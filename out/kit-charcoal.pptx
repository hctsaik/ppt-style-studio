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79424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222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457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254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F07F2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07F2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4925">
              <a:solidFill>
                <a:srgbClr val="3A3A3A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grpSp>
        <p:nvGrpSpPr>
          <p:cNvPr id="5006" name="深色標籤"/>
          <p:cNvGrpSpPr/>
          <p:nvPr/>
        </p:nvGrpSpPr>
        <p:grpSpPr>
          <a:xfrm>
            <a:off x="7637425" y="5065776"/>
            <a:ext cx="1014141" cy="292608"/>
            <a:chOff x="7637425" y="5065776"/>
            <a:chExt cx="1014141" cy="292608"/>
          </a:xfrm>
        </p:grpSpPr>
        <p:sp>
          <p:nvSpPr>
            <p:cNvPr id="101" name="標籤"/>
            <p:cNvSpPr/>
            <p:nvPr/>
          </p:nvSpPr>
          <p:spPr>
            <a:xfrm>
              <a:off x="7637425" y="5065776"/>
              <a:ext cx="1014141" cy="292608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256753" tIns="0" rIns="73737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主要標籤</a:t>
              </a:r>
              <a:endParaRPr lang="en-US" sz="1100" dirty="0"/>
            </a:p>
          </p:txBody>
        </p:sp>
        <p:sp>
          <p:nvSpPr>
            <p:cNvPr id="102" name="Text 100"/>
            <p:cNvSpPr/>
            <p:nvPr/>
          </p:nvSpPr>
          <p:spPr>
            <a:xfrm>
              <a:off x="7760320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780649" y="5074920"/>
            <a:ext cx="1526540" cy="274320"/>
            <a:chOff x="8780649" y="5074920"/>
            <a:chExt cx="1526540" cy="274320"/>
          </a:xfrm>
        </p:grpSpPr>
        <p:sp>
          <p:nvSpPr>
            <p:cNvPr id="104" name="標籤"/>
            <p:cNvSpPr/>
            <p:nvPr/>
          </p:nvSpPr>
          <p:spPr>
            <a:xfrm>
              <a:off x="8780649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5" name="Text 103"/>
            <p:cNvSpPr/>
            <p:nvPr/>
          </p:nvSpPr>
          <p:spPr>
            <a:xfrm>
              <a:off x="8899521" y="5177155"/>
              <a:ext cx="69850" cy="698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9699367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9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3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5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125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7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8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20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2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10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45720"/>
                  </a:lnTo>
                  <a:arcTo hR="45720" wR="45720" stAng="10800000" swAng="5400000"/>
                  <a:lnTo>
                    <a:pt x="1051560" y="0"/>
                  </a:lnTo>
                  <a:arcTo hR="45720" wR="4572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2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175500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2540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分隔"/>
            <p:cNvSpPr/>
            <p:nvPr/>
          </p:nvSpPr>
          <p:spPr>
            <a:xfrm>
              <a:off x="10240251" y="5047488"/>
              <a:ext cx="182880" cy="274320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789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19050">
              <a:solidFill>
                <a:srgbClr val="F07F2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45720"/>
                  </a:lnTo>
                  <a:arcTo hR="45720" wR="45720" stAng="10800000" swAng="5400000"/>
                  <a:lnTo>
                    <a:pt x="1044753" y="0"/>
                  </a:lnTo>
                  <a:arcTo hR="45720" wR="4572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997405" y="6016752"/>
              <a:ext cx="593344" cy="201168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33680" tIns="0" rIns="71323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Text 65"/>
            <p:cNvSpPr/>
            <p:nvPr/>
          </p:nvSpPr>
          <p:spPr>
            <a:xfrm>
              <a:off x="2116277" y="6091936"/>
              <a:ext cx="50800" cy="50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7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8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9" name="Text 75"/>
          <p:cNvSpPr/>
          <p:nvPr/>
        </p:nvSpPr>
        <p:spPr>
          <a:xfrm>
            <a:off x="4350410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2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5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6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7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5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6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7" name="Text 93"/>
          <p:cNvSpPr/>
          <p:nvPr/>
        </p:nvSpPr>
        <p:spPr>
          <a:xfrm>
            <a:off x="8152181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9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100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1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2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3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9" name="Text 10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10" name="Text 10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63600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5544" y="135880"/>
                </a:moveTo>
                <a:cubicBezTo>
                  <a:pt x="106409" y="126745"/>
                  <a:pt x="101846" y="114977"/>
                  <a:pt x="101846" y="100584"/>
                </a:cubicBezTo>
                <a:cubicBezTo>
                  <a:pt x="101846" y="86191"/>
                  <a:pt x="106409" y="74423"/>
                  <a:pt x="115544" y="65288"/>
                </a:cubicBezTo>
                <a:cubicBezTo>
                  <a:pt x="124678" y="56126"/>
                  <a:pt x="136447" y="51554"/>
                  <a:pt x="150849" y="51554"/>
                </a:cubicBezTo>
                <a:cubicBezTo>
                  <a:pt x="165241" y="51554"/>
                  <a:pt x="177028" y="56126"/>
                  <a:pt x="186208" y="65288"/>
                </a:cubicBezTo>
                <a:cubicBezTo>
                  <a:pt x="195389" y="74441"/>
                  <a:pt x="199970" y="86210"/>
                  <a:pt x="199970" y="100584"/>
                </a:cubicBezTo>
                <a:cubicBezTo>
                  <a:pt x="199970" y="114977"/>
                  <a:pt x="195389" y="126745"/>
                  <a:pt x="186208" y="135880"/>
                </a:cubicBezTo>
                <a:cubicBezTo>
                  <a:pt x="177028" y="145015"/>
                  <a:pt x="165241" y="149587"/>
                  <a:pt x="150849" y="149587"/>
                </a:cubicBezTo>
                <a:cubicBezTo>
                  <a:pt x="136447" y="149587"/>
                  <a:pt x="124678" y="145015"/>
                  <a:pt x="115544" y="135880"/>
                </a:cubicBezTo>
                <a:close/>
                <a:moveTo>
                  <a:pt x="48408" y="232916"/>
                </a:moveTo>
                <a:lnTo>
                  <a:pt x="48408" y="222766"/>
                </a:lnTo>
                <a:cubicBezTo>
                  <a:pt x="48408" y="214482"/>
                  <a:pt x="50493" y="207358"/>
                  <a:pt x="54663" y="201387"/>
                </a:cubicBezTo>
                <a:cubicBezTo>
                  <a:pt x="58832" y="195416"/>
                  <a:pt x="64218" y="190881"/>
                  <a:pt x="70820" y="187781"/>
                </a:cubicBezTo>
                <a:cubicBezTo>
                  <a:pt x="84966" y="181454"/>
                  <a:pt x="98554" y="176690"/>
                  <a:pt x="111584" y="173507"/>
                </a:cubicBezTo>
                <a:cubicBezTo>
                  <a:pt x="124624" y="170344"/>
                  <a:pt x="137709" y="168762"/>
                  <a:pt x="150849" y="168762"/>
                </a:cubicBezTo>
                <a:cubicBezTo>
                  <a:pt x="164071" y="168762"/>
                  <a:pt x="177147" y="170398"/>
                  <a:pt x="190076" y="173663"/>
                </a:cubicBezTo>
                <a:cubicBezTo>
                  <a:pt x="203006" y="176936"/>
                  <a:pt x="216512" y="181636"/>
                  <a:pt x="230593" y="187781"/>
                </a:cubicBezTo>
                <a:cubicBezTo>
                  <a:pt x="237424" y="190817"/>
                  <a:pt x="242929" y="195325"/>
                  <a:pt x="247126" y="201296"/>
                </a:cubicBezTo>
                <a:cubicBezTo>
                  <a:pt x="251314" y="207285"/>
                  <a:pt x="253408" y="214436"/>
                  <a:pt x="253408" y="222730"/>
                </a:cubicBezTo>
                <a:lnTo>
                  <a:pt x="253408" y="232879"/>
                </a:lnTo>
                <a:cubicBezTo>
                  <a:pt x="253408" y="238814"/>
                  <a:pt x="251332" y="243861"/>
                  <a:pt x="247190" y="248031"/>
                </a:cubicBezTo>
                <a:cubicBezTo>
                  <a:pt x="243038" y="252201"/>
                  <a:pt x="237954" y="254285"/>
                  <a:pt x="231938" y="254285"/>
                </a:cubicBezTo>
                <a:lnTo>
                  <a:pt x="69842" y="254285"/>
                </a:lnTo>
                <a:cubicBezTo>
                  <a:pt x="63853" y="254285"/>
                  <a:pt x="58778" y="252201"/>
                  <a:pt x="54626" y="248031"/>
                </a:cubicBezTo>
                <a:cubicBezTo>
                  <a:pt x="50484" y="243861"/>
                  <a:pt x="48408" y="238814"/>
                  <a:pt x="48408" y="232879"/>
                </a:cubicBezTo>
                <a:close/>
                <a:moveTo>
                  <a:pt x="69814" y="232916"/>
                </a:moveTo>
                <a:lnTo>
                  <a:pt x="231910" y="232916"/>
                </a:lnTo>
                <a:lnTo>
                  <a:pt x="231910" y="223050"/>
                </a:lnTo>
                <a:cubicBezTo>
                  <a:pt x="231910" y="219730"/>
                  <a:pt x="230913" y="216566"/>
                  <a:pt x="228920" y="213549"/>
                </a:cubicBezTo>
                <a:cubicBezTo>
                  <a:pt x="226936" y="210531"/>
                  <a:pt x="224467" y="208300"/>
                  <a:pt x="221541" y="206856"/>
                </a:cubicBezTo>
                <a:cubicBezTo>
                  <a:pt x="208337" y="200510"/>
                  <a:pt x="196230" y="196157"/>
                  <a:pt x="185230" y="193816"/>
                </a:cubicBezTo>
                <a:cubicBezTo>
                  <a:pt x="174248" y="191448"/>
                  <a:pt x="162781" y="190259"/>
                  <a:pt x="150812" y="190259"/>
                </a:cubicBezTo>
                <a:cubicBezTo>
                  <a:pt x="138952" y="190259"/>
                  <a:pt x="127394" y="191448"/>
                  <a:pt x="116147" y="193816"/>
                </a:cubicBezTo>
                <a:cubicBezTo>
                  <a:pt x="104891" y="196185"/>
                  <a:pt x="92812" y="200528"/>
                  <a:pt x="79900" y="206856"/>
                </a:cubicBezTo>
                <a:cubicBezTo>
                  <a:pt x="76947" y="208300"/>
                  <a:pt x="74524" y="210531"/>
                  <a:pt x="72640" y="213549"/>
                </a:cubicBezTo>
                <a:cubicBezTo>
                  <a:pt x="70756" y="216566"/>
                  <a:pt x="69814" y="219749"/>
                  <a:pt x="69814" y="223077"/>
                </a:cubicBezTo>
                <a:lnTo>
                  <a:pt x="69814" y="232943"/>
                </a:lnTo>
                <a:close/>
                <a:moveTo>
                  <a:pt x="170645" y="120353"/>
                </a:moveTo>
                <a:cubicBezTo>
                  <a:pt x="175867" y="115141"/>
                  <a:pt x="178473" y="108530"/>
                  <a:pt x="178473" y="100520"/>
                </a:cubicBezTo>
                <a:cubicBezTo>
                  <a:pt x="178473" y="92519"/>
                  <a:pt x="175867" y="85926"/>
                  <a:pt x="170645" y="80751"/>
                </a:cubicBezTo>
                <a:cubicBezTo>
                  <a:pt x="165433" y="75557"/>
                  <a:pt x="158840" y="72951"/>
                  <a:pt x="150876" y="72951"/>
                </a:cubicBezTo>
                <a:cubicBezTo>
                  <a:pt x="142893" y="72951"/>
                  <a:pt x="136291" y="75557"/>
                  <a:pt x="131070" y="80751"/>
                </a:cubicBezTo>
                <a:cubicBezTo>
                  <a:pt x="125858" y="85944"/>
                  <a:pt x="123243" y="92546"/>
                  <a:pt x="123243" y="100557"/>
                </a:cubicBezTo>
                <a:cubicBezTo>
                  <a:pt x="123243" y="108558"/>
                  <a:pt x="125858" y="115169"/>
                  <a:pt x="131070" y="120390"/>
                </a:cubicBezTo>
                <a:cubicBezTo>
                  <a:pt x="136291" y="125602"/>
                  <a:pt x="142884" y="128217"/>
                  <a:pt x="150849" y="128217"/>
                </a:cubicBezTo>
                <a:cubicBezTo>
                  <a:pt x="158831" y="128217"/>
                  <a:pt x="165433" y="125602"/>
                  <a:pt x="170645" y="120390"/>
                </a:cubicBezTo>
                <a:close/>
                <a:moveTo>
                  <a:pt x="150876" y="100557"/>
                </a:moveTo>
                <a:close/>
                <a:moveTo>
                  <a:pt x="150876" y="23291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214" y="222730"/>
                </a:moveTo>
                <a:cubicBezTo>
                  <a:pt x="10214" y="215021"/>
                  <a:pt x="12198" y="208053"/>
                  <a:pt x="16157" y="201826"/>
                </a:cubicBezTo>
                <a:cubicBezTo>
                  <a:pt x="20117" y="195581"/>
                  <a:pt x="25621" y="190890"/>
                  <a:pt x="32662" y="187745"/>
                </a:cubicBezTo>
                <a:cubicBezTo>
                  <a:pt x="48061" y="181042"/>
                  <a:pt x="61960" y="176196"/>
                  <a:pt x="74368" y="173224"/>
                </a:cubicBezTo>
                <a:cubicBezTo>
                  <a:pt x="86777" y="170252"/>
                  <a:pt x="99551" y="168762"/>
                  <a:pt x="112682" y="168762"/>
                </a:cubicBezTo>
                <a:cubicBezTo>
                  <a:pt x="125931" y="168762"/>
                  <a:pt x="138687" y="170243"/>
                  <a:pt x="150967" y="173197"/>
                </a:cubicBezTo>
                <a:cubicBezTo>
                  <a:pt x="163248" y="176150"/>
                  <a:pt x="177092" y="181005"/>
                  <a:pt x="192490" y="187781"/>
                </a:cubicBezTo>
                <a:cubicBezTo>
                  <a:pt x="199513" y="190863"/>
                  <a:pt x="205054" y="195517"/>
                  <a:pt x="209123" y="201762"/>
                </a:cubicBezTo>
                <a:cubicBezTo>
                  <a:pt x="213183" y="208008"/>
                  <a:pt x="215222" y="215012"/>
                  <a:pt x="215222" y="222766"/>
                </a:cubicBezTo>
                <a:lnTo>
                  <a:pt x="215222" y="232916"/>
                </a:lnTo>
                <a:cubicBezTo>
                  <a:pt x="215222" y="238841"/>
                  <a:pt x="213147" y="243898"/>
                  <a:pt x="208995" y="248068"/>
                </a:cubicBezTo>
                <a:cubicBezTo>
                  <a:pt x="204844" y="252237"/>
                  <a:pt x="199760" y="254322"/>
                  <a:pt x="193752" y="254322"/>
                </a:cubicBezTo>
                <a:lnTo>
                  <a:pt x="31657" y="254322"/>
                </a:lnTo>
                <a:cubicBezTo>
                  <a:pt x="25704" y="254322"/>
                  <a:pt x="20647" y="252237"/>
                  <a:pt x="16505" y="248068"/>
                </a:cubicBezTo>
                <a:cubicBezTo>
                  <a:pt x="12335" y="243898"/>
                  <a:pt x="10250" y="238841"/>
                  <a:pt x="10250" y="232916"/>
                </a:cubicBezTo>
                <a:lnTo>
                  <a:pt x="10250" y="222766"/>
                </a:lnTo>
                <a:close/>
                <a:moveTo>
                  <a:pt x="270132" y="254322"/>
                </a:moveTo>
                <a:lnTo>
                  <a:pt x="228481" y="254322"/>
                </a:lnTo>
                <a:cubicBezTo>
                  <a:pt x="229926" y="250820"/>
                  <a:pt x="231224" y="247345"/>
                  <a:pt x="232376" y="243889"/>
                </a:cubicBezTo>
                <a:cubicBezTo>
                  <a:pt x="233529" y="240423"/>
                  <a:pt x="234114" y="236775"/>
                  <a:pt x="234114" y="232916"/>
                </a:cubicBezTo>
                <a:lnTo>
                  <a:pt x="234114" y="223205"/>
                </a:lnTo>
                <a:cubicBezTo>
                  <a:pt x="234114" y="209745"/>
                  <a:pt x="231069" y="198745"/>
                  <a:pt x="224997" y="190195"/>
                </a:cubicBezTo>
                <a:cubicBezTo>
                  <a:pt x="218917" y="181646"/>
                  <a:pt x="209526" y="174449"/>
                  <a:pt x="196834" y="168606"/>
                </a:cubicBezTo>
                <a:cubicBezTo>
                  <a:pt x="211034" y="170325"/>
                  <a:pt x="224577" y="172703"/>
                  <a:pt x="237442" y="175739"/>
                </a:cubicBezTo>
                <a:cubicBezTo>
                  <a:pt x="250308" y="178774"/>
                  <a:pt x="260723" y="182359"/>
                  <a:pt x="268687" y="186492"/>
                </a:cubicBezTo>
                <a:cubicBezTo>
                  <a:pt x="275746" y="190470"/>
                  <a:pt x="281333" y="195590"/>
                  <a:pt x="285439" y="201863"/>
                </a:cubicBezTo>
                <a:cubicBezTo>
                  <a:pt x="289545" y="208127"/>
                  <a:pt x="291602" y="215204"/>
                  <a:pt x="291602" y="223104"/>
                </a:cubicBezTo>
                <a:lnTo>
                  <a:pt x="291602" y="232879"/>
                </a:lnTo>
                <a:cubicBezTo>
                  <a:pt x="291602" y="238814"/>
                  <a:pt x="289517" y="243861"/>
                  <a:pt x="285348" y="248031"/>
                </a:cubicBezTo>
                <a:cubicBezTo>
                  <a:pt x="281178" y="252201"/>
                  <a:pt x="276121" y="254285"/>
                  <a:pt x="270196" y="254285"/>
                </a:cubicBezTo>
                <a:close/>
                <a:moveTo>
                  <a:pt x="78044" y="136163"/>
                </a:moveTo>
                <a:cubicBezTo>
                  <a:pt x="69101" y="127220"/>
                  <a:pt x="64630" y="115662"/>
                  <a:pt x="64630" y="101498"/>
                </a:cubicBezTo>
                <a:cubicBezTo>
                  <a:pt x="64630" y="87353"/>
                  <a:pt x="69101" y="75795"/>
                  <a:pt x="78044" y="66824"/>
                </a:cubicBezTo>
                <a:cubicBezTo>
                  <a:pt x="86996" y="57882"/>
                  <a:pt x="98545" y="53401"/>
                  <a:pt x="112682" y="53401"/>
                </a:cubicBezTo>
                <a:cubicBezTo>
                  <a:pt x="126809" y="53401"/>
                  <a:pt x="138367" y="57882"/>
                  <a:pt x="147356" y="66824"/>
                </a:cubicBezTo>
                <a:cubicBezTo>
                  <a:pt x="156344" y="75776"/>
                  <a:pt x="160834" y="87334"/>
                  <a:pt x="160806" y="101498"/>
                </a:cubicBezTo>
                <a:cubicBezTo>
                  <a:pt x="160806" y="115662"/>
                  <a:pt x="156326" y="127220"/>
                  <a:pt x="147356" y="136163"/>
                </a:cubicBezTo>
                <a:cubicBezTo>
                  <a:pt x="138385" y="145115"/>
                  <a:pt x="126827" y="149587"/>
                  <a:pt x="112682" y="149587"/>
                </a:cubicBezTo>
                <a:cubicBezTo>
                  <a:pt x="98545" y="149587"/>
                  <a:pt x="86996" y="145115"/>
                  <a:pt x="78044" y="136163"/>
                </a:cubicBezTo>
                <a:close/>
                <a:moveTo>
                  <a:pt x="215158" y="136136"/>
                </a:moveTo>
                <a:cubicBezTo>
                  <a:pt x="206188" y="145106"/>
                  <a:pt x="194630" y="149587"/>
                  <a:pt x="180484" y="149587"/>
                </a:cubicBezTo>
                <a:cubicBezTo>
                  <a:pt x="178116" y="149587"/>
                  <a:pt x="175547" y="149422"/>
                  <a:pt x="172785" y="149084"/>
                </a:cubicBezTo>
                <a:cubicBezTo>
                  <a:pt x="170014" y="148745"/>
                  <a:pt x="167408" y="148133"/>
                  <a:pt x="164958" y="147228"/>
                </a:cubicBezTo>
                <a:cubicBezTo>
                  <a:pt x="170088" y="141887"/>
                  <a:pt x="173965" y="135340"/>
                  <a:pt x="176589" y="127586"/>
                </a:cubicBezTo>
                <a:cubicBezTo>
                  <a:pt x="179204" y="119814"/>
                  <a:pt x="180521" y="111127"/>
                  <a:pt x="180521" y="101526"/>
                </a:cubicBezTo>
                <a:cubicBezTo>
                  <a:pt x="180521" y="91906"/>
                  <a:pt x="179204" y="83412"/>
                  <a:pt x="176589" y="76032"/>
                </a:cubicBezTo>
                <a:cubicBezTo>
                  <a:pt x="173965" y="68662"/>
                  <a:pt x="170106" y="61905"/>
                  <a:pt x="164985" y="55760"/>
                </a:cubicBezTo>
                <a:cubicBezTo>
                  <a:pt x="167335" y="55093"/>
                  <a:pt x="169923" y="54535"/>
                  <a:pt x="172758" y="54096"/>
                </a:cubicBezTo>
                <a:cubicBezTo>
                  <a:pt x="175565" y="53657"/>
                  <a:pt x="178153" y="53438"/>
                  <a:pt x="180521" y="53438"/>
                </a:cubicBezTo>
                <a:cubicBezTo>
                  <a:pt x="194639" y="53438"/>
                  <a:pt x="206197" y="57918"/>
                  <a:pt x="215186" y="66888"/>
                </a:cubicBezTo>
                <a:cubicBezTo>
                  <a:pt x="224174" y="75859"/>
                  <a:pt x="228673" y="87407"/>
                  <a:pt x="228673" y="101526"/>
                </a:cubicBezTo>
                <a:cubicBezTo>
                  <a:pt x="228673" y="115626"/>
                  <a:pt x="224183" y="127175"/>
                  <a:pt x="215222" y="136163"/>
                </a:cubicBezTo>
                <a:close/>
                <a:moveTo>
                  <a:pt x="31620" y="232916"/>
                </a:moveTo>
                <a:lnTo>
                  <a:pt x="193716" y="232916"/>
                </a:lnTo>
                <a:lnTo>
                  <a:pt x="193716" y="223050"/>
                </a:lnTo>
                <a:cubicBezTo>
                  <a:pt x="193716" y="219730"/>
                  <a:pt x="192719" y="216521"/>
                  <a:pt x="190735" y="213394"/>
                </a:cubicBezTo>
                <a:cubicBezTo>
                  <a:pt x="188741" y="210275"/>
                  <a:pt x="186282" y="208090"/>
                  <a:pt x="183346" y="206856"/>
                </a:cubicBezTo>
                <a:cubicBezTo>
                  <a:pt x="168469" y="200299"/>
                  <a:pt x="155969" y="195901"/>
                  <a:pt x="145847" y="193652"/>
                </a:cubicBezTo>
                <a:cubicBezTo>
                  <a:pt x="135724" y="191393"/>
                  <a:pt x="124669" y="190259"/>
                  <a:pt x="112682" y="190259"/>
                </a:cubicBezTo>
                <a:cubicBezTo>
                  <a:pt x="100785" y="190259"/>
                  <a:pt x="89684" y="191393"/>
                  <a:pt x="79397" y="193652"/>
                </a:cubicBezTo>
                <a:cubicBezTo>
                  <a:pt x="69110" y="195919"/>
                  <a:pt x="56537" y="200318"/>
                  <a:pt x="41678" y="206856"/>
                </a:cubicBezTo>
                <a:cubicBezTo>
                  <a:pt x="38789" y="208090"/>
                  <a:pt x="36384" y="210275"/>
                  <a:pt x="34482" y="213394"/>
                </a:cubicBezTo>
                <a:cubicBezTo>
                  <a:pt x="32571" y="216521"/>
                  <a:pt x="31620" y="219749"/>
                  <a:pt x="31620" y="223077"/>
                </a:cubicBezTo>
                <a:lnTo>
                  <a:pt x="31620" y="232943"/>
                </a:lnTo>
                <a:close/>
                <a:moveTo>
                  <a:pt x="132423" y="121204"/>
                </a:moveTo>
                <a:cubicBezTo>
                  <a:pt x="137626" y="116010"/>
                  <a:pt x="140223" y="109435"/>
                  <a:pt x="140223" y="101498"/>
                </a:cubicBezTo>
                <a:cubicBezTo>
                  <a:pt x="140223" y="93552"/>
                  <a:pt x="137626" y="86987"/>
                  <a:pt x="132423" y="81784"/>
                </a:cubicBezTo>
                <a:cubicBezTo>
                  <a:pt x="127230" y="76590"/>
                  <a:pt x="120655" y="73993"/>
                  <a:pt x="112718" y="73993"/>
                </a:cubicBezTo>
                <a:cubicBezTo>
                  <a:pt x="104754" y="73993"/>
                  <a:pt x="98188" y="76590"/>
                  <a:pt x="93013" y="81784"/>
                </a:cubicBezTo>
                <a:cubicBezTo>
                  <a:pt x="87810" y="86987"/>
                  <a:pt x="85213" y="93552"/>
                  <a:pt x="85213" y="101498"/>
                </a:cubicBezTo>
                <a:cubicBezTo>
                  <a:pt x="85213" y="109463"/>
                  <a:pt x="87810" y="116028"/>
                  <a:pt x="93013" y="121204"/>
                </a:cubicBezTo>
                <a:cubicBezTo>
                  <a:pt x="98207" y="126398"/>
                  <a:pt x="104772" y="129004"/>
                  <a:pt x="112718" y="129004"/>
                </a:cubicBezTo>
                <a:cubicBezTo>
                  <a:pt x="120655" y="129004"/>
                  <a:pt x="127230" y="126398"/>
                  <a:pt x="132423" y="121204"/>
                </a:cubicBezTo>
                <a:close/>
                <a:moveTo>
                  <a:pt x="112682" y="232879"/>
                </a:moveTo>
                <a:close/>
                <a:moveTo>
                  <a:pt x="112682" y="10143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812" y="227228"/>
                </a:moveTo>
                <a:cubicBezTo>
                  <a:pt x="6794" y="227228"/>
                  <a:pt x="4243" y="226195"/>
                  <a:pt x="2167" y="224147"/>
                </a:cubicBezTo>
                <a:cubicBezTo>
                  <a:pt x="91" y="222089"/>
                  <a:pt x="-933" y="219547"/>
                  <a:pt x="-914" y="216512"/>
                </a:cubicBezTo>
                <a:lnTo>
                  <a:pt x="-914" y="209654"/>
                </a:lnTo>
                <a:cubicBezTo>
                  <a:pt x="-914" y="201250"/>
                  <a:pt x="3520" y="194438"/>
                  <a:pt x="12381" y="189226"/>
                </a:cubicBezTo>
                <a:cubicBezTo>
                  <a:pt x="21251" y="184005"/>
                  <a:pt x="32864" y="181399"/>
                  <a:pt x="47247" y="181399"/>
                </a:cubicBezTo>
                <a:cubicBezTo>
                  <a:pt x="49506" y="181399"/>
                  <a:pt x="51664" y="181435"/>
                  <a:pt x="53721" y="181527"/>
                </a:cubicBezTo>
                <a:cubicBezTo>
                  <a:pt x="55751" y="181609"/>
                  <a:pt x="57790" y="181792"/>
                  <a:pt x="59847" y="182084"/>
                </a:cubicBezTo>
                <a:cubicBezTo>
                  <a:pt x="58064" y="185879"/>
                  <a:pt x="56739" y="189729"/>
                  <a:pt x="55852" y="193624"/>
                </a:cubicBezTo>
                <a:cubicBezTo>
                  <a:pt x="54974" y="197547"/>
                  <a:pt x="54535" y="201616"/>
                  <a:pt x="54535" y="205850"/>
                </a:cubicBezTo>
                <a:lnTo>
                  <a:pt x="54535" y="227192"/>
                </a:lnTo>
                <a:lnTo>
                  <a:pt x="9812" y="227192"/>
                </a:lnTo>
                <a:close/>
                <a:moveTo>
                  <a:pt x="85250" y="227228"/>
                </a:moveTo>
                <a:cubicBezTo>
                  <a:pt x="82232" y="227228"/>
                  <a:pt x="79681" y="226195"/>
                  <a:pt x="77605" y="224147"/>
                </a:cubicBezTo>
                <a:cubicBezTo>
                  <a:pt x="75529" y="222089"/>
                  <a:pt x="74505" y="219547"/>
                  <a:pt x="74524" y="216512"/>
                </a:cubicBezTo>
                <a:lnTo>
                  <a:pt x="74524" y="205886"/>
                </a:lnTo>
                <a:cubicBezTo>
                  <a:pt x="74524" y="199028"/>
                  <a:pt x="76371" y="192765"/>
                  <a:pt x="80056" y="187086"/>
                </a:cubicBezTo>
                <a:cubicBezTo>
                  <a:pt x="83750" y="181408"/>
                  <a:pt x="88999" y="176452"/>
                  <a:pt x="95811" y="172218"/>
                </a:cubicBezTo>
                <a:cubicBezTo>
                  <a:pt x="102614" y="167984"/>
                  <a:pt x="110725" y="164793"/>
                  <a:pt x="120134" y="162635"/>
                </a:cubicBezTo>
                <a:cubicBezTo>
                  <a:pt x="129543" y="160495"/>
                  <a:pt x="139784" y="159426"/>
                  <a:pt x="150849" y="159426"/>
                </a:cubicBezTo>
                <a:cubicBezTo>
                  <a:pt x="162114" y="159426"/>
                  <a:pt x="172447" y="160495"/>
                  <a:pt x="181838" y="162635"/>
                </a:cubicBezTo>
                <a:cubicBezTo>
                  <a:pt x="191228" y="164766"/>
                  <a:pt x="199330" y="167966"/>
                  <a:pt x="206170" y="172218"/>
                </a:cubicBezTo>
                <a:cubicBezTo>
                  <a:pt x="212973" y="176452"/>
                  <a:pt x="218185" y="181408"/>
                  <a:pt x="221788" y="187086"/>
                </a:cubicBezTo>
                <a:cubicBezTo>
                  <a:pt x="225390" y="192765"/>
                  <a:pt x="227192" y="199028"/>
                  <a:pt x="227192" y="205886"/>
                </a:cubicBezTo>
                <a:lnTo>
                  <a:pt x="227192" y="216512"/>
                </a:lnTo>
                <a:cubicBezTo>
                  <a:pt x="227192" y="219529"/>
                  <a:pt x="226168" y="222071"/>
                  <a:pt x="224110" y="224147"/>
                </a:cubicBezTo>
                <a:cubicBezTo>
                  <a:pt x="222062" y="226223"/>
                  <a:pt x="219511" y="227247"/>
                  <a:pt x="216475" y="227228"/>
                </a:cubicBezTo>
                <a:lnTo>
                  <a:pt x="85250" y="227228"/>
                </a:lnTo>
                <a:close/>
                <a:moveTo>
                  <a:pt x="247217" y="227228"/>
                </a:moveTo>
                <a:lnTo>
                  <a:pt x="247217" y="205850"/>
                </a:lnTo>
                <a:cubicBezTo>
                  <a:pt x="247217" y="201497"/>
                  <a:pt x="246806" y="197373"/>
                  <a:pt x="245992" y="193496"/>
                </a:cubicBezTo>
                <a:cubicBezTo>
                  <a:pt x="245178" y="189619"/>
                  <a:pt x="243907" y="185815"/>
                  <a:pt x="242188" y="182084"/>
                </a:cubicBezTo>
                <a:cubicBezTo>
                  <a:pt x="244245" y="181774"/>
                  <a:pt x="246294" y="181572"/>
                  <a:pt x="248351" y="181490"/>
                </a:cubicBezTo>
                <a:cubicBezTo>
                  <a:pt x="250399" y="181408"/>
                  <a:pt x="252484" y="181362"/>
                  <a:pt x="254606" y="181362"/>
                </a:cubicBezTo>
                <a:cubicBezTo>
                  <a:pt x="269062" y="181362"/>
                  <a:pt x="280684" y="183941"/>
                  <a:pt x="289462" y="189098"/>
                </a:cubicBezTo>
                <a:cubicBezTo>
                  <a:pt x="298241" y="194255"/>
                  <a:pt x="302630" y="201095"/>
                  <a:pt x="302630" y="209626"/>
                </a:cubicBezTo>
                <a:lnTo>
                  <a:pt x="302630" y="216475"/>
                </a:lnTo>
                <a:cubicBezTo>
                  <a:pt x="302630" y="219493"/>
                  <a:pt x="301606" y="222044"/>
                  <a:pt x="299548" y="224110"/>
                </a:cubicBezTo>
                <a:cubicBezTo>
                  <a:pt x="297500" y="226186"/>
                  <a:pt x="294949" y="227219"/>
                  <a:pt x="291913" y="227192"/>
                </a:cubicBezTo>
                <a:lnTo>
                  <a:pt x="247217" y="227192"/>
                </a:lnTo>
                <a:close/>
                <a:moveTo>
                  <a:pt x="95966" y="206856"/>
                </a:moveTo>
                <a:lnTo>
                  <a:pt x="205822" y="206856"/>
                </a:lnTo>
                <a:lnTo>
                  <a:pt x="205822" y="204972"/>
                </a:lnTo>
                <a:cubicBezTo>
                  <a:pt x="205420" y="197474"/>
                  <a:pt x="200135" y="191384"/>
                  <a:pt x="189948" y="186711"/>
                </a:cubicBezTo>
                <a:cubicBezTo>
                  <a:pt x="179762" y="182039"/>
                  <a:pt x="166750" y="179698"/>
                  <a:pt x="150903" y="179698"/>
                </a:cubicBezTo>
                <a:cubicBezTo>
                  <a:pt x="135048" y="179698"/>
                  <a:pt x="122036" y="182048"/>
                  <a:pt x="111868" y="186739"/>
                </a:cubicBezTo>
                <a:cubicBezTo>
                  <a:pt x="101681" y="191439"/>
                  <a:pt x="96396" y="197620"/>
                  <a:pt x="95994" y="205283"/>
                </a:cubicBezTo>
                <a:lnTo>
                  <a:pt x="95994" y="206856"/>
                </a:lnTo>
                <a:close/>
                <a:moveTo>
                  <a:pt x="47028" y="172218"/>
                </a:moveTo>
                <a:cubicBezTo>
                  <a:pt x="40883" y="172218"/>
                  <a:pt x="35616" y="170005"/>
                  <a:pt x="31208" y="165589"/>
                </a:cubicBezTo>
                <a:cubicBezTo>
                  <a:pt x="26810" y="161163"/>
                  <a:pt x="24616" y="155850"/>
                  <a:pt x="24616" y="149651"/>
                </a:cubicBezTo>
                <a:cubicBezTo>
                  <a:pt x="24616" y="143405"/>
                  <a:pt x="26819" y="138084"/>
                  <a:pt x="31245" y="133685"/>
                </a:cubicBezTo>
                <a:cubicBezTo>
                  <a:pt x="35662" y="129278"/>
                  <a:pt x="40965" y="127083"/>
                  <a:pt x="47146" y="127083"/>
                </a:cubicBezTo>
                <a:cubicBezTo>
                  <a:pt x="53374" y="127083"/>
                  <a:pt x="58695" y="129278"/>
                  <a:pt x="63121" y="133685"/>
                </a:cubicBezTo>
                <a:cubicBezTo>
                  <a:pt x="67538" y="138084"/>
                  <a:pt x="69750" y="143433"/>
                  <a:pt x="69750" y="149742"/>
                </a:cubicBezTo>
                <a:cubicBezTo>
                  <a:pt x="69750" y="155887"/>
                  <a:pt x="67547" y="161163"/>
                  <a:pt x="63148" y="165589"/>
                </a:cubicBezTo>
                <a:cubicBezTo>
                  <a:pt x="58750" y="170005"/>
                  <a:pt x="53374" y="172218"/>
                  <a:pt x="47028" y="172218"/>
                </a:cubicBezTo>
                <a:close/>
                <a:moveTo>
                  <a:pt x="254478" y="172218"/>
                </a:moveTo>
                <a:cubicBezTo>
                  <a:pt x="248342" y="172218"/>
                  <a:pt x="243066" y="170005"/>
                  <a:pt x="238668" y="165589"/>
                </a:cubicBezTo>
                <a:cubicBezTo>
                  <a:pt x="234269" y="161163"/>
                  <a:pt x="232066" y="155850"/>
                  <a:pt x="232066" y="149651"/>
                </a:cubicBezTo>
                <a:cubicBezTo>
                  <a:pt x="232066" y="143405"/>
                  <a:pt x="234278" y="138084"/>
                  <a:pt x="238695" y="133685"/>
                </a:cubicBezTo>
                <a:cubicBezTo>
                  <a:pt x="243121" y="129278"/>
                  <a:pt x="248424" y="127083"/>
                  <a:pt x="254606" y="127083"/>
                </a:cubicBezTo>
                <a:cubicBezTo>
                  <a:pt x="260823" y="127083"/>
                  <a:pt x="266145" y="129278"/>
                  <a:pt x="270571" y="133685"/>
                </a:cubicBezTo>
                <a:cubicBezTo>
                  <a:pt x="274997" y="138084"/>
                  <a:pt x="277200" y="143433"/>
                  <a:pt x="277200" y="149742"/>
                </a:cubicBezTo>
                <a:cubicBezTo>
                  <a:pt x="277200" y="155887"/>
                  <a:pt x="275006" y="161163"/>
                  <a:pt x="270598" y="165589"/>
                </a:cubicBezTo>
                <a:cubicBezTo>
                  <a:pt x="266200" y="170005"/>
                  <a:pt x="260823" y="172218"/>
                  <a:pt x="254478" y="172218"/>
                </a:cubicBezTo>
                <a:close/>
                <a:moveTo>
                  <a:pt x="150903" y="150062"/>
                </a:moveTo>
                <a:cubicBezTo>
                  <a:pt x="140159" y="150062"/>
                  <a:pt x="131034" y="146295"/>
                  <a:pt x="123526" y="138778"/>
                </a:cubicBezTo>
                <a:cubicBezTo>
                  <a:pt x="116010" y="131253"/>
                  <a:pt x="112243" y="122127"/>
                  <a:pt x="112243" y="111401"/>
                </a:cubicBezTo>
                <a:cubicBezTo>
                  <a:pt x="112243" y="100483"/>
                  <a:pt x="116010" y="91321"/>
                  <a:pt x="123526" y="83924"/>
                </a:cubicBezTo>
                <a:cubicBezTo>
                  <a:pt x="131052" y="76526"/>
                  <a:pt x="140178" y="72832"/>
                  <a:pt x="150903" y="72832"/>
                </a:cubicBezTo>
                <a:cubicBezTo>
                  <a:pt x="161821" y="72832"/>
                  <a:pt x="170984" y="76526"/>
                  <a:pt x="178381" y="83924"/>
                </a:cubicBezTo>
                <a:cubicBezTo>
                  <a:pt x="185779" y="91321"/>
                  <a:pt x="189473" y="100483"/>
                  <a:pt x="189473" y="111401"/>
                </a:cubicBezTo>
                <a:cubicBezTo>
                  <a:pt x="189473" y="122146"/>
                  <a:pt x="185779" y="131271"/>
                  <a:pt x="178381" y="138778"/>
                </a:cubicBezTo>
                <a:cubicBezTo>
                  <a:pt x="170984" y="146295"/>
                  <a:pt x="161821" y="150062"/>
                  <a:pt x="150903" y="150062"/>
                </a:cubicBezTo>
                <a:close/>
                <a:moveTo>
                  <a:pt x="151004" y="129689"/>
                </a:moveTo>
                <a:cubicBezTo>
                  <a:pt x="156161" y="129689"/>
                  <a:pt x="160477" y="127915"/>
                  <a:pt x="163952" y="124377"/>
                </a:cubicBezTo>
                <a:cubicBezTo>
                  <a:pt x="167427" y="120838"/>
                  <a:pt x="169173" y="116467"/>
                  <a:pt x="169173" y="111273"/>
                </a:cubicBezTo>
                <a:cubicBezTo>
                  <a:pt x="169173" y="106070"/>
                  <a:pt x="167408" y="101745"/>
                  <a:pt x="163888" y="98289"/>
                </a:cubicBezTo>
                <a:cubicBezTo>
                  <a:pt x="160367" y="94832"/>
                  <a:pt x="156052" y="93104"/>
                  <a:pt x="150940" y="93104"/>
                </a:cubicBezTo>
                <a:cubicBezTo>
                  <a:pt x="145783" y="93104"/>
                  <a:pt x="141439" y="94851"/>
                  <a:pt x="137892" y="98353"/>
                </a:cubicBezTo>
                <a:cubicBezTo>
                  <a:pt x="134353" y="101828"/>
                  <a:pt x="132579" y="106162"/>
                  <a:pt x="132579" y="111337"/>
                </a:cubicBezTo>
                <a:cubicBezTo>
                  <a:pt x="132579" y="116449"/>
                  <a:pt x="134344" y="120792"/>
                  <a:pt x="137864" y="124377"/>
                </a:cubicBezTo>
                <a:cubicBezTo>
                  <a:pt x="141385" y="127943"/>
                  <a:pt x="145765" y="129726"/>
                  <a:pt x="151004" y="129726"/>
                </a:cubicBezTo>
                <a:close/>
                <a:moveTo>
                  <a:pt x="150849" y="206856"/>
                </a:moveTo>
                <a:close/>
                <a:moveTo>
                  <a:pt x="150849" y="11142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2" name="圖示 組織架構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409" y="245013"/>
                </a:moveTo>
                <a:lnTo>
                  <a:pt x="189409" y="226844"/>
                </a:lnTo>
                <a:lnTo>
                  <a:pt x="161593" y="226844"/>
                </a:lnTo>
                <a:cubicBezTo>
                  <a:pt x="155704" y="226844"/>
                  <a:pt x="150666" y="224760"/>
                  <a:pt x="146478" y="220590"/>
                </a:cubicBezTo>
                <a:cubicBezTo>
                  <a:pt x="142281" y="216420"/>
                  <a:pt x="140187" y="211373"/>
                  <a:pt x="140187" y="205447"/>
                </a:cubicBezTo>
                <a:lnTo>
                  <a:pt x="140187" y="96341"/>
                </a:lnTo>
                <a:lnTo>
                  <a:pt x="112682" y="96341"/>
                </a:lnTo>
                <a:lnTo>
                  <a:pt x="112682" y="116083"/>
                </a:lnTo>
                <a:cubicBezTo>
                  <a:pt x="112682" y="121844"/>
                  <a:pt x="110615" y="126800"/>
                  <a:pt x="106464" y="130951"/>
                </a:cubicBezTo>
                <a:cubicBezTo>
                  <a:pt x="102312" y="135093"/>
                  <a:pt x="97356" y="137169"/>
                  <a:pt x="91595" y="137169"/>
                </a:cubicBezTo>
                <a:lnTo>
                  <a:pt x="43562" y="137169"/>
                </a:lnTo>
                <a:cubicBezTo>
                  <a:pt x="37618" y="137169"/>
                  <a:pt x="32562" y="135075"/>
                  <a:pt x="28420" y="130887"/>
                </a:cubicBezTo>
                <a:cubicBezTo>
                  <a:pt x="24241" y="126690"/>
                  <a:pt x="22156" y="121624"/>
                  <a:pt x="22156" y="115672"/>
                </a:cubicBezTo>
                <a:lnTo>
                  <a:pt x="22156" y="57022"/>
                </a:lnTo>
                <a:cubicBezTo>
                  <a:pt x="22156" y="51069"/>
                  <a:pt x="24241" y="45994"/>
                  <a:pt x="28420" y="41806"/>
                </a:cubicBezTo>
                <a:cubicBezTo>
                  <a:pt x="32589" y="37618"/>
                  <a:pt x="37637" y="35515"/>
                  <a:pt x="43562" y="35515"/>
                </a:cubicBezTo>
                <a:lnTo>
                  <a:pt x="91559" y="35515"/>
                </a:lnTo>
                <a:cubicBezTo>
                  <a:pt x="97329" y="35515"/>
                  <a:pt x="102285" y="37591"/>
                  <a:pt x="106427" y="41742"/>
                </a:cubicBezTo>
                <a:cubicBezTo>
                  <a:pt x="110578" y="45894"/>
                  <a:pt x="112654" y="50850"/>
                  <a:pt x="112654" y="56611"/>
                </a:cubicBezTo>
                <a:lnTo>
                  <a:pt x="112654" y="74780"/>
                </a:lnTo>
                <a:lnTo>
                  <a:pt x="189381" y="74780"/>
                </a:lnTo>
                <a:lnTo>
                  <a:pt x="189381" y="56611"/>
                </a:lnTo>
                <a:cubicBezTo>
                  <a:pt x="189381" y="50850"/>
                  <a:pt x="191457" y="45894"/>
                  <a:pt x="195608" y="41742"/>
                </a:cubicBezTo>
                <a:cubicBezTo>
                  <a:pt x="199751" y="37591"/>
                  <a:pt x="204707" y="35515"/>
                  <a:pt x="210477" y="35515"/>
                </a:cubicBezTo>
                <a:lnTo>
                  <a:pt x="258153" y="35515"/>
                </a:lnTo>
                <a:cubicBezTo>
                  <a:pt x="264106" y="35515"/>
                  <a:pt x="269181" y="37618"/>
                  <a:pt x="273369" y="41806"/>
                </a:cubicBezTo>
                <a:cubicBezTo>
                  <a:pt x="277557" y="45994"/>
                  <a:pt x="279651" y="51069"/>
                  <a:pt x="279651" y="57022"/>
                </a:cubicBezTo>
                <a:lnTo>
                  <a:pt x="279651" y="115672"/>
                </a:lnTo>
                <a:cubicBezTo>
                  <a:pt x="279651" y="121624"/>
                  <a:pt x="277557" y="126690"/>
                  <a:pt x="273369" y="130887"/>
                </a:cubicBezTo>
                <a:cubicBezTo>
                  <a:pt x="269181" y="135075"/>
                  <a:pt x="264106" y="137169"/>
                  <a:pt x="258153" y="137169"/>
                </a:cubicBezTo>
                <a:lnTo>
                  <a:pt x="210504" y="137169"/>
                </a:lnTo>
                <a:cubicBezTo>
                  <a:pt x="204743" y="137169"/>
                  <a:pt x="199787" y="135093"/>
                  <a:pt x="195636" y="130951"/>
                </a:cubicBezTo>
                <a:cubicBezTo>
                  <a:pt x="191485" y="126800"/>
                  <a:pt x="189409" y="121844"/>
                  <a:pt x="189409" y="116083"/>
                </a:cubicBezTo>
                <a:lnTo>
                  <a:pt x="189409" y="96341"/>
                </a:lnTo>
                <a:lnTo>
                  <a:pt x="161593" y="96341"/>
                </a:lnTo>
                <a:lnTo>
                  <a:pt x="161593" y="205447"/>
                </a:lnTo>
                <a:lnTo>
                  <a:pt x="189409" y="205447"/>
                </a:lnTo>
                <a:lnTo>
                  <a:pt x="189409" y="185705"/>
                </a:lnTo>
                <a:cubicBezTo>
                  <a:pt x="189409" y="179945"/>
                  <a:pt x="191485" y="174989"/>
                  <a:pt x="195636" y="170837"/>
                </a:cubicBezTo>
                <a:cubicBezTo>
                  <a:pt x="199787" y="166686"/>
                  <a:pt x="204743" y="164610"/>
                  <a:pt x="210504" y="164610"/>
                </a:cubicBezTo>
                <a:lnTo>
                  <a:pt x="258190" y="164610"/>
                </a:lnTo>
                <a:cubicBezTo>
                  <a:pt x="264134" y="164610"/>
                  <a:pt x="269209" y="166704"/>
                  <a:pt x="273396" y="170901"/>
                </a:cubicBezTo>
                <a:cubicBezTo>
                  <a:pt x="277594" y="175089"/>
                  <a:pt x="279688" y="180128"/>
                  <a:pt x="279688" y="186016"/>
                </a:cubicBezTo>
                <a:lnTo>
                  <a:pt x="279688" y="244767"/>
                </a:lnTo>
                <a:cubicBezTo>
                  <a:pt x="279688" y="250692"/>
                  <a:pt x="277594" y="255749"/>
                  <a:pt x="273396" y="259918"/>
                </a:cubicBezTo>
                <a:cubicBezTo>
                  <a:pt x="269209" y="264088"/>
                  <a:pt x="264134" y="266173"/>
                  <a:pt x="258190" y="266173"/>
                </a:cubicBezTo>
                <a:lnTo>
                  <a:pt x="210504" y="266173"/>
                </a:lnTo>
                <a:cubicBezTo>
                  <a:pt x="204743" y="266173"/>
                  <a:pt x="199787" y="264106"/>
                  <a:pt x="195636" y="259982"/>
                </a:cubicBezTo>
                <a:cubicBezTo>
                  <a:pt x="191485" y="255849"/>
                  <a:pt x="189409" y="250884"/>
                  <a:pt x="189409" y="245077"/>
                </a:cubicBezTo>
                <a:close/>
                <a:moveTo>
                  <a:pt x="43562" y="57022"/>
                </a:moveTo>
                <a:lnTo>
                  <a:pt x="43562" y="115672"/>
                </a:lnTo>
                <a:lnTo>
                  <a:pt x="43562" y="57022"/>
                </a:lnTo>
                <a:close/>
                <a:moveTo>
                  <a:pt x="210879" y="185989"/>
                </a:moveTo>
                <a:lnTo>
                  <a:pt x="210879" y="244730"/>
                </a:lnTo>
                <a:lnTo>
                  <a:pt x="210879" y="185989"/>
                </a:lnTo>
                <a:close/>
                <a:moveTo>
                  <a:pt x="210879" y="57022"/>
                </a:moveTo>
                <a:lnTo>
                  <a:pt x="210879" y="115672"/>
                </a:lnTo>
                <a:lnTo>
                  <a:pt x="210879" y="57022"/>
                </a:lnTo>
                <a:close/>
                <a:moveTo>
                  <a:pt x="210879" y="115672"/>
                </a:moveTo>
                <a:lnTo>
                  <a:pt x="258190" y="115672"/>
                </a:lnTo>
                <a:lnTo>
                  <a:pt x="258190" y="57022"/>
                </a:lnTo>
                <a:lnTo>
                  <a:pt x="210879" y="57022"/>
                </a:lnTo>
                <a:lnTo>
                  <a:pt x="210879" y="115672"/>
                </a:lnTo>
                <a:close/>
                <a:moveTo>
                  <a:pt x="210879" y="244703"/>
                </a:moveTo>
                <a:lnTo>
                  <a:pt x="258190" y="244703"/>
                </a:lnTo>
                <a:lnTo>
                  <a:pt x="258190" y="185989"/>
                </a:lnTo>
                <a:lnTo>
                  <a:pt x="210879" y="185989"/>
                </a:lnTo>
                <a:lnTo>
                  <a:pt x="210879" y="244730"/>
                </a:lnTo>
                <a:close/>
                <a:moveTo>
                  <a:pt x="43535" y="115672"/>
                </a:moveTo>
                <a:lnTo>
                  <a:pt x="91248" y="115672"/>
                </a:lnTo>
                <a:lnTo>
                  <a:pt x="91248" y="57022"/>
                </a:lnTo>
                <a:lnTo>
                  <a:pt x="43562" y="57022"/>
                </a:lnTo>
                <a:lnTo>
                  <a:pt x="43562" y="11567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4" name="圖示 員工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805"/>
                </a:moveTo>
                <a:lnTo>
                  <a:pt x="148051" y="224805"/>
                </a:lnTo>
                <a:lnTo>
                  <a:pt x="148051" y="220407"/>
                </a:lnTo>
                <a:cubicBezTo>
                  <a:pt x="148051" y="216631"/>
                  <a:pt x="147109" y="213284"/>
                  <a:pt x="145216" y="210349"/>
                </a:cubicBezTo>
                <a:cubicBezTo>
                  <a:pt x="143332" y="207413"/>
                  <a:pt x="140918" y="205420"/>
                  <a:pt x="137992" y="204378"/>
                </a:cubicBezTo>
                <a:cubicBezTo>
                  <a:pt x="131280" y="202073"/>
                  <a:pt x="126041" y="200546"/>
                  <a:pt x="122274" y="199815"/>
                </a:cubicBezTo>
                <a:cubicBezTo>
                  <a:pt x="118497" y="199083"/>
                  <a:pt x="114830" y="198717"/>
                  <a:pt x="111273" y="198717"/>
                </a:cubicBezTo>
                <a:cubicBezTo>
                  <a:pt x="107287" y="198717"/>
                  <a:pt x="103044" y="199184"/>
                  <a:pt x="98545" y="200135"/>
                </a:cubicBezTo>
                <a:cubicBezTo>
                  <a:pt x="94037" y="201077"/>
                  <a:pt x="88953" y="202485"/>
                  <a:pt x="83293" y="204378"/>
                </a:cubicBezTo>
                <a:cubicBezTo>
                  <a:pt x="80156" y="205420"/>
                  <a:pt x="77642" y="207413"/>
                  <a:pt x="75749" y="210349"/>
                </a:cubicBezTo>
                <a:cubicBezTo>
                  <a:pt x="73865" y="213284"/>
                  <a:pt x="72923" y="216631"/>
                  <a:pt x="72923" y="220407"/>
                </a:cubicBezTo>
                <a:lnTo>
                  <a:pt x="72923" y="224805"/>
                </a:lnTo>
                <a:close/>
                <a:moveTo>
                  <a:pt x="186391" y="203747"/>
                </a:moveTo>
                <a:lnTo>
                  <a:pt x="224110" y="203747"/>
                </a:lnTo>
                <a:cubicBezTo>
                  <a:pt x="226415" y="203747"/>
                  <a:pt x="228307" y="203015"/>
                  <a:pt x="229770" y="201543"/>
                </a:cubicBezTo>
                <a:cubicBezTo>
                  <a:pt x="231243" y="200080"/>
                  <a:pt x="231974" y="198196"/>
                  <a:pt x="231974" y="195892"/>
                </a:cubicBezTo>
                <a:cubicBezTo>
                  <a:pt x="231974" y="193578"/>
                  <a:pt x="231243" y="191695"/>
                  <a:pt x="229770" y="190232"/>
                </a:cubicBezTo>
                <a:cubicBezTo>
                  <a:pt x="228307" y="188760"/>
                  <a:pt x="226415" y="188028"/>
                  <a:pt x="224110" y="188028"/>
                </a:cubicBezTo>
                <a:lnTo>
                  <a:pt x="186391" y="188028"/>
                </a:lnTo>
                <a:cubicBezTo>
                  <a:pt x="184087" y="188028"/>
                  <a:pt x="182203" y="188760"/>
                  <a:pt x="180740" y="190232"/>
                </a:cubicBezTo>
                <a:cubicBezTo>
                  <a:pt x="179268" y="191695"/>
                  <a:pt x="178537" y="193578"/>
                  <a:pt x="178537" y="195892"/>
                </a:cubicBezTo>
                <a:cubicBezTo>
                  <a:pt x="178537" y="198196"/>
                  <a:pt x="179268" y="200080"/>
                  <a:pt x="180740" y="201543"/>
                </a:cubicBezTo>
                <a:cubicBezTo>
                  <a:pt x="182203" y="203015"/>
                  <a:pt x="184087" y="203747"/>
                  <a:pt x="186391" y="203747"/>
                </a:cubicBezTo>
                <a:close/>
                <a:moveTo>
                  <a:pt x="123371" y="183154"/>
                </a:moveTo>
                <a:cubicBezTo>
                  <a:pt x="126617" y="179908"/>
                  <a:pt x="128245" y="175876"/>
                  <a:pt x="128245" y="171057"/>
                </a:cubicBezTo>
                <a:cubicBezTo>
                  <a:pt x="128245" y="166238"/>
                  <a:pt x="126617" y="162205"/>
                  <a:pt x="123371" y="158950"/>
                </a:cubicBezTo>
                <a:cubicBezTo>
                  <a:pt x="120125" y="155704"/>
                  <a:pt x="116092" y="154086"/>
                  <a:pt x="111273" y="154086"/>
                </a:cubicBezTo>
                <a:cubicBezTo>
                  <a:pt x="106454" y="154086"/>
                  <a:pt x="102422" y="155704"/>
                  <a:pt x="99167" y="158950"/>
                </a:cubicBezTo>
                <a:cubicBezTo>
                  <a:pt x="95921" y="162205"/>
                  <a:pt x="94302" y="166238"/>
                  <a:pt x="94302" y="171057"/>
                </a:cubicBezTo>
                <a:cubicBezTo>
                  <a:pt x="94302" y="175876"/>
                  <a:pt x="95921" y="179908"/>
                  <a:pt x="99167" y="183154"/>
                </a:cubicBezTo>
                <a:cubicBezTo>
                  <a:pt x="102422" y="186410"/>
                  <a:pt x="106454" y="188028"/>
                  <a:pt x="111273" y="188028"/>
                </a:cubicBezTo>
                <a:cubicBezTo>
                  <a:pt x="116092" y="188028"/>
                  <a:pt x="120125" y="186410"/>
                  <a:pt x="123371" y="183154"/>
                </a:cubicBezTo>
                <a:close/>
                <a:moveTo>
                  <a:pt x="186391" y="168231"/>
                </a:moveTo>
                <a:lnTo>
                  <a:pt x="224110" y="168231"/>
                </a:lnTo>
                <a:cubicBezTo>
                  <a:pt x="226415" y="168231"/>
                  <a:pt x="228307" y="167491"/>
                  <a:pt x="229770" y="166028"/>
                </a:cubicBezTo>
                <a:cubicBezTo>
                  <a:pt x="231243" y="164555"/>
                  <a:pt x="231974" y="162672"/>
                  <a:pt x="231974" y="160367"/>
                </a:cubicBezTo>
                <a:cubicBezTo>
                  <a:pt x="231974" y="158063"/>
                  <a:pt x="231243" y="156180"/>
                  <a:pt x="229770" y="154707"/>
                </a:cubicBezTo>
                <a:cubicBezTo>
                  <a:pt x="228307" y="153244"/>
                  <a:pt x="226415" y="152513"/>
                  <a:pt x="224110" y="152513"/>
                </a:cubicBezTo>
                <a:lnTo>
                  <a:pt x="186391" y="152513"/>
                </a:lnTo>
                <a:cubicBezTo>
                  <a:pt x="184087" y="152513"/>
                  <a:pt x="182203" y="153244"/>
                  <a:pt x="180740" y="154707"/>
                </a:cubicBezTo>
                <a:cubicBezTo>
                  <a:pt x="179268" y="156180"/>
                  <a:pt x="178537" y="158063"/>
                  <a:pt x="178537" y="160367"/>
                </a:cubicBezTo>
                <a:cubicBezTo>
                  <a:pt x="178537" y="162672"/>
                  <a:pt x="179268" y="164555"/>
                  <a:pt x="180740" y="166028"/>
                </a:cubicBezTo>
                <a:cubicBezTo>
                  <a:pt x="182203" y="167491"/>
                  <a:pt x="184087" y="168231"/>
                  <a:pt x="186391" y="168231"/>
                </a:cubicBezTo>
                <a:close/>
                <a:moveTo>
                  <a:pt x="44696" y="278490"/>
                </a:moveTo>
                <a:cubicBezTo>
                  <a:pt x="38917" y="278490"/>
                  <a:pt x="33897" y="276368"/>
                  <a:pt x="29645" y="272107"/>
                </a:cubicBezTo>
                <a:cubicBezTo>
                  <a:pt x="25384" y="267855"/>
                  <a:pt x="23262" y="262835"/>
                  <a:pt x="23262" y="257056"/>
                </a:cubicBezTo>
                <a:lnTo>
                  <a:pt x="23262" y="107533"/>
                </a:lnTo>
                <a:cubicBezTo>
                  <a:pt x="23262" y="101727"/>
                  <a:pt x="25384" y="96698"/>
                  <a:pt x="29645" y="92446"/>
                </a:cubicBezTo>
                <a:cubicBezTo>
                  <a:pt x="33897" y="88185"/>
                  <a:pt x="38917" y="86063"/>
                  <a:pt x="44696" y="86063"/>
                </a:cubicBezTo>
                <a:lnTo>
                  <a:pt x="120728" y="86063"/>
                </a:lnTo>
                <a:lnTo>
                  <a:pt x="120728" y="43407"/>
                </a:lnTo>
                <a:cubicBezTo>
                  <a:pt x="120728" y="37874"/>
                  <a:pt x="122703" y="33120"/>
                  <a:pt x="126644" y="29142"/>
                </a:cubicBezTo>
                <a:cubicBezTo>
                  <a:pt x="130585" y="25155"/>
                  <a:pt x="135359" y="23162"/>
                  <a:pt x="140973" y="23162"/>
                </a:cubicBezTo>
                <a:lnTo>
                  <a:pt x="160934" y="23162"/>
                </a:lnTo>
                <a:cubicBezTo>
                  <a:pt x="166467" y="23162"/>
                  <a:pt x="171221" y="25155"/>
                  <a:pt x="175208" y="29142"/>
                </a:cubicBezTo>
                <a:cubicBezTo>
                  <a:pt x="179186" y="33120"/>
                  <a:pt x="181179" y="37874"/>
                  <a:pt x="181179" y="43407"/>
                </a:cubicBezTo>
                <a:lnTo>
                  <a:pt x="181179" y="86063"/>
                </a:lnTo>
                <a:lnTo>
                  <a:pt x="257120" y="86063"/>
                </a:lnTo>
                <a:cubicBezTo>
                  <a:pt x="262927" y="86063"/>
                  <a:pt x="267956" y="88185"/>
                  <a:pt x="272208" y="92446"/>
                </a:cubicBezTo>
                <a:cubicBezTo>
                  <a:pt x="276460" y="96698"/>
                  <a:pt x="278590" y="101727"/>
                  <a:pt x="278590" y="107533"/>
                </a:cubicBezTo>
                <a:lnTo>
                  <a:pt x="278590" y="257056"/>
                </a:lnTo>
                <a:cubicBezTo>
                  <a:pt x="278590" y="262835"/>
                  <a:pt x="276460" y="267855"/>
                  <a:pt x="272208" y="272107"/>
                </a:cubicBezTo>
                <a:cubicBezTo>
                  <a:pt x="267956" y="276368"/>
                  <a:pt x="262927" y="278490"/>
                  <a:pt x="257120" y="278490"/>
                </a:cubicBezTo>
                <a:lnTo>
                  <a:pt x="44732" y="278490"/>
                </a:lnTo>
                <a:close/>
                <a:moveTo>
                  <a:pt x="44696" y="257084"/>
                </a:moveTo>
                <a:lnTo>
                  <a:pt x="257084" y="257084"/>
                </a:lnTo>
                <a:lnTo>
                  <a:pt x="257084" y="107561"/>
                </a:lnTo>
                <a:lnTo>
                  <a:pt x="180960" y="107561"/>
                </a:lnTo>
                <a:lnTo>
                  <a:pt x="180960" y="116988"/>
                </a:lnTo>
                <a:cubicBezTo>
                  <a:pt x="180749" y="122969"/>
                  <a:pt x="178619" y="127595"/>
                  <a:pt x="174577" y="130887"/>
                </a:cubicBezTo>
                <a:cubicBezTo>
                  <a:pt x="170536" y="134197"/>
                  <a:pt x="165964" y="135852"/>
                  <a:pt x="160870" y="135852"/>
                </a:cubicBezTo>
                <a:lnTo>
                  <a:pt x="140882" y="135852"/>
                </a:lnTo>
                <a:cubicBezTo>
                  <a:pt x="135743" y="135852"/>
                  <a:pt x="131143" y="134188"/>
                  <a:pt x="127083" y="130851"/>
                </a:cubicBezTo>
                <a:cubicBezTo>
                  <a:pt x="123014" y="127522"/>
                  <a:pt x="120911" y="122905"/>
                  <a:pt x="120765" y="116988"/>
                </a:cubicBezTo>
                <a:lnTo>
                  <a:pt x="120765" y="107561"/>
                </a:lnTo>
                <a:lnTo>
                  <a:pt x="44696" y="107561"/>
                </a:lnTo>
                <a:lnTo>
                  <a:pt x="44696" y="257084"/>
                </a:lnTo>
                <a:close/>
                <a:moveTo>
                  <a:pt x="141604" y="114949"/>
                </a:moveTo>
                <a:lnTo>
                  <a:pt x="160239" y="114949"/>
                </a:lnTo>
                <a:lnTo>
                  <a:pt x="160239" y="44065"/>
                </a:lnTo>
                <a:lnTo>
                  <a:pt x="141604" y="44065"/>
                </a:lnTo>
                <a:lnTo>
                  <a:pt x="141604" y="114949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6" name="圖示 合作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175" y="257751"/>
                </a:moveTo>
                <a:cubicBezTo>
                  <a:pt x="150208" y="257751"/>
                  <a:pt x="151397" y="257495"/>
                  <a:pt x="152760" y="256992"/>
                </a:cubicBezTo>
                <a:cubicBezTo>
                  <a:pt x="154122" y="256489"/>
                  <a:pt x="155247" y="255794"/>
                  <a:pt x="156125" y="254916"/>
                </a:cubicBezTo>
                <a:lnTo>
                  <a:pt x="261774" y="148992"/>
                </a:lnTo>
                <a:cubicBezTo>
                  <a:pt x="264600" y="146158"/>
                  <a:pt x="266749" y="142921"/>
                  <a:pt x="268212" y="139281"/>
                </a:cubicBezTo>
                <a:cubicBezTo>
                  <a:pt x="269684" y="135633"/>
                  <a:pt x="270416" y="131884"/>
                  <a:pt x="270416" y="128025"/>
                </a:cubicBezTo>
                <a:cubicBezTo>
                  <a:pt x="270416" y="124212"/>
                  <a:pt x="269684" y="120408"/>
                  <a:pt x="268212" y="116613"/>
                </a:cubicBezTo>
                <a:cubicBezTo>
                  <a:pt x="266749" y="112846"/>
                  <a:pt x="264600" y="109518"/>
                  <a:pt x="261774" y="106646"/>
                </a:cubicBezTo>
                <a:lnTo>
                  <a:pt x="207294" y="52176"/>
                </a:lnTo>
                <a:cubicBezTo>
                  <a:pt x="204533" y="49451"/>
                  <a:pt x="201323" y="47412"/>
                  <a:pt x="197675" y="46049"/>
                </a:cubicBezTo>
                <a:cubicBezTo>
                  <a:pt x="194036" y="44687"/>
                  <a:pt x="190387" y="44010"/>
                  <a:pt x="186739" y="44010"/>
                </a:cubicBezTo>
                <a:cubicBezTo>
                  <a:pt x="183090" y="44010"/>
                  <a:pt x="179515" y="44678"/>
                  <a:pt x="175995" y="46022"/>
                </a:cubicBezTo>
                <a:cubicBezTo>
                  <a:pt x="172474" y="47357"/>
                  <a:pt x="169365" y="49341"/>
                  <a:pt x="166686" y="51956"/>
                </a:cubicBezTo>
                <a:lnTo>
                  <a:pt x="161565" y="57177"/>
                </a:lnTo>
                <a:lnTo>
                  <a:pt x="186583" y="82415"/>
                </a:lnTo>
                <a:cubicBezTo>
                  <a:pt x="189455" y="85560"/>
                  <a:pt x="191997" y="89172"/>
                  <a:pt x="194219" y="93260"/>
                </a:cubicBezTo>
                <a:cubicBezTo>
                  <a:pt x="196441" y="97365"/>
                  <a:pt x="197556" y="101873"/>
                  <a:pt x="197556" y="106774"/>
                </a:cubicBezTo>
                <a:cubicBezTo>
                  <a:pt x="197556" y="115141"/>
                  <a:pt x="194283" y="122539"/>
                  <a:pt x="187745" y="128967"/>
                </a:cubicBezTo>
                <a:cubicBezTo>
                  <a:pt x="181207" y="135404"/>
                  <a:pt x="173727" y="138614"/>
                  <a:pt x="165305" y="138614"/>
                </a:cubicBezTo>
                <a:cubicBezTo>
                  <a:pt x="159773" y="138614"/>
                  <a:pt x="155183" y="137782"/>
                  <a:pt x="151534" y="136099"/>
                </a:cubicBezTo>
                <a:cubicBezTo>
                  <a:pt x="147886" y="134426"/>
                  <a:pt x="144493" y="132030"/>
                  <a:pt x="141348" y="128903"/>
                </a:cubicBezTo>
                <a:lnTo>
                  <a:pt x="118561" y="106116"/>
                </a:lnTo>
                <a:lnTo>
                  <a:pt x="63020" y="161657"/>
                </a:lnTo>
                <a:cubicBezTo>
                  <a:pt x="61978" y="162663"/>
                  <a:pt x="61237" y="163751"/>
                  <a:pt x="60826" y="164930"/>
                </a:cubicBezTo>
                <a:cubicBezTo>
                  <a:pt x="60405" y="166101"/>
                  <a:pt x="60195" y="167317"/>
                  <a:pt x="60195" y="168570"/>
                </a:cubicBezTo>
                <a:cubicBezTo>
                  <a:pt x="60195" y="171295"/>
                  <a:pt x="61073" y="173535"/>
                  <a:pt x="62838" y="175300"/>
                </a:cubicBezTo>
                <a:cubicBezTo>
                  <a:pt x="64593" y="177055"/>
                  <a:pt x="66833" y="177942"/>
                  <a:pt x="69558" y="177942"/>
                </a:cubicBezTo>
                <a:cubicBezTo>
                  <a:pt x="70820" y="177942"/>
                  <a:pt x="72036" y="177622"/>
                  <a:pt x="73207" y="177000"/>
                </a:cubicBezTo>
                <a:cubicBezTo>
                  <a:pt x="74377" y="176369"/>
                  <a:pt x="75392" y="175638"/>
                  <a:pt x="76252" y="174797"/>
                </a:cubicBezTo>
                <a:lnTo>
                  <a:pt x="112243" y="138806"/>
                </a:lnTo>
                <a:cubicBezTo>
                  <a:pt x="114154" y="136895"/>
                  <a:pt x="116367" y="135944"/>
                  <a:pt x="118881" y="135944"/>
                </a:cubicBezTo>
                <a:cubicBezTo>
                  <a:pt x="121396" y="135944"/>
                  <a:pt x="123590" y="136895"/>
                  <a:pt x="125483" y="138806"/>
                </a:cubicBezTo>
                <a:cubicBezTo>
                  <a:pt x="127367" y="140717"/>
                  <a:pt x="128309" y="142912"/>
                  <a:pt x="128309" y="145408"/>
                </a:cubicBezTo>
                <a:cubicBezTo>
                  <a:pt x="128309" y="147904"/>
                  <a:pt x="127367" y="150090"/>
                  <a:pt x="125483" y="151973"/>
                </a:cubicBezTo>
                <a:lnTo>
                  <a:pt x="89739" y="187653"/>
                </a:lnTo>
                <a:cubicBezTo>
                  <a:pt x="88688" y="188696"/>
                  <a:pt x="87956" y="189875"/>
                  <a:pt x="87536" y="191174"/>
                </a:cubicBezTo>
                <a:cubicBezTo>
                  <a:pt x="87124" y="192472"/>
                  <a:pt x="86914" y="193743"/>
                  <a:pt x="86914" y="194978"/>
                </a:cubicBezTo>
                <a:cubicBezTo>
                  <a:pt x="86914" y="197510"/>
                  <a:pt x="87837" y="199705"/>
                  <a:pt x="89675" y="201543"/>
                </a:cubicBezTo>
                <a:cubicBezTo>
                  <a:pt x="91504" y="203390"/>
                  <a:pt x="93671" y="204314"/>
                  <a:pt x="96186" y="204314"/>
                </a:cubicBezTo>
                <a:cubicBezTo>
                  <a:pt x="97438" y="204314"/>
                  <a:pt x="98664" y="204048"/>
                  <a:pt x="99862" y="203527"/>
                </a:cubicBezTo>
                <a:cubicBezTo>
                  <a:pt x="101059" y="203006"/>
                  <a:pt x="102093" y="202320"/>
                  <a:pt x="102971" y="201479"/>
                </a:cubicBezTo>
                <a:lnTo>
                  <a:pt x="138806" y="165589"/>
                </a:lnTo>
                <a:cubicBezTo>
                  <a:pt x="140717" y="163678"/>
                  <a:pt x="142921" y="162736"/>
                  <a:pt x="145435" y="162754"/>
                </a:cubicBezTo>
                <a:cubicBezTo>
                  <a:pt x="147950" y="162781"/>
                  <a:pt x="150154" y="163714"/>
                  <a:pt x="152037" y="165552"/>
                </a:cubicBezTo>
                <a:cubicBezTo>
                  <a:pt x="153921" y="167445"/>
                  <a:pt x="154872" y="169639"/>
                  <a:pt x="154872" y="172154"/>
                </a:cubicBezTo>
                <a:cubicBezTo>
                  <a:pt x="154872" y="174669"/>
                  <a:pt x="153921" y="176872"/>
                  <a:pt x="152037" y="178756"/>
                </a:cubicBezTo>
                <a:lnTo>
                  <a:pt x="116239" y="214436"/>
                </a:lnTo>
                <a:cubicBezTo>
                  <a:pt x="115443" y="215268"/>
                  <a:pt x="114766" y="216374"/>
                  <a:pt x="114227" y="217737"/>
                </a:cubicBezTo>
                <a:cubicBezTo>
                  <a:pt x="113678" y="219099"/>
                  <a:pt x="113413" y="220407"/>
                  <a:pt x="113413" y="221660"/>
                </a:cubicBezTo>
                <a:cubicBezTo>
                  <a:pt x="113413" y="224174"/>
                  <a:pt x="114355" y="226378"/>
                  <a:pt x="116239" y="228262"/>
                </a:cubicBezTo>
                <a:cubicBezTo>
                  <a:pt x="118122" y="230145"/>
                  <a:pt x="120326" y="231096"/>
                  <a:pt x="122840" y="231096"/>
                </a:cubicBezTo>
                <a:cubicBezTo>
                  <a:pt x="124093" y="231096"/>
                  <a:pt x="125255" y="230868"/>
                  <a:pt x="126324" y="230429"/>
                </a:cubicBezTo>
                <a:cubicBezTo>
                  <a:pt x="127394" y="229990"/>
                  <a:pt x="128437" y="229268"/>
                  <a:pt x="129442" y="228262"/>
                </a:cubicBezTo>
                <a:lnTo>
                  <a:pt x="165461" y="192179"/>
                </a:lnTo>
                <a:cubicBezTo>
                  <a:pt x="167326" y="190296"/>
                  <a:pt x="169530" y="189363"/>
                  <a:pt x="172063" y="189381"/>
                </a:cubicBezTo>
                <a:cubicBezTo>
                  <a:pt x="174577" y="189400"/>
                  <a:pt x="176781" y="190332"/>
                  <a:pt x="178665" y="192179"/>
                </a:cubicBezTo>
                <a:cubicBezTo>
                  <a:pt x="180548" y="194109"/>
                  <a:pt x="181490" y="196313"/>
                  <a:pt x="181490" y="198809"/>
                </a:cubicBezTo>
                <a:cubicBezTo>
                  <a:pt x="181490" y="201305"/>
                  <a:pt x="180548" y="203491"/>
                  <a:pt x="178665" y="205383"/>
                </a:cubicBezTo>
                <a:lnTo>
                  <a:pt x="142637" y="241402"/>
                </a:lnTo>
                <a:cubicBezTo>
                  <a:pt x="141631" y="242453"/>
                  <a:pt x="140909" y="243624"/>
                  <a:pt x="140470" y="244922"/>
                </a:cubicBezTo>
                <a:cubicBezTo>
                  <a:pt x="140031" y="246220"/>
                  <a:pt x="139812" y="247382"/>
                  <a:pt x="139812" y="248415"/>
                </a:cubicBezTo>
                <a:cubicBezTo>
                  <a:pt x="139812" y="251369"/>
                  <a:pt x="140653" y="253664"/>
                  <a:pt x="142326" y="255291"/>
                </a:cubicBezTo>
                <a:cubicBezTo>
                  <a:pt x="144000" y="256928"/>
                  <a:pt x="146286" y="257751"/>
                  <a:pt x="149175" y="257751"/>
                </a:cubicBezTo>
                <a:close/>
                <a:moveTo>
                  <a:pt x="149239" y="278334"/>
                </a:moveTo>
                <a:cubicBezTo>
                  <a:pt x="142079" y="278334"/>
                  <a:pt x="135651" y="275756"/>
                  <a:pt x="129973" y="270598"/>
                </a:cubicBezTo>
                <a:cubicBezTo>
                  <a:pt x="124294" y="265450"/>
                  <a:pt x="120838" y="259022"/>
                  <a:pt x="119604" y="251332"/>
                </a:cubicBezTo>
                <a:cubicBezTo>
                  <a:pt x="112581" y="250244"/>
                  <a:pt x="106646" y="247263"/>
                  <a:pt x="101809" y="242380"/>
                </a:cubicBezTo>
                <a:cubicBezTo>
                  <a:pt x="96972" y="237515"/>
                  <a:pt x="93991" y="231599"/>
                  <a:pt x="92885" y="224613"/>
                </a:cubicBezTo>
                <a:cubicBezTo>
                  <a:pt x="85972" y="223461"/>
                  <a:pt x="80129" y="220434"/>
                  <a:pt x="75374" y="215533"/>
                </a:cubicBezTo>
                <a:cubicBezTo>
                  <a:pt x="70637" y="210632"/>
                  <a:pt x="67693" y="204789"/>
                  <a:pt x="66541" y="198022"/>
                </a:cubicBezTo>
                <a:cubicBezTo>
                  <a:pt x="58750" y="196770"/>
                  <a:pt x="52295" y="193386"/>
                  <a:pt x="47183" y="187873"/>
                </a:cubicBezTo>
                <a:cubicBezTo>
                  <a:pt x="42072" y="182359"/>
                  <a:pt x="39511" y="175812"/>
                  <a:pt x="39511" y="168231"/>
                </a:cubicBezTo>
                <a:cubicBezTo>
                  <a:pt x="39511" y="164473"/>
                  <a:pt x="40234" y="160715"/>
                  <a:pt x="41678" y="156938"/>
                </a:cubicBezTo>
                <a:cubicBezTo>
                  <a:pt x="43123" y="153189"/>
                  <a:pt x="45272" y="149870"/>
                  <a:pt x="48125" y="146981"/>
                </a:cubicBezTo>
                <a:lnTo>
                  <a:pt x="103538" y="91559"/>
                </a:lnTo>
                <a:cubicBezTo>
                  <a:pt x="107643" y="87517"/>
                  <a:pt x="112663" y="85496"/>
                  <a:pt x="118598" y="85496"/>
                </a:cubicBezTo>
                <a:cubicBezTo>
                  <a:pt x="124523" y="85496"/>
                  <a:pt x="129543" y="87526"/>
                  <a:pt x="133649" y="91595"/>
                </a:cubicBezTo>
                <a:lnTo>
                  <a:pt x="154268" y="112215"/>
                </a:lnTo>
                <a:cubicBezTo>
                  <a:pt x="155951" y="113889"/>
                  <a:pt x="157789" y="115214"/>
                  <a:pt x="159801" y="116175"/>
                </a:cubicBezTo>
                <a:cubicBezTo>
                  <a:pt x="161812" y="117135"/>
                  <a:pt x="163796" y="117619"/>
                  <a:pt x="165744" y="117619"/>
                </a:cubicBezTo>
                <a:cubicBezTo>
                  <a:pt x="168423" y="117619"/>
                  <a:pt x="170965" y="116431"/>
                  <a:pt x="173352" y="114035"/>
                </a:cubicBezTo>
                <a:cubicBezTo>
                  <a:pt x="175739" y="111648"/>
                  <a:pt x="176936" y="109088"/>
                  <a:pt x="176936" y="106372"/>
                </a:cubicBezTo>
                <a:cubicBezTo>
                  <a:pt x="176936" y="105110"/>
                  <a:pt x="176543" y="103675"/>
                  <a:pt x="175775" y="102065"/>
                </a:cubicBezTo>
                <a:cubicBezTo>
                  <a:pt x="174998" y="100447"/>
                  <a:pt x="173791" y="98792"/>
                  <a:pt x="172154" y="97091"/>
                </a:cubicBezTo>
                <a:lnTo>
                  <a:pt x="126992" y="52020"/>
                </a:lnTo>
                <a:cubicBezTo>
                  <a:pt x="124304" y="49359"/>
                  <a:pt x="121121" y="47357"/>
                  <a:pt x="117436" y="46022"/>
                </a:cubicBezTo>
                <a:cubicBezTo>
                  <a:pt x="113742" y="44678"/>
                  <a:pt x="110021" y="44010"/>
                  <a:pt x="106272" y="44010"/>
                </a:cubicBezTo>
                <a:cubicBezTo>
                  <a:pt x="102477" y="44010"/>
                  <a:pt x="98837" y="44678"/>
                  <a:pt x="95335" y="46022"/>
                </a:cubicBezTo>
                <a:cubicBezTo>
                  <a:pt x="91833" y="47357"/>
                  <a:pt x="88779" y="49359"/>
                  <a:pt x="86155" y="52020"/>
                </a:cubicBezTo>
                <a:lnTo>
                  <a:pt x="39164" y="98883"/>
                </a:lnTo>
                <a:cubicBezTo>
                  <a:pt x="35223" y="102888"/>
                  <a:pt x="32809" y="107762"/>
                  <a:pt x="31903" y="113504"/>
                </a:cubicBezTo>
                <a:cubicBezTo>
                  <a:pt x="31007" y="119247"/>
                  <a:pt x="31666" y="124715"/>
                  <a:pt x="33888" y="129909"/>
                </a:cubicBezTo>
                <a:cubicBezTo>
                  <a:pt x="34784" y="132469"/>
                  <a:pt x="34619" y="135002"/>
                  <a:pt x="33385" y="137517"/>
                </a:cubicBezTo>
                <a:cubicBezTo>
                  <a:pt x="32169" y="140031"/>
                  <a:pt x="30257" y="141778"/>
                  <a:pt x="27661" y="142765"/>
                </a:cubicBezTo>
                <a:cubicBezTo>
                  <a:pt x="25082" y="143771"/>
                  <a:pt x="22476" y="143625"/>
                  <a:pt x="19833" y="142326"/>
                </a:cubicBezTo>
                <a:cubicBezTo>
                  <a:pt x="17191" y="141028"/>
                  <a:pt x="15389" y="139080"/>
                  <a:pt x="14429" y="136483"/>
                </a:cubicBezTo>
                <a:cubicBezTo>
                  <a:pt x="11092" y="127193"/>
                  <a:pt x="10186" y="117967"/>
                  <a:pt x="11695" y="108786"/>
                </a:cubicBezTo>
                <a:cubicBezTo>
                  <a:pt x="13204" y="99606"/>
                  <a:pt x="17547" y="91431"/>
                  <a:pt x="24735" y="84244"/>
                </a:cubicBezTo>
                <a:lnTo>
                  <a:pt x="71387" y="37527"/>
                </a:lnTo>
                <a:cubicBezTo>
                  <a:pt x="76096" y="32818"/>
                  <a:pt x="81564" y="29334"/>
                  <a:pt x="87792" y="27094"/>
                </a:cubicBezTo>
                <a:cubicBezTo>
                  <a:pt x="94019" y="24853"/>
                  <a:pt x="100291" y="23729"/>
                  <a:pt x="106619" y="23729"/>
                </a:cubicBezTo>
                <a:cubicBezTo>
                  <a:pt x="113093" y="23729"/>
                  <a:pt x="119357" y="24853"/>
                  <a:pt x="125419" y="27094"/>
                </a:cubicBezTo>
                <a:cubicBezTo>
                  <a:pt x="131454" y="29334"/>
                  <a:pt x="136813" y="32763"/>
                  <a:pt x="141513" y="37372"/>
                </a:cubicBezTo>
                <a:lnTo>
                  <a:pt x="146725" y="42501"/>
                </a:lnTo>
                <a:lnTo>
                  <a:pt x="151854" y="37372"/>
                </a:lnTo>
                <a:cubicBezTo>
                  <a:pt x="156500" y="32809"/>
                  <a:pt x="161940" y="29389"/>
                  <a:pt x="168167" y="27130"/>
                </a:cubicBezTo>
                <a:cubicBezTo>
                  <a:pt x="174367" y="24844"/>
                  <a:pt x="180667" y="23701"/>
                  <a:pt x="187059" y="23701"/>
                </a:cubicBezTo>
                <a:cubicBezTo>
                  <a:pt x="193423" y="23701"/>
                  <a:pt x="199659" y="24863"/>
                  <a:pt x="205758" y="27185"/>
                </a:cubicBezTo>
                <a:cubicBezTo>
                  <a:pt x="211857" y="29517"/>
                  <a:pt x="217252" y="33037"/>
                  <a:pt x="221943" y="37746"/>
                </a:cubicBezTo>
                <a:lnTo>
                  <a:pt x="276633" y="92345"/>
                </a:lnTo>
                <a:cubicBezTo>
                  <a:pt x="281397" y="97082"/>
                  <a:pt x="284964" y="102605"/>
                  <a:pt x="287359" y="108914"/>
                </a:cubicBezTo>
                <a:cubicBezTo>
                  <a:pt x="289746" y="115224"/>
                  <a:pt x="290944" y="121579"/>
                  <a:pt x="290944" y="127998"/>
                </a:cubicBezTo>
                <a:cubicBezTo>
                  <a:pt x="290944" y="134408"/>
                  <a:pt x="289709" y="140744"/>
                  <a:pt x="287259" y="147008"/>
                </a:cubicBezTo>
                <a:cubicBezTo>
                  <a:pt x="284808" y="153272"/>
                  <a:pt x="281205" y="158804"/>
                  <a:pt x="276451" y="163604"/>
                </a:cubicBezTo>
                <a:lnTo>
                  <a:pt x="170554" y="269410"/>
                </a:lnTo>
                <a:cubicBezTo>
                  <a:pt x="167683" y="272281"/>
                  <a:pt x="164409" y="274494"/>
                  <a:pt x="160742" y="276039"/>
                </a:cubicBezTo>
                <a:cubicBezTo>
                  <a:pt x="157103" y="277594"/>
                  <a:pt x="153263" y="278371"/>
                  <a:pt x="149239" y="278371"/>
                </a:cubicBezTo>
                <a:close/>
                <a:moveTo>
                  <a:pt x="116705" y="10362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18" name="圖示 工程師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412" y="255136"/>
                </a:moveTo>
                <a:lnTo>
                  <a:pt x="11412" y="234955"/>
                </a:lnTo>
                <a:cubicBezTo>
                  <a:pt x="11412" y="227201"/>
                  <a:pt x="13250" y="220855"/>
                  <a:pt x="16944" y="215908"/>
                </a:cubicBezTo>
                <a:cubicBezTo>
                  <a:pt x="20629" y="210961"/>
                  <a:pt x="25530" y="207029"/>
                  <a:pt x="31657" y="204094"/>
                </a:cubicBezTo>
                <a:cubicBezTo>
                  <a:pt x="42968" y="198644"/>
                  <a:pt x="55202" y="194118"/>
                  <a:pt x="68370" y="190515"/>
                </a:cubicBezTo>
                <a:cubicBezTo>
                  <a:pt x="81528" y="186913"/>
                  <a:pt x="96286" y="185102"/>
                  <a:pt x="112654" y="185102"/>
                </a:cubicBezTo>
                <a:cubicBezTo>
                  <a:pt x="129022" y="185102"/>
                  <a:pt x="143771" y="186885"/>
                  <a:pt x="156911" y="190451"/>
                </a:cubicBezTo>
                <a:cubicBezTo>
                  <a:pt x="170051" y="194008"/>
                  <a:pt x="182295" y="198516"/>
                  <a:pt x="193652" y="203966"/>
                </a:cubicBezTo>
                <a:cubicBezTo>
                  <a:pt x="199732" y="206938"/>
                  <a:pt x="204606" y="210925"/>
                  <a:pt x="208273" y="215908"/>
                </a:cubicBezTo>
                <a:cubicBezTo>
                  <a:pt x="211958" y="220901"/>
                  <a:pt x="213805" y="227256"/>
                  <a:pt x="213805" y="234992"/>
                </a:cubicBezTo>
                <a:lnTo>
                  <a:pt x="213805" y="255172"/>
                </a:lnTo>
                <a:cubicBezTo>
                  <a:pt x="213805" y="258245"/>
                  <a:pt x="212790" y="260805"/>
                  <a:pt x="210751" y="262835"/>
                </a:cubicBezTo>
                <a:cubicBezTo>
                  <a:pt x="208721" y="264874"/>
                  <a:pt x="206170" y="265889"/>
                  <a:pt x="203088" y="265889"/>
                </a:cubicBezTo>
                <a:lnTo>
                  <a:pt x="22101" y="265889"/>
                </a:lnTo>
                <a:cubicBezTo>
                  <a:pt x="19020" y="265889"/>
                  <a:pt x="16459" y="264874"/>
                  <a:pt x="14429" y="262835"/>
                </a:cubicBezTo>
                <a:cubicBezTo>
                  <a:pt x="12399" y="260805"/>
                  <a:pt x="11375" y="258245"/>
                  <a:pt x="11375" y="255172"/>
                </a:cubicBezTo>
                <a:close/>
                <a:moveTo>
                  <a:pt x="32909" y="244355"/>
                </a:moveTo>
                <a:lnTo>
                  <a:pt x="192426" y="244355"/>
                </a:lnTo>
                <a:lnTo>
                  <a:pt x="192426" y="235211"/>
                </a:lnTo>
                <a:cubicBezTo>
                  <a:pt x="192426" y="232066"/>
                  <a:pt x="191539" y="229542"/>
                  <a:pt x="189756" y="227631"/>
                </a:cubicBezTo>
                <a:cubicBezTo>
                  <a:pt x="187973" y="225729"/>
                  <a:pt x="185834" y="224247"/>
                  <a:pt x="183319" y="223205"/>
                </a:cubicBezTo>
                <a:cubicBezTo>
                  <a:pt x="174303" y="219218"/>
                  <a:pt x="164299" y="215451"/>
                  <a:pt x="153299" y="211885"/>
                </a:cubicBezTo>
                <a:cubicBezTo>
                  <a:pt x="142299" y="208328"/>
                  <a:pt x="128757" y="206545"/>
                  <a:pt x="112682" y="206545"/>
                </a:cubicBezTo>
                <a:cubicBezTo>
                  <a:pt x="96616" y="206545"/>
                  <a:pt x="83073" y="208337"/>
                  <a:pt x="72073" y="211921"/>
                </a:cubicBezTo>
                <a:cubicBezTo>
                  <a:pt x="61073" y="215506"/>
                  <a:pt x="51069" y="219273"/>
                  <a:pt x="42053" y="223232"/>
                </a:cubicBezTo>
                <a:cubicBezTo>
                  <a:pt x="39502" y="224284"/>
                  <a:pt x="37344" y="225756"/>
                  <a:pt x="35579" y="227667"/>
                </a:cubicBezTo>
                <a:cubicBezTo>
                  <a:pt x="33824" y="229569"/>
                  <a:pt x="32946" y="232102"/>
                  <a:pt x="32946" y="235239"/>
                </a:cubicBezTo>
                <a:lnTo>
                  <a:pt x="32946" y="244392"/>
                </a:lnTo>
                <a:close/>
                <a:moveTo>
                  <a:pt x="77358" y="152193"/>
                </a:moveTo>
                <a:cubicBezTo>
                  <a:pt x="68178" y="142848"/>
                  <a:pt x="63587" y="131308"/>
                  <a:pt x="63587" y="117555"/>
                </a:cubicBezTo>
                <a:lnTo>
                  <a:pt x="60442" y="117555"/>
                </a:lnTo>
                <a:cubicBezTo>
                  <a:pt x="58604" y="117555"/>
                  <a:pt x="57004" y="116879"/>
                  <a:pt x="55669" y="115516"/>
                </a:cubicBezTo>
                <a:cubicBezTo>
                  <a:pt x="54306" y="114154"/>
                  <a:pt x="53620" y="112563"/>
                  <a:pt x="53620" y="110734"/>
                </a:cubicBezTo>
                <a:cubicBezTo>
                  <a:pt x="53620" y="108914"/>
                  <a:pt x="54306" y="107332"/>
                  <a:pt x="55669" y="105988"/>
                </a:cubicBezTo>
                <a:cubicBezTo>
                  <a:pt x="57031" y="104626"/>
                  <a:pt x="58622" y="103949"/>
                  <a:pt x="60442" y="103949"/>
                </a:cubicBezTo>
                <a:lnTo>
                  <a:pt x="63587" y="103949"/>
                </a:lnTo>
                <a:cubicBezTo>
                  <a:pt x="63587" y="95317"/>
                  <a:pt x="65819" y="87508"/>
                  <a:pt x="70281" y="80531"/>
                </a:cubicBezTo>
                <a:cubicBezTo>
                  <a:pt x="74743" y="73554"/>
                  <a:pt x="80604" y="67986"/>
                  <a:pt x="87856" y="63843"/>
                </a:cubicBezTo>
                <a:lnTo>
                  <a:pt x="87856" y="76133"/>
                </a:lnTo>
                <a:cubicBezTo>
                  <a:pt x="87856" y="77450"/>
                  <a:pt x="88322" y="78574"/>
                  <a:pt x="89273" y="79489"/>
                </a:cubicBezTo>
                <a:cubicBezTo>
                  <a:pt x="90187" y="80412"/>
                  <a:pt x="91321" y="80879"/>
                  <a:pt x="92665" y="80879"/>
                </a:cubicBezTo>
                <a:cubicBezTo>
                  <a:pt x="94092" y="80879"/>
                  <a:pt x="95244" y="80412"/>
                  <a:pt x="96122" y="79489"/>
                </a:cubicBezTo>
                <a:cubicBezTo>
                  <a:pt x="97000" y="78574"/>
                  <a:pt x="97438" y="77459"/>
                  <a:pt x="97438" y="76160"/>
                </a:cubicBezTo>
                <a:lnTo>
                  <a:pt x="97438" y="59875"/>
                </a:lnTo>
                <a:cubicBezTo>
                  <a:pt x="99139" y="59500"/>
                  <a:pt x="101462" y="59143"/>
                  <a:pt x="104415" y="58814"/>
                </a:cubicBezTo>
                <a:cubicBezTo>
                  <a:pt x="107378" y="58476"/>
                  <a:pt x="110222" y="58311"/>
                  <a:pt x="112965" y="58311"/>
                </a:cubicBezTo>
                <a:cubicBezTo>
                  <a:pt x="115672" y="58311"/>
                  <a:pt x="118488" y="58476"/>
                  <a:pt x="121423" y="58814"/>
                </a:cubicBezTo>
                <a:cubicBezTo>
                  <a:pt x="124358" y="59143"/>
                  <a:pt x="126681" y="59500"/>
                  <a:pt x="128400" y="59875"/>
                </a:cubicBezTo>
                <a:lnTo>
                  <a:pt x="128400" y="76160"/>
                </a:lnTo>
                <a:cubicBezTo>
                  <a:pt x="128400" y="77459"/>
                  <a:pt x="128848" y="78574"/>
                  <a:pt x="129753" y="79489"/>
                </a:cubicBezTo>
                <a:cubicBezTo>
                  <a:pt x="130659" y="80412"/>
                  <a:pt x="131838" y="80879"/>
                  <a:pt x="133301" y="80879"/>
                </a:cubicBezTo>
                <a:cubicBezTo>
                  <a:pt x="134609" y="80879"/>
                  <a:pt x="135724" y="80412"/>
                  <a:pt x="136666" y="79489"/>
                </a:cubicBezTo>
                <a:cubicBezTo>
                  <a:pt x="137608" y="78574"/>
                  <a:pt x="138084" y="77459"/>
                  <a:pt x="138084" y="76160"/>
                </a:cubicBezTo>
                <a:lnTo>
                  <a:pt x="138084" y="63843"/>
                </a:lnTo>
                <a:cubicBezTo>
                  <a:pt x="145289" y="67986"/>
                  <a:pt x="151022" y="73554"/>
                  <a:pt x="155274" y="80531"/>
                </a:cubicBezTo>
                <a:cubicBezTo>
                  <a:pt x="159526" y="87508"/>
                  <a:pt x="161657" y="95317"/>
                  <a:pt x="161657" y="103949"/>
                </a:cubicBezTo>
                <a:lnTo>
                  <a:pt x="164802" y="103949"/>
                </a:lnTo>
                <a:cubicBezTo>
                  <a:pt x="166640" y="103949"/>
                  <a:pt x="168240" y="104626"/>
                  <a:pt x="169575" y="105988"/>
                </a:cubicBezTo>
                <a:cubicBezTo>
                  <a:pt x="170938" y="107351"/>
                  <a:pt x="171624" y="108942"/>
                  <a:pt x="171624" y="110770"/>
                </a:cubicBezTo>
                <a:cubicBezTo>
                  <a:pt x="171624" y="112590"/>
                  <a:pt x="170938" y="114181"/>
                  <a:pt x="169575" y="115544"/>
                </a:cubicBezTo>
                <a:cubicBezTo>
                  <a:pt x="168213" y="116906"/>
                  <a:pt x="166613" y="117583"/>
                  <a:pt x="164766" y="117555"/>
                </a:cubicBezTo>
                <a:lnTo>
                  <a:pt x="161629" y="117555"/>
                </a:lnTo>
                <a:cubicBezTo>
                  <a:pt x="161629" y="131326"/>
                  <a:pt x="157048" y="142875"/>
                  <a:pt x="147886" y="152193"/>
                </a:cubicBezTo>
                <a:cubicBezTo>
                  <a:pt x="138733" y="161520"/>
                  <a:pt x="126974" y="166183"/>
                  <a:pt x="112627" y="166183"/>
                </a:cubicBezTo>
                <a:cubicBezTo>
                  <a:pt x="98271" y="166183"/>
                  <a:pt x="86502" y="161510"/>
                  <a:pt x="77322" y="152165"/>
                </a:cubicBezTo>
                <a:close/>
                <a:moveTo>
                  <a:pt x="132862" y="137078"/>
                </a:moveTo>
                <a:cubicBezTo>
                  <a:pt x="137773" y="131966"/>
                  <a:pt x="140223" y="125309"/>
                  <a:pt x="140223" y="117116"/>
                </a:cubicBezTo>
                <a:lnTo>
                  <a:pt x="85057" y="117116"/>
                </a:lnTo>
                <a:cubicBezTo>
                  <a:pt x="85057" y="125291"/>
                  <a:pt x="87508" y="131939"/>
                  <a:pt x="92409" y="137078"/>
                </a:cubicBezTo>
                <a:cubicBezTo>
                  <a:pt x="97320" y="142189"/>
                  <a:pt x="104050" y="144750"/>
                  <a:pt x="112627" y="144750"/>
                </a:cubicBezTo>
                <a:cubicBezTo>
                  <a:pt x="121195" y="144750"/>
                  <a:pt x="127934" y="142189"/>
                  <a:pt x="132835" y="137078"/>
                </a:cubicBezTo>
                <a:close/>
                <a:moveTo>
                  <a:pt x="208584" y="179606"/>
                </a:moveTo>
                <a:lnTo>
                  <a:pt x="208273" y="176461"/>
                </a:lnTo>
                <a:cubicBezTo>
                  <a:pt x="206801" y="175620"/>
                  <a:pt x="205283" y="174678"/>
                  <a:pt x="203710" y="173635"/>
                </a:cubicBezTo>
                <a:cubicBezTo>
                  <a:pt x="202146" y="172602"/>
                  <a:pt x="200729" y="171523"/>
                  <a:pt x="199467" y="170398"/>
                </a:cubicBezTo>
                <a:lnTo>
                  <a:pt x="195947" y="172282"/>
                </a:lnTo>
                <a:cubicBezTo>
                  <a:pt x="194438" y="173123"/>
                  <a:pt x="193002" y="173334"/>
                  <a:pt x="191640" y="172913"/>
                </a:cubicBezTo>
                <a:cubicBezTo>
                  <a:pt x="190277" y="172492"/>
                  <a:pt x="189107" y="171660"/>
                  <a:pt x="188120" y="170426"/>
                </a:cubicBezTo>
                <a:lnTo>
                  <a:pt x="187809" y="169832"/>
                </a:lnTo>
                <a:cubicBezTo>
                  <a:pt x="186757" y="168359"/>
                  <a:pt x="186391" y="166841"/>
                  <a:pt x="186711" y="165269"/>
                </a:cubicBezTo>
                <a:cubicBezTo>
                  <a:pt x="187022" y="163705"/>
                  <a:pt x="187809" y="162388"/>
                  <a:pt x="189070" y="161346"/>
                </a:cubicBezTo>
                <a:lnTo>
                  <a:pt x="192527" y="158831"/>
                </a:lnTo>
                <a:cubicBezTo>
                  <a:pt x="192106" y="157990"/>
                  <a:pt x="191896" y="157204"/>
                  <a:pt x="191896" y="156472"/>
                </a:cubicBezTo>
                <a:lnTo>
                  <a:pt x="191896" y="151754"/>
                </a:lnTo>
                <a:cubicBezTo>
                  <a:pt x="191896" y="151022"/>
                  <a:pt x="192106" y="150236"/>
                  <a:pt x="192527" y="149395"/>
                </a:cubicBezTo>
                <a:lnTo>
                  <a:pt x="189070" y="146880"/>
                </a:lnTo>
                <a:cubicBezTo>
                  <a:pt x="187809" y="145838"/>
                  <a:pt x="187022" y="144576"/>
                  <a:pt x="186711" y="143113"/>
                </a:cubicBezTo>
                <a:cubicBezTo>
                  <a:pt x="186391" y="141650"/>
                  <a:pt x="186757" y="140178"/>
                  <a:pt x="187809" y="138714"/>
                </a:cubicBezTo>
                <a:lnTo>
                  <a:pt x="188120" y="137773"/>
                </a:lnTo>
                <a:cubicBezTo>
                  <a:pt x="189125" y="136511"/>
                  <a:pt x="190314" y="135670"/>
                  <a:pt x="191677" y="135258"/>
                </a:cubicBezTo>
                <a:cubicBezTo>
                  <a:pt x="193039" y="134837"/>
                  <a:pt x="194475" y="135048"/>
                  <a:pt x="195983" y="135880"/>
                </a:cubicBezTo>
                <a:lnTo>
                  <a:pt x="199440" y="137773"/>
                </a:lnTo>
                <a:lnTo>
                  <a:pt x="203838" y="134627"/>
                </a:lnTo>
                <a:cubicBezTo>
                  <a:pt x="205310" y="133576"/>
                  <a:pt x="206773" y="132634"/>
                  <a:pt x="208236" y="131792"/>
                </a:cubicBezTo>
                <a:lnTo>
                  <a:pt x="208556" y="128336"/>
                </a:lnTo>
                <a:cubicBezTo>
                  <a:pt x="208767" y="126663"/>
                  <a:pt x="209443" y="125300"/>
                  <a:pt x="210595" y="124249"/>
                </a:cubicBezTo>
                <a:cubicBezTo>
                  <a:pt x="211748" y="123206"/>
                  <a:pt x="213165" y="122685"/>
                  <a:pt x="214838" y="122685"/>
                </a:cubicBezTo>
                <a:lnTo>
                  <a:pt x="215469" y="122685"/>
                </a:lnTo>
                <a:cubicBezTo>
                  <a:pt x="217106" y="122685"/>
                  <a:pt x="218496" y="123261"/>
                  <a:pt x="219648" y="124413"/>
                </a:cubicBezTo>
                <a:cubicBezTo>
                  <a:pt x="220800" y="125565"/>
                  <a:pt x="221495" y="126974"/>
                  <a:pt x="221724" y="128656"/>
                </a:cubicBezTo>
                <a:lnTo>
                  <a:pt x="222035" y="131792"/>
                </a:lnTo>
                <a:cubicBezTo>
                  <a:pt x="223507" y="132615"/>
                  <a:pt x="224961" y="133557"/>
                  <a:pt x="226405" y="134627"/>
                </a:cubicBezTo>
                <a:cubicBezTo>
                  <a:pt x="227850" y="135670"/>
                  <a:pt x="229332" y="136721"/>
                  <a:pt x="230840" y="137773"/>
                </a:cubicBezTo>
                <a:lnTo>
                  <a:pt x="234297" y="135880"/>
                </a:lnTo>
                <a:cubicBezTo>
                  <a:pt x="235769" y="135048"/>
                  <a:pt x="237177" y="134837"/>
                  <a:pt x="238540" y="135258"/>
                </a:cubicBezTo>
                <a:cubicBezTo>
                  <a:pt x="239902" y="135670"/>
                  <a:pt x="241109" y="136511"/>
                  <a:pt x="242151" y="137773"/>
                </a:cubicBezTo>
                <a:lnTo>
                  <a:pt x="242471" y="138394"/>
                </a:lnTo>
                <a:cubicBezTo>
                  <a:pt x="243477" y="139867"/>
                  <a:pt x="243834" y="141385"/>
                  <a:pt x="243541" y="142957"/>
                </a:cubicBezTo>
                <a:cubicBezTo>
                  <a:pt x="243249" y="144530"/>
                  <a:pt x="242471" y="145838"/>
                  <a:pt x="241210" y="146880"/>
                </a:cubicBezTo>
                <a:lnTo>
                  <a:pt x="237753" y="149395"/>
                </a:lnTo>
                <a:cubicBezTo>
                  <a:pt x="238128" y="150236"/>
                  <a:pt x="238329" y="151022"/>
                  <a:pt x="238357" y="151754"/>
                </a:cubicBezTo>
                <a:cubicBezTo>
                  <a:pt x="238375" y="152485"/>
                  <a:pt x="238384" y="153272"/>
                  <a:pt x="238384" y="154113"/>
                </a:cubicBezTo>
                <a:cubicBezTo>
                  <a:pt x="238384" y="154954"/>
                  <a:pt x="238375" y="155741"/>
                  <a:pt x="238357" y="156472"/>
                </a:cubicBezTo>
                <a:cubicBezTo>
                  <a:pt x="238329" y="157204"/>
                  <a:pt x="238128" y="157990"/>
                  <a:pt x="237753" y="158831"/>
                </a:cubicBezTo>
                <a:lnTo>
                  <a:pt x="241210" y="161346"/>
                </a:lnTo>
                <a:cubicBezTo>
                  <a:pt x="242471" y="162388"/>
                  <a:pt x="243249" y="163650"/>
                  <a:pt x="243541" y="165113"/>
                </a:cubicBezTo>
                <a:cubicBezTo>
                  <a:pt x="243834" y="166585"/>
                  <a:pt x="243468" y="168048"/>
                  <a:pt x="242435" y="169511"/>
                </a:cubicBezTo>
                <a:lnTo>
                  <a:pt x="242151" y="170462"/>
                </a:lnTo>
                <a:cubicBezTo>
                  <a:pt x="241109" y="171715"/>
                  <a:pt x="239902" y="172556"/>
                  <a:pt x="238540" y="172977"/>
                </a:cubicBezTo>
                <a:cubicBezTo>
                  <a:pt x="237177" y="173389"/>
                  <a:pt x="235769" y="173178"/>
                  <a:pt x="234297" y="172346"/>
                </a:cubicBezTo>
                <a:lnTo>
                  <a:pt x="230840" y="170462"/>
                </a:lnTo>
                <a:cubicBezTo>
                  <a:pt x="229588" y="171505"/>
                  <a:pt x="228170" y="172556"/>
                  <a:pt x="226597" y="173599"/>
                </a:cubicBezTo>
                <a:cubicBezTo>
                  <a:pt x="225025" y="174650"/>
                  <a:pt x="223507" y="175592"/>
                  <a:pt x="222035" y="176433"/>
                </a:cubicBezTo>
                <a:lnTo>
                  <a:pt x="221724" y="179890"/>
                </a:lnTo>
                <a:cubicBezTo>
                  <a:pt x="221513" y="181563"/>
                  <a:pt x="220828" y="182926"/>
                  <a:pt x="219648" y="183977"/>
                </a:cubicBezTo>
                <a:cubicBezTo>
                  <a:pt x="218478" y="185020"/>
                  <a:pt x="217088" y="185550"/>
                  <a:pt x="215469" y="185550"/>
                </a:cubicBezTo>
                <a:lnTo>
                  <a:pt x="214838" y="185550"/>
                </a:lnTo>
                <a:cubicBezTo>
                  <a:pt x="213165" y="185550"/>
                  <a:pt x="211748" y="184974"/>
                  <a:pt x="210595" y="183822"/>
                </a:cubicBezTo>
                <a:cubicBezTo>
                  <a:pt x="209443" y="182661"/>
                  <a:pt x="208767" y="181252"/>
                  <a:pt x="208556" y="179570"/>
                </a:cubicBezTo>
                <a:close/>
                <a:moveTo>
                  <a:pt x="223671" y="162635"/>
                </a:moveTo>
                <a:cubicBezTo>
                  <a:pt x="225976" y="160331"/>
                  <a:pt x="227128" y="157496"/>
                  <a:pt x="227128" y="154150"/>
                </a:cubicBezTo>
                <a:cubicBezTo>
                  <a:pt x="227128" y="150794"/>
                  <a:pt x="225976" y="147959"/>
                  <a:pt x="223671" y="145655"/>
                </a:cubicBezTo>
                <a:cubicBezTo>
                  <a:pt x="221367" y="143350"/>
                  <a:pt x="218523" y="142198"/>
                  <a:pt x="215122" y="142198"/>
                </a:cubicBezTo>
                <a:cubicBezTo>
                  <a:pt x="211729" y="142198"/>
                  <a:pt x="208904" y="143350"/>
                  <a:pt x="206636" y="145655"/>
                </a:cubicBezTo>
                <a:cubicBezTo>
                  <a:pt x="204378" y="147959"/>
                  <a:pt x="203244" y="150794"/>
                  <a:pt x="203244" y="154150"/>
                </a:cubicBezTo>
                <a:cubicBezTo>
                  <a:pt x="203244" y="157496"/>
                  <a:pt x="204378" y="160331"/>
                  <a:pt x="206636" y="162635"/>
                </a:cubicBezTo>
                <a:cubicBezTo>
                  <a:pt x="208904" y="164939"/>
                  <a:pt x="211729" y="166092"/>
                  <a:pt x="215122" y="166092"/>
                </a:cubicBezTo>
                <a:cubicBezTo>
                  <a:pt x="218523" y="166092"/>
                  <a:pt x="221367" y="164939"/>
                  <a:pt x="223671" y="162635"/>
                </a:cubicBezTo>
                <a:close/>
                <a:moveTo>
                  <a:pt x="241969" y="112435"/>
                </a:moveTo>
                <a:lnTo>
                  <a:pt x="240396" y="105833"/>
                </a:lnTo>
                <a:cubicBezTo>
                  <a:pt x="238302" y="104991"/>
                  <a:pt x="236153" y="103839"/>
                  <a:pt x="233949" y="102376"/>
                </a:cubicBezTo>
                <a:cubicBezTo>
                  <a:pt x="231755" y="100913"/>
                  <a:pt x="229917" y="99340"/>
                  <a:pt x="228454" y="97658"/>
                </a:cubicBezTo>
                <a:lnTo>
                  <a:pt x="219648" y="100840"/>
                </a:lnTo>
                <a:cubicBezTo>
                  <a:pt x="218185" y="101297"/>
                  <a:pt x="216768" y="101306"/>
                  <a:pt x="215405" y="100867"/>
                </a:cubicBezTo>
                <a:cubicBezTo>
                  <a:pt x="214043" y="100429"/>
                  <a:pt x="212945" y="99578"/>
                  <a:pt x="212104" y="98325"/>
                </a:cubicBezTo>
                <a:lnTo>
                  <a:pt x="210851" y="96433"/>
                </a:lnTo>
                <a:cubicBezTo>
                  <a:pt x="210010" y="94970"/>
                  <a:pt x="209745" y="93497"/>
                  <a:pt x="210065" y="92034"/>
                </a:cubicBezTo>
                <a:cubicBezTo>
                  <a:pt x="210376" y="90571"/>
                  <a:pt x="211162" y="89309"/>
                  <a:pt x="212424" y="88267"/>
                </a:cubicBezTo>
                <a:lnTo>
                  <a:pt x="219337" y="82918"/>
                </a:lnTo>
                <a:cubicBezTo>
                  <a:pt x="218917" y="81875"/>
                  <a:pt x="218551" y="80723"/>
                  <a:pt x="218240" y="79461"/>
                </a:cubicBezTo>
                <a:cubicBezTo>
                  <a:pt x="217920" y="78209"/>
                  <a:pt x="217764" y="76947"/>
                  <a:pt x="217764" y="75694"/>
                </a:cubicBezTo>
                <a:cubicBezTo>
                  <a:pt x="217764" y="74432"/>
                  <a:pt x="217920" y="73189"/>
                  <a:pt x="218240" y="71945"/>
                </a:cubicBezTo>
                <a:cubicBezTo>
                  <a:pt x="218551" y="70711"/>
                  <a:pt x="218917" y="69549"/>
                  <a:pt x="219337" y="68461"/>
                </a:cubicBezTo>
                <a:lnTo>
                  <a:pt x="212424" y="63121"/>
                </a:lnTo>
                <a:cubicBezTo>
                  <a:pt x="211162" y="62115"/>
                  <a:pt x="210376" y="60826"/>
                  <a:pt x="210065" y="59253"/>
                </a:cubicBezTo>
                <a:cubicBezTo>
                  <a:pt x="209745" y="57662"/>
                  <a:pt x="210010" y="56236"/>
                  <a:pt x="210851" y="54974"/>
                </a:cubicBezTo>
                <a:lnTo>
                  <a:pt x="212104" y="53374"/>
                </a:lnTo>
                <a:cubicBezTo>
                  <a:pt x="212945" y="52112"/>
                  <a:pt x="214043" y="51225"/>
                  <a:pt x="215405" y="50703"/>
                </a:cubicBezTo>
                <a:cubicBezTo>
                  <a:pt x="216768" y="50173"/>
                  <a:pt x="218185" y="50127"/>
                  <a:pt x="219648" y="50548"/>
                </a:cubicBezTo>
                <a:lnTo>
                  <a:pt x="228454" y="53684"/>
                </a:lnTo>
                <a:cubicBezTo>
                  <a:pt x="229917" y="52057"/>
                  <a:pt x="231755" y="50447"/>
                  <a:pt x="233949" y="48875"/>
                </a:cubicBezTo>
                <a:cubicBezTo>
                  <a:pt x="236153" y="47302"/>
                  <a:pt x="238302" y="46186"/>
                  <a:pt x="240396" y="45519"/>
                </a:cubicBezTo>
                <a:lnTo>
                  <a:pt x="241969" y="38917"/>
                </a:lnTo>
                <a:cubicBezTo>
                  <a:pt x="242389" y="37655"/>
                  <a:pt x="243121" y="36613"/>
                  <a:pt x="244172" y="35771"/>
                </a:cubicBezTo>
                <a:cubicBezTo>
                  <a:pt x="245215" y="34930"/>
                  <a:pt x="246367" y="34509"/>
                  <a:pt x="247629" y="34509"/>
                </a:cubicBezTo>
                <a:lnTo>
                  <a:pt x="250765" y="34509"/>
                </a:lnTo>
                <a:cubicBezTo>
                  <a:pt x="252027" y="34509"/>
                  <a:pt x="253179" y="34930"/>
                  <a:pt x="254231" y="35771"/>
                </a:cubicBezTo>
                <a:cubicBezTo>
                  <a:pt x="255273" y="36613"/>
                  <a:pt x="256005" y="37655"/>
                  <a:pt x="256425" y="38917"/>
                </a:cubicBezTo>
                <a:lnTo>
                  <a:pt x="257998" y="45519"/>
                </a:lnTo>
                <a:cubicBezTo>
                  <a:pt x="260092" y="46141"/>
                  <a:pt x="262241" y="47256"/>
                  <a:pt x="264444" y="48847"/>
                </a:cubicBezTo>
                <a:cubicBezTo>
                  <a:pt x="266639" y="50438"/>
                  <a:pt x="268477" y="52057"/>
                  <a:pt x="269940" y="53684"/>
                </a:cubicBezTo>
                <a:lnTo>
                  <a:pt x="278746" y="50548"/>
                </a:lnTo>
                <a:cubicBezTo>
                  <a:pt x="280209" y="50127"/>
                  <a:pt x="281626" y="50127"/>
                  <a:pt x="282989" y="50548"/>
                </a:cubicBezTo>
                <a:cubicBezTo>
                  <a:pt x="284351" y="50960"/>
                  <a:pt x="285448" y="51801"/>
                  <a:pt x="286289" y="53063"/>
                </a:cubicBezTo>
                <a:lnTo>
                  <a:pt x="287542" y="54946"/>
                </a:lnTo>
                <a:cubicBezTo>
                  <a:pt x="288383" y="56409"/>
                  <a:pt x="288649" y="57891"/>
                  <a:pt x="288329" y="59372"/>
                </a:cubicBezTo>
                <a:cubicBezTo>
                  <a:pt x="288018" y="60862"/>
                  <a:pt x="287231" y="62115"/>
                  <a:pt x="285969" y="63121"/>
                </a:cubicBezTo>
                <a:lnTo>
                  <a:pt x="279057" y="68461"/>
                </a:lnTo>
                <a:cubicBezTo>
                  <a:pt x="279477" y="69549"/>
                  <a:pt x="279843" y="70711"/>
                  <a:pt x="280154" y="71945"/>
                </a:cubicBezTo>
                <a:cubicBezTo>
                  <a:pt x="280474" y="73189"/>
                  <a:pt x="280629" y="74432"/>
                  <a:pt x="280629" y="75694"/>
                </a:cubicBezTo>
                <a:cubicBezTo>
                  <a:pt x="280629" y="76947"/>
                  <a:pt x="280474" y="78209"/>
                  <a:pt x="280154" y="79461"/>
                </a:cubicBezTo>
                <a:cubicBezTo>
                  <a:pt x="279843" y="80723"/>
                  <a:pt x="279477" y="81875"/>
                  <a:pt x="279057" y="82918"/>
                </a:cubicBezTo>
                <a:lnTo>
                  <a:pt x="285969" y="88267"/>
                </a:lnTo>
                <a:cubicBezTo>
                  <a:pt x="287231" y="89309"/>
                  <a:pt x="288018" y="90617"/>
                  <a:pt x="288329" y="92190"/>
                </a:cubicBezTo>
                <a:cubicBezTo>
                  <a:pt x="288649" y="93763"/>
                  <a:pt x="288383" y="95180"/>
                  <a:pt x="287542" y="96433"/>
                </a:cubicBezTo>
                <a:lnTo>
                  <a:pt x="286289" y="98005"/>
                </a:lnTo>
                <a:cubicBezTo>
                  <a:pt x="285448" y="99267"/>
                  <a:pt x="284351" y="100163"/>
                  <a:pt x="282989" y="100712"/>
                </a:cubicBezTo>
                <a:cubicBezTo>
                  <a:pt x="281626" y="101252"/>
                  <a:pt x="280209" y="101297"/>
                  <a:pt x="278746" y="100840"/>
                </a:cubicBezTo>
                <a:lnTo>
                  <a:pt x="269940" y="97658"/>
                </a:lnTo>
                <a:cubicBezTo>
                  <a:pt x="268477" y="99340"/>
                  <a:pt x="266639" y="100913"/>
                  <a:pt x="264444" y="102376"/>
                </a:cubicBezTo>
                <a:cubicBezTo>
                  <a:pt x="262241" y="103839"/>
                  <a:pt x="260092" y="104991"/>
                  <a:pt x="257998" y="105833"/>
                </a:cubicBezTo>
                <a:lnTo>
                  <a:pt x="256425" y="112435"/>
                </a:lnTo>
                <a:cubicBezTo>
                  <a:pt x="256005" y="113687"/>
                  <a:pt x="255273" y="114739"/>
                  <a:pt x="254231" y="115580"/>
                </a:cubicBezTo>
                <a:cubicBezTo>
                  <a:pt x="253179" y="116412"/>
                  <a:pt x="252027" y="116833"/>
                  <a:pt x="250765" y="116833"/>
                </a:cubicBezTo>
                <a:lnTo>
                  <a:pt x="247629" y="116833"/>
                </a:lnTo>
                <a:cubicBezTo>
                  <a:pt x="246367" y="116833"/>
                  <a:pt x="245215" y="116412"/>
                  <a:pt x="244172" y="115580"/>
                </a:cubicBezTo>
                <a:cubicBezTo>
                  <a:pt x="243121" y="114739"/>
                  <a:pt x="242389" y="113687"/>
                  <a:pt x="241969" y="112435"/>
                </a:cubicBezTo>
                <a:close/>
                <a:moveTo>
                  <a:pt x="262241" y="88706"/>
                </a:moveTo>
                <a:cubicBezTo>
                  <a:pt x="265697" y="85250"/>
                  <a:pt x="267425" y="80897"/>
                  <a:pt x="267425" y="75657"/>
                </a:cubicBezTo>
                <a:cubicBezTo>
                  <a:pt x="267425" y="70418"/>
                  <a:pt x="265697" y="66075"/>
                  <a:pt x="262241" y="62618"/>
                </a:cubicBezTo>
                <a:cubicBezTo>
                  <a:pt x="258784" y="59153"/>
                  <a:pt x="254432" y="57424"/>
                  <a:pt x="249201" y="57424"/>
                </a:cubicBezTo>
                <a:cubicBezTo>
                  <a:pt x="243962" y="57424"/>
                  <a:pt x="239609" y="59153"/>
                  <a:pt x="236153" y="62618"/>
                </a:cubicBezTo>
                <a:cubicBezTo>
                  <a:pt x="232697" y="66075"/>
                  <a:pt x="230968" y="70418"/>
                  <a:pt x="230968" y="75657"/>
                </a:cubicBezTo>
                <a:cubicBezTo>
                  <a:pt x="230968" y="80897"/>
                  <a:pt x="232697" y="85250"/>
                  <a:pt x="236153" y="88706"/>
                </a:cubicBezTo>
                <a:cubicBezTo>
                  <a:pt x="239609" y="92162"/>
                  <a:pt x="243962" y="93891"/>
                  <a:pt x="249201" y="93891"/>
                </a:cubicBezTo>
                <a:cubicBezTo>
                  <a:pt x="254432" y="93891"/>
                  <a:pt x="258784" y="92162"/>
                  <a:pt x="262241" y="88706"/>
                </a:cubicBezTo>
                <a:close/>
                <a:moveTo>
                  <a:pt x="112682" y="24435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20" name="圖示 客服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5917"/>
                </a:moveTo>
                <a:cubicBezTo>
                  <a:pt x="144713" y="265917"/>
                  <a:pt x="142180" y="264883"/>
                  <a:pt x="140123" y="262808"/>
                </a:cubicBezTo>
                <a:cubicBezTo>
                  <a:pt x="138074" y="260732"/>
                  <a:pt x="137050" y="258172"/>
                  <a:pt x="137050" y="255136"/>
                </a:cubicBezTo>
                <a:cubicBezTo>
                  <a:pt x="137050" y="252100"/>
                  <a:pt x="138074" y="249567"/>
                  <a:pt x="140123" y="247528"/>
                </a:cubicBezTo>
                <a:cubicBezTo>
                  <a:pt x="142180" y="245498"/>
                  <a:pt x="144713" y="244483"/>
                  <a:pt x="147730" y="244483"/>
                </a:cubicBezTo>
                <a:lnTo>
                  <a:pt x="244419" y="244483"/>
                </a:lnTo>
                <a:lnTo>
                  <a:pt x="244419" y="148864"/>
                </a:lnTo>
                <a:cubicBezTo>
                  <a:pt x="244419" y="123343"/>
                  <a:pt x="235321" y="101727"/>
                  <a:pt x="217133" y="84015"/>
                </a:cubicBezTo>
                <a:cubicBezTo>
                  <a:pt x="198946" y="66312"/>
                  <a:pt x="176891" y="57461"/>
                  <a:pt x="150967" y="57461"/>
                </a:cubicBezTo>
                <a:cubicBezTo>
                  <a:pt x="125008" y="57461"/>
                  <a:pt x="102907" y="66321"/>
                  <a:pt x="84683" y="84052"/>
                </a:cubicBezTo>
                <a:cubicBezTo>
                  <a:pt x="66449" y="101782"/>
                  <a:pt x="57333" y="123407"/>
                  <a:pt x="57333" y="148928"/>
                </a:cubicBezTo>
                <a:lnTo>
                  <a:pt x="57333" y="219931"/>
                </a:lnTo>
                <a:cubicBezTo>
                  <a:pt x="57333" y="222117"/>
                  <a:pt x="56611" y="223918"/>
                  <a:pt x="55166" y="225336"/>
                </a:cubicBezTo>
                <a:cubicBezTo>
                  <a:pt x="53694" y="226762"/>
                  <a:pt x="51901" y="227475"/>
                  <a:pt x="49789" y="227475"/>
                </a:cubicBezTo>
                <a:lnTo>
                  <a:pt x="49478" y="227475"/>
                </a:lnTo>
                <a:cubicBezTo>
                  <a:pt x="42264" y="227475"/>
                  <a:pt x="36091" y="224942"/>
                  <a:pt x="30962" y="219867"/>
                </a:cubicBezTo>
                <a:cubicBezTo>
                  <a:pt x="25823" y="214802"/>
                  <a:pt x="23262" y="208657"/>
                  <a:pt x="23262" y="201451"/>
                </a:cubicBezTo>
                <a:lnTo>
                  <a:pt x="23262" y="175327"/>
                </a:lnTo>
                <a:cubicBezTo>
                  <a:pt x="23262" y="170892"/>
                  <a:pt x="24369" y="166704"/>
                  <a:pt x="26591" y="162791"/>
                </a:cubicBezTo>
                <a:cubicBezTo>
                  <a:pt x="28813" y="158868"/>
                  <a:pt x="31894" y="155713"/>
                  <a:pt x="35835" y="153327"/>
                </a:cubicBezTo>
                <a:lnTo>
                  <a:pt x="36558" y="139153"/>
                </a:lnTo>
                <a:cubicBezTo>
                  <a:pt x="37938" y="124505"/>
                  <a:pt x="41934" y="110889"/>
                  <a:pt x="48536" y="98325"/>
                </a:cubicBezTo>
                <a:cubicBezTo>
                  <a:pt x="55129" y="85752"/>
                  <a:pt x="63523" y="74798"/>
                  <a:pt x="73710" y="65471"/>
                </a:cubicBezTo>
                <a:cubicBezTo>
                  <a:pt x="83896" y="56172"/>
                  <a:pt x="95619" y="48884"/>
                  <a:pt x="108887" y="43626"/>
                </a:cubicBezTo>
                <a:cubicBezTo>
                  <a:pt x="122146" y="38368"/>
                  <a:pt x="136154" y="35735"/>
                  <a:pt x="150903" y="35735"/>
                </a:cubicBezTo>
                <a:cubicBezTo>
                  <a:pt x="165662" y="35735"/>
                  <a:pt x="179625" y="38368"/>
                  <a:pt x="192810" y="43626"/>
                </a:cubicBezTo>
                <a:cubicBezTo>
                  <a:pt x="205987" y="48884"/>
                  <a:pt x="217709" y="56126"/>
                  <a:pt x="227978" y="65352"/>
                </a:cubicBezTo>
                <a:cubicBezTo>
                  <a:pt x="238247" y="74569"/>
                  <a:pt x="246641" y="85478"/>
                  <a:pt x="253161" y="98069"/>
                </a:cubicBezTo>
                <a:cubicBezTo>
                  <a:pt x="259671" y="110642"/>
                  <a:pt x="263704" y="124285"/>
                  <a:pt x="265258" y="138998"/>
                </a:cubicBezTo>
                <a:lnTo>
                  <a:pt x="266045" y="152860"/>
                </a:lnTo>
                <a:cubicBezTo>
                  <a:pt x="269986" y="154890"/>
                  <a:pt x="273067" y="157825"/>
                  <a:pt x="275289" y="161657"/>
                </a:cubicBezTo>
                <a:cubicBezTo>
                  <a:pt x="277511" y="165470"/>
                  <a:pt x="278618" y="169530"/>
                  <a:pt x="278618" y="173818"/>
                </a:cubicBezTo>
                <a:lnTo>
                  <a:pt x="278618" y="202896"/>
                </a:lnTo>
                <a:cubicBezTo>
                  <a:pt x="278618" y="207340"/>
                  <a:pt x="277530" y="211565"/>
                  <a:pt x="275353" y="215561"/>
                </a:cubicBezTo>
                <a:cubicBezTo>
                  <a:pt x="273168" y="219566"/>
                  <a:pt x="270068" y="222602"/>
                  <a:pt x="266045" y="224677"/>
                </a:cubicBezTo>
                <a:lnTo>
                  <a:pt x="266045" y="244575"/>
                </a:lnTo>
                <a:cubicBezTo>
                  <a:pt x="266045" y="250427"/>
                  <a:pt x="263969" y="255438"/>
                  <a:pt x="259818" y="259635"/>
                </a:cubicBezTo>
                <a:cubicBezTo>
                  <a:pt x="255675" y="263823"/>
                  <a:pt x="250683" y="265917"/>
                  <a:pt x="244858" y="265917"/>
                </a:cubicBezTo>
                <a:lnTo>
                  <a:pt x="147730" y="265917"/>
                </a:lnTo>
                <a:close/>
                <a:moveTo>
                  <a:pt x="106838" y="171587"/>
                </a:moveTo>
                <a:cubicBezTo>
                  <a:pt x="105019" y="169722"/>
                  <a:pt x="104104" y="167408"/>
                  <a:pt x="104104" y="164647"/>
                </a:cubicBezTo>
                <a:cubicBezTo>
                  <a:pt x="104104" y="161876"/>
                  <a:pt x="105037" y="159581"/>
                  <a:pt x="106903" y="157761"/>
                </a:cubicBezTo>
                <a:cubicBezTo>
                  <a:pt x="108768" y="155933"/>
                  <a:pt x="111090" y="155027"/>
                  <a:pt x="113879" y="155027"/>
                </a:cubicBezTo>
                <a:cubicBezTo>
                  <a:pt x="116668" y="155027"/>
                  <a:pt x="118973" y="155960"/>
                  <a:pt x="120792" y="157825"/>
                </a:cubicBezTo>
                <a:cubicBezTo>
                  <a:pt x="122621" y="159691"/>
                  <a:pt x="123526" y="162004"/>
                  <a:pt x="123526" y="164766"/>
                </a:cubicBezTo>
                <a:cubicBezTo>
                  <a:pt x="123526" y="167536"/>
                  <a:pt x="122594" y="169832"/>
                  <a:pt x="120728" y="171651"/>
                </a:cubicBezTo>
                <a:cubicBezTo>
                  <a:pt x="118863" y="173480"/>
                  <a:pt x="116540" y="174385"/>
                  <a:pt x="113751" y="174385"/>
                </a:cubicBezTo>
                <a:cubicBezTo>
                  <a:pt x="110972" y="174385"/>
                  <a:pt x="108649" y="173453"/>
                  <a:pt x="106811" y="171587"/>
                </a:cubicBezTo>
                <a:close/>
                <a:moveTo>
                  <a:pt x="180923" y="171587"/>
                </a:moveTo>
                <a:cubicBezTo>
                  <a:pt x="179104" y="169722"/>
                  <a:pt x="178189" y="167408"/>
                  <a:pt x="178189" y="164647"/>
                </a:cubicBezTo>
                <a:cubicBezTo>
                  <a:pt x="178189" y="161876"/>
                  <a:pt x="179122" y="159581"/>
                  <a:pt x="180987" y="157761"/>
                </a:cubicBezTo>
                <a:cubicBezTo>
                  <a:pt x="182853" y="155933"/>
                  <a:pt x="185175" y="155027"/>
                  <a:pt x="187964" y="155027"/>
                </a:cubicBezTo>
                <a:cubicBezTo>
                  <a:pt x="190753" y="155027"/>
                  <a:pt x="193066" y="155960"/>
                  <a:pt x="194914" y="157825"/>
                </a:cubicBezTo>
                <a:cubicBezTo>
                  <a:pt x="196733" y="159691"/>
                  <a:pt x="197648" y="162004"/>
                  <a:pt x="197648" y="164766"/>
                </a:cubicBezTo>
                <a:cubicBezTo>
                  <a:pt x="197648" y="167536"/>
                  <a:pt x="196715" y="169832"/>
                  <a:pt x="194849" y="171651"/>
                </a:cubicBezTo>
                <a:cubicBezTo>
                  <a:pt x="192984" y="173480"/>
                  <a:pt x="190662" y="174385"/>
                  <a:pt x="187873" y="174385"/>
                </a:cubicBezTo>
                <a:cubicBezTo>
                  <a:pt x="185084" y="174385"/>
                  <a:pt x="182779" y="173453"/>
                  <a:pt x="180960" y="171587"/>
                </a:cubicBezTo>
                <a:close/>
                <a:moveTo>
                  <a:pt x="76416" y="155055"/>
                </a:moveTo>
                <a:cubicBezTo>
                  <a:pt x="75091" y="133347"/>
                  <a:pt x="81821" y="114766"/>
                  <a:pt x="96588" y="99331"/>
                </a:cubicBezTo>
                <a:cubicBezTo>
                  <a:pt x="111365" y="83887"/>
                  <a:pt x="129634" y="76160"/>
                  <a:pt x="151406" y="76160"/>
                </a:cubicBezTo>
                <a:cubicBezTo>
                  <a:pt x="169393" y="76160"/>
                  <a:pt x="185001" y="82077"/>
                  <a:pt x="198242" y="93918"/>
                </a:cubicBezTo>
                <a:cubicBezTo>
                  <a:pt x="211492" y="105760"/>
                  <a:pt x="219575" y="120564"/>
                  <a:pt x="222510" y="138330"/>
                </a:cubicBezTo>
                <a:cubicBezTo>
                  <a:pt x="204359" y="138129"/>
                  <a:pt x="187717" y="133192"/>
                  <a:pt x="172566" y="123526"/>
                </a:cubicBezTo>
                <a:cubicBezTo>
                  <a:pt x="157414" y="113870"/>
                  <a:pt x="145600" y="100950"/>
                  <a:pt x="137105" y="84774"/>
                </a:cubicBezTo>
                <a:cubicBezTo>
                  <a:pt x="133676" y="100995"/>
                  <a:pt x="126562" y="115288"/>
                  <a:pt x="115763" y="127650"/>
                </a:cubicBezTo>
                <a:cubicBezTo>
                  <a:pt x="104973" y="140013"/>
                  <a:pt x="91870" y="149148"/>
                  <a:pt x="76444" y="15505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2" name="圖示 訓練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50" y="220590"/>
                </a:moveTo>
                <a:cubicBezTo>
                  <a:pt x="66376" y="218706"/>
                  <a:pt x="63679" y="216091"/>
                  <a:pt x="61667" y="212735"/>
                </a:cubicBezTo>
                <a:cubicBezTo>
                  <a:pt x="59655" y="209379"/>
                  <a:pt x="58650" y="205676"/>
                  <a:pt x="58650" y="201607"/>
                </a:cubicBezTo>
                <a:lnTo>
                  <a:pt x="58650" y="139062"/>
                </a:lnTo>
                <a:lnTo>
                  <a:pt x="28420" y="122520"/>
                </a:lnTo>
                <a:cubicBezTo>
                  <a:pt x="26508" y="121350"/>
                  <a:pt x="25082" y="119978"/>
                  <a:pt x="24140" y="118406"/>
                </a:cubicBezTo>
                <a:cubicBezTo>
                  <a:pt x="23198" y="116833"/>
                  <a:pt x="22723" y="115114"/>
                  <a:pt x="22723" y="113248"/>
                </a:cubicBezTo>
                <a:cubicBezTo>
                  <a:pt x="22723" y="111365"/>
                  <a:pt x="23198" y="109627"/>
                  <a:pt x="24140" y="108036"/>
                </a:cubicBezTo>
                <a:cubicBezTo>
                  <a:pt x="25082" y="106418"/>
                  <a:pt x="26508" y="105037"/>
                  <a:pt x="28420" y="103885"/>
                </a:cubicBezTo>
                <a:lnTo>
                  <a:pt x="140223" y="42556"/>
                </a:lnTo>
                <a:cubicBezTo>
                  <a:pt x="141833" y="41614"/>
                  <a:pt x="143488" y="40965"/>
                  <a:pt x="145188" y="40609"/>
                </a:cubicBezTo>
                <a:cubicBezTo>
                  <a:pt x="146880" y="40252"/>
                  <a:pt x="148663" y="40078"/>
                  <a:pt x="150529" y="40078"/>
                </a:cubicBezTo>
                <a:cubicBezTo>
                  <a:pt x="152394" y="40078"/>
                  <a:pt x="154177" y="40279"/>
                  <a:pt x="155878" y="40673"/>
                </a:cubicBezTo>
                <a:cubicBezTo>
                  <a:pt x="157569" y="41075"/>
                  <a:pt x="159252" y="41715"/>
                  <a:pt x="160907" y="42593"/>
                </a:cubicBezTo>
                <a:lnTo>
                  <a:pt x="285128" y="109947"/>
                </a:lnTo>
                <a:cubicBezTo>
                  <a:pt x="286994" y="111100"/>
                  <a:pt x="288402" y="112517"/>
                  <a:pt x="289371" y="114190"/>
                </a:cubicBezTo>
                <a:cubicBezTo>
                  <a:pt x="290331" y="115873"/>
                  <a:pt x="290816" y="117665"/>
                  <a:pt x="290816" y="119567"/>
                </a:cubicBezTo>
                <a:lnTo>
                  <a:pt x="290816" y="203372"/>
                </a:lnTo>
                <a:cubicBezTo>
                  <a:pt x="290816" y="206279"/>
                  <a:pt x="289819" y="208721"/>
                  <a:pt x="287826" y="210696"/>
                </a:cubicBezTo>
                <a:cubicBezTo>
                  <a:pt x="285832" y="212662"/>
                  <a:pt x="283373" y="213650"/>
                  <a:pt x="280437" y="213650"/>
                </a:cubicBezTo>
                <a:cubicBezTo>
                  <a:pt x="277530" y="213650"/>
                  <a:pt x="275097" y="212662"/>
                  <a:pt x="273150" y="210696"/>
                </a:cubicBezTo>
                <a:cubicBezTo>
                  <a:pt x="271202" y="208721"/>
                  <a:pt x="270223" y="206279"/>
                  <a:pt x="270223" y="203372"/>
                </a:cubicBezTo>
                <a:lnTo>
                  <a:pt x="270223" y="125136"/>
                </a:lnTo>
                <a:lnTo>
                  <a:pt x="242535" y="139062"/>
                </a:lnTo>
                <a:lnTo>
                  <a:pt x="242535" y="201643"/>
                </a:lnTo>
                <a:cubicBezTo>
                  <a:pt x="242535" y="205703"/>
                  <a:pt x="241520" y="209416"/>
                  <a:pt x="239481" y="212763"/>
                </a:cubicBezTo>
                <a:cubicBezTo>
                  <a:pt x="237451" y="216118"/>
                  <a:pt x="234745" y="218743"/>
                  <a:pt x="231371" y="220626"/>
                </a:cubicBezTo>
                <a:lnTo>
                  <a:pt x="160870" y="259068"/>
                </a:lnTo>
                <a:cubicBezTo>
                  <a:pt x="159261" y="260055"/>
                  <a:pt x="157606" y="260714"/>
                  <a:pt x="155905" y="261043"/>
                </a:cubicBezTo>
                <a:cubicBezTo>
                  <a:pt x="154204" y="261381"/>
                  <a:pt x="152430" y="261546"/>
                  <a:pt x="150565" y="261546"/>
                </a:cubicBezTo>
                <a:cubicBezTo>
                  <a:pt x="148700" y="261546"/>
                  <a:pt x="146917" y="261381"/>
                  <a:pt x="145216" y="261043"/>
                </a:cubicBezTo>
                <a:cubicBezTo>
                  <a:pt x="143524" y="260714"/>
                  <a:pt x="141869" y="260055"/>
                  <a:pt x="140251" y="259068"/>
                </a:cubicBezTo>
                <a:lnTo>
                  <a:pt x="69750" y="220590"/>
                </a:lnTo>
                <a:close/>
                <a:moveTo>
                  <a:pt x="150565" y="166092"/>
                </a:moveTo>
                <a:lnTo>
                  <a:pt x="247464" y="113157"/>
                </a:lnTo>
                <a:lnTo>
                  <a:pt x="150565" y="61164"/>
                </a:lnTo>
                <a:lnTo>
                  <a:pt x="54288" y="113157"/>
                </a:lnTo>
                <a:lnTo>
                  <a:pt x="150565" y="166092"/>
                </a:lnTo>
                <a:close/>
                <a:moveTo>
                  <a:pt x="150565" y="241466"/>
                </a:moveTo>
                <a:lnTo>
                  <a:pt x="221879" y="202082"/>
                </a:lnTo>
                <a:lnTo>
                  <a:pt x="221879" y="151379"/>
                </a:lnTo>
                <a:lnTo>
                  <a:pt x="160870" y="184096"/>
                </a:lnTo>
                <a:cubicBezTo>
                  <a:pt x="159261" y="184983"/>
                  <a:pt x="157606" y="185623"/>
                  <a:pt x="155905" y="186016"/>
                </a:cubicBezTo>
                <a:cubicBezTo>
                  <a:pt x="154204" y="186419"/>
                  <a:pt x="152430" y="186611"/>
                  <a:pt x="150565" y="186611"/>
                </a:cubicBezTo>
                <a:cubicBezTo>
                  <a:pt x="148700" y="186611"/>
                  <a:pt x="146972" y="186419"/>
                  <a:pt x="145371" y="186016"/>
                </a:cubicBezTo>
                <a:cubicBezTo>
                  <a:pt x="143780" y="185623"/>
                  <a:pt x="142180" y="184983"/>
                  <a:pt x="140571" y="184096"/>
                </a:cubicBezTo>
                <a:lnTo>
                  <a:pt x="79242" y="150721"/>
                </a:lnTo>
                <a:lnTo>
                  <a:pt x="79242" y="202046"/>
                </a:lnTo>
                <a:lnTo>
                  <a:pt x="150565" y="241466"/>
                </a:lnTo>
                <a:close/>
                <a:moveTo>
                  <a:pt x="150876" y="166092"/>
                </a:moveTo>
                <a:close/>
                <a:moveTo>
                  <a:pt x="150565" y="196925"/>
                </a:moveTo>
                <a:close/>
                <a:moveTo>
                  <a:pt x="150565" y="19692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4" name="圖示 工廠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824" y="278334"/>
                </a:moveTo>
                <a:cubicBezTo>
                  <a:pt x="38935" y="278334"/>
                  <a:pt x="33897" y="276240"/>
                  <a:pt x="29700" y="272052"/>
                </a:cubicBezTo>
                <a:cubicBezTo>
                  <a:pt x="25512" y="267855"/>
                  <a:pt x="23418" y="262817"/>
                  <a:pt x="23418" y="256928"/>
                </a:cubicBezTo>
                <a:lnTo>
                  <a:pt x="23418" y="138522"/>
                </a:lnTo>
                <a:cubicBezTo>
                  <a:pt x="23418" y="134161"/>
                  <a:pt x="24616" y="130174"/>
                  <a:pt x="27002" y="126544"/>
                </a:cubicBezTo>
                <a:cubicBezTo>
                  <a:pt x="29389" y="122923"/>
                  <a:pt x="32598" y="120271"/>
                  <a:pt x="36622" y="118598"/>
                </a:cubicBezTo>
                <a:lnTo>
                  <a:pt x="100611" y="91504"/>
                </a:lnTo>
                <a:cubicBezTo>
                  <a:pt x="104050" y="90096"/>
                  <a:pt x="107287" y="90361"/>
                  <a:pt x="110332" y="92290"/>
                </a:cubicBezTo>
                <a:cubicBezTo>
                  <a:pt x="113367" y="94211"/>
                  <a:pt x="114885" y="97036"/>
                  <a:pt x="114885" y="100739"/>
                </a:cubicBezTo>
                <a:lnTo>
                  <a:pt x="114885" y="110615"/>
                </a:lnTo>
                <a:lnTo>
                  <a:pt x="163074" y="91157"/>
                </a:lnTo>
                <a:cubicBezTo>
                  <a:pt x="166659" y="89748"/>
                  <a:pt x="169996" y="90114"/>
                  <a:pt x="173096" y="92254"/>
                </a:cubicBezTo>
                <a:cubicBezTo>
                  <a:pt x="176196" y="94412"/>
                  <a:pt x="177750" y="97374"/>
                  <a:pt x="177750" y="101151"/>
                </a:cubicBezTo>
                <a:lnTo>
                  <a:pt x="177750" y="124002"/>
                </a:lnTo>
                <a:lnTo>
                  <a:pt x="278334" y="124002"/>
                </a:lnTo>
                <a:lnTo>
                  <a:pt x="278334" y="256928"/>
                </a:lnTo>
                <a:cubicBezTo>
                  <a:pt x="278334" y="262817"/>
                  <a:pt x="276240" y="267855"/>
                  <a:pt x="272052" y="272052"/>
                </a:cubicBezTo>
                <a:cubicBezTo>
                  <a:pt x="267855" y="276240"/>
                  <a:pt x="262817" y="278334"/>
                  <a:pt x="256928" y="278334"/>
                </a:cubicBezTo>
                <a:lnTo>
                  <a:pt x="44824" y="278334"/>
                </a:lnTo>
                <a:close/>
                <a:moveTo>
                  <a:pt x="44824" y="256928"/>
                </a:moveTo>
                <a:lnTo>
                  <a:pt x="256901" y="256928"/>
                </a:lnTo>
                <a:lnTo>
                  <a:pt x="256901" y="145499"/>
                </a:lnTo>
                <a:lnTo>
                  <a:pt x="156692" y="145499"/>
                </a:lnTo>
                <a:lnTo>
                  <a:pt x="156692" y="116961"/>
                </a:lnTo>
                <a:lnTo>
                  <a:pt x="93827" y="142107"/>
                </a:lnTo>
                <a:lnTo>
                  <a:pt x="93827" y="117208"/>
                </a:lnTo>
                <a:lnTo>
                  <a:pt x="44824" y="138833"/>
                </a:lnTo>
                <a:lnTo>
                  <a:pt x="44824" y="256928"/>
                </a:lnTo>
                <a:close/>
                <a:moveTo>
                  <a:pt x="140626" y="226314"/>
                </a:moveTo>
                <a:lnTo>
                  <a:pt x="161154" y="226314"/>
                </a:lnTo>
                <a:lnTo>
                  <a:pt x="161154" y="176022"/>
                </a:lnTo>
                <a:lnTo>
                  <a:pt x="140626" y="176022"/>
                </a:lnTo>
                <a:lnTo>
                  <a:pt x="140626" y="226314"/>
                </a:lnTo>
                <a:close/>
                <a:moveTo>
                  <a:pt x="89428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89428" y="176022"/>
                </a:lnTo>
                <a:lnTo>
                  <a:pt x="89428" y="226314"/>
                </a:lnTo>
                <a:close/>
                <a:moveTo>
                  <a:pt x="191741" y="226314"/>
                </a:moveTo>
                <a:lnTo>
                  <a:pt x="212324" y="226314"/>
                </a:lnTo>
                <a:lnTo>
                  <a:pt x="212324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8334" y="124002"/>
                </a:moveTo>
                <a:lnTo>
                  <a:pt x="219803" y="124002"/>
                </a:lnTo>
                <a:lnTo>
                  <a:pt x="231279" y="33165"/>
                </a:lnTo>
                <a:cubicBezTo>
                  <a:pt x="231700" y="30504"/>
                  <a:pt x="232870" y="28292"/>
                  <a:pt x="234800" y="26527"/>
                </a:cubicBezTo>
                <a:cubicBezTo>
                  <a:pt x="236729" y="24744"/>
                  <a:pt x="239015" y="23857"/>
                  <a:pt x="241658" y="23857"/>
                </a:cubicBezTo>
                <a:lnTo>
                  <a:pt x="256206" y="23857"/>
                </a:lnTo>
                <a:cubicBezTo>
                  <a:pt x="258848" y="23857"/>
                  <a:pt x="261143" y="24725"/>
                  <a:pt x="263091" y="26463"/>
                </a:cubicBezTo>
                <a:cubicBezTo>
                  <a:pt x="265039" y="28209"/>
                  <a:pt x="266237" y="30404"/>
                  <a:pt x="266676" y="33065"/>
                </a:cubicBezTo>
                <a:lnTo>
                  <a:pt x="278307" y="12396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6" name="圖示 機台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016" y="265322"/>
                </a:moveTo>
                <a:cubicBezTo>
                  <a:pt x="62463" y="265322"/>
                  <a:pt x="58650" y="263786"/>
                  <a:pt x="55577" y="260705"/>
                </a:cubicBezTo>
                <a:cubicBezTo>
                  <a:pt x="52496" y="257623"/>
                  <a:pt x="50950" y="253810"/>
                  <a:pt x="50950" y="249256"/>
                </a:cubicBezTo>
                <a:cubicBezTo>
                  <a:pt x="50950" y="244712"/>
                  <a:pt x="52496" y="240899"/>
                  <a:pt x="55577" y="237817"/>
                </a:cubicBezTo>
                <a:cubicBezTo>
                  <a:pt x="58650" y="234736"/>
                  <a:pt x="62463" y="233199"/>
                  <a:pt x="67016" y="233199"/>
                </a:cubicBezTo>
                <a:lnTo>
                  <a:pt x="92162" y="233199"/>
                </a:lnTo>
                <a:lnTo>
                  <a:pt x="59820" y="122804"/>
                </a:lnTo>
                <a:cubicBezTo>
                  <a:pt x="52459" y="119704"/>
                  <a:pt x="46689" y="115288"/>
                  <a:pt x="42501" y="109545"/>
                </a:cubicBezTo>
                <a:cubicBezTo>
                  <a:pt x="38304" y="103803"/>
                  <a:pt x="36210" y="96204"/>
                  <a:pt x="36210" y="86758"/>
                </a:cubicBezTo>
                <a:cubicBezTo>
                  <a:pt x="36210" y="76462"/>
                  <a:pt x="39996" y="67528"/>
                  <a:pt x="47558" y="59939"/>
                </a:cubicBezTo>
                <a:cubicBezTo>
                  <a:pt x="55102" y="52359"/>
                  <a:pt x="64026" y="48564"/>
                  <a:pt x="74341" y="48564"/>
                </a:cubicBezTo>
                <a:cubicBezTo>
                  <a:pt x="84015" y="48564"/>
                  <a:pt x="92062" y="51161"/>
                  <a:pt x="98481" y="56354"/>
                </a:cubicBezTo>
                <a:cubicBezTo>
                  <a:pt x="104909" y="61557"/>
                  <a:pt x="109253" y="68543"/>
                  <a:pt x="111493" y="77322"/>
                </a:cubicBezTo>
                <a:lnTo>
                  <a:pt x="154588" y="77322"/>
                </a:lnTo>
                <a:lnTo>
                  <a:pt x="154588" y="58778"/>
                </a:lnTo>
                <a:cubicBezTo>
                  <a:pt x="154588" y="56016"/>
                  <a:pt x="155603" y="53611"/>
                  <a:pt x="157633" y="51581"/>
                </a:cubicBezTo>
                <a:cubicBezTo>
                  <a:pt x="159663" y="49551"/>
                  <a:pt x="162068" y="48527"/>
                  <a:pt x="164830" y="48527"/>
                </a:cubicBezTo>
                <a:cubicBezTo>
                  <a:pt x="167097" y="48527"/>
                  <a:pt x="169009" y="49378"/>
                  <a:pt x="170581" y="51078"/>
                </a:cubicBezTo>
                <a:cubicBezTo>
                  <a:pt x="172154" y="52779"/>
                  <a:pt x="172959" y="54754"/>
                  <a:pt x="173004" y="57022"/>
                </a:cubicBezTo>
                <a:lnTo>
                  <a:pt x="196047" y="34921"/>
                </a:lnTo>
                <a:cubicBezTo>
                  <a:pt x="197867" y="33138"/>
                  <a:pt x="200162" y="31967"/>
                  <a:pt x="202924" y="31400"/>
                </a:cubicBezTo>
                <a:cubicBezTo>
                  <a:pt x="205694" y="30834"/>
                  <a:pt x="208511" y="31199"/>
                  <a:pt x="211382" y="32498"/>
                </a:cubicBezTo>
                <a:lnTo>
                  <a:pt x="261043" y="56391"/>
                </a:lnTo>
                <a:cubicBezTo>
                  <a:pt x="263183" y="57543"/>
                  <a:pt x="264664" y="59189"/>
                  <a:pt x="265478" y="61329"/>
                </a:cubicBezTo>
                <a:cubicBezTo>
                  <a:pt x="266301" y="63459"/>
                  <a:pt x="266100" y="65709"/>
                  <a:pt x="264883" y="68050"/>
                </a:cubicBezTo>
                <a:cubicBezTo>
                  <a:pt x="263731" y="70290"/>
                  <a:pt x="262040" y="71680"/>
                  <a:pt x="259818" y="72201"/>
                </a:cubicBezTo>
                <a:cubicBezTo>
                  <a:pt x="257596" y="72722"/>
                  <a:pt x="255456" y="72393"/>
                  <a:pt x="253380" y="71195"/>
                </a:cubicBezTo>
                <a:lnTo>
                  <a:pt x="205255" y="47841"/>
                </a:lnTo>
                <a:lnTo>
                  <a:pt x="175144" y="78263"/>
                </a:lnTo>
                <a:lnTo>
                  <a:pt x="175144" y="93854"/>
                </a:lnTo>
                <a:lnTo>
                  <a:pt x="205255" y="125639"/>
                </a:lnTo>
                <a:lnTo>
                  <a:pt x="253380" y="102120"/>
                </a:lnTo>
                <a:cubicBezTo>
                  <a:pt x="255721" y="100968"/>
                  <a:pt x="257925" y="100666"/>
                  <a:pt x="259982" y="101215"/>
                </a:cubicBezTo>
                <a:cubicBezTo>
                  <a:pt x="262030" y="101754"/>
                  <a:pt x="263667" y="103153"/>
                  <a:pt x="264883" y="105394"/>
                </a:cubicBezTo>
                <a:cubicBezTo>
                  <a:pt x="266072" y="107744"/>
                  <a:pt x="266273" y="110085"/>
                  <a:pt x="265478" y="112435"/>
                </a:cubicBezTo>
                <a:cubicBezTo>
                  <a:pt x="264664" y="114785"/>
                  <a:pt x="263082" y="116531"/>
                  <a:pt x="260732" y="117683"/>
                </a:cubicBezTo>
                <a:lnTo>
                  <a:pt x="212863" y="140251"/>
                </a:lnTo>
                <a:cubicBezTo>
                  <a:pt x="209672" y="141869"/>
                  <a:pt x="206636" y="142610"/>
                  <a:pt x="203747" y="142482"/>
                </a:cubicBezTo>
                <a:cubicBezTo>
                  <a:pt x="200857" y="142354"/>
                  <a:pt x="198278" y="141174"/>
                  <a:pt x="196011" y="138934"/>
                </a:cubicBezTo>
                <a:lnTo>
                  <a:pt x="172977" y="116833"/>
                </a:lnTo>
                <a:cubicBezTo>
                  <a:pt x="172931" y="119768"/>
                  <a:pt x="172136" y="121917"/>
                  <a:pt x="170581" y="123279"/>
                </a:cubicBezTo>
                <a:cubicBezTo>
                  <a:pt x="169036" y="124642"/>
                  <a:pt x="167107" y="125319"/>
                  <a:pt x="164802" y="125319"/>
                </a:cubicBezTo>
                <a:cubicBezTo>
                  <a:pt x="162032" y="125319"/>
                  <a:pt x="159636" y="124304"/>
                  <a:pt x="157606" y="122274"/>
                </a:cubicBezTo>
                <a:cubicBezTo>
                  <a:pt x="155567" y="120244"/>
                  <a:pt x="154552" y="117839"/>
                  <a:pt x="154552" y="115077"/>
                </a:cubicBezTo>
                <a:lnTo>
                  <a:pt x="154552" y="96213"/>
                </a:lnTo>
                <a:lnTo>
                  <a:pt x="110834" y="96213"/>
                </a:lnTo>
                <a:cubicBezTo>
                  <a:pt x="110725" y="98984"/>
                  <a:pt x="109902" y="101901"/>
                  <a:pt x="108347" y="104982"/>
                </a:cubicBezTo>
                <a:cubicBezTo>
                  <a:pt x="106774" y="108064"/>
                  <a:pt x="104973" y="110432"/>
                  <a:pt x="102943" y="112087"/>
                </a:cubicBezTo>
                <a:lnTo>
                  <a:pt x="165717" y="233227"/>
                </a:lnTo>
                <a:lnTo>
                  <a:pt x="201296" y="233227"/>
                </a:lnTo>
                <a:cubicBezTo>
                  <a:pt x="205841" y="233227"/>
                  <a:pt x="209654" y="234772"/>
                  <a:pt x="212735" y="237854"/>
                </a:cubicBezTo>
                <a:cubicBezTo>
                  <a:pt x="215817" y="240926"/>
                  <a:pt x="217353" y="244748"/>
                  <a:pt x="217353" y="249293"/>
                </a:cubicBezTo>
                <a:cubicBezTo>
                  <a:pt x="217353" y="253837"/>
                  <a:pt x="215817" y="257650"/>
                  <a:pt x="212735" y="260732"/>
                </a:cubicBezTo>
                <a:cubicBezTo>
                  <a:pt x="209654" y="263814"/>
                  <a:pt x="205841" y="265350"/>
                  <a:pt x="201296" y="265350"/>
                </a:cubicBezTo>
                <a:lnTo>
                  <a:pt x="67016" y="265350"/>
                </a:lnTo>
                <a:close/>
                <a:moveTo>
                  <a:pt x="86877" y="99331"/>
                </a:moveTo>
                <a:cubicBezTo>
                  <a:pt x="90233" y="95975"/>
                  <a:pt x="91906" y="91787"/>
                  <a:pt x="91906" y="86758"/>
                </a:cubicBezTo>
                <a:cubicBezTo>
                  <a:pt x="91906" y="81729"/>
                  <a:pt x="90233" y="77532"/>
                  <a:pt x="86877" y="74185"/>
                </a:cubicBezTo>
                <a:cubicBezTo>
                  <a:pt x="83530" y="70829"/>
                  <a:pt x="79333" y="69156"/>
                  <a:pt x="74304" y="69156"/>
                </a:cubicBezTo>
                <a:cubicBezTo>
                  <a:pt x="69275" y="69156"/>
                  <a:pt x="65087" y="70829"/>
                  <a:pt x="61731" y="74185"/>
                </a:cubicBezTo>
                <a:cubicBezTo>
                  <a:pt x="58384" y="77532"/>
                  <a:pt x="56702" y="81729"/>
                  <a:pt x="56702" y="86758"/>
                </a:cubicBezTo>
                <a:cubicBezTo>
                  <a:pt x="56702" y="91787"/>
                  <a:pt x="58384" y="95975"/>
                  <a:pt x="61731" y="99331"/>
                </a:cubicBezTo>
                <a:cubicBezTo>
                  <a:pt x="65087" y="102678"/>
                  <a:pt x="69275" y="104360"/>
                  <a:pt x="74304" y="104360"/>
                </a:cubicBezTo>
                <a:cubicBezTo>
                  <a:pt x="79333" y="104360"/>
                  <a:pt x="83530" y="102678"/>
                  <a:pt x="86877" y="99331"/>
                </a:cubicBezTo>
                <a:close/>
                <a:moveTo>
                  <a:pt x="112965" y="233199"/>
                </a:moveTo>
                <a:lnTo>
                  <a:pt x="144649" y="233199"/>
                </a:lnTo>
                <a:lnTo>
                  <a:pt x="86786" y="120545"/>
                </a:lnTo>
                <a:cubicBezTo>
                  <a:pt x="86054" y="121003"/>
                  <a:pt x="84939" y="121469"/>
                  <a:pt x="83457" y="121926"/>
                </a:cubicBezTo>
                <a:cubicBezTo>
                  <a:pt x="81967" y="122365"/>
                  <a:pt x="80806" y="122694"/>
                  <a:pt x="79964" y="122905"/>
                </a:cubicBezTo>
                <a:lnTo>
                  <a:pt x="113002" y="233199"/>
                </a:lnTo>
                <a:close/>
                <a:moveTo>
                  <a:pt x="144649" y="23319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28" name="圖示 產線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1137" y="267270"/>
                </a:moveTo>
                <a:cubicBezTo>
                  <a:pt x="50265" y="267270"/>
                  <a:pt x="41020" y="263466"/>
                  <a:pt x="33412" y="255858"/>
                </a:cubicBezTo>
                <a:cubicBezTo>
                  <a:pt x="25804" y="248250"/>
                  <a:pt x="22000" y="239006"/>
                  <a:pt x="22000" y="228106"/>
                </a:cubicBezTo>
                <a:cubicBezTo>
                  <a:pt x="22000" y="217234"/>
                  <a:pt x="25804" y="207971"/>
                  <a:pt x="33412" y="200318"/>
                </a:cubicBezTo>
                <a:cubicBezTo>
                  <a:pt x="41020" y="192692"/>
                  <a:pt x="50265" y="188878"/>
                  <a:pt x="61137" y="188878"/>
                </a:cubicBezTo>
                <a:lnTo>
                  <a:pt x="241210" y="188878"/>
                </a:lnTo>
                <a:cubicBezTo>
                  <a:pt x="252109" y="188878"/>
                  <a:pt x="261372" y="192692"/>
                  <a:pt x="268998" y="200318"/>
                </a:cubicBezTo>
                <a:cubicBezTo>
                  <a:pt x="276624" y="207944"/>
                  <a:pt x="280437" y="217207"/>
                  <a:pt x="280437" y="228106"/>
                </a:cubicBezTo>
                <a:cubicBezTo>
                  <a:pt x="280437" y="238978"/>
                  <a:pt x="276624" y="248223"/>
                  <a:pt x="268998" y="255831"/>
                </a:cubicBezTo>
                <a:cubicBezTo>
                  <a:pt x="261372" y="263439"/>
                  <a:pt x="252109" y="267243"/>
                  <a:pt x="241210" y="267243"/>
                </a:cubicBezTo>
                <a:lnTo>
                  <a:pt x="61137" y="267243"/>
                </a:lnTo>
                <a:close/>
                <a:moveTo>
                  <a:pt x="61137" y="246367"/>
                </a:moveTo>
                <a:lnTo>
                  <a:pt x="241210" y="246367"/>
                </a:lnTo>
                <a:cubicBezTo>
                  <a:pt x="246413" y="246367"/>
                  <a:pt x="250765" y="244593"/>
                  <a:pt x="254285" y="241054"/>
                </a:cubicBezTo>
                <a:cubicBezTo>
                  <a:pt x="257806" y="237515"/>
                  <a:pt x="259562" y="233199"/>
                  <a:pt x="259534" y="228106"/>
                </a:cubicBezTo>
                <a:cubicBezTo>
                  <a:pt x="259534" y="223013"/>
                  <a:pt x="257788" y="218688"/>
                  <a:pt x="254285" y="215122"/>
                </a:cubicBezTo>
                <a:cubicBezTo>
                  <a:pt x="250792" y="211565"/>
                  <a:pt x="246431" y="209782"/>
                  <a:pt x="241210" y="209782"/>
                </a:cubicBezTo>
                <a:lnTo>
                  <a:pt x="61137" y="209782"/>
                </a:lnTo>
                <a:cubicBezTo>
                  <a:pt x="55961" y="209782"/>
                  <a:pt x="51627" y="211565"/>
                  <a:pt x="48125" y="215122"/>
                </a:cubicBezTo>
                <a:cubicBezTo>
                  <a:pt x="44623" y="218688"/>
                  <a:pt x="42876" y="223013"/>
                  <a:pt x="42876" y="228106"/>
                </a:cubicBezTo>
                <a:cubicBezTo>
                  <a:pt x="42876" y="233199"/>
                  <a:pt x="44623" y="237515"/>
                  <a:pt x="48125" y="241054"/>
                </a:cubicBezTo>
                <a:cubicBezTo>
                  <a:pt x="51627" y="244593"/>
                  <a:pt x="55961" y="246367"/>
                  <a:pt x="61137" y="246367"/>
                </a:cubicBezTo>
                <a:close/>
                <a:moveTo>
                  <a:pt x="122740" y="164866"/>
                </a:moveTo>
                <a:cubicBezTo>
                  <a:pt x="119722" y="164866"/>
                  <a:pt x="117190" y="163833"/>
                  <a:pt x="115141" y="161785"/>
                </a:cubicBezTo>
                <a:cubicBezTo>
                  <a:pt x="113084" y="159727"/>
                  <a:pt x="112060" y="157195"/>
                  <a:pt x="112060" y="154177"/>
                </a:cubicBezTo>
                <a:lnTo>
                  <a:pt x="112060" y="46397"/>
                </a:lnTo>
                <a:cubicBezTo>
                  <a:pt x="112060" y="43379"/>
                  <a:pt x="113084" y="40828"/>
                  <a:pt x="115141" y="38752"/>
                </a:cubicBezTo>
                <a:cubicBezTo>
                  <a:pt x="117190" y="36686"/>
                  <a:pt x="119722" y="35652"/>
                  <a:pt x="122740" y="35680"/>
                </a:cubicBezTo>
                <a:lnTo>
                  <a:pt x="230529" y="35680"/>
                </a:lnTo>
                <a:cubicBezTo>
                  <a:pt x="233547" y="35680"/>
                  <a:pt x="236089" y="36704"/>
                  <a:pt x="238165" y="38752"/>
                </a:cubicBezTo>
                <a:cubicBezTo>
                  <a:pt x="240240" y="40810"/>
                  <a:pt x="241264" y="43352"/>
                  <a:pt x="241246" y="46397"/>
                </a:cubicBezTo>
                <a:lnTo>
                  <a:pt x="241246" y="154177"/>
                </a:lnTo>
                <a:cubicBezTo>
                  <a:pt x="241246" y="157195"/>
                  <a:pt x="240222" y="159727"/>
                  <a:pt x="238165" y="161785"/>
                </a:cubicBezTo>
                <a:cubicBezTo>
                  <a:pt x="236107" y="163833"/>
                  <a:pt x="233565" y="164866"/>
                  <a:pt x="230529" y="164866"/>
                </a:cubicBezTo>
                <a:lnTo>
                  <a:pt x="122740" y="164866"/>
                </a:lnTo>
                <a:close/>
                <a:moveTo>
                  <a:pt x="132926" y="143963"/>
                </a:moveTo>
                <a:lnTo>
                  <a:pt x="220343" y="143963"/>
                </a:lnTo>
                <a:lnTo>
                  <a:pt x="220343" y="56583"/>
                </a:lnTo>
                <a:lnTo>
                  <a:pt x="132926" y="56583"/>
                </a:lnTo>
                <a:lnTo>
                  <a:pt x="132926" y="143991"/>
                </a:lnTo>
                <a:close/>
                <a:moveTo>
                  <a:pt x="31931" y="136419"/>
                </a:moveTo>
                <a:cubicBezTo>
                  <a:pt x="28913" y="136419"/>
                  <a:pt x="26399" y="135423"/>
                  <a:pt x="24387" y="133429"/>
                </a:cubicBezTo>
                <a:cubicBezTo>
                  <a:pt x="22375" y="131463"/>
                  <a:pt x="21379" y="128967"/>
                  <a:pt x="21379" y="125949"/>
                </a:cubicBezTo>
                <a:cubicBezTo>
                  <a:pt x="21379" y="122932"/>
                  <a:pt x="22366" y="120417"/>
                  <a:pt x="24360" y="118406"/>
                </a:cubicBezTo>
                <a:cubicBezTo>
                  <a:pt x="26353" y="116394"/>
                  <a:pt x="28858" y="115388"/>
                  <a:pt x="31876" y="115388"/>
                </a:cubicBezTo>
                <a:lnTo>
                  <a:pt x="83613" y="115388"/>
                </a:lnTo>
                <a:cubicBezTo>
                  <a:pt x="86566" y="115388"/>
                  <a:pt x="89063" y="116394"/>
                  <a:pt x="91093" y="118406"/>
                </a:cubicBezTo>
                <a:cubicBezTo>
                  <a:pt x="93141" y="120417"/>
                  <a:pt x="94174" y="122932"/>
                  <a:pt x="94174" y="125949"/>
                </a:cubicBezTo>
                <a:cubicBezTo>
                  <a:pt x="94174" y="128967"/>
                  <a:pt x="93141" y="131472"/>
                  <a:pt x="91093" y="133466"/>
                </a:cubicBezTo>
                <a:cubicBezTo>
                  <a:pt x="89035" y="135450"/>
                  <a:pt x="86548" y="136447"/>
                  <a:pt x="83613" y="136447"/>
                </a:cubicBezTo>
                <a:lnTo>
                  <a:pt x="31967" y="136447"/>
                </a:lnTo>
                <a:close/>
                <a:moveTo>
                  <a:pt x="161565" y="98856"/>
                </a:moveTo>
                <a:lnTo>
                  <a:pt x="191585" y="98856"/>
                </a:lnTo>
                <a:cubicBezTo>
                  <a:pt x="194475" y="98856"/>
                  <a:pt x="196898" y="97877"/>
                  <a:pt x="198845" y="95930"/>
                </a:cubicBezTo>
                <a:cubicBezTo>
                  <a:pt x="200793" y="93982"/>
                  <a:pt x="201762" y="91577"/>
                  <a:pt x="201762" y="88706"/>
                </a:cubicBezTo>
                <a:cubicBezTo>
                  <a:pt x="201762" y="85835"/>
                  <a:pt x="200793" y="83412"/>
                  <a:pt x="198845" y="81446"/>
                </a:cubicBezTo>
                <a:cubicBezTo>
                  <a:pt x="196898" y="79471"/>
                  <a:pt x="194475" y="78483"/>
                  <a:pt x="191585" y="78483"/>
                </a:cubicBezTo>
                <a:lnTo>
                  <a:pt x="161657" y="78483"/>
                </a:lnTo>
                <a:cubicBezTo>
                  <a:pt x="158722" y="78483"/>
                  <a:pt x="156289" y="79461"/>
                  <a:pt x="154369" y="81409"/>
                </a:cubicBezTo>
                <a:cubicBezTo>
                  <a:pt x="152440" y="83357"/>
                  <a:pt x="151470" y="85798"/>
                  <a:pt x="151470" y="88733"/>
                </a:cubicBezTo>
                <a:cubicBezTo>
                  <a:pt x="151470" y="91669"/>
                  <a:pt x="152440" y="94092"/>
                  <a:pt x="154369" y="95994"/>
                </a:cubicBezTo>
                <a:cubicBezTo>
                  <a:pt x="156289" y="97905"/>
                  <a:pt x="158694" y="98856"/>
                  <a:pt x="161565" y="98856"/>
                </a:cubicBezTo>
                <a:close/>
                <a:moveTo>
                  <a:pt x="57616" y="95463"/>
                </a:moveTo>
                <a:cubicBezTo>
                  <a:pt x="54581" y="95463"/>
                  <a:pt x="52075" y="94458"/>
                  <a:pt x="50100" y="92446"/>
                </a:cubicBezTo>
                <a:cubicBezTo>
                  <a:pt x="48134" y="90434"/>
                  <a:pt x="47146" y="87947"/>
                  <a:pt x="47146" y="84993"/>
                </a:cubicBezTo>
                <a:cubicBezTo>
                  <a:pt x="47146" y="82040"/>
                  <a:pt x="48152" y="79553"/>
                  <a:pt x="50164" y="77541"/>
                </a:cubicBezTo>
                <a:cubicBezTo>
                  <a:pt x="52176" y="75529"/>
                  <a:pt x="54645" y="74524"/>
                  <a:pt x="57552" y="74524"/>
                </a:cubicBezTo>
                <a:lnTo>
                  <a:pt x="86191" y="74524"/>
                </a:lnTo>
                <a:cubicBezTo>
                  <a:pt x="89163" y="74524"/>
                  <a:pt x="91659" y="75520"/>
                  <a:pt x="93671" y="77514"/>
                </a:cubicBezTo>
                <a:cubicBezTo>
                  <a:pt x="95655" y="79507"/>
                  <a:pt x="96652" y="82003"/>
                  <a:pt x="96652" y="85021"/>
                </a:cubicBezTo>
                <a:cubicBezTo>
                  <a:pt x="96652" y="88038"/>
                  <a:pt x="95646" y="90535"/>
                  <a:pt x="93635" y="92510"/>
                </a:cubicBezTo>
                <a:cubicBezTo>
                  <a:pt x="91623" y="94476"/>
                  <a:pt x="89136" y="95463"/>
                  <a:pt x="86155" y="95463"/>
                </a:cubicBezTo>
                <a:lnTo>
                  <a:pt x="57616" y="95463"/>
                </a:lnTo>
                <a:close/>
                <a:moveTo>
                  <a:pt x="132926" y="143963"/>
                </a:moveTo>
                <a:lnTo>
                  <a:pt x="132926" y="56583"/>
                </a:lnTo>
                <a:lnTo>
                  <a:pt x="132926" y="14399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0" name="圖示 晶圓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2554" y="245178"/>
                </a:moveTo>
                <a:cubicBezTo>
                  <a:pt x="237131" y="225473"/>
                  <a:pt x="261820" y="177256"/>
                  <a:pt x="251753" y="129580"/>
                </a:cubicBezTo>
                <a:cubicBezTo>
                  <a:pt x="241685" y="81894"/>
                  <a:pt x="199604" y="47777"/>
                  <a:pt x="150876" y="47777"/>
                </a:cubicBezTo>
                <a:cubicBezTo>
                  <a:pt x="102148" y="47777"/>
                  <a:pt x="60067" y="81894"/>
                  <a:pt x="49999" y="129580"/>
                </a:cubicBezTo>
                <a:cubicBezTo>
                  <a:pt x="39932" y="177256"/>
                  <a:pt x="64621" y="225473"/>
                  <a:pt x="109198" y="245178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2" name="圖示 晶片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2529"/>
                </a:moveTo>
                <a:lnTo>
                  <a:pt x="118497" y="129506"/>
                </a:lnTo>
                <a:cubicBezTo>
                  <a:pt x="118497" y="126489"/>
                  <a:pt x="119530" y="123938"/>
                  <a:pt x="121579" y="121862"/>
                </a:cubicBezTo>
                <a:cubicBezTo>
                  <a:pt x="123636" y="119786"/>
                  <a:pt x="126178" y="118762"/>
                  <a:pt x="129223" y="118781"/>
                </a:cubicBezTo>
                <a:lnTo>
                  <a:pt x="172255" y="118781"/>
                </a:lnTo>
                <a:cubicBezTo>
                  <a:pt x="175272" y="118781"/>
                  <a:pt x="177814" y="119814"/>
                  <a:pt x="179890" y="121862"/>
                </a:cubicBezTo>
                <a:cubicBezTo>
                  <a:pt x="181966" y="123919"/>
                  <a:pt x="182990" y="126462"/>
                  <a:pt x="182971" y="129506"/>
                </a:cubicBezTo>
                <a:lnTo>
                  <a:pt x="182971" y="172529"/>
                </a:lnTo>
                <a:cubicBezTo>
                  <a:pt x="182971" y="175547"/>
                  <a:pt x="181938" y="178098"/>
                  <a:pt x="179890" y="180173"/>
                </a:cubicBezTo>
                <a:cubicBezTo>
                  <a:pt x="177833" y="182249"/>
                  <a:pt x="175281" y="183273"/>
                  <a:pt x="172218" y="183255"/>
                </a:cubicBezTo>
                <a:lnTo>
                  <a:pt x="129223" y="183255"/>
                </a:lnTo>
                <a:cubicBezTo>
                  <a:pt x="126205" y="183255"/>
                  <a:pt x="123654" y="182222"/>
                  <a:pt x="121579" y="180173"/>
                </a:cubicBezTo>
                <a:cubicBezTo>
                  <a:pt x="119503" y="178116"/>
                  <a:pt x="118479" y="175574"/>
                  <a:pt x="118497" y="172529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1868" y="256901"/>
                </a:moveTo>
                <a:lnTo>
                  <a:pt x="111868" y="240771"/>
                </a:lnTo>
                <a:lnTo>
                  <a:pt x="82387" y="240771"/>
                </a:lnTo>
                <a:cubicBezTo>
                  <a:pt x="76599" y="240771"/>
                  <a:pt x="71579" y="238649"/>
                  <a:pt x="67327" y="234388"/>
                </a:cubicBezTo>
                <a:cubicBezTo>
                  <a:pt x="63075" y="230136"/>
                  <a:pt x="60945" y="225116"/>
                  <a:pt x="60945" y="219337"/>
                </a:cubicBezTo>
                <a:lnTo>
                  <a:pt x="60945" y="189857"/>
                </a:lnTo>
                <a:lnTo>
                  <a:pt x="44787" y="189857"/>
                </a:lnTo>
                <a:cubicBezTo>
                  <a:pt x="41980" y="189857"/>
                  <a:pt x="39630" y="188897"/>
                  <a:pt x="37719" y="186995"/>
                </a:cubicBezTo>
                <a:cubicBezTo>
                  <a:pt x="35835" y="185084"/>
                  <a:pt x="34894" y="182725"/>
                  <a:pt x="34894" y="179917"/>
                </a:cubicBezTo>
                <a:cubicBezTo>
                  <a:pt x="34894" y="177128"/>
                  <a:pt x="35844" y="174806"/>
                  <a:pt x="37746" y="172940"/>
                </a:cubicBezTo>
                <a:cubicBezTo>
                  <a:pt x="39658" y="171075"/>
                  <a:pt x="42017" y="170142"/>
                  <a:pt x="44824" y="170142"/>
                </a:cubicBezTo>
                <a:lnTo>
                  <a:pt x="60945" y="170142"/>
                </a:lnTo>
                <a:lnTo>
                  <a:pt x="60945" y="130256"/>
                </a:lnTo>
                <a:lnTo>
                  <a:pt x="44824" y="130256"/>
                </a:lnTo>
                <a:cubicBezTo>
                  <a:pt x="42017" y="130256"/>
                  <a:pt x="39658" y="129305"/>
                  <a:pt x="37746" y="127394"/>
                </a:cubicBezTo>
                <a:cubicBezTo>
                  <a:pt x="35844" y="125492"/>
                  <a:pt x="34894" y="123133"/>
                  <a:pt x="34894" y="120326"/>
                </a:cubicBezTo>
                <a:cubicBezTo>
                  <a:pt x="34894" y="117537"/>
                  <a:pt x="35844" y="115214"/>
                  <a:pt x="37746" y="113349"/>
                </a:cubicBezTo>
                <a:cubicBezTo>
                  <a:pt x="39658" y="111484"/>
                  <a:pt x="42017" y="110551"/>
                  <a:pt x="44824" y="110551"/>
                </a:cubicBezTo>
                <a:lnTo>
                  <a:pt x="60945" y="110551"/>
                </a:lnTo>
                <a:lnTo>
                  <a:pt x="60945" y="81062"/>
                </a:lnTo>
                <a:cubicBezTo>
                  <a:pt x="60945" y="75264"/>
                  <a:pt x="63075" y="70235"/>
                  <a:pt x="67327" y="65974"/>
                </a:cubicBezTo>
                <a:cubicBezTo>
                  <a:pt x="71579" y="61722"/>
                  <a:pt x="76599" y="59601"/>
                  <a:pt x="82387" y="59601"/>
                </a:cubicBezTo>
                <a:lnTo>
                  <a:pt x="111868" y="59601"/>
                </a:lnTo>
                <a:lnTo>
                  <a:pt x="111868" y="44732"/>
                </a:lnTo>
                <a:cubicBezTo>
                  <a:pt x="111868" y="41944"/>
                  <a:pt x="112819" y="39603"/>
                  <a:pt x="114730" y="37719"/>
                </a:cubicBezTo>
                <a:cubicBezTo>
                  <a:pt x="116632" y="35835"/>
                  <a:pt x="118991" y="34894"/>
                  <a:pt x="121798" y="34894"/>
                </a:cubicBezTo>
                <a:cubicBezTo>
                  <a:pt x="124587" y="34894"/>
                  <a:pt x="126910" y="35835"/>
                  <a:pt x="128775" y="37719"/>
                </a:cubicBezTo>
                <a:cubicBezTo>
                  <a:pt x="130622" y="39603"/>
                  <a:pt x="131546" y="41944"/>
                  <a:pt x="131546" y="44732"/>
                </a:cubicBezTo>
                <a:lnTo>
                  <a:pt x="131546" y="59601"/>
                </a:lnTo>
                <a:lnTo>
                  <a:pt x="171432" y="59601"/>
                </a:lnTo>
                <a:lnTo>
                  <a:pt x="171432" y="44696"/>
                </a:lnTo>
                <a:cubicBezTo>
                  <a:pt x="171432" y="41907"/>
                  <a:pt x="172383" y="39575"/>
                  <a:pt x="174294" y="37692"/>
                </a:cubicBezTo>
                <a:cubicBezTo>
                  <a:pt x="176196" y="35799"/>
                  <a:pt x="178555" y="34857"/>
                  <a:pt x="181362" y="34857"/>
                </a:cubicBezTo>
                <a:cubicBezTo>
                  <a:pt x="184151" y="34857"/>
                  <a:pt x="186483" y="35799"/>
                  <a:pt x="188348" y="37692"/>
                </a:cubicBezTo>
                <a:cubicBezTo>
                  <a:pt x="190204" y="39575"/>
                  <a:pt x="191137" y="41907"/>
                  <a:pt x="191137" y="44696"/>
                </a:cubicBezTo>
                <a:lnTo>
                  <a:pt x="191137" y="59564"/>
                </a:lnTo>
                <a:lnTo>
                  <a:pt x="220626" y="59564"/>
                </a:lnTo>
                <a:cubicBezTo>
                  <a:pt x="226433" y="59564"/>
                  <a:pt x="231462" y="61695"/>
                  <a:pt x="235714" y="65947"/>
                </a:cubicBezTo>
                <a:cubicBezTo>
                  <a:pt x="239966" y="70198"/>
                  <a:pt x="242097" y="75228"/>
                  <a:pt x="242097" y="81034"/>
                </a:cubicBezTo>
                <a:lnTo>
                  <a:pt x="242097" y="110514"/>
                </a:lnTo>
                <a:lnTo>
                  <a:pt x="256965" y="110514"/>
                </a:lnTo>
                <a:cubicBezTo>
                  <a:pt x="259744" y="110514"/>
                  <a:pt x="262085" y="111456"/>
                  <a:pt x="263969" y="113349"/>
                </a:cubicBezTo>
                <a:cubicBezTo>
                  <a:pt x="265853" y="115233"/>
                  <a:pt x="266804" y="117564"/>
                  <a:pt x="266804" y="120353"/>
                </a:cubicBezTo>
                <a:cubicBezTo>
                  <a:pt x="266804" y="123142"/>
                  <a:pt x="265853" y="125474"/>
                  <a:pt x="263969" y="127367"/>
                </a:cubicBezTo>
                <a:cubicBezTo>
                  <a:pt x="262085" y="129250"/>
                  <a:pt x="259744" y="130192"/>
                  <a:pt x="256965" y="130192"/>
                </a:cubicBezTo>
                <a:lnTo>
                  <a:pt x="242097" y="130192"/>
                </a:lnTo>
                <a:lnTo>
                  <a:pt x="242097" y="170078"/>
                </a:lnTo>
                <a:lnTo>
                  <a:pt x="256992" y="170078"/>
                </a:lnTo>
                <a:cubicBezTo>
                  <a:pt x="259781" y="170078"/>
                  <a:pt x="262113" y="171020"/>
                  <a:pt x="264006" y="172913"/>
                </a:cubicBezTo>
                <a:cubicBezTo>
                  <a:pt x="265889" y="174797"/>
                  <a:pt x="266831" y="177128"/>
                  <a:pt x="266831" y="179917"/>
                </a:cubicBezTo>
                <a:cubicBezTo>
                  <a:pt x="266831" y="182706"/>
                  <a:pt x="265889" y="185047"/>
                  <a:pt x="264006" y="186931"/>
                </a:cubicBezTo>
                <a:cubicBezTo>
                  <a:pt x="262113" y="188814"/>
                  <a:pt x="259781" y="189756"/>
                  <a:pt x="256992" y="189756"/>
                </a:cubicBezTo>
                <a:lnTo>
                  <a:pt x="242124" y="189756"/>
                </a:lnTo>
                <a:lnTo>
                  <a:pt x="242124" y="219246"/>
                </a:lnTo>
                <a:cubicBezTo>
                  <a:pt x="242124" y="225025"/>
                  <a:pt x="239993" y="230045"/>
                  <a:pt x="235741" y="234297"/>
                </a:cubicBezTo>
                <a:cubicBezTo>
                  <a:pt x="231490" y="238549"/>
                  <a:pt x="226460" y="240679"/>
                  <a:pt x="220654" y="240679"/>
                </a:cubicBezTo>
                <a:lnTo>
                  <a:pt x="191174" y="240679"/>
                </a:lnTo>
                <a:lnTo>
                  <a:pt x="191174" y="256837"/>
                </a:lnTo>
                <a:cubicBezTo>
                  <a:pt x="191174" y="259644"/>
                  <a:pt x="190232" y="262003"/>
                  <a:pt x="188348" y="263905"/>
                </a:cubicBezTo>
                <a:cubicBezTo>
                  <a:pt x="186455" y="265798"/>
                  <a:pt x="184124" y="266740"/>
                  <a:pt x="181335" y="266740"/>
                </a:cubicBezTo>
                <a:cubicBezTo>
                  <a:pt x="178546" y="266740"/>
                  <a:pt x="176214" y="265780"/>
                  <a:pt x="174321" y="263878"/>
                </a:cubicBezTo>
                <a:cubicBezTo>
                  <a:pt x="172438" y="261966"/>
                  <a:pt x="171496" y="259607"/>
                  <a:pt x="171496" y="256800"/>
                </a:cubicBezTo>
                <a:lnTo>
                  <a:pt x="171496" y="240679"/>
                </a:lnTo>
                <a:lnTo>
                  <a:pt x="131573" y="240679"/>
                </a:lnTo>
                <a:lnTo>
                  <a:pt x="131573" y="256800"/>
                </a:lnTo>
                <a:cubicBezTo>
                  <a:pt x="131573" y="259607"/>
                  <a:pt x="130631" y="261966"/>
                  <a:pt x="128748" y="263878"/>
                </a:cubicBezTo>
                <a:cubicBezTo>
                  <a:pt x="126864" y="265780"/>
                  <a:pt x="124523" y="266740"/>
                  <a:pt x="121734" y="266740"/>
                </a:cubicBezTo>
                <a:cubicBezTo>
                  <a:pt x="118954" y="266740"/>
                  <a:pt x="116613" y="265780"/>
                  <a:pt x="114730" y="263878"/>
                </a:cubicBezTo>
                <a:cubicBezTo>
                  <a:pt x="112846" y="261966"/>
                  <a:pt x="111904" y="259607"/>
                  <a:pt x="111904" y="256800"/>
                </a:cubicBezTo>
                <a:close/>
                <a:moveTo>
                  <a:pt x="220590" y="219365"/>
                </a:moveTo>
                <a:lnTo>
                  <a:pt x="220590" y="81162"/>
                </a:lnTo>
                <a:lnTo>
                  <a:pt x="82387" y="81162"/>
                </a:lnTo>
                <a:lnTo>
                  <a:pt x="82387" y="219365"/>
                </a:lnTo>
                <a:lnTo>
                  <a:pt x="220590" y="219365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4" name="圖示 電路板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467" y="265917"/>
                </a:moveTo>
                <a:cubicBezTo>
                  <a:pt x="41660" y="265917"/>
                  <a:pt x="36631" y="263795"/>
                  <a:pt x="32379" y="259534"/>
                </a:cubicBezTo>
                <a:cubicBezTo>
                  <a:pt x="28118" y="255282"/>
                  <a:pt x="25996" y="250262"/>
                  <a:pt x="25996" y="244483"/>
                </a:cubicBezTo>
                <a:lnTo>
                  <a:pt x="25996" y="57241"/>
                </a:lnTo>
                <a:cubicBezTo>
                  <a:pt x="25996" y="51435"/>
                  <a:pt x="28118" y="46406"/>
                  <a:pt x="32379" y="42154"/>
                </a:cubicBezTo>
                <a:cubicBezTo>
                  <a:pt x="36631" y="37893"/>
                  <a:pt x="41660" y="35771"/>
                  <a:pt x="47467" y="35771"/>
                </a:cubicBezTo>
                <a:lnTo>
                  <a:pt x="234644" y="35771"/>
                </a:lnTo>
                <a:cubicBezTo>
                  <a:pt x="240451" y="35771"/>
                  <a:pt x="245480" y="37893"/>
                  <a:pt x="249732" y="42154"/>
                </a:cubicBezTo>
                <a:cubicBezTo>
                  <a:pt x="253984" y="46406"/>
                  <a:pt x="256114" y="51435"/>
                  <a:pt x="256114" y="57241"/>
                </a:cubicBezTo>
                <a:lnTo>
                  <a:pt x="256114" y="75465"/>
                </a:lnTo>
                <a:lnTo>
                  <a:pt x="265981" y="75465"/>
                </a:lnTo>
                <a:cubicBezTo>
                  <a:pt x="268770" y="75465"/>
                  <a:pt x="271092" y="76416"/>
                  <a:pt x="272958" y="78300"/>
                </a:cubicBezTo>
                <a:cubicBezTo>
                  <a:pt x="274841" y="80184"/>
                  <a:pt x="275792" y="82525"/>
                  <a:pt x="275792" y="85304"/>
                </a:cubicBezTo>
                <a:cubicBezTo>
                  <a:pt x="275792" y="88093"/>
                  <a:pt x="274841" y="90434"/>
                  <a:pt x="272958" y="92318"/>
                </a:cubicBezTo>
                <a:cubicBezTo>
                  <a:pt x="271074" y="94201"/>
                  <a:pt x="268751" y="95143"/>
                  <a:pt x="265981" y="95143"/>
                </a:cubicBezTo>
                <a:lnTo>
                  <a:pt x="256114" y="95143"/>
                </a:lnTo>
                <a:lnTo>
                  <a:pt x="256114" y="141010"/>
                </a:lnTo>
                <a:lnTo>
                  <a:pt x="265981" y="141010"/>
                </a:lnTo>
                <a:cubicBezTo>
                  <a:pt x="268770" y="141010"/>
                  <a:pt x="271101" y="141951"/>
                  <a:pt x="272994" y="143835"/>
                </a:cubicBezTo>
                <a:cubicBezTo>
                  <a:pt x="274878" y="145719"/>
                  <a:pt x="275820" y="148087"/>
                  <a:pt x="275820" y="150940"/>
                </a:cubicBezTo>
                <a:cubicBezTo>
                  <a:pt x="275820" y="153766"/>
                  <a:pt x="274869" y="156116"/>
                  <a:pt x="272958" y="157981"/>
                </a:cubicBezTo>
                <a:cubicBezTo>
                  <a:pt x="271056" y="159828"/>
                  <a:pt x="268706" y="160742"/>
                  <a:pt x="265917" y="160742"/>
                </a:cubicBezTo>
                <a:lnTo>
                  <a:pt x="256114" y="160742"/>
                </a:lnTo>
                <a:lnTo>
                  <a:pt x="256114" y="206609"/>
                </a:lnTo>
                <a:lnTo>
                  <a:pt x="266045" y="206609"/>
                </a:lnTo>
                <a:cubicBezTo>
                  <a:pt x="268834" y="206609"/>
                  <a:pt x="271156" y="207551"/>
                  <a:pt x="273022" y="209434"/>
                </a:cubicBezTo>
                <a:cubicBezTo>
                  <a:pt x="274887" y="211318"/>
                  <a:pt x="275820" y="213659"/>
                  <a:pt x="275820" y="216448"/>
                </a:cubicBezTo>
                <a:cubicBezTo>
                  <a:pt x="275820" y="219227"/>
                  <a:pt x="274878" y="221577"/>
                  <a:pt x="272994" y="223489"/>
                </a:cubicBezTo>
                <a:cubicBezTo>
                  <a:pt x="271101" y="225390"/>
                  <a:pt x="268779" y="226341"/>
                  <a:pt x="266017" y="226341"/>
                </a:cubicBezTo>
                <a:lnTo>
                  <a:pt x="256142" y="226341"/>
                </a:lnTo>
                <a:lnTo>
                  <a:pt x="256142" y="244483"/>
                </a:lnTo>
                <a:cubicBezTo>
                  <a:pt x="256142" y="250262"/>
                  <a:pt x="254020" y="255282"/>
                  <a:pt x="249759" y="259534"/>
                </a:cubicBezTo>
                <a:cubicBezTo>
                  <a:pt x="245507" y="263795"/>
                  <a:pt x="240478" y="265917"/>
                  <a:pt x="234672" y="265917"/>
                </a:cubicBezTo>
                <a:lnTo>
                  <a:pt x="47467" y="265917"/>
                </a:lnTo>
                <a:close/>
                <a:moveTo>
                  <a:pt x="47467" y="244511"/>
                </a:moveTo>
                <a:lnTo>
                  <a:pt x="234644" y="244511"/>
                </a:lnTo>
                <a:lnTo>
                  <a:pt x="234644" y="57269"/>
                </a:lnTo>
                <a:lnTo>
                  <a:pt x="47467" y="57269"/>
                </a:lnTo>
                <a:lnTo>
                  <a:pt x="47467" y="244511"/>
                </a:lnTo>
                <a:close/>
                <a:moveTo>
                  <a:pt x="76252" y="226314"/>
                </a:moveTo>
                <a:lnTo>
                  <a:pt x="134371" y="226314"/>
                </a:lnTo>
                <a:cubicBezTo>
                  <a:pt x="137389" y="226314"/>
                  <a:pt x="139931" y="225290"/>
                  <a:pt x="141979" y="223232"/>
                </a:cubicBezTo>
                <a:cubicBezTo>
                  <a:pt x="144036" y="221184"/>
                  <a:pt x="145060" y="218633"/>
                  <a:pt x="145060" y="215597"/>
                </a:cubicBezTo>
                <a:lnTo>
                  <a:pt x="145060" y="174138"/>
                </a:lnTo>
                <a:cubicBezTo>
                  <a:pt x="145060" y="171121"/>
                  <a:pt x="144036" y="168570"/>
                  <a:pt x="141979" y="166494"/>
                </a:cubicBezTo>
                <a:cubicBezTo>
                  <a:pt x="139931" y="164446"/>
                  <a:pt x="137389" y="163422"/>
                  <a:pt x="134371" y="163422"/>
                </a:cubicBezTo>
                <a:lnTo>
                  <a:pt x="76252" y="163422"/>
                </a:lnTo>
                <a:cubicBezTo>
                  <a:pt x="73234" y="163422"/>
                  <a:pt x="70701" y="164446"/>
                  <a:pt x="68653" y="166494"/>
                </a:cubicBezTo>
                <a:cubicBezTo>
                  <a:pt x="66596" y="168551"/>
                  <a:pt x="65572" y="171093"/>
                  <a:pt x="65572" y="174138"/>
                </a:cubicBezTo>
                <a:lnTo>
                  <a:pt x="65572" y="215597"/>
                </a:lnTo>
                <a:cubicBezTo>
                  <a:pt x="65572" y="218615"/>
                  <a:pt x="66596" y="221157"/>
                  <a:pt x="68653" y="223232"/>
                </a:cubicBezTo>
                <a:cubicBezTo>
                  <a:pt x="70701" y="225308"/>
                  <a:pt x="73234" y="226332"/>
                  <a:pt x="76252" y="226314"/>
                </a:cubicBezTo>
                <a:close/>
                <a:moveTo>
                  <a:pt x="164894" y="120701"/>
                </a:moveTo>
                <a:lnTo>
                  <a:pt x="206005" y="120701"/>
                </a:lnTo>
                <a:cubicBezTo>
                  <a:pt x="208922" y="120701"/>
                  <a:pt x="211382" y="119695"/>
                  <a:pt x="213394" y="117683"/>
                </a:cubicBezTo>
                <a:cubicBezTo>
                  <a:pt x="215405" y="115672"/>
                  <a:pt x="216411" y="113212"/>
                  <a:pt x="216411" y="110295"/>
                </a:cubicBezTo>
                <a:lnTo>
                  <a:pt x="216411" y="86155"/>
                </a:lnTo>
                <a:cubicBezTo>
                  <a:pt x="216411" y="83137"/>
                  <a:pt x="215387" y="80595"/>
                  <a:pt x="213330" y="78520"/>
                </a:cubicBezTo>
                <a:cubicBezTo>
                  <a:pt x="211281" y="76462"/>
                  <a:pt x="208739" y="75438"/>
                  <a:pt x="205722" y="75438"/>
                </a:cubicBezTo>
                <a:lnTo>
                  <a:pt x="165214" y="75438"/>
                </a:lnTo>
                <a:cubicBezTo>
                  <a:pt x="162196" y="75438"/>
                  <a:pt x="159654" y="76462"/>
                  <a:pt x="157606" y="78520"/>
                </a:cubicBezTo>
                <a:cubicBezTo>
                  <a:pt x="155549" y="80568"/>
                  <a:pt x="154524" y="83119"/>
                  <a:pt x="154524" y="86155"/>
                </a:cubicBezTo>
                <a:lnTo>
                  <a:pt x="154524" y="110295"/>
                </a:lnTo>
                <a:cubicBezTo>
                  <a:pt x="154524" y="113212"/>
                  <a:pt x="155530" y="115672"/>
                  <a:pt x="157542" y="117683"/>
                </a:cubicBezTo>
                <a:cubicBezTo>
                  <a:pt x="159554" y="119695"/>
                  <a:pt x="162013" y="120701"/>
                  <a:pt x="164930" y="120701"/>
                </a:cubicBezTo>
                <a:close/>
                <a:moveTo>
                  <a:pt x="76252" y="154022"/>
                </a:moveTo>
                <a:lnTo>
                  <a:pt x="134371" y="154022"/>
                </a:lnTo>
                <a:cubicBezTo>
                  <a:pt x="137389" y="154022"/>
                  <a:pt x="139931" y="152988"/>
                  <a:pt x="141979" y="150940"/>
                </a:cubicBezTo>
                <a:cubicBezTo>
                  <a:pt x="144036" y="148883"/>
                  <a:pt x="145060" y="146341"/>
                  <a:pt x="145060" y="143305"/>
                </a:cubicBezTo>
                <a:lnTo>
                  <a:pt x="145060" y="86127"/>
                </a:lnTo>
                <a:cubicBezTo>
                  <a:pt x="145060" y="83110"/>
                  <a:pt x="144036" y="80559"/>
                  <a:pt x="141979" y="78483"/>
                </a:cubicBezTo>
                <a:cubicBezTo>
                  <a:pt x="139931" y="76435"/>
                  <a:pt x="137389" y="75411"/>
                  <a:pt x="134371" y="75411"/>
                </a:cubicBezTo>
                <a:lnTo>
                  <a:pt x="76252" y="75411"/>
                </a:lnTo>
                <a:cubicBezTo>
                  <a:pt x="73234" y="75411"/>
                  <a:pt x="70701" y="76435"/>
                  <a:pt x="68653" y="78483"/>
                </a:cubicBezTo>
                <a:cubicBezTo>
                  <a:pt x="66596" y="80540"/>
                  <a:pt x="65572" y="83082"/>
                  <a:pt x="65572" y="86127"/>
                </a:cubicBezTo>
                <a:lnTo>
                  <a:pt x="65572" y="143305"/>
                </a:lnTo>
                <a:cubicBezTo>
                  <a:pt x="65572" y="146322"/>
                  <a:pt x="66596" y="148864"/>
                  <a:pt x="68653" y="150940"/>
                </a:cubicBezTo>
                <a:cubicBezTo>
                  <a:pt x="70701" y="153016"/>
                  <a:pt x="73234" y="154040"/>
                  <a:pt x="76252" y="154022"/>
                </a:cubicBezTo>
                <a:close/>
                <a:moveTo>
                  <a:pt x="165214" y="226314"/>
                </a:moveTo>
                <a:lnTo>
                  <a:pt x="205722" y="226314"/>
                </a:lnTo>
                <a:cubicBezTo>
                  <a:pt x="208739" y="226314"/>
                  <a:pt x="211281" y="225290"/>
                  <a:pt x="213330" y="223232"/>
                </a:cubicBezTo>
                <a:cubicBezTo>
                  <a:pt x="215387" y="221184"/>
                  <a:pt x="216411" y="218633"/>
                  <a:pt x="216411" y="215597"/>
                </a:cubicBezTo>
                <a:lnTo>
                  <a:pt x="216411" y="140818"/>
                </a:lnTo>
                <a:cubicBezTo>
                  <a:pt x="216411" y="137800"/>
                  <a:pt x="215387" y="135258"/>
                  <a:pt x="213330" y="133182"/>
                </a:cubicBezTo>
                <a:cubicBezTo>
                  <a:pt x="211281" y="131125"/>
                  <a:pt x="208739" y="130101"/>
                  <a:pt x="205722" y="130101"/>
                </a:cubicBezTo>
                <a:lnTo>
                  <a:pt x="165214" y="130101"/>
                </a:lnTo>
                <a:cubicBezTo>
                  <a:pt x="162196" y="130101"/>
                  <a:pt x="159654" y="131125"/>
                  <a:pt x="157606" y="133182"/>
                </a:cubicBezTo>
                <a:cubicBezTo>
                  <a:pt x="155549" y="135231"/>
                  <a:pt x="154524" y="137782"/>
                  <a:pt x="154524" y="140818"/>
                </a:cubicBezTo>
                <a:lnTo>
                  <a:pt x="154524" y="215597"/>
                </a:lnTo>
                <a:cubicBezTo>
                  <a:pt x="154524" y="218615"/>
                  <a:pt x="155549" y="221157"/>
                  <a:pt x="157606" y="223232"/>
                </a:cubicBezTo>
                <a:cubicBezTo>
                  <a:pt x="159654" y="225308"/>
                  <a:pt x="162196" y="226332"/>
                  <a:pt x="165214" y="226314"/>
                </a:cubicBezTo>
                <a:close/>
                <a:moveTo>
                  <a:pt x="47467" y="57241"/>
                </a:moveTo>
                <a:lnTo>
                  <a:pt x="47467" y="244483"/>
                </a:lnTo>
                <a:lnTo>
                  <a:pt x="47467" y="5724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6" name="圖示 檢測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2507" y="162443"/>
                </a:moveTo>
                <a:cubicBezTo>
                  <a:pt x="168460" y="156490"/>
                  <a:pt x="171432" y="149230"/>
                  <a:pt x="171432" y="140662"/>
                </a:cubicBezTo>
                <a:cubicBezTo>
                  <a:pt x="171432" y="132094"/>
                  <a:pt x="168460" y="124843"/>
                  <a:pt x="162507" y="118909"/>
                </a:cubicBezTo>
                <a:cubicBezTo>
                  <a:pt x="156573" y="112983"/>
                  <a:pt x="149312" y="110011"/>
                  <a:pt x="140726" y="110011"/>
                </a:cubicBezTo>
                <a:cubicBezTo>
                  <a:pt x="132131" y="110011"/>
                  <a:pt x="124861" y="112956"/>
                  <a:pt x="118909" y="118845"/>
                </a:cubicBezTo>
                <a:cubicBezTo>
                  <a:pt x="112983" y="124733"/>
                  <a:pt x="110011" y="131975"/>
                  <a:pt x="110011" y="140571"/>
                </a:cubicBezTo>
                <a:cubicBezTo>
                  <a:pt x="110011" y="149139"/>
                  <a:pt x="112983" y="156417"/>
                  <a:pt x="118909" y="162416"/>
                </a:cubicBezTo>
                <a:cubicBezTo>
                  <a:pt x="124843" y="168405"/>
                  <a:pt x="132103" y="171404"/>
                  <a:pt x="140690" y="171404"/>
                </a:cubicBezTo>
                <a:cubicBezTo>
                  <a:pt x="149303" y="171404"/>
                  <a:pt x="156582" y="168423"/>
                  <a:pt x="162535" y="162471"/>
                </a:cubicBezTo>
                <a:close/>
                <a:moveTo>
                  <a:pt x="140882" y="191741"/>
                </a:moveTo>
                <a:cubicBezTo>
                  <a:pt x="126672" y="191741"/>
                  <a:pt x="114593" y="186739"/>
                  <a:pt x="104635" y="176744"/>
                </a:cubicBezTo>
                <a:cubicBezTo>
                  <a:pt x="94686" y="166750"/>
                  <a:pt x="89712" y="154698"/>
                  <a:pt x="89712" y="140598"/>
                </a:cubicBezTo>
                <a:cubicBezTo>
                  <a:pt x="89712" y="126599"/>
                  <a:pt x="94695" y="114611"/>
                  <a:pt x="104671" y="104635"/>
                </a:cubicBezTo>
                <a:cubicBezTo>
                  <a:pt x="114647" y="94668"/>
                  <a:pt x="126663" y="89675"/>
                  <a:pt x="140726" y="89675"/>
                </a:cubicBezTo>
                <a:cubicBezTo>
                  <a:pt x="154780" y="89675"/>
                  <a:pt x="166805" y="94668"/>
                  <a:pt x="176781" y="104635"/>
                </a:cubicBezTo>
                <a:cubicBezTo>
                  <a:pt x="186748" y="114593"/>
                  <a:pt x="191741" y="126635"/>
                  <a:pt x="191741" y="140754"/>
                </a:cubicBezTo>
                <a:cubicBezTo>
                  <a:pt x="191741" y="145262"/>
                  <a:pt x="190972" y="149870"/>
                  <a:pt x="189445" y="154588"/>
                </a:cubicBezTo>
                <a:cubicBezTo>
                  <a:pt x="187918" y="159298"/>
                  <a:pt x="185715" y="163979"/>
                  <a:pt x="182843" y="168634"/>
                </a:cubicBezTo>
                <a:lnTo>
                  <a:pt x="208428" y="194219"/>
                </a:lnTo>
                <a:cubicBezTo>
                  <a:pt x="210458" y="196258"/>
                  <a:pt x="211428" y="198635"/>
                  <a:pt x="211318" y="201360"/>
                </a:cubicBezTo>
                <a:cubicBezTo>
                  <a:pt x="211217" y="204085"/>
                  <a:pt x="210166" y="206472"/>
                  <a:pt x="208181" y="208520"/>
                </a:cubicBezTo>
                <a:cubicBezTo>
                  <a:pt x="206124" y="210531"/>
                  <a:pt x="203737" y="211519"/>
                  <a:pt x="201013" y="211482"/>
                </a:cubicBezTo>
                <a:cubicBezTo>
                  <a:pt x="198269" y="211455"/>
                  <a:pt x="195874" y="210431"/>
                  <a:pt x="193844" y="208401"/>
                </a:cubicBezTo>
                <a:lnTo>
                  <a:pt x="168570" y="183218"/>
                </a:lnTo>
                <a:cubicBezTo>
                  <a:pt x="163924" y="186007"/>
                  <a:pt x="159261" y="188120"/>
                  <a:pt x="154588" y="189573"/>
                </a:cubicBezTo>
                <a:cubicBezTo>
                  <a:pt x="149934" y="191018"/>
                  <a:pt x="145353" y="191741"/>
                  <a:pt x="140845" y="191741"/>
                </a:cubicBezTo>
                <a:close/>
                <a:moveTo>
                  <a:pt x="57269" y="265917"/>
                </a:moveTo>
                <a:cubicBezTo>
                  <a:pt x="51490" y="265917"/>
                  <a:pt x="46470" y="263795"/>
                  <a:pt x="42218" y="259534"/>
                </a:cubicBezTo>
                <a:cubicBezTo>
                  <a:pt x="37957" y="255282"/>
                  <a:pt x="35835" y="250262"/>
                  <a:pt x="35835" y="244483"/>
                </a:cubicBezTo>
                <a:lnTo>
                  <a:pt x="35835" y="201799"/>
                </a:lnTo>
                <a:cubicBezTo>
                  <a:pt x="35835" y="198781"/>
                  <a:pt x="36869" y="196230"/>
                  <a:pt x="38944" y="194155"/>
                </a:cubicBezTo>
                <a:cubicBezTo>
                  <a:pt x="41020" y="192088"/>
                  <a:pt x="43580" y="191055"/>
                  <a:pt x="46616" y="191082"/>
                </a:cubicBezTo>
                <a:cubicBezTo>
                  <a:pt x="49652" y="191082"/>
                  <a:pt x="52185" y="192106"/>
                  <a:pt x="54224" y="194155"/>
                </a:cubicBezTo>
                <a:cubicBezTo>
                  <a:pt x="56254" y="196212"/>
                  <a:pt x="57269" y="198754"/>
                  <a:pt x="57269" y="201799"/>
                </a:cubicBezTo>
                <a:lnTo>
                  <a:pt x="57269" y="244483"/>
                </a:lnTo>
                <a:lnTo>
                  <a:pt x="99953" y="244483"/>
                </a:lnTo>
                <a:cubicBezTo>
                  <a:pt x="102971" y="244483"/>
                  <a:pt x="105522" y="245516"/>
                  <a:pt x="107597" y="247592"/>
                </a:cubicBezTo>
                <a:cubicBezTo>
                  <a:pt x="109664" y="249668"/>
                  <a:pt x="110697" y="252228"/>
                  <a:pt x="110670" y="255264"/>
                </a:cubicBezTo>
                <a:cubicBezTo>
                  <a:pt x="110670" y="258300"/>
                  <a:pt x="109646" y="260842"/>
                  <a:pt x="107597" y="262872"/>
                </a:cubicBezTo>
                <a:cubicBezTo>
                  <a:pt x="105540" y="264902"/>
                  <a:pt x="102998" y="265917"/>
                  <a:pt x="99953" y="265917"/>
                </a:cubicBezTo>
                <a:lnTo>
                  <a:pt x="57269" y="265917"/>
                </a:lnTo>
                <a:close/>
                <a:moveTo>
                  <a:pt x="244511" y="265917"/>
                </a:moveTo>
                <a:lnTo>
                  <a:pt x="201826" y="265917"/>
                </a:lnTo>
                <a:cubicBezTo>
                  <a:pt x="198809" y="265917"/>
                  <a:pt x="196267" y="264883"/>
                  <a:pt x="194191" y="262808"/>
                </a:cubicBezTo>
                <a:cubicBezTo>
                  <a:pt x="192115" y="260732"/>
                  <a:pt x="191091" y="258172"/>
                  <a:pt x="191110" y="255136"/>
                </a:cubicBezTo>
                <a:cubicBezTo>
                  <a:pt x="191110" y="252100"/>
                  <a:pt x="192134" y="249567"/>
                  <a:pt x="194191" y="247528"/>
                </a:cubicBezTo>
                <a:cubicBezTo>
                  <a:pt x="196239" y="245498"/>
                  <a:pt x="198791" y="244483"/>
                  <a:pt x="201826" y="244483"/>
                </a:cubicBezTo>
                <a:lnTo>
                  <a:pt x="244511" y="244483"/>
                </a:lnTo>
                <a:lnTo>
                  <a:pt x="244511" y="201799"/>
                </a:lnTo>
                <a:cubicBezTo>
                  <a:pt x="244511" y="198781"/>
                  <a:pt x="245553" y="196230"/>
                  <a:pt x="247629" y="194155"/>
                </a:cubicBezTo>
                <a:cubicBezTo>
                  <a:pt x="249704" y="192088"/>
                  <a:pt x="252256" y="191055"/>
                  <a:pt x="255291" y="191082"/>
                </a:cubicBezTo>
                <a:cubicBezTo>
                  <a:pt x="258336" y="191082"/>
                  <a:pt x="260878" y="192106"/>
                  <a:pt x="262936" y="194155"/>
                </a:cubicBezTo>
                <a:cubicBezTo>
                  <a:pt x="264984" y="196212"/>
                  <a:pt x="266017" y="198754"/>
                  <a:pt x="266017" y="201799"/>
                </a:cubicBezTo>
                <a:lnTo>
                  <a:pt x="266017" y="244483"/>
                </a:lnTo>
                <a:cubicBezTo>
                  <a:pt x="266017" y="250262"/>
                  <a:pt x="263887" y="255282"/>
                  <a:pt x="259635" y="259534"/>
                </a:cubicBezTo>
                <a:cubicBezTo>
                  <a:pt x="255383" y="263795"/>
                  <a:pt x="250354" y="265917"/>
                  <a:pt x="244547" y="265917"/>
                </a:cubicBezTo>
                <a:close/>
                <a:moveTo>
                  <a:pt x="35835" y="99926"/>
                </a:moveTo>
                <a:lnTo>
                  <a:pt x="35835" y="57241"/>
                </a:lnTo>
                <a:cubicBezTo>
                  <a:pt x="35835" y="51435"/>
                  <a:pt x="37957" y="46406"/>
                  <a:pt x="42218" y="42154"/>
                </a:cubicBezTo>
                <a:cubicBezTo>
                  <a:pt x="46470" y="37893"/>
                  <a:pt x="51490" y="35771"/>
                  <a:pt x="57269" y="35771"/>
                </a:cubicBezTo>
                <a:lnTo>
                  <a:pt x="99953" y="35771"/>
                </a:lnTo>
                <a:cubicBezTo>
                  <a:pt x="102971" y="35771"/>
                  <a:pt x="105522" y="36814"/>
                  <a:pt x="107597" y="38917"/>
                </a:cubicBezTo>
                <a:cubicBezTo>
                  <a:pt x="109646" y="41011"/>
                  <a:pt x="110670" y="43580"/>
                  <a:pt x="110670" y="46616"/>
                </a:cubicBezTo>
                <a:cubicBezTo>
                  <a:pt x="110670" y="49652"/>
                  <a:pt x="109646" y="52185"/>
                  <a:pt x="107597" y="54224"/>
                </a:cubicBezTo>
                <a:cubicBezTo>
                  <a:pt x="105540" y="56254"/>
                  <a:pt x="102998" y="57269"/>
                  <a:pt x="99953" y="57269"/>
                </a:cubicBezTo>
                <a:lnTo>
                  <a:pt x="57269" y="57269"/>
                </a:lnTo>
                <a:lnTo>
                  <a:pt x="57269" y="99953"/>
                </a:lnTo>
                <a:cubicBezTo>
                  <a:pt x="57269" y="102971"/>
                  <a:pt x="56236" y="105522"/>
                  <a:pt x="54160" y="107597"/>
                </a:cubicBezTo>
                <a:cubicBezTo>
                  <a:pt x="52084" y="109664"/>
                  <a:pt x="49524" y="110688"/>
                  <a:pt x="46488" y="110642"/>
                </a:cubicBezTo>
                <a:cubicBezTo>
                  <a:pt x="43452" y="110642"/>
                  <a:pt x="40910" y="109618"/>
                  <a:pt x="38880" y="107561"/>
                </a:cubicBezTo>
                <a:cubicBezTo>
                  <a:pt x="36850" y="105513"/>
                  <a:pt x="35835" y="102961"/>
                  <a:pt x="35835" y="99926"/>
                </a:cubicBezTo>
                <a:close/>
                <a:moveTo>
                  <a:pt x="244483" y="99926"/>
                </a:moveTo>
                <a:lnTo>
                  <a:pt x="244483" y="57241"/>
                </a:lnTo>
                <a:lnTo>
                  <a:pt x="201826" y="57241"/>
                </a:lnTo>
                <a:cubicBezTo>
                  <a:pt x="198809" y="57241"/>
                  <a:pt x="196267" y="56199"/>
                  <a:pt x="194191" y="54123"/>
                </a:cubicBezTo>
                <a:cubicBezTo>
                  <a:pt x="192115" y="52048"/>
                  <a:pt x="191091" y="49506"/>
                  <a:pt x="191110" y="46488"/>
                </a:cubicBezTo>
                <a:cubicBezTo>
                  <a:pt x="191110" y="43452"/>
                  <a:pt x="192134" y="40901"/>
                  <a:pt x="194191" y="38853"/>
                </a:cubicBezTo>
                <a:cubicBezTo>
                  <a:pt x="196239" y="36795"/>
                  <a:pt x="198791" y="35771"/>
                  <a:pt x="201826" y="35771"/>
                </a:cubicBezTo>
                <a:lnTo>
                  <a:pt x="244511" y="35771"/>
                </a:lnTo>
                <a:cubicBezTo>
                  <a:pt x="250317" y="35771"/>
                  <a:pt x="255346" y="37893"/>
                  <a:pt x="259598" y="42154"/>
                </a:cubicBezTo>
                <a:cubicBezTo>
                  <a:pt x="263859" y="46406"/>
                  <a:pt x="265981" y="51435"/>
                  <a:pt x="265981" y="57241"/>
                </a:cubicBezTo>
                <a:lnTo>
                  <a:pt x="265981" y="99926"/>
                </a:lnTo>
                <a:cubicBezTo>
                  <a:pt x="265981" y="102943"/>
                  <a:pt x="264938" y="105485"/>
                  <a:pt x="262835" y="107561"/>
                </a:cubicBezTo>
                <a:cubicBezTo>
                  <a:pt x="260741" y="109618"/>
                  <a:pt x="258172" y="110642"/>
                  <a:pt x="255136" y="110642"/>
                </a:cubicBezTo>
                <a:cubicBezTo>
                  <a:pt x="252100" y="110642"/>
                  <a:pt x="249567" y="109618"/>
                  <a:pt x="247528" y="107561"/>
                </a:cubicBezTo>
                <a:cubicBezTo>
                  <a:pt x="245498" y="105513"/>
                  <a:pt x="244483" y="102961"/>
                  <a:pt x="244483" y="9992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38" name="圖示 顯微分析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7431" y="244355"/>
                </a:moveTo>
                <a:lnTo>
                  <a:pt x="127431" y="213330"/>
                </a:lnTo>
                <a:lnTo>
                  <a:pt x="122712" y="213330"/>
                </a:lnTo>
                <a:cubicBezTo>
                  <a:pt x="105631" y="213119"/>
                  <a:pt x="91257" y="207084"/>
                  <a:pt x="79589" y="195224"/>
                </a:cubicBezTo>
                <a:cubicBezTo>
                  <a:pt x="67894" y="183346"/>
                  <a:pt x="62051" y="168890"/>
                  <a:pt x="62051" y="151854"/>
                </a:cubicBezTo>
                <a:cubicBezTo>
                  <a:pt x="62051" y="139236"/>
                  <a:pt x="65608" y="127733"/>
                  <a:pt x="72731" y="117336"/>
                </a:cubicBezTo>
                <a:cubicBezTo>
                  <a:pt x="79864" y="106967"/>
                  <a:pt x="89273" y="99560"/>
                  <a:pt x="100959" y="95116"/>
                </a:cubicBezTo>
                <a:cubicBezTo>
                  <a:pt x="101690" y="86694"/>
                  <a:pt x="105257" y="79736"/>
                  <a:pt x="111648" y="74240"/>
                </a:cubicBezTo>
                <a:cubicBezTo>
                  <a:pt x="118040" y="68754"/>
                  <a:pt x="125511" y="66120"/>
                  <a:pt x="134060" y="66358"/>
                </a:cubicBezTo>
                <a:lnTo>
                  <a:pt x="131043" y="57744"/>
                </a:lnTo>
                <a:cubicBezTo>
                  <a:pt x="129891" y="55038"/>
                  <a:pt x="130009" y="52441"/>
                  <a:pt x="131390" y="49945"/>
                </a:cubicBezTo>
                <a:cubicBezTo>
                  <a:pt x="132753" y="47476"/>
                  <a:pt x="134700" y="45647"/>
                  <a:pt x="137233" y="44476"/>
                </a:cubicBezTo>
                <a:lnTo>
                  <a:pt x="141257" y="42904"/>
                </a:lnTo>
                <a:lnTo>
                  <a:pt x="140946" y="41651"/>
                </a:lnTo>
                <a:cubicBezTo>
                  <a:pt x="139894" y="38798"/>
                  <a:pt x="140022" y="36000"/>
                  <a:pt x="141321" y="33257"/>
                </a:cubicBezTo>
                <a:cubicBezTo>
                  <a:pt x="142619" y="30514"/>
                  <a:pt x="145134" y="28438"/>
                  <a:pt x="148864" y="27030"/>
                </a:cubicBezTo>
                <a:cubicBezTo>
                  <a:pt x="151717" y="25942"/>
                  <a:pt x="154534" y="25987"/>
                  <a:pt x="157323" y="27158"/>
                </a:cubicBezTo>
                <a:cubicBezTo>
                  <a:pt x="160102" y="28328"/>
                  <a:pt x="162041" y="30386"/>
                  <a:pt x="163138" y="33321"/>
                </a:cubicBezTo>
                <a:lnTo>
                  <a:pt x="163760" y="34894"/>
                </a:lnTo>
                <a:lnTo>
                  <a:pt x="167536" y="33632"/>
                </a:lnTo>
                <a:cubicBezTo>
                  <a:pt x="169987" y="32754"/>
                  <a:pt x="172474" y="32854"/>
                  <a:pt x="174989" y="33952"/>
                </a:cubicBezTo>
                <a:cubicBezTo>
                  <a:pt x="177503" y="35040"/>
                  <a:pt x="179305" y="36841"/>
                  <a:pt x="180393" y="39356"/>
                </a:cubicBezTo>
                <a:lnTo>
                  <a:pt x="210001" y="116202"/>
                </a:lnTo>
                <a:cubicBezTo>
                  <a:pt x="211089" y="118973"/>
                  <a:pt x="211016" y="121633"/>
                  <a:pt x="209782" y="124194"/>
                </a:cubicBezTo>
                <a:cubicBezTo>
                  <a:pt x="208520" y="126745"/>
                  <a:pt x="206536" y="128546"/>
                  <a:pt x="203811" y="129598"/>
                </a:cubicBezTo>
                <a:lnTo>
                  <a:pt x="199504" y="131171"/>
                </a:lnTo>
                <a:lnTo>
                  <a:pt x="200135" y="132743"/>
                </a:lnTo>
                <a:cubicBezTo>
                  <a:pt x="201177" y="135670"/>
                  <a:pt x="201013" y="138495"/>
                  <a:pt x="199632" y="141193"/>
                </a:cubicBezTo>
                <a:cubicBezTo>
                  <a:pt x="198242" y="143899"/>
                  <a:pt x="195691" y="145902"/>
                  <a:pt x="191960" y="147200"/>
                </a:cubicBezTo>
                <a:cubicBezTo>
                  <a:pt x="189189" y="148288"/>
                  <a:pt x="186492" y="148197"/>
                  <a:pt x="183849" y="146917"/>
                </a:cubicBezTo>
                <a:cubicBezTo>
                  <a:pt x="181207" y="145636"/>
                  <a:pt x="179332" y="143634"/>
                  <a:pt x="178226" y="140909"/>
                </a:cubicBezTo>
                <a:lnTo>
                  <a:pt x="177595" y="139025"/>
                </a:lnTo>
                <a:lnTo>
                  <a:pt x="172876" y="140598"/>
                </a:lnTo>
                <a:cubicBezTo>
                  <a:pt x="170179" y="141750"/>
                  <a:pt x="167610" y="141759"/>
                  <a:pt x="165177" y="140626"/>
                </a:cubicBezTo>
                <a:cubicBezTo>
                  <a:pt x="162745" y="139501"/>
                  <a:pt x="161008" y="137581"/>
                  <a:pt x="159956" y="134874"/>
                </a:cubicBezTo>
                <a:lnTo>
                  <a:pt x="155558" y="123279"/>
                </a:lnTo>
                <a:cubicBezTo>
                  <a:pt x="152504" y="126544"/>
                  <a:pt x="148947" y="128903"/>
                  <a:pt x="144905" y="130348"/>
                </a:cubicBezTo>
                <a:cubicBezTo>
                  <a:pt x="140863" y="131792"/>
                  <a:pt x="136547" y="132460"/>
                  <a:pt x="131957" y="132332"/>
                </a:cubicBezTo>
                <a:cubicBezTo>
                  <a:pt x="126379" y="132204"/>
                  <a:pt x="121185" y="130595"/>
                  <a:pt x="116367" y="127495"/>
                </a:cubicBezTo>
                <a:cubicBezTo>
                  <a:pt x="111566" y="124386"/>
                  <a:pt x="107753" y="120353"/>
                  <a:pt x="104918" y="115388"/>
                </a:cubicBezTo>
                <a:cubicBezTo>
                  <a:pt x="98088" y="118845"/>
                  <a:pt x="92656" y="123865"/>
                  <a:pt x="88605" y="130448"/>
                </a:cubicBezTo>
                <a:cubicBezTo>
                  <a:pt x="84564" y="137023"/>
                  <a:pt x="82543" y="144183"/>
                  <a:pt x="82543" y="151909"/>
                </a:cubicBezTo>
                <a:cubicBezTo>
                  <a:pt x="82543" y="163312"/>
                  <a:pt x="86521" y="172995"/>
                  <a:pt x="94485" y="180960"/>
                </a:cubicBezTo>
                <a:cubicBezTo>
                  <a:pt x="102449" y="188924"/>
                  <a:pt x="112133" y="192902"/>
                  <a:pt x="123526" y="192902"/>
                </a:cubicBezTo>
                <a:lnTo>
                  <a:pt x="223168" y="192902"/>
                </a:lnTo>
                <a:cubicBezTo>
                  <a:pt x="226067" y="192902"/>
                  <a:pt x="228490" y="193899"/>
                  <a:pt x="230465" y="195892"/>
                </a:cubicBezTo>
                <a:cubicBezTo>
                  <a:pt x="232431" y="197876"/>
                  <a:pt x="233419" y="200318"/>
                  <a:pt x="233419" y="203207"/>
                </a:cubicBezTo>
                <a:cubicBezTo>
                  <a:pt x="233419" y="206106"/>
                  <a:pt x="232431" y="208538"/>
                  <a:pt x="230465" y="210504"/>
                </a:cubicBezTo>
                <a:cubicBezTo>
                  <a:pt x="228490" y="212452"/>
                  <a:pt x="226067" y="213430"/>
                  <a:pt x="223168" y="213430"/>
                </a:cubicBezTo>
                <a:lnTo>
                  <a:pt x="160495" y="213430"/>
                </a:lnTo>
                <a:lnTo>
                  <a:pt x="160495" y="244447"/>
                </a:lnTo>
                <a:lnTo>
                  <a:pt x="229460" y="244447"/>
                </a:lnTo>
                <a:cubicBezTo>
                  <a:pt x="232349" y="244447"/>
                  <a:pt x="234781" y="245443"/>
                  <a:pt x="236747" y="247437"/>
                </a:cubicBezTo>
                <a:cubicBezTo>
                  <a:pt x="238722" y="249430"/>
                  <a:pt x="239701" y="251871"/>
                  <a:pt x="239701" y="254761"/>
                </a:cubicBezTo>
                <a:cubicBezTo>
                  <a:pt x="239701" y="257650"/>
                  <a:pt x="238722" y="260083"/>
                  <a:pt x="236747" y="262049"/>
                </a:cubicBezTo>
                <a:cubicBezTo>
                  <a:pt x="234781" y="264006"/>
                  <a:pt x="232349" y="264975"/>
                  <a:pt x="229460" y="264975"/>
                </a:cubicBezTo>
                <a:lnTo>
                  <a:pt x="72292" y="264975"/>
                </a:lnTo>
                <a:cubicBezTo>
                  <a:pt x="69403" y="264975"/>
                  <a:pt x="66971" y="263978"/>
                  <a:pt x="65005" y="261994"/>
                </a:cubicBezTo>
                <a:cubicBezTo>
                  <a:pt x="63030" y="260000"/>
                  <a:pt x="62051" y="257559"/>
                  <a:pt x="62051" y="254670"/>
                </a:cubicBezTo>
                <a:cubicBezTo>
                  <a:pt x="62051" y="251771"/>
                  <a:pt x="63030" y="249348"/>
                  <a:pt x="65005" y="247373"/>
                </a:cubicBezTo>
                <a:cubicBezTo>
                  <a:pt x="66971" y="245425"/>
                  <a:pt x="69403" y="244447"/>
                  <a:pt x="72292" y="244447"/>
                </a:cubicBezTo>
                <a:lnTo>
                  <a:pt x="127431" y="244447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060" y="110231"/>
                </a:moveTo>
                <a:cubicBezTo>
                  <a:pt x="148096" y="107241"/>
                  <a:pt x="149623" y="103519"/>
                  <a:pt x="149623" y="99075"/>
                </a:cubicBezTo>
                <a:cubicBezTo>
                  <a:pt x="149623" y="94631"/>
                  <a:pt x="148124" y="90891"/>
                  <a:pt x="145124" y="87856"/>
                </a:cubicBezTo>
                <a:cubicBezTo>
                  <a:pt x="142125" y="84820"/>
                  <a:pt x="138404" y="83293"/>
                  <a:pt x="133969" y="83293"/>
                </a:cubicBezTo>
                <a:cubicBezTo>
                  <a:pt x="129525" y="83293"/>
                  <a:pt x="125785" y="84792"/>
                  <a:pt x="122740" y="87792"/>
                </a:cubicBezTo>
                <a:cubicBezTo>
                  <a:pt x="119704" y="90791"/>
                  <a:pt x="118186" y="94503"/>
                  <a:pt x="118186" y="98947"/>
                </a:cubicBezTo>
                <a:cubicBezTo>
                  <a:pt x="118186" y="103391"/>
                  <a:pt x="119686" y="107131"/>
                  <a:pt x="122685" y="110167"/>
                </a:cubicBezTo>
                <a:cubicBezTo>
                  <a:pt x="125675" y="113212"/>
                  <a:pt x="129397" y="114730"/>
                  <a:pt x="133841" y="114730"/>
                </a:cubicBezTo>
                <a:cubicBezTo>
                  <a:pt x="138285" y="114730"/>
                  <a:pt x="142025" y="113230"/>
                  <a:pt x="145060" y="110231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40" name="圖示 實驗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5917"/>
                </a:moveTo>
                <a:cubicBezTo>
                  <a:pt x="44467" y="265917"/>
                  <a:pt x="37655" y="261473"/>
                  <a:pt x="33632" y="252594"/>
                </a:cubicBezTo>
                <a:cubicBezTo>
                  <a:pt x="29608" y="243706"/>
                  <a:pt x="30916" y="235586"/>
                  <a:pt x="37564" y="228234"/>
                </a:cubicBezTo>
                <a:lnTo>
                  <a:pt x="115077" y="140754"/>
                </a:lnTo>
                <a:lnTo>
                  <a:pt x="115077" y="57836"/>
                </a:lnTo>
                <a:lnTo>
                  <a:pt x="100456" y="57836"/>
                </a:lnTo>
                <a:cubicBezTo>
                  <a:pt x="97438" y="57836"/>
                  <a:pt x="94906" y="56803"/>
                  <a:pt x="92848" y="54727"/>
                </a:cubicBezTo>
                <a:cubicBezTo>
                  <a:pt x="90800" y="52651"/>
                  <a:pt x="89776" y="50091"/>
                  <a:pt x="89776" y="47055"/>
                </a:cubicBezTo>
                <a:cubicBezTo>
                  <a:pt x="89776" y="44019"/>
                  <a:pt x="90800" y="41477"/>
                  <a:pt x="92848" y="39447"/>
                </a:cubicBezTo>
                <a:cubicBezTo>
                  <a:pt x="94906" y="37417"/>
                  <a:pt x="97438" y="36402"/>
                  <a:pt x="100456" y="36402"/>
                </a:cubicBezTo>
                <a:lnTo>
                  <a:pt x="201360" y="36402"/>
                </a:lnTo>
                <a:cubicBezTo>
                  <a:pt x="204378" y="36402"/>
                  <a:pt x="206929" y="37436"/>
                  <a:pt x="209023" y="39511"/>
                </a:cubicBezTo>
                <a:cubicBezTo>
                  <a:pt x="211098" y="41587"/>
                  <a:pt x="212141" y="44138"/>
                  <a:pt x="212141" y="47183"/>
                </a:cubicBezTo>
                <a:cubicBezTo>
                  <a:pt x="212141" y="50219"/>
                  <a:pt x="211098" y="52752"/>
                  <a:pt x="209023" y="54791"/>
                </a:cubicBezTo>
                <a:cubicBezTo>
                  <a:pt x="206956" y="56821"/>
                  <a:pt x="204396" y="57836"/>
                  <a:pt x="201360" y="57836"/>
                </a:cubicBezTo>
                <a:lnTo>
                  <a:pt x="186803" y="57836"/>
                </a:lnTo>
                <a:lnTo>
                  <a:pt x="186803" y="140754"/>
                </a:lnTo>
                <a:lnTo>
                  <a:pt x="264316" y="228234"/>
                </a:lnTo>
                <a:cubicBezTo>
                  <a:pt x="270900" y="235586"/>
                  <a:pt x="272171" y="243706"/>
                  <a:pt x="268148" y="252594"/>
                </a:cubicBezTo>
                <a:cubicBezTo>
                  <a:pt x="264124" y="261473"/>
                  <a:pt x="257321" y="265917"/>
                  <a:pt x="247720" y="265917"/>
                </a:cubicBezTo>
                <a:lnTo>
                  <a:pt x="54068" y="265917"/>
                </a:lnTo>
                <a:close/>
                <a:moveTo>
                  <a:pt x="51801" y="244511"/>
                </a:moveTo>
                <a:lnTo>
                  <a:pt x="250043" y="244511"/>
                </a:lnTo>
                <a:lnTo>
                  <a:pt x="165305" y="148672"/>
                </a:lnTo>
                <a:lnTo>
                  <a:pt x="165305" y="57863"/>
                </a:lnTo>
                <a:lnTo>
                  <a:pt x="136483" y="57863"/>
                </a:lnTo>
                <a:lnTo>
                  <a:pt x="136483" y="148672"/>
                </a:lnTo>
                <a:lnTo>
                  <a:pt x="51801" y="244483"/>
                </a:lnTo>
                <a:close/>
                <a:moveTo>
                  <a:pt x="150245" y="15118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42" name="圖示 維修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450" y="186739"/>
                </a:moveTo>
                <a:cubicBezTo>
                  <a:pt x="89602" y="186739"/>
                  <a:pt x="71899" y="179469"/>
                  <a:pt x="57333" y="164930"/>
                </a:cubicBezTo>
                <a:cubicBezTo>
                  <a:pt x="42766" y="150382"/>
                  <a:pt x="35488" y="132771"/>
                  <a:pt x="35488" y="112087"/>
                </a:cubicBezTo>
                <a:cubicBezTo>
                  <a:pt x="35488" y="107899"/>
                  <a:pt x="35826" y="103967"/>
                  <a:pt x="36494" y="100301"/>
                </a:cubicBezTo>
                <a:cubicBezTo>
                  <a:pt x="37161" y="96634"/>
                  <a:pt x="38295" y="92757"/>
                  <a:pt x="39886" y="88669"/>
                </a:cubicBezTo>
                <a:cubicBezTo>
                  <a:pt x="40563" y="86950"/>
                  <a:pt x="41578" y="85597"/>
                  <a:pt x="42940" y="84619"/>
                </a:cubicBezTo>
                <a:cubicBezTo>
                  <a:pt x="44303" y="83649"/>
                  <a:pt x="45757" y="82964"/>
                  <a:pt x="47302" y="82543"/>
                </a:cubicBezTo>
                <a:cubicBezTo>
                  <a:pt x="48856" y="82122"/>
                  <a:pt x="50447" y="82131"/>
                  <a:pt x="52084" y="82570"/>
                </a:cubicBezTo>
                <a:cubicBezTo>
                  <a:pt x="53721" y="83009"/>
                  <a:pt x="55221" y="83914"/>
                  <a:pt x="56574" y="85277"/>
                </a:cubicBezTo>
                <a:lnTo>
                  <a:pt x="91623" y="120353"/>
                </a:lnTo>
                <a:lnTo>
                  <a:pt x="120545" y="93324"/>
                </a:lnTo>
                <a:lnTo>
                  <a:pt x="83924" y="56702"/>
                </a:lnTo>
                <a:cubicBezTo>
                  <a:pt x="82525" y="55367"/>
                  <a:pt x="81610" y="53895"/>
                  <a:pt x="81190" y="52304"/>
                </a:cubicBezTo>
                <a:cubicBezTo>
                  <a:pt x="80769" y="50713"/>
                  <a:pt x="80769" y="49131"/>
                  <a:pt x="81190" y="47558"/>
                </a:cubicBezTo>
                <a:cubicBezTo>
                  <a:pt x="81610" y="45985"/>
                  <a:pt x="82287" y="44586"/>
                  <a:pt x="83238" y="43343"/>
                </a:cubicBezTo>
                <a:cubicBezTo>
                  <a:pt x="84180" y="42108"/>
                  <a:pt x="85524" y="41102"/>
                  <a:pt x="87289" y="40325"/>
                </a:cubicBezTo>
                <a:cubicBezTo>
                  <a:pt x="91312" y="38752"/>
                  <a:pt x="95134" y="37564"/>
                  <a:pt x="98764" y="36741"/>
                </a:cubicBezTo>
                <a:cubicBezTo>
                  <a:pt x="102367" y="35927"/>
                  <a:pt x="106253" y="35515"/>
                  <a:pt x="110423" y="35515"/>
                </a:cubicBezTo>
                <a:cubicBezTo>
                  <a:pt x="131674" y="35515"/>
                  <a:pt x="149733" y="42959"/>
                  <a:pt x="164610" y="57836"/>
                </a:cubicBezTo>
                <a:cubicBezTo>
                  <a:pt x="179488" y="72713"/>
                  <a:pt x="186931" y="90791"/>
                  <a:pt x="186931" y="112060"/>
                </a:cubicBezTo>
                <a:cubicBezTo>
                  <a:pt x="186931" y="117007"/>
                  <a:pt x="186446" y="121844"/>
                  <a:pt x="185486" y="126580"/>
                </a:cubicBezTo>
                <a:cubicBezTo>
                  <a:pt x="184517" y="131317"/>
                  <a:pt x="183218" y="136090"/>
                  <a:pt x="181582" y="140909"/>
                </a:cubicBezTo>
                <a:lnTo>
                  <a:pt x="251990" y="211290"/>
                </a:lnTo>
                <a:cubicBezTo>
                  <a:pt x="258007" y="217133"/>
                  <a:pt x="260951" y="224220"/>
                  <a:pt x="260823" y="232541"/>
                </a:cubicBezTo>
                <a:cubicBezTo>
                  <a:pt x="260705" y="240853"/>
                  <a:pt x="257559" y="247885"/>
                  <a:pt x="251396" y="253627"/>
                </a:cubicBezTo>
                <a:cubicBezTo>
                  <a:pt x="245617" y="259013"/>
                  <a:pt x="238759" y="261656"/>
                  <a:pt x="230840" y="261546"/>
                </a:cubicBezTo>
                <a:cubicBezTo>
                  <a:pt x="222922" y="261445"/>
                  <a:pt x="216082" y="258519"/>
                  <a:pt x="210312" y="252777"/>
                </a:cubicBezTo>
                <a:lnTo>
                  <a:pt x="139217" y="181362"/>
                </a:lnTo>
                <a:cubicBezTo>
                  <a:pt x="134499" y="182999"/>
                  <a:pt x="129808" y="184297"/>
                  <a:pt x="125136" y="185267"/>
                </a:cubicBezTo>
                <a:cubicBezTo>
                  <a:pt x="120481" y="186245"/>
                  <a:pt x="115580" y="186739"/>
                  <a:pt x="110423" y="186739"/>
                </a:cubicBezTo>
                <a:close/>
                <a:moveTo>
                  <a:pt x="110450" y="166156"/>
                </a:moveTo>
                <a:cubicBezTo>
                  <a:pt x="115690" y="166156"/>
                  <a:pt x="121249" y="165314"/>
                  <a:pt x="127111" y="163641"/>
                </a:cubicBezTo>
                <a:cubicBezTo>
                  <a:pt x="132981" y="161959"/>
                  <a:pt x="138111" y="159444"/>
                  <a:pt x="142518" y="156097"/>
                </a:cubicBezTo>
                <a:lnTo>
                  <a:pt x="225025" y="238604"/>
                </a:lnTo>
                <a:cubicBezTo>
                  <a:pt x="226698" y="240323"/>
                  <a:pt x="228801" y="241182"/>
                  <a:pt x="231316" y="241182"/>
                </a:cubicBezTo>
                <a:cubicBezTo>
                  <a:pt x="233830" y="241182"/>
                  <a:pt x="235924" y="240332"/>
                  <a:pt x="237598" y="238640"/>
                </a:cubicBezTo>
                <a:cubicBezTo>
                  <a:pt x="239271" y="236939"/>
                  <a:pt x="240112" y="234845"/>
                  <a:pt x="240112" y="232349"/>
                </a:cubicBezTo>
                <a:cubicBezTo>
                  <a:pt x="240112" y="229853"/>
                  <a:pt x="239271" y="227750"/>
                  <a:pt x="237598" y="226031"/>
                </a:cubicBezTo>
                <a:lnTo>
                  <a:pt x="156344" y="144777"/>
                </a:lnTo>
                <a:cubicBezTo>
                  <a:pt x="159700" y="140379"/>
                  <a:pt x="162215" y="135194"/>
                  <a:pt x="163888" y="129223"/>
                </a:cubicBezTo>
                <a:cubicBezTo>
                  <a:pt x="165561" y="123243"/>
                  <a:pt x="166403" y="117537"/>
                  <a:pt x="166403" y="112087"/>
                </a:cubicBezTo>
                <a:cubicBezTo>
                  <a:pt x="166403" y="96369"/>
                  <a:pt x="160587" y="83064"/>
                  <a:pt x="148956" y="72174"/>
                </a:cubicBezTo>
                <a:cubicBezTo>
                  <a:pt x="137325" y="61274"/>
                  <a:pt x="124075" y="55724"/>
                  <a:pt x="109198" y="55513"/>
                </a:cubicBezTo>
                <a:lnTo>
                  <a:pt x="140287" y="87225"/>
                </a:lnTo>
                <a:cubicBezTo>
                  <a:pt x="142418" y="89401"/>
                  <a:pt x="143433" y="91989"/>
                  <a:pt x="143332" y="94988"/>
                </a:cubicBezTo>
                <a:cubicBezTo>
                  <a:pt x="143232" y="97987"/>
                  <a:pt x="142107" y="100557"/>
                  <a:pt x="139967" y="102687"/>
                </a:cubicBezTo>
                <a:lnTo>
                  <a:pt x="100109" y="140031"/>
                </a:lnTo>
                <a:cubicBezTo>
                  <a:pt x="97850" y="141997"/>
                  <a:pt x="95244" y="142985"/>
                  <a:pt x="92290" y="142985"/>
                </a:cubicBezTo>
                <a:cubicBezTo>
                  <a:pt x="89328" y="142985"/>
                  <a:pt x="86886" y="141997"/>
                  <a:pt x="84966" y="140031"/>
                </a:cubicBezTo>
                <a:lnTo>
                  <a:pt x="55129" y="110514"/>
                </a:lnTo>
                <a:cubicBezTo>
                  <a:pt x="55760" y="126654"/>
                  <a:pt x="61493" y="139958"/>
                  <a:pt x="72329" y="150437"/>
                </a:cubicBezTo>
                <a:cubicBezTo>
                  <a:pt x="83156" y="160916"/>
                  <a:pt x="95866" y="166156"/>
                  <a:pt x="110450" y="166156"/>
                </a:cubicBezTo>
                <a:close/>
                <a:moveTo>
                  <a:pt x="148051" y="14880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69" y="278490"/>
                </a:moveTo>
                <a:cubicBezTo>
                  <a:pt x="51316" y="278490"/>
                  <a:pt x="46269" y="276405"/>
                  <a:pt x="42117" y="272235"/>
                </a:cubicBezTo>
                <a:cubicBezTo>
                  <a:pt x="37975" y="268066"/>
                  <a:pt x="35881" y="263018"/>
                  <a:pt x="35863" y="257084"/>
                </a:cubicBezTo>
                <a:lnTo>
                  <a:pt x="35863" y="105641"/>
                </a:lnTo>
                <a:cubicBezTo>
                  <a:pt x="32260" y="104132"/>
                  <a:pt x="29261" y="101663"/>
                  <a:pt x="26874" y="98225"/>
                </a:cubicBezTo>
                <a:cubicBezTo>
                  <a:pt x="24488" y="94768"/>
                  <a:pt x="23290" y="90855"/>
                  <a:pt x="23290" y="86475"/>
                </a:cubicBezTo>
                <a:lnTo>
                  <a:pt x="23290" y="44732"/>
                </a:lnTo>
                <a:cubicBezTo>
                  <a:pt x="23290" y="38780"/>
                  <a:pt x="25375" y="33705"/>
                  <a:pt x="29544" y="29517"/>
                </a:cubicBezTo>
                <a:cubicBezTo>
                  <a:pt x="33714" y="25320"/>
                  <a:pt x="38771" y="23226"/>
                  <a:pt x="44696" y="23226"/>
                </a:cubicBezTo>
                <a:lnTo>
                  <a:pt x="257084" y="23226"/>
                </a:lnTo>
                <a:cubicBezTo>
                  <a:pt x="263036" y="23226"/>
                  <a:pt x="268111" y="25320"/>
                  <a:pt x="272299" y="29517"/>
                </a:cubicBezTo>
                <a:cubicBezTo>
                  <a:pt x="276487" y="33705"/>
                  <a:pt x="278590" y="38780"/>
                  <a:pt x="278590" y="44732"/>
                </a:cubicBezTo>
                <a:lnTo>
                  <a:pt x="278590" y="86475"/>
                </a:lnTo>
                <a:cubicBezTo>
                  <a:pt x="278590" y="90855"/>
                  <a:pt x="277383" y="94768"/>
                  <a:pt x="274969" y="98225"/>
                </a:cubicBezTo>
                <a:cubicBezTo>
                  <a:pt x="272564" y="101681"/>
                  <a:pt x="269574" y="104168"/>
                  <a:pt x="266017" y="105677"/>
                </a:cubicBezTo>
                <a:lnTo>
                  <a:pt x="266017" y="257120"/>
                </a:lnTo>
                <a:cubicBezTo>
                  <a:pt x="266017" y="263073"/>
                  <a:pt x="263914" y="268120"/>
                  <a:pt x="259726" y="272272"/>
                </a:cubicBezTo>
                <a:cubicBezTo>
                  <a:pt x="255538" y="276414"/>
                  <a:pt x="250463" y="278499"/>
                  <a:pt x="244511" y="278526"/>
                </a:cubicBezTo>
                <a:lnTo>
                  <a:pt x="57269" y="278526"/>
                </a:lnTo>
                <a:close/>
                <a:moveTo>
                  <a:pt x="57269" y="107844"/>
                </a:moveTo>
                <a:lnTo>
                  <a:pt x="57269" y="257148"/>
                </a:lnTo>
                <a:lnTo>
                  <a:pt x="244575" y="257148"/>
                </a:lnTo>
                <a:lnTo>
                  <a:pt x="244575" y="107844"/>
                </a:lnTo>
                <a:lnTo>
                  <a:pt x="57269" y="107844"/>
                </a:lnTo>
                <a:close/>
                <a:moveTo>
                  <a:pt x="44696" y="86438"/>
                </a:moveTo>
                <a:lnTo>
                  <a:pt x="257148" y="86438"/>
                </a:lnTo>
                <a:lnTo>
                  <a:pt x="257148" y="44696"/>
                </a:lnTo>
                <a:lnTo>
                  <a:pt x="44696" y="44696"/>
                </a:lnTo>
                <a:lnTo>
                  <a:pt x="44696" y="86438"/>
                </a:lnTo>
                <a:close/>
                <a:moveTo>
                  <a:pt x="122365" y="171084"/>
                </a:moveTo>
                <a:lnTo>
                  <a:pt x="179478" y="171084"/>
                </a:lnTo>
                <a:cubicBezTo>
                  <a:pt x="182331" y="171084"/>
                  <a:pt x="184736" y="170106"/>
                  <a:pt x="186711" y="168131"/>
                </a:cubicBezTo>
                <a:cubicBezTo>
                  <a:pt x="188677" y="166165"/>
                  <a:pt x="189665" y="163732"/>
                  <a:pt x="189665" y="160843"/>
                </a:cubicBezTo>
                <a:cubicBezTo>
                  <a:pt x="189665" y="157972"/>
                  <a:pt x="188677" y="155567"/>
                  <a:pt x="186711" y="153647"/>
                </a:cubicBezTo>
                <a:cubicBezTo>
                  <a:pt x="184736" y="151717"/>
                  <a:pt x="182331" y="150748"/>
                  <a:pt x="179478" y="150748"/>
                </a:cubicBezTo>
                <a:lnTo>
                  <a:pt x="122365" y="150748"/>
                </a:lnTo>
                <a:cubicBezTo>
                  <a:pt x="119521" y="150748"/>
                  <a:pt x="117107" y="151736"/>
                  <a:pt x="115141" y="153701"/>
                </a:cubicBezTo>
                <a:cubicBezTo>
                  <a:pt x="113166" y="155677"/>
                  <a:pt x="112179" y="158109"/>
                  <a:pt x="112179" y="160998"/>
                </a:cubicBezTo>
                <a:cubicBezTo>
                  <a:pt x="112179" y="163870"/>
                  <a:pt x="113166" y="166274"/>
                  <a:pt x="115141" y="168231"/>
                </a:cubicBezTo>
                <a:cubicBezTo>
                  <a:pt x="117107" y="170152"/>
                  <a:pt x="119521" y="171121"/>
                  <a:pt x="122365" y="171121"/>
                </a:cubicBezTo>
                <a:close/>
                <a:moveTo>
                  <a:pt x="150967" y="18246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6" name="圖示 倉儲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8814"/>
                </a:moveTo>
                <a:lnTo>
                  <a:pt x="44824" y="101178"/>
                </a:lnTo>
                <a:lnTo>
                  <a:pt x="44824" y="244355"/>
                </a:lnTo>
                <a:lnTo>
                  <a:pt x="80879" y="244355"/>
                </a:lnTo>
                <a:lnTo>
                  <a:pt x="80879" y="167820"/>
                </a:lnTo>
                <a:cubicBezTo>
                  <a:pt x="80879" y="161867"/>
                  <a:pt x="82973" y="156792"/>
                  <a:pt x="87161" y="152604"/>
                </a:cubicBezTo>
                <a:cubicBezTo>
                  <a:pt x="91358" y="148416"/>
                  <a:pt x="96396" y="146322"/>
                  <a:pt x="102285" y="146322"/>
                </a:cubicBezTo>
                <a:lnTo>
                  <a:pt x="199412" y="146322"/>
                </a:lnTo>
                <a:cubicBezTo>
                  <a:pt x="205292" y="146322"/>
                  <a:pt x="210339" y="148416"/>
                  <a:pt x="214527" y="152604"/>
                </a:cubicBezTo>
                <a:cubicBezTo>
                  <a:pt x="218715" y="156792"/>
                  <a:pt x="220809" y="161867"/>
                  <a:pt x="220809" y="167820"/>
                </a:cubicBezTo>
                <a:lnTo>
                  <a:pt x="220809" y="244355"/>
                </a:lnTo>
                <a:lnTo>
                  <a:pt x="256864" y="244355"/>
                </a:lnTo>
                <a:lnTo>
                  <a:pt x="256864" y="101178"/>
                </a:lnTo>
                <a:lnTo>
                  <a:pt x="150876" y="58814"/>
                </a:lnTo>
                <a:close/>
                <a:moveTo>
                  <a:pt x="23418" y="244355"/>
                </a:moveTo>
                <a:lnTo>
                  <a:pt x="23418" y="101434"/>
                </a:lnTo>
                <a:cubicBezTo>
                  <a:pt x="23418" y="96972"/>
                  <a:pt x="24652" y="92949"/>
                  <a:pt x="27130" y="89364"/>
                </a:cubicBezTo>
                <a:cubicBezTo>
                  <a:pt x="29599" y="85762"/>
                  <a:pt x="32900" y="83119"/>
                  <a:pt x="37024" y="81446"/>
                </a:cubicBezTo>
                <a:lnTo>
                  <a:pt x="142985" y="39072"/>
                </a:lnTo>
                <a:cubicBezTo>
                  <a:pt x="145582" y="37984"/>
                  <a:pt x="148215" y="37436"/>
                  <a:pt x="150876" y="37436"/>
                </a:cubicBezTo>
                <a:cubicBezTo>
                  <a:pt x="153537" y="37436"/>
                  <a:pt x="156170" y="37984"/>
                  <a:pt x="158767" y="39072"/>
                </a:cubicBezTo>
                <a:lnTo>
                  <a:pt x="264819" y="81446"/>
                </a:lnTo>
                <a:cubicBezTo>
                  <a:pt x="268907" y="83119"/>
                  <a:pt x="272180" y="85762"/>
                  <a:pt x="274658" y="89364"/>
                </a:cubicBezTo>
                <a:cubicBezTo>
                  <a:pt x="277127" y="92967"/>
                  <a:pt x="278371" y="96990"/>
                  <a:pt x="278371" y="101434"/>
                </a:cubicBezTo>
                <a:lnTo>
                  <a:pt x="278371" y="244355"/>
                </a:lnTo>
                <a:cubicBezTo>
                  <a:pt x="278371" y="250244"/>
                  <a:pt x="276268" y="255282"/>
                  <a:pt x="272080" y="259479"/>
                </a:cubicBezTo>
                <a:cubicBezTo>
                  <a:pt x="267892" y="263667"/>
                  <a:pt x="262853" y="265761"/>
                  <a:pt x="256965" y="265761"/>
                </a:cubicBezTo>
                <a:lnTo>
                  <a:pt x="200382" y="265761"/>
                </a:lnTo>
                <a:lnTo>
                  <a:pt x="200382" y="166905"/>
                </a:lnTo>
                <a:lnTo>
                  <a:pt x="101398" y="166905"/>
                </a:lnTo>
                <a:lnTo>
                  <a:pt x="101398" y="265761"/>
                </a:lnTo>
                <a:lnTo>
                  <a:pt x="44824" y="265761"/>
                </a:lnTo>
                <a:cubicBezTo>
                  <a:pt x="38935" y="265761"/>
                  <a:pt x="33897" y="263667"/>
                  <a:pt x="29700" y="259479"/>
                </a:cubicBezTo>
                <a:cubicBezTo>
                  <a:pt x="25512" y="255282"/>
                  <a:pt x="23418" y="250244"/>
                  <a:pt x="23418" y="244355"/>
                </a:cubicBezTo>
                <a:close/>
                <a:moveTo>
                  <a:pt x="117116" y="265761"/>
                </a:moveTo>
                <a:lnTo>
                  <a:pt x="117116" y="246906"/>
                </a:lnTo>
                <a:lnTo>
                  <a:pt x="135980" y="246906"/>
                </a:lnTo>
                <a:lnTo>
                  <a:pt x="135980" y="265761"/>
                </a:lnTo>
                <a:lnTo>
                  <a:pt x="117116" y="265761"/>
                </a:lnTo>
                <a:close/>
                <a:moveTo>
                  <a:pt x="141449" y="228042"/>
                </a:moveTo>
                <a:lnTo>
                  <a:pt x="141449" y="209187"/>
                </a:lnTo>
                <a:lnTo>
                  <a:pt x="160303" y="209187"/>
                </a:lnTo>
                <a:lnTo>
                  <a:pt x="160303" y="228042"/>
                </a:lnTo>
                <a:lnTo>
                  <a:pt x="141449" y="228042"/>
                </a:lnTo>
                <a:close/>
                <a:moveTo>
                  <a:pt x="165772" y="265761"/>
                </a:moveTo>
                <a:lnTo>
                  <a:pt x="165772" y="246906"/>
                </a:lnTo>
                <a:lnTo>
                  <a:pt x="184636" y="246906"/>
                </a:lnTo>
                <a:lnTo>
                  <a:pt x="184636" y="265761"/>
                </a:lnTo>
                <a:lnTo>
                  <a:pt x="165772" y="265761"/>
                </a:lnTo>
                <a:close/>
                <a:moveTo>
                  <a:pt x="102312" y="146322"/>
                </a:moveTo>
                <a:lnTo>
                  <a:pt x="199440" y="146322"/>
                </a:lnTo>
                <a:lnTo>
                  <a:pt x="102312" y="14632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48" name="圖示 物流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230" y="242124"/>
                </a:moveTo>
                <a:cubicBezTo>
                  <a:pt x="36850" y="234955"/>
                  <a:pt x="33110" y="226177"/>
                  <a:pt x="33001" y="215780"/>
                </a:cubicBezTo>
                <a:lnTo>
                  <a:pt x="21562" y="215780"/>
                </a:lnTo>
                <a:cubicBezTo>
                  <a:pt x="18544" y="215780"/>
                  <a:pt x="16002" y="214756"/>
                  <a:pt x="13926" y="212708"/>
                </a:cubicBezTo>
                <a:cubicBezTo>
                  <a:pt x="11851" y="210650"/>
                  <a:pt x="10826" y="208108"/>
                  <a:pt x="10845" y="205063"/>
                </a:cubicBezTo>
                <a:lnTo>
                  <a:pt x="10845" y="69970"/>
                </a:lnTo>
                <a:cubicBezTo>
                  <a:pt x="10845" y="64182"/>
                  <a:pt x="12975" y="59171"/>
                  <a:pt x="17227" y="54910"/>
                </a:cubicBezTo>
                <a:cubicBezTo>
                  <a:pt x="21479" y="50658"/>
                  <a:pt x="26499" y="48527"/>
                  <a:pt x="32278" y="48527"/>
                </a:cubicBezTo>
                <a:lnTo>
                  <a:pt x="192838" y="48527"/>
                </a:lnTo>
                <a:cubicBezTo>
                  <a:pt x="198727" y="48527"/>
                  <a:pt x="203765" y="50630"/>
                  <a:pt x="207962" y="54818"/>
                </a:cubicBezTo>
                <a:cubicBezTo>
                  <a:pt x="212150" y="59006"/>
                  <a:pt x="214244" y="64045"/>
                  <a:pt x="214244" y="69933"/>
                </a:cubicBezTo>
                <a:lnTo>
                  <a:pt x="214244" y="100109"/>
                </a:lnTo>
                <a:lnTo>
                  <a:pt x="236025" y="100109"/>
                </a:lnTo>
                <a:cubicBezTo>
                  <a:pt x="239399" y="100109"/>
                  <a:pt x="242599" y="100867"/>
                  <a:pt x="245617" y="102376"/>
                </a:cubicBezTo>
                <a:cubicBezTo>
                  <a:pt x="248635" y="103885"/>
                  <a:pt x="251131" y="105988"/>
                  <a:pt x="253124" y="108695"/>
                </a:cubicBezTo>
                <a:lnTo>
                  <a:pt x="288768" y="156125"/>
                </a:lnTo>
                <a:cubicBezTo>
                  <a:pt x="289444" y="157030"/>
                  <a:pt x="289965" y="158017"/>
                  <a:pt x="290340" y="159115"/>
                </a:cubicBezTo>
                <a:cubicBezTo>
                  <a:pt x="290697" y="160203"/>
                  <a:pt x="290880" y="161373"/>
                  <a:pt x="290880" y="162635"/>
                </a:cubicBezTo>
                <a:lnTo>
                  <a:pt x="290880" y="205036"/>
                </a:lnTo>
                <a:cubicBezTo>
                  <a:pt x="290880" y="208053"/>
                  <a:pt x="289847" y="210595"/>
                  <a:pt x="287798" y="212671"/>
                </a:cubicBezTo>
                <a:cubicBezTo>
                  <a:pt x="285741" y="214747"/>
                  <a:pt x="283199" y="215771"/>
                  <a:pt x="280154" y="215753"/>
                </a:cubicBezTo>
                <a:lnTo>
                  <a:pt x="267645" y="215753"/>
                </a:lnTo>
                <a:cubicBezTo>
                  <a:pt x="267499" y="226122"/>
                  <a:pt x="263750" y="234891"/>
                  <a:pt x="256398" y="242060"/>
                </a:cubicBezTo>
                <a:cubicBezTo>
                  <a:pt x="249037" y="249229"/>
                  <a:pt x="240167" y="252822"/>
                  <a:pt x="229770" y="252841"/>
                </a:cubicBezTo>
                <a:cubicBezTo>
                  <a:pt x="219374" y="252841"/>
                  <a:pt x="210495" y="249256"/>
                  <a:pt x="203116" y="242097"/>
                </a:cubicBezTo>
                <a:cubicBezTo>
                  <a:pt x="195736" y="234928"/>
                  <a:pt x="191997" y="226149"/>
                  <a:pt x="191896" y="215753"/>
                </a:cubicBezTo>
                <a:lnTo>
                  <a:pt x="108695" y="215753"/>
                </a:lnTo>
                <a:cubicBezTo>
                  <a:pt x="108548" y="226067"/>
                  <a:pt x="104809" y="234818"/>
                  <a:pt x="97475" y="242033"/>
                </a:cubicBezTo>
                <a:cubicBezTo>
                  <a:pt x="90142" y="249238"/>
                  <a:pt x="81272" y="252841"/>
                  <a:pt x="70884" y="252841"/>
                </a:cubicBezTo>
                <a:cubicBezTo>
                  <a:pt x="60488" y="252841"/>
                  <a:pt x="51600" y="249256"/>
                  <a:pt x="44230" y="242097"/>
                </a:cubicBezTo>
                <a:close/>
                <a:moveTo>
                  <a:pt x="83741" y="227759"/>
                </a:moveTo>
                <a:cubicBezTo>
                  <a:pt x="87298" y="224202"/>
                  <a:pt x="89081" y="219904"/>
                  <a:pt x="89081" y="214875"/>
                </a:cubicBezTo>
                <a:cubicBezTo>
                  <a:pt x="89081" y="209846"/>
                  <a:pt x="87298" y="205548"/>
                  <a:pt x="83741" y="201982"/>
                </a:cubicBezTo>
                <a:cubicBezTo>
                  <a:pt x="80175" y="198425"/>
                  <a:pt x="75877" y="196642"/>
                  <a:pt x="70848" y="196642"/>
                </a:cubicBezTo>
                <a:cubicBezTo>
                  <a:pt x="65819" y="196642"/>
                  <a:pt x="61521" y="198425"/>
                  <a:pt x="57964" y="201982"/>
                </a:cubicBezTo>
                <a:cubicBezTo>
                  <a:pt x="54398" y="205548"/>
                  <a:pt x="52615" y="209846"/>
                  <a:pt x="52615" y="214875"/>
                </a:cubicBezTo>
                <a:cubicBezTo>
                  <a:pt x="52615" y="219904"/>
                  <a:pt x="54398" y="224202"/>
                  <a:pt x="57964" y="227759"/>
                </a:cubicBezTo>
                <a:cubicBezTo>
                  <a:pt x="61521" y="231325"/>
                  <a:pt x="65819" y="233108"/>
                  <a:pt x="70848" y="233108"/>
                </a:cubicBezTo>
                <a:cubicBezTo>
                  <a:pt x="75877" y="233108"/>
                  <a:pt x="80175" y="231325"/>
                  <a:pt x="83741" y="227759"/>
                </a:cubicBezTo>
                <a:close/>
                <a:moveTo>
                  <a:pt x="32251" y="194347"/>
                </a:moveTo>
                <a:lnTo>
                  <a:pt x="39475" y="194347"/>
                </a:lnTo>
                <a:cubicBezTo>
                  <a:pt x="43023" y="188942"/>
                  <a:pt x="47476" y="184636"/>
                  <a:pt x="52834" y="181426"/>
                </a:cubicBezTo>
                <a:cubicBezTo>
                  <a:pt x="58202" y="178244"/>
                  <a:pt x="64099" y="176653"/>
                  <a:pt x="70537" y="176653"/>
                </a:cubicBezTo>
                <a:cubicBezTo>
                  <a:pt x="76965" y="176653"/>
                  <a:pt x="82918" y="178290"/>
                  <a:pt x="88386" y="181554"/>
                </a:cubicBezTo>
                <a:cubicBezTo>
                  <a:pt x="93836" y="184828"/>
                  <a:pt x="98325" y="189089"/>
                  <a:pt x="101846" y="194347"/>
                </a:cubicBezTo>
                <a:lnTo>
                  <a:pt x="192838" y="194347"/>
                </a:lnTo>
                <a:lnTo>
                  <a:pt x="192838" y="69970"/>
                </a:lnTo>
                <a:lnTo>
                  <a:pt x="32251" y="69970"/>
                </a:lnTo>
                <a:lnTo>
                  <a:pt x="32251" y="194347"/>
                </a:lnTo>
                <a:close/>
                <a:moveTo>
                  <a:pt x="242663" y="227759"/>
                </a:moveTo>
                <a:cubicBezTo>
                  <a:pt x="246220" y="224202"/>
                  <a:pt x="248004" y="219904"/>
                  <a:pt x="248004" y="214875"/>
                </a:cubicBezTo>
                <a:cubicBezTo>
                  <a:pt x="248004" y="209846"/>
                  <a:pt x="246220" y="205548"/>
                  <a:pt x="242663" y="201982"/>
                </a:cubicBezTo>
                <a:cubicBezTo>
                  <a:pt x="239097" y="198425"/>
                  <a:pt x="234800" y="196642"/>
                  <a:pt x="229770" y="196642"/>
                </a:cubicBezTo>
                <a:cubicBezTo>
                  <a:pt x="224741" y="196642"/>
                  <a:pt x="220444" y="198425"/>
                  <a:pt x="216887" y="201982"/>
                </a:cubicBezTo>
                <a:cubicBezTo>
                  <a:pt x="213320" y="205548"/>
                  <a:pt x="211537" y="209846"/>
                  <a:pt x="211537" y="214875"/>
                </a:cubicBezTo>
                <a:cubicBezTo>
                  <a:pt x="211537" y="219904"/>
                  <a:pt x="213320" y="224202"/>
                  <a:pt x="216887" y="227759"/>
                </a:cubicBezTo>
                <a:cubicBezTo>
                  <a:pt x="220444" y="231325"/>
                  <a:pt x="224741" y="233108"/>
                  <a:pt x="229770" y="233108"/>
                </a:cubicBezTo>
                <a:cubicBezTo>
                  <a:pt x="234800" y="233108"/>
                  <a:pt x="239097" y="231325"/>
                  <a:pt x="242663" y="227759"/>
                </a:cubicBezTo>
                <a:close/>
                <a:moveTo>
                  <a:pt x="214244" y="168167"/>
                </a:moveTo>
                <a:lnTo>
                  <a:pt x="270918" y="168167"/>
                </a:lnTo>
                <a:lnTo>
                  <a:pt x="236025" y="121643"/>
                </a:lnTo>
                <a:lnTo>
                  <a:pt x="214244" y="121643"/>
                </a:lnTo>
                <a:lnTo>
                  <a:pt x="214244" y="168167"/>
                </a:lnTo>
                <a:close/>
                <a:moveTo>
                  <a:pt x="112718" y="13202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50" name="圖示 包裝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470" y="251990"/>
                </a:moveTo>
                <a:lnTo>
                  <a:pt x="140470" y="156783"/>
                </a:lnTo>
                <a:lnTo>
                  <a:pt x="57269" y="108695"/>
                </a:lnTo>
                <a:lnTo>
                  <a:pt x="57269" y="203902"/>
                </a:lnTo>
                <a:lnTo>
                  <a:pt x="140470" y="251990"/>
                </a:lnTo>
                <a:close/>
                <a:moveTo>
                  <a:pt x="161373" y="251990"/>
                </a:moveTo>
                <a:lnTo>
                  <a:pt x="244511" y="203902"/>
                </a:lnTo>
                <a:lnTo>
                  <a:pt x="244511" y="108384"/>
                </a:lnTo>
                <a:lnTo>
                  <a:pt x="161373" y="156783"/>
                </a:lnTo>
                <a:lnTo>
                  <a:pt x="161373" y="251990"/>
                </a:lnTo>
                <a:close/>
                <a:moveTo>
                  <a:pt x="140187" y="276451"/>
                </a:moveTo>
                <a:lnTo>
                  <a:pt x="46552" y="222547"/>
                </a:lnTo>
                <a:cubicBezTo>
                  <a:pt x="43160" y="220617"/>
                  <a:pt x="40526" y="217975"/>
                  <a:pt x="38661" y="214619"/>
                </a:cubicBezTo>
                <a:cubicBezTo>
                  <a:pt x="36777" y="211272"/>
                  <a:pt x="35835" y="207706"/>
                  <a:pt x="35835" y="203939"/>
                </a:cubicBezTo>
                <a:lnTo>
                  <a:pt x="35835" y="97823"/>
                </a:lnTo>
                <a:cubicBezTo>
                  <a:pt x="35835" y="94028"/>
                  <a:pt x="36777" y="90462"/>
                  <a:pt x="38661" y="87133"/>
                </a:cubicBezTo>
                <a:cubicBezTo>
                  <a:pt x="40526" y="83777"/>
                  <a:pt x="43160" y="81135"/>
                  <a:pt x="46552" y="79214"/>
                </a:cubicBezTo>
                <a:lnTo>
                  <a:pt x="140159" y="25210"/>
                </a:lnTo>
                <a:cubicBezTo>
                  <a:pt x="143488" y="23326"/>
                  <a:pt x="147063" y="22385"/>
                  <a:pt x="150876" y="22385"/>
                </a:cubicBezTo>
                <a:cubicBezTo>
                  <a:pt x="154689" y="22385"/>
                  <a:pt x="158264" y="23326"/>
                  <a:pt x="161593" y="25210"/>
                </a:cubicBezTo>
                <a:lnTo>
                  <a:pt x="255200" y="79214"/>
                </a:lnTo>
                <a:cubicBezTo>
                  <a:pt x="258592" y="81135"/>
                  <a:pt x="261235" y="83777"/>
                  <a:pt x="263119" y="87133"/>
                </a:cubicBezTo>
                <a:cubicBezTo>
                  <a:pt x="265030" y="90480"/>
                  <a:pt x="265981" y="94046"/>
                  <a:pt x="265981" y="97823"/>
                </a:cubicBezTo>
                <a:lnTo>
                  <a:pt x="265981" y="203939"/>
                </a:lnTo>
                <a:cubicBezTo>
                  <a:pt x="265981" y="207724"/>
                  <a:pt x="265030" y="211290"/>
                  <a:pt x="263119" y="214619"/>
                </a:cubicBezTo>
                <a:cubicBezTo>
                  <a:pt x="261217" y="217975"/>
                  <a:pt x="258574" y="220617"/>
                  <a:pt x="255200" y="222547"/>
                </a:cubicBezTo>
                <a:lnTo>
                  <a:pt x="161593" y="276451"/>
                </a:lnTo>
                <a:cubicBezTo>
                  <a:pt x="158264" y="278380"/>
                  <a:pt x="154689" y="279340"/>
                  <a:pt x="150876" y="279340"/>
                </a:cubicBezTo>
                <a:cubicBezTo>
                  <a:pt x="147063" y="279340"/>
                  <a:pt x="143488" y="278380"/>
                  <a:pt x="140159" y="276451"/>
                </a:cubicBezTo>
                <a:close/>
                <a:moveTo>
                  <a:pt x="202302" y="108942"/>
                </a:moveTo>
                <a:lnTo>
                  <a:pt x="232852" y="91221"/>
                </a:lnTo>
                <a:lnTo>
                  <a:pt x="150876" y="43818"/>
                </a:lnTo>
                <a:lnTo>
                  <a:pt x="120390" y="61448"/>
                </a:lnTo>
                <a:lnTo>
                  <a:pt x="202265" y="108942"/>
                </a:lnTo>
                <a:close/>
                <a:moveTo>
                  <a:pt x="150876" y="138998"/>
                </a:moveTo>
                <a:lnTo>
                  <a:pt x="182057" y="120728"/>
                </a:lnTo>
                <a:lnTo>
                  <a:pt x="99798" y="73362"/>
                </a:lnTo>
                <a:lnTo>
                  <a:pt x="68681" y="91248"/>
                </a:lnTo>
                <a:lnTo>
                  <a:pt x="150876" y="13899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52" name="圖示 資料庫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903" y="265917"/>
                </a:moveTo>
                <a:cubicBezTo>
                  <a:pt x="118698" y="265917"/>
                  <a:pt x="91467" y="260869"/>
                  <a:pt x="69211" y="250765"/>
                </a:cubicBezTo>
                <a:cubicBezTo>
                  <a:pt x="46964" y="240670"/>
                  <a:pt x="35835" y="228326"/>
                  <a:pt x="35835" y="213741"/>
                </a:cubicBezTo>
                <a:lnTo>
                  <a:pt x="35835" y="88011"/>
                </a:lnTo>
                <a:cubicBezTo>
                  <a:pt x="35835" y="73637"/>
                  <a:pt x="47064" y="61338"/>
                  <a:pt x="69531" y="51106"/>
                </a:cubicBezTo>
                <a:cubicBezTo>
                  <a:pt x="91989" y="40883"/>
                  <a:pt x="119110" y="35771"/>
                  <a:pt x="150876" y="35771"/>
                </a:cubicBezTo>
                <a:cubicBezTo>
                  <a:pt x="182578" y="35771"/>
                  <a:pt x="209699" y="40883"/>
                  <a:pt x="232221" y="51106"/>
                </a:cubicBezTo>
                <a:cubicBezTo>
                  <a:pt x="254734" y="61338"/>
                  <a:pt x="265981" y="73637"/>
                  <a:pt x="265981" y="88011"/>
                </a:cubicBezTo>
                <a:lnTo>
                  <a:pt x="265981" y="213741"/>
                </a:lnTo>
                <a:cubicBezTo>
                  <a:pt x="265981" y="228326"/>
                  <a:pt x="254843" y="240670"/>
                  <a:pt x="232568" y="250765"/>
                </a:cubicBezTo>
                <a:cubicBezTo>
                  <a:pt x="210294" y="260869"/>
                  <a:pt x="183072" y="265917"/>
                  <a:pt x="150903" y="265917"/>
                </a:cubicBezTo>
                <a:close/>
                <a:moveTo>
                  <a:pt x="150876" y="110578"/>
                </a:moveTo>
                <a:cubicBezTo>
                  <a:pt x="168853" y="110578"/>
                  <a:pt x="187287" y="107817"/>
                  <a:pt x="206170" y="102285"/>
                </a:cubicBezTo>
                <a:cubicBezTo>
                  <a:pt x="225043" y="96753"/>
                  <a:pt x="237296" y="90526"/>
                  <a:pt x="242910" y="83613"/>
                </a:cubicBezTo>
                <a:cubicBezTo>
                  <a:pt x="237104" y="76901"/>
                  <a:pt x="224732" y="70738"/>
                  <a:pt x="205786" y="65096"/>
                </a:cubicBezTo>
                <a:cubicBezTo>
                  <a:pt x="186848" y="59463"/>
                  <a:pt x="168533" y="56638"/>
                  <a:pt x="150849" y="56638"/>
                </a:cubicBezTo>
                <a:cubicBezTo>
                  <a:pt x="132533" y="56638"/>
                  <a:pt x="114062" y="59363"/>
                  <a:pt x="95427" y="64813"/>
                </a:cubicBezTo>
                <a:cubicBezTo>
                  <a:pt x="76800" y="70262"/>
                  <a:pt x="64529" y="76526"/>
                  <a:pt x="58622" y="83613"/>
                </a:cubicBezTo>
                <a:cubicBezTo>
                  <a:pt x="64529" y="90946"/>
                  <a:pt x="76682" y="97274"/>
                  <a:pt x="95079" y="102596"/>
                </a:cubicBezTo>
                <a:cubicBezTo>
                  <a:pt x="113459" y="107917"/>
                  <a:pt x="132067" y="110578"/>
                  <a:pt x="150903" y="110578"/>
                </a:cubicBezTo>
                <a:close/>
                <a:moveTo>
                  <a:pt x="150565" y="177787"/>
                </a:moveTo>
                <a:cubicBezTo>
                  <a:pt x="159325" y="177787"/>
                  <a:pt x="168058" y="177302"/>
                  <a:pt x="176781" y="176333"/>
                </a:cubicBezTo>
                <a:cubicBezTo>
                  <a:pt x="185513" y="175373"/>
                  <a:pt x="193899" y="173937"/>
                  <a:pt x="201918" y="172026"/>
                </a:cubicBezTo>
                <a:cubicBezTo>
                  <a:pt x="209946" y="170124"/>
                  <a:pt x="217645" y="167774"/>
                  <a:pt x="225025" y="164985"/>
                </a:cubicBezTo>
                <a:cubicBezTo>
                  <a:pt x="232404" y="162224"/>
                  <a:pt x="239097" y="159133"/>
                  <a:pt x="245114" y="155713"/>
                </a:cubicBezTo>
                <a:lnTo>
                  <a:pt x="245114" y="109481"/>
                </a:lnTo>
                <a:cubicBezTo>
                  <a:pt x="238933" y="112828"/>
                  <a:pt x="232157" y="115873"/>
                  <a:pt x="224805" y="118598"/>
                </a:cubicBezTo>
                <a:cubicBezTo>
                  <a:pt x="217453" y="121323"/>
                  <a:pt x="209708" y="123618"/>
                  <a:pt x="201579" y="125474"/>
                </a:cubicBezTo>
                <a:cubicBezTo>
                  <a:pt x="193450" y="127339"/>
                  <a:pt x="185120" y="128793"/>
                  <a:pt x="176589" y="129817"/>
                </a:cubicBezTo>
                <a:cubicBezTo>
                  <a:pt x="168039" y="130841"/>
                  <a:pt x="159362" y="131354"/>
                  <a:pt x="150565" y="131354"/>
                </a:cubicBezTo>
                <a:cubicBezTo>
                  <a:pt x="141842" y="131354"/>
                  <a:pt x="133118" y="130841"/>
                  <a:pt x="124377" y="129817"/>
                </a:cubicBezTo>
                <a:cubicBezTo>
                  <a:pt x="115644" y="128793"/>
                  <a:pt x="107241" y="127330"/>
                  <a:pt x="99167" y="125447"/>
                </a:cubicBezTo>
                <a:cubicBezTo>
                  <a:pt x="91102" y="123563"/>
                  <a:pt x="83439" y="121268"/>
                  <a:pt x="76188" y="118561"/>
                </a:cubicBezTo>
                <a:cubicBezTo>
                  <a:pt x="68946" y="115864"/>
                  <a:pt x="62454" y="112828"/>
                  <a:pt x="56739" y="109481"/>
                </a:cubicBezTo>
                <a:lnTo>
                  <a:pt x="56739" y="155713"/>
                </a:lnTo>
                <a:cubicBezTo>
                  <a:pt x="62390" y="159115"/>
                  <a:pt x="68809" y="162196"/>
                  <a:pt x="75968" y="164958"/>
                </a:cubicBezTo>
                <a:cubicBezTo>
                  <a:pt x="83137" y="167701"/>
                  <a:pt x="90754" y="170051"/>
                  <a:pt x="98819" y="171999"/>
                </a:cubicBezTo>
                <a:cubicBezTo>
                  <a:pt x="106893" y="173928"/>
                  <a:pt x="115306" y="175382"/>
                  <a:pt x="124066" y="176369"/>
                </a:cubicBezTo>
                <a:cubicBezTo>
                  <a:pt x="132826" y="177330"/>
                  <a:pt x="141659" y="177814"/>
                  <a:pt x="150565" y="177814"/>
                </a:cubicBezTo>
                <a:close/>
                <a:moveTo>
                  <a:pt x="150876" y="245050"/>
                </a:moveTo>
                <a:cubicBezTo>
                  <a:pt x="160834" y="245087"/>
                  <a:pt x="171093" y="244245"/>
                  <a:pt x="181682" y="242499"/>
                </a:cubicBezTo>
                <a:cubicBezTo>
                  <a:pt x="192262" y="240743"/>
                  <a:pt x="202009" y="238402"/>
                  <a:pt x="210916" y="235495"/>
                </a:cubicBezTo>
                <a:cubicBezTo>
                  <a:pt x="219822" y="232578"/>
                  <a:pt x="227384" y="229332"/>
                  <a:pt x="233611" y="225747"/>
                </a:cubicBezTo>
                <a:cubicBezTo>
                  <a:pt x="239847" y="222144"/>
                  <a:pt x="243688" y="218459"/>
                  <a:pt x="245114" y="214683"/>
                </a:cubicBezTo>
                <a:lnTo>
                  <a:pt x="245114" y="177055"/>
                </a:lnTo>
                <a:cubicBezTo>
                  <a:pt x="239143" y="180457"/>
                  <a:pt x="232495" y="183493"/>
                  <a:pt x="225180" y="186172"/>
                </a:cubicBezTo>
                <a:cubicBezTo>
                  <a:pt x="217865" y="188833"/>
                  <a:pt x="210175" y="191110"/>
                  <a:pt x="202110" y="192993"/>
                </a:cubicBezTo>
                <a:cubicBezTo>
                  <a:pt x="194045" y="194886"/>
                  <a:pt x="185669" y="196294"/>
                  <a:pt x="177000" y="197236"/>
                </a:cubicBezTo>
                <a:cubicBezTo>
                  <a:pt x="168323" y="198178"/>
                  <a:pt x="159508" y="198653"/>
                  <a:pt x="150565" y="198653"/>
                </a:cubicBezTo>
                <a:cubicBezTo>
                  <a:pt x="141613" y="198653"/>
                  <a:pt x="132762" y="198169"/>
                  <a:pt x="124002" y="197209"/>
                </a:cubicBezTo>
                <a:cubicBezTo>
                  <a:pt x="115242" y="196239"/>
                  <a:pt x="106838" y="194822"/>
                  <a:pt x="98792" y="192929"/>
                </a:cubicBezTo>
                <a:cubicBezTo>
                  <a:pt x="90745" y="191046"/>
                  <a:pt x="83146" y="188769"/>
                  <a:pt x="76005" y="186108"/>
                </a:cubicBezTo>
                <a:cubicBezTo>
                  <a:pt x="68854" y="183447"/>
                  <a:pt x="62426" y="180448"/>
                  <a:pt x="56702" y="177092"/>
                </a:cubicBezTo>
                <a:lnTo>
                  <a:pt x="56702" y="215030"/>
                </a:lnTo>
                <a:cubicBezTo>
                  <a:pt x="57900" y="218596"/>
                  <a:pt x="61567" y="222199"/>
                  <a:pt x="67702" y="225839"/>
                </a:cubicBezTo>
                <a:cubicBezTo>
                  <a:pt x="73829" y="229487"/>
                  <a:pt x="81382" y="232724"/>
                  <a:pt x="90370" y="235559"/>
                </a:cubicBezTo>
                <a:cubicBezTo>
                  <a:pt x="99359" y="238384"/>
                  <a:pt x="109143" y="240679"/>
                  <a:pt x="119722" y="242435"/>
                </a:cubicBezTo>
                <a:cubicBezTo>
                  <a:pt x="130311" y="244200"/>
                  <a:pt x="140680" y="245077"/>
                  <a:pt x="150849" y="24507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54" name="圖示 雲端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050" y="253344"/>
                </a:moveTo>
                <a:cubicBezTo>
                  <a:pt x="60149" y="253344"/>
                  <a:pt x="44056" y="246733"/>
                  <a:pt x="30770" y="233510"/>
                </a:cubicBezTo>
                <a:cubicBezTo>
                  <a:pt x="17483" y="220288"/>
                  <a:pt x="10845" y="204213"/>
                  <a:pt x="10845" y="185294"/>
                </a:cubicBezTo>
                <a:cubicBezTo>
                  <a:pt x="10845" y="168652"/>
                  <a:pt x="16103" y="153967"/>
                  <a:pt x="26627" y="141229"/>
                </a:cubicBezTo>
                <a:cubicBezTo>
                  <a:pt x="37143" y="128482"/>
                  <a:pt x="50594" y="120801"/>
                  <a:pt x="66980" y="118186"/>
                </a:cubicBezTo>
                <a:cubicBezTo>
                  <a:pt x="71387" y="97713"/>
                  <a:pt x="81446" y="80998"/>
                  <a:pt x="97155" y="68050"/>
                </a:cubicBezTo>
                <a:cubicBezTo>
                  <a:pt x="112874" y="55120"/>
                  <a:pt x="130988" y="48655"/>
                  <a:pt x="151507" y="48655"/>
                </a:cubicBezTo>
                <a:cubicBezTo>
                  <a:pt x="175162" y="48655"/>
                  <a:pt x="195188" y="57214"/>
                  <a:pt x="211574" y="74341"/>
                </a:cubicBezTo>
                <a:cubicBezTo>
                  <a:pt x="227960" y="91458"/>
                  <a:pt x="236354" y="112051"/>
                  <a:pt x="236747" y="136099"/>
                </a:cubicBezTo>
                <a:lnTo>
                  <a:pt x="236747" y="143643"/>
                </a:lnTo>
                <a:cubicBezTo>
                  <a:pt x="251981" y="143671"/>
                  <a:pt x="264819" y="148892"/>
                  <a:pt x="275253" y="159334"/>
                </a:cubicBezTo>
                <a:cubicBezTo>
                  <a:pt x="285686" y="169768"/>
                  <a:pt x="290907" y="182825"/>
                  <a:pt x="290907" y="198498"/>
                </a:cubicBezTo>
                <a:cubicBezTo>
                  <a:pt x="290907" y="213503"/>
                  <a:pt x="285521" y="226387"/>
                  <a:pt x="274750" y="237159"/>
                </a:cubicBezTo>
                <a:cubicBezTo>
                  <a:pt x="263960" y="247949"/>
                  <a:pt x="251058" y="253344"/>
                  <a:pt x="236062" y="253344"/>
                </a:cubicBezTo>
                <a:lnTo>
                  <a:pt x="79050" y="253344"/>
                </a:lnTo>
                <a:close/>
                <a:moveTo>
                  <a:pt x="79050" y="231938"/>
                </a:moveTo>
                <a:lnTo>
                  <a:pt x="235897" y="231938"/>
                </a:lnTo>
                <a:cubicBezTo>
                  <a:pt x="245096" y="231938"/>
                  <a:pt x="252996" y="228655"/>
                  <a:pt x="259598" y="222071"/>
                </a:cubicBezTo>
                <a:cubicBezTo>
                  <a:pt x="266200" y="215488"/>
                  <a:pt x="269501" y="207578"/>
                  <a:pt x="269501" y="198343"/>
                </a:cubicBezTo>
                <a:cubicBezTo>
                  <a:pt x="269501" y="189116"/>
                  <a:pt x="266200" y="181207"/>
                  <a:pt x="259598" y="174605"/>
                </a:cubicBezTo>
                <a:cubicBezTo>
                  <a:pt x="252996" y="168030"/>
                  <a:pt x="245096" y="164738"/>
                  <a:pt x="235897" y="164738"/>
                </a:cubicBezTo>
                <a:lnTo>
                  <a:pt x="215405" y="164738"/>
                </a:lnTo>
                <a:lnTo>
                  <a:pt x="215405" y="137517"/>
                </a:lnTo>
                <a:cubicBezTo>
                  <a:pt x="215405" y="118680"/>
                  <a:pt x="209096" y="102742"/>
                  <a:pt x="196486" y="89712"/>
                </a:cubicBezTo>
                <a:cubicBezTo>
                  <a:pt x="183868" y="76672"/>
                  <a:pt x="168460" y="70153"/>
                  <a:pt x="150245" y="70153"/>
                </a:cubicBezTo>
                <a:cubicBezTo>
                  <a:pt x="131930" y="70153"/>
                  <a:pt x="116440" y="76773"/>
                  <a:pt x="103757" y="89995"/>
                </a:cubicBezTo>
                <a:cubicBezTo>
                  <a:pt x="91083" y="103217"/>
                  <a:pt x="84747" y="119338"/>
                  <a:pt x="84747" y="138367"/>
                </a:cubicBezTo>
                <a:lnTo>
                  <a:pt x="78108" y="138367"/>
                </a:lnTo>
                <a:cubicBezTo>
                  <a:pt x="65306" y="138367"/>
                  <a:pt x="54462" y="142857"/>
                  <a:pt x="45574" y="151854"/>
                </a:cubicBezTo>
                <a:cubicBezTo>
                  <a:pt x="36695" y="160843"/>
                  <a:pt x="32251" y="171935"/>
                  <a:pt x="32251" y="185139"/>
                </a:cubicBezTo>
                <a:cubicBezTo>
                  <a:pt x="32251" y="198150"/>
                  <a:pt x="36795" y="209206"/>
                  <a:pt x="45894" y="218295"/>
                </a:cubicBezTo>
                <a:cubicBezTo>
                  <a:pt x="54983" y="227393"/>
                  <a:pt x="66038" y="231938"/>
                  <a:pt x="79050" y="23193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56" name="圖示 伺服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178" y="74121"/>
                </a:moveTo>
                <a:cubicBezTo>
                  <a:pt x="85798" y="74121"/>
                  <a:pt x="82095" y="75648"/>
                  <a:pt x="79050" y="78712"/>
                </a:cubicBezTo>
                <a:cubicBezTo>
                  <a:pt x="76014" y="81766"/>
                  <a:pt x="74496" y="85487"/>
                  <a:pt x="74496" y="89867"/>
                </a:cubicBezTo>
                <a:cubicBezTo>
                  <a:pt x="74496" y="94247"/>
                  <a:pt x="76023" y="97951"/>
                  <a:pt x="79086" y="100995"/>
                </a:cubicBezTo>
                <a:cubicBezTo>
                  <a:pt x="82141" y="104031"/>
                  <a:pt x="85862" y="105549"/>
                  <a:pt x="90242" y="105549"/>
                </a:cubicBezTo>
                <a:cubicBezTo>
                  <a:pt x="94622" y="105549"/>
                  <a:pt x="98335" y="104022"/>
                  <a:pt x="101370" y="100959"/>
                </a:cubicBezTo>
                <a:cubicBezTo>
                  <a:pt x="104406" y="97905"/>
                  <a:pt x="105924" y="94183"/>
                  <a:pt x="105924" y="89803"/>
                </a:cubicBezTo>
                <a:cubicBezTo>
                  <a:pt x="105924" y="85423"/>
                  <a:pt x="104397" y="81711"/>
                  <a:pt x="101343" y="78675"/>
                </a:cubicBezTo>
                <a:cubicBezTo>
                  <a:pt x="98280" y="75639"/>
                  <a:pt x="94558" y="74121"/>
                  <a:pt x="90178" y="74121"/>
                </a:cubicBezTo>
                <a:close/>
                <a:moveTo>
                  <a:pt x="90178" y="208081"/>
                </a:moveTo>
                <a:cubicBezTo>
                  <a:pt x="85798" y="208081"/>
                  <a:pt x="82095" y="209617"/>
                  <a:pt x="79050" y="212671"/>
                </a:cubicBezTo>
                <a:cubicBezTo>
                  <a:pt x="76014" y="215734"/>
                  <a:pt x="74496" y="219447"/>
                  <a:pt x="74496" y="223827"/>
                </a:cubicBezTo>
                <a:cubicBezTo>
                  <a:pt x="74496" y="228207"/>
                  <a:pt x="76023" y="231919"/>
                  <a:pt x="79086" y="234955"/>
                </a:cubicBezTo>
                <a:cubicBezTo>
                  <a:pt x="82141" y="238000"/>
                  <a:pt x="85862" y="239518"/>
                  <a:pt x="90242" y="239518"/>
                </a:cubicBezTo>
                <a:cubicBezTo>
                  <a:pt x="94622" y="239518"/>
                  <a:pt x="98335" y="237982"/>
                  <a:pt x="101370" y="234928"/>
                </a:cubicBezTo>
                <a:cubicBezTo>
                  <a:pt x="104406" y="231864"/>
                  <a:pt x="105924" y="228152"/>
                  <a:pt x="105924" y="223772"/>
                </a:cubicBezTo>
                <a:cubicBezTo>
                  <a:pt x="105924" y="219392"/>
                  <a:pt x="104397" y="215680"/>
                  <a:pt x="101343" y="212644"/>
                </a:cubicBezTo>
                <a:cubicBezTo>
                  <a:pt x="98280" y="209599"/>
                  <a:pt x="94558" y="208081"/>
                  <a:pt x="90178" y="208081"/>
                </a:cubicBezTo>
                <a:close/>
                <a:moveTo>
                  <a:pt x="47805" y="33824"/>
                </a:moveTo>
                <a:lnTo>
                  <a:pt x="253627" y="33824"/>
                </a:lnTo>
                <a:cubicBezTo>
                  <a:pt x="257358" y="33824"/>
                  <a:pt x="260357" y="34958"/>
                  <a:pt x="262616" y="37216"/>
                </a:cubicBezTo>
                <a:cubicBezTo>
                  <a:pt x="264865" y="39475"/>
                  <a:pt x="265981" y="42529"/>
                  <a:pt x="265981" y="46360"/>
                </a:cubicBezTo>
                <a:lnTo>
                  <a:pt x="265981" y="131637"/>
                </a:lnTo>
                <a:cubicBezTo>
                  <a:pt x="265981" y="135743"/>
                  <a:pt x="264865" y="139181"/>
                  <a:pt x="262616" y="141951"/>
                </a:cubicBezTo>
                <a:cubicBezTo>
                  <a:pt x="260375" y="144713"/>
                  <a:pt x="257376" y="146103"/>
                  <a:pt x="253627" y="146103"/>
                </a:cubicBezTo>
                <a:lnTo>
                  <a:pt x="47805" y="146103"/>
                </a:lnTo>
                <a:cubicBezTo>
                  <a:pt x="44266" y="146103"/>
                  <a:pt x="41386" y="144713"/>
                  <a:pt x="39164" y="141951"/>
                </a:cubicBezTo>
                <a:cubicBezTo>
                  <a:pt x="36942" y="139181"/>
                  <a:pt x="35835" y="135743"/>
                  <a:pt x="35835" y="131637"/>
                </a:cubicBezTo>
                <a:lnTo>
                  <a:pt x="35835" y="46360"/>
                </a:lnTo>
                <a:cubicBezTo>
                  <a:pt x="35835" y="42547"/>
                  <a:pt x="36942" y="39502"/>
                  <a:pt x="39164" y="37216"/>
                </a:cubicBezTo>
                <a:cubicBezTo>
                  <a:pt x="41386" y="34958"/>
                  <a:pt x="44266" y="33824"/>
                  <a:pt x="47805" y="33824"/>
                </a:cubicBezTo>
                <a:close/>
                <a:moveTo>
                  <a:pt x="57269" y="55321"/>
                </a:moveTo>
                <a:lnTo>
                  <a:pt x="57269" y="124697"/>
                </a:lnTo>
                <a:lnTo>
                  <a:pt x="244511" y="124697"/>
                </a:lnTo>
                <a:lnTo>
                  <a:pt x="244511" y="55321"/>
                </a:lnTo>
                <a:lnTo>
                  <a:pt x="57269" y="55321"/>
                </a:lnTo>
                <a:close/>
                <a:moveTo>
                  <a:pt x="47805" y="167472"/>
                </a:moveTo>
                <a:lnTo>
                  <a:pt x="252374" y="167472"/>
                </a:lnTo>
                <a:cubicBezTo>
                  <a:pt x="255895" y="167472"/>
                  <a:pt x="259050" y="168935"/>
                  <a:pt x="261829" y="171871"/>
                </a:cubicBezTo>
                <a:cubicBezTo>
                  <a:pt x="264600" y="174806"/>
                  <a:pt x="265981" y="178189"/>
                  <a:pt x="265981" y="182030"/>
                </a:cubicBezTo>
                <a:lnTo>
                  <a:pt x="265981" y="265825"/>
                </a:lnTo>
                <a:cubicBezTo>
                  <a:pt x="265981" y="270434"/>
                  <a:pt x="264600" y="273954"/>
                  <a:pt x="261829" y="276387"/>
                </a:cubicBezTo>
                <a:cubicBezTo>
                  <a:pt x="259050" y="278837"/>
                  <a:pt x="255895" y="280062"/>
                  <a:pt x="252374" y="280062"/>
                </a:cubicBezTo>
                <a:lnTo>
                  <a:pt x="49378" y="280062"/>
                </a:lnTo>
                <a:cubicBezTo>
                  <a:pt x="45629" y="280062"/>
                  <a:pt x="42437" y="278837"/>
                  <a:pt x="39795" y="276387"/>
                </a:cubicBezTo>
                <a:cubicBezTo>
                  <a:pt x="37152" y="273936"/>
                  <a:pt x="35835" y="270416"/>
                  <a:pt x="35835" y="265825"/>
                </a:cubicBezTo>
                <a:lnTo>
                  <a:pt x="35835" y="182030"/>
                </a:lnTo>
                <a:cubicBezTo>
                  <a:pt x="35835" y="178189"/>
                  <a:pt x="36942" y="174806"/>
                  <a:pt x="39164" y="171871"/>
                </a:cubicBezTo>
                <a:cubicBezTo>
                  <a:pt x="41386" y="168935"/>
                  <a:pt x="44266" y="167472"/>
                  <a:pt x="47805" y="167472"/>
                </a:cubicBezTo>
                <a:close/>
                <a:moveTo>
                  <a:pt x="57269" y="188970"/>
                </a:moveTo>
                <a:lnTo>
                  <a:pt x="57269" y="258592"/>
                </a:lnTo>
                <a:lnTo>
                  <a:pt x="244511" y="258592"/>
                </a:lnTo>
                <a:lnTo>
                  <a:pt x="244511" y="188970"/>
                </a:lnTo>
                <a:lnTo>
                  <a:pt x="57269" y="188970"/>
                </a:lnTo>
                <a:close/>
                <a:moveTo>
                  <a:pt x="57269" y="55321"/>
                </a:moveTo>
                <a:lnTo>
                  <a:pt x="57269" y="124697"/>
                </a:lnTo>
                <a:lnTo>
                  <a:pt x="57269" y="55321"/>
                </a:lnTo>
                <a:close/>
                <a:moveTo>
                  <a:pt x="57269" y="188970"/>
                </a:moveTo>
                <a:lnTo>
                  <a:pt x="57269" y="258592"/>
                </a:lnTo>
                <a:lnTo>
                  <a:pt x="57269" y="18897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58" name="圖示 網路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991" y="256928"/>
                </a:moveTo>
                <a:lnTo>
                  <a:pt x="35991" y="212708"/>
                </a:lnTo>
                <a:cubicBezTo>
                  <a:pt x="35991" y="206819"/>
                  <a:pt x="38085" y="201772"/>
                  <a:pt x="42273" y="197584"/>
                </a:cubicBezTo>
                <a:cubicBezTo>
                  <a:pt x="46470" y="193396"/>
                  <a:pt x="51508" y="191302"/>
                  <a:pt x="57397" y="191302"/>
                </a:cubicBezTo>
                <a:lnTo>
                  <a:pt x="74149" y="191302"/>
                </a:lnTo>
                <a:lnTo>
                  <a:pt x="74149" y="162032"/>
                </a:lnTo>
                <a:cubicBezTo>
                  <a:pt x="74149" y="156143"/>
                  <a:pt x="76243" y="151105"/>
                  <a:pt x="80440" y="146917"/>
                </a:cubicBezTo>
                <a:cubicBezTo>
                  <a:pt x="84628" y="142729"/>
                  <a:pt x="89666" y="140626"/>
                  <a:pt x="95555" y="140626"/>
                </a:cubicBezTo>
                <a:lnTo>
                  <a:pt x="140598" y="140626"/>
                </a:lnTo>
                <a:lnTo>
                  <a:pt x="140598" y="110487"/>
                </a:lnTo>
                <a:lnTo>
                  <a:pt x="123846" y="110487"/>
                </a:lnTo>
                <a:cubicBezTo>
                  <a:pt x="117958" y="110487"/>
                  <a:pt x="112919" y="108393"/>
                  <a:pt x="108722" y="104196"/>
                </a:cubicBezTo>
                <a:cubicBezTo>
                  <a:pt x="104534" y="100008"/>
                  <a:pt x="102440" y="94933"/>
                  <a:pt x="102440" y="88989"/>
                </a:cubicBezTo>
                <a:lnTo>
                  <a:pt x="102440" y="44851"/>
                </a:lnTo>
                <a:cubicBezTo>
                  <a:pt x="102440" y="38963"/>
                  <a:pt x="104534" y="33924"/>
                  <a:pt x="108722" y="29736"/>
                </a:cubicBezTo>
                <a:cubicBezTo>
                  <a:pt x="112919" y="25548"/>
                  <a:pt x="117958" y="23445"/>
                  <a:pt x="123846" y="23445"/>
                </a:cubicBezTo>
                <a:lnTo>
                  <a:pt x="177878" y="23445"/>
                </a:lnTo>
                <a:cubicBezTo>
                  <a:pt x="183767" y="23445"/>
                  <a:pt x="188805" y="25548"/>
                  <a:pt x="192993" y="29736"/>
                </a:cubicBezTo>
                <a:cubicBezTo>
                  <a:pt x="197190" y="33924"/>
                  <a:pt x="199284" y="38963"/>
                  <a:pt x="199284" y="44851"/>
                </a:cubicBezTo>
                <a:lnTo>
                  <a:pt x="199284" y="88989"/>
                </a:lnTo>
                <a:cubicBezTo>
                  <a:pt x="199284" y="94915"/>
                  <a:pt x="197190" y="99990"/>
                  <a:pt x="192993" y="104196"/>
                </a:cubicBezTo>
                <a:cubicBezTo>
                  <a:pt x="188805" y="108393"/>
                  <a:pt x="183767" y="110487"/>
                  <a:pt x="177878" y="110487"/>
                </a:cubicBezTo>
                <a:lnTo>
                  <a:pt x="161126" y="110487"/>
                </a:lnTo>
                <a:lnTo>
                  <a:pt x="161126" y="140626"/>
                </a:lnTo>
                <a:lnTo>
                  <a:pt x="206170" y="140626"/>
                </a:lnTo>
                <a:cubicBezTo>
                  <a:pt x="212059" y="140626"/>
                  <a:pt x="217097" y="142729"/>
                  <a:pt x="221285" y="146917"/>
                </a:cubicBezTo>
                <a:cubicBezTo>
                  <a:pt x="225473" y="151105"/>
                  <a:pt x="227576" y="156143"/>
                  <a:pt x="227576" y="162032"/>
                </a:cubicBezTo>
                <a:lnTo>
                  <a:pt x="227576" y="191302"/>
                </a:lnTo>
                <a:lnTo>
                  <a:pt x="244328" y="191302"/>
                </a:lnTo>
                <a:cubicBezTo>
                  <a:pt x="250216" y="191302"/>
                  <a:pt x="255255" y="193396"/>
                  <a:pt x="259443" y="197584"/>
                </a:cubicBezTo>
                <a:cubicBezTo>
                  <a:pt x="263631" y="201772"/>
                  <a:pt x="265734" y="206819"/>
                  <a:pt x="265734" y="212708"/>
                </a:cubicBezTo>
                <a:lnTo>
                  <a:pt x="265734" y="256928"/>
                </a:lnTo>
                <a:cubicBezTo>
                  <a:pt x="265734" y="262817"/>
                  <a:pt x="263631" y="267855"/>
                  <a:pt x="259443" y="272052"/>
                </a:cubicBezTo>
                <a:cubicBezTo>
                  <a:pt x="255255" y="276240"/>
                  <a:pt x="250216" y="278334"/>
                  <a:pt x="244328" y="278334"/>
                </a:cubicBezTo>
                <a:lnTo>
                  <a:pt x="190762" y="278334"/>
                </a:lnTo>
                <a:cubicBezTo>
                  <a:pt x="184837" y="278334"/>
                  <a:pt x="179762" y="276240"/>
                  <a:pt x="175547" y="272052"/>
                </a:cubicBezTo>
                <a:cubicBezTo>
                  <a:pt x="171359" y="267855"/>
                  <a:pt x="169265" y="262817"/>
                  <a:pt x="169265" y="256928"/>
                </a:cubicBezTo>
                <a:lnTo>
                  <a:pt x="169265" y="212424"/>
                </a:lnTo>
                <a:cubicBezTo>
                  <a:pt x="169265" y="206636"/>
                  <a:pt x="171340" y="201671"/>
                  <a:pt x="175492" y="197520"/>
                </a:cubicBezTo>
                <a:cubicBezTo>
                  <a:pt x="179634" y="193377"/>
                  <a:pt x="184599" y="191302"/>
                  <a:pt x="190387" y="191302"/>
                </a:cubicBezTo>
                <a:lnTo>
                  <a:pt x="206984" y="191302"/>
                </a:lnTo>
                <a:lnTo>
                  <a:pt x="206984" y="161154"/>
                </a:lnTo>
                <a:lnTo>
                  <a:pt x="94741" y="161154"/>
                </a:lnTo>
                <a:lnTo>
                  <a:pt x="94741" y="191302"/>
                </a:lnTo>
                <a:lnTo>
                  <a:pt x="111337" y="191302"/>
                </a:lnTo>
                <a:cubicBezTo>
                  <a:pt x="117116" y="191302"/>
                  <a:pt x="122082" y="193377"/>
                  <a:pt x="126233" y="197520"/>
                </a:cubicBezTo>
                <a:cubicBezTo>
                  <a:pt x="130384" y="201671"/>
                  <a:pt x="132460" y="206636"/>
                  <a:pt x="132460" y="212424"/>
                </a:cubicBezTo>
                <a:lnTo>
                  <a:pt x="132460" y="256928"/>
                </a:lnTo>
                <a:cubicBezTo>
                  <a:pt x="132460" y="262817"/>
                  <a:pt x="130357" y="267855"/>
                  <a:pt x="126169" y="272052"/>
                </a:cubicBezTo>
                <a:cubicBezTo>
                  <a:pt x="121981" y="276240"/>
                  <a:pt x="116943" y="278334"/>
                  <a:pt x="111054" y="278334"/>
                </a:cubicBezTo>
                <a:lnTo>
                  <a:pt x="57397" y="278334"/>
                </a:lnTo>
                <a:cubicBezTo>
                  <a:pt x="51508" y="278334"/>
                  <a:pt x="46470" y="276240"/>
                  <a:pt x="42273" y="272052"/>
                </a:cubicBezTo>
                <a:cubicBezTo>
                  <a:pt x="38085" y="267855"/>
                  <a:pt x="35991" y="262817"/>
                  <a:pt x="35991" y="256928"/>
                </a:cubicBezTo>
                <a:close/>
                <a:moveTo>
                  <a:pt x="123023" y="89895"/>
                </a:moveTo>
                <a:lnTo>
                  <a:pt x="178692" y="89895"/>
                </a:lnTo>
                <a:lnTo>
                  <a:pt x="178692" y="44010"/>
                </a:lnTo>
                <a:lnTo>
                  <a:pt x="123023" y="44010"/>
                </a:lnTo>
                <a:lnTo>
                  <a:pt x="123023" y="89867"/>
                </a:lnTo>
                <a:close/>
                <a:moveTo>
                  <a:pt x="56583" y="257751"/>
                </a:moveTo>
                <a:lnTo>
                  <a:pt x="111868" y="257751"/>
                </a:lnTo>
                <a:lnTo>
                  <a:pt x="111868" y="211885"/>
                </a:lnTo>
                <a:lnTo>
                  <a:pt x="56583" y="211885"/>
                </a:lnTo>
                <a:lnTo>
                  <a:pt x="56583" y="257751"/>
                </a:lnTo>
                <a:close/>
                <a:moveTo>
                  <a:pt x="189884" y="257751"/>
                </a:moveTo>
                <a:lnTo>
                  <a:pt x="245178" y="257751"/>
                </a:lnTo>
                <a:lnTo>
                  <a:pt x="245178" y="211885"/>
                </a:lnTo>
                <a:lnTo>
                  <a:pt x="189884" y="211885"/>
                </a:lnTo>
                <a:lnTo>
                  <a:pt x="189884" y="257751"/>
                </a:lnTo>
                <a:close/>
                <a:moveTo>
                  <a:pt x="150876" y="89867"/>
                </a:moveTo>
                <a:close/>
                <a:moveTo>
                  <a:pt x="111868" y="211885"/>
                </a:moveTo>
                <a:close/>
                <a:moveTo>
                  <a:pt x="189857" y="21188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60" name="圖示 電腦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0711" y="266804"/>
                </a:moveTo>
                <a:cubicBezTo>
                  <a:pt x="17886" y="266804"/>
                  <a:pt x="15536" y="265844"/>
                  <a:pt x="13670" y="263942"/>
                </a:cubicBezTo>
                <a:cubicBezTo>
                  <a:pt x="11805" y="262030"/>
                  <a:pt x="10872" y="259671"/>
                  <a:pt x="10872" y="256864"/>
                </a:cubicBezTo>
                <a:cubicBezTo>
                  <a:pt x="10872" y="254057"/>
                  <a:pt x="11805" y="251716"/>
                  <a:pt x="13670" y="249823"/>
                </a:cubicBezTo>
                <a:cubicBezTo>
                  <a:pt x="15536" y="247958"/>
                  <a:pt x="17886" y="247025"/>
                  <a:pt x="20711" y="247025"/>
                </a:cubicBezTo>
                <a:lnTo>
                  <a:pt x="281041" y="247025"/>
                </a:lnTo>
                <a:cubicBezTo>
                  <a:pt x="283866" y="247025"/>
                  <a:pt x="286216" y="247985"/>
                  <a:pt x="288082" y="249887"/>
                </a:cubicBezTo>
                <a:cubicBezTo>
                  <a:pt x="289947" y="251798"/>
                  <a:pt x="290880" y="254148"/>
                  <a:pt x="290880" y="256965"/>
                </a:cubicBezTo>
                <a:cubicBezTo>
                  <a:pt x="290880" y="259772"/>
                  <a:pt x="289947" y="262113"/>
                  <a:pt x="288082" y="264006"/>
                </a:cubicBezTo>
                <a:cubicBezTo>
                  <a:pt x="286216" y="265889"/>
                  <a:pt x="283866" y="266831"/>
                  <a:pt x="281041" y="266831"/>
                </a:cubicBezTo>
                <a:lnTo>
                  <a:pt x="20711" y="266831"/>
                </a:lnTo>
                <a:close/>
                <a:moveTo>
                  <a:pt x="44696" y="228170"/>
                </a:moveTo>
                <a:cubicBezTo>
                  <a:pt x="38917" y="228170"/>
                  <a:pt x="33897" y="226040"/>
                  <a:pt x="29645" y="221788"/>
                </a:cubicBezTo>
                <a:cubicBezTo>
                  <a:pt x="25384" y="217536"/>
                  <a:pt x="23262" y="212516"/>
                  <a:pt x="23262" y="206728"/>
                </a:cubicBezTo>
                <a:lnTo>
                  <a:pt x="23262" y="57205"/>
                </a:lnTo>
                <a:cubicBezTo>
                  <a:pt x="23262" y="51398"/>
                  <a:pt x="25384" y="46369"/>
                  <a:pt x="29645" y="42117"/>
                </a:cubicBezTo>
                <a:cubicBezTo>
                  <a:pt x="33897" y="37865"/>
                  <a:pt x="38917" y="35735"/>
                  <a:pt x="44696" y="35735"/>
                </a:cubicBezTo>
                <a:lnTo>
                  <a:pt x="257084" y="35735"/>
                </a:lnTo>
                <a:cubicBezTo>
                  <a:pt x="262890" y="35735"/>
                  <a:pt x="267919" y="37865"/>
                  <a:pt x="272171" y="42117"/>
                </a:cubicBezTo>
                <a:cubicBezTo>
                  <a:pt x="276432" y="46369"/>
                  <a:pt x="278554" y="51398"/>
                  <a:pt x="278554" y="57205"/>
                </a:cubicBezTo>
                <a:lnTo>
                  <a:pt x="278554" y="206728"/>
                </a:lnTo>
                <a:cubicBezTo>
                  <a:pt x="278554" y="212516"/>
                  <a:pt x="276432" y="217536"/>
                  <a:pt x="272171" y="221788"/>
                </a:cubicBezTo>
                <a:cubicBezTo>
                  <a:pt x="267919" y="226040"/>
                  <a:pt x="262890" y="228170"/>
                  <a:pt x="257084" y="228170"/>
                </a:cubicBezTo>
                <a:lnTo>
                  <a:pt x="44696" y="228170"/>
                </a:lnTo>
                <a:close/>
                <a:moveTo>
                  <a:pt x="44696" y="206764"/>
                </a:moveTo>
                <a:lnTo>
                  <a:pt x="257084" y="206764"/>
                </a:lnTo>
                <a:lnTo>
                  <a:pt x="257084" y="57241"/>
                </a:lnTo>
                <a:lnTo>
                  <a:pt x="44696" y="57241"/>
                </a:lnTo>
                <a:lnTo>
                  <a:pt x="44696" y="206764"/>
                </a:lnTo>
                <a:close/>
                <a:moveTo>
                  <a:pt x="44696" y="206764"/>
                </a:moveTo>
                <a:lnTo>
                  <a:pt x="44696" y="57241"/>
                </a:lnTo>
                <a:lnTo>
                  <a:pt x="44696" y="20676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62" name="圖示 程式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218" y="150181"/>
                </a:moveTo>
                <a:lnTo>
                  <a:pt x="107625" y="204597"/>
                </a:lnTo>
                <a:cubicBezTo>
                  <a:pt x="109765" y="206773"/>
                  <a:pt x="110770" y="209288"/>
                  <a:pt x="110642" y="212141"/>
                </a:cubicBezTo>
                <a:cubicBezTo>
                  <a:pt x="110514" y="214985"/>
                  <a:pt x="109371" y="217499"/>
                  <a:pt x="107213" y="219685"/>
                </a:cubicBezTo>
                <a:cubicBezTo>
                  <a:pt x="105055" y="221861"/>
                  <a:pt x="102504" y="222940"/>
                  <a:pt x="99551" y="222922"/>
                </a:cubicBezTo>
                <a:cubicBezTo>
                  <a:pt x="96588" y="222894"/>
                  <a:pt x="94046" y="221815"/>
                  <a:pt x="91906" y="219685"/>
                </a:cubicBezTo>
                <a:lnTo>
                  <a:pt x="29983" y="157825"/>
                </a:lnTo>
                <a:cubicBezTo>
                  <a:pt x="28831" y="156673"/>
                  <a:pt x="27999" y="155475"/>
                  <a:pt x="27469" y="154241"/>
                </a:cubicBezTo>
                <a:cubicBezTo>
                  <a:pt x="26947" y="152979"/>
                  <a:pt x="26682" y="151653"/>
                  <a:pt x="26682" y="150245"/>
                </a:cubicBezTo>
                <a:cubicBezTo>
                  <a:pt x="26682" y="148846"/>
                  <a:pt x="26947" y="147511"/>
                  <a:pt x="27469" y="146258"/>
                </a:cubicBezTo>
                <a:cubicBezTo>
                  <a:pt x="27999" y="144996"/>
                  <a:pt x="28831" y="143808"/>
                  <a:pt x="29983" y="142674"/>
                </a:cubicBezTo>
                <a:lnTo>
                  <a:pt x="92848" y="79809"/>
                </a:lnTo>
                <a:cubicBezTo>
                  <a:pt x="94988" y="77669"/>
                  <a:pt x="97548" y="76599"/>
                  <a:pt x="100520" y="76599"/>
                </a:cubicBezTo>
                <a:cubicBezTo>
                  <a:pt x="103501" y="76599"/>
                  <a:pt x="106052" y="77669"/>
                  <a:pt x="108192" y="79809"/>
                </a:cubicBezTo>
                <a:cubicBezTo>
                  <a:pt x="110332" y="81949"/>
                  <a:pt x="111401" y="84509"/>
                  <a:pt x="111401" y="87508"/>
                </a:cubicBezTo>
                <a:cubicBezTo>
                  <a:pt x="111401" y="90507"/>
                  <a:pt x="110332" y="93068"/>
                  <a:pt x="108192" y="95207"/>
                </a:cubicBezTo>
                <a:lnTo>
                  <a:pt x="53218" y="150181"/>
                </a:lnTo>
                <a:close/>
                <a:moveTo>
                  <a:pt x="248570" y="150346"/>
                </a:moveTo>
                <a:lnTo>
                  <a:pt x="194191" y="95902"/>
                </a:lnTo>
                <a:cubicBezTo>
                  <a:pt x="192015" y="93717"/>
                  <a:pt x="190982" y="91202"/>
                  <a:pt x="191110" y="88358"/>
                </a:cubicBezTo>
                <a:cubicBezTo>
                  <a:pt x="191238" y="85506"/>
                  <a:pt x="192381" y="82991"/>
                  <a:pt x="194539" y="80815"/>
                </a:cubicBezTo>
                <a:cubicBezTo>
                  <a:pt x="196697" y="78629"/>
                  <a:pt x="199248" y="77550"/>
                  <a:pt x="202201" y="77578"/>
                </a:cubicBezTo>
                <a:cubicBezTo>
                  <a:pt x="205164" y="77596"/>
                  <a:pt x="207706" y="78675"/>
                  <a:pt x="209846" y="80815"/>
                </a:cubicBezTo>
                <a:lnTo>
                  <a:pt x="271769" y="142674"/>
                </a:lnTo>
                <a:cubicBezTo>
                  <a:pt x="272921" y="143826"/>
                  <a:pt x="273753" y="145015"/>
                  <a:pt x="274283" y="146258"/>
                </a:cubicBezTo>
                <a:cubicBezTo>
                  <a:pt x="274805" y="147511"/>
                  <a:pt x="275070" y="148846"/>
                  <a:pt x="275070" y="150245"/>
                </a:cubicBezTo>
                <a:cubicBezTo>
                  <a:pt x="275070" y="151653"/>
                  <a:pt x="274805" y="152979"/>
                  <a:pt x="274283" y="154241"/>
                </a:cubicBezTo>
                <a:cubicBezTo>
                  <a:pt x="273753" y="155494"/>
                  <a:pt x="272921" y="156692"/>
                  <a:pt x="271769" y="157825"/>
                </a:cubicBezTo>
                <a:lnTo>
                  <a:pt x="208904" y="220690"/>
                </a:lnTo>
                <a:cubicBezTo>
                  <a:pt x="206764" y="222821"/>
                  <a:pt x="204259" y="223854"/>
                  <a:pt x="201387" y="223772"/>
                </a:cubicBezTo>
                <a:cubicBezTo>
                  <a:pt x="198516" y="223681"/>
                  <a:pt x="196002" y="222565"/>
                  <a:pt x="193844" y="220407"/>
                </a:cubicBezTo>
                <a:cubicBezTo>
                  <a:pt x="191686" y="218249"/>
                  <a:pt x="190607" y="215680"/>
                  <a:pt x="190607" y="212708"/>
                </a:cubicBezTo>
                <a:cubicBezTo>
                  <a:pt x="190607" y="209727"/>
                  <a:pt x="191695" y="207176"/>
                  <a:pt x="193880" y="205036"/>
                </a:cubicBezTo>
                <a:lnTo>
                  <a:pt x="248598" y="15030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64" name="圖示 API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5669"/>
                </a:moveTo>
                <a:lnTo>
                  <a:pt x="116083" y="150876"/>
                </a:lnTo>
                <a:lnTo>
                  <a:pt x="150876" y="116083"/>
                </a:lnTo>
                <a:lnTo>
                  <a:pt x="185669" y="150876"/>
                </a:lnTo>
                <a:lnTo>
                  <a:pt x="150876" y="185669"/>
                </a:lnTo>
                <a:close/>
                <a:moveTo>
                  <a:pt x="124157" y="90023"/>
                </a:moveTo>
                <a:lnTo>
                  <a:pt x="96872" y="62737"/>
                </a:lnTo>
                <a:lnTo>
                  <a:pt x="135880" y="23829"/>
                </a:lnTo>
                <a:cubicBezTo>
                  <a:pt x="138020" y="21690"/>
                  <a:pt x="140388" y="20135"/>
                  <a:pt x="142985" y="19175"/>
                </a:cubicBezTo>
                <a:cubicBezTo>
                  <a:pt x="145582" y="18206"/>
                  <a:pt x="148215" y="17730"/>
                  <a:pt x="150876" y="17730"/>
                </a:cubicBezTo>
                <a:cubicBezTo>
                  <a:pt x="153537" y="17730"/>
                  <a:pt x="156170" y="18206"/>
                  <a:pt x="158767" y="19175"/>
                </a:cubicBezTo>
                <a:cubicBezTo>
                  <a:pt x="161364" y="20135"/>
                  <a:pt x="163732" y="21690"/>
                  <a:pt x="165872" y="23829"/>
                </a:cubicBezTo>
                <a:lnTo>
                  <a:pt x="204880" y="62737"/>
                </a:lnTo>
                <a:lnTo>
                  <a:pt x="177595" y="90050"/>
                </a:lnTo>
                <a:lnTo>
                  <a:pt x="150876" y="63340"/>
                </a:lnTo>
                <a:lnTo>
                  <a:pt x="124157" y="90050"/>
                </a:lnTo>
                <a:close/>
                <a:moveTo>
                  <a:pt x="62838" y="204880"/>
                </a:moveTo>
                <a:lnTo>
                  <a:pt x="23829" y="165872"/>
                </a:lnTo>
                <a:cubicBezTo>
                  <a:pt x="21690" y="163732"/>
                  <a:pt x="20135" y="161364"/>
                  <a:pt x="19175" y="158767"/>
                </a:cubicBezTo>
                <a:cubicBezTo>
                  <a:pt x="18206" y="156170"/>
                  <a:pt x="17730" y="153537"/>
                  <a:pt x="17730" y="150876"/>
                </a:cubicBezTo>
                <a:cubicBezTo>
                  <a:pt x="17730" y="148215"/>
                  <a:pt x="18206" y="145582"/>
                  <a:pt x="19175" y="142985"/>
                </a:cubicBezTo>
                <a:cubicBezTo>
                  <a:pt x="20135" y="140388"/>
                  <a:pt x="21690" y="138020"/>
                  <a:pt x="23829" y="135880"/>
                </a:cubicBezTo>
                <a:lnTo>
                  <a:pt x="62838" y="96872"/>
                </a:lnTo>
                <a:lnTo>
                  <a:pt x="90050" y="124157"/>
                </a:lnTo>
                <a:lnTo>
                  <a:pt x="63340" y="150876"/>
                </a:lnTo>
                <a:lnTo>
                  <a:pt x="90050" y="177595"/>
                </a:lnTo>
                <a:lnTo>
                  <a:pt x="62838" y="204880"/>
                </a:lnTo>
                <a:close/>
                <a:moveTo>
                  <a:pt x="239015" y="204880"/>
                </a:moveTo>
                <a:lnTo>
                  <a:pt x="211702" y="177595"/>
                </a:lnTo>
                <a:lnTo>
                  <a:pt x="238412" y="150876"/>
                </a:lnTo>
                <a:lnTo>
                  <a:pt x="211702" y="124157"/>
                </a:lnTo>
                <a:lnTo>
                  <a:pt x="238978" y="96872"/>
                </a:lnTo>
                <a:lnTo>
                  <a:pt x="277895" y="135880"/>
                </a:lnTo>
                <a:cubicBezTo>
                  <a:pt x="280035" y="138020"/>
                  <a:pt x="281580" y="140388"/>
                  <a:pt x="282550" y="142985"/>
                </a:cubicBezTo>
                <a:cubicBezTo>
                  <a:pt x="283510" y="145582"/>
                  <a:pt x="283994" y="148215"/>
                  <a:pt x="283994" y="150876"/>
                </a:cubicBezTo>
                <a:cubicBezTo>
                  <a:pt x="283994" y="153537"/>
                  <a:pt x="283510" y="156170"/>
                  <a:pt x="282550" y="158767"/>
                </a:cubicBezTo>
                <a:cubicBezTo>
                  <a:pt x="281580" y="161364"/>
                  <a:pt x="280035" y="163732"/>
                  <a:pt x="277895" y="165872"/>
                </a:cubicBezTo>
                <a:lnTo>
                  <a:pt x="239015" y="204880"/>
                </a:lnTo>
                <a:close/>
                <a:moveTo>
                  <a:pt x="135880" y="277923"/>
                </a:moveTo>
                <a:lnTo>
                  <a:pt x="96872" y="238914"/>
                </a:lnTo>
                <a:lnTo>
                  <a:pt x="124157" y="211702"/>
                </a:lnTo>
                <a:lnTo>
                  <a:pt x="150876" y="238412"/>
                </a:lnTo>
                <a:lnTo>
                  <a:pt x="177595" y="211702"/>
                </a:lnTo>
                <a:lnTo>
                  <a:pt x="204880" y="238914"/>
                </a:lnTo>
                <a:lnTo>
                  <a:pt x="165872" y="277923"/>
                </a:lnTo>
                <a:cubicBezTo>
                  <a:pt x="163732" y="280062"/>
                  <a:pt x="161364" y="281617"/>
                  <a:pt x="158767" y="282577"/>
                </a:cubicBezTo>
                <a:cubicBezTo>
                  <a:pt x="156170" y="283546"/>
                  <a:pt x="153537" y="284022"/>
                  <a:pt x="150876" y="284022"/>
                </a:cubicBezTo>
                <a:cubicBezTo>
                  <a:pt x="148215" y="284022"/>
                  <a:pt x="145582" y="283546"/>
                  <a:pt x="142985" y="282577"/>
                </a:cubicBezTo>
                <a:cubicBezTo>
                  <a:pt x="140388" y="281617"/>
                  <a:pt x="138020" y="280062"/>
                  <a:pt x="135880" y="27792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66" name="圖示 AI 機器人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476" y="183566"/>
                </a:moveTo>
                <a:cubicBezTo>
                  <a:pt x="35049" y="183566"/>
                  <a:pt x="27085" y="180301"/>
                  <a:pt x="20592" y="173763"/>
                </a:cubicBezTo>
                <a:cubicBezTo>
                  <a:pt x="14091" y="167225"/>
                  <a:pt x="10845" y="159279"/>
                  <a:pt x="10845" y="149934"/>
                </a:cubicBezTo>
                <a:cubicBezTo>
                  <a:pt x="10845" y="140589"/>
                  <a:pt x="14109" y="132643"/>
                  <a:pt x="20647" y="126105"/>
                </a:cubicBezTo>
                <a:cubicBezTo>
                  <a:pt x="27185" y="119567"/>
                  <a:pt x="35131" y="116303"/>
                  <a:pt x="44476" y="116303"/>
                </a:cubicBezTo>
                <a:lnTo>
                  <a:pt x="44476" y="75913"/>
                </a:lnTo>
                <a:cubicBezTo>
                  <a:pt x="44476" y="70884"/>
                  <a:pt x="46360" y="66477"/>
                  <a:pt x="50137" y="62710"/>
                </a:cubicBezTo>
                <a:cubicBezTo>
                  <a:pt x="53904" y="58933"/>
                  <a:pt x="58311" y="57049"/>
                  <a:pt x="63340" y="57049"/>
                </a:cubicBezTo>
                <a:lnTo>
                  <a:pt x="117244" y="57049"/>
                </a:lnTo>
                <a:cubicBezTo>
                  <a:pt x="117244" y="47622"/>
                  <a:pt x="120490" y="39658"/>
                  <a:pt x="126992" y="33165"/>
                </a:cubicBezTo>
                <a:cubicBezTo>
                  <a:pt x="133484" y="26664"/>
                  <a:pt x="141449" y="23418"/>
                  <a:pt x="150876" y="23418"/>
                </a:cubicBezTo>
                <a:cubicBezTo>
                  <a:pt x="160303" y="23418"/>
                  <a:pt x="168268" y="26682"/>
                  <a:pt x="174769" y="33220"/>
                </a:cubicBezTo>
                <a:cubicBezTo>
                  <a:pt x="181262" y="39758"/>
                  <a:pt x="184508" y="47704"/>
                  <a:pt x="184508" y="57049"/>
                </a:cubicBezTo>
                <a:lnTo>
                  <a:pt x="238412" y="57049"/>
                </a:lnTo>
                <a:cubicBezTo>
                  <a:pt x="243441" y="57049"/>
                  <a:pt x="247848" y="58933"/>
                  <a:pt x="251615" y="62710"/>
                </a:cubicBezTo>
                <a:cubicBezTo>
                  <a:pt x="255392" y="66477"/>
                  <a:pt x="257276" y="70884"/>
                  <a:pt x="257276" y="75913"/>
                </a:cubicBezTo>
                <a:lnTo>
                  <a:pt x="257276" y="116303"/>
                </a:lnTo>
                <a:cubicBezTo>
                  <a:pt x="266703" y="116303"/>
                  <a:pt x="274667" y="119567"/>
                  <a:pt x="281160" y="126105"/>
                </a:cubicBezTo>
                <a:cubicBezTo>
                  <a:pt x="287661" y="132643"/>
                  <a:pt x="290907" y="140589"/>
                  <a:pt x="290907" y="149934"/>
                </a:cubicBezTo>
                <a:cubicBezTo>
                  <a:pt x="290907" y="159279"/>
                  <a:pt x="287643" y="167225"/>
                  <a:pt x="281105" y="173763"/>
                </a:cubicBezTo>
                <a:cubicBezTo>
                  <a:pt x="274567" y="180301"/>
                  <a:pt x="266621" y="183566"/>
                  <a:pt x="257276" y="183566"/>
                </a:cubicBezTo>
                <a:lnTo>
                  <a:pt x="257276" y="246906"/>
                </a:lnTo>
                <a:cubicBezTo>
                  <a:pt x="257276" y="251935"/>
                  <a:pt x="255392" y="256334"/>
                  <a:pt x="251615" y="260101"/>
                </a:cubicBezTo>
                <a:cubicBezTo>
                  <a:pt x="247848" y="263878"/>
                  <a:pt x="243441" y="265761"/>
                  <a:pt x="238412" y="265761"/>
                </a:cubicBezTo>
                <a:lnTo>
                  <a:pt x="63340" y="265761"/>
                </a:lnTo>
                <a:cubicBezTo>
                  <a:pt x="58311" y="265761"/>
                  <a:pt x="53904" y="263878"/>
                  <a:pt x="50137" y="260101"/>
                </a:cubicBezTo>
                <a:cubicBezTo>
                  <a:pt x="46360" y="256334"/>
                  <a:pt x="44476" y="251935"/>
                  <a:pt x="44476" y="246906"/>
                </a:cubicBezTo>
                <a:lnTo>
                  <a:pt x="44476" y="183566"/>
                </a:lnTo>
                <a:close/>
                <a:moveTo>
                  <a:pt x="117491" y="147886"/>
                </a:moveTo>
                <a:cubicBezTo>
                  <a:pt x="119988" y="145353"/>
                  <a:pt x="121231" y="142262"/>
                  <a:pt x="121231" y="138614"/>
                </a:cubicBezTo>
                <a:cubicBezTo>
                  <a:pt x="121231" y="134975"/>
                  <a:pt x="119969" y="131911"/>
                  <a:pt x="117436" y="129442"/>
                </a:cubicBezTo>
                <a:cubicBezTo>
                  <a:pt x="114894" y="126946"/>
                  <a:pt x="111822" y="125703"/>
                  <a:pt x="108219" y="125703"/>
                </a:cubicBezTo>
                <a:cubicBezTo>
                  <a:pt x="104617" y="125703"/>
                  <a:pt x="101562" y="126964"/>
                  <a:pt x="99048" y="129506"/>
                </a:cubicBezTo>
                <a:cubicBezTo>
                  <a:pt x="96506" y="132039"/>
                  <a:pt x="95244" y="135130"/>
                  <a:pt x="95244" y="138778"/>
                </a:cubicBezTo>
                <a:cubicBezTo>
                  <a:pt x="95244" y="142418"/>
                  <a:pt x="96515" y="145481"/>
                  <a:pt x="99075" y="147950"/>
                </a:cubicBezTo>
                <a:cubicBezTo>
                  <a:pt x="101636" y="150446"/>
                  <a:pt x="104726" y="151690"/>
                  <a:pt x="108347" y="151690"/>
                </a:cubicBezTo>
                <a:cubicBezTo>
                  <a:pt x="111950" y="151690"/>
                  <a:pt x="115004" y="150428"/>
                  <a:pt x="117491" y="147886"/>
                </a:cubicBezTo>
                <a:close/>
                <a:moveTo>
                  <a:pt x="202768" y="147886"/>
                </a:moveTo>
                <a:cubicBezTo>
                  <a:pt x="205265" y="145353"/>
                  <a:pt x="206508" y="142262"/>
                  <a:pt x="206508" y="138614"/>
                </a:cubicBezTo>
                <a:cubicBezTo>
                  <a:pt x="206508" y="134975"/>
                  <a:pt x="205237" y="131911"/>
                  <a:pt x="202677" y="129442"/>
                </a:cubicBezTo>
                <a:cubicBezTo>
                  <a:pt x="200116" y="126946"/>
                  <a:pt x="197026" y="125703"/>
                  <a:pt x="193405" y="125703"/>
                </a:cubicBezTo>
                <a:cubicBezTo>
                  <a:pt x="189802" y="125703"/>
                  <a:pt x="186748" y="126964"/>
                  <a:pt x="184261" y="129506"/>
                </a:cubicBezTo>
                <a:cubicBezTo>
                  <a:pt x="181764" y="132039"/>
                  <a:pt x="180521" y="135130"/>
                  <a:pt x="180521" y="138778"/>
                </a:cubicBezTo>
                <a:cubicBezTo>
                  <a:pt x="180521" y="142418"/>
                  <a:pt x="181783" y="145481"/>
                  <a:pt x="184325" y="147950"/>
                </a:cubicBezTo>
                <a:cubicBezTo>
                  <a:pt x="186858" y="150446"/>
                  <a:pt x="189930" y="151690"/>
                  <a:pt x="193533" y="151690"/>
                </a:cubicBezTo>
                <a:cubicBezTo>
                  <a:pt x="197135" y="151690"/>
                  <a:pt x="200190" y="150428"/>
                  <a:pt x="202704" y="147886"/>
                </a:cubicBezTo>
                <a:close/>
                <a:moveTo>
                  <a:pt x="108786" y="212168"/>
                </a:moveTo>
                <a:lnTo>
                  <a:pt x="193057" y="212168"/>
                </a:lnTo>
                <a:cubicBezTo>
                  <a:pt x="195846" y="212168"/>
                  <a:pt x="198169" y="211217"/>
                  <a:pt x="200034" y="209306"/>
                </a:cubicBezTo>
                <a:cubicBezTo>
                  <a:pt x="201900" y="207404"/>
                  <a:pt x="202841" y="205054"/>
                  <a:pt x="202869" y="202265"/>
                </a:cubicBezTo>
                <a:cubicBezTo>
                  <a:pt x="202869" y="199486"/>
                  <a:pt x="201927" y="197154"/>
                  <a:pt x="200034" y="195288"/>
                </a:cubicBezTo>
                <a:cubicBezTo>
                  <a:pt x="198150" y="193423"/>
                  <a:pt x="195828" y="192490"/>
                  <a:pt x="193057" y="192490"/>
                </a:cubicBezTo>
                <a:lnTo>
                  <a:pt x="108786" y="192490"/>
                </a:lnTo>
                <a:cubicBezTo>
                  <a:pt x="105979" y="192490"/>
                  <a:pt x="103629" y="193432"/>
                  <a:pt x="101745" y="195325"/>
                </a:cubicBezTo>
                <a:cubicBezTo>
                  <a:pt x="99862" y="197209"/>
                  <a:pt x="98920" y="199540"/>
                  <a:pt x="98920" y="202329"/>
                </a:cubicBezTo>
                <a:cubicBezTo>
                  <a:pt x="98920" y="205118"/>
                  <a:pt x="99862" y="207459"/>
                  <a:pt x="101745" y="209343"/>
                </a:cubicBezTo>
                <a:cubicBezTo>
                  <a:pt x="103629" y="211226"/>
                  <a:pt x="105979" y="212168"/>
                  <a:pt x="108786" y="212168"/>
                </a:cubicBezTo>
                <a:close/>
                <a:moveTo>
                  <a:pt x="65883" y="244355"/>
                </a:moveTo>
                <a:lnTo>
                  <a:pt x="235842" y="244355"/>
                </a:lnTo>
                <a:lnTo>
                  <a:pt x="235842" y="78483"/>
                </a:lnTo>
                <a:lnTo>
                  <a:pt x="65883" y="78483"/>
                </a:lnTo>
                <a:lnTo>
                  <a:pt x="65883" y="244355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68" name="圖示 AI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5606"/>
                </a:moveTo>
                <a:cubicBezTo>
                  <a:pt x="110432" y="265606"/>
                  <a:pt x="101380" y="261756"/>
                  <a:pt x="93854" y="254066"/>
                </a:cubicBezTo>
                <a:cubicBezTo>
                  <a:pt x="86338" y="246376"/>
                  <a:pt x="81885" y="237634"/>
                  <a:pt x="80495" y="227823"/>
                </a:cubicBezTo>
                <a:cubicBezTo>
                  <a:pt x="67419" y="227274"/>
                  <a:pt x="56455" y="222208"/>
                  <a:pt x="47585" y="212607"/>
                </a:cubicBezTo>
                <a:cubicBezTo>
                  <a:pt x="38707" y="203015"/>
                  <a:pt x="34263" y="191174"/>
                  <a:pt x="34263" y="177092"/>
                </a:cubicBezTo>
                <a:cubicBezTo>
                  <a:pt x="34263" y="172255"/>
                  <a:pt x="34875" y="167591"/>
                  <a:pt x="36119" y="163102"/>
                </a:cubicBezTo>
                <a:cubicBezTo>
                  <a:pt x="37353" y="158621"/>
                  <a:pt x="39200" y="154314"/>
                  <a:pt x="41651" y="150181"/>
                </a:cubicBezTo>
                <a:cubicBezTo>
                  <a:pt x="39200" y="146304"/>
                  <a:pt x="37353" y="142171"/>
                  <a:pt x="36119" y="137773"/>
                </a:cubicBezTo>
                <a:cubicBezTo>
                  <a:pt x="34875" y="133365"/>
                  <a:pt x="34263" y="128647"/>
                  <a:pt x="34263" y="123590"/>
                </a:cubicBezTo>
                <a:cubicBezTo>
                  <a:pt x="34263" y="110770"/>
                  <a:pt x="38725" y="99724"/>
                  <a:pt x="47649" y="90462"/>
                </a:cubicBezTo>
                <a:cubicBezTo>
                  <a:pt x="56583" y="81199"/>
                  <a:pt x="67190" y="75868"/>
                  <a:pt x="79489" y="74460"/>
                </a:cubicBezTo>
                <a:cubicBezTo>
                  <a:pt x="80266" y="63734"/>
                  <a:pt x="84536" y="54672"/>
                  <a:pt x="92290" y="47274"/>
                </a:cubicBezTo>
                <a:cubicBezTo>
                  <a:pt x="100035" y="39877"/>
                  <a:pt x="109344" y="36183"/>
                  <a:pt x="120198" y="36183"/>
                </a:cubicBezTo>
                <a:cubicBezTo>
                  <a:pt x="126544" y="36183"/>
                  <a:pt x="132167" y="37344"/>
                  <a:pt x="137050" y="39667"/>
                </a:cubicBezTo>
                <a:cubicBezTo>
                  <a:pt x="141924" y="41998"/>
                  <a:pt x="146542" y="45382"/>
                  <a:pt x="150876" y="49817"/>
                </a:cubicBezTo>
                <a:cubicBezTo>
                  <a:pt x="155210" y="45437"/>
                  <a:pt x="159782" y="42072"/>
                  <a:pt x="164583" y="39703"/>
                </a:cubicBezTo>
                <a:cubicBezTo>
                  <a:pt x="169383" y="37353"/>
                  <a:pt x="174934" y="36183"/>
                  <a:pt x="181243" y="36183"/>
                </a:cubicBezTo>
                <a:cubicBezTo>
                  <a:pt x="191869" y="36183"/>
                  <a:pt x="201022" y="39886"/>
                  <a:pt x="208712" y="47302"/>
                </a:cubicBezTo>
                <a:cubicBezTo>
                  <a:pt x="216420" y="54727"/>
                  <a:pt x="220764" y="63798"/>
                  <a:pt x="221724" y="74524"/>
                </a:cubicBezTo>
                <a:cubicBezTo>
                  <a:pt x="234214" y="75557"/>
                  <a:pt x="244977" y="80714"/>
                  <a:pt x="254002" y="90023"/>
                </a:cubicBezTo>
                <a:cubicBezTo>
                  <a:pt x="263036" y="99304"/>
                  <a:pt x="267553" y="110496"/>
                  <a:pt x="267553" y="123590"/>
                </a:cubicBezTo>
                <a:cubicBezTo>
                  <a:pt x="267553" y="128729"/>
                  <a:pt x="266858" y="133566"/>
                  <a:pt x="265478" y="138111"/>
                </a:cubicBezTo>
                <a:cubicBezTo>
                  <a:pt x="264097" y="142637"/>
                  <a:pt x="262149" y="146853"/>
                  <a:pt x="259635" y="150748"/>
                </a:cubicBezTo>
                <a:cubicBezTo>
                  <a:pt x="261939" y="154982"/>
                  <a:pt x="263722" y="159444"/>
                  <a:pt x="264975" y="164144"/>
                </a:cubicBezTo>
                <a:cubicBezTo>
                  <a:pt x="266237" y="168835"/>
                  <a:pt x="266858" y="173407"/>
                  <a:pt x="266858" y="177842"/>
                </a:cubicBezTo>
                <a:cubicBezTo>
                  <a:pt x="266858" y="191713"/>
                  <a:pt x="262515" y="203244"/>
                  <a:pt x="253819" y="212424"/>
                </a:cubicBezTo>
                <a:cubicBezTo>
                  <a:pt x="245123" y="221596"/>
                  <a:pt x="234342" y="226570"/>
                  <a:pt x="221477" y="227320"/>
                </a:cubicBezTo>
                <a:cubicBezTo>
                  <a:pt x="220133" y="237278"/>
                  <a:pt x="215616" y="246156"/>
                  <a:pt x="207925" y="253975"/>
                </a:cubicBezTo>
                <a:cubicBezTo>
                  <a:pt x="200235" y="261793"/>
                  <a:pt x="191174" y="265670"/>
                  <a:pt x="180740" y="265606"/>
                </a:cubicBezTo>
                <a:cubicBezTo>
                  <a:pt x="174431" y="265606"/>
                  <a:pt x="168990" y="264582"/>
                  <a:pt x="164427" y="262524"/>
                </a:cubicBezTo>
                <a:cubicBezTo>
                  <a:pt x="159855" y="260467"/>
                  <a:pt x="155338" y="257404"/>
                  <a:pt x="150876" y="253316"/>
                </a:cubicBezTo>
                <a:cubicBezTo>
                  <a:pt x="146432" y="257422"/>
                  <a:pt x="141906" y="260494"/>
                  <a:pt x="137297" y="262524"/>
                </a:cubicBezTo>
                <a:cubicBezTo>
                  <a:pt x="132707" y="264554"/>
                  <a:pt x="127284" y="265569"/>
                  <a:pt x="121012" y="265569"/>
                </a:cubicBezTo>
                <a:close/>
                <a:moveTo>
                  <a:pt x="161373" y="75438"/>
                </a:moveTo>
                <a:lnTo>
                  <a:pt x="161373" y="226844"/>
                </a:lnTo>
                <a:cubicBezTo>
                  <a:pt x="161373" y="231837"/>
                  <a:pt x="163303" y="236071"/>
                  <a:pt x="167161" y="239545"/>
                </a:cubicBezTo>
                <a:cubicBezTo>
                  <a:pt x="171011" y="243002"/>
                  <a:pt x="175647" y="244730"/>
                  <a:pt x="181051" y="244730"/>
                </a:cubicBezTo>
                <a:cubicBezTo>
                  <a:pt x="186245" y="244730"/>
                  <a:pt x="190753" y="242453"/>
                  <a:pt x="194566" y="237881"/>
                </a:cubicBezTo>
                <a:cubicBezTo>
                  <a:pt x="198379" y="233309"/>
                  <a:pt x="200464" y="228637"/>
                  <a:pt x="200821" y="223863"/>
                </a:cubicBezTo>
                <a:cubicBezTo>
                  <a:pt x="196404" y="222227"/>
                  <a:pt x="192271" y="220078"/>
                  <a:pt x="188440" y="217417"/>
                </a:cubicBezTo>
                <a:cubicBezTo>
                  <a:pt x="184599" y="214738"/>
                  <a:pt x="181344" y="211446"/>
                  <a:pt x="178665" y="207551"/>
                </a:cubicBezTo>
                <a:cubicBezTo>
                  <a:pt x="176836" y="205036"/>
                  <a:pt x="176159" y="202439"/>
                  <a:pt x="176616" y="199751"/>
                </a:cubicBezTo>
                <a:cubicBezTo>
                  <a:pt x="177101" y="197071"/>
                  <a:pt x="178591" y="194822"/>
                  <a:pt x="181079" y="192993"/>
                </a:cubicBezTo>
                <a:cubicBezTo>
                  <a:pt x="183575" y="191174"/>
                  <a:pt x="186181" y="190506"/>
                  <a:pt x="188906" y="190982"/>
                </a:cubicBezTo>
                <a:cubicBezTo>
                  <a:pt x="191613" y="191448"/>
                  <a:pt x="193880" y="192929"/>
                  <a:pt x="195700" y="195444"/>
                </a:cubicBezTo>
                <a:cubicBezTo>
                  <a:pt x="198315" y="199074"/>
                  <a:pt x="201543" y="201836"/>
                  <a:pt x="205383" y="203747"/>
                </a:cubicBezTo>
                <a:cubicBezTo>
                  <a:pt x="209215" y="205649"/>
                  <a:pt x="213458" y="206609"/>
                  <a:pt x="218112" y="206609"/>
                </a:cubicBezTo>
                <a:cubicBezTo>
                  <a:pt x="225784" y="206609"/>
                  <a:pt x="232340" y="203975"/>
                  <a:pt x="237790" y="198717"/>
                </a:cubicBezTo>
                <a:cubicBezTo>
                  <a:pt x="243240" y="193460"/>
                  <a:pt x="245955" y="186492"/>
                  <a:pt x="245955" y="177814"/>
                </a:cubicBezTo>
                <a:cubicBezTo>
                  <a:pt x="245955" y="175995"/>
                  <a:pt x="245763" y="174065"/>
                  <a:pt x="245361" y="172026"/>
                </a:cubicBezTo>
                <a:cubicBezTo>
                  <a:pt x="244968" y="169996"/>
                  <a:pt x="244538" y="167966"/>
                  <a:pt x="244072" y="165936"/>
                </a:cubicBezTo>
                <a:cubicBezTo>
                  <a:pt x="240551" y="168359"/>
                  <a:pt x="236674" y="170206"/>
                  <a:pt x="232440" y="171468"/>
                </a:cubicBezTo>
                <a:cubicBezTo>
                  <a:pt x="228207" y="172721"/>
                  <a:pt x="223827" y="173352"/>
                  <a:pt x="219301" y="173352"/>
                </a:cubicBezTo>
                <a:cubicBezTo>
                  <a:pt x="216329" y="173352"/>
                  <a:pt x="213860" y="172364"/>
                  <a:pt x="211885" y="170398"/>
                </a:cubicBezTo>
                <a:cubicBezTo>
                  <a:pt x="209891" y="168405"/>
                  <a:pt x="208904" y="165909"/>
                  <a:pt x="208904" y="162919"/>
                </a:cubicBezTo>
                <a:cubicBezTo>
                  <a:pt x="208904" y="159919"/>
                  <a:pt x="209891" y="157423"/>
                  <a:pt x="211885" y="155430"/>
                </a:cubicBezTo>
                <a:cubicBezTo>
                  <a:pt x="213878" y="153464"/>
                  <a:pt x="216347" y="152476"/>
                  <a:pt x="219301" y="152476"/>
                </a:cubicBezTo>
                <a:cubicBezTo>
                  <a:pt x="226954" y="152476"/>
                  <a:pt x="233419" y="149642"/>
                  <a:pt x="238695" y="143963"/>
                </a:cubicBezTo>
                <a:cubicBezTo>
                  <a:pt x="243980" y="138285"/>
                  <a:pt x="246623" y="131500"/>
                  <a:pt x="246623" y="123627"/>
                </a:cubicBezTo>
                <a:cubicBezTo>
                  <a:pt x="246623" y="115937"/>
                  <a:pt x="243788" y="109362"/>
                  <a:pt x="238137" y="103912"/>
                </a:cubicBezTo>
                <a:cubicBezTo>
                  <a:pt x="232477" y="98444"/>
                  <a:pt x="226021" y="95500"/>
                  <a:pt x="218770" y="95079"/>
                </a:cubicBezTo>
                <a:cubicBezTo>
                  <a:pt x="216566" y="100365"/>
                  <a:pt x="213467" y="105028"/>
                  <a:pt x="209471" y="109070"/>
                </a:cubicBezTo>
                <a:cubicBezTo>
                  <a:pt x="205466" y="113111"/>
                  <a:pt x="200821" y="116129"/>
                  <a:pt x="195544" y="118122"/>
                </a:cubicBezTo>
                <a:cubicBezTo>
                  <a:pt x="192737" y="119210"/>
                  <a:pt x="190021" y="119146"/>
                  <a:pt x="187397" y="117930"/>
                </a:cubicBezTo>
                <a:cubicBezTo>
                  <a:pt x="184782" y="116696"/>
                  <a:pt x="183008" y="114675"/>
                  <a:pt x="182084" y="111868"/>
                </a:cubicBezTo>
                <a:cubicBezTo>
                  <a:pt x="181207" y="109106"/>
                  <a:pt x="181362" y="106400"/>
                  <a:pt x="182560" y="103757"/>
                </a:cubicBezTo>
                <a:cubicBezTo>
                  <a:pt x="183758" y="101114"/>
                  <a:pt x="185715" y="99304"/>
                  <a:pt x="188440" y="98325"/>
                </a:cubicBezTo>
                <a:cubicBezTo>
                  <a:pt x="192125" y="97064"/>
                  <a:pt x="195124" y="94567"/>
                  <a:pt x="197428" y="90836"/>
                </a:cubicBezTo>
                <a:cubicBezTo>
                  <a:pt x="199751" y="87106"/>
                  <a:pt x="200921" y="82918"/>
                  <a:pt x="200921" y="78263"/>
                </a:cubicBezTo>
                <a:cubicBezTo>
                  <a:pt x="200921" y="72356"/>
                  <a:pt x="198946" y="67336"/>
                  <a:pt x="195005" y="63212"/>
                </a:cubicBezTo>
                <a:cubicBezTo>
                  <a:pt x="191064" y="59079"/>
                  <a:pt x="186410" y="57022"/>
                  <a:pt x="181024" y="57022"/>
                </a:cubicBezTo>
                <a:cubicBezTo>
                  <a:pt x="175675" y="57022"/>
                  <a:pt x="171066" y="58823"/>
                  <a:pt x="167189" y="62426"/>
                </a:cubicBezTo>
                <a:cubicBezTo>
                  <a:pt x="163312" y="66029"/>
                  <a:pt x="161373" y="70363"/>
                  <a:pt x="161373" y="75438"/>
                </a:cubicBezTo>
                <a:close/>
                <a:moveTo>
                  <a:pt x="140470" y="226844"/>
                </a:moveTo>
                <a:lnTo>
                  <a:pt x="140470" y="75438"/>
                </a:lnTo>
                <a:cubicBezTo>
                  <a:pt x="140470" y="70363"/>
                  <a:pt x="138568" y="66029"/>
                  <a:pt x="134755" y="62426"/>
                </a:cubicBezTo>
                <a:cubicBezTo>
                  <a:pt x="130933" y="58823"/>
                  <a:pt x="126288" y="57022"/>
                  <a:pt x="120792" y="57022"/>
                </a:cubicBezTo>
                <a:cubicBezTo>
                  <a:pt x="115388" y="57022"/>
                  <a:pt x="110670" y="59079"/>
                  <a:pt x="106646" y="63212"/>
                </a:cubicBezTo>
                <a:cubicBezTo>
                  <a:pt x="102623" y="67336"/>
                  <a:pt x="100611" y="72347"/>
                  <a:pt x="100611" y="78236"/>
                </a:cubicBezTo>
                <a:cubicBezTo>
                  <a:pt x="100611" y="82927"/>
                  <a:pt x="101718" y="87078"/>
                  <a:pt x="103912" y="90681"/>
                </a:cubicBezTo>
                <a:cubicBezTo>
                  <a:pt x="106116" y="94284"/>
                  <a:pt x="109051" y="96725"/>
                  <a:pt x="112718" y="98005"/>
                </a:cubicBezTo>
                <a:cubicBezTo>
                  <a:pt x="115443" y="98993"/>
                  <a:pt x="117446" y="100803"/>
                  <a:pt x="118717" y="103446"/>
                </a:cubicBezTo>
                <a:cubicBezTo>
                  <a:pt x="119997" y="106089"/>
                  <a:pt x="120198" y="108686"/>
                  <a:pt x="119320" y="111237"/>
                </a:cubicBezTo>
                <a:cubicBezTo>
                  <a:pt x="118232" y="114044"/>
                  <a:pt x="116321" y="116120"/>
                  <a:pt x="113596" y="117464"/>
                </a:cubicBezTo>
                <a:cubicBezTo>
                  <a:pt x="110898" y="118808"/>
                  <a:pt x="108128" y="118918"/>
                  <a:pt x="105302" y="117811"/>
                </a:cubicBezTo>
                <a:cubicBezTo>
                  <a:pt x="100017" y="116028"/>
                  <a:pt x="95427" y="113111"/>
                  <a:pt x="91531" y="109070"/>
                </a:cubicBezTo>
                <a:cubicBezTo>
                  <a:pt x="87636" y="105028"/>
                  <a:pt x="84582" y="100365"/>
                  <a:pt x="82387" y="95079"/>
                </a:cubicBezTo>
                <a:cubicBezTo>
                  <a:pt x="75301" y="95756"/>
                  <a:pt x="68991" y="98764"/>
                  <a:pt x="63459" y="104104"/>
                </a:cubicBezTo>
                <a:cubicBezTo>
                  <a:pt x="57927" y="109426"/>
                  <a:pt x="55166" y="115909"/>
                  <a:pt x="55166" y="123563"/>
                </a:cubicBezTo>
                <a:cubicBezTo>
                  <a:pt x="55166" y="131500"/>
                  <a:pt x="57790" y="138312"/>
                  <a:pt x="63057" y="143991"/>
                </a:cubicBezTo>
                <a:cubicBezTo>
                  <a:pt x="68315" y="149651"/>
                  <a:pt x="74770" y="152476"/>
                  <a:pt x="82415" y="152476"/>
                </a:cubicBezTo>
                <a:cubicBezTo>
                  <a:pt x="85414" y="152476"/>
                  <a:pt x="87910" y="153464"/>
                  <a:pt x="89895" y="155430"/>
                </a:cubicBezTo>
                <a:cubicBezTo>
                  <a:pt x="91888" y="157423"/>
                  <a:pt x="92885" y="159919"/>
                  <a:pt x="92885" y="162919"/>
                </a:cubicBezTo>
                <a:cubicBezTo>
                  <a:pt x="92885" y="165909"/>
                  <a:pt x="91888" y="168405"/>
                  <a:pt x="89895" y="170398"/>
                </a:cubicBezTo>
                <a:cubicBezTo>
                  <a:pt x="87910" y="172364"/>
                  <a:pt x="85414" y="173352"/>
                  <a:pt x="82415" y="173352"/>
                </a:cubicBezTo>
                <a:cubicBezTo>
                  <a:pt x="77852" y="173352"/>
                  <a:pt x="73426" y="172675"/>
                  <a:pt x="69156" y="171340"/>
                </a:cubicBezTo>
                <a:cubicBezTo>
                  <a:pt x="64877" y="169996"/>
                  <a:pt x="60926" y="168176"/>
                  <a:pt x="57305" y="165872"/>
                </a:cubicBezTo>
                <a:cubicBezTo>
                  <a:pt x="56629" y="167692"/>
                  <a:pt x="56108" y="169566"/>
                  <a:pt x="55733" y="171496"/>
                </a:cubicBezTo>
                <a:cubicBezTo>
                  <a:pt x="55376" y="173425"/>
                  <a:pt x="55193" y="175382"/>
                  <a:pt x="55193" y="177375"/>
                </a:cubicBezTo>
                <a:cubicBezTo>
                  <a:pt x="55193" y="186108"/>
                  <a:pt x="57863" y="193268"/>
                  <a:pt x="63212" y="198845"/>
                </a:cubicBezTo>
                <a:cubicBezTo>
                  <a:pt x="68553" y="204414"/>
                  <a:pt x="75063" y="207203"/>
                  <a:pt x="82735" y="207203"/>
                </a:cubicBezTo>
                <a:cubicBezTo>
                  <a:pt x="87151" y="207203"/>
                  <a:pt x="91339" y="206197"/>
                  <a:pt x="95308" y="204186"/>
                </a:cubicBezTo>
                <a:cubicBezTo>
                  <a:pt x="99267" y="202174"/>
                  <a:pt x="102550" y="199431"/>
                  <a:pt x="105174" y="195947"/>
                </a:cubicBezTo>
                <a:cubicBezTo>
                  <a:pt x="106994" y="193642"/>
                  <a:pt x="109307" y="192207"/>
                  <a:pt x="112124" y="191640"/>
                </a:cubicBezTo>
                <a:cubicBezTo>
                  <a:pt x="114904" y="191082"/>
                  <a:pt x="117464" y="191713"/>
                  <a:pt x="119786" y="193560"/>
                </a:cubicBezTo>
                <a:cubicBezTo>
                  <a:pt x="122118" y="195362"/>
                  <a:pt x="123563" y="197675"/>
                  <a:pt x="124130" y="200510"/>
                </a:cubicBezTo>
                <a:cubicBezTo>
                  <a:pt x="124697" y="203317"/>
                  <a:pt x="124066" y="205868"/>
                  <a:pt x="122237" y="208181"/>
                </a:cubicBezTo>
                <a:cubicBezTo>
                  <a:pt x="119604" y="211930"/>
                  <a:pt x="116467" y="215094"/>
                  <a:pt x="112846" y="217673"/>
                </a:cubicBezTo>
                <a:cubicBezTo>
                  <a:pt x="109198" y="220252"/>
                  <a:pt x="105266" y="222318"/>
                  <a:pt x="101059" y="223891"/>
                </a:cubicBezTo>
                <a:cubicBezTo>
                  <a:pt x="101434" y="228691"/>
                  <a:pt x="103510" y="233373"/>
                  <a:pt x="107277" y="237945"/>
                </a:cubicBezTo>
                <a:cubicBezTo>
                  <a:pt x="111072" y="242508"/>
                  <a:pt x="115672" y="244794"/>
                  <a:pt x="121076" y="244794"/>
                </a:cubicBezTo>
                <a:cubicBezTo>
                  <a:pt x="126489" y="244794"/>
                  <a:pt x="131070" y="243066"/>
                  <a:pt x="134847" y="239609"/>
                </a:cubicBezTo>
                <a:cubicBezTo>
                  <a:pt x="138614" y="236153"/>
                  <a:pt x="140507" y="231919"/>
                  <a:pt x="140507" y="226908"/>
                </a:cubicBezTo>
                <a:close/>
                <a:moveTo>
                  <a:pt x="150876" y="15140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70" name="圖示 模組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470" y="251990"/>
                </a:moveTo>
                <a:lnTo>
                  <a:pt x="140470" y="156783"/>
                </a:lnTo>
                <a:lnTo>
                  <a:pt x="57269" y="108695"/>
                </a:lnTo>
                <a:lnTo>
                  <a:pt x="57269" y="203902"/>
                </a:lnTo>
                <a:lnTo>
                  <a:pt x="140470" y="251990"/>
                </a:lnTo>
                <a:close/>
                <a:moveTo>
                  <a:pt x="161373" y="251990"/>
                </a:moveTo>
                <a:lnTo>
                  <a:pt x="244511" y="203902"/>
                </a:lnTo>
                <a:lnTo>
                  <a:pt x="244511" y="108384"/>
                </a:lnTo>
                <a:lnTo>
                  <a:pt x="161373" y="156719"/>
                </a:lnTo>
                <a:lnTo>
                  <a:pt x="161373" y="251990"/>
                </a:lnTo>
                <a:close/>
                <a:moveTo>
                  <a:pt x="150876" y="138998"/>
                </a:moveTo>
                <a:lnTo>
                  <a:pt x="232825" y="91248"/>
                </a:lnTo>
                <a:lnTo>
                  <a:pt x="150876" y="43818"/>
                </a:lnTo>
                <a:lnTo>
                  <a:pt x="68681" y="91248"/>
                </a:lnTo>
                <a:lnTo>
                  <a:pt x="150876" y="138998"/>
                </a:lnTo>
                <a:close/>
                <a:moveTo>
                  <a:pt x="46552" y="222547"/>
                </a:moveTo>
                <a:cubicBezTo>
                  <a:pt x="43114" y="220535"/>
                  <a:pt x="40471" y="217865"/>
                  <a:pt x="38633" y="214555"/>
                </a:cubicBezTo>
                <a:cubicBezTo>
                  <a:pt x="36786" y="211245"/>
                  <a:pt x="35863" y="207706"/>
                  <a:pt x="35863" y="203939"/>
                </a:cubicBezTo>
                <a:lnTo>
                  <a:pt x="35863" y="97823"/>
                </a:lnTo>
                <a:cubicBezTo>
                  <a:pt x="35863" y="94028"/>
                  <a:pt x="36786" y="90480"/>
                  <a:pt x="38633" y="87197"/>
                </a:cubicBezTo>
                <a:cubicBezTo>
                  <a:pt x="40471" y="83887"/>
                  <a:pt x="43114" y="81226"/>
                  <a:pt x="46552" y="79214"/>
                </a:cubicBezTo>
                <a:lnTo>
                  <a:pt x="140159" y="25210"/>
                </a:lnTo>
                <a:cubicBezTo>
                  <a:pt x="143570" y="23326"/>
                  <a:pt x="147154" y="22385"/>
                  <a:pt x="150903" y="22385"/>
                </a:cubicBezTo>
                <a:cubicBezTo>
                  <a:pt x="154680" y="22385"/>
                  <a:pt x="158228" y="23326"/>
                  <a:pt x="161565" y="25210"/>
                </a:cubicBezTo>
                <a:lnTo>
                  <a:pt x="255172" y="79214"/>
                </a:lnTo>
                <a:cubicBezTo>
                  <a:pt x="258601" y="81226"/>
                  <a:pt x="261272" y="83887"/>
                  <a:pt x="263155" y="87197"/>
                </a:cubicBezTo>
                <a:cubicBezTo>
                  <a:pt x="265021" y="90507"/>
                  <a:pt x="265953" y="94046"/>
                  <a:pt x="265953" y="97813"/>
                </a:cubicBezTo>
                <a:lnTo>
                  <a:pt x="265953" y="203939"/>
                </a:lnTo>
                <a:cubicBezTo>
                  <a:pt x="265953" y="207724"/>
                  <a:pt x="265021" y="211272"/>
                  <a:pt x="263155" y="214555"/>
                </a:cubicBezTo>
                <a:cubicBezTo>
                  <a:pt x="261290" y="217865"/>
                  <a:pt x="258629" y="220535"/>
                  <a:pt x="255172" y="222547"/>
                </a:cubicBezTo>
                <a:lnTo>
                  <a:pt x="161593" y="276451"/>
                </a:lnTo>
                <a:cubicBezTo>
                  <a:pt x="158182" y="278380"/>
                  <a:pt x="154598" y="279340"/>
                  <a:pt x="150849" y="279340"/>
                </a:cubicBezTo>
                <a:cubicBezTo>
                  <a:pt x="147072" y="279340"/>
                  <a:pt x="143524" y="278380"/>
                  <a:pt x="140187" y="276451"/>
                </a:cubicBezTo>
                <a:lnTo>
                  <a:pt x="46552" y="22254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72" name="圖示 分析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318" y="152952"/>
                </a:moveTo>
                <a:cubicBezTo>
                  <a:pt x="90535" y="154753"/>
                  <a:pt x="89648" y="156993"/>
                  <a:pt x="89648" y="159682"/>
                </a:cubicBezTo>
                <a:lnTo>
                  <a:pt x="89648" y="205255"/>
                </a:lnTo>
                <a:cubicBezTo>
                  <a:pt x="89648" y="207935"/>
                  <a:pt x="90553" y="210175"/>
                  <a:pt x="92382" y="211976"/>
                </a:cubicBezTo>
                <a:cubicBezTo>
                  <a:pt x="94201" y="213787"/>
                  <a:pt x="96442" y="214683"/>
                  <a:pt x="99103" y="214683"/>
                </a:cubicBezTo>
                <a:cubicBezTo>
                  <a:pt x="101764" y="214683"/>
                  <a:pt x="104004" y="213787"/>
                  <a:pt x="105805" y="211976"/>
                </a:cubicBezTo>
                <a:cubicBezTo>
                  <a:pt x="107607" y="210175"/>
                  <a:pt x="108503" y="207935"/>
                  <a:pt x="108503" y="205255"/>
                </a:cubicBezTo>
                <a:lnTo>
                  <a:pt x="108503" y="159682"/>
                </a:lnTo>
                <a:cubicBezTo>
                  <a:pt x="108503" y="156993"/>
                  <a:pt x="107579" y="154753"/>
                  <a:pt x="105741" y="152952"/>
                </a:cubicBezTo>
                <a:cubicBezTo>
                  <a:pt x="103894" y="151150"/>
                  <a:pt x="101645" y="150245"/>
                  <a:pt x="98984" y="150245"/>
                </a:cubicBezTo>
                <a:cubicBezTo>
                  <a:pt x="96323" y="150245"/>
                  <a:pt x="94101" y="151150"/>
                  <a:pt x="92318" y="152952"/>
                </a:cubicBezTo>
                <a:close/>
                <a:moveTo>
                  <a:pt x="195983" y="85368"/>
                </a:moveTo>
                <a:cubicBezTo>
                  <a:pt x="194200" y="87170"/>
                  <a:pt x="193313" y="89419"/>
                  <a:pt x="193313" y="92098"/>
                </a:cubicBezTo>
                <a:lnTo>
                  <a:pt x="193313" y="205255"/>
                </a:lnTo>
                <a:cubicBezTo>
                  <a:pt x="193313" y="207935"/>
                  <a:pt x="194219" y="210175"/>
                  <a:pt x="196047" y="211976"/>
                </a:cubicBezTo>
                <a:cubicBezTo>
                  <a:pt x="197867" y="213787"/>
                  <a:pt x="200107" y="214683"/>
                  <a:pt x="202768" y="214683"/>
                </a:cubicBezTo>
                <a:cubicBezTo>
                  <a:pt x="205429" y="214683"/>
                  <a:pt x="207660" y="213787"/>
                  <a:pt x="209471" y="211976"/>
                </a:cubicBezTo>
                <a:cubicBezTo>
                  <a:pt x="211272" y="210175"/>
                  <a:pt x="212168" y="207935"/>
                  <a:pt x="212168" y="205255"/>
                </a:cubicBezTo>
                <a:lnTo>
                  <a:pt x="212168" y="92098"/>
                </a:lnTo>
                <a:cubicBezTo>
                  <a:pt x="212168" y="89419"/>
                  <a:pt x="211245" y="87170"/>
                  <a:pt x="209407" y="85368"/>
                </a:cubicBezTo>
                <a:cubicBezTo>
                  <a:pt x="207560" y="83567"/>
                  <a:pt x="205310" y="82671"/>
                  <a:pt x="202649" y="82671"/>
                </a:cubicBezTo>
                <a:cubicBezTo>
                  <a:pt x="199988" y="82671"/>
                  <a:pt x="197766" y="83567"/>
                  <a:pt x="195983" y="85368"/>
                </a:cubicBezTo>
                <a:close/>
                <a:moveTo>
                  <a:pt x="144119" y="180301"/>
                </a:moveTo>
                <a:cubicBezTo>
                  <a:pt x="142336" y="182103"/>
                  <a:pt x="141449" y="184343"/>
                  <a:pt x="141449" y="187022"/>
                </a:cubicBezTo>
                <a:lnTo>
                  <a:pt x="141449" y="205255"/>
                </a:lnTo>
                <a:cubicBezTo>
                  <a:pt x="141449" y="207935"/>
                  <a:pt x="142354" y="210175"/>
                  <a:pt x="144183" y="211976"/>
                </a:cubicBezTo>
                <a:cubicBezTo>
                  <a:pt x="146002" y="213787"/>
                  <a:pt x="148261" y="214683"/>
                  <a:pt x="150940" y="214683"/>
                </a:cubicBezTo>
                <a:cubicBezTo>
                  <a:pt x="153619" y="214683"/>
                  <a:pt x="155850" y="213787"/>
                  <a:pt x="157633" y="211976"/>
                </a:cubicBezTo>
                <a:cubicBezTo>
                  <a:pt x="159416" y="210175"/>
                  <a:pt x="160303" y="207935"/>
                  <a:pt x="160303" y="205255"/>
                </a:cubicBezTo>
                <a:lnTo>
                  <a:pt x="160303" y="187022"/>
                </a:lnTo>
                <a:cubicBezTo>
                  <a:pt x="160303" y="184343"/>
                  <a:pt x="159398" y="182103"/>
                  <a:pt x="157569" y="180301"/>
                </a:cubicBezTo>
                <a:cubicBezTo>
                  <a:pt x="155750" y="178491"/>
                  <a:pt x="153491" y="177595"/>
                  <a:pt x="150812" y="177595"/>
                </a:cubicBezTo>
                <a:cubicBezTo>
                  <a:pt x="148133" y="177595"/>
                  <a:pt x="145902" y="178491"/>
                  <a:pt x="144119" y="180301"/>
                </a:cubicBezTo>
                <a:close/>
                <a:moveTo>
                  <a:pt x="57269" y="265917"/>
                </a:moveTo>
                <a:cubicBezTo>
                  <a:pt x="51490" y="265917"/>
                  <a:pt x="46470" y="263795"/>
                  <a:pt x="42218" y="259534"/>
                </a:cubicBezTo>
                <a:cubicBezTo>
                  <a:pt x="37957" y="255282"/>
                  <a:pt x="35835" y="250262"/>
                  <a:pt x="35835" y="244483"/>
                </a:cubicBezTo>
                <a:lnTo>
                  <a:pt x="35835" y="57241"/>
                </a:lnTo>
                <a:cubicBezTo>
                  <a:pt x="35835" y="51435"/>
                  <a:pt x="37957" y="46406"/>
                  <a:pt x="42218" y="42154"/>
                </a:cubicBezTo>
                <a:cubicBezTo>
                  <a:pt x="46470" y="37893"/>
                  <a:pt x="51490" y="35771"/>
                  <a:pt x="57269" y="35771"/>
                </a:cubicBezTo>
                <a:lnTo>
                  <a:pt x="244511" y="35771"/>
                </a:lnTo>
                <a:cubicBezTo>
                  <a:pt x="250317" y="35771"/>
                  <a:pt x="255346" y="37893"/>
                  <a:pt x="259598" y="42154"/>
                </a:cubicBezTo>
                <a:cubicBezTo>
                  <a:pt x="263859" y="46406"/>
                  <a:pt x="265981" y="51435"/>
                  <a:pt x="265981" y="57241"/>
                </a:cubicBezTo>
                <a:lnTo>
                  <a:pt x="265981" y="244483"/>
                </a:lnTo>
                <a:cubicBezTo>
                  <a:pt x="265981" y="250262"/>
                  <a:pt x="263859" y="255282"/>
                  <a:pt x="259598" y="259534"/>
                </a:cubicBezTo>
                <a:cubicBezTo>
                  <a:pt x="255346" y="263795"/>
                  <a:pt x="250317" y="265917"/>
                  <a:pt x="244511" y="265917"/>
                </a:cubicBezTo>
                <a:lnTo>
                  <a:pt x="57269" y="265917"/>
                </a:lnTo>
                <a:close/>
                <a:moveTo>
                  <a:pt x="57269" y="244511"/>
                </a:moveTo>
                <a:lnTo>
                  <a:pt x="244511" y="244511"/>
                </a:lnTo>
                <a:lnTo>
                  <a:pt x="244511" y="57269"/>
                </a:lnTo>
                <a:lnTo>
                  <a:pt x="57269" y="57269"/>
                </a:lnTo>
                <a:lnTo>
                  <a:pt x="57269" y="244511"/>
                </a:lnTo>
                <a:close/>
                <a:moveTo>
                  <a:pt x="57269" y="57269"/>
                </a:moveTo>
                <a:lnTo>
                  <a:pt x="57269" y="244511"/>
                </a:lnTo>
                <a:lnTo>
                  <a:pt x="57269" y="57269"/>
                </a:lnTo>
                <a:close/>
                <a:moveTo>
                  <a:pt x="157633" y="147511"/>
                </a:moveTo>
                <a:cubicBezTo>
                  <a:pt x="159416" y="145691"/>
                  <a:pt x="160303" y="143433"/>
                  <a:pt x="160303" y="140754"/>
                </a:cubicBezTo>
                <a:cubicBezTo>
                  <a:pt x="160303" y="138074"/>
                  <a:pt x="159398" y="135843"/>
                  <a:pt x="157569" y="134060"/>
                </a:cubicBezTo>
                <a:cubicBezTo>
                  <a:pt x="155750" y="132277"/>
                  <a:pt x="153491" y="131390"/>
                  <a:pt x="150812" y="131390"/>
                </a:cubicBezTo>
                <a:cubicBezTo>
                  <a:pt x="148133" y="131390"/>
                  <a:pt x="145902" y="132295"/>
                  <a:pt x="144119" y="134124"/>
                </a:cubicBezTo>
                <a:cubicBezTo>
                  <a:pt x="142336" y="135944"/>
                  <a:pt x="141449" y="138202"/>
                  <a:pt x="141449" y="140882"/>
                </a:cubicBezTo>
                <a:cubicBezTo>
                  <a:pt x="141449" y="143561"/>
                  <a:pt x="142354" y="145792"/>
                  <a:pt x="144183" y="147575"/>
                </a:cubicBezTo>
                <a:cubicBezTo>
                  <a:pt x="146002" y="149358"/>
                  <a:pt x="148261" y="150245"/>
                  <a:pt x="150940" y="150245"/>
                </a:cubicBezTo>
                <a:cubicBezTo>
                  <a:pt x="153619" y="150245"/>
                  <a:pt x="155850" y="149340"/>
                  <a:pt x="157633" y="14751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74" name="圖示 長條圖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8395" y="253344"/>
                </a:moveTo>
                <a:cubicBezTo>
                  <a:pt x="215314" y="253344"/>
                  <a:pt x="212744" y="252320"/>
                  <a:pt x="210696" y="250262"/>
                </a:cubicBezTo>
                <a:cubicBezTo>
                  <a:pt x="208639" y="248214"/>
                  <a:pt x="207615" y="245663"/>
                  <a:pt x="207615" y="242627"/>
                </a:cubicBezTo>
                <a:lnTo>
                  <a:pt x="207615" y="173416"/>
                </a:lnTo>
                <a:cubicBezTo>
                  <a:pt x="207615" y="170398"/>
                  <a:pt x="208639" y="167838"/>
                  <a:pt x="210696" y="165744"/>
                </a:cubicBezTo>
                <a:cubicBezTo>
                  <a:pt x="212744" y="163650"/>
                  <a:pt x="215314" y="162608"/>
                  <a:pt x="218395" y="162635"/>
                </a:cubicBezTo>
                <a:lnTo>
                  <a:pt x="242627" y="162635"/>
                </a:lnTo>
                <a:cubicBezTo>
                  <a:pt x="245644" y="162635"/>
                  <a:pt x="248205" y="163668"/>
                  <a:pt x="250299" y="165744"/>
                </a:cubicBezTo>
                <a:cubicBezTo>
                  <a:pt x="252374" y="167820"/>
                  <a:pt x="253408" y="170371"/>
                  <a:pt x="253408" y="173416"/>
                </a:cubicBezTo>
                <a:lnTo>
                  <a:pt x="253408" y="242627"/>
                </a:lnTo>
                <a:cubicBezTo>
                  <a:pt x="253408" y="245644"/>
                  <a:pt x="252374" y="248196"/>
                  <a:pt x="250299" y="250262"/>
                </a:cubicBezTo>
                <a:cubicBezTo>
                  <a:pt x="248223" y="252338"/>
                  <a:pt x="245663" y="253371"/>
                  <a:pt x="242627" y="253344"/>
                </a:cubicBezTo>
                <a:lnTo>
                  <a:pt x="218395" y="253344"/>
                </a:lnTo>
                <a:close/>
                <a:moveTo>
                  <a:pt x="138778" y="253344"/>
                </a:moveTo>
                <a:cubicBezTo>
                  <a:pt x="135761" y="253344"/>
                  <a:pt x="133219" y="252320"/>
                  <a:pt x="131171" y="250262"/>
                </a:cubicBezTo>
                <a:cubicBezTo>
                  <a:pt x="129113" y="248214"/>
                  <a:pt x="128089" y="245663"/>
                  <a:pt x="128089" y="242627"/>
                </a:cubicBezTo>
                <a:lnTo>
                  <a:pt x="128089" y="59125"/>
                </a:lnTo>
                <a:cubicBezTo>
                  <a:pt x="128089" y="56108"/>
                  <a:pt x="129113" y="53547"/>
                  <a:pt x="131171" y="51453"/>
                </a:cubicBezTo>
                <a:cubicBezTo>
                  <a:pt x="133219" y="49378"/>
                  <a:pt x="135761" y="48344"/>
                  <a:pt x="138778" y="48344"/>
                </a:cubicBezTo>
                <a:lnTo>
                  <a:pt x="163010" y="48344"/>
                </a:lnTo>
                <a:cubicBezTo>
                  <a:pt x="166028" y="48344"/>
                  <a:pt x="168560" y="49378"/>
                  <a:pt x="170618" y="51453"/>
                </a:cubicBezTo>
                <a:cubicBezTo>
                  <a:pt x="172666" y="53529"/>
                  <a:pt x="173699" y="56089"/>
                  <a:pt x="173699" y="59125"/>
                </a:cubicBezTo>
                <a:lnTo>
                  <a:pt x="173699" y="242627"/>
                </a:lnTo>
                <a:cubicBezTo>
                  <a:pt x="173699" y="245644"/>
                  <a:pt x="172666" y="248196"/>
                  <a:pt x="170618" y="250262"/>
                </a:cubicBezTo>
                <a:cubicBezTo>
                  <a:pt x="168560" y="252338"/>
                  <a:pt x="166028" y="253371"/>
                  <a:pt x="163010" y="253344"/>
                </a:cubicBezTo>
                <a:lnTo>
                  <a:pt x="138778" y="253344"/>
                </a:lnTo>
                <a:close/>
                <a:moveTo>
                  <a:pt x="59153" y="253344"/>
                </a:moveTo>
                <a:cubicBezTo>
                  <a:pt x="56135" y="253344"/>
                  <a:pt x="53593" y="252320"/>
                  <a:pt x="51517" y="250262"/>
                </a:cubicBezTo>
                <a:cubicBezTo>
                  <a:pt x="49442" y="248214"/>
                  <a:pt x="48417" y="245663"/>
                  <a:pt x="48436" y="242627"/>
                </a:cubicBezTo>
                <a:lnTo>
                  <a:pt x="48436" y="121990"/>
                </a:lnTo>
                <a:cubicBezTo>
                  <a:pt x="48436" y="118973"/>
                  <a:pt x="49460" y="116412"/>
                  <a:pt x="51517" y="114318"/>
                </a:cubicBezTo>
                <a:cubicBezTo>
                  <a:pt x="53575" y="112243"/>
                  <a:pt x="56117" y="111209"/>
                  <a:pt x="59153" y="111209"/>
                </a:cubicBezTo>
                <a:lnTo>
                  <a:pt x="83485" y="111209"/>
                </a:lnTo>
                <a:cubicBezTo>
                  <a:pt x="86502" y="111209"/>
                  <a:pt x="89035" y="112243"/>
                  <a:pt x="91093" y="114318"/>
                </a:cubicBezTo>
                <a:cubicBezTo>
                  <a:pt x="93141" y="116394"/>
                  <a:pt x="94174" y="118954"/>
                  <a:pt x="94174" y="121990"/>
                </a:cubicBezTo>
                <a:lnTo>
                  <a:pt x="94174" y="242627"/>
                </a:lnTo>
                <a:cubicBezTo>
                  <a:pt x="94174" y="245644"/>
                  <a:pt x="93141" y="248186"/>
                  <a:pt x="91093" y="250262"/>
                </a:cubicBezTo>
                <a:cubicBezTo>
                  <a:pt x="89035" y="252338"/>
                  <a:pt x="86502" y="253371"/>
                  <a:pt x="83485" y="253344"/>
                </a:cubicBezTo>
                <a:lnTo>
                  <a:pt x="59153" y="25334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76" name="圖示 排名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96" y="244483"/>
                </a:moveTo>
                <a:lnTo>
                  <a:pt x="101306" y="244483"/>
                </a:lnTo>
                <a:lnTo>
                  <a:pt x="101306" y="132679"/>
                </a:lnTo>
                <a:lnTo>
                  <a:pt x="44696" y="132679"/>
                </a:lnTo>
                <a:lnTo>
                  <a:pt x="44696" y="244483"/>
                </a:lnTo>
                <a:close/>
                <a:moveTo>
                  <a:pt x="122712" y="244483"/>
                </a:moveTo>
                <a:lnTo>
                  <a:pt x="179067" y="244483"/>
                </a:lnTo>
                <a:lnTo>
                  <a:pt x="179067" y="57241"/>
                </a:lnTo>
                <a:lnTo>
                  <a:pt x="122712" y="57241"/>
                </a:lnTo>
                <a:lnTo>
                  <a:pt x="122712" y="244483"/>
                </a:lnTo>
                <a:close/>
                <a:moveTo>
                  <a:pt x="200473" y="244483"/>
                </a:moveTo>
                <a:lnTo>
                  <a:pt x="257084" y="244483"/>
                </a:lnTo>
                <a:lnTo>
                  <a:pt x="257084" y="157825"/>
                </a:lnTo>
                <a:lnTo>
                  <a:pt x="200473" y="157825"/>
                </a:lnTo>
                <a:lnTo>
                  <a:pt x="200473" y="244483"/>
                </a:lnTo>
                <a:close/>
                <a:moveTo>
                  <a:pt x="23262" y="244483"/>
                </a:moveTo>
                <a:lnTo>
                  <a:pt x="23262" y="132679"/>
                </a:lnTo>
                <a:cubicBezTo>
                  <a:pt x="23262" y="126727"/>
                  <a:pt x="25347" y="121652"/>
                  <a:pt x="29517" y="117464"/>
                </a:cubicBezTo>
                <a:cubicBezTo>
                  <a:pt x="33686" y="113276"/>
                  <a:pt x="38734" y="111173"/>
                  <a:pt x="44668" y="111173"/>
                </a:cubicBezTo>
                <a:lnTo>
                  <a:pt x="101279" y="111173"/>
                </a:lnTo>
                <a:lnTo>
                  <a:pt x="101279" y="57241"/>
                </a:lnTo>
                <a:cubicBezTo>
                  <a:pt x="101279" y="51289"/>
                  <a:pt x="103373" y="46214"/>
                  <a:pt x="107561" y="42026"/>
                </a:cubicBezTo>
                <a:cubicBezTo>
                  <a:pt x="111749" y="37838"/>
                  <a:pt x="116796" y="35735"/>
                  <a:pt x="122685" y="35735"/>
                </a:cubicBezTo>
                <a:lnTo>
                  <a:pt x="179040" y="35735"/>
                </a:lnTo>
                <a:cubicBezTo>
                  <a:pt x="184928" y="35735"/>
                  <a:pt x="189967" y="37838"/>
                  <a:pt x="194155" y="42026"/>
                </a:cubicBezTo>
                <a:cubicBezTo>
                  <a:pt x="198352" y="46214"/>
                  <a:pt x="200446" y="51289"/>
                  <a:pt x="200446" y="57241"/>
                </a:cubicBezTo>
                <a:lnTo>
                  <a:pt x="200446" y="136319"/>
                </a:lnTo>
                <a:lnTo>
                  <a:pt x="257056" y="136319"/>
                </a:lnTo>
                <a:cubicBezTo>
                  <a:pt x="263009" y="136319"/>
                  <a:pt x="268075" y="138422"/>
                  <a:pt x="272272" y="142610"/>
                </a:cubicBezTo>
                <a:cubicBezTo>
                  <a:pt x="276460" y="146798"/>
                  <a:pt x="278554" y="151873"/>
                  <a:pt x="278554" y="157825"/>
                </a:cubicBezTo>
                <a:lnTo>
                  <a:pt x="278554" y="244483"/>
                </a:lnTo>
                <a:cubicBezTo>
                  <a:pt x="278554" y="250436"/>
                  <a:pt x="276460" y="255483"/>
                  <a:pt x="272272" y="259635"/>
                </a:cubicBezTo>
                <a:cubicBezTo>
                  <a:pt x="268075" y="263786"/>
                  <a:pt x="263009" y="265871"/>
                  <a:pt x="257056" y="265889"/>
                </a:cubicBezTo>
                <a:lnTo>
                  <a:pt x="44668" y="265889"/>
                </a:lnTo>
                <a:cubicBezTo>
                  <a:pt x="38716" y="265889"/>
                  <a:pt x="33668" y="263804"/>
                  <a:pt x="29517" y="259635"/>
                </a:cubicBezTo>
                <a:cubicBezTo>
                  <a:pt x="25365" y="255465"/>
                  <a:pt x="23281" y="250408"/>
                  <a:pt x="23262" y="24448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78" name="圖示 監控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447" y="262277"/>
                </a:moveTo>
                <a:cubicBezTo>
                  <a:pt x="37436" y="260238"/>
                  <a:pt x="36430" y="257714"/>
                  <a:pt x="36430" y="254697"/>
                </a:cubicBezTo>
                <a:lnTo>
                  <a:pt x="36430" y="239609"/>
                </a:lnTo>
                <a:cubicBezTo>
                  <a:pt x="36430" y="236638"/>
                  <a:pt x="37454" y="234123"/>
                  <a:pt x="39511" y="232066"/>
                </a:cubicBezTo>
                <a:cubicBezTo>
                  <a:pt x="41569" y="230008"/>
                  <a:pt x="44092" y="228984"/>
                  <a:pt x="47082" y="228984"/>
                </a:cubicBezTo>
                <a:cubicBezTo>
                  <a:pt x="50100" y="228984"/>
                  <a:pt x="52605" y="230008"/>
                  <a:pt x="54599" y="232066"/>
                </a:cubicBezTo>
                <a:cubicBezTo>
                  <a:pt x="56611" y="234123"/>
                  <a:pt x="57616" y="236647"/>
                  <a:pt x="57616" y="239646"/>
                </a:cubicBezTo>
                <a:lnTo>
                  <a:pt x="57616" y="254734"/>
                </a:lnTo>
                <a:cubicBezTo>
                  <a:pt x="57616" y="257724"/>
                  <a:pt x="56592" y="260238"/>
                  <a:pt x="54535" y="262277"/>
                </a:cubicBezTo>
                <a:cubicBezTo>
                  <a:pt x="52477" y="264307"/>
                  <a:pt x="49954" y="265322"/>
                  <a:pt x="46964" y="265322"/>
                </a:cubicBezTo>
                <a:cubicBezTo>
                  <a:pt x="43946" y="265322"/>
                  <a:pt x="41431" y="264307"/>
                  <a:pt x="39420" y="262277"/>
                </a:cubicBezTo>
                <a:close/>
                <a:moveTo>
                  <a:pt x="91376" y="262277"/>
                </a:moveTo>
                <a:cubicBezTo>
                  <a:pt x="89364" y="260238"/>
                  <a:pt x="88358" y="257714"/>
                  <a:pt x="88358" y="254697"/>
                </a:cubicBezTo>
                <a:lnTo>
                  <a:pt x="88358" y="191521"/>
                </a:lnTo>
                <a:cubicBezTo>
                  <a:pt x="88358" y="188522"/>
                  <a:pt x="89373" y="186016"/>
                  <a:pt x="91403" y="184005"/>
                </a:cubicBezTo>
                <a:cubicBezTo>
                  <a:pt x="93443" y="181975"/>
                  <a:pt x="95966" y="180960"/>
                  <a:pt x="98984" y="180960"/>
                </a:cubicBezTo>
                <a:cubicBezTo>
                  <a:pt x="102001" y="180960"/>
                  <a:pt x="104516" y="181975"/>
                  <a:pt x="106528" y="184005"/>
                </a:cubicBezTo>
                <a:cubicBezTo>
                  <a:pt x="108539" y="186035"/>
                  <a:pt x="109545" y="188540"/>
                  <a:pt x="109545" y="191521"/>
                </a:cubicBezTo>
                <a:lnTo>
                  <a:pt x="109545" y="254697"/>
                </a:lnTo>
                <a:cubicBezTo>
                  <a:pt x="109545" y="257714"/>
                  <a:pt x="108530" y="260238"/>
                  <a:pt x="106491" y="262277"/>
                </a:cubicBezTo>
                <a:cubicBezTo>
                  <a:pt x="104461" y="264307"/>
                  <a:pt x="101937" y="265322"/>
                  <a:pt x="98920" y="265322"/>
                </a:cubicBezTo>
                <a:cubicBezTo>
                  <a:pt x="95902" y="265322"/>
                  <a:pt x="93388" y="264307"/>
                  <a:pt x="91376" y="262277"/>
                </a:cubicBezTo>
                <a:close/>
                <a:moveTo>
                  <a:pt x="143360" y="262277"/>
                </a:moveTo>
                <a:cubicBezTo>
                  <a:pt x="141330" y="260238"/>
                  <a:pt x="140315" y="257714"/>
                  <a:pt x="140315" y="254697"/>
                </a:cubicBezTo>
                <a:lnTo>
                  <a:pt x="140315" y="210376"/>
                </a:lnTo>
                <a:cubicBezTo>
                  <a:pt x="140315" y="207404"/>
                  <a:pt x="141348" y="204890"/>
                  <a:pt x="143424" y="202832"/>
                </a:cubicBezTo>
                <a:cubicBezTo>
                  <a:pt x="145499" y="200784"/>
                  <a:pt x="148023" y="199751"/>
                  <a:pt x="151004" y="199751"/>
                </a:cubicBezTo>
                <a:cubicBezTo>
                  <a:pt x="153976" y="199751"/>
                  <a:pt x="156472" y="200784"/>
                  <a:pt x="158484" y="202832"/>
                </a:cubicBezTo>
                <a:cubicBezTo>
                  <a:pt x="160495" y="204890"/>
                  <a:pt x="161501" y="207404"/>
                  <a:pt x="161501" y="210376"/>
                </a:cubicBezTo>
                <a:lnTo>
                  <a:pt x="161501" y="254761"/>
                </a:lnTo>
                <a:cubicBezTo>
                  <a:pt x="161501" y="257733"/>
                  <a:pt x="160477" y="260238"/>
                  <a:pt x="158420" y="262277"/>
                </a:cubicBezTo>
                <a:cubicBezTo>
                  <a:pt x="156362" y="264307"/>
                  <a:pt x="153848" y="265322"/>
                  <a:pt x="150876" y="265322"/>
                </a:cubicBezTo>
                <a:cubicBezTo>
                  <a:pt x="147904" y="265322"/>
                  <a:pt x="145399" y="264307"/>
                  <a:pt x="143360" y="262277"/>
                </a:cubicBezTo>
                <a:close/>
                <a:moveTo>
                  <a:pt x="195261" y="262277"/>
                </a:moveTo>
                <a:cubicBezTo>
                  <a:pt x="193249" y="260238"/>
                  <a:pt x="192243" y="257714"/>
                  <a:pt x="192243" y="254697"/>
                </a:cubicBezTo>
                <a:lnTo>
                  <a:pt x="192243" y="177595"/>
                </a:lnTo>
                <a:cubicBezTo>
                  <a:pt x="192243" y="174614"/>
                  <a:pt x="193268" y="172118"/>
                  <a:pt x="195325" y="170078"/>
                </a:cubicBezTo>
                <a:cubicBezTo>
                  <a:pt x="197373" y="168048"/>
                  <a:pt x="199897" y="167033"/>
                  <a:pt x="202896" y="167033"/>
                </a:cubicBezTo>
                <a:cubicBezTo>
                  <a:pt x="205914" y="167033"/>
                  <a:pt x="208428" y="168048"/>
                  <a:pt x="210440" y="170078"/>
                </a:cubicBezTo>
                <a:cubicBezTo>
                  <a:pt x="212452" y="172118"/>
                  <a:pt x="213458" y="174614"/>
                  <a:pt x="213458" y="177595"/>
                </a:cubicBezTo>
                <a:lnTo>
                  <a:pt x="213458" y="254761"/>
                </a:lnTo>
                <a:cubicBezTo>
                  <a:pt x="213458" y="257733"/>
                  <a:pt x="212433" y="260238"/>
                  <a:pt x="210376" y="262277"/>
                </a:cubicBezTo>
                <a:cubicBezTo>
                  <a:pt x="208328" y="264307"/>
                  <a:pt x="205795" y="265322"/>
                  <a:pt x="202805" y="265322"/>
                </a:cubicBezTo>
                <a:cubicBezTo>
                  <a:pt x="199787" y="265322"/>
                  <a:pt x="197282" y="264307"/>
                  <a:pt x="195288" y="262277"/>
                </a:cubicBezTo>
                <a:close/>
                <a:moveTo>
                  <a:pt x="247190" y="262277"/>
                </a:moveTo>
                <a:cubicBezTo>
                  <a:pt x="245178" y="260238"/>
                  <a:pt x="244172" y="257714"/>
                  <a:pt x="244172" y="254697"/>
                </a:cubicBezTo>
                <a:lnTo>
                  <a:pt x="244172" y="139876"/>
                </a:lnTo>
                <a:cubicBezTo>
                  <a:pt x="244172" y="136895"/>
                  <a:pt x="245196" y="134399"/>
                  <a:pt x="247245" y="132359"/>
                </a:cubicBezTo>
                <a:cubicBezTo>
                  <a:pt x="249302" y="130329"/>
                  <a:pt x="251817" y="129314"/>
                  <a:pt x="254788" y="129314"/>
                </a:cubicBezTo>
                <a:cubicBezTo>
                  <a:pt x="257769" y="129314"/>
                  <a:pt x="260266" y="130329"/>
                  <a:pt x="262277" y="132359"/>
                </a:cubicBezTo>
                <a:cubicBezTo>
                  <a:pt x="264289" y="134399"/>
                  <a:pt x="265286" y="136895"/>
                  <a:pt x="265295" y="139876"/>
                </a:cubicBezTo>
                <a:lnTo>
                  <a:pt x="265295" y="254761"/>
                </a:lnTo>
                <a:cubicBezTo>
                  <a:pt x="265295" y="257733"/>
                  <a:pt x="264262" y="260238"/>
                  <a:pt x="262213" y="262277"/>
                </a:cubicBezTo>
                <a:cubicBezTo>
                  <a:pt x="260156" y="264307"/>
                  <a:pt x="257641" y="265322"/>
                  <a:pt x="254670" y="265322"/>
                </a:cubicBezTo>
                <a:cubicBezTo>
                  <a:pt x="251689" y="265322"/>
                  <a:pt x="249201" y="264307"/>
                  <a:pt x="247190" y="262277"/>
                </a:cubicBezTo>
                <a:close/>
                <a:moveTo>
                  <a:pt x="175894" y="145280"/>
                </a:moveTo>
                <a:cubicBezTo>
                  <a:pt x="173151" y="145280"/>
                  <a:pt x="170481" y="144722"/>
                  <a:pt x="167884" y="143616"/>
                </a:cubicBezTo>
                <a:cubicBezTo>
                  <a:pt x="165260" y="142500"/>
                  <a:pt x="162873" y="140918"/>
                  <a:pt x="160715" y="138870"/>
                </a:cubicBezTo>
                <a:lnTo>
                  <a:pt x="125730" y="103885"/>
                </a:lnTo>
                <a:lnTo>
                  <a:pt x="55038" y="174266"/>
                </a:lnTo>
                <a:cubicBezTo>
                  <a:pt x="52880" y="176397"/>
                  <a:pt x="50301" y="177412"/>
                  <a:pt x="47302" y="177311"/>
                </a:cubicBezTo>
                <a:cubicBezTo>
                  <a:pt x="44312" y="177202"/>
                  <a:pt x="41770" y="176086"/>
                  <a:pt x="39703" y="173946"/>
                </a:cubicBezTo>
                <a:cubicBezTo>
                  <a:pt x="37728" y="171807"/>
                  <a:pt x="36695" y="169310"/>
                  <a:pt x="36585" y="166439"/>
                </a:cubicBezTo>
                <a:cubicBezTo>
                  <a:pt x="36485" y="163568"/>
                  <a:pt x="37500" y="161062"/>
                  <a:pt x="39639" y="158923"/>
                </a:cubicBezTo>
                <a:lnTo>
                  <a:pt x="110706" y="88486"/>
                </a:lnTo>
                <a:cubicBezTo>
                  <a:pt x="112864" y="86347"/>
                  <a:pt x="115242" y="84783"/>
                  <a:pt x="117839" y="83796"/>
                </a:cubicBezTo>
                <a:cubicBezTo>
                  <a:pt x="120436" y="82817"/>
                  <a:pt x="123069" y="82323"/>
                  <a:pt x="125730" y="82323"/>
                </a:cubicBezTo>
                <a:cubicBezTo>
                  <a:pt x="128391" y="82323"/>
                  <a:pt x="131052" y="82817"/>
                  <a:pt x="133713" y="83796"/>
                </a:cubicBezTo>
                <a:cubicBezTo>
                  <a:pt x="136392" y="84783"/>
                  <a:pt x="138733" y="86347"/>
                  <a:pt x="140726" y="88486"/>
                </a:cubicBezTo>
                <a:lnTo>
                  <a:pt x="176022" y="123782"/>
                </a:lnTo>
                <a:lnTo>
                  <a:pt x="247025" y="52779"/>
                </a:lnTo>
                <a:cubicBezTo>
                  <a:pt x="249165" y="50639"/>
                  <a:pt x="251679" y="49570"/>
                  <a:pt x="254569" y="49570"/>
                </a:cubicBezTo>
                <a:cubicBezTo>
                  <a:pt x="257468" y="49570"/>
                  <a:pt x="259946" y="50639"/>
                  <a:pt x="262021" y="52779"/>
                </a:cubicBezTo>
                <a:cubicBezTo>
                  <a:pt x="263987" y="54910"/>
                  <a:pt x="265030" y="57415"/>
                  <a:pt x="265130" y="60286"/>
                </a:cubicBezTo>
                <a:cubicBezTo>
                  <a:pt x="265240" y="63158"/>
                  <a:pt x="264225" y="65663"/>
                  <a:pt x="262085" y="67803"/>
                </a:cubicBezTo>
                <a:lnTo>
                  <a:pt x="191018" y="138870"/>
                </a:lnTo>
                <a:cubicBezTo>
                  <a:pt x="189089" y="141010"/>
                  <a:pt x="186775" y="142610"/>
                  <a:pt x="184069" y="143680"/>
                </a:cubicBezTo>
                <a:cubicBezTo>
                  <a:pt x="181362" y="144750"/>
                  <a:pt x="178637" y="145280"/>
                  <a:pt x="175894" y="14528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80" name="圖示 數據查詢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608" y="165177"/>
                </a:moveTo>
                <a:cubicBezTo>
                  <a:pt x="16176" y="163540"/>
                  <a:pt x="14740" y="161291"/>
                  <a:pt x="14301" y="158420"/>
                </a:cubicBezTo>
                <a:cubicBezTo>
                  <a:pt x="13862" y="155567"/>
                  <a:pt x="14393" y="152970"/>
                  <a:pt x="15901" y="150629"/>
                </a:cubicBezTo>
                <a:lnTo>
                  <a:pt x="59217" y="82735"/>
                </a:lnTo>
                <a:cubicBezTo>
                  <a:pt x="62737" y="77285"/>
                  <a:pt x="67656" y="74304"/>
                  <a:pt x="73957" y="73801"/>
                </a:cubicBezTo>
                <a:cubicBezTo>
                  <a:pt x="80266" y="73298"/>
                  <a:pt x="85624" y="75420"/>
                  <a:pt x="90023" y="80156"/>
                </a:cubicBezTo>
                <a:lnTo>
                  <a:pt x="111840" y="105138"/>
                </a:lnTo>
                <a:lnTo>
                  <a:pt x="148453" y="46525"/>
                </a:lnTo>
                <a:cubicBezTo>
                  <a:pt x="152184" y="40654"/>
                  <a:pt x="157515" y="37628"/>
                  <a:pt x="164455" y="37436"/>
                </a:cubicBezTo>
                <a:cubicBezTo>
                  <a:pt x="171395" y="37271"/>
                  <a:pt x="176872" y="39932"/>
                  <a:pt x="180896" y="45418"/>
                </a:cubicBezTo>
                <a:lnTo>
                  <a:pt x="203902" y="78547"/>
                </a:lnTo>
                <a:lnTo>
                  <a:pt x="241877" y="19705"/>
                </a:lnTo>
                <a:cubicBezTo>
                  <a:pt x="243486" y="17172"/>
                  <a:pt x="245800" y="15618"/>
                  <a:pt x="248817" y="15060"/>
                </a:cubicBezTo>
                <a:cubicBezTo>
                  <a:pt x="251835" y="14493"/>
                  <a:pt x="254615" y="15170"/>
                  <a:pt x="257148" y="17099"/>
                </a:cubicBezTo>
                <a:cubicBezTo>
                  <a:pt x="259562" y="18773"/>
                  <a:pt x="260951" y="21022"/>
                  <a:pt x="261326" y="23829"/>
                </a:cubicBezTo>
                <a:cubicBezTo>
                  <a:pt x="261710" y="26636"/>
                  <a:pt x="261143" y="29233"/>
                  <a:pt x="259635" y="31620"/>
                </a:cubicBezTo>
                <a:lnTo>
                  <a:pt x="220306" y="92254"/>
                </a:lnTo>
                <a:cubicBezTo>
                  <a:pt x="216603" y="98124"/>
                  <a:pt x="211327" y="101160"/>
                  <a:pt x="204496" y="101370"/>
                </a:cubicBezTo>
                <a:cubicBezTo>
                  <a:pt x="197666" y="101581"/>
                  <a:pt x="192262" y="98911"/>
                  <a:pt x="188284" y="93351"/>
                </a:cubicBezTo>
                <a:lnTo>
                  <a:pt x="165333" y="60597"/>
                </a:lnTo>
                <a:lnTo>
                  <a:pt x="128812" y="118662"/>
                </a:lnTo>
                <a:cubicBezTo>
                  <a:pt x="125392" y="124084"/>
                  <a:pt x="120436" y="127065"/>
                  <a:pt x="113943" y="127586"/>
                </a:cubicBezTo>
                <a:cubicBezTo>
                  <a:pt x="107469" y="128126"/>
                  <a:pt x="102029" y="126032"/>
                  <a:pt x="97630" y="121295"/>
                </a:cubicBezTo>
                <a:lnTo>
                  <a:pt x="75913" y="96561"/>
                </a:lnTo>
                <a:lnTo>
                  <a:pt x="33760" y="162416"/>
                </a:lnTo>
                <a:cubicBezTo>
                  <a:pt x="32086" y="164967"/>
                  <a:pt x="29764" y="166558"/>
                  <a:pt x="26810" y="167189"/>
                </a:cubicBezTo>
                <a:cubicBezTo>
                  <a:pt x="23838" y="167820"/>
                  <a:pt x="21104" y="167143"/>
                  <a:pt x="18608" y="165177"/>
                </a:cubicBezTo>
                <a:close/>
                <a:moveTo>
                  <a:pt x="184947" y="233135"/>
                </a:moveTo>
                <a:cubicBezTo>
                  <a:pt x="194731" y="233135"/>
                  <a:pt x="203116" y="229752"/>
                  <a:pt x="210093" y="222986"/>
                </a:cubicBezTo>
                <a:cubicBezTo>
                  <a:pt x="217069" y="216210"/>
                  <a:pt x="220562" y="207907"/>
                  <a:pt x="220562" y="198059"/>
                </a:cubicBezTo>
                <a:cubicBezTo>
                  <a:pt x="220562" y="188211"/>
                  <a:pt x="217133" y="179844"/>
                  <a:pt x="210285" y="172977"/>
                </a:cubicBezTo>
                <a:cubicBezTo>
                  <a:pt x="203436" y="166101"/>
                  <a:pt x="195014" y="162663"/>
                  <a:pt x="185047" y="162663"/>
                </a:cubicBezTo>
                <a:cubicBezTo>
                  <a:pt x="175236" y="162663"/>
                  <a:pt x="166969" y="166156"/>
                  <a:pt x="160239" y="173132"/>
                </a:cubicBezTo>
                <a:cubicBezTo>
                  <a:pt x="153519" y="180109"/>
                  <a:pt x="150154" y="188494"/>
                  <a:pt x="150154" y="198278"/>
                </a:cubicBezTo>
                <a:cubicBezTo>
                  <a:pt x="150154" y="208063"/>
                  <a:pt x="153519" y="216320"/>
                  <a:pt x="160239" y="223040"/>
                </a:cubicBezTo>
                <a:cubicBezTo>
                  <a:pt x="166969" y="229770"/>
                  <a:pt x="175226" y="233135"/>
                  <a:pt x="185011" y="233135"/>
                </a:cubicBezTo>
                <a:close/>
                <a:moveTo>
                  <a:pt x="184983" y="254542"/>
                </a:moveTo>
                <a:cubicBezTo>
                  <a:pt x="169329" y="254542"/>
                  <a:pt x="156024" y="249064"/>
                  <a:pt x="145060" y="238101"/>
                </a:cubicBezTo>
                <a:cubicBezTo>
                  <a:pt x="134106" y="227146"/>
                  <a:pt x="128620" y="213832"/>
                  <a:pt x="128620" y="198178"/>
                </a:cubicBezTo>
                <a:cubicBezTo>
                  <a:pt x="128620" y="182533"/>
                  <a:pt x="134106" y="169118"/>
                  <a:pt x="145060" y="157944"/>
                </a:cubicBezTo>
                <a:cubicBezTo>
                  <a:pt x="156024" y="146779"/>
                  <a:pt x="169329" y="141193"/>
                  <a:pt x="184983" y="141193"/>
                </a:cubicBezTo>
                <a:cubicBezTo>
                  <a:pt x="200802" y="141193"/>
                  <a:pt x="214253" y="146734"/>
                  <a:pt x="225336" y="157825"/>
                </a:cubicBezTo>
                <a:cubicBezTo>
                  <a:pt x="236427" y="168908"/>
                  <a:pt x="241969" y="182359"/>
                  <a:pt x="241969" y="198178"/>
                </a:cubicBezTo>
                <a:cubicBezTo>
                  <a:pt x="241969" y="204213"/>
                  <a:pt x="241100" y="209882"/>
                  <a:pt x="239362" y="215186"/>
                </a:cubicBezTo>
                <a:cubicBezTo>
                  <a:pt x="237616" y="220471"/>
                  <a:pt x="235156" y="225409"/>
                  <a:pt x="231974" y="230026"/>
                </a:cubicBezTo>
                <a:lnTo>
                  <a:pt x="258153" y="255986"/>
                </a:lnTo>
                <a:cubicBezTo>
                  <a:pt x="260293" y="258126"/>
                  <a:pt x="261363" y="260613"/>
                  <a:pt x="261363" y="263466"/>
                </a:cubicBezTo>
                <a:cubicBezTo>
                  <a:pt x="261363" y="266319"/>
                  <a:pt x="260293" y="268824"/>
                  <a:pt x="258153" y="270982"/>
                </a:cubicBezTo>
                <a:cubicBezTo>
                  <a:pt x="256014" y="273140"/>
                  <a:pt x="253517" y="274229"/>
                  <a:pt x="250646" y="274247"/>
                </a:cubicBezTo>
                <a:cubicBezTo>
                  <a:pt x="247775" y="274265"/>
                  <a:pt x="245270" y="273186"/>
                  <a:pt x="243130" y="271010"/>
                </a:cubicBezTo>
                <a:lnTo>
                  <a:pt x="216951" y="244831"/>
                </a:lnTo>
                <a:cubicBezTo>
                  <a:pt x="212333" y="247866"/>
                  <a:pt x="207358" y="250253"/>
                  <a:pt x="202018" y="251990"/>
                </a:cubicBezTo>
                <a:cubicBezTo>
                  <a:pt x="196669" y="253737"/>
                  <a:pt x="190982" y="254606"/>
                  <a:pt x="184947" y="25460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82" name="圖示 上升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1090" y="223735"/>
                </a:moveTo>
                <a:cubicBezTo>
                  <a:pt x="28950" y="221596"/>
                  <a:pt x="27871" y="219045"/>
                  <a:pt x="27853" y="216064"/>
                </a:cubicBezTo>
                <a:cubicBezTo>
                  <a:pt x="27825" y="213092"/>
                  <a:pt x="28904" y="210513"/>
                  <a:pt x="31090" y="208337"/>
                </a:cubicBezTo>
                <a:lnTo>
                  <a:pt x="102221" y="137672"/>
                </a:lnTo>
                <a:cubicBezTo>
                  <a:pt x="106262" y="133566"/>
                  <a:pt x="111246" y="131518"/>
                  <a:pt x="117180" y="131518"/>
                </a:cubicBezTo>
                <a:cubicBezTo>
                  <a:pt x="123115" y="131518"/>
                  <a:pt x="128126" y="133566"/>
                  <a:pt x="132241" y="137672"/>
                </a:cubicBezTo>
                <a:lnTo>
                  <a:pt x="169740" y="175080"/>
                </a:lnTo>
                <a:lnTo>
                  <a:pt x="242627" y="102029"/>
                </a:lnTo>
                <a:lnTo>
                  <a:pt x="214088" y="102029"/>
                </a:lnTo>
                <a:cubicBezTo>
                  <a:pt x="211071" y="102029"/>
                  <a:pt x="208520" y="100995"/>
                  <a:pt x="206453" y="98920"/>
                </a:cubicBezTo>
                <a:cubicBezTo>
                  <a:pt x="204378" y="96844"/>
                  <a:pt x="203344" y="94284"/>
                  <a:pt x="203372" y="91248"/>
                </a:cubicBezTo>
                <a:cubicBezTo>
                  <a:pt x="203372" y="88212"/>
                  <a:pt x="204396" y="85670"/>
                  <a:pt x="206453" y="83640"/>
                </a:cubicBezTo>
                <a:cubicBezTo>
                  <a:pt x="208501" y="81610"/>
                  <a:pt x="211053" y="80595"/>
                  <a:pt x="214088" y="80595"/>
                </a:cubicBezTo>
                <a:lnTo>
                  <a:pt x="267773" y="80595"/>
                </a:lnTo>
                <a:cubicBezTo>
                  <a:pt x="270790" y="80595"/>
                  <a:pt x="273351" y="81619"/>
                  <a:pt x="275445" y="83677"/>
                </a:cubicBezTo>
                <a:cubicBezTo>
                  <a:pt x="277520" y="85725"/>
                  <a:pt x="278554" y="88276"/>
                  <a:pt x="278554" y="91312"/>
                </a:cubicBezTo>
                <a:lnTo>
                  <a:pt x="278554" y="144996"/>
                </a:lnTo>
                <a:cubicBezTo>
                  <a:pt x="278554" y="147868"/>
                  <a:pt x="277557" y="150373"/>
                  <a:pt x="275573" y="152513"/>
                </a:cubicBezTo>
                <a:cubicBezTo>
                  <a:pt x="273579" y="154643"/>
                  <a:pt x="271120" y="155713"/>
                  <a:pt x="268184" y="155713"/>
                </a:cubicBezTo>
                <a:cubicBezTo>
                  <a:pt x="265249" y="155713"/>
                  <a:pt x="262716" y="154643"/>
                  <a:pt x="260577" y="152513"/>
                </a:cubicBezTo>
                <a:cubicBezTo>
                  <a:pt x="258437" y="150373"/>
                  <a:pt x="257367" y="147868"/>
                  <a:pt x="257367" y="144996"/>
                </a:cubicBezTo>
                <a:lnTo>
                  <a:pt x="257367" y="117656"/>
                </a:lnTo>
                <a:lnTo>
                  <a:pt x="184416" y="190323"/>
                </a:lnTo>
                <a:cubicBezTo>
                  <a:pt x="180311" y="194429"/>
                  <a:pt x="175300" y="196486"/>
                  <a:pt x="169393" y="196486"/>
                </a:cubicBezTo>
                <a:cubicBezTo>
                  <a:pt x="163458" y="196486"/>
                  <a:pt x="158475" y="194429"/>
                  <a:pt x="154424" y="190323"/>
                </a:cubicBezTo>
                <a:lnTo>
                  <a:pt x="116933" y="153235"/>
                </a:lnTo>
                <a:lnTo>
                  <a:pt x="46397" y="223735"/>
                </a:lnTo>
                <a:cubicBezTo>
                  <a:pt x="44257" y="225875"/>
                  <a:pt x="41697" y="226945"/>
                  <a:pt x="38725" y="226945"/>
                </a:cubicBezTo>
                <a:cubicBezTo>
                  <a:pt x="35753" y="226945"/>
                  <a:pt x="33193" y="225875"/>
                  <a:pt x="31053" y="22373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84" name="圖示 下降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2627" y="206545"/>
                </a:moveTo>
                <a:lnTo>
                  <a:pt x="169740" y="133493"/>
                </a:lnTo>
                <a:lnTo>
                  <a:pt x="132241" y="170993"/>
                </a:lnTo>
                <a:cubicBezTo>
                  <a:pt x="128126" y="175098"/>
                  <a:pt x="123124" y="177156"/>
                  <a:pt x="117208" y="177156"/>
                </a:cubicBezTo>
                <a:cubicBezTo>
                  <a:pt x="111282" y="177156"/>
                  <a:pt x="106290" y="175098"/>
                  <a:pt x="102248" y="170993"/>
                </a:cubicBezTo>
                <a:lnTo>
                  <a:pt x="31090" y="99862"/>
                </a:lnTo>
                <a:cubicBezTo>
                  <a:pt x="28904" y="97722"/>
                  <a:pt x="27825" y="95171"/>
                  <a:pt x="27853" y="92190"/>
                </a:cubicBezTo>
                <a:cubicBezTo>
                  <a:pt x="27871" y="89218"/>
                  <a:pt x="28950" y="86658"/>
                  <a:pt x="31090" y="84518"/>
                </a:cubicBezTo>
                <a:cubicBezTo>
                  <a:pt x="33220" y="82387"/>
                  <a:pt x="35780" y="81318"/>
                  <a:pt x="38752" y="81318"/>
                </a:cubicBezTo>
                <a:cubicBezTo>
                  <a:pt x="41733" y="81318"/>
                  <a:pt x="44284" y="82387"/>
                  <a:pt x="46424" y="84518"/>
                </a:cubicBezTo>
                <a:lnTo>
                  <a:pt x="116933" y="155338"/>
                </a:lnTo>
                <a:lnTo>
                  <a:pt x="154396" y="117875"/>
                </a:lnTo>
                <a:cubicBezTo>
                  <a:pt x="158438" y="113761"/>
                  <a:pt x="163431" y="111712"/>
                  <a:pt x="169356" y="111712"/>
                </a:cubicBezTo>
                <a:cubicBezTo>
                  <a:pt x="175290" y="111712"/>
                  <a:pt x="180311" y="113761"/>
                  <a:pt x="184416" y="117875"/>
                </a:cubicBezTo>
                <a:lnTo>
                  <a:pt x="257404" y="190918"/>
                </a:lnTo>
                <a:lnTo>
                  <a:pt x="257404" y="163257"/>
                </a:lnTo>
                <a:cubicBezTo>
                  <a:pt x="257404" y="160331"/>
                  <a:pt x="258473" y="157862"/>
                  <a:pt x="260604" y="155878"/>
                </a:cubicBezTo>
                <a:cubicBezTo>
                  <a:pt x="262744" y="153884"/>
                  <a:pt x="265277" y="152888"/>
                  <a:pt x="268212" y="152888"/>
                </a:cubicBezTo>
                <a:cubicBezTo>
                  <a:pt x="271147" y="152888"/>
                  <a:pt x="273607" y="153884"/>
                  <a:pt x="275600" y="155878"/>
                </a:cubicBezTo>
                <a:cubicBezTo>
                  <a:pt x="277594" y="157862"/>
                  <a:pt x="278590" y="160331"/>
                  <a:pt x="278590" y="163257"/>
                </a:cubicBezTo>
                <a:lnTo>
                  <a:pt x="278590" y="217261"/>
                </a:lnTo>
                <a:cubicBezTo>
                  <a:pt x="278590" y="220279"/>
                  <a:pt x="277548" y="222812"/>
                  <a:pt x="275472" y="224869"/>
                </a:cubicBezTo>
                <a:cubicBezTo>
                  <a:pt x="273396" y="226918"/>
                  <a:pt x="270845" y="227951"/>
                  <a:pt x="267809" y="227951"/>
                </a:cubicBezTo>
                <a:lnTo>
                  <a:pt x="214088" y="227951"/>
                </a:lnTo>
                <a:cubicBezTo>
                  <a:pt x="211071" y="227951"/>
                  <a:pt x="208520" y="226908"/>
                  <a:pt x="206453" y="224833"/>
                </a:cubicBezTo>
                <a:cubicBezTo>
                  <a:pt x="204378" y="222766"/>
                  <a:pt x="203344" y="220206"/>
                  <a:pt x="203372" y="217170"/>
                </a:cubicBezTo>
                <a:cubicBezTo>
                  <a:pt x="203372" y="214125"/>
                  <a:pt x="204396" y="211592"/>
                  <a:pt x="206453" y="209562"/>
                </a:cubicBezTo>
                <a:cubicBezTo>
                  <a:pt x="208501" y="207532"/>
                  <a:pt x="211053" y="206508"/>
                  <a:pt x="214088" y="206508"/>
                </a:cubicBezTo>
                <a:lnTo>
                  <a:pt x="242627" y="20650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86" name="圖示 占比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593" y="140159"/>
                </a:moveTo>
                <a:lnTo>
                  <a:pt x="256462" y="140159"/>
                </a:lnTo>
                <a:cubicBezTo>
                  <a:pt x="254112" y="115288"/>
                  <a:pt x="243980" y="93689"/>
                  <a:pt x="226067" y="75374"/>
                </a:cubicBezTo>
                <a:cubicBezTo>
                  <a:pt x="208145" y="57040"/>
                  <a:pt x="186656" y="47009"/>
                  <a:pt x="161593" y="45290"/>
                </a:cubicBezTo>
                <a:lnTo>
                  <a:pt x="161593" y="140159"/>
                </a:lnTo>
                <a:close/>
                <a:moveTo>
                  <a:pt x="140187" y="256462"/>
                </a:moveTo>
                <a:lnTo>
                  <a:pt x="140187" y="45290"/>
                </a:lnTo>
                <a:cubicBezTo>
                  <a:pt x="113239" y="47851"/>
                  <a:pt x="90590" y="59271"/>
                  <a:pt x="72228" y="79553"/>
                </a:cubicBezTo>
                <a:cubicBezTo>
                  <a:pt x="53876" y="99843"/>
                  <a:pt x="44696" y="123618"/>
                  <a:pt x="44696" y="150876"/>
                </a:cubicBezTo>
                <a:cubicBezTo>
                  <a:pt x="44696" y="178134"/>
                  <a:pt x="53876" y="201909"/>
                  <a:pt x="72228" y="222199"/>
                </a:cubicBezTo>
                <a:cubicBezTo>
                  <a:pt x="90590" y="242481"/>
                  <a:pt x="113239" y="253901"/>
                  <a:pt x="140187" y="256462"/>
                </a:cubicBezTo>
                <a:close/>
                <a:moveTo>
                  <a:pt x="161593" y="256462"/>
                </a:moveTo>
                <a:cubicBezTo>
                  <a:pt x="186675" y="254679"/>
                  <a:pt x="208154" y="244639"/>
                  <a:pt x="226031" y="226341"/>
                </a:cubicBezTo>
                <a:cubicBezTo>
                  <a:pt x="243907" y="208053"/>
                  <a:pt x="254048" y="186464"/>
                  <a:pt x="256462" y="161593"/>
                </a:cubicBezTo>
                <a:lnTo>
                  <a:pt x="161593" y="161593"/>
                </a:lnTo>
                <a:lnTo>
                  <a:pt x="161593" y="256462"/>
                </a:lnTo>
                <a:close/>
                <a:moveTo>
                  <a:pt x="150876" y="150876"/>
                </a:moveTo>
                <a:close/>
                <a:moveTo>
                  <a:pt x="150876" y="278490"/>
                </a:moveTo>
                <a:cubicBezTo>
                  <a:pt x="133228" y="278490"/>
                  <a:pt x="116650" y="275152"/>
                  <a:pt x="101114" y="268468"/>
                </a:cubicBezTo>
                <a:cubicBezTo>
                  <a:pt x="85588" y="261784"/>
                  <a:pt x="72073" y="252685"/>
                  <a:pt x="60570" y="241182"/>
                </a:cubicBezTo>
                <a:cubicBezTo>
                  <a:pt x="49048" y="229661"/>
                  <a:pt x="39950" y="216137"/>
                  <a:pt x="33284" y="200638"/>
                </a:cubicBezTo>
                <a:cubicBezTo>
                  <a:pt x="26600" y="185102"/>
                  <a:pt x="23262" y="168524"/>
                  <a:pt x="23262" y="150876"/>
                </a:cubicBezTo>
                <a:cubicBezTo>
                  <a:pt x="23262" y="133228"/>
                  <a:pt x="26600" y="116650"/>
                  <a:pt x="33284" y="101114"/>
                </a:cubicBezTo>
                <a:cubicBezTo>
                  <a:pt x="39968" y="85588"/>
                  <a:pt x="49067" y="72064"/>
                  <a:pt x="60570" y="60542"/>
                </a:cubicBezTo>
                <a:cubicBezTo>
                  <a:pt x="72073" y="49012"/>
                  <a:pt x="85588" y="39904"/>
                  <a:pt x="101114" y="33220"/>
                </a:cubicBezTo>
                <a:cubicBezTo>
                  <a:pt x="116650" y="26518"/>
                  <a:pt x="133228" y="23162"/>
                  <a:pt x="150876" y="23162"/>
                </a:cubicBezTo>
                <a:cubicBezTo>
                  <a:pt x="168560" y="23162"/>
                  <a:pt x="185157" y="26518"/>
                  <a:pt x="200665" y="33220"/>
                </a:cubicBezTo>
                <a:cubicBezTo>
                  <a:pt x="216173" y="39932"/>
                  <a:pt x="229679" y="49021"/>
                  <a:pt x="241182" y="60506"/>
                </a:cubicBezTo>
                <a:cubicBezTo>
                  <a:pt x="252685" y="71991"/>
                  <a:pt x="261793" y="85496"/>
                  <a:pt x="268495" y="101023"/>
                </a:cubicBezTo>
                <a:cubicBezTo>
                  <a:pt x="275198" y="116549"/>
                  <a:pt x="278554" y="133173"/>
                  <a:pt x="278554" y="150876"/>
                </a:cubicBezTo>
                <a:cubicBezTo>
                  <a:pt x="278554" y="168579"/>
                  <a:pt x="275198" y="185203"/>
                  <a:pt x="268495" y="200729"/>
                </a:cubicBezTo>
                <a:cubicBezTo>
                  <a:pt x="261793" y="216256"/>
                  <a:pt x="252685" y="229761"/>
                  <a:pt x="241182" y="241246"/>
                </a:cubicBezTo>
                <a:cubicBezTo>
                  <a:pt x="229679" y="252731"/>
                  <a:pt x="216164" y="261811"/>
                  <a:pt x="200638" y="268495"/>
                </a:cubicBezTo>
                <a:cubicBezTo>
                  <a:pt x="185102" y="275180"/>
                  <a:pt x="168524" y="278526"/>
                  <a:pt x="150876" y="27852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88" name="圖示 表格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4511" y="265606"/>
                </a:moveTo>
                <a:lnTo>
                  <a:pt x="57269" y="265606"/>
                </a:lnTo>
                <a:cubicBezTo>
                  <a:pt x="51490" y="265606"/>
                  <a:pt x="46470" y="263475"/>
                  <a:pt x="42218" y="259223"/>
                </a:cubicBezTo>
                <a:cubicBezTo>
                  <a:pt x="37957" y="254971"/>
                  <a:pt x="35835" y="249951"/>
                  <a:pt x="35835" y="244172"/>
                </a:cubicBezTo>
                <a:lnTo>
                  <a:pt x="35835" y="57241"/>
                </a:lnTo>
                <a:cubicBezTo>
                  <a:pt x="35835" y="51435"/>
                  <a:pt x="37957" y="46406"/>
                  <a:pt x="42218" y="42154"/>
                </a:cubicBezTo>
                <a:cubicBezTo>
                  <a:pt x="46470" y="37893"/>
                  <a:pt x="51490" y="35771"/>
                  <a:pt x="57269" y="35771"/>
                </a:cubicBezTo>
                <a:lnTo>
                  <a:pt x="244511" y="35771"/>
                </a:lnTo>
                <a:cubicBezTo>
                  <a:pt x="250317" y="35771"/>
                  <a:pt x="255346" y="37893"/>
                  <a:pt x="259598" y="42154"/>
                </a:cubicBezTo>
                <a:cubicBezTo>
                  <a:pt x="263859" y="46406"/>
                  <a:pt x="265981" y="51435"/>
                  <a:pt x="265981" y="57241"/>
                </a:cubicBezTo>
                <a:lnTo>
                  <a:pt x="265981" y="244172"/>
                </a:lnTo>
                <a:cubicBezTo>
                  <a:pt x="265981" y="249951"/>
                  <a:pt x="263859" y="254971"/>
                  <a:pt x="259598" y="259223"/>
                </a:cubicBezTo>
                <a:cubicBezTo>
                  <a:pt x="255346" y="263475"/>
                  <a:pt x="250317" y="265606"/>
                  <a:pt x="244511" y="265606"/>
                </a:cubicBezTo>
                <a:close/>
                <a:moveTo>
                  <a:pt x="57269" y="101059"/>
                </a:moveTo>
                <a:lnTo>
                  <a:pt x="244511" y="101059"/>
                </a:lnTo>
                <a:lnTo>
                  <a:pt x="244511" y="57269"/>
                </a:lnTo>
                <a:lnTo>
                  <a:pt x="57269" y="57269"/>
                </a:lnTo>
                <a:lnTo>
                  <a:pt x="57269" y="101059"/>
                </a:lnTo>
                <a:close/>
                <a:moveTo>
                  <a:pt x="97759" y="119914"/>
                </a:moveTo>
                <a:lnTo>
                  <a:pt x="57269" y="119914"/>
                </a:lnTo>
                <a:lnTo>
                  <a:pt x="57269" y="244200"/>
                </a:lnTo>
                <a:lnTo>
                  <a:pt x="97759" y="244200"/>
                </a:lnTo>
                <a:lnTo>
                  <a:pt x="97759" y="119914"/>
                </a:lnTo>
                <a:close/>
                <a:moveTo>
                  <a:pt x="204030" y="119914"/>
                </a:moveTo>
                <a:lnTo>
                  <a:pt x="204030" y="244200"/>
                </a:lnTo>
                <a:lnTo>
                  <a:pt x="244511" y="244200"/>
                </a:lnTo>
                <a:lnTo>
                  <a:pt x="244511" y="119914"/>
                </a:lnTo>
                <a:lnTo>
                  <a:pt x="203993" y="119914"/>
                </a:lnTo>
                <a:close/>
                <a:moveTo>
                  <a:pt x="185166" y="119914"/>
                </a:moveTo>
                <a:lnTo>
                  <a:pt x="116613" y="119914"/>
                </a:lnTo>
                <a:lnTo>
                  <a:pt x="116613" y="244200"/>
                </a:lnTo>
                <a:lnTo>
                  <a:pt x="185166" y="244200"/>
                </a:lnTo>
                <a:lnTo>
                  <a:pt x="185166" y="11991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90" name="圖示 儀表板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865" y="111054"/>
                </a:moveTo>
                <a:lnTo>
                  <a:pt x="159865" y="45043"/>
                </a:lnTo>
                <a:cubicBezTo>
                  <a:pt x="159865" y="42026"/>
                  <a:pt x="160889" y="39493"/>
                  <a:pt x="162946" y="37436"/>
                </a:cubicBezTo>
                <a:cubicBezTo>
                  <a:pt x="165003" y="35378"/>
                  <a:pt x="167536" y="34354"/>
                  <a:pt x="170554" y="34354"/>
                </a:cubicBezTo>
                <a:lnTo>
                  <a:pt x="256709" y="34354"/>
                </a:lnTo>
                <a:cubicBezTo>
                  <a:pt x="259726" y="34354"/>
                  <a:pt x="262259" y="35378"/>
                  <a:pt x="264316" y="37436"/>
                </a:cubicBezTo>
                <a:cubicBezTo>
                  <a:pt x="266374" y="39493"/>
                  <a:pt x="267398" y="42026"/>
                  <a:pt x="267398" y="45043"/>
                </a:cubicBezTo>
                <a:lnTo>
                  <a:pt x="267398" y="111054"/>
                </a:lnTo>
                <a:cubicBezTo>
                  <a:pt x="267398" y="114071"/>
                  <a:pt x="266374" y="116613"/>
                  <a:pt x="264316" y="118689"/>
                </a:cubicBezTo>
                <a:cubicBezTo>
                  <a:pt x="262259" y="120765"/>
                  <a:pt x="259726" y="121789"/>
                  <a:pt x="256709" y="121771"/>
                </a:cubicBezTo>
                <a:lnTo>
                  <a:pt x="170554" y="121771"/>
                </a:lnTo>
                <a:cubicBezTo>
                  <a:pt x="167536" y="121771"/>
                  <a:pt x="165003" y="120747"/>
                  <a:pt x="162946" y="118689"/>
                </a:cubicBezTo>
                <a:cubicBezTo>
                  <a:pt x="160889" y="116632"/>
                  <a:pt x="159865" y="114090"/>
                  <a:pt x="159865" y="111054"/>
                </a:cubicBezTo>
                <a:close/>
                <a:moveTo>
                  <a:pt x="34327" y="151031"/>
                </a:moveTo>
                <a:lnTo>
                  <a:pt x="34327" y="45043"/>
                </a:lnTo>
                <a:cubicBezTo>
                  <a:pt x="34327" y="42026"/>
                  <a:pt x="35351" y="39493"/>
                  <a:pt x="37408" y="37436"/>
                </a:cubicBezTo>
                <a:cubicBezTo>
                  <a:pt x="39456" y="35378"/>
                  <a:pt x="41998" y="34354"/>
                  <a:pt x="45016" y="34354"/>
                </a:cubicBezTo>
                <a:lnTo>
                  <a:pt x="131171" y="34354"/>
                </a:lnTo>
                <a:cubicBezTo>
                  <a:pt x="134188" y="34354"/>
                  <a:pt x="136721" y="35378"/>
                  <a:pt x="138778" y="37436"/>
                </a:cubicBezTo>
                <a:cubicBezTo>
                  <a:pt x="140827" y="39493"/>
                  <a:pt x="141851" y="42026"/>
                  <a:pt x="141851" y="45043"/>
                </a:cubicBezTo>
                <a:lnTo>
                  <a:pt x="141851" y="151031"/>
                </a:lnTo>
                <a:cubicBezTo>
                  <a:pt x="141851" y="154049"/>
                  <a:pt x="140827" y="156582"/>
                  <a:pt x="138778" y="158639"/>
                </a:cubicBezTo>
                <a:cubicBezTo>
                  <a:pt x="136721" y="160697"/>
                  <a:pt x="134188" y="161721"/>
                  <a:pt x="131171" y="161721"/>
                </a:cubicBezTo>
                <a:lnTo>
                  <a:pt x="45043" y="161721"/>
                </a:lnTo>
                <a:cubicBezTo>
                  <a:pt x="42026" y="161721"/>
                  <a:pt x="39493" y="160697"/>
                  <a:pt x="37436" y="158639"/>
                </a:cubicBezTo>
                <a:cubicBezTo>
                  <a:pt x="35378" y="156582"/>
                  <a:pt x="34354" y="154049"/>
                  <a:pt x="34354" y="151031"/>
                </a:cubicBezTo>
                <a:close/>
                <a:moveTo>
                  <a:pt x="159837" y="256489"/>
                </a:moveTo>
                <a:lnTo>
                  <a:pt x="159837" y="150501"/>
                </a:lnTo>
                <a:cubicBezTo>
                  <a:pt x="159837" y="147484"/>
                  <a:pt x="160861" y="144942"/>
                  <a:pt x="162919" y="142893"/>
                </a:cubicBezTo>
                <a:cubicBezTo>
                  <a:pt x="164967" y="140836"/>
                  <a:pt x="167500" y="139812"/>
                  <a:pt x="170517" y="139812"/>
                </a:cubicBezTo>
                <a:lnTo>
                  <a:pt x="256709" y="139812"/>
                </a:lnTo>
                <a:cubicBezTo>
                  <a:pt x="259726" y="139812"/>
                  <a:pt x="262259" y="140836"/>
                  <a:pt x="264316" y="142893"/>
                </a:cubicBezTo>
                <a:cubicBezTo>
                  <a:pt x="266374" y="144942"/>
                  <a:pt x="267398" y="147484"/>
                  <a:pt x="267398" y="150501"/>
                </a:cubicBezTo>
                <a:lnTo>
                  <a:pt x="267398" y="256489"/>
                </a:lnTo>
                <a:cubicBezTo>
                  <a:pt x="267398" y="259571"/>
                  <a:pt x="266374" y="262140"/>
                  <a:pt x="264316" y="264188"/>
                </a:cubicBezTo>
                <a:cubicBezTo>
                  <a:pt x="262259" y="266246"/>
                  <a:pt x="259726" y="267270"/>
                  <a:pt x="256709" y="267270"/>
                </a:cubicBezTo>
                <a:lnTo>
                  <a:pt x="170554" y="267270"/>
                </a:lnTo>
                <a:cubicBezTo>
                  <a:pt x="167536" y="267270"/>
                  <a:pt x="165003" y="266246"/>
                  <a:pt x="162946" y="264188"/>
                </a:cubicBezTo>
                <a:cubicBezTo>
                  <a:pt x="160889" y="262140"/>
                  <a:pt x="159865" y="259571"/>
                  <a:pt x="159865" y="256489"/>
                </a:cubicBezTo>
                <a:close/>
                <a:moveTo>
                  <a:pt x="34327" y="256489"/>
                </a:moveTo>
                <a:lnTo>
                  <a:pt x="34327" y="190479"/>
                </a:lnTo>
                <a:cubicBezTo>
                  <a:pt x="34327" y="187461"/>
                  <a:pt x="35351" y="184919"/>
                  <a:pt x="37408" y="182843"/>
                </a:cubicBezTo>
                <a:cubicBezTo>
                  <a:pt x="39456" y="180768"/>
                  <a:pt x="41998" y="179744"/>
                  <a:pt x="45016" y="179762"/>
                </a:cubicBezTo>
                <a:lnTo>
                  <a:pt x="131171" y="179762"/>
                </a:lnTo>
                <a:cubicBezTo>
                  <a:pt x="134188" y="179762"/>
                  <a:pt x="136721" y="180786"/>
                  <a:pt x="138778" y="182843"/>
                </a:cubicBezTo>
                <a:cubicBezTo>
                  <a:pt x="140827" y="184901"/>
                  <a:pt x="141851" y="187443"/>
                  <a:pt x="141851" y="190479"/>
                </a:cubicBezTo>
                <a:lnTo>
                  <a:pt x="141851" y="256489"/>
                </a:lnTo>
                <a:cubicBezTo>
                  <a:pt x="141851" y="259571"/>
                  <a:pt x="140827" y="262140"/>
                  <a:pt x="138778" y="264188"/>
                </a:cubicBezTo>
                <a:cubicBezTo>
                  <a:pt x="136721" y="266246"/>
                  <a:pt x="134188" y="267270"/>
                  <a:pt x="131171" y="267270"/>
                </a:cubicBezTo>
                <a:lnTo>
                  <a:pt x="45043" y="267270"/>
                </a:lnTo>
                <a:cubicBezTo>
                  <a:pt x="42026" y="267270"/>
                  <a:pt x="39493" y="266246"/>
                  <a:pt x="37436" y="264188"/>
                </a:cubicBezTo>
                <a:cubicBezTo>
                  <a:pt x="35378" y="262140"/>
                  <a:pt x="34354" y="259571"/>
                  <a:pt x="34354" y="256489"/>
                </a:cubicBezTo>
                <a:close/>
                <a:moveTo>
                  <a:pt x="55824" y="140315"/>
                </a:moveTo>
                <a:lnTo>
                  <a:pt x="120481" y="140315"/>
                </a:lnTo>
                <a:lnTo>
                  <a:pt x="120481" y="55760"/>
                </a:lnTo>
                <a:lnTo>
                  <a:pt x="55824" y="55760"/>
                </a:lnTo>
                <a:lnTo>
                  <a:pt x="55824" y="140315"/>
                </a:lnTo>
                <a:close/>
                <a:moveTo>
                  <a:pt x="181335" y="245772"/>
                </a:moveTo>
                <a:lnTo>
                  <a:pt x="245992" y="245772"/>
                </a:lnTo>
                <a:lnTo>
                  <a:pt x="245992" y="161282"/>
                </a:lnTo>
                <a:lnTo>
                  <a:pt x="181335" y="161282"/>
                </a:lnTo>
                <a:lnTo>
                  <a:pt x="181335" y="245772"/>
                </a:lnTo>
                <a:close/>
                <a:moveTo>
                  <a:pt x="181335" y="100337"/>
                </a:moveTo>
                <a:lnTo>
                  <a:pt x="245992" y="100337"/>
                </a:lnTo>
                <a:lnTo>
                  <a:pt x="245992" y="55733"/>
                </a:lnTo>
                <a:lnTo>
                  <a:pt x="181335" y="55733"/>
                </a:lnTo>
                <a:lnTo>
                  <a:pt x="181335" y="100337"/>
                </a:lnTo>
                <a:close/>
                <a:moveTo>
                  <a:pt x="55824" y="245772"/>
                </a:moveTo>
                <a:lnTo>
                  <a:pt x="120481" y="245772"/>
                </a:lnTo>
                <a:lnTo>
                  <a:pt x="120481" y="201259"/>
                </a:lnTo>
                <a:lnTo>
                  <a:pt x="55824" y="201259"/>
                </a:lnTo>
                <a:lnTo>
                  <a:pt x="55824" y="245772"/>
                </a:lnTo>
                <a:close/>
                <a:moveTo>
                  <a:pt x="120481" y="140315"/>
                </a:moveTo>
                <a:close/>
                <a:moveTo>
                  <a:pt x="181335" y="100328"/>
                </a:moveTo>
                <a:close/>
                <a:moveTo>
                  <a:pt x="181335" y="161282"/>
                </a:moveTo>
                <a:close/>
                <a:moveTo>
                  <a:pt x="120481" y="20125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92" name="圖示 時間軸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360" y="227128"/>
                </a:moveTo>
                <a:cubicBezTo>
                  <a:pt x="28868" y="227128"/>
                  <a:pt x="23299" y="224814"/>
                  <a:pt x="18672" y="220188"/>
                </a:cubicBezTo>
                <a:cubicBezTo>
                  <a:pt x="14036" y="215552"/>
                  <a:pt x="11723" y="209974"/>
                  <a:pt x="11723" y="203436"/>
                </a:cubicBezTo>
                <a:cubicBezTo>
                  <a:pt x="11723" y="196916"/>
                  <a:pt x="14036" y="191320"/>
                  <a:pt x="18672" y="186647"/>
                </a:cubicBezTo>
                <a:cubicBezTo>
                  <a:pt x="23299" y="181993"/>
                  <a:pt x="28840" y="179670"/>
                  <a:pt x="35296" y="179670"/>
                </a:cubicBezTo>
                <a:cubicBezTo>
                  <a:pt x="36512" y="179670"/>
                  <a:pt x="37673" y="179744"/>
                  <a:pt x="38789" y="179890"/>
                </a:cubicBezTo>
                <a:cubicBezTo>
                  <a:pt x="39923" y="180036"/>
                  <a:pt x="41413" y="180320"/>
                  <a:pt x="43279" y="180740"/>
                </a:cubicBezTo>
                <a:lnTo>
                  <a:pt x="103007" y="121012"/>
                </a:lnTo>
                <a:cubicBezTo>
                  <a:pt x="102587" y="119174"/>
                  <a:pt x="102312" y="117683"/>
                  <a:pt x="102184" y="116549"/>
                </a:cubicBezTo>
                <a:cubicBezTo>
                  <a:pt x="102065" y="115416"/>
                  <a:pt x="102001" y="114263"/>
                  <a:pt x="102001" y="113093"/>
                </a:cubicBezTo>
                <a:cubicBezTo>
                  <a:pt x="102001" y="106555"/>
                  <a:pt x="104333" y="100968"/>
                  <a:pt x="109006" y="96341"/>
                </a:cubicBezTo>
                <a:cubicBezTo>
                  <a:pt x="113678" y="91705"/>
                  <a:pt x="119274" y="89392"/>
                  <a:pt x="125794" y="89392"/>
                </a:cubicBezTo>
                <a:cubicBezTo>
                  <a:pt x="132314" y="89392"/>
                  <a:pt x="137882" y="91733"/>
                  <a:pt x="142518" y="96405"/>
                </a:cubicBezTo>
                <a:cubicBezTo>
                  <a:pt x="147145" y="101078"/>
                  <a:pt x="149459" y="106683"/>
                  <a:pt x="149459" y="113221"/>
                </a:cubicBezTo>
                <a:cubicBezTo>
                  <a:pt x="149459" y="113889"/>
                  <a:pt x="149129" y="116431"/>
                  <a:pt x="148453" y="120829"/>
                </a:cubicBezTo>
                <a:lnTo>
                  <a:pt x="180896" y="153299"/>
                </a:lnTo>
                <a:cubicBezTo>
                  <a:pt x="182697" y="152879"/>
                  <a:pt x="184151" y="152604"/>
                  <a:pt x="185267" y="152476"/>
                </a:cubicBezTo>
                <a:cubicBezTo>
                  <a:pt x="186391" y="152357"/>
                  <a:pt x="187507" y="152293"/>
                  <a:pt x="188595" y="152293"/>
                </a:cubicBezTo>
                <a:cubicBezTo>
                  <a:pt x="189683" y="152293"/>
                  <a:pt x="190808" y="152357"/>
                  <a:pt x="191960" y="152476"/>
                </a:cubicBezTo>
                <a:cubicBezTo>
                  <a:pt x="193112" y="152604"/>
                  <a:pt x="194584" y="152879"/>
                  <a:pt x="196395" y="153299"/>
                </a:cubicBezTo>
                <a:lnTo>
                  <a:pt x="243633" y="106116"/>
                </a:lnTo>
                <a:cubicBezTo>
                  <a:pt x="243212" y="104315"/>
                  <a:pt x="242938" y="102833"/>
                  <a:pt x="242819" y="101681"/>
                </a:cubicBezTo>
                <a:cubicBezTo>
                  <a:pt x="242691" y="100529"/>
                  <a:pt x="242627" y="99368"/>
                  <a:pt x="242627" y="98197"/>
                </a:cubicBezTo>
                <a:cubicBezTo>
                  <a:pt x="242627" y="91678"/>
                  <a:pt x="244949" y="86118"/>
                  <a:pt x="249604" y="81500"/>
                </a:cubicBezTo>
                <a:cubicBezTo>
                  <a:pt x="254258" y="76892"/>
                  <a:pt x="259854" y="74588"/>
                  <a:pt x="266392" y="74588"/>
                </a:cubicBezTo>
                <a:cubicBezTo>
                  <a:pt x="272930" y="74588"/>
                  <a:pt x="278499" y="76901"/>
                  <a:pt x="283117" y="81537"/>
                </a:cubicBezTo>
                <a:cubicBezTo>
                  <a:pt x="287698" y="86164"/>
                  <a:pt x="289993" y="91751"/>
                  <a:pt x="289993" y="98289"/>
                </a:cubicBezTo>
                <a:cubicBezTo>
                  <a:pt x="289993" y="104827"/>
                  <a:pt x="287689" y="110414"/>
                  <a:pt x="283080" y="115041"/>
                </a:cubicBezTo>
                <a:cubicBezTo>
                  <a:pt x="278471" y="119677"/>
                  <a:pt x="272921" y="121990"/>
                  <a:pt x="266420" y="121990"/>
                </a:cubicBezTo>
                <a:cubicBezTo>
                  <a:pt x="265203" y="121990"/>
                  <a:pt x="264024" y="121926"/>
                  <a:pt x="262872" y="121798"/>
                </a:cubicBezTo>
                <a:cubicBezTo>
                  <a:pt x="261720" y="121679"/>
                  <a:pt x="260238" y="121405"/>
                  <a:pt x="258437" y="120984"/>
                </a:cubicBezTo>
                <a:lnTo>
                  <a:pt x="211318" y="168231"/>
                </a:lnTo>
                <a:cubicBezTo>
                  <a:pt x="211738" y="170033"/>
                  <a:pt x="212013" y="171505"/>
                  <a:pt x="212141" y="172657"/>
                </a:cubicBezTo>
                <a:cubicBezTo>
                  <a:pt x="212260" y="173809"/>
                  <a:pt x="212324" y="174970"/>
                  <a:pt x="212324" y="176150"/>
                </a:cubicBezTo>
                <a:cubicBezTo>
                  <a:pt x="212324" y="182606"/>
                  <a:pt x="210001" y="188156"/>
                  <a:pt x="205347" y="192810"/>
                </a:cubicBezTo>
                <a:cubicBezTo>
                  <a:pt x="200693" y="197456"/>
                  <a:pt x="195115" y="199787"/>
                  <a:pt x="188595" y="199787"/>
                </a:cubicBezTo>
                <a:cubicBezTo>
                  <a:pt x="182075" y="199787"/>
                  <a:pt x="176497" y="197456"/>
                  <a:pt x="171843" y="192810"/>
                </a:cubicBezTo>
                <a:cubicBezTo>
                  <a:pt x="167189" y="188156"/>
                  <a:pt x="164866" y="182606"/>
                  <a:pt x="164866" y="176150"/>
                </a:cubicBezTo>
                <a:cubicBezTo>
                  <a:pt x="164866" y="174934"/>
                  <a:pt x="164930" y="173773"/>
                  <a:pt x="165049" y="172657"/>
                </a:cubicBezTo>
                <a:cubicBezTo>
                  <a:pt x="165177" y="171551"/>
                  <a:pt x="165452" y="170060"/>
                  <a:pt x="165872" y="168195"/>
                </a:cubicBezTo>
                <a:lnTo>
                  <a:pt x="133585" y="135880"/>
                </a:lnTo>
                <a:cubicBezTo>
                  <a:pt x="131747" y="136300"/>
                  <a:pt x="130256" y="136575"/>
                  <a:pt x="129122" y="136703"/>
                </a:cubicBezTo>
                <a:cubicBezTo>
                  <a:pt x="127998" y="136822"/>
                  <a:pt x="126827" y="136886"/>
                  <a:pt x="125639" y="136886"/>
                </a:cubicBezTo>
                <a:cubicBezTo>
                  <a:pt x="124962" y="136886"/>
                  <a:pt x="122429" y="136556"/>
                  <a:pt x="118031" y="135880"/>
                </a:cubicBezTo>
                <a:lnTo>
                  <a:pt x="58119" y="195791"/>
                </a:lnTo>
                <a:cubicBezTo>
                  <a:pt x="58540" y="197593"/>
                  <a:pt x="58823" y="199037"/>
                  <a:pt x="58970" y="200135"/>
                </a:cubicBezTo>
                <a:cubicBezTo>
                  <a:pt x="59116" y="201223"/>
                  <a:pt x="59189" y="202375"/>
                  <a:pt x="59189" y="203591"/>
                </a:cubicBezTo>
                <a:cubicBezTo>
                  <a:pt x="59189" y="210047"/>
                  <a:pt x="56848" y="215588"/>
                  <a:pt x="52176" y="220215"/>
                </a:cubicBezTo>
                <a:cubicBezTo>
                  <a:pt x="47503" y="224851"/>
                  <a:pt x="41889" y="227164"/>
                  <a:pt x="35332" y="22716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94" name="圖示 完成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177" y="177531"/>
                </a:moveTo>
                <a:lnTo>
                  <a:pt x="102788" y="148142"/>
                </a:lnTo>
                <a:cubicBezTo>
                  <a:pt x="100685" y="146048"/>
                  <a:pt x="98133" y="144996"/>
                  <a:pt x="95116" y="144996"/>
                </a:cubicBezTo>
                <a:cubicBezTo>
                  <a:pt x="92098" y="144996"/>
                  <a:pt x="89419" y="146149"/>
                  <a:pt x="87069" y="148453"/>
                </a:cubicBezTo>
                <a:cubicBezTo>
                  <a:pt x="84993" y="150593"/>
                  <a:pt x="83960" y="153171"/>
                  <a:pt x="83960" y="156189"/>
                </a:cubicBezTo>
                <a:cubicBezTo>
                  <a:pt x="83960" y="159206"/>
                  <a:pt x="85021" y="161767"/>
                  <a:pt x="87161" y="163860"/>
                </a:cubicBezTo>
                <a:lnTo>
                  <a:pt x="124596" y="201607"/>
                </a:lnTo>
                <a:cubicBezTo>
                  <a:pt x="126754" y="203747"/>
                  <a:pt x="129278" y="204816"/>
                  <a:pt x="132177" y="204816"/>
                </a:cubicBezTo>
                <a:cubicBezTo>
                  <a:pt x="135066" y="204816"/>
                  <a:pt x="137599" y="203747"/>
                  <a:pt x="139784" y="201607"/>
                </a:cubicBezTo>
                <a:lnTo>
                  <a:pt x="213997" y="127303"/>
                </a:lnTo>
                <a:cubicBezTo>
                  <a:pt x="216338" y="124998"/>
                  <a:pt x="217517" y="122347"/>
                  <a:pt x="217517" y="119347"/>
                </a:cubicBezTo>
                <a:cubicBezTo>
                  <a:pt x="217517" y="116348"/>
                  <a:pt x="216338" y="113678"/>
                  <a:pt x="213997" y="111337"/>
                </a:cubicBezTo>
                <a:cubicBezTo>
                  <a:pt x="211684" y="109234"/>
                  <a:pt x="208977" y="108247"/>
                  <a:pt x="205850" y="108347"/>
                </a:cubicBezTo>
                <a:cubicBezTo>
                  <a:pt x="202732" y="108457"/>
                  <a:pt x="200098" y="109554"/>
                  <a:pt x="197958" y="111648"/>
                </a:cubicBezTo>
                <a:lnTo>
                  <a:pt x="132177" y="177531"/>
                </a:lnTo>
                <a:close/>
                <a:moveTo>
                  <a:pt x="150876" y="278490"/>
                </a:moveTo>
                <a:cubicBezTo>
                  <a:pt x="133374" y="278490"/>
                  <a:pt x="116879" y="275152"/>
                  <a:pt x="101370" y="268468"/>
                </a:cubicBezTo>
                <a:cubicBezTo>
                  <a:pt x="85844" y="261784"/>
                  <a:pt x="72283" y="252640"/>
                  <a:pt x="60698" y="241054"/>
                </a:cubicBezTo>
                <a:cubicBezTo>
                  <a:pt x="49112" y="229469"/>
                  <a:pt x="39968" y="215908"/>
                  <a:pt x="33284" y="200382"/>
                </a:cubicBezTo>
                <a:cubicBezTo>
                  <a:pt x="26600" y="184873"/>
                  <a:pt x="23262" y="168378"/>
                  <a:pt x="23262" y="150876"/>
                </a:cubicBezTo>
                <a:cubicBezTo>
                  <a:pt x="23262" y="133173"/>
                  <a:pt x="26600" y="116559"/>
                  <a:pt x="33284" y="101059"/>
                </a:cubicBezTo>
                <a:cubicBezTo>
                  <a:pt x="39968" y="85524"/>
                  <a:pt x="49112" y="72018"/>
                  <a:pt x="60698" y="60542"/>
                </a:cubicBezTo>
                <a:cubicBezTo>
                  <a:pt x="72283" y="49058"/>
                  <a:pt x="85835" y="39959"/>
                  <a:pt x="101343" y="33257"/>
                </a:cubicBezTo>
                <a:cubicBezTo>
                  <a:pt x="116869" y="26554"/>
                  <a:pt x="133374" y="23198"/>
                  <a:pt x="150876" y="23198"/>
                </a:cubicBezTo>
                <a:cubicBezTo>
                  <a:pt x="168579" y="23198"/>
                  <a:pt x="185203" y="26554"/>
                  <a:pt x="200729" y="33257"/>
                </a:cubicBezTo>
                <a:cubicBezTo>
                  <a:pt x="216256" y="39959"/>
                  <a:pt x="229761" y="49058"/>
                  <a:pt x="241246" y="60542"/>
                </a:cubicBezTo>
                <a:cubicBezTo>
                  <a:pt x="252731" y="72018"/>
                  <a:pt x="261820" y="85524"/>
                  <a:pt x="268532" y="101059"/>
                </a:cubicBezTo>
                <a:cubicBezTo>
                  <a:pt x="275234" y="116586"/>
                  <a:pt x="278590" y="133201"/>
                  <a:pt x="278590" y="150903"/>
                </a:cubicBezTo>
                <a:cubicBezTo>
                  <a:pt x="278590" y="168405"/>
                  <a:pt x="275234" y="184919"/>
                  <a:pt x="268532" y="200446"/>
                </a:cubicBezTo>
                <a:cubicBezTo>
                  <a:pt x="261820" y="215972"/>
                  <a:pt x="252731" y="229533"/>
                  <a:pt x="241246" y="241118"/>
                </a:cubicBezTo>
                <a:cubicBezTo>
                  <a:pt x="229761" y="252704"/>
                  <a:pt x="216256" y="261848"/>
                  <a:pt x="200729" y="268532"/>
                </a:cubicBezTo>
                <a:cubicBezTo>
                  <a:pt x="185221" y="275216"/>
                  <a:pt x="168615" y="278554"/>
                  <a:pt x="150903" y="278554"/>
                </a:cubicBezTo>
                <a:close/>
                <a:moveTo>
                  <a:pt x="150876" y="257084"/>
                </a:moveTo>
                <a:cubicBezTo>
                  <a:pt x="180420" y="257084"/>
                  <a:pt x="205502" y="246733"/>
                  <a:pt x="226122" y="226031"/>
                </a:cubicBezTo>
                <a:cubicBezTo>
                  <a:pt x="246742" y="205329"/>
                  <a:pt x="257056" y="180274"/>
                  <a:pt x="257056" y="150876"/>
                </a:cubicBezTo>
                <a:cubicBezTo>
                  <a:pt x="257056" y="121332"/>
                  <a:pt x="246742" y="96250"/>
                  <a:pt x="226122" y="75630"/>
                </a:cubicBezTo>
                <a:cubicBezTo>
                  <a:pt x="205502" y="55010"/>
                  <a:pt x="180402" y="44696"/>
                  <a:pt x="150812" y="44696"/>
                </a:cubicBezTo>
                <a:cubicBezTo>
                  <a:pt x="121432" y="44696"/>
                  <a:pt x="96405" y="55010"/>
                  <a:pt x="75721" y="75630"/>
                </a:cubicBezTo>
                <a:cubicBezTo>
                  <a:pt x="55019" y="96250"/>
                  <a:pt x="44668" y="121350"/>
                  <a:pt x="44668" y="150940"/>
                </a:cubicBezTo>
                <a:cubicBezTo>
                  <a:pt x="44668" y="180320"/>
                  <a:pt x="55019" y="205347"/>
                  <a:pt x="75721" y="226031"/>
                </a:cubicBezTo>
                <a:cubicBezTo>
                  <a:pt x="96423" y="246733"/>
                  <a:pt x="121478" y="257084"/>
                  <a:pt x="150876" y="25708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96" name="圖示 達成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8490"/>
                </a:moveTo>
                <a:cubicBezTo>
                  <a:pt x="132817" y="278490"/>
                  <a:pt x="116010" y="275244"/>
                  <a:pt x="100456" y="268751"/>
                </a:cubicBezTo>
                <a:cubicBezTo>
                  <a:pt x="84911" y="262250"/>
                  <a:pt x="71405" y="253271"/>
                  <a:pt x="59939" y="241813"/>
                </a:cubicBezTo>
                <a:cubicBezTo>
                  <a:pt x="48481" y="230347"/>
                  <a:pt x="39502" y="216841"/>
                  <a:pt x="33001" y="201296"/>
                </a:cubicBezTo>
                <a:cubicBezTo>
                  <a:pt x="26508" y="185742"/>
                  <a:pt x="23262" y="168935"/>
                  <a:pt x="23262" y="150876"/>
                </a:cubicBezTo>
                <a:cubicBezTo>
                  <a:pt x="23262" y="132981"/>
                  <a:pt x="26508" y="116266"/>
                  <a:pt x="33001" y="100739"/>
                </a:cubicBezTo>
                <a:cubicBezTo>
                  <a:pt x="39502" y="85213"/>
                  <a:pt x="48481" y="71707"/>
                  <a:pt x="59939" y="60222"/>
                </a:cubicBezTo>
                <a:cubicBezTo>
                  <a:pt x="71405" y="48738"/>
                  <a:pt x="84911" y="39703"/>
                  <a:pt x="100456" y="33101"/>
                </a:cubicBezTo>
                <a:cubicBezTo>
                  <a:pt x="116010" y="26499"/>
                  <a:pt x="132817" y="23198"/>
                  <a:pt x="150876" y="23198"/>
                </a:cubicBezTo>
                <a:cubicBezTo>
                  <a:pt x="163156" y="23198"/>
                  <a:pt x="175098" y="24954"/>
                  <a:pt x="186711" y="28474"/>
                </a:cubicBezTo>
                <a:cubicBezTo>
                  <a:pt x="198343" y="31995"/>
                  <a:pt x="209288" y="37161"/>
                  <a:pt x="219557" y="43973"/>
                </a:cubicBezTo>
                <a:cubicBezTo>
                  <a:pt x="222153" y="45437"/>
                  <a:pt x="223772" y="47613"/>
                  <a:pt x="224394" y="50484"/>
                </a:cubicBezTo>
                <a:cubicBezTo>
                  <a:pt x="225025" y="53355"/>
                  <a:pt x="224430" y="55961"/>
                  <a:pt x="222602" y="58311"/>
                </a:cubicBezTo>
                <a:cubicBezTo>
                  <a:pt x="220782" y="60698"/>
                  <a:pt x="218423" y="62088"/>
                  <a:pt x="215533" y="62490"/>
                </a:cubicBezTo>
                <a:cubicBezTo>
                  <a:pt x="212644" y="62865"/>
                  <a:pt x="209864" y="62316"/>
                  <a:pt x="207203" y="60853"/>
                </a:cubicBezTo>
                <a:cubicBezTo>
                  <a:pt x="198845" y="55550"/>
                  <a:pt x="189884" y="51526"/>
                  <a:pt x="180329" y="48783"/>
                </a:cubicBezTo>
                <a:cubicBezTo>
                  <a:pt x="170773" y="46040"/>
                  <a:pt x="160953" y="44668"/>
                  <a:pt x="150876" y="44668"/>
                </a:cubicBezTo>
                <a:cubicBezTo>
                  <a:pt x="120701" y="44668"/>
                  <a:pt x="95463" y="54809"/>
                  <a:pt x="75155" y="75091"/>
                </a:cubicBezTo>
                <a:cubicBezTo>
                  <a:pt x="54846" y="95381"/>
                  <a:pt x="44696" y="120637"/>
                  <a:pt x="44696" y="150876"/>
                </a:cubicBezTo>
                <a:cubicBezTo>
                  <a:pt x="44696" y="181115"/>
                  <a:pt x="54846" y="206371"/>
                  <a:pt x="75155" y="226661"/>
                </a:cubicBezTo>
                <a:cubicBezTo>
                  <a:pt x="95463" y="246943"/>
                  <a:pt x="120701" y="257084"/>
                  <a:pt x="150876" y="257084"/>
                </a:cubicBezTo>
                <a:cubicBezTo>
                  <a:pt x="181005" y="257084"/>
                  <a:pt x="206243" y="246952"/>
                  <a:pt x="226570" y="226689"/>
                </a:cubicBezTo>
                <a:cubicBezTo>
                  <a:pt x="246888" y="206426"/>
                  <a:pt x="257056" y="181225"/>
                  <a:pt x="257056" y="151095"/>
                </a:cubicBezTo>
                <a:cubicBezTo>
                  <a:pt x="257056" y="147410"/>
                  <a:pt x="256910" y="143835"/>
                  <a:pt x="256617" y="140379"/>
                </a:cubicBezTo>
                <a:cubicBezTo>
                  <a:pt x="256325" y="136895"/>
                  <a:pt x="255785" y="133502"/>
                  <a:pt x="255008" y="130192"/>
                </a:cubicBezTo>
                <a:cubicBezTo>
                  <a:pt x="254596" y="127074"/>
                  <a:pt x="255127" y="124230"/>
                  <a:pt x="256617" y="121679"/>
                </a:cubicBezTo>
                <a:cubicBezTo>
                  <a:pt x="258099" y="119119"/>
                  <a:pt x="260302" y="117610"/>
                  <a:pt x="263219" y="117153"/>
                </a:cubicBezTo>
                <a:cubicBezTo>
                  <a:pt x="266301" y="116476"/>
                  <a:pt x="269126" y="117034"/>
                  <a:pt x="271705" y="118817"/>
                </a:cubicBezTo>
                <a:cubicBezTo>
                  <a:pt x="274283" y="120619"/>
                  <a:pt x="275774" y="123060"/>
                  <a:pt x="276195" y="126141"/>
                </a:cubicBezTo>
                <a:cubicBezTo>
                  <a:pt x="276935" y="130083"/>
                  <a:pt x="277511" y="134115"/>
                  <a:pt x="277923" y="138239"/>
                </a:cubicBezTo>
                <a:cubicBezTo>
                  <a:pt x="278343" y="142372"/>
                  <a:pt x="278554" y="146587"/>
                  <a:pt x="278554" y="150903"/>
                </a:cubicBezTo>
                <a:cubicBezTo>
                  <a:pt x="278554" y="168972"/>
                  <a:pt x="275253" y="185779"/>
                  <a:pt x="268651" y="201323"/>
                </a:cubicBezTo>
                <a:cubicBezTo>
                  <a:pt x="262049" y="216877"/>
                  <a:pt x="253014" y="230383"/>
                  <a:pt x="241530" y="241841"/>
                </a:cubicBezTo>
                <a:cubicBezTo>
                  <a:pt x="230045" y="253307"/>
                  <a:pt x="216539" y="262286"/>
                  <a:pt x="201013" y="268779"/>
                </a:cubicBezTo>
                <a:cubicBezTo>
                  <a:pt x="185486" y="275253"/>
                  <a:pt x="168771" y="278490"/>
                  <a:pt x="150876" y="278490"/>
                </a:cubicBezTo>
                <a:close/>
                <a:moveTo>
                  <a:pt x="132177" y="177531"/>
                </a:moveTo>
                <a:lnTo>
                  <a:pt x="255108" y="54535"/>
                </a:lnTo>
                <a:cubicBezTo>
                  <a:pt x="257248" y="52441"/>
                  <a:pt x="259818" y="51389"/>
                  <a:pt x="262835" y="51389"/>
                </a:cubicBezTo>
                <a:cubicBezTo>
                  <a:pt x="265853" y="51389"/>
                  <a:pt x="268514" y="52441"/>
                  <a:pt x="270827" y="54535"/>
                </a:cubicBezTo>
                <a:cubicBezTo>
                  <a:pt x="273104" y="56885"/>
                  <a:pt x="274247" y="59564"/>
                  <a:pt x="274247" y="62582"/>
                </a:cubicBezTo>
                <a:cubicBezTo>
                  <a:pt x="274247" y="65599"/>
                  <a:pt x="273104" y="68260"/>
                  <a:pt x="270827" y="70564"/>
                </a:cubicBezTo>
                <a:lnTo>
                  <a:pt x="139748" y="201643"/>
                </a:lnTo>
                <a:cubicBezTo>
                  <a:pt x="137571" y="203774"/>
                  <a:pt x="135039" y="204844"/>
                  <a:pt x="132140" y="204844"/>
                </a:cubicBezTo>
                <a:cubicBezTo>
                  <a:pt x="129250" y="204844"/>
                  <a:pt x="126736" y="203774"/>
                  <a:pt x="124596" y="201643"/>
                </a:cubicBezTo>
                <a:lnTo>
                  <a:pt x="87069" y="163796"/>
                </a:lnTo>
                <a:cubicBezTo>
                  <a:pt x="84993" y="161702"/>
                  <a:pt x="84006" y="159096"/>
                  <a:pt x="84116" y="155997"/>
                </a:cubicBezTo>
                <a:cubicBezTo>
                  <a:pt x="84216" y="152897"/>
                  <a:pt x="85332" y="150291"/>
                  <a:pt x="87444" y="148169"/>
                </a:cubicBezTo>
                <a:cubicBezTo>
                  <a:pt x="89565" y="146057"/>
                  <a:pt x="92181" y="144996"/>
                  <a:pt x="95308" y="144996"/>
                </a:cubicBezTo>
                <a:cubicBezTo>
                  <a:pt x="98426" y="144996"/>
                  <a:pt x="101032" y="146048"/>
                  <a:pt x="103126" y="148142"/>
                </a:cubicBezTo>
                <a:lnTo>
                  <a:pt x="132204" y="17753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98" name="圖示 錯誤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674"/>
                </a:moveTo>
                <a:lnTo>
                  <a:pt x="190515" y="204314"/>
                </a:lnTo>
                <a:cubicBezTo>
                  <a:pt x="192499" y="206298"/>
                  <a:pt x="194804" y="207294"/>
                  <a:pt x="197428" y="207294"/>
                </a:cubicBezTo>
                <a:cubicBezTo>
                  <a:pt x="200043" y="207294"/>
                  <a:pt x="202366" y="206289"/>
                  <a:pt x="204378" y="204277"/>
                </a:cubicBezTo>
                <a:cubicBezTo>
                  <a:pt x="206389" y="202265"/>
                  <a:pt x="207395" y="199961"/>
                  <a:pt x="207395" y="197364"/>
                </a:cubicBezTo>
                <a:cubicBezTo>
                  <a:pt x="207395" y="194767"/>
                  <a:pt x="206371" y="192463"/>
                  <a:pt x="204341" y="190451"/>
                </a:cubicBezTo>
                <a:lnTo>
                  <a:pt x="164674" y="150876"/>
                </a:lnTo>
                <a:lnTo>
                  <a:pt x="204314" y="111237"/>
                </a:lnTo>
                <a:cubicBezTo>
                  <a:pt x="206298" y="109253"/>
                  <a:pt x="207304" y="106948"/>
                  <a:pt x="207331" y="104324"/>
                </a:cubicBezTo>
                <a:cubicBezTo>
                  <a:pt x="207349" y="101709"/>
                  <a:pt x="206353" y="99386"/>
                  <a:pt x="204341" y="97374"/>
                </a:cubicBezTo>
                <a:cubicBezTo>
                  <a:pt x="202329" y="95363"/>
                  <a:pt x="200016" y="94357"/>
                  <a:pt x="197401" y="94357"/>
                </a:cubicBezTo>
                <a:cubicBezTo>
                  <a:pt x="194795" y="94357"/>
                  <a:pt x="192499" y="95381"/>
                  <a:pt x="190515" y="97411"/>
                </a:cubicBezTo>
                <a:lnTo>
                  <a:pt x="150876" y="137078"/>
                </a:lnTo>
                <a:lnTo>
                  <a:pt x="111237" y="97438"/>
                </a:lnTo>
                <a:cubicBezTo>
                  <a:pt x="109253" y="95454"/>
                  <a:pt x="106967" y="94448"/>
                  <a:pt x="104388" y="94421"/>
                </a:cubicBezTo>
                <a:cubicBezTo>
                  <a:pt x="101791" y="94403"/>
                  <a:pt x="99496" y="95399"/>
                  <a:pt x="97502" y="97411"/>
                </a:cubicBezTo>
                <a:cubicBezTo>
                  <a:pt x="95491" y="99423"/>
                  <a:pt x="94485" y="101736"/>
                  <a:pt x="94485" y="104360"/>
                </a:cubicBezTo>
                <a:cubicBezTo>
                  <a:pt x="94485" y="106957"/>
                  <a:pt x="95500" y="109253"/>
                  <a:pt x="97539" y="111237"/>
                </a:cubicBezTo>
                <a:lnTo>
                  <a:pt x="137078" y="150876"/>
                </a:lnTo>
                <a:lnTo>
                  <a:pt x="97438" y="190515"/>
                </a:lnTo>
                <a:cubicBezTo>
                  <a:pt x="95454" y="192499"/>
                  <a:pt x="94458" y="194785"/>
                  <a:pt x="94458" y="197364"/>
                </a:cubicBezTo>
                <a:cubicBezTo>
                  <a:pt x="94458" y="199943"/>
                  <a:pt x="95463" y="202238"/>
                  <a:pt x="97475" y="204250"/>
                </a:cubicBezTo>
                <a:cubicBezTo>
                  <a:pt x="99487" y="206261"/>
                  <a:pt x="101791" y="207267"/>
                  <a:pt x="104388" y="207267"/>
                </a:cubicBezTo>
                <a:cubicBezTo>
                  <a:pt x="106985" y="207267"/>
                  <a:pt x="109289" y="206252"/>
                  <a:pt x="111301" y="204213"/>
                </a:cubicBezTo>
                <a:lnTo>
                  <a:pt x="150876" y="164674"/>
                </a:lnTo>
                <a:close/>
                <a:moveTo>
                  <a:pt x="150876" y="278490"/>
                </a:moveTo>
                <a:cubicBezTo>
                  <a:pt x="133374" y="278490"/>
                  <a:pt x="116879" y="275152"/>
                  <a:pt x="101370" y="268468"/>
                </a:cubicBezTo>
                <a:cubicBezTo>
                  <a:pt x="85862" y="261784"/>
                  <a:pt x="72302" y="252640"/>
                  <a:pt x="60698" y="241054"/>
                </a:cubicBezTo>
                <a:cubicBezTo>
                  <a:pt x="49112" y="229469"/>
                  <a:pt x="39968" y="215908"/>
                  <a:pt x="33284" y="200382"/>
                </a:cubicBezTo>
                <a:cubicBezTo>
                  <a:pt x="26600" y="184873"/>
                  <a:pt x="23262" y="168378"/>
                  <a:pt x="23262" y="150876"/>
                </a:cubicBezTo>
                <a:cubicBezTo>
                  <a:pt x="23262" y="133173"/>
                  <a:pt x="26600" y="116559"/>
                  <a:pt x="33284" y="101059"/>
                </a:cubicBezTo>
                <a:cubicBezTo>
                  <a:pt x="39968" y="85551"/>
                  <a:pt x="49112" y="72046"/>
                  <a:pt x="60698" y="60542"/>
                </a:cubicBezTo>
                <a:cubicBezTo>
                  <a:pt x="72283" y="49039"/>
                  <a:pt x="85844" y="39941"/>
                  <a:pt x="101370" y="33257"/>
                </a:cubicBezTo>
                <a:cubicBezTo>
                  <a:pt x="116897" y="26554"/>
                  <a:pt x="133411" y="23198"/>
                  <a:pt x="150903" y="23198"/>
                </a:cubicBezTo>
                <a:cubicBezTo>
                  <a:pt x="168615" y="23198"/>
                  <a:pt x="185230" y="26536"/>
                  <a:pt x="200757" y="33220"/>
                </a:cubicBezTo>
                <a:cubicBezTo>
                  <a:pt x="216283" y="39904"/>
                  <a:pt x="229789" y="49003"/>
                  <a:pt x="241274" y="60506"/>
                </a:cubicBezTo>
                <a:cubicBezTo>
                  <a:pt x="252758" y="71991"/>
                  <a:pt x="261857" y="85496"/>
                  <a:pt x="268559" y="101023"/>
                </a:cubicBezTo>
                <a:cubicBezTo>
                  <a:pt x="275262" y="116549"/>
                  <a:pt x="278618" y="133173"/>
                  <a:pt x="278618" y="150876"/>
                </a:cubicBezTo>
                <a:cubicBezTo>
                  <a:pt x="278618" y="168378"/>
                  <a:pt x="275262" y="184883"/>
                  <a:pt x="268559" y="200418"/>
                </a:cubicBezTo>
                <a:cubicBezTo>
                  <a:pt x="261857" y="215945"/>
                  <a:pt x="252758" y="229496"/>
                  <a:pt x="241274" y="241091"/>
                </a:cubicBezTo>
                <a:cubicBezTo>
                  <a:pt x="229770" y="252676"/>
                  <a:pt x="216265" y="261811"/>
                  <a:pt x="200757" y="268495"/>
                </a:cubicBezTo>
                <a:cubicBezTo>
                  <a:pt x="185248" y="275180"/>
                  <a:pt x="168643" y="278526"/>
                  <a:pt x="150940" y="278526"/>
                </a:cubicBezTo>
                <a:close/>
                <a:moveTo>
                  <a:pt x="150876" y="257084"/>
                </a:moveTo>
                <a:cubicBezTo>
                  <a:pt x="180420" y="257084"/>
                  <a:pt x="205502" y="246733"/>
                  <a:pt x="226122" y="226031"/>
                </a:cubicBezTo>
                <a:cubicBezTo>
                  <a:pt x="246742" y="205329"/>
                  <a:pt x="257056" y="180274"/>
                  <a:pt x="257056" y="150876"/>
                </a:cubicBezTo>
                <a:cubicBezTo>
                  <a:pt x="257056" y="121332"/>
                  <a:pt x="246742" y="96250"/>
                  <a:pt x="226122" y="75630"/>
                </a:cubicBezTo>
                <a:cubicBezTo>
                  <a:pt x="205502" y="55010"/>
                  <a:pt x="180402" y="44696"/>
                  <a:pt x="150812" y="44696"/>
                </a:cubicBezTo>
                <a:cubicBezTo>
                  <a:pt x="121432" y="44696"/>
                  <a:pt x="96405" y="55010"/>
                  <a:pt x="75721" y="75630"/>
                </a:cubicBezTo>
                <a:cubicBezTo>
                  <a:pt x="55019" y="96250"/>
                  <a:pt x="44668" y="121350"/>
                  <a:pt x="44668" y="150940"/>
                </a:cubicBezTo>
                <a:cubicBezTo>
                  <a:pt x="44668" y="180320"/>
                  <a:pt x="55019" y="205347"/>
                  <a:pt x="75721" y="226031"/>
                </a:cubicBezTo>
                <a:cubicBezTo>
                  <a:pt x="96423" y="246733"/>
                  <a:pt x="121478" y="257084"/>
                  <a:pt x="150876" y="25708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00" name="圖示 警示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9517" y="265011"/>
                </a:moveTo>
                <a:cubicBezTo>
                  <a:pt x="27377" y="265011"/>
                  <a:pt x="25530" y="264518"/>
                  <a:pt x="23985" y="263530"/>
                </a:cubicBezTo>
                <a:cubicBezTo>
                  <a:pt x="22412" y="262543"/>
                  <a:pt x="21168" y="261244"/>
                  <a:pt x="20245" y="259635"/>
                </a:cubicBezTo>
                <a:cubicBezTo>
                  <a:pt x="19303" y="258016"/>
                  <a:pt x="18773" y="256297"/>
                  <a:pt x="18672" y="254478"/>
                </a:cubicBezTo>
                <a:cubicBezTo>
                  <a:pt x="18562" y="252658"/>
                  <a:pt x="19093" y="250783"/>
                  <a:pt x="20245" y="248854"/>
                </a:cubicBezTo>
                <a:lnTo>
                  <a:pt x="141577" y="39292"/>
                </a:lnTo>
                <a:cubicBezTo>
                  <a:pt x="142729" y="37408"/>
                  <a:pt x="144100" y="36055"/>
                  <a:pt x="145691" y="35232"/>
                </a:cubicBezTo>
                <a:cubicBezTo>
                  <a:pt x="147282" y="34400"/>
                  <a:pt x="149011" y="33979"/>
                  <a:pt x="150876" y="33979"/>
                </a:cubicBezTo>
                <a:cubicBezTo>
                  <a:pt x="152741" y="33979"/>
                  <a:pt x="154470" y="34400"/>
                  <a:pt x="156061" y="35232"/>
                </a:cubicBezTo>
                <a:cubicBezTo>
                  <a:pt x="157652" y="36073"/>
                  <a:pt x="159023" y="37426"/>
                  <a:pt x="160185" y="39292"/>
                </a:cubicBezTo>
                <a:lnTo>
                  <a:pt x="281544" y="248817"/>
                </a:lnTo>
                <a:cubicBezTo>
                  <a:pt x="282696" y="250747"/>
                  <a:pt x="283217" y="252621"/>
                  <a:pt x="283117" y="254450"/>
                </a:cubicBezTo>
                <a:cubicBezTo>
                  <a:pt x="283007" y="256270"/>
                  <a:pt x="282486" y="257989"/>
                  <a:pt x="281544" y="259598"/>
                </a:cubicBezTo>
                <a:cubicBezTo>
                  <a:pt x="280602" y="261217"/>
                  <a:pt x="279349" y="262515"/>
                  <a:pt x="277804" y="263503"/>
                </a:cubicBezTo>
                <a:cubicBezTo>
                  <a:pt x="276249" y="264481"/>
                  <a:pt x="274402" y="264975"/>
                  <a:pt x="272272" y="264975"/>
                </a:cubicBezTo>
                <a:lnTo>
                  <a:pt x="29517" y="264975"/>
                </a:lnTo>
                <a:close/>
                <a:moveTo>
                  <a:pt x="46680" y="244355"/>
                </a:moveTo>
                <a:lnTo>
                  <a:pt x="255044" y="244355"/>
                </a:lnTo>
                <a:lnTo>
                  <a:pt x="150876" y="64438"/>
                </a:lnTo>
                <a:lnTo>
                  <a:pt x="46680" y="244355"/>
                </a:lnTo>
                <a:close/>
                <a:moveTo>
                  <a:pt x="159078" y="224330"/>
                </a:moveTo>
                <a:cubicBezTo>
                  <a:pt x="160944" y="222464"/>
                  <a:pt x="161876" y="220151"/>
                  <a:pt x="161876" y="217389"/>
                </a:cubicBezTo>
                <a:cubicBezTo>
                  <a:pt x="161876" y="214619"/>
                  <a:pt x="160944" y="212315"/>
                  <a:pt x="159078" y="210477"/>
                </a:cubicBezTo>
                <a:cubicBezTo>
                  <a:pt x="157213" y="208630"/>
                  <a:pt x="154899" y="207715"/>
                  <a:pt x="152138" y="207733"/>
                </a:cubicBezTo>
                <a:cubicBezTo>
                  <a:pt x="149367" y="207733"/>
                  <a:pt x="147054" y="208648"/>
                  <a:pt x="145188" y="210477"/>
                </a:cubicBezTo>
                <a:cubicBezTo>
                  <a:pt x="143323" y="212296"/>
                  <a:pt x="142390" y="214601"/>
                  <a:pt x="142390" y="217389"/>
                </a:cubicBezTo>
                <a:cubicBezTo>
                  <a:pt x="142390" y="220151"/>
                  <a:pt x="143323" y="222464"/>
                  <a:pt x="145188" y="224330"/>
                </a:cubicBezTo>
                <a:cubicBezTo>
                  <a:pt x="147054" y="226195"/>
                  <a:pt x="149367" y="227128"/>
                  <a:pt x="152138" y="227128"/>
                </a:cubicBezTo>
                <a:cubicBezTo>
                  <a:pt x="154899" y="227128"/>
                  <a:pt x="157213" y="226195"/>
                  <a:pt x="159078" y="224330"/>
                </a:cubicBezTo>
                <a:close/>
                <a:moveTo>
                  <a:pt x="158895" y="189692"/>
                </a:moveTo>
                <a:cubicBezTo>
                  <a:pt x="160669" y="187918"/>
                  <a:pt x="161565" y="185660"/>
                  <a:pt x="161565" y="182935"/>
                </a:cubicBezTo>
                <a:lnTo>
                  <a:pt x="161565" y="131984"/>
                </a:lnTo>
                <a:cubicBezTo>
                  <a:pt x="161565" y="129260"/>
                  <a:pt x="160669" y="127010"/>
                  <a:pt x="158895" y="125227"/>
                </a:cubicBezTo>
                <a:cubicBezTo>
                  <a:pt x="157112" y="123444"/>
                  <a:pt x="154854" y="122557"/>
                  <a:pt x="152138" y="122557"/>
                </a:cubicBezTo>
                <a:cubicBezTo>
                  <a:pt x="149413" y="122557"/>
                  <a:pt x="147154" y="123444"/>
                  <a:pt x="145371" y="125227"/>
                </a:cubicBezTo>
                <a:cubicBezTo>
                  <a:pt x="143597" y="127010"/>
                  <a:pt x="142701" y="129260"/>
                  <a:pt x="142701" y="131984"/>
                </a:cubicBezTo>
                <a:lnTo>
                  <a:pt x="142701" y="182935"/>
                </a:lnTo>
                <a:cubicBezTo>
                  <a:pt x="142701" y="185660"/>
                  <a:pt x="143597" y="187918"/>
                  <a:pt x="145371" y="189692"/>
                </a:cubicBezTo>
                <a:cubicBezTo>
                  <a:pt x="147154" y="191475"/>
                  <a:pt x="149413" y="192371"/>
                  <a:pt x="152138" y="192371"/>
                </a:cubicBezTo>
                <a:cubicBezTo>
                  <a:pt x="154854" y="192371"/>
                  <a:pt x="157112" y="191475"/>
                  <a:pt x="158895" y="189692"/>
                </a:cubicBezTo>
                <a:close/>
                <a:moveTo>
                  <a:pt x="150876" y="15439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02" name="圖示 異常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453" y="212232"/>
                </a:moveTo>
                <a:cubicBezTo>
                  <a:pt x="161739" y="209974"/>
                  <a:pt x="162882" y="207121"/>
                  <a:pt x="162882" y="203683"/>
                </a:cubicBezTo>
                <a:cubicBezTo>
                  <a:pt x="162882" y="200244"/>
                  <a:pt x="161739" y="197364"/>
                  <a:pt x="159453" y="195042"/>
                </a:cubicBezTo>
                <a:cubicBezTo>
                  <a:pt x="157176" y="192710"/>
                  <a:pt x="154314" y="191549"/>
                  <a:pt x="150876" y="191549"/>
                </a:cubicBezTo>
                <a:cubicBezTo>
                  <a:pt x="147420" y="191549"/>
                  <a:pt x="144548" y="192701"/>
                  <a:pt x="142262" y="195005"/>
                </a:cubicBezTo>
                <a:cubicBezTo>
                  <a:pt x="139976" y="197309"/>
                  <a:pt x="138833" y="200190"/>
                  <a:pt x="138833" y="203655"/>
                </a:cubicBezTo>
                <a:cubicBezTo>
                  <a:pt x="138833" y="207112"/>
                  <a:pt x="139976" y="209955"/>
                  <a:pt x="142262" y="212205"/>
                </a:cubicBezTo>
                <a:cubicBezTo>
                  <a:pt x="144548" y="214463"/>
                  <a:pt x="147410" y="215597"/>
                  <a:pt x="150849" y="215597"/>
                </a:cubicBezTo>
                <a:cubicBezTo>
                  <a:pt x="154305" y="215597"/>
                  <a:pt x="157176" y="214473"/>
                  <a:pt x="159453" y="212232"/>
                </a:cubicBezTo>
                <a:close/>
                <a:moveTo>
                  <a:pt x="159453" y="162635"/>
                </a:moveTo>
                <a:cubicBezTo>
                  <a:pt x="161492" y="160578"/>
                  <a:pt x="162507" y="158036"/>
                  <a:pt x="162507" y="154991"/>
                </a:cubicBezTo>
                <a:lnTo>
                  <a:pt x="162507" y="95619"/>
                </a:lnTo>
                <a:cubicBezTo>
                  <a:pt x="162507" y="92601"/>
                  <a:pt x="161465" y="90050"/>
                  <a:pt x="159398" y="87984"/>
                </a:cubicBezTo>
                <a:cubicBezTo>
                  <a:pt x="157323" y="85926"/>
                  <a:pt x="154762" y="84902"/>
                  <a:pt x="151726" y="84902"/>
                </a:cubicBezTo>
                <a:cubicBezTo>
                  <a:pt x="148691" y="84902"/>
                  <a:pt x="146149" y="85926"/>
                  <a:pt x="144119" y="87984"/>
                </a:cubicBezTo>
                <a:cubicBezTo>
                  <a:pt x="142089" y="90032"/>
                  <a:pt x="141074" y="92583"/>
                  <a:pt x="141074" y="95619"/>
                </a:cubicBezTo>
                <a:lnTo>
                  <a:pt x="141074" y="154991"/>
                </a:lnTo>
                <a:cubicBezTo>
                  <a:pt x="141074" y="158008"/>
                  <a:pt x="142107" y="160559"/>
                  <a:pt x="144183" y="162635"/>
                </a:cubicBezTo>
                <a:cubicBezTo>
                  <a:pt x="146258" y="164683"/>
                  <a:pt x="148809" y="165717"/>
                  <a:pt x="151854" y="165717"/>
                </a:cubicBezTo>
                <a:cubicBezTo>
                  <a:pt x="154890" y="165717"/>
                  <a:pt x="157423" y="164683"/>
                  <a:pt x="159453" y="162635"/>
                </a:cubicBezTo>
                <a:close/>
                <a:moveTo>
                  <a:pt x="150940" y="278490"/>
                </a:moveTo>
                <a:cubicBezTo>
                  <a:pt x="133292" y="278490"/>
                  <a:pt x="116741" y="275152"/>
                  <a:pt x="101279" y="268468"/>
                </a:cubicBezTo>
                <a:cubicBezTo>
                  <a:pt x="85807" y="261784"/>
                  <a:pt x="72274" y="252640"/>
                  <a:pt x="60661" y="241054"/>
                </a:cubicBezTo>
                <a:cubicBezTo>
                  <a:pt x="49076" y="229469"/>
                  <a:pt x="39941" y="215926"/>
                  <a:pt x="33257" y="200446"/>
                </a:cubicBezTo>
                <a:cubicBezTo>
                  <a:pt x="26572" y="184956"/>
                  <a:pt x="23226" y="168387"/>
                  <a:pt x="23226" y="150721"/>
                </a:cubicBezTo>
                <a:cubicBezTo>
                  <a:pt x="23226" y="133054"/>
                  <a:pt x="26572" y="116476"/>
                  <a:pt x="33257" y="100995"/>
                </a:cubicBezTo>
                <a:cubicBezTo>
                  <a:pt x="39941" y="85506"/>
                  <a:pt x="49076" y="72018"/>
                  <a:pt x="60661" y="60542"/>
                </a:cubicBezTo>
                <a:cubicBezTo>
                  <a:pt x="72256" y="49058"/>
                  <a:pt x="85789" y="39959"/>
                  <a:pt x="101279" y="33257"/>
                </a:cubicBezTo>
                <a:cubicBezTo>
                  <a:pt x="116760" y="26554"/>
                  <a:pt x="133338" y="23198"/>
                  <a:pt x="151004" y="23198"/>
                </a:cubicBezTo>
                <a:cubicBezTo>
                  <a:pt x="168670" y="23198"/>
                  <a:pt x="185239" y="26554"/>
                  <a:pt x="200729" y="33257"/>
                </a:cubicBezTo>
                <a:cubicBezTo>
                  <a:pt x="216210" y="39959"/>
                  <a:pt x="229697" y="49058"/>
                  <a:pt x="241182" y="60542"/>
                </a:cubicBezTo>
                <a:cubicBezTo>
                  <a:pt x="252667" y="72018"/>
                  <a:pt x="261756" y="85524"/>
                  <a:pt x="268468" y="101059"/>
                </a:cubicBezTo>
                <a:cubicBezTo>
                  <a:pt x="275170" y="116586"/>
                  <a:pt x="278526" y="133155"/>
                  <a:pt x="278526" y="150785"/>
                </a:cubicBezTo>
                <a:cubicBezTo>
                  <a:pt x="278526" y="168423"/>
                  <a:pt x="275170" y="184983"/>
                  <a:pt x="268468" y="200446"/>
                </a:cubicBezTo>
                <a:cubicBezTo>
                  <a:pt x="261756" y="215908"/>
                  <a:pt x="252667" y="229423"/>
                  <a:pt x="241182" y="240990"/>
                </a:cubicBezTo>
                <a:cubicBezTo>
                  <a:pt x="229697" y="252539"/>
                  <a:pt x="216192" y="261674"/>
                  <a:pt x="200665" y="268404"/>
                </a:cubicBezTo>
                <a:cubicBezTo>
                  <a:pt x="185139" y="275125"/>
                  <a:pt x="168560" y="278490"/>
                  <a:pt x="150940" y="278490"/>
                </a:cubicBezTo>
                <a:close/>
                <a:moveTo>
                  <a:pt x="151004" y="257084"/>
                </a:moveTo>
                <a:cubicBezTo>
                  <a:pt x="180448" y="257084"/>
                  <a:pt x="205475" y="246733"/>
                  <a:pt x="226095" y="226031"/>
                </a:cubicBezTo>
                <a:cubicBezTo>
                  <a:pt x="246714" y="205329"/>
                  <a:pt x="257020" y="180219"/>
                  <a:pt x="257020" y="150721"/>
                </a:cubicBezTo>
                <a:cubicBezTo>
                  <a:pt x="257020" y="121277"/>
                  <a:pt x="246733" y="96250"/>
                  <a:pt x="226159" y="75630"/>
                </a:cubicBezTo>
                <a:cubicBezTo>
                  <a:pt x="205575" y="55010"/>
                  <a:pt x="180475" y="44696"/>
                  <a:pt x="150849" y="44696"/>
                </a:cubicBezTo>
                <a:cubicBezTo>
                  <a:pt x="121441" y="44696"/>
                  <a:pt x="96396" y="54983"/>
                  <a:pt x="75685" y="75566"/>
                </a:cubicBezTo>
                <a:cubicBezTo>
                  <a:pt x="54983" y="96140"/>
                  <a:pt x="44632" y="121249"/>
                  <a:pt x="44632" y="150876"/>
                </a:cubicBezTo>
                <a:cubicBezTo>
                  <a:pt x="44632" y="180274"/>
                  <a:pt x="54983" y="205329"/>
                  <a:pt x="75685" y="226031"/>
                </a:cubicBezTo>
                <a:cubicBezTo>
                  <a:pt x="96396" y="246733"/>
                  <a:pt x="121496" y="257084"/>
                  <a:pt x="151004" y="25708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04" name="圖示 資訊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142" y="211601"/>
                </a:moveTo>
                <a:cubicBezTo>
                  <a:pt x="161090" y="209635"/>
                  <a:pt x="162068" y="207194"/>
                  <a:pt x="162068" y="204277"/>
                </a:cubicBezTo>
                <a:lnTo>
                  <a:pt x="162068" y="148517"/>
                </a:lnTo>
                <a:cubicBezTo>
                  <a:pt x="162068" y="145609"/>
                  <a:pt x="161072" y="143168"/>
                  <a:pt x="159078" y="141193"/>
                </a:cubicBezTo>
                <a:cubicBezTo>
                  <a:pt x="157085" y="139227"/>
                  <a:pt x="154652" y="138239"/>
                  <a:pt x="151754" y="138239"/>
                </a:cubicBezTo>
                <a:cubicBezTo>
                  <a:pt x="148864" y="138239"/>
                  <a:pt x="146432" y="139227"/>
                  <a:pt x="144466" y="141193"/>
                </a:cubicBezTo>
                <a:cubicBezTo>
                  <a:pt x="142518" y="143168"/>
                  <a:pt x="141540" y="145609"/>
                  <a:pt x="141540" y="148517"/>
                </a:cubicBezTo>
                <a:lnTo>
                  <a:pt x="141540" y="204314"/>
                </a:lnTo>
                <a:cubicBezTo>
                  <a:pt x="141540" y="207221"/>
                  <a:pt x="142537" y="209663"/>
                  <a:pt x="144530" y="211638"/>
                </a:cubicBezTo>
                <a:cubicBezTo>
                  <a:pt x="146514" y="213604"/>
                  <a:pt x="148956" y="214591"/>
                  <a:pt x="151854" y="214591"/>
                </a:cubicBezTo>
                <a:cubicBezTo>
                  <a:pt x="154744" y="214591"/>
                  <a:pt x="157176" y="213604"/>
                  <a:pt x="159142" y="211638"/>
                </a:cubicBezTo>
                <a:close/>
                <a:moveTo>
                  <a:pt x="159051" y="112938"/>
                </a:moveTo>
                <a:cubicBezTo>
                  <a:pt x="161273" y="110798"/>
                  <a:pt x="162379" y="108137"/>
                  <a:pt x="162379" y="104955"/>
                </a:cubicBezTo>
                <a:cubicBezTo>
                  <a:pt x="162379" y="101562"/>
                  <a:pt x="161282" y="98737"/>
                  <a:pt x="159078" y="96497"/>
                </a:cubicBezTo>
                <a:cubicBezTo>
                  <a:pt x="156884" y="94256"/>
                  <a:pt x="154150" y="93132"/>
                  <a:pt x="150876" y="93132"/>
                </a:cubicBezTo>
                <a:cubicBezTo>
                  <a:pt x="147566" y="93132"/>
                  <a:pt x="144823" y="94256"/>
                  <a:pt x="142637" y="96497"/>
                </a:cubicBezTo>
                <a:cubicBezTo>
                  <a:pt x="140461" y="98737"/>
                  <a:pt x="139373" y="101544"/>
                  <a:pt x="139373" y="104918"/>
                </a:cubicBezTo>
                <a:cubicBezTo>
                  <a:pt x="139373" y="108128"/>
                  <a:pt x="140479" y="110798"/>
                  <a:pt x="142701" y="112938"/>
                </a:cubicBezTo>
                <a:cubicBezTo>
                  <a:pt x="144923" y="115077"/>
                  <a:pt x="147648" y="116147"/>
                  <a:pt x="150876" y="116147"/>
                </a:cubicBezTo>
                <a:cubicBezTo>
                  <a:pt x="154104" y="116147"/>
                  <a:pt x="156829" y="115077"/>
                  <a:pt x="159051" y="112938"/>
                </a:cubicBezTo>
                <a:close/>
                <a:moveTo>
                  <a:pt x="150967" y="278490"/>
                </a:moveTo>
                <a:cubicBezTo>
                  <a:pt x="133329" y="278490"/>
                  <a:pt x="116769" y="275152"/>
                  <a:pt x="101306" y="268468"/>
                </a:cubicBezTo>
                <a:cubicBezTo>
                  <a:pt x="85844" y="261784"/>
                  <a:pt x="72302" y="252640"/>
                  <a:pt x="60698" y="241054"/>
                </a:cubicBezTo>
                <a:cubicBezTo>
                  <a:pt x="49112" y="229469"/>
                  <a:pt x="39968" y="215926"/>
                  <a:pt x="33284" y="200446"/>
                </a:cubicBezTo>
                <a:cubicBezTo>
                  <a:pt x="26600" y="184956"/>
                  <a:pt x="23262" y="168387"/>
                  <a:pt x="23262" y="150721"/>
                </a:cubicBezTo>
                <a:cubicBezTo>
                  <a:pt x="23262" y="133054"/>
                  <a:pt x="26600" y="116476"/>
                  <a:pt x="33284" y="100995"/>
                </a:cubicBezTo>
                <a:cubicBezTo>
                  <a:pt x="39968" y="85506"/>
                  <a:pt x="49112" y="72018"/>
                  <a:pt x="60698" y="60542"/>
                </a:cubicBezTo>
                <a:cubicBezTo>
                  <a:pt x="72283" y="49058"/>
                  <a:pt x="85826" y="39959"/>
                  <a:pt x="101306" y="33257"/>
                </a:cubicBezTo>
                <a:cubicBezTo>
                  <a:pt x="116796" y="26554"/>
                  <a:pt x="133365" y="23198"/>
                  <a:pt x="151031" y="23198"/>
                </a:cubicBezTo>
                <a:cubicBezTo>
                  <a:pt x="168698" y="23198"/>
                  <a:pt x="185285" y="26554"/>
                  <a:pt x="200793" y="33257"/>
                </a:cubicBezTo>
                <a:cubicBezTo>
                  <a:pt x="216274" y="39959"/>
                  <a:pt x="229770" y="49058"/>
                  <a:pt x="241274" y="60542"/>
                </a:cubicBezTo>
                <a:cubicBezTo>
                  <a:pt x="252758" y="72018"/>
                  <a:pt x="261857" y="85524"/>
                  <a:pt x="268559" y="101059"/>
                </a:cubicBezTo>
                <a:cubicBezTo>
                  <a:pt x="275262" y="116586"/>
                  <a:pt x="278618" y="133173"/>
                  <a:pt x="278618" y="150812"/>
                </a:cubicBezTo>
                <a:cubicBezTo>
                  <a:pt x="278618" y="168460"/>
                  <a:pt x="275262" y="185020"/>
                  <a:pt x="268559" y="200510"/>
                </a:cubicBezTo>
                <a:cubicBezTo>
                  <a:pt x="261857" y="215972"/>
                  <a:pt x="252758" y="229478"/>
                  <a:pt x="241274" y="241027"/>
                </a:cubicBezTo>
                <a:cubicBezTo>
                  <a:pt x="229789" y="252566"/>
                  <a:pt x="216283" y="261710"/>
                  <a:pt x="200757" y="268431"/>
                </a:cubicBezTo>
                <a:cubicBezTo>
                  <a:pt x="185212" y="275143"/>
                  <a:pt x="168615" y="278490"/>
                  <a:pt x="150967" y="278490"/>
                </a:cubicBezTo>
                <a:close/>
                <a:moveTo>
                  <a:pt x="151031" y="257084"/>
                </a:moveTo>
                <a:cubicBezTo>
                  <a:pt x="180475" y="257084"/>
                  <a:pt x="205502" y="246733"/>
                  <a:pt x="226122" y="226031"/>
                </a:cubicBezTo>
                <a:cubicBezTo>
                  <a:pt x="246742" y="205329"/>
                  <a:pt x="257056" y="180219"/>
                  <a:pt x="257056" y="150721"/>
                </a:cubicBezTo>
                <a:cubicBezTo>
                  <a:pt x="257056" y="121277"/>
                  <a:pt x="246769" y="96250"/>
                  <a:pt x="226186" y="75630"/>
                </a:cubicBezTo>
                <a:cubicBezTo>
                  <a:pt x="205612" y="55010"/>
                  <a:pt x="180484" y="44696"/>
                  <a:pt x="150812" y="44696"/>
                </a:cubicBezTo>
                <a:cubicBezTo>
                  <a:pt x="121432" y="44696"/>
                  <a:pt x="96405" y="54983"/>
                  <a:pt x="75721" y="75566"/>
                </a:cubicBezTo>
                <a:cubicBezTo>
                  <a:pt x="55019" y="96140"/>
                  <a:pt x="44668" y="121268"/>
                  <a:pt x="44668" y="150940"/>
                </a:cubicBezTo>
                <a:cubicBezTo>
                  <a:pt x="44668" y="180320"/>
                  <a:pt x="55019" y="205347"/>
                  <a:pt x="75721" y="226031"/>
                </a:cubicBezTo>
                <a:cubicBezTo>
                  <a:pt x="96423" y="246733"/>
                  <a:pt x="121533" y="257084"/>
                  <a:pt x="151031" y="25708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06" name="圖示 問題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843" y="220407"/>
                </a:moveTo>
                <a:cubicBezTo>
                  <a:pt x="163294" y="217956"/>
                  <a:pt x="164519" y="214985"/>
                  <a:pt x="164519" y="211510"/>
                </a:cubicBezTo>
                <a:cubicBezTo>
                  <a:pt x="164519" y="208035"/>
                  <a:pt x="163294" y="205072"/>
                  <a:pt x="160843" y="202649"/>
                </a:cubicBezTo>
                <a:cubicBezTo>
                  <a:pt x="158365" y="200217"/>
                  <a:pt x="155402" y="199001"/>
                  <a:pt x="151946" y="199001"/>
                </a:cubicBezTo>
                <a:cubicBezTo>
                  <a:pt x="148462" y="199001"/>
                  <a:pt x="145508" y="200217"/>
                  <a:pt x="143085" y="202649"/>
                </a:cubicBezTo>
                <a:cubicBezTo>
                  <a:pt x="140653" y="205072"/>
                  <a:pt x="139437" y="208035"/>
                  <a:pt x="139437" y="211510"/>
                </a:cubicBezTo>
                <a:cubicBezTo>
                  <a:pt x="139437" y="214985"/>
                  <a:pt x="140653" y="217956"/>
                  <a:pt x="143085" y="220407"/>
                </a:cubicBezTo>
                <a:cubicBezTo>
                  <a:pt x="145536" y="222876"/>
                  <a:pt x="148489" y="224110"/>
                  <a:pt x="151946" y="224110"/>
                </a:cubicBezTo>
                <a:cubicBezTo>
                  <a:pt x="155421" y="224110"/>
                  <a:pt x="158392" y="222876"/>
                  <a:pt x="160843" y="220407"/>
                </a:cubicBezTo>
                <a:close/>
                <a:moveTo>
                  <a:pt x="150967" y="278490"/>
                </a:moveTo>
                <a:cubicBezTo>
                  <a:pt x="133329" y="278490"/>
                  <a:pt x="116769" y="275152"/>
                  <a:pt x="101306" y="268468"/>
                </a:cubicBezTo>
                <a:cubicBezTo>
                  <a:pt x="85844" y="261784"/>
                  <a:pt x="72302" y="252640"/>
                  <a:pt x="60698" y="241054"/>
                </a:cubicBezTo>
                <a:cubicBezTo>
                  <a:pt x="49112" y="229469"/>
                  <a:pt x="39968" y="215926"/>
                  <a:pt x="33284" y="200446"/>
                </a:cubicBezTo>
                <a:cubicBezTo>
                  <a:pt x="26600" y="184956"/>
                  <a:pt x="23262" y="168387"/>
                  <a:pt x="23262" y="150721"/>
                </a:cubicBezTo>
                <a:cubicBezTo>
                  <a:pt x="23262" y="133054"/>
                  <a:pt x="26600" y="116476"/>
                  <a:pt x="33284" y="100995"/>
                </a:cubicBezTo>
                <a:cubicBezTo>
                  <a:pt x="39968" y="85506"/>
                  <a:pt x="49112" y="72018"/>
                  <a:pt x="60698" y="60542"/>
                </a:cubicBezTo>
                <a:cubicBezTo>
                  <a:pt x="72283" y="49058"/>
                  <a:pt x="85826" y="39959"/>
                  <a:pt x="101306" y="33257"/>
                </a:cubicBezTo>
                <a:cubicBezTo>
                  <a:pt x="116796" y="26554"/>
                  <a:pt x="133365" y="23198"/>
                  <a:pt x="151031" y="23198"/>
                </a:cubicBezTo>
                <a:cubicBezTo>
                  <a:pt x="168698" y="23198"/>
                  <a:pt x="185285" y="26554"/>
                  <a:pt x="200793" y="33257"/>
                </a:cubicBezTo>
                <a:cubicBezTo>
                  <a:pt x="216274" y="39959"/>
                  <a:pt x="229770" y="49058"/>
                  <a:pt x="241274" y="60542"/>
                </a:cubicBezTo>
                <a:cubicBezTo>
                  <a:pt x="252758" y="72018"/>
                  <a:pt x="261857" y="85524"/>
                  <a:pt x="268559" y="101059"/>
                </a:cubicBezTo>
                <a:cubicBezTo>
                  <a:pt x="275262" y="116586"/>
                  <a:pt x="278618" y="133173"/>
                  <a:pt x="278618" y="150812"/>
                </a:cubicBezTo>
                <a:cubicBezTo>
                  <a:pt x="278618" y="168460"/>
                  <a:pt x="275262" y="185020"/>
                  <a:pt x="268559" y="200510"/>
                </a:cubicBezTo>
                <a:cubicBezTo>
                  <a:pt x="261857" y="215972"/>
                  <a:pt x="252758" y="229478"/>
                  <a:pt x="241274" y="241027"/>
                </a:cubicBezTo>
                <a:cubicBezTo>
                  <a:pt x="229789" y="252566"/>
                  <a:pt x="216283" y="261710"/>
                  <a:pt x="200757" y="268431"/>
                </a:cubicBezTo>
                <a:cubicBezTo>
                  <a:pt x="185212" y="275143"/>
                  <a:pt x="168615" y="278490"/>
                  <a:pt x="150967" y="278490"/>
                </a:cubicBezTo>
                <a:close/>
                <a:moveTo>
                  <a:pt x="151031" y="257084"/>
                </a:moveTo>
                <a:cubicBezTo>
                  <a:pt x="180475" y="257084"/>
                  <a:pt x="205502" y="246733"/>
                  <a:pt x="226122" y="226031"/>
                </a:cubicBezTo>
                <a:cubicBezTo>
                  <a:pt x="246742" y="205329"/>
                  <a:pt x="257056" y="180219"/>
                  <a:pt x="257056" y="150721"/>
                </a:cubicBezTo>
                <a:cubicBezTo>
                  <a:pt x="257056" y="121277"/>
                  <a:pt x="246769" y="96250"/>
                  <a:pt x="226186" y="75630"/>
                </a:cubicBezTo>
                <a:cubicBezTo>
                  <a:pt x="205612" y="55010"/>
                  <a:pt x="180484" y="44696"/>
                  <a:pt x="150812" y="44696"/>
                </a:cubicBezTo>
                <a:cubicBezTo>
                  <a:pt x="121432" y="44696"/>
                  <a:pt x="96405" y="54983"/>
                  <a:pt x="75721" y="75566"/>
                </a:cubicBezTo>
                <a:cubicBezTo>
                  <a:pt x="55019" y="96140"/>
                  <a:pt x="44668" y="121268"/>
                  <a:pt x="44668" y="150940"/>
                </a:cubicBezTo>
                <a:cubicBezTo>
                  <a:pt x="44668" y="180320"/>
                  <a:pt x="55019" y="205347"/>
                  <a:pt x="75721" y="226031"/>
                </a:cubicBezTo>
                <a:cubicBezTo>
                  <a:pt x="96423" y="246733"/>
                  <a:pt x="121533" y="257084"/>
                  <a:pt x="151031" y="257084"/>
                </a:cubicBezTo>
                <a:close/>
                <a:moveTo>
                  <a:pt x="150876" y="150876"/>
                </a:moveTo>
                <a:close/>
                <a:moveTo>
                  <a:pt x="151598" y="95491"/>
                </a:moveTo>
                <a:cubicBezTo>
                  <a:pt x="157633" y="95491"/>
                  <a:pt x="162946" y="97356"/>
                  <a:pt x="167536" y="101087"/>
                </a:cubicBezTo>
                <a:cubicBezTo>
                  <a:pt x="172127" y="104818"/>
                  <a:pt x="174422" y="109545"/>
                  <a:pt x="174422" y="115260"/>
                </a:cubicBezTo>
                <a:cubicBezTo>
                  <a:pt x="174422" y="120582"/>
                  <a:pt x="172840" y="125227"/>
                  <a:pt x="169676" y="129186"/>
                </a:cubicBezTo>
                <a:cubicBezTo>
                  <a:pt x="166512" y="133146"/>
                  <a:pt x="162946" y="136822"/>
                  <a:pt x="158987" y="140223"/>
                </a:cubicBezTo>
                <a:cubicBezTo>
                  <a:pt x="154168" y="144247"/>
                  <a:pt x="149962" y="148727"/>
                  <a:pt x="146377" y="153674"/>
                </a:cubicBezTo>
                <a:cubicBezTo>
                  <a:pt x="142802" y="158621"/>
                  <a:pt x="141010" y="164144"/>
                  <a:pt x="141010" y="170234"/>
                </a:cubicBezTo>
                <a:cubicBezTo>
                  <a:pt x="141010" y="172666"/>
                  <a:pt x="141942" y="174605"/>
                  <a:pt x="143808" y="176049"/>
                </a:cubicBezTo>
                <a:cubicBezTo>
                  <a:pt x="145673" y="177503"/>
                  <a:pt x="147849" y="178226"/>
                  <a:pt x="150346" y="178226"/>
                </a:cubicBezTo>
                <a:cubicBezTo>
                  <a:pt x="153007" y="178226"/>
                  <a:pt x="155229" y="177330"/>
                  <a:pt x="157002" y="175547"/>
                </a:cubicBezTo>
                <a:cubicBezTo>
                  <a:pt x="158786" y="173773"/>
                  <a:pt x="159983" y="171578"/>
                  <a:pt x="160587" y="168981"/>
                </a:cubicBezTo>
                <a:cubicBezTo>
                  <a:pt x="161264" y="164729"/>
                  <a:pt x="162891" y="160880"/>
                  <a:pt x="165488" y="157441"/>
                </a:cubicBezTo>
                <a:cubicBezTo>
                  <a:pt x="168094" y="154012"/>
                  <a:pt x="171148" y="150894"/>
                  <a:pt x="174669" y="148115"/>
                </a:cubicBezTo>
                <a:cubicBezTo>
                  <a:pt x="179808" y="143917"/>
                  <a:pt x="184023" y="138971"/>
                  <a:pt x="187342" y="133274"/>
                </a:cubicBezTo>
                <a:cubicBezTo>
                  <a:pt x="190652" y="127550"/>
                  <a:pt x="192307" y="121423"/>
                  <a:pt x="192307" y="114885"/>
                </a:cubicBezTo>
                <a:cubicBezTo>
                  <a:pt x="192307" y="104260"/>
                  <a:pt x="188394" y="95381"/>
                  <a:pt x="180576" y="88230"/>
                </a:cubicBezTo>
                <a:cubicBezTo>
                  <a:pt x="172767" y="81089"/>
                  <a:pt x="163504" y="77514"/>
                  <a:pt x="152796" y="77514"/>
                </a:cubicBezTo>
                <a:cubicBezTo>
                  <a:pt x="145143" y="77514"/>
                  <a:pt x="137828" y="79123"/>
                  <a:pt x="130851" y="82351"/>
                </a:cubicBezTo>
                <a:cubicBezTo>
                  <a:pt x="123874" y="85579"/>
                  <a:pt x="118113" y="90270"/>
                  <a:pt x="113568" y="96433"/>
                </a:cubicBezTo>
                <a:cubicBezTo>
                  <a:pt x="112060" y="98636"/>
                  <a:pt x="111365" y="101014"/>
                  <a:pt x="111493" y="103574"/>
                </a:cubicBezTo>
                <a:cubicBezTo>
                  <a:pt x="111621" y="106125"/>
                  <a:pt x="112700" y="108192"/>
                  <a:pt x="114730" y="109765"/>
                </a:cubicBezTo>
                <a:cubicBezTo>
                  <a:pt x="117263" y="111484"/>
                  <a:pt x="119905" y="112014"/>
                  <a:pt x="122648" y="111365"/>
                </a:cubicBezTo>
                <a:cubicBezTo>
                  <a:pt x="125392" y="110716"/>
                  <a:pt x="127669" y="109189"/>
                  <a:pt x="129470" y="106774"/>
                </a:cubicBezTo>
                <a:cubicBezTo>
                  <a:pt x="132049" y="103236"/>
                  <a:pt x="135276" y="100465"/>
                  <a:pt x="139153" y="98481"/>
                </a:cubicBezTo>
                <a:cubicBezTo>
                  <a:pt x="143030" y="96506"/>
                  <a:pt x="147182" y="95527"/>
                  <a:pt x="151598" y="9552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08" name="圖示 緊急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7051"/>
                </a:moveTo>
                <a:cubicBezTo>
                  <a:pt x="144356" y="267051"/>
                  <a:pt x="138778" y="264728"/>
                  <a:pt x="134124" y="260074"/>
                </a:cubicBezTo>
                <a:cubicBezTo>
                  <a:pt x="129470" y="255419"/>
                  <a:pt x="127147" y="249814"/>
                  <a:pt x="127147" y="243258"/>
                </a:cubicBezTo>
                <a:cubicBezTo>
                  <a:pt x="127147" y="236720"/>
                  <a:pt x="129479" y="231133"/>
                  <a:pt x="134152" y="226506"/>
                </a:cubicBezTo>
                <a:cubicBezTo>
                  <a:pt x="138824" y="221870"/>
                  <a:pt x="144420" y="219557"/>
                  <a:pt x="150940" y="219557"/>
                </a:cubicBezTo>
                <a:cubicBezTo>
                  <a:pt x="157460" y="219557"/>
                  <a:pt x="163028" y="221879"/>
                  <a:pt x="167664" y="226533"/>
                </a:cubicBezTo>
                <a:cubicBezTo>
                  <a:pt x="172291" y="231188"/>
                  <a:pt x="174605" y="236793"/>
                  <a:pt x="174605" y="243349"/>
                </a:cubicBezTo>
                <a:cubicBezTo>
                  <a:pt x="174605" y="249887"/>
                  <a:pt x="172282" y="255474"/>
                  <a:pt x="167628" y="260101"/>
                </a:cubicBezTo>
                <a:cubicBezTo>
                  <a:pt x="162974" y="264737"/>
                  <a:pt x="157396" y="267051"/>
                  <a:pt x="150876" y="267051"/>
                </a:cubicBezTo>
                <a:close/>
                <a:moveTo>
                  <a:pt x="150876" y="188156"/>
                </a:moveTo>
                <a:cubicBezTo>
                  <a:pt x="144548" y="188156"/>
                  <a:pt x="139163" y="185925"/>
                  <a:pt x="134719" y="181463"/>
                </a:cubicBezTo>
                <a:cubicBezTo>
                  <a:pt x="130275" y="177000"/>
                  <a:pt x="128053" y="171615"/>
                  <a:pt x="128053" y="165305"/>
                </a:cubicBezTo>
                <a:lnTo>
                  <a:pt x="128053" y="57991"/>
                </a:lnTo>
                <a:cubicBezTo>
                  <a:pt x="128053" y="51682"/>
                  <a:pt x="130275" y="46287"/>
                  <a:pt x="134719" y="41806"/>
                </a:cubicBezTo>
                <a:cubicBezTo>
                  <a:pt x="139163" y="37317"/>
                  <a:pt x="144548" y="35076"/>
                  <a:pt x="150876" y="35076"/>
                </a:cubicBezTo>
                <a:cubicBezTo>
                  <a:pt x="157204" y="35076"/>
                  <a:pt x="162589" y="37317"/>
                  <a:pt x="167033" y="41806"/>
                </a:cubicBezTo>
                <a:cubicBezTo>
                  <a:pt x="171477" y="46287"/>
                  <a:pt x="173699" y="51682"/>
                  <a:pt x="173699" y="57991"/>
                </a:cubicBezTo>
                <a:lnTo>
                  <a:pt x="173699" y="165305"/>
                </a:lnTo>
                <a:cubicBezTo>
                  <a:pt x="173699" y="171615"/>
                  <a:pt x="171477" y="177000"/>
                  <a:pt x="167033" y="181463"/>
                </a:cubicBezTo>
                <a:cubicBezTo>
                  <a:pt x="162589" y="185925"/>
                  <a:pt x="157204" y="188156"/>
                  <a:pt x="150876" y="18815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10" name="圖示 阻擋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114" y="268431"/>
                </a:moveTo>
                <a:cubicBezTo>
                  <a:pt x="85588" y="261729"/>
                  <a:pt x="72073" y="252621"/>
                  <a:pt x="60570" y="241118"/>
                </a:cubicBezTo>
                <a:cubicBezTo>
                  <a:pt x="49048" y="229597"/>
                  <a:pt x="39950" y="216082"/>
                  <a:pt x="33284" y="200574"/>
                </a:cubicBezTo>
                <a:cubicBezTo>
                  <a:pt x="26600" y="185065"/>
                  <a:pt x="23262" y="168460"/>
                  <a:pt x="23262" y="150748"/>
                </a:cubicBezTo>
                <a:cubicBezTo>
                  <a:pt x="23262" y="133173"/>
                  <a:pt x="26609" y="116613"/>
                  <a:pt x="33321" y="101087"/>
                </a:cubicBezTo>
                <a:cubicBezTo>
                  <a:pt x="40023" y="85542"/>
                  <a:pt x="49122" y="72036"/>
                  <a:pt x="60606" y="60570"/>
                </a:cubicBezTo>
                <a:cubicBezTo>
                  <a:pt x="72064" y="49085"/>
                  <a:pt x="85570" y="39996"/>
                  <a:pt x="101114" y="33284"/>
                </a:cubicBezTo>
                <a:cubicBezTo>
                  <a:pt x="116650" y="26582"/>
                  <a:pt x="133228" y="23226"/>
                  <a:pt x="150876" y="23226"/>
                </a:cubicBezTo>
                <a:cubicBezTo>
                  <a:pt x="168524" y="23226"/>
                  <a:pt x="185102" y="26582"/>
                  <a:pt x="200638" y="33284"/>
                </a:cubicBezTo>
                <a:cubicBezTo>
                  <a:pt x="216164" y="39996"/>
                  <a:pt x="229670" y="49085"/>
                  <a:pt x="241155" y="60570"/>
                </a:cubicBezTo>
                <a:cubicBezTo>
                  <a:pt x="252612" y="72055"/>
                  <a:pt x="261720" y="85560"/>
                  <a:pt x="268468" y="101087"/>
                </a:cubicBezTo>
                <a:cubicBezTo>
                  <a:pt x="275189" y="116632"/>
                  <a:pt x="278554" y="133192"/>
                  <a:pt x="278554" y="150748"/>
                </a:cubicBezTo>
                <a:cubicBezTo>
                  <a:pt x="278554" y="168460"/>
                  <a:pt x="275198" y="185065"/>
                  <a:pt x="268495" y="200574"/>
                </a:cubicBezTo>
                <a:cubicBezTo>
                  <a:pt x="261793" y="216082"/>
                  <a:pt x="252685" y="229597"/>
                  <a:pt x="241182" y="241118"/>
                </a:cubicBezTo>
                <a:cubicBezTo>
                  <a:pt x="229661" y="252640"/>
                  <a:pt x="216128" y="261747"/>
                  <a:pt x="200601" y="268431"/>
                </a:cubicBezTo>
                <a:cubicBezTo>
                  <a:pt x="185075" y="275143"/>
                  <a:pt x="168487" y="278490"/>
                  <a:pt x="150849" y="278490"/>
                </a:cubicBezTo>
                <a:cubicBezTo>
                  <a:pt x="133201" y="278490"/>
                  <a:pt x="116623" y="275143"/>
                  <a:pt x="101114" y="268431"/>
                </a:cubicBezTo>
                <a:close/>
                <a:moveTo>
                  <a:pt x="150876" y="257056"/>
                </a:moveTo>
                <a:cubicBezTo>
                  <a:pt x="163367" y="257056"/>
                  <a:pt x="175418" y="254999"/>
                  <a:pt x="187022" y="250893"/>
                </a:cubicBezTo>
                <a:cubicBezTo>
                  <a:pt x="198635" y="246806"/>
                  <a:pt x="209059" y="240752"/>
                  <a:pt x="218295" y="232724"/>
                </a:cubicBezTo>
                <a:lnTo>
                  <a:pt x="68836" y="83457"/>
                </a:lnTo>
                <a:cubicBezTo>
                  <a:pt x="61128" y="92885"/>
                  <a:pt x="55175" y="103364"/>
                  <a:pt x="50987" y="114885"/>
                </a:cubicBezTo>
                <a:cubicBezTo>
                  <a:pt x="46772" y="126407"/>
                  <a:pt x="44668" y="138358"/>
                  <a:pt x="44668" y="150721"/>
                </a:cubicBezTo>
                <a:cubicBezTo>
                  <a:pt x="44668" y="180411"/>
                  <a:pt x="54955" y="205557"/>
                  <a:pt x="75529" y="226159"/>
                </a:cubicBezTo>
                <a:cubicBezTo>
                  <a:pt x="96113" y="246760"/>
                  <a:pt x="121213" y="257056"/>
                  <a:pt x="150849" y="257056"/>
                </a:cubicBezTo>
                <a:close/>
                <a:moveTo>
                  <a:pt x="232660" y="218048"/>
                </a:moveTo>
                <a:cubicBezTo>
                  <a:pt x="240057" y="208767"/>
                  <a:pt x="245983" y="198343"/>
                  <a:pt x="250427" y="186775"/>
                </a:cubicBezTo>
                <a:cubicBezTo>
                  <a:pt x="254862" y="175208"/>
                  <a:pt x="257084" y="163175"/>
                  <a:pt x="257084" y="150684"/>
                </a:cubicBezTo>
                <a:cubicBezTo>
                  <a:pt x="257084" y="121103"/>
                  <a:pt x="246797" y="96030"/>
                  <a:pt x="226223" y="75465"/>
                </a:cubicBezTo>
                <a:cubicBezTo>
                  <a:pt x="205639" y="54910"/>
                  <a:pt x="180539" y="44632"/>
                  <a:pt x="150903" y="44632"/>
                </a:cubicBezTo>
                <a:cubicBezTo>
                  <a:pt x="138504" y="44632"/>
                  <a:pt x="126562" y="46717"/>
                  <a:pt x="115077" y="50886"/>
                </a:cubicBezTo>
                <a:cubicBezTo>
                  <a:pt x="103592" y="55102"/>
                  <a:pt x="93104" y="61146"/>
                  <a:pt x="83613" y="69028"/>
                </a:cubicBezTo>
                <a:lnTo>
                  <a:pt x="232660" y="218048"/>
                </a:lnTo>
                <a:close/>
                <a:moveTo>
                  <a:pt x="150876" y="15072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12" name="圖示 進行中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427" y="162004"/>
                </a:moveTo>
                <a:cubicBezTo>
                  <a:pt x="98472" y="158941"/>
                  <a:pt x="99990" y="155229"/>
                  <a:pt x="99990" y="150849"/>
                </a:cubicBezTo>
                <a:cubicBezTo>
                  <a:pt x="99990" y="146469"/>
                  <a:pt x="98453" y="142756"/>
                  <a:pt x="95399" y="139720"/>
                </a:cubicBezTo>
                <a:cubicBezTo>
                  <a:pt x="92336" y="136675"/>
                  <a:pt x="88615" y="135157"/>
                  <a:pt x="84244" y="135157"/>
                </a:cubicBezTo>
                <a:cubicBezTo>
                  <a:pt x="79864" y="135157"/>
                  <a:pt x="76151" y="136694"/>
                  <a:pt x="73115" y="139748"/>
                </a:cubicBezTo>
                <a:cubicBezTo>
                  <a:pt x="70070" y="142811"/>
                  <a:pt x="68553" y="146523"/>
                  <a:pt x="68553" y="150903"/>
                </a:cubicBezTo>
                <a:cubicBezTo>
                  <a:pt x="68553" y="155283"/>
                  <a:pt x="70080" y="158996"/>
                  <a:pt x="73143" y="162032"/>
                </a:cubicBezTo>
                <a:cubicBezTo>
                  <a:pt x="76206" y="165077"/>
                  <a:pt x="79919" y="166595"/>
                  <a:pt x="84299" y="166595"/>
                </a:cubicBezTo>
                <a:cubicBezTo>
                  <a:pt x="88679" y="166595"/>
                  <a:pt x="92391" y="165058"/>
                  <a:pt x="95427" y="162004"/>
                </a:cubicBezTo>
                <a:close/>
                <a:moveTo>
                  <a:pt x="162004" y="162004"/>
                </a:moveTo>
                <a:cubicBezTo>
                  <a:pt x="165040" y="158941"/>
                  <a:pt x="166558" y="155229"/>
                  <a:pt x="166558" y="150849"/>
                </a:cubicBezTo>
                <a:cubicBezTo>
                  <a:pt x="166558" y="146469"/>
                  <a:pt x="165031" y="142756"/>
                  <a:pt x="161968" y="139720"/>
                </a:cubicBezTo>
                <a:cubicBezTo>
                  <a:pt x="158914" y="136675"/>
                  <a:pt x="155192" y="135157"/>
                  <a:pt x="150812" y="135157"/>
                </a:cubicBezTo>
                <a:cubicBezTo>
                  <a:pt x="146432" y="135157"/>
                  <a:pt x="142729" y="136694"/>
                  <a:pt x="139684" y="139748"/>
                </a:cubicBezTo>
                <a:cubicBezTo>
                  <a:pt x="136648" y="142811"/>
                  <a:pt x="135130" y="146523"/>
                  <a:pt x="135130" y="150903"/>
                </a:cubicBezTo>
                <a:cubicBezTo>
                  <a:pt x="135130" y="155283"/>
                  <a:pt x="136657" y="158996"/>
                  <a:pt x="139720" y="162032"/>
                </a:cubicBezTo>
                <a:cubicBezTo>
                  <a:pt x="142774" y="165077"/>
                  <a:pt x="146496" y="166595"/>
                  <a:pt x="150876" y="166595"/>
                </a:cubicBezTo>
                <a:cubicBezTo>
                  <a:pt x="155256" y="166595"/>
                  <a:pt x="158968" y="165058"/>
                  <a:pt x="162004" y="162004"/>
                </a:cubicBezTo>
                <a:close/>
                <a:moveTo>
                  <a:pt x="228262" y="162004"/>
                </a:moveTo>
                <a:cubicBezTo>
                  <a:pt x="231297" y="158941"/>
                  <a:pt x="232825" y="155229"/>
                  <a:pt x="232825" y="150849"/>
                </a:cubicBezTo>
                <a:cubicBezTo>
                  <a:pt x="232825" y="146469"/>
                  <a:pt x="231288" y="142756"/>
                  <a:pt x="228234" y="139720"/>
                </a:cubicBezTo>
                <a:cubicBezTo>
                  <a:pt x="225171" y="136675"/>
                  <a:pt x="221449" y="135157"/>
                  <a:pt x="217069" y="135157"/>
                </a:cubicBezTo>
                <a:cubicBezTo>
                  <a:pt x="212689" y="135157"/>
                  <a:pt x="208986" y="136694"/>
                  <a:pt x="205950" y="139748"/>
                </a:cubicBezTo>
                <a:cubicBezTo>
                  <a:pt x="202905" y="142811"/>
                  <a:pt x="201387" y="146523"/>
                  <a:pt x="201387" y="150903"/>
                </a:cubicBezTo>
                <a:cubicBezTo>
                  <a:pt x="201387" y="155283"/>
                  <a:pt x="202915" y="158996"/>
                  <a:pt x="205978" y="162032"/>
                </a:cubicBezTo>
                <a:cubicBezTo>
                  <a:pt x="209041" y="165077"/>
                  <a:pt x="212753" y="166595"/>
                  <a:pt x="217133" y="166595"/>
                </a:cubicBezTo>
                <a:cubicBezTo>
                  <a:pt x="221513" y="166595"/>
                  <a:pt x="225226" y="165058"/>
                  <a:pt x="228262" y="162004"/>
                </a:cubicBezTo>
                <a:close/>
                <a:moveTo>
                  <a:pt x="150967" y="278490"/>
                </a:moveTo>
                <a:cubicBezTo>
                  <a:pt x="133329" y="278490"/>
                  <a:pt x="116769" y="275152"/>
                  <a:pt x="101306" y="268468"/>
                </a:cubicBezTo>
                <a:cubicBezTo>
                  <a:pt x="85844" y="261784"/>
                  <a:pt x="72302" y="252640"/>
                  <a:pt x="60698" y="241054"/>
                </a:cubicBezTo>
                <a:cubicBezTo>
                  <a:pt x="49112" y="229469"/>
                  <a:pt x="39968" y="215926"/>
                  <a:pt x="33284" y="200446"/>
                </a:cubicBezTo>
                <a:cubicBezTo>
                  <a:pt x="26600" y="184956"/>
                  <a:pt x="23262" y="168387"/>
                  <a:pt x="23262" y="150721"/>
                </a:cubicBezTo>
                <a:cubicBezTo>
                  <a:pt x="23262" y="133054"/>
                  <a:pt x="26600" y="116476"/>
                  <a:pt x="33284" y="100995"/>
                </a:cubicBezTo>
                <a:cubicBezTo>
                  <a:pt x="39968" y="85506"/>
                  <a:pt x="49112" y="72018"/>
                  <a:pt x="60698" y="60542"/>
                </a:cubicBezTo>
                <a:cubicBezTo>
                  <a:pt x="72283" y="49058"/>
                  <a:pt x="85826" y="39959"/>
                  <a:pt x="101306" y="33257"/>
                </a:cubicBezTo>
                <a:cubicBezTo>
                  <a:pt x="116796" y="26554"/>
                  <a:pt x="133365" y="23198"/>
                  <a:pt x="151031" y="23198"/>
                </a:cubicBezTo>
                <a:cubicBezTo>
                  <a:pt x="168698" y="23198"/>
                  <a:pt x="185285" y="26554"/>
                  <a:pt x="200793" y="33257"/>
                </a:cubicBezTo>
                <a:cubicBezTo>
                  <a:pt x="216274" y="39959"/>
                  <a:pt x="229770" y="49058"/>
                  <a:pt x="241274" y="60542"/>
                </a:cubicBezTo>
                <a:cubicBezTo>
                  <a:pt x="252758" y="72018"/>
                  <a:pt x="261857" y="85524"/>
                  <a:pt x="268559" y="101059"/>
                </a:cubicBezTo>
                <a:cubicBezTo>
                  <a:pt x="275262" y="116586"/>
                  <a:pt x="278618" y="133173"/>
                  <a:pt x="278618" y="150812"/>
                </a:cubicBezTo>
                <a:cubicBezTo>
                  <a:pt x="278618" y="168460"/>
                  <a:pt x="275262" y="185020"/>
                  <a:pt x="268559" y="200510"/>
                </a:cubicBezTo>
                <a:cubicBezTo>
                  <a:pt x="261857" y="215972"/>
                  <a:pt x="252758" y="229478"/>
                  <a:pt x="241274" y="241027"/>
                </a:cubicBezTo>
                <a:cubicBezTo>
                  <a:pt x="229789" y="252566"/>
                  <a:pt x="216283" y="261710"/>
                  <a:pt x="200757" y="268431"/>
                </a:cubicBezTo>
                <a:cubicBezTo>
                  <a:pt x="185212" y="275143"/>
                  <a:pt x="168615" y="278490"/>
                  <a:pt x="150967" y="278490"/>
                </a:cubicBezTo>
                <a:close/>
                <a:moveTo>
                  <a:pt x="151031" y="257084"/>
                </a:moveTo>
                <a:cubicBezTo>
                  <a:pt x="180475" y="257084"/>
                  <a:pt x="205502" y="246733"/>
                  <a:pt x="226122" y="226031"/>
                </a:cubicBezTo>
                <a:cubicBezTo>
                  <a:pt x="246742" y="205329"/>
                  <a:pt x="257056" y="180219"/>
                  <a:pt x="257056" y="150721"/>
                </a:cubicBezTo>
                <a:cubicBezTo>
                  <a:pt x="257056" y="121277"/>
                  <a:pt x="246769" y="96250"/>
                  <a:pt x="226186" y="75630"/>
                </a:cubicBezTo>
                <a:cubicBezTo>
                  <a:pt x="205612" y="55010"/>
                  <a:pt x="180484" y="44696"/>
                  <a:pt x="150812" y="44696"/>
                </a:cubicBezTo>
                <a:cubicBezTo>
                  <a:pt x="121432" y="44696"/>
                  <a:pt x="96405" y="54983"/>
                  <a:pt x="75721" y="75566"/>
                </a:cubicBezTo>
                <a:cubicBezTo>
                  <a:pt x="55019" y="96140"/>
                  <a:pt x="44668" y="121268"/>
                  <a:pt x="44668" y="150940"/>
                </a:cubicBezTo>
                <a:cubicBezTo>
                  <a:pt x="44668" y="180320"/>
                  <a:pt x="55019" y="205347"/>
                  <a:pt x="75721" y="226031"/>
                </a:cubicBezTo>
                <a:cubicBezTo>
                  <a:pt x="96423" y="246733"/>
                  <a:pt x="121533" y="257084"/>
                  <a:pt x="151031" y="25708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14" name="圖示 已驗證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049"/>
                </a:moveTo>
                <a:lnTo>
                  <a:pt x="114794" y="141476"/>
                </a:lnTo>
                <a:cubicBezTo>
                  <a:pt x="112800" y="139281"/>
                  <a:pt x="110377" y="138175"/>
                  <a:pt x="107533" y="138175"/>
                </a:cubicBezTo>
                <a:cubicBezTo>
                  <a:pt x="104681" y="138175"/>
                  <a:pt x="102157" y="139144"/>
                  <a:pt x="99953" y="141074"/>
                </a:cubicBezTo>
                <a:cubicBezTo>
                  <a:pt x="97759" y="143286"/>
                  <a:pt x="96652" y="145819"/>
                  <a:pt x="96652" y="148645"/>
                </a:cubicBezTo>
                <a:cubicBezTo>
                  <a:pt x="96652" y="151470"/>
                  <a:pt x="97759" y="153985"/>
                  <a:pt x="99953" y="156189"/>
                </a:cubicBezTo>
                <a:lnTo>
                  <a:pt x="129753" y="185669"/>
                </a:lnTo>
                <a:cubicBezTo>
                  <a:pt x="131911" y="187854"/>
                  <a:pt x="134435" y="188942"/>
                  <a:pt x="137325" y="188942"/>
                </a:cubicBezTo>
                <a:cubicBezTo>
                  <a:pt x="140223" y="188942"/>
                  <a:pt x="142747" y="187854"/>
                  <a:pt x="144905" y="185669"/>
                </a:cubicBezTo>
                <a:lnTo>
                  <a:pt x="201735" y="129159"/>
                </a:lnTo>
                <a:cubicBezTo>
                  <a:pt x="203728" y="127230"/>
                  <a:pt x="204716" y="124816"/>
                  <a:pt x="204716" y="121926"/>
                </a:cubicBezTo>
                <a:cubicBezTo>
                  <a:pt x="204716" y="119037"/>
                  <a:pt x="203619" y="116604"/>
                  <a:pt x="201424" y="114638"/>
                </a:cubicBezTo>
                <a:cubicBezTo>
                  <a:pt x="199431" y="112919"/>
                  <a:pt x="197062" y="112105"/>
                  <a:pt x="194319" y="112215"/>
                </a:cubicBezTo>
                <a:cubicBezTo>
                  <a:pt x="191567" y="112316"/>
                  <a:pt x="189336" y="113258"/>
                  <a:pt x="187617" y="115041"/>
                </a:cubicBezTo>
                <a:lnTo>
                  <a:pt x="137361" y="165049"/>
                </a:lnTo>
                <a:close/>
                <a:moveTo>
                  <a:pt x="103007" y="276761"/>
                </a:moveTo>
                <a:lnTo>
                  <a:pt x="83677" y="243669"/>
                </a:lnTo>
                <a:lnTo>
                  <a:pt x="45016" y="235805"/>
                </a:lnTo>
                <a:cubicBezTo>
                  <a:pt x="42346" y="235348"/>
                  <a:pt x="40151" y="233931"/>
                  <a:pt x="38414" y="231563"/>
                </a:cubicBezTo>
                <a:cubicBezTo>
                  <a:pt x="36667" y="229213"/>
                  <a:pt x="36009" y="226725"/>
                  <a:pt x="36430" y="224083"/>
                </a:cubicBezTo>
                <a:lnTo>
                  <a:pt x="40828" y="186675"/>
                </a:lnTo>
                <a:lnTo>
                  <a:pt x="16221" y="157981"/>
                </a:lnTo>
                <a:cubicBezTo>
                  <a:pt x="14329" y="156033"/>
                  <a:pt x="13387" y="153656"/>
                  <a:pt x="13387" y="150849"/>
                </a:cubicBezTo>
                <a:cubicBezTo>
                  <a:pt x="13387" y="148032"/>
                  <a:pt x="14329" y="145673"/>
                  <a:pt x="16221" y="143744"/>
                </a:cubicBezTo>
                <a:lnTo>
                  <a:pt x="40828" y="115361"/>
                </a:lnTo>
                <a:lnTo>
                  <a:pt x="36430" y="77953"/>
                </a:lnTo>
                <a:cubicBezTo>
                  <a:pt x="36009" y="75310"/>
                  <a:pt x="36667" y="72823"/>
                  <a:pt x="38414" y="70473"/>
                </a:cubicBezTo>
                <a:cubicBezTo>
                  <a:pt x="40151" y="68123"/>
                  <a:pt x="42346" y="66687"/>
                  <a:pt x="45016" y="66166"/>
                </a:cubicBezTo>
                <a:lnTo>
                  <a:pt x="83704" y="58366"/>
                </a:lnTo>
                <a:lnTo>
                  <a:pt x="103035" y="24991"/>
                </a:lnTo>
                <a:cubicBezTo>
                  <a:pt x="104443" y="22659"/>
                  <a:pt x="106464" y="21022"/>
                  <a:pt x="109106" y="20053"/>
                </a:cubicBezTo>
                <a:cubicBezTo>
                  <a:pt x="111740" y="19065"/>
                  <a:pt x="114364" y="19184"/>
                  <a:pt x="116961" y="20400"/>
                </a:cubicBezTo>
                <a:lnTo>
                  <a:pt x="150876" y="36238"/>
                </a:lnTo>
                <a:lnTo>
                  <a:pt x="184828" y="20364"/>
                </a:lnTo>
                <a:cubicBezTo>
                  <a:pt x="187425" y="19212"/>
                  <a:pt x="190040" y="19065"/>
                  <a:pt x="192682" y="19925"/>
                </a:cubicBezTo>
                <a:cubicBezTo>
                  <a:pt x="195325" y="20766"/>
                  <a:pt x="197346" y="22348"/>
                  <a:pt x="198745" y="24671"/>
                </a:cubicBezTo>
                <a:lnTo>
                  <a:pt x="218395" y="58366"/>
                </a:lnTo>
                <a:lnTo>
                  <a:pt x="256773" y="66166"/>
                </a:lnTo>
                <a:cubicBezTo>
                  <a:pt x="259434" y="66687"/>
                  <a:pt x="261637" y="68123"/>
                  <a:pt x="263375" y="70473"/>
                </a:cubicBezTo>
                <a:cubicBezTo>
                  <a:pt x="265112" y="72823"/>
                  <a:pt x="265770" y="75310"/>
                  <a:pt x="265350" y="77953"/>
                </a:cubicBezTo>
                <a:lnTo>
                  <a:pt x="260951" y="115361"/>
                </a:lnTo>
                <a:lnTo>
                  <a:pt x="285567" y="143744"/>
                </a:lnTo>
                <a:cubicBezTo>
                  <a:pt x="287451" y="145691"/>
                  <a:pt x="288393" y="148069"/>
                  <a:pt x="288393" y="150876"/>
                </a:cubicBezTo>
                <a:cubicBezTo>
                  <a:pt x="288393" y="153683"/>
                  <a:pt x="287451" y="156052"/>
                  <a:pt x="285567" y="157981"/>
                </a:cubicBezTo>
                <a:lnTo>
                  <a:pt x="260951" y="186675"/>
                </a:lnTo>
                <a:lnTo>
                  <a:pt x="265350" y="224083"/>
                </a:lnTo>
                <a:cubicBezTo>
                  <a:pt x="265770" y="226725"/>
                  <a:pt x="265112" y="229213"/>
                  <a:pt x="263375" y="231563"/>
                </a:cubicBezTo>
                <a:cubicBezTo>
                  <a:pt x="261637" y="233913"/>
                  <a:pt x="259434" y="235321"/>
                  <a:pt x="256773" y="235805"/>
                </a:cubicBezTo>
                <a:lnTo>
                  <a:pt x="218423" y="243669"/>
                </a:lnTo>
                <a:lnTo>
                  <a:pt x="198745" y="277081"/>
                </a:lnTo>
                <a:cubicBezTo>
                  <a:pt x="197346" y="279404"/>
                  <a:pt x="195325" y="280986"/>
                  <a:pt x="192682" y="281827"/>
                </a:cubicBezTo>
                <a:cubicBezTo>
                  <a:pt x="190040" y="282659"/>
                  <a:pt x="187425" y="282513"/>
                  <a:pt x="184828" y="281388"/>
                </a:cubicBezTo>
                <a:lnTo>
                  <a:pt x="150876" y="265514"/>
                </a:lnTo>
                <a:lnTo>
                  <a:pt x="116933" y="281388"/>
                </a:lnTo>
                <a:cubicBezTo>
                  <a:pt x="114327" y="282540"/>
                  <a:pt x="111712" y="282632"/>
                  <a:pt x="109070" y="281663"/>
                </a:cubicBezTo>
                <a:cubicBezTo>
                  <a:pt x="106427" y="280721"/>
                  <a:pt x="104406" y="279093"/>
                  <a:pt x="103007" y="276761"/>
                </a:cubicBezTo>
                <a:close/>
                <a:moveTo>
                  <a:pt x="117528" y="257212"/>
                </a:moveTo>
                <a:lnTo>
                  <a:pt x="150876" y="243102"/>
                </a:lnTo>
                <a:lnTo>
                  <a:pt x="185166" y="257212"/>
                </a:lnTo>
                <a:lnTo>
                  <a:pt x="206069" y="226003"/>
                </a:lnTo>
                <a:lnTo>
                  <a:pt x="242535" y="216631"/>
                </a:lnTo>
                <a:lnTo>
                  <a:pt x="238860" y="179478"/>
                </a:lnTo>
                <a:lnTo>
                  <a:pt x="264006" y="150876"/>
                </a:lnTo>
                <a:lnTo>
                  <a:pt x="238860" y="121643"/>
                </a:lnTo>
                <a:lnTo>
                  <a:pt x="242563" y="84463"/>
                </a:lnTo>
                <a:lnTo>
                  <a:pt x="206106" y="75721"/>
                </a:lnTo>
                <a:lnTo>
                  <a:pt x="184599" y="44513"/>
                </a:lnTo>
                <a:lnTo>
                  <a:pt x="150940" y="58622"/>
                </a:lnTo>
                <a:lnTo>
                  <a:pt x="116650" y="44513"/>
                </a:lnTo>
                <a:lnTo>
                  <a:pt x="95747" y="75721"/>
                </a:lnTo>
                <a:lnTo>
                  <a:pt x="59317" y="84399"/>
                </a:lnTo>
                <a:lnTo>
                  <a:pt x="62929" y="121615"/>
                </a:lnTo>
                <a:lnTo>
                  <a:pt x="37746" y="150876"/>
                </a:lnTo>
                <a:lnTo>
                  <a:pt x="62892" y="179478"/>
                </a:lnTo>
                <a:lnTo>
                  <a:pt x="59281" y="217325"/>
                </a:lnTo>
                <a:lnTo>
                  <a:pt x="95683" y="226003"/>
                </a:lnTo>
                <a:lnTo>
                  <a:pt x="117491" y="2572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116" name="圖示 通知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125" y="240771"/>
                </a:moveTo>
                <a:cubicBezTo>
                  <a:pt x="56108" y="240771"/>
                  <a:pt x="53556" y="239737"/>
                  <a:pt x="51490" y="237662"/>
                </a:cubicBezTo>
                <a:cubicBezTo>
                  <a:pt x="49414" y="235586"/>
                  <a:pt x="48381" y="233026"/>
                  <a:pt x="48408" y="229990"/>
                </a:cubicBezTo>
                <a:cubicBezTo>
                  <a:pt x="48408" y="226954"/>
                  <a:pt x="49432" y="224421"/>
                  <a:pt x="51490" y="222382"/>
                </a:cubicBezTo>
                <a:cubicBezTo>
                  <a:pt x="53538" y="220352"/>
                  <a:pt x="56089" y="219337"/>
                  <a:pt x="59125" y="219337"/>
                </a:cubicBezTo>
                <a:lnTo>
                  <a:pt x="72896" y="219337"/>
                </a:lnTo>
                <a:lnTo>
                  <a:pt x="72896" y="125666"/>
                </a:lnTo>
                <a:cubicBezTo>
                  <a:pt x="72896" y="107607"/>
                  <a:pt x="78163" y="91385"/>
                  <a:pt x="88706" y="77011"/>
                </a:cubicBezTo>
                <a:cubicBezTo>
                  <a:pt x="99240" y="62609"/>
                  <a:pt x="113248" y="53556"/>
                  <a:pt x="130732" y="49853"/>
                </a:cubicBezTo>
                <a:lnTo>
                  <a:pt x="130732" y="43379"/>
                </a:lnTo>
                <a:cubicBezTo>
                  <a:pt x="130732" y="37737"/>
                  <a:pt x="132689" y="32964"/>
                  <a:pt x="136602" y="29041"/>
                </a:cubicBezTo>
                <a:cubicBezTo>
                  <a:pt x="140525" y="25128"/>
                  <a:pt x="145280" y="23162"/>
                  <a:pt x="150876" y="23162"/>
                </a:cubicBezTo>
                <a:cubicBezTo>
                  <a:pt x="156472" y="23162"/>
                  <a:pt x="161227" y="25128"/>
                  <a:pt x="165150" y="29041"/>
                </a:cubicBezTo>
                <a:cubicBezTo>
                  <a:pt x="169063" y="32964"/>
                  <a:pt x="171020" y="37737"/>
                  <a:pt x="171020" y="43379"/>
                </a:cubicBezTo>
                <a:lnTo>
                  <a:pt x="171020" y="49853"/>
                </a:lnTo>
                <a:cubicBezTo>
                  <a:pt x="188504" y="53520"/>
                  <a:pt x="202521" y="62563"/>
                  <a:pt x="213083" y="76974"/>
                </a:cubicBezTo>
                <a:cubicBezTo>
                  <a:pt x="223662" y="91394"/>
                  <a:pt x="228957" y="107625"/>
                  <a:pt x="228957" y="125666"/>
                </a:cubicBezTo>
                <a:lnTo>
                  <a:pt x="228957" y="219337"/>
                </a:lnTo>
                <a:lnTo>
                  <a:pt x="242627" y="219337"/>
                </a:lnTo>
                <a:cubicBezTo>
                  <a:pt x="245644" y="219337"/>
                  <a:pt x="248205" y="220370"/>
                  <a:pt x="250299" y="222446"/>
                </a:cubicBezTo>
                <a:cubicBezTo>
                  <a:pt x="252374" y="224522"/>
                  <a:pt x="253408" y="227082"/>
                  <a:pt x="253408" y="230118"/>
                </a:cubicBezTo>
                <a:cubicBezTo>
                  <a:pt x="253408" y="233154"/>
                  <a:pt x="252374" y="235696"/>
                  <a:pt x="250299" y="237726"/>
                </a:cubicBezTo>
                <a:cubicBezTo>
                  <a:pt x="248223" y="239756"/>
                  <a:pt x="245663" y="240771"/>
                  <a:pt x="242627" y="240771"/>
                </a:cubicBezTo>
                <a:lnTo>
                  <a:pt x="59125" y="240771"/>
                </a:lnTo>
                <a:close/>
                <a:moveTo>
                  <a:pt x="150876" y="144274"/>
                </a:moveTo>
                <a:close/>
                <a:moveTo>
                  <a:pt x="150940" y="279185"/>
                </a:moveTo>
                <a:cubicBezTo>
                  <a:pt x="143817" y="279185"/>
                  <a:pt x="137727" y="276661"/>
                  <a:pt x="132679" y="271604"/>
                </a:cubicBezTo>
                <a:cubicBezTo>
                  <a:pt x="127623" y="266557"/>
                  <a:pt x="125099" y="260485"/>
                  <a:pt x="125099" y="253380"/>
                </a:cubicBezTo>
                <a:lnTo>
                  <a:pt x="176680" y="253380"/>
                </a:lnTo>
                <a:cubicBezTo>
                  <a:pt x="176680" y="260503"/>
                  <a:pt x="174157" y="266575"/>
                  <a:pt x="169109" y="271604"/>
                </a:cubicBezTo>
                <a:cubicBezTo>
                  <a:pt x="164053" y="276661"/>
                  <a:pt x="157999" y="279185"/>
                  <a:pt x="150940" y="279185"/>
                </a:cubicBezTo>
                <a:close/>
                <a:moveTo>
                  <a:pt x="94302" y="219365"/>
                </a:moveTo>
                <a:lnTo>
                  <a:pt x="207459" y="219365"/>
                </a:lnTo>
                <a:lnTo>
                  <a:pt x="207459" y="125703"/>
                </a:lnTo>
                <a:cubicBezTo>
                  <a:pt x="207459" y="110021"/>
                  <a:pt x="201954" y="96680"/>
                  <a:pt x="190954" y="85652"/>
                </a:cubicBezTo>
                <a:cubicBezTo>
                  <a:pt x="179954" y="74606"/>
                  <a:pt x="166595" y="69092"/>
                  <a:pt x="150876" y="69092"/>
                </a:cubicBezTo>
                <a:cubicBezTo>
                  <a:pt x="135157" y="69092"/>
                  <a:pt x="121798" y="74597"/>
                  <a:pt x="110798" y="85624"/>
                </a:cubicBezTo>
                <a:cubicBezTo>
                  <a:pt x="99798" y="96661"/>
                  <a:pt x="94302" y="110011"/>
                  <a:pt x="94302" y="125666"/>
                </a:cubicBezTo>
                <a:lnTo>
                  <a:pt x="94302" y="21933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18" name="圖示 問題追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5917"/>
                </a:moveTo>
                <a:cubicBezTo>
                  <a:pt x="136776" y="265917"/>
                  <a:pt x="123691" y="262543"/>
                  <a:pt x="111621" y="255794"/>
                </a:cubicBezTo>
                <a:cubicBezTo>
                  <a:pt x="99551" y="249046"/>
                  <a:pt x="90626" y="239381"/>
                  <a:pt x="84865" y="226789"/>
                </a:cubicBezTo>
                <a:lnTo>
                  <a:pt x="58275" y="226789"/>
                </a:lnTo>
                <a:cubicBezTo>
                  <a:pt x="55449" y="226789"/>
                  <a:pt x="53099" y="225839"/>
                  <a:pt x="51234" y="223955"/>
                </a:cubicBezTo>
                <a:cubicBezTo>
                  <a:pt x="49350" y="222071"/>
                  <a:pt x="48408" y="219703"/>
                  <a:pt x="48408" y="216850"/>
                </a:cubicBezTo>
                <a:cubicBezTo>
                  <a:pt x="48408" y="214024"/>
                  <a:pt x="49350" y="211674"/>
                  <a:pt x="51234" y="209809"/>
                </a:cubicBezTo>
                <a:cubicBezTo>
                  <a:pt x="53117" y="207971"/>
                  <a:pt x="55468" y="207048"/>
                  <a:pt x="58275" y="207048"/>
                </a:cubicBezTo>
                <a:lnTo>
                  <a:pt x="77230" y="207048"/>
                </a:lnTo>
                <a:cubicBezTo>
                  <a:pt x="75804" y="201744"/>
                  <a:pt x="75091" y="196377"/>
                  <a:pt x="75091" y="190954"/>
                </a:cubicBezTo>
                <a:lnTo>
                  <a:pt x="75091" y="174641"/>
                </a:lnTo>
                <a:lnTo>
                  <a:pt x="57927" y="174641"/>
                </a:lnTo>
                <a:cubicBezTo>
                  <a:pt x="55102" y="174641"/>
                  <a:pt x="52752" y="173699"/>
                  <a:pt x="50886" y="171807"/>
                </a:cubicBezTo>
                <a:cubicBezTo>
                  <a:pt x="49003" y="169923"/>
                  <a:pt x="48061" y="167555"/>
                  <a:pt x="48061" y="164711"/>
                </a:cubicBezTo>
                <a:cubicBezTo>
                  <a:pt x="48061" y="161876"/>
                  <a:pt x="49003" y="159526"/>
                  <a:pt x="50886" y="157670"/>
                </a:cubicBezTo>
                <a:cubicBezTo>
                  <a:pt x="52779" y="155823"/>
                  <a:pt x="55120" y="154899"/>
                  <a:pt x="57927" y="154899"/>
                </a:cubicBezTo>
                <a:lnTo>
                  <a:pt x="75091" y="154899"/>
                </a:lnTo>
                <a:cubicBezTo>
                  <a:pt x="75091" y="148965"/>
                  <a:pt x="75145" y="143094"/>
                  <a:pt x="75246" y="137270"/>
                </a:cubicBezTo>
                <a:cubicBezTo>
                  <a:pt x="75356" y="131436"/>
                  <a:pt x="76224" y="125666"/>
                  <a:pt x="77861" y="119951"/>
                </a:cubicBezTo>
                <a:lnTo>
                  <a:pt x="58275" y="119951"/>
                </a:lnTo>
                <a:cubicBezTo>
                  <a:pt x="55449" y="119951"/>
                  <a:pt x="53099" y="119000"/>
                  <a:pt x="51234" y="117116"/>
                </a:cubicBezTo>
                <a:cubicBezTo>
                  <a:pt x="49350" y="115233"/>
                  <a:pt x="48408" y="112864"/>
                  <a:pt x="48408" y="110011"/>
                </a:cubicBezTo>
                <a:cubicBezTo>
                  <a:pt x="48408" y="107186"/>
                  <a:pt x="49350" y="104836"/>
                  <a:pt x="51234" y="102971"/>
                </a:cubicBezTo>
                <a:cubicBezTo>
                  <a:pt x="53117" y="101133"/>
                  <a:pt x="55468" y="100209"/>
                  <a:pt x="58275" y="100209"/>
                </a:cubicBezTo>
                <a:lnTo>
                  <a:pt x="86347" y="100209"/>
                </a:lnTo>
                <a:cubicBezTo>
                  <a:pt x="89172" y="94192"/>
                  <a:pt x="93013" y="88944"/>
                  <a:pt x="97850" y="84463"/>
                </a:cubicBezTo>
                <a:cubicBezTo>
                  <a:pt x="102687" y="79973"/>
                  <a:pt x="108073" y="76243"/>
                  <a:pt x="114007" y="73271"/>
                </a:cubicBezTo>
                <a:lnTo>
                  <a:pt x="96405" y="56044"/>
                </a:lnTo>
                <a:cubicBezTo>
                  <a:pt x="94576" y="54224"/>
                  <a:pt x="93680" y="52020"/>
                  <a:pt x="93699" y="49442"/>
                </a:cubicBezTo>
                <a:cubicBezTo>
                  <a:pt x="93717" y="46863"/>
                  <a:pt x="94668" y="44632"/>
                  <a:pt x="96533" y="42748"/>
                </a:cubicBezTo>
                <a:cubicBezTo>
                  <a:pt x="98289" y="40947"/>
                  <a:pt x="100456" y="40042"/>
                  <a:pt x="103035" y="40042"/>
                </a:cubicBezTo>
                <a:cubicBezTo>
                  <a:pt x="105613" y="40042"/>
                  <a:pt x="107817" y="40956"/>
                  <a:pt x="109637" y="42776"/>
                </a:cubicBezTo>
                <a:lnTo>
                  <a:pt x="132579" y="65663"/>
                </a:lnTo>
                <a:cubicBezTo>
                  <a:pt x="138577" y="63359"/>
                  <a:pt x="144713" y="62188"/>
                  <a:pt x="151004" y="62143"/>
                </a:cubicBezTo>
                <a:cubicBezTo>
                  <a:pt x="157286" y="62097"/>
                  <a:pt x="163495" y="63222"/>
                  <a:pt x="169612" y="65508"/>
                </a:cubicBezTo>
                <a:lnTo>
                  <a:pt x="192646" y="42465"/>
                </a:lnTo>
                <a:cubicBezTo>
                  <a:pt x="194429" y="40645"/>
                  <a:pt x="196623" y="39731"/>
                  <a:pt x="199220" y="39731"/>
                </a:cubicBezTo>
                <a:cubicBezTo>
                  <a:pt x="201817" y="39731"/>
                  <a:pt x="204058" y="40663"/>
                  <a:pt x="205950" y="42529"/>
                </a:cubicBezTo>
                <a:cubicBezTo>
                  <a:pt x="207688" y="44284"/>
                  <a:pt x="208556" y="46470"/>
                  <a:pt x="208556" y="49067"/>
                </a:cubicBezTo>
                <a:cubicBezTo>
                  <a:pt x="208556" y="51664"/>
                  <a:pt x="207660" y="53858"/>
                  <a:pt x="205886" y="55632"/>
                </a:cubicBezTo>
                <a:lnTo>
                  <a:pt x="188723" y="72795"/>
                </a:lnTo>
                <a:cubicBezTo>
                  <a:pt x="194795" y="75877"/>
                  <a:pt x="200116" y="79818"/>
                  <a:pt x="204688" y="84619"/>
                </a:cubicBezTo>
                <a:cubicBezTo>
                  <a:pt x="209279" y="89419"/>
                  <a:pt x="213238" y="94759"/>
                  <a:pt x="216566" y="100648"/>
                </a:cubicBezTo>
                <a:lnTo>
                  <a:pt x="244008" y="100648"/>
                </a:lnTo>
                <a:cubicBezTo>
                  <a:pt x="246696" y="100648"/>
                  <a:pt x="248964" y="101581"/>
                  <a:pt x="250829" y="103446"/>
                </a:cubicBezTo>
                <a:cubicBezTo>
                  <a:pt x="252713" y="105311"/>
                  <a:pt x="253664" y="107616"/>
                  <a:pt x="253664" y="110359"/>
                </a:cubicBezTo>
                <a:cubicBezTo>
                  <a:pt x="253664" y="113102"/>
                  <a:pt x="252713" y="115388"/>
                  <a:pt x="250829" y="117208"/>
                </a:cubicBezTo>
                <a:cubicBezTo>
                  <a:pt x="248945" y="119037"/>
                  <a:pt x="246669" y="119951"/>
                  <a:pt x="244008" y="119951"/>
                </a:cubicBezTo>
                <a:lnTo>
                  <a:pt x="223799" y="119951"/>
                </a:lnTo>
                <a:cubicBezTo>
                  <a:pt x="225646" y="125666"/>
                  <a:pt x="226524" y="131454"/>
                  <a:pt x="226442" y="137297"/>
                </a:cubicBezTo>
                <a:cubicBezTo>
                  <a:pt x="226360" y="143140"/>
                  <a:pt x="226314" y="149001"/>
                  <a:pt x="226314" y="154872"/>
                </a:cubicBezTo>
                <a:lnTo>
                  <a:pt x="243788" y="154872"/>
                </a:lnTo>
                <a:cubicBezTo>
                  <a:pt x="246559" y="154872"/>
                  <a:pt x="248891" y="155814"/>
                  <a:pt x="250802" y="157697"/>
                </a:cubicBezTo>
                <a:cubicBezTo>
                  <a:pt x="252704" y="159581"/>
                  <a:pt x="253664" y="161949"/>
                  <a:pt x="253664" y="164802"/>
                </a:cubicBezTo>
                <a:cubicBezTo>
                  <a:pt x="253664" y="167628"/>
                  <a:pt x="252704" y="169978"/>
                  <a:pt x="250802" y="171843"/>
                </a:cubicBezTo>
                <a:cubicBezTo>
                  <a:pt x="248891" y="173681"/>
                  <a:pt x="246559" y="174605"/>
                  <a:pt x="243788" y="174605"/>
                </a:cubicBezTo>
                <a:lnTo>
                  <a:pt x="226314" y="174605"/>
                </a:lnTo>
                <a:cubicBezTo>
                  <a:pt x="226314" y="180119"/>
                  <a:pt x="226360" y="185577"/>
                  <a:pt x="226442" y="190982"/>
                </a:cubicBezTo>
                <a:cubicBezTo>
                  <a:pt x="226524" y="196395"/>
                  <a:pt x="225857" y="201744"/>
                  <a:pt x="224430" y="207048"/>
                </a:cubicBezTo>
                <a:lnTo>
                  <a:pt x="243788" y="207048"/>
                </a:lnTo>
                <a:cubicBezTo>
                  <a:pt x="246559" y="207048"/>
                  <a:pt x="248891" y="207989"/>
                  <a:pt x="250802" y="209873"/>
                </a:cubicBezTo>
                <a:cubicBezTo>
                  <a:pt x="252704" y="211757"/>
                  <a:pt x="253664" y="214125"/>
                  <a:pt x="253664" y="216978"/>
                </a:cubicBezTo>
                <a:cubicBezTo>
                  <a:pt x="253664" y="219803"/>
                  <a:pt x="252704" y="222153"/>
                  <a:pt x="250802" y="224019"/>
                </a:cubicBezTo>
                <a:cubicBezTo>
                  <a:pt x="248891" y="225866"/>
                  <a:pt x="246559" y="226789"/>
                  <a:pt x="243788" y="226789"/>
                </a:cubicBezTo>
                <a:lnTo>
                  <a:pt x="217197" y="226789"/>
                </a:lnTo>
                <a:cubicBezTo>
                  <a:pt x="211537" y="239545"/>
                  <a:pt x="202622" y="249256"/>
                  <a:pt x="190451" y="255922"/>
                </a:cubicBezTo>
                <a:cubicBezTo>
                  <a:pt x="178271" y="262588"/>
                  <a:pt x="165058" y="265917"/>
                  <a:pt x="150812" y="265917"/>
                </a:cubicBezTo>
                <a:close/>
                <a:moveTo>
                  <a:pt x="150940" y="244511"/>
                </a:moveTo>
                <a:cubicBezTo>
                  <a:pt x="165982" y="244511"/>
                  <a:pt x="178747" y="239234"/>
                  <a:pt x="189226" y="228673"/>
                </a:cubicBezTo>
                <a:cubicBezTo>
                  <a:pt x="199678" y="218112"/>
                  <a:pt x="204908" y="205283"/>
                  <a:pt x="204908" y="190195"/>
                </a:cubicBezTo>
                <a:lnTo>
                  <a:pt x="204908" y="138998"/>
                </a:lnTo>
                <a:cubicBezTo>
                  <a:pt x="204908" y="123910"/>
                  <a:pt x="199659" y="111063"/>
                  <a:pt x="189162" y="100456"/>
                </a:cubicBezTo>
                <a:cubicBezTo>
                  <a:pt x="178665" y="89858"/>
                  <a:pt x="165890" y="84555"/>
                  <a:pt x="150849" y="84555"/>
                </a:cubicBezTo>
                <a:cubicBezTo>
                  <a:pt x="135798" y="84555"/>
                  <a:pt x="123042" y="89858"/>
                  <a:pt x="112563" y="100456"/>
                </a:cubicBezTo>
                <a:cubicBezTo>
                  <a:pt x="102102" y="111063"/>
                  <a:pt x="96872" y="123910"/>
                  <a:pt x="96872" y="138998"/>
                </a:cubicBezTo>
                <a:lnTo>
                  <a:pt x="96872" y="190195"/>
                </a:lnTo>
                <a:cubicBezTo>
                  <a:pt x="96872" y="205283"/>
                  <a:pt x="102120" y="218112"/>
                  <a:pt x="112627" y="228673"/>
                </a:cubicBezTo>
                <a:cubicBezTo>
                  <a:pt x="123124" y="239234"/>
                  <a:pt x="135889" y="244511"/>
                  <a:pt x="150940" y="244511"/>
                </a:cubicBezTo>
                <a:close/>
                <a:moveTo>
                  <a:pt x="135633" y="201643"/>
                </a:moveTo>
                <a:lnTo>
                  <a:pt x="166156" y="201643"/>
                </a:lnTo>
                <a:cubicBezTo>
                  <a:pt x="168917" y="201643"/>
                  <a:pt x="171258" y="200693"/>
                  <a:pt x="173160" y="198809"/>
                </a:cubicBezTo>
                <a:cubicBezTo>
                  <a:pt x="175071" y="196925"/>
                  <a:pt x="176022" y="194557"/>
                  <a:pt x="176022" y="191704"/>
                </a:cubicBezTo>
                <a:cubicBezTo>
                  <a:pt x="176022" y="188878"/>
                  <a:pt x="175080" y="186528"/>
                  <a:pt x="173197" y="184663"/>
                </a:cubicBezTo>
                <a:cubicBezTo>
                  <a:pt x="171304" y="182825"/>
                  <a:pt x="168963" y="181902"/>
                  <a:pt x="166156" y="181902"/>
                </a:cubicBezTo>
                <a:lnTo>
                  <a:pt x="135633" y="181902"/>
                </a:lnTo>
                <a:cubicBezTo>
                  <a:pt x="132862" y="181902"/>
                  <a:pt x="130531" y="182843"/>
                  <a:pt x="128620" y="184727"/>
                </a:cubicBezTo>
                <a:cubicBezTo>
                  <a:pt x="126718" y="186611"/>
                  <a:pt x="125757" y="188979"/>
                  <a:pt x="125757" y="191832"/>
                </a:cubicBezTo>
                <a:cubicBezTo>
                  <a:pt x="125757" y="194657"/>
                  <a:pt x="126708" y="197007"/>
                  <a:pt x="128592" y="198873"/>
                </a:cubicBezTo>
                <a:cubicBezTo>
                  <a:pt x="130476" y="200720"/>
                  <a:pt x="132826" y="201643"/>
                  <a:pt x="135633" y="201643"/>
                </a:cubicBezTo>
                <a:close/>
                <a:moveTo>
                  <a:pt x="135633" y="147264"/>
                </a:moveTo>
                <a:lnTo>
                  <a:pt x="166156" y="147264"/>
                </a:lnTo>
                <a:cubicBezTo>
                  <a:pt x="168917" y="147264"/>
                  <a:pt x="171258" y="146322"/>
                  <a:pt x="173160" y="144429"/>
                </a:cubicBezTo>
                <a:cubicBezTo>
                  <a:pt x="175071" y="142546"/>
                  <a:pt x="176022" y="140178"/>
                  <a:pt x="176022" y="137325"/>
                </a:cubicBezTo>
                <a:cubicBezTo>
                  <a:pt x="176022" y="134499"/>
                  <a:pt x="175080" y="132149"/>
                  <a:pt x="173197" y="130284"/>
                </a:cubicBezTo>
                <a:cubicBezTo>
                  <a:pt x="171304" y="128446"/>
                  <a:pt x="168963" y="127522"/>
                  <a:pt x="166156" y="127522"/>
                </a:cubicBezTo>
                <a:lnTo>
                  <a:pt x="135633" y="127522"/>
                </a:lnTo>
                <a:cubicBezTo>
                  <a:pt x="132862" y="127522"/>
                  <a:pt x="130531" y="128464"/>
                  <a:pt x="128620" y="130348"/>
                </a:cubicBezTo>
                <a:cubicBezTo>
                  <a:pt x="126718" y="132241"/>
                  <a:pt x="125757" y="134609"/>
                  <a:pt x="125757" y="137453"/>
                </a:cubicBezTo>
                <a:cubicBezTo>
                  <a:pt x="125757" y="140287"/>
                  <a:pt x="126708" y="142628"/>
                  <a:pt x="128592" y="144493"/>
                </a:cubicBezTo>
                <a:cubicBezTo>
                  <a:pt x="130476" y="146341"/>
                  <a:pt x="132826" y="147264"/>
                  <a:pt x="135633" y="147264"/>
                </a:cubicBezTo>
                <a:close/>
                <a:moveTo>
                  <a:pt x="151068" y="164647"/>
                </a:moveTo>
                <a:lnTo>
                  <a:pt x="150903" y="164647"/>
                </a:lnTo>
                <a:lnTo>
                  <a:pt x="151068" y="164647"/>
                </a:lnTo>
                <a:lnTo>
                  <a:pt x="150903" y="164647"/>
                </a:lnTo>
                <a:lnTo>
                  <a:pt x="151068" y="164647"/>
                </a:lnTo>
                <a:lnTo>
                  <a:pt x="150903" y="164647"/>
                </a:lnTo>
                <a:lnTo>
                  <a:pt x="151068" y="164647"/>
                </a:lnTo>
                <a:lnTo>
                  <a:pt x="150903" y="164647"/>
                </a:lnTo>
                <a:lnTo>
                  <a:pt x="151068" y="1646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120" name="圖示 時間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2068" y="146633"/>
                </a:moveTo>
                <a:lnTo>
                  <a:pt x="162068" y="94485"/>
                </a:lnTo>
                <a:cubicBezTo>
                  <a:pt x="162068" y="91531"/>
                  <a:pt x="161090" y="89081"/>
                  <a:pt x="159142" y="87133"/>
                </a:cubicBezTo>
                <a:cubicBezTo>
                  <a:pt x="157195" y="85186"/>
                  <a:pt x="154753" y="84207"/>
                  <a:pt x="151818" y="84207"/>
                </a:cubicBezTo>
                <a:cubicBezTo>
                  <a:pt x="148883" y="84207"/>
                  <a:pt x="146441" y="85186"/>
                  <a:pt x="144493" y="87133"/>
                </a:cubicBezTo>
                <a:cubicBezTo>
                  <a:pt x="142546" y="89081"/>
                  <a:pt x="141577" y="91531"/>
                  <a:pt x="141577" y="94485"/>
                </a:cubicBezTo>
                <a:lnTo>
                  <a:pt x="141577" y="150721"/>
                </a:lnTo>
                <a:cubicBezTo>
                  <a:pt x="141577" y="152120"/>
                  <a:pt x="141805" y="153418"/>
                  <a:pt x="142262" y="154616"/>
                </a:cubicBezTo>
                <a:cubicBezTo>
                  <a:pt x="142729" y="155814"/>
                  <a:pt x="143424" y="156984"/>
                  <a:pt x="144365" y="158136"/>
                </a:cubicBezTo>
                <a:lnTo>
                  <a:pt x="188723" y="204058"/>
                </a:lnTo>
                <a:cubicBezTo>
                  <a:pt x="190835" y="206325"/>
                  <a:pt x="193405" y="207404"/>
                  <a:pt x="196422" y="207294"/>
                </a:cubicBezTo>
                <a:cubicBezTo>
                  <a:pt x="199440" y="207194"/>
                  <a:pt x="202000" y="206124"/>
                  <a:pt x="204094" y="204094"/>
                </a:cubicBezTo>
                <a:cubicBezTo>
                  <a:pt x="206188" y="202055"/>
                  <a:pt x="207230" y="199559"/>
                  <a:pt x="207230" y="196578"/>
                </a:cubicBezTo>
                <a:cubicBezTo>
                  <a:pt x="207230" y="193606"/>
                  <a:pt x="206188" y="191082"/>
                  <a:pt x="204094" y="189006"/>
                </a:cubicBezTo>
                <a:lnTo>
                  <a:pt x="162068" y="146633"/>
                </a:lnTo>
                <a:close/>
                <a:moveTo>
                  <a:pt x="150876" y="278490"/>
                </a:moveTo>
                <a:cubicBezTo>
                  <a:pt x="133374" y="278490"/>
                  <a:pt x="116879" y="275152"/>
                  <a:pt x="101370" y="268468"/>
                </a:cubicBezTo>
                <a:cubicBezTo>
                  <a:pt x="85862" y="261784"/>
                  <a:pt x="72320" y="252640"/>
                  <a:pt x="60725" y="241054"/>
                </a:cubicBezTo>
                <a:cubicBezTo>
                  <a:pt x="49140" y="229469"/>
                  <a:pt x="40005" y="215917"/>
                  <a:pt x="33321" y="200409"/>
                </a:cubicBezTo>
                <a:cubicBezTo>
                  <a:pt x="26636" y="184910"/>
                  <a:pt x="23290" y="168405"/>
                  <a:pt x="23290" y="150903"/>
                </a:cubicBezTo>
                <a:cubicBezTo>
                  <a:pt x="23290" y="133411"/>
                  <a:pt x="26646" y="116906"/>
                  <a:pt x="33348" y="101398"/>
                </a:cubicBezTo>
                <a:cubicBezTo>
                  <a:pt x="40060" y="85871"/>
                  <a:pt x="49195" y="72329"/>
                  <a:pt x="60762" y="60762"/>
                </a:cubicBezTo>
                <a:cubicBezTo>
                  <a:pt x="72329" y="49195"/>
                  <a:pt x="85871" y="40042"/>
                  <a:pt x="101398" y="33321"/>
                </a:cubicBezTo>
                <a:cubicBezTo>
                  <a:pt x="116906" y="26591"/>
                  <a:pt x="133411" y="23226"/>
                  <a:pt x="150903" y="23226"/>
                </a:cubicBezTo>
                <a:cubicBezTo>
                  <a:pt x="168405" y="23226"/>
                  <a:pt x="184910" y="26591"/>
                  <a:pt x="200418" y="33321"/>
                </a:cubicBezTo>
                <a:cubicBezTo>
                  <a:pt x="215917" y="40042"/>
                  <a:pt x="229469" y="49195"/>
                  <a:pt x="241054" y="60762"/>
                </a:cubicBezTo>
                <a:cubicBezTo>
                  <a:pt x="252621" y="72329"/>
                  <a:pt x="261774" y="85871"/>
                  <a:pt x="268495" y="101398"/>
                </a:cubicBezTo>
                <a:cubicBezTo>
                  <a:pt x="275225" y="116906"/>
                  <a:pt x="278590" y="133411"/>
                  <a:pt x="278590" y="150903"/>
                </a:cubicBezTo>
                <a:cubicBezTo>
                  <a:pt x="278590" y="168405"/>
                  <a:pt x="275216" y="184901"/>
                  <a:pt x="268468" y="200382"/>
                </a:cubicBezTo>
                <a:cubicBezTo>
                  <a:pt x="261738" y="215890"/>
                  <a:pt x="252594" y="229432"/>
                  <a:pt x="241027" y="241027"/>
                </a:cubicBezTo>
                <a:cubicBezTo>
                  <a:pt x="229460" y="252594"/>
                  <a:pt x="215917" y="261729"/>
                  <a:pt x="200418" y="268431"/>
                </a:cubicBezTo>
                <a:cubicBezTo>
                  <a:pt x="184910" y="275143"/>
                  <a:pt x="168405" y="278490"/>
                  <a:pt x="150903" y="278490"/>
                </a:cubicBezTo>
                <a:close/>
                <a:moveTo>
                  <a:pt x="150876" y="150876"/>
                </a:moveTo>
                <a:close/>
                <a:moveTo>
                  <a:pt x="150849" y="257084"/>
                </a:moveTo>
                <a:cubicBezTo>
                  <a:pt x="180018" y="257084"/>
                  <a:pt x="205018" y="246696"/>
                  <a:pt x="225839" y="225903"/>
                </a:cubicBezTo>
                <a:cubicBezTo>
                  <a:pt x="246669" y="205118"/>
                  <a:pt x="257084" y="180119"/>
                  <a:pt x="257084" y="150903"/>
                </a:cubicBezTo>
                <a:cubicBezTo>
                  <a:pt x="257084" y="121697"/>
                  <a:pt x="246669" y="96689"/>
                  <a:pt x="225839" y="75877"/>
                </a:cubicBezTo>
                <a:cubicBezTo>
                  <a:pt x="205018" y="55074"/>
                  <a:pt x="180027" y="44668"/>
                  <a:pt x="150876" y="44668"/>
                </a:cubicBezTo>
                <a:cubicBezTo>
                  <a:pt x="121688" y="44668"/>
                  <a:pt x="96689" y="55074"/>
                  <a:pt x="75877" y="75877"/>
                </a:cubicBezTo>
                <a:cubicBezTo>
                  <a:pt x="55074" y="96689"/>
                  <a:pt x="44668" y="121688"/>
                  <a:pt x="44668" y="150876"/>
                </a:cubicBezTo>
                <a:cubicBezTo>
                  <a:pt x="44668" y="180109"/>
                  <a:pt x="55074" y="205118"/>
                  <a:pt x="75877" y="225903"/>
                </a:cubicBezTo>
                <a:cubicBezTo>
                  <a:pt x="96689" y="246696"/>
                  <a:pt x="121661" y="257084"/>
                  <a:pt x="150812" y="25708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22" name="圖示 計時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707" y="31437"/>
                </a:moveTo>
                <a:cubicBezTo>
                  <a:pt x="118735" y="31437"/>
                  <a:pt x="116275" y="30459"/>
                  <a:pt x="114355" y="28511"/>
                </a:cubicBezTo>
                <a:cubicBezTo>
                  <a:pt x="112425" y="26563"/>
                  <a:pt x="111456" y="24094"/>
                  <a:pt x="111456" y="21123"/>
                </a:cubicBezTo>
                <a:cubicBezTo>
                  <a:pt x="111456" y="18151"/>
                  <a:pt x="112425" y="15691"/>
                  <a:pt x="114355" y="13771"/>
                </a:cubicBezTo>
                <a:cubicBezTo>
                  <a:pt x="116275" y="11841"/>
                  <a:pt x="118735" y="10872"/>
                  <a:pt x="121707" y="10872"/>
                </a:cubicBezTo>
                <a:lnTo>
                  <a:pt x="180073" y="10872"/>
                </a:lnTo>
                <a:cubicBezTo>
                  <a:pt x="183054" y="10872"/>
                  <a:pt x="185504" y="11841"/>
                  <a:pt x="187434" y="13771"/>
                </a:cubicBezTo>
                <a:cubicBezTo>
                  <a:pt x="189363" y="15691"/>
                  <a:pt x="190323" y="18151"/>
                  <a:pt x="190323" y="21123"/>
                </a:cubicBezTo>
                <a:cubicBezTo>
                  <a:pt x="190323" y="24094"/>
                  <a:pt x="189363" y="26563"/>
                  <a:pt x="187434" y="28511"/>
                </a:cubicBezTo>
                <a:cubicBezTo>
                  <a:pt x="185504" y="30459"/>
                  <a:pt x="183054" y="31437"/>
                  <a:pt x="180073" y="31437"/>
                </a:cubicBezTo>
                <a:lnTo>
                  <a:pt x="121707" y="31437"/>
                </a:lnTo>
                <a:close/>
                <a:moveTo>
                  <a:pt x="158200" y="170581"/>
                </a:moveTo>
                <a:cubicBezTo>
                  <a:pt x="160148" y="168634"/>
                  <a:pt x="161126" y="166192"/>
                  <a:pt x="161126" y="163257"/>
                </a:cubicBezTo>
                <a:lnTo>
                  <a:pt x="161126" y="111337"/>
                </a:lnTo>
                <a:cubicBezTo>
                  <a:pt x="161126" y="108402"/>
                  <a:pt x="160148" y="105961"/>
                  <a:pt x="158200" y="104013"/>
                </a:cubicBezTo>
                <a:cubicBezTo>
                  <a:pt x="156253" y="102065"/>
                  <a:pt x="153811" y="101087"/>
                  <a:pt x="150876" y="101087"/>
                </a:cubicBezTo>
                <a:cubicBezTo>
                  <a:pt x="147941" y="101087"/>
                  <a:pt x="145499" y="102065"/>
                  <a:pt x="143552" y="104013"/>
                </a:cubicBezTo>
                <a:cubicBezTo>
                  <a:pt x="141604" y="105961"/>
                  <a:pt x="140626" y="108402"/>
                  <a:pt x="140626" y="111337"/>
                </a:cubicBezTo>
                <a:lnTo>
                  <a:pt x="140626" y="163257"/>
                </a:lnTo>
                <a:cubicBezTo>
                  <a:pt x="140626" y="166192"/>
                  <a:pt x="141604" y="168634"/>
                  <a:pt x="143552" y="170581"/>
                </a:cubicBezTo>
                <a:cubicBezTo>
                  <a:pt x="145499" y="172529"/>
                  <a:pt x="147941" y="173507"/>
                  <a:pt x="150876" y="173507"/>
                </a:cubicBezTo>
                <a:cubicBezTo>
                  <a:pt x="153811" y="173507"/>
                  <a:pt x="156253" y="172529"/>
                  <a:pt x="158200" y="170581"/>
                </a:cubicBezTo>
                <a:close/>
                <a:moveTo>
                  <a:pt x="106208" y="270635"/>
                </a:moveTo>
                <a:cubicBezTo>
                  <a:pt x="92254" y="264554"/>
                  <a:pt x="80065" y="256315"/>
                  <a:pt x="69650" y="245900"/>
                </a:cubicBezTo>
                <a:cubicBezTo>
                  <a:pt x="59217" y="235485"/>
                  <a:pt x="50969" y="223296"/>
                  <a:pt x="44915" y="209343"/>
                </a:cubicBezTo>
                <a:cubicBezTo>
                  <a:pt x="38862" y="195407"/>
                  <a:pt x="35835" y="180530"/>
                  <a:pt x="35835" y="164711"/>
                </a:cubicBezTo>
                <a:cubicBezTo>
                  <a:pt x="35835" y="148883"/>
                  <a:pt x="38862" y="133996"/>
                  <a:pt x="44915" y="120042"/>
                </a:cubicBezTo>
                <a:cubicBezTo>
                  <a:pt x="50969" y="106089"/>
                  <a:pt x="59217" y="93891"/>
                  <a:pt x="69650" y="83457"/>
                </a:cubicBezTo>
                <a:cubicBezTo>
                  <a:pt x="80092" y="72997"/>
                  <a:pt x="92290" y="64740"/>
                  <a:pt x="106244" y="58686"/>
                </a:cubicBezTo>
                <a:cubicBezTo>
                  <a:pt x="120180" y="52633"/>
                  <a:pt x="135057" y="49597"/>
                  <a:pt x="150876" y="49597"/>
                </a:cubicBezTo>
                <a:cubicBezTo>
                  <a:pt x="165022" y="49597"/>
                  <a:pt x="178335" y="51956"/>
                  <a:pt x="190826" y="56675"/>
                </a:cubicBezTo>
                <a:cubicBezTo>
                  <a:pt x="203317" y="61384"/>
                  <a:pt x="214399" y="67958"/>
                  <a:pt x="224083" y="76380"/>
                </a:cubicBezTo>
                <a:lnTo>
                  <a:pt x="233574" y="66888"/>
                </a:lnTo>
                <a:cubicBezTo>
                  <a:pt x="235668" y="64813"/>
                  <a:pt x="238082" y="63779"/>
                  <a:pt x="240807" y="63779"/>
                </a:cubicBezTo>
                <a:cubicBezTo>
                  <a:pt x="243550" y="63779"/>
                  <a:pt x="245955" y="64831"/>
                  <a:pt x="248031" y="66952"/>
                </a:cubicBezTo>
                <a:cubicBezTo>
                  <a:pt x="250107" y="69065"/>
                  <a:pt x="251149" y="71497"/>
                  <a:pt x="251149" y="74240"/>
                </a:cubicBezTo>
                <a:cubicBezTo>
                  <a:pt x="251149" y="76992"/>
                  <a:pt x="250107" y="79397"/>
                  <a:pt x="248031" y="81473"/>
                </a:cubicBezTo>
                <a:lnTo>
                  <a:pt x="238604" y="90901"/>
                </a:lnTo>
                <a:cubicBezTo>
                  <a:pt x="246193" y="99386"/>
                  <a:pt x="252640" y="109655"/>
                  <a:pt x="257971" y="121707"/>
                </a:cubicBezTo>
                <a:cubicBezTo>
                  <a:pt x="263292" y="133758"/>
                  <a:pt x="265953" y="148096"/>
                  <a:pt x="265953" y="164738"/>
                </a:cubicBezTo>
                <a:cubicBezTo>
                  <a:pt x="265953" y="180557"/>
                  <a:pt x="262908" y="195444"/>
                  <a:pt x="256837" y="209407"/>
                </a:cubicBezTo>
                <a:cubicBezTo>
                  <a:pt x="250783" y="223360"/>
                  <a:pt x="242526" y="235540"/>
                  <a:pt x="232066" y="245955"/>
                </a:cubicBezTo>
                <a:cubicBezTo>
                  <a:pt x="221632" y="256370"/>
                  <a:pt x="209434" y="264609"/>
                  <a:pt x="195480" y="270662"/>
                </a:cubicBezTo>
                <a:cubicBezTo>
                  <a:pt x="181545" y="276725"/>
                  <a:pt x="166668" y="279752"/>
                  <a:pt x="150849" y="279752"/>
                </a:cubicBezTo>
                <a:cubicBezTo>
                  <a:pt x="135020" y="279752"/>
                  <a:pt x="120143" y="276707"/>
                  <a:pt x="106208" y="270635"/>
                </a:cubicBezTo>
                <a:close/>
                <a:moveTo>
                  <a:pt x="217234" y="231032"/>
                </a:moveTo>
                <a:cubicBezTo>
                  <a:pt x="235421" y="212881"/>
                  <a:pt x="244511" y="190780"/>
                  <a:pt x="244511" y="164738"/>
                </a:cubicBezTo>
                <a:cubicBezTo>
                  <a:pt x="244511" y="138687"/>
                  <a:pt x="235431" y="116577"/>
                  <a:pt x="217261" y="98380"/>
                </a:cubicBezTo>
                <a:cubicBezTo>
                  <a:pt x="199074" y="80193"/>
                  <a:pt x="176955" y="71104"/>
                  <a:pt x="150903" y="71104"/>
                </a:cubicBezTo>
                <a:cubicBezTo>
                  <a:pt x="124861" y="71104"/>
                  <a:pt x="102742" y="80193"/>
                  <a:pt x="84555" y="98380"/>
                </a:cubicBezTo>
                <a:cubicBezTo>
                  <a:pt x="66367" y="116549"/>
                  <a:pt x="57269" y="138669"/>
                  <a:pt x="57269" y="164738"/>
                </a:cubicBezTo>
                <a:cubicBezTo>
                  <a:pt x="57269" y="190780"/>
                  <a:pt x="66358" y="212891"/>
                  <a:pt x="84518" y="231060"/>
                </a:cubicBezTo>
                <a:cubicBezTo>
                  <a:pt x="102715" y="249229"/>
                  <a:pt x="124825" y="258309"/>
                  <a:pt x="150876" y="258309"/>
                </a:cubicBezTo>
                <a:cubicBezTo>
                  <a:pt x="176927" y="258309"/>
                  <a:pt x="199037" y="249238"/>
                  <a:pt x="217234" y="231096"/>
                </a:cubicBezTo>
                <a:close/>
                <a:moveTo>
                  <a:pt x="150876" y="16502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24" name="圖示 等待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7475" y="257056"/>
                </a:moveTo>
                <a:lnTo>
                  <a:pt x="204250" y="257056"/>
                </a:lnTo>
                <a:lnTo>
                  <a:pt x="204250" y="217828"/>
                </a:lnTo>
                <a:cubicBezTo>
                  <a:pt x="204250" y="202951"/>
                  <a:pt x="199074" y="190378"/>
                  <a:pt x="188723" y="180109"/>
                </a:cubicBezTo>
                <a:cubicBezTo>
                  <a:pt x="178372" y="169859"/>
                  <a:pt x="165744" y="164738"/>
                  <a:pt x="150849" y="164738"/>
                </a:cubicBezTo>
                <a:cubicBezTo>
                  <a:pt x="135944" y="164738"/>
                  <a:pt x="123316" y="169859"/>
                  <a:pt x="112965" y="180109"/>
                </a:cubicBezTo>
                <a:cubicBezTo>
                  <a:pt x="102614" y="190360"/>
                  <a:pt x="97438" y="202924"/>
                  <a:pt x="97438" y="217828"/>
                </a:cubicBezTo>
                <a:lnTo>
                  <a:pt x="97438" y="257056"/>
                </a:lnTo>
                <a:close/>
                <a:moveTo>
                  <a:pt x="188723" y="121460"/>
                </a:moveTo>
                <a:cubicBezTo>
                  <a:pt x="199074" y="111100"/>
                  <a:pt x="204250" y="98481"/>
                  <a:pt x="204250" y="83576"/>
                </a:cubicBezTo>
                <a:lnTo>
                  <a:pt x="204250" y="44668"/>
                </a:lnTo>
                <a:lnTo>
                  <a:pt x="97475" y="44668"/>
                </a:lnTo>
                <a:lnTo>
                  <a:pt x="97475" y="83613"/>
                </a:lnTo>
                <a:cubicBezTo>
                  <a:pt x="97475" y="98490"/>
                  <a:pt x="102651" y="111118"/>
                  <a:pt x="113002" y="121487"/>
                </a:cubicBezTo>
                <a:cubicBezTo>
                  <a:pt x="123353" y="131838"/>
                  <a:pt x="135980" y="137014"/>
                  <a:pt x="150876" y="137014"/>
                </a:cubicBezTo>
                <a:cubicBezTo>
                  <a:pt x="165772" y="137014"/>
                  <a:pt x="178399" y="131838"/>
                  <a:pt x="188750" y="121487"/>
                </a:cubicBezTo>
                <a:close/>
                <a:moveTo>
                  <a:pt x="59125" y="278490"/>
                </a:moveTo>
                <a:cubicBezTo>
                  <a:pt x="56044" y="278490"/>
                  <a:pt x="53483" y="277475"/>
                  <a:pt x="51453" y="275445"/>
                </a:cubicBezTo>
                <a:cubicBezTo>
                  <a:pt x="49423" y="273415"/>
                  <a:pt x="48408" y="270854"/>
                  <a:pt x="48408" y="267773"/>
                </a:cubicBezTo>
                <a:cubicBezTo>
                  <a:pt x="48408" y="264691"/>
                  <a:pt x="49423" y="262140"/>
                  <a:pt x="51453" y="260101"/>
                </a:cubicBezTo>
                <a:cubicBezTo>
                  <a:pt x="53483" y="258071"/>
                  <a:pt x="56044" y="257056"/>
                  <a:pt x="59125" y="257056"/>
                </a:cubicBezTo>
                <a:lnTo>
                  <a:pt x="76069" y="257056"/>
                </a:lnTo>
                <a:lnTo>
                  <a:pt x="76069" y="217828"/>
                </a:lnTo>
                <a:cubicBezTo>
                  <a:pt x="76069" y="203097"/>
                  <a:pt x="80138" y="189683"/>
                  <a:pt x="88294" y="177595"/>
                </a:cubicBezTo>
                <a:cubicBezTo>
                  <a:pt x="96469" y="165479"/>
                  <a:pt x="107314" y="156573"/>
                  <a:pt x="120829" y="150876"/>
                </a:cubicBezTo>
                <a:cubicBezTo>
                  <a:pt x="107287" y="144969"/>
                  <a:pt x="96442" y="135953"/>
                  <a:pt x="88294" y="123846"/>
                </a:cubicBezTo>
                <a:cubicBezTo>
                  <a:pt x="80138" y="111731"/>
                  <a:pt x="76069" y="98325"/>
                  <a:pt x="76069" y="83613"/>
                </a:cubicBezTo>
                <a:lnTo>
                  <a:pt x="76069" y="44696"/>
                </a:lnTo>
                <a:lnTo>
                  <a:pt x="59125" y="44696"/>
                </a:lnTo>
                <a:cubicBezTo>
                  <a:pt x="56044" y="44696"/>
                  <a:pt x="53483" y="43681"/>
                  <a:pt x="51453" y="41651"/>
                </a:cubicBezTo>
                <a:cubicBezTo>
                  <a:pt x="49423" y="39612"/>
                  <a:pt x="48408" y="37061"/>
                  <a:pt x="48408" y="33979"/>
                </a:cubicBezTo>
                <a:cubicBezTo>
                  <a:pt x="48408" y="30898"/>
                  <a:pt x="49423" y="28328"/>
                  <a:pt x="51453" y="26280"/>
                </a:cubicBezTo>
                <a:cubicBezTo>
                  <a:pt x="53483" y="24222"/>
                  <a:pt x="56044" y="23198"/>
                  <a:pt x="59125" y="23198"/>
                </a:cubicBezTo>
                <a:lnTo>
                  <a:pt x="242627" y="23198"/>
                </a:lnTo>
                <a:cubicBezTo>
                  <a:pt x="245708" y="23198"/>
                  <a:pt x="248278" y="24222"/>
                  <a:pt x="250326" y="26280"/>
                </a:cubicBezTo>
                <a:cubicBezTo>
                  <a:pt x="252384" y="28328"/>
                  <a:pt x="253408" y="30898"/>
                  <a:pt x="253408" y="33979"/>
                </a:cubicBezTo>
                <a:cubicBezTo>
                  <a:pt x="253408" y="37061"/>
                  <a:pt x="252384" y="39612"/>
                  <a:pt x="250326" y="41651"/>
                </a:cubicBezTo>
                <a:cubicBezTo>
                  <a:pt x="248278" y="43681"/>
                  <a:pt x="245708" y="44696"/>
                  <a:pt x="242627" y="44696"/>
                </a:cubicBezTo>
                <a:lnTo>
                  <a:pt x="225747" y="44696"/>
                </a:lnTo>
                <a:lnTo>
                  <a:pt x="225747" y="83613"/>
                </a:lnTo>
                <a:cubicBezTo>
                  <a:pt x="225747" y="98344"/>
                  <a:pt x="221669" y="111749"/>
                  <a:pt x="213522" y="123846"/>
                </a:cubicBezTo>
                <a:cubicBezTo>
                  <a:pt x="205365" y="135953"/>
                  <a:pt x="194529" y="144969"/>
                  <a:pt x="180987" y="150876"/>
                </a:cubicBezTo>
                <a:cubicBezTo>
                  <a:pt x="194529" y="156573"/>
                  <a:pt x="205365" y="165479"/>
                  <a:pt x="213522" y="177595"/>
                </a:cubicBezTo>
                <a:cubicBezTo>
                  <a:pt x="221669" y="189701"/>
                  <a:pt x="225747" y="203116"/>
                  <a:pt x="225747" y="217828"/>
                </a:cubicBezTo>
                <a:lnTo>
                  <a:pt x="225747" y="257056"/>
                </a:lnTo>
                <a:lnTo>
                  <a:pt x="242627" y="257056"/>
                </a:lnTo>
                <a:cubicBezTo>
                  <a:pt x="245708" y="257056"/>
                  <a:pt x="248278" y="258071"/>
                  <a:pt x="250326" y="260101"/>
                </a:cubicBezTo>
                <a:cubicBezTo>
                  <a:pt x="252384" y="262140"/>
                  <a:pt x="253408" y="264691"/>
                  <a:pt x="253408" y="267773"/>
                </a:cubicBezTo>
                <a:cubicBezTo>
                  <a:pt x="253408" y="270854"/>
                  <a:pt x="252384" y="273415"/>
                  <a:pt x="250326" y="275445"/>
                </a:cubicBezTo>
                <a:cubicBezTo>
                  <a:pt x="248278" y="277475"/>
                  <a:pt x="245708" y="278490"/>
                  <a:pt x="242627" y="278490"/>
                </a:cubicBezTo>
                <a:lnTo>
                  <a:pt x="59125" y="2784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26" name="圖示 行事曆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69" y="278490"/>
                </a:moveTo>
                <a:cubicBezTo>
                  <a:pt x="51490" y="278490"/>
                  <a:pt x="46470" y="276368"/>
                  <a:pt x="42218" y="272107"/>
                </a:cubicBezTo>
                <a:cubicBezTo>
                  <a:pt x="37957" y="267855"/>
                  <a:pt x="35835" y="262835"/>
                  <a:pt x="35835" y="257056"/>
                </a:cubicBezTo>
                <a:lnTo>
                  <a:pt x="35835" y="63523"/>
                </a:lnTo>
                <a:cubicBezTo>
                  <a:pt x="35835" y="57717"/>
                  <a:pt x="37957" y="52688"/>
                  <a:pt x="42218" y="48436"/>
                </a:cubicBezTo>
                <a:cubicBezTo>
                  <a:pt x="46470" y="44184"/>
                  <a:pt x="51490" y="42053"/>
                  <a:pt x="57269" y="42053"/>
                </a:cubicBezTo>
                <a:lnTo>
                  <a:pt x="77011" y="42053"/>
                </a:lnTo>
                <a:lnTo>
                  <a:pt x="77011" y="33915"/>
                </a:lnTo>
                <a:cubicBezTo>
                  <a:pt x="77011" y="30916"/>
                  <a:pt x="78035" y="28374"/>
                  <a:pt x="80092" y="26280"/>
                </a:cubicBezTo>
                <a:cubicBezTo>
                  <a:pt x="82141" y="24204"/>
                  <a:pt x="84710" y="23162"/>
                  <a:pt x="87792" y="23162"/>
                </a:cubicBezTo>
                <a:cubicBezTo>
                  <a:pt x="90873" y="23162"/>
                  <a:pt x="93470" y="24204"/>
                  <a:pt x="95582" y="26280"/>
                </a:cubicBezTo>
                <a:cubicBezTo>
                  <a:pt x="97704" y="28356"/>
                  <a:pt x="98764" y="30898"/>
                  <a:pt x="98764" y="33915"/>
                </a:cubicBezTo>
                <a:lnTo>
                  <a:pt x="98764" y="42053"/>
                </a:lnTo>
                <a:lnTo>
                  <a:pt x="203088" y="42053"/>
                </a:lnTo>
                <a:lnTo>
                  <a:pt x="203088" y="33915"/>
                </a:lnTo>
                <a:cubicBezTo>
                  <a:pt x="203088" y="30916"/>
                  <a:pt x="204112" y="28374"/>
                  <a:pt x="206170" y="26280"/>
                </a:cubicBezTo>
                <a:cubicBezTo>
                  <a:pt x="208218" y="24204"/>
                  <a:pt x="210778" y="23162"/>
                  <a:pt x="213832" y="23162"/>
                </a:cubicBezTo>
                <a:cubicBezTo>
                  <a:pt x="216896" y="23162"/>
                  <a:pt x="219493" y="24204"/>
                  <a:pt x="221632" y="26280"/>
                </a:cubicBezTo>
                <a:cubicBezTo>
                  <a:pt x="223745" y="28356"/>
                  <a:pt x="224805" y="30898"/>
                  <a:pt x="224805" y="33915"/>
                </a:cubicBezTo>
                <a:lnTo>
                  <a:pt x="224805" y="42053"/>
                </a:lnTo>
                <a:lnTo>
                  <a:pt x="244575" y="42053"/>
                </a:lnTo>
                <a:cubicBezTo>
                  <a:pt x="250381" y="42053"/>
                  <a:pt x="255410" y="44184"/>
                  <a:pt x="259662" y="48436"/>
                </a:cubicBezTo>
                <a:cubicBezTo>
                  <a:pt x="263914" y="52688"/>
                  <a:pt x="266045" y="57717"/>
                  <a:pt x="266045" y="63523"/>
                </a:cubicBezTo>
                <a:lnTo>
                  <a:pt x="266045" y="257056"/>
                </a:lnTo>
                <a:cubicBezTo>
                  <a:pt x="266045" y="262835"/>
                  <a:pt x="263914" y="267855"/>
                  <a:pt x="259662" y="272107"/>
                </a:cubicBezTo>
                <a:cubicBezTo>
                  <a:pt x="255410" y="276368"/>
                  <a:pt x="250381" y="278490"/>
                  <a:pt x="244575" y="278490"/>
                </a:cubicBezTo>
                <a:lnTo>
                  <a:pt x="57333" y="278490"/>
                </a:lnTo>
                <a:close/>
                <a:moveTo>
                  <a:pt x="57269" y="257084"/>
                </a:moveTo>
                <a:lnTo>
                  <a:pt x="244511" y="257084"/>
                </a:lnTo>
                <a:lnTo>
                  <a:pt x="244511" y="122584"/>
                </a:lnTo>
                <a:lnTo>
                  <a:pt x="57269" y="122584"/>
                </a:lnTo>
                <a:lnTo>
                  <a:pt x="57269" y="257084"/>
                </a:lnTo>
                <a:close/>
                <a:moveTo>
                  <a:pt x="57269" y="103730"/>
                </a:moveTo>
                <a:lnTo>
                  <a:pt x="244511" y="103730"/>
                </a:lnTo>
                <a:lnTo>
                  <a:pt x="244511" y="63560"/>
                </a:lnTo>
                <a:lnTo>
                  <a:pt x="57269" y="63560"/>
                </a:lnTo>
                <a:lnTo>
                  <a:pt x="57269" y="103730"/>
                </a:lnTo>
                <a:close/>
                <a:moveTo>
                  <a:pt x="57269" y="103730"/>
                </a:moveTo>
                <a:lnTo>
                  <a:pt x="57269" y="63560"/>
                </a:lnTo>
                <a:lnTo>
                  <a:pt x="57269" y="103730"/>
                </a:lnTo>
                <a:close/>
                <a:moveTo>
                  <a:pt x="150903" y="176461"/>
                </a:moveTo>
                <a:cubicBezTo>
                  <a:pt x="147218" y="176461"/>
                  <a:pt x="144128" y="175217"/>
                  <a:pt x="141631" y="172721"/>
                </a:cubicBezTo>
                <a:cubicBezTo>
                  <a:pt x="139144" y="170225"/>
                  <a:pt x="137892" y="167143"/>
                  <a:pt x="137892" y="163476"/>
                </a:cubicBezTo>
                <a:cubicBezTo>
                  <a:pt x="137892" y="159810"/>
                  <a:pt x="139144" y="156719"/>
                  <a:pt x="141631" y="154204"/>
                </a:cubicBezTo>
                <a:cubicBezTo>
                  <a:pt x="144128" y="151690"/>
                  <a:pt x="147218" y="150437"/>
                  <a:pt x="150903" y="150437"/>
                </a:cubicBezTo>
                <a:cubicBezTo>
                  <a:pt x="154598" y="150437"/>
                  <a:pt x="157688" y="151681"/>
                  <a:pt x="160185" y="154177"/>
                </a:cubicBezTo>
                <a:cubicBezTo>
                  <a:pt x="162672" y="156673"/>
                  <a:pt x="163924" y="159755"/>
                  <a:pt x="163924" y="163422"/>
                </a:cubicBezTo>
                <a:cubicBezTo>
                  <a:pt x="163924" y="167088"/>
                  <a:pt x="162672" y="170179"/>
                  <a:pt x="160185" y="172694"/>
                </a:cubicBezTo>
                <a:cubicBezTo>
                  <a:pt x="157688" y="175208"/>
                  <a:pt x="154598" y="176461"/>
                  <a:pt x="150903" y="176461"/>
                </a:cubicBezTo>
                <a:close/>
                <a:moveTo>
                  <a:pt x="91339" y="172721"/>
                </a:moveTo>
                <a:cubicBezTo>
                  <a:pt x="88825" y="170225"/>
                  <a:pt x="87572" y="167143"/>
                  <a:pt x="87572" y="163476"/>
                </a:cubicBezTo>
                <a:cubicBezTo>
                  <a:pt x="87572" y="159810"/>
                  <a:pt x="88816" y="156719"/>
                  <a:pt x="91312" y="154204"/>
                </a:cubicBezTo>
                <a:cubicBezTo>
                  <a:pt x="93808" y="151690"/>
                  <a:pt x="96890" y="150437"/>
                  <a:pt x="100557" y="150437"/>
                </a:cubicBezTo>
                <a:cubicBezTo>
                  <a:pt x="104223" y="150437"/>
                  <a:pt x="107314" y="151681"/>
                  <a:pt x="109829" y="154177"/>
                </a:cubicBezTo>
                <a:cubicBezTo>
                  <a:pt x="112343" y="156673"/>
                  <a:pt x="113596" y="159755"/>
                  <a:pt x="113596" y="163422"/>
                </a:cubicBezTo>
                <a:cubicBezTo>
                  <a:pt x="113596" y="167088"/>
                  <a:pt x="112352" y="170179"/>
                  <a:pt x="109856" y="172694"/>
                </a:cubicBezTo>
                <a:cubicBezTo>
                  <a:pt x="107360" y="175208"/>
                  <a:pt x="104278" y="176461"/>
                  <a:pt x="100611" y="176461"/>
                </a:cubicBezTo>
                <a:cubicBezTo>
                  <a:pt x="96945" y="176461"/>
                  <a:pt x="93854" y="175217"/>
                  <a:pt x="91339" y="172721"/>
                </a:cubicBezTo>
                <a:close/>
                <a:moveTo>
                  <a:pt x="201195" y="176461"/>
                </a:moveTo>
                <a:cubicBezTo>
                  <a:pt x="197574" y="176461"/>
                  <a:pt x="194493" y="175217"/>
                  <a:pt x="191960" y="172721"/>
                </a:cubicBezTo>
                <a:cubicBezTo>
                  <a:pt x="189427" y="170225"/>
                  <a:pt x="188156" y="167143"/>
                  <a:pt x="188156" y="163476"/>
                </a:cubicBezTo>
                <a:cubicBezTo>
                  <a:pt x="188156" y="159810"/>
                  <a:pt x="189427" y="156719"/>
                  <a:pt x="191960" y="154204"/>
                </a:cubicBezTo>
                <a:cubicBezTo>
                  <a:pt x="194493" y="151690"/>
                  <a:pt x="197574" y="150437"/>
                  <a:pt x="201195" y="150437"/>
                </a:cubicBezTo>
                <a:cubicBezTo>
                  <a:pt x="204844" y="150437"/>
                  <a:pt x="207925" y="151681"/>
                  <a:pt x="210440" y="154177"/>
                </a:cubicBezTo>
                <a:cubicBezTo>
                  <a:pt x="212955" y="156673"/>
                  <a:pt x="214216" y="159755"/>
                  <a:pt x="214216" y="163422"/>
                </a:cubicBezTo>
                <a:cubicBezTo>
                  <a:pt x="214216" y="167088"/>
                  <a:pt x="212964" y="170179"/>
                  <a:pt x="210477" y="172694"/>
                </a:cubicBezTo>
                <a:cubicBezTo>
                  <a:pt x="207980" y="175208"/>
                  <a:pt x="204890" y="176461"/>
                  <a:pt x="201195" y="176461"/>
                </a:cubicBezTo>
                <a:close/>
                <a:moveTo>
                  <a:pt x="150903" y="226753"/>
                </a:moveTo>
                <a:cubicBezTo>
                  <a:pt x="147218" y="226753"/>
                  <a:pt x="144128" y="225482"/>
                  <a:pt x="141631" y="222949"/>
                </a:cubicBezTo>
                <a:cubicBezTo>
                  <a:pt x="139144" y="220416"/>
                  <a:pt x="137892" y="217335"/>
                  <a:pt x="137892" y="213714"/>
                </a:cubicBezTo>
                <a:cubicBezTo>
                  <a:pt x="137892" y="210065"/>
                  <a:pt x="139144" y="206984"/>
                  <a:pt x="141631" y="204469"/>
                </a:cubicBezTo>
                <a:cubicBezTo>
                  <a:pt x="144128" y="201954"/>
                  <a:pt x="147218" y="200693"/>
                  <a:pt x="150903" y="200693"/>
                </a:cubicBezTo>
                <a:cubicBezTo>
                  <a:pt x="154598" y="200693"/>
                  <a:pt x="157688" y="201945"/>
                  <a:pt x="160175" y="204442"/>
                </a:cubicBezTo>
                <a:cubicBezTo>
                  <a:pt x="162672" y="206929"/>
                  <a:pt x="163924" y="210019"/>
                  <a:pt x="163924" y="213714"/>
                </a:cubicBezTo>
                <a:cubicBezTo>
                  <a:pt x="163924" y="217335"/>
                  <a:pt x="162672" y="220416"/>
                  <a:pt x="160175" y="222949"/>
                </a:cubicBezTo>
                <a:cubicBezTo>
                  <a:pt x="157688" y="225482"/>
                  <a:pt x="154598" y="226753"/>
                  <a:pt x="150903" y="226753"/>
                </a:cubicBezTo>
                <a:close/>
                <a:moveTo>
                  <a:pt x="91339" y="222949"/>
                </a:moveTo>
                <a:cubicBezTo>
                  <a:pt x="88825" y="220416"/>
                  <a:pt x="87572" y="217335"/>
                  <a:pt x="87572" y="213714"/>
                </a:cubicBezTo>
                <a:cubicBezTo>
                  <a:pt x="87572" y="210065"/>
                  <a:pt x="88816" y="206984"/>
                  <a:pt x="91312" y="204469"/>
                </a:cubicBezTo>
                <a:cubicBezTo>
                  <a:pt x="93808" y="201954"/>
                  <a:pt x="96890" y="200693"/>
                  <a:pt x="100557" y="200693"/>
                </a:cubicBezTo>
                <a:cubicBezTo>
                  <a:pt x="104223" y="200693"/>
                  <a:pt x="107314" y="201945"/>
                  <a:pt x="109829" y="204442"/>
                </a:cubicBezTo>
                <a:cubicBezTo>
                  <a:pt x="112343" y="206929"/>
                  <a:pt x="113596" y="210019"/>
                  <a:pt x="113596" y="213714"/>
                </a:cubicBezTo>
                <a:cubicBezTo>
                  <a:pt x="113596" y="217335"/>
                  <a:pt x="112352" y="220416"/>
                  <a:pt x="109856" y="222949"/>
                </a:cubicBezTo>
                <a:cubicBezTo>
                  <a:pt x="107360" y="225482"/>
                  <a:pt x="104278" y="226753"/>
                  <a:pt x="100611" y="226753"/>
                </a:cubicBezTo>
                <a:cubicBezTo>
                  <a:pt x="96945" y="226753"/>
                  <a:pt x="93854" y="225482"/>
                  <a:pt x="91339" y="222949"/>
                </a:cubicBezTo>
                <a:close/>
                <a:moveTo>
                  <a:pt x="201195" y="226753"/>
                </a:moveTo>
                <a:cubicBezTo>
                  <a:pt x="197574" y="226753"/>
                  <a:pt x="194493" y="225482"/>
                  <a:pt x="191960" y="222949"/>
                </a:cubicBezTo>
                <a:cubicBezTo>
                  <a:pt x="189427" y="220416"/>
                  <a:pt x="188156" y="217335"/>
                  <a:pt x="188156" y="213714"/>
                </a:cubicBezTo>
                <a:cubicBezTo>
                  <a:pt x="188156" y="210065"/>
                  <a:pt x="189427" y="206984"/>
                  <a:pt x="191960" y="204469"/>
                </a:cubicBezTo>
                <a:cubicBezTo>
                  <a:pt x="194493" y="201954"/>
                  <a:pt x="197574" y="200693"/>
                  <a:pt x="201195" y="200693"/>
                </a:cubicBezTo>
                <a:cubicBezTo>
                  <a:pt x="204844" y="200693"/>
                  <a:pt x="207925" y="201945"/>
                  <a:pt x="210440" y="204442"/>
                </a:cubicBezTo>
                <a:cubicBezTo>
                  <a:pt x="212955" y="206929"/>
                  <a:pt x="214216" y="210019"/>
                  <a:pt x="214216" y="213714"/>
                </a:cubicBezTo>
                <a:cubicBezTo>
                  <a:pt x="214216" y="217335"/>
                  <a:pt x="212964" y="220416"/>
                  <a:pt x="210477" y="222949"/>
                </a:cubicBezTo>
                <a:cubicBezTo>
                  <a:pt x="207980" y="225482"/>
                  <a:pt x="204890" y="226753"/>
                  <a:pt x="201195" y="22675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28" name="圖示 事件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35"/>
                </a:moveTo>
                <a:cubicBezTo>
                  <a:pt x="160093" y="217828"/>
                  <a:pt x="157167" y="210595"/>
                  <a:pt x="157167" y="202046"/>
                </a:cubicBezTo>
                <a:cubicBezTo>
                  <a:pt x="157167" y="193496"/>
                  <a:pt x="160121" y="186291"/>
                  <a:pt x="166028" y="180420"/>
                </a:cubicBezTo>
                <a:cubicBezTo>
                  <a:pt x="171935" y="174559"/>
                  <a:pt x="179168" y="171624"/>
                  <a:pt x="187717" y="171624"/>
                </a:cubicBezTo>
                <a:cubicBezTo>
                  <a:pt x="196267" y="171624"/>
                  <a:pt x="203472" y="174577"/>
                  <a:pt x="209343" y="180484"/>
                </a:cubicBezTo>
                <a:cubicBezTo>
                  <a:pt x="215204" y="186391"/>
                  <a:pt x="218139" y="193624"/>
                  <a:pt x="218139" y="202174"/>
                </a:cubicBezTo>
                <a:cubicBezTo>
                  <a:pt x="218139" y="210723"/>
                  <a:pt x="215186" y="217929"/>
                  <a:pt x="209279" y="223799"/>
                </a:cubicBezTo>
                <a:cubicBezTo>
                  <a:pt x="203372" y="229670"/>
                  <a:pt x="196139" y="232605"/>
                  <a:pt x="187589" y="232605"/>
                </a:cubicBezTo>
                <a:cubicBezTo>
                  <a:pt x="179040" y="232605"/>
                  <a:pt x="171834" y="229642"/>
                  <a:pt x="165964" y="223735"/>
                </a:cubicBezTo>
                <a:close/>
                <a:moveTo>
                  <a:pt x="57269" y="278490"/>
                </a:moveTo>
                <a:cubicBezTo>
                  <a:pt x="51490" y="278490"/>
                  <a:pt x="46470" y="276368"/>
                  <a:pt x="42218" y="272107"/>
                </a:cubicBezTo>
                <a:cubicBezTo>
                  <a:pt x="37957" y="267855"/>
                  <a:pt x="35835" y="262835"/>
                  <a:pt x="35835" y="257056"/>
                </a:cubicBezTo>
                <a:lnTo>
                  <a:pt x="35835" y="63523"/>
                </a:lnTo>
                <a:cubicBezTo>
                  <a:pt x="35835" y="57717"/>
                  <a:pt x="37957" y="52688"/>
                  <a:pt x="42218" y="48436"/>
                </a:cubicBezTo>
                <a:cubicBezTo>
                  <a:pt x="46470" y="44184"/>
                  <a:pt x="51490" y="42053"/>
                  <a:pt x="57269" y="42053"/>
                </a:cubicBezTo>
                <a:lnTo>
                  <a:pt x="77011" y="42053"/>
                </a:lnTo>
                <a:lnTo>
                  <a:pt x="77011" y="33915"/>
                </a:lnTo>
                <a:cubicBezTo>
                  <a:pt x="77011" y="30916"/>
                  <a:pt x="78035" y="28374"/>
                  <a:pt x="80092" y="26280"/>
                </a:cubicBezTo>
                <a:cubicBezTo>
                  <a:pt x="82141" y="24204"/>
                  <a:pt x="84710" y="23162"/>
                  <a:pt x="87792" y="23162"/>
                </a:cubicBezTo>
                <a:cubicBezTo>
                  <a:pt x="90873" y="23162"/>
                  <a:pt x="93470" y="24204"/>
                  <a:pt x="95582" y="26280"/>
                </a:cubicBezTo>
                <a:cubicBezTo>
                  <a:pt x="97704" y="28356"/>
                  <a:pt x="98764" y="30898"/>
                  <a:pt x="98764" y="33915"/>
                </a:cubicBezTo>
                <a:lnTo>
                  <a:pt x="98764" y="42053"/>
                </a:lnTo>
                <a:lnTo>
                  <a:pt x="203088" y="42053"/>
                </a:lnTo>
                <a:lnTo>
                  <a:pt x="203088" y="33915"/>
                </a:lnTo>
                <a:cubicBezTo>
                  <a:pt x="203088" y="30916"/>
                  <a:pt x="204112" y="28374"/>
                  <a:pt x="206170" y="26280"/>
                </a:cubicBezTo>
                <a:cubicBezTo>
                  <a:pt x="208218" y="24204"/>
                  <a:pt x="210778" y="23162"/>
                  <a:pt x="213832" y="23162"/>
                </a:cubicBezTo>
                <a:cubicBezTo>
                  <a:pt x="216896" y="23162"/>
                  <a:pt x="219493" y="24204"/>
                  <a:pt x="221632" y="26280"/>
                </a:cubicBezTo>
                <a:cubicBezTo>
                  <a:pt x="223745" y="28356"/>
                  <a:pt x="224805" y="30898"/>
                  <a:pt x="224805" y="33915"/>
                </a:cubicBezTo>
                <a:lnTo>
                  <a:pt x="224805" y="42053"/>
                </a:lnTo>
                <a:lnTo>
                  <a:pt x="244575" y="42053"/>
                </a:lnTo>
                <a:cubicBezTo>
                  <a:pt x="250381" y="42053"/>
                  <a:pt x="255410" y="44184"/>
                  <a:pt x="259662" y="48436"/>
                </a:cubicBezTo>
                <a:cubicBezTo>
                  <a:pt x="263914" y="52688"/>
                  <a:pt x="266045" y="57717"/>
                  <a:pt x="266045" y="63523"/>
                </a:cubicBezTo>
                <a:lnTo>
                  <a:pt x="266045" y="257056"/>
                </a:lnTo>
                <a:cubicBezTo>
                  <a:pt x="266045" y="262835"/>
                  <a:pt x="263914" y="267855"/>
                  <a:pt x="259662" y="272107"/>
                </a:cubicBezTo>
                <a:cubicBezTo>
                  <a:pt x="255410" y="276368"/>
                  <a:pt x="250381" y="278490"/>
                  <a:pt x="244575" y="278490"/>
                </a:cubicBezTo>
                <a:lnTo>
                  <a:pt x="57333" y="278490"/>
                </a:lnTo>
                <a:close/>
                <a:moveTo>
                  <a:pt x="57269" y="257084"/>
                </a:moveTo>
                <a:lnTo>
                  <a:pt x="244511" y="257084"/>
                </a:lnTo>
                <a:lnTo>
                  <a:pt x="244511" y="122584"/>
                </a:lnTo>
                <a:lnTo>
                  <a:pt x="57269" y="122584"/>
                </a:lnTo>
                <a:lnTo>
                  <a:pt x="57269" y="257084"/>
                </a:lnTo>
                <a:close/>
                <a:moveTo>
                  <a:pt x="57269" y="103730"/>
                </a:moveTo>
                <a:lnTo>
                  <a:pt x="244511" y="103730"/>
                </a:lnTo>
                <a:lnTo>
                  <a:pt x="244511" y="63560"/>
                </a:lnTo>
                <a:lnTo>
                  <a:pt x="57269" y="63560"/>
                </a:lnTo>
                <a:lnTo>
                  <a:pt x="57269" y="103730"/>
                </a:lnTo>
                <a:close/>
                <a:moveTo>
                  <a:pt x="57269" y="103730"/>
                </a:moveTo>
                <a:lnTo>
                  <a:pt x="57269" y="63560"/>
                </a:lnTo>
                <a:lnTo>
                  <a:pt x="57269" y="10373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30" name="圖示 已排程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2933"/>
                </a:moveTo>
                <a:lnTo>
                  <a:pt x="187114" y="151909"/>
                </a:lnTo>
                <a:cubicBezTo>
                  <a:pt x="189107" y="149925"/>
                  <a:pt x="191411" y="148983"/>
                  <a:pt x="194036" y="149084"/>
                </a:cubicBezTo>
                <a:cubicBezTo>
                  <a:pt x="196651" y="149194"/>
                  <a:pt x="198937" y="150236"/>
                  <a:pt x="200885" y="152229"/>
                </a:cubicBezTo>
                <a:cubicBezTo>
                  <a:pt x="202832" y="154223"/>
                  <a:pt x="203811" y="156536"/>
                  <a:pt x="203811" y="159179"/>
                </a:cubicBezTo>
                <a:cubicBezTo>
                  <a:pt x="203811" y="161812"/>
                  <a:pt x="202841" y="164071"/>
                  <a:pt x="200912" y="165936"/>
                </a:cubicBezTo>
                <a:lnTo>
                  <a:pt x="143616" y="223168"/>
                </a:lnTo>
                <a:cubicBezTo>
                  <a:pt x="141476" y="225308"/>
                  <a:pt x="138971" y="226378"/>
                  <a:pt x="136099" y="226378"/>
                </a:cubicBezTo>
                <a:cubicBezTo>
                  <a:pt x="133228" y="226378"/>
                  <a:pt x="130732" y="225308"/>
                  <a:pt x="128592" y="223168"/>
                </a:cubicBezTo>
                <a:lnTo>
                  <a:pt x="99011" y="193908"/>
                </a:lnTo>
                <a:cubicBezTo>
                  <a:pt x="97018" y="192042"/>
                  <a:pt x="96030" y="189775"/>
                  <a:pt x="96030" y="187114"/>
                </a:cubicBezTo>
                <a:cubicBezTo>
                  <a:pt x="96030" y="184480"/>
                  <a:pt x="97000" y="182158"/>
                  <a:pt x="98947" y="180173"/>
                </a:cubicBezTo>
                <a:cubicBezTo>
                  <a:pt x="100895" y="178180"/>
                  <a:pt x="103181" y="177238"/>
                  <a:pt x="105805" y="177339"/>
                </a:cubicBezTo>
                <a:cubicBezTo>
                  <a:pt x="108420" y="177448"/>
                  <a:pt x="110725" y="178390"/>
                  <a:pt x="112718" y="180173"/>
                </a:cubicBezTo>
                <a:lnTo>
                  <a:pt x="136099" y="202933"/>
                </a:lnTo>
                <a:close/>
                <a:moveTo>
                  <a:pt x="57269" y="278490"/>
                </a:moveTo>
                <a:cubicBezTo>
                  <a:pt x="51490" y="278490"/>
                  <a:pt x="46470" y="276368"/>
                  <a:pt x="42218" y="272107"/>
                </a:cubicBezTo>
                <a:cubicBezTo>
                  <a:pt x="37957" y="267855"/>
                  <a:pt x="35835" y="262835"/>
                  <a:pt x="35835" y="257056"/>
                </a:cubicBezTo>
                <a:lnTo>
                  <a:pt x="35835" y="63523"/>
                </a:lnTo>
                <a:cubicBezTo>
                  <a:pt x="35835" y="57717"/>
                  <a:pt x="37957" y="52688"/>
                  <a:pt x="42218" y="48436"/>
                </a:cubicBezTo>
                <a:cubicBezTo>
                  <a:pt x="46470" y="44184"/>
                  <a:pt x="51490" y="42053"/>
                  <a:pt x="57269" y="42053"/>
                </a:cubicBezTo>
                <a:lnTo>
                  <a:pt x="77011" y="42053"/>
                </a:lnTo>
                <a:lnTo>
                  <a:pt x="77011" y="33915"/>
                </a:lnTo>
                <a:cubicBezTo>
                  <a:pt x="77011" y="30916"/>
                  <a:pt x="78035" y="28374"/>
                  <a:pt x="80092" y="26280"/>
                </a:cubicBezTo>
                <a:cubicBezTo>
                  <a:pt x="82141" y="24204"/>
                  <a:pt x="84710" y="23162"/>
                  <a:pt x="87792" y="23162"/>
                </a:cubicBezTo>
                <a:cubicBezTo>
                  <a:pt x="90873" y="23162"/>
                  <a:pt x="93470" y="24204"/>
                  <a:pt x="95582" y="26280"/>
                </a:cubicBezTo>
                <a:cubicBezTo>
                  <a:pt x="97704" y="28356"/>
                  <a:pt x="98764" y="30898"/>
                  <a:pt x="98764" y="33915"/>
                </a:cubicBezTo>
                <a:lnTo>
                  <a:pt x="98764" y="42053"/>
                </a:lnTo>
                <a:lnTo>
                  <a:pt x="203088" y="42053"/>
                </a:lnTo>
                <a:lnTo>
                  <a:pt x="203088" y="33915"/>
                </a:lnTo>
                <a:cubicBezTo>
                  <a:pt x="203088" y="30916"/>
                  <a:pt x="204112" y="28374"/>
                  <a:pt x="206170" y="26280"/>
                </a:cubicBezTo>
                <a:cubicBezTo>
                  <a:pt x="208218" y="24204"/>
                  <a:pt x="210778" y="23162"/>
                  <a:pt x="213832" y="23162"/>
                </a:cubicBezTo>
                <a:cubicBezTo>
                  <a:pt x="216896" y="23162"/>
                  <a:pt x="219493" y="24204"/>
                  <a:pt x="221632" y="26280"/>
                </a:cubicBezTo>
                <a:cubicBezTo>
                  <a:pt x="223745" y="28356"/>
                  <a:pt x="224805" y="30898"/>
                  <a:pt x="224805" y="33915"/>
                </a:cubicBezTo>
                <a:lnTo>
                  <a:pt x="224805" y="42053"/>
                </a:lnTo>
                <a:lnTo>
                  <a:pt x="244575" y="42053"/>
                </a:lnTo>
                <a:cubicBezTo>
                  <a:pt x="250381" y="42053"/>
                  <a:pt x="255410" y="44184"/>
                  <a:pt x="259662" y="48436"/>
                </a:cubicBezTo>
                <a:cubicBezTo>
                  <a:pt x="263914" y="52688"/>
                  <a:pt x="266045" y="57717"/>
                  <a:pt x="266045" y="63523"/>
                </a:cubicBezTo>
                <a:lnTo>
                  <a:pt x="266045" y="257056"/>
                </a:lnTo>
                <a:cubicBezTo>
                  <a:pt x="266045" y="262835"/>
                  <a:pt x="263914" y="267855"/>
                  <a:pt x="259662" y="272107"/>
                </a:cubicBezTo>
                <a:cubicBezTo>
                  <a:pt x="255410" y="276368"/>
                  <a:pt x="250381" y="278490"/>
                  <a:pt x="244575" y="278490"/>
                </a:cubicBezTo>
                <a:lnTo>
                  <a:pt x="57333" y="278490"/>
                </a:lnTo>
                <a:close/>
                <a:moveTo>
                  <a:pt x="57269" y="257084"/>
                </a:moveTo>
                <a:lnTo>
                  <a:pt x="244511" y="257084"/>
                </a:lnTo>
                <a:lnTo>
                  <a:pt x="244511" y="122584"/>
                </a:lnTo>
                <a:lnTo>
                  <a:pt x="57269" y="122584"/>
                </a:lnTo>
                <a:lnTo>
                  <a:pt x="57269" y="257084"/>
                </a:lnTo>
                <a:close/>
                <a:moveTo>
                  <a:pt x="57269" y="103730"/>
                </a:moveTo>
                <a:lnTo>
                  <a:pt x="244511" y="103730"/>
                </a:lnTo>
                <a:lnTo>
                  <a:pt x="244511" y="63560"/>
                </a:lnTo>
                <a:lnTo>
                  <a:pt x="57269" y="63560"/>
                </a:lnTo>
                <a:lnTo>
                  <a:pt x="57269" y="103730"/>
                </a:lnTo>
                <a:close/>
                <a:moveTo>
                  <a:pt x="57269" y="103730"/>
                </a:moveTo>
                <a:lnTo>
                  <a:pt x="57269" y="63560"/>
                </a:lnTo>
                <a:lnTo>
                  <a:pt x="57269" y="10373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32" name="圖示 文件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139" y="223324"/>
                </a:moveTo>
                <a:lnTo>
                  <a:pt x="191677" y="223324"/>
                </a:lnTo>
                <a:cubicBezTo>
                  <a:pt x="194465" y="223324"/>
                  <a:pt x="196788" y="222373"/>
                  <a:pt x="198653" y="220471"/>
                </a:cubicBezTo>
                <a:cubicBezTo>
                  <a:pt x="200519" y="218560"/>
                  <a:pt x="201461" y="216201"/>
                  <a:pt x="201479" y="213394"/>
                </a:cubicBezTo>
                <a:cubicBezTo>
                  <a:pt x="201479" y="210605"/>
                  <a:pt x="200537" y="208282"/>
                  <a:pt x="198653" y="206417"/>
                </a:cubicBezTo>
                <a:cubicBezTo>
                  <a:pt x="196770" y="204551"/>
                  <a:pt x="194438" y="203619"/>
                  <a:pt x="191677" y="203619"/>
                </a:cubicBezTo>
                <a:lnTo>
                  <a:pt x="110075" y="203619"/>
                </a:lnTo>
                <a:cubicBezTo>
                  <a:pt x="107287" y="203619"/>
                  <a:pt x="104964" y="204560"/>
                  <a:pt x="103099" y="206444"/>
                </a:cubicBezTo>
                <a:cubicBezTo>
                  <a:pt x="101233" y="208337"/>
                  <a:pt x="100291" y="210678"/>
                  <a:pt x="100273" y="213494"/>
                </a:cubicBezTo>
                <a:cubicBezTo>
                  <a:pt x="100273" y="216274"/>
                  <a:pt x="101215" y="218615"/>
                  <a:pt x="103099" y="220498"/>
                </a:cubicBezTo>
                <a:cubicBezTo>
                  <a:pt x="104982" y="222382"/>
                  <a:pt x="107332" y="223324"/>
                  <a:pt x="110139" y="223324"/>
                </a:cubicBezTo>
                <a:close/>
                <a:moveTo>
                  <a:pt x="110139" y="169896"/>
                </a:moveTo>
                <a:lnTo>
                  <a:pt x="191677" y="169896"/>
                </a:lnTo>
                <a:cubicBezTo>
                  <a:pt x="194465" y="169896"/>
                  <a:pt x="196788" y="168935"/>
                  <a:pt x="198653" y="167033"/>
                </a:cubicBezTo>
                <a:cubicBezTo>
                  <a:pt x="200519" y="165122"/>
                  <a:pt x="201461" y="162772"/>
                  <a:pt x="201479" y="159956"/>
                </a:cubicBezTo>
                <a:cubicBezTo>
                  <a:pt x="201479" y="157176"/>
                  <a:pt x="200537" y="154844"/>
                  <a:pt x="198653" y="152979"/>
                </a:cubicBezTo>
                <a:cubicBezTo>
                  <a:pt x="196770" y="151114"/>
                  <a:pt x="194438" y="150181"/>
                  <a:pt x="191677" y="150181"/>
                </a:cubicBezTo>
                <a:lnTo>
                  <a:pt x="110075" y="150181"/>
                </a:lnTo>
                <a:cubicBezTo>
                  <a:pt x="107287" y="150181"/>
                  <a:pt x="104964" y="151132"/>
                  <a:pt x="103099" y="153016"/>
                </a:cubicBezTo>
                <a:cubicBezTo>
                  <a:pt x="101233" y="154899"/>
                  <a:pt x="100291" y="157249"/>
                  <a:pt x="100273" y="160057"/>
                </a:cubicBezTo>
                <a:cubicBezTo>
                  <a:pt x="100273" y="162845"/>
                  <a:pt x="101215" y="165177"/>
                  <a:pt x="103099" y="167061"/>
                </a:cubicBezTo>
                <a:cubicBezTo>
                  <a:pt x="104982" y="168954"/>
                  <a:pt x="107332" y="169896"/>
                  <a:pt x="110139" y="169896"/>
                </a:cubicBezTo>
                <a:close/>
                <a:moveTo>
                  <a:pt x="69842" y="278490"/>
                </a:moveTo>
                <a:cubicBezTo>
                  <a:pt x="64063" y="278490"/>
                  <a:pt x="59043" y="276368"/>
                  <a:pt x="54791" y="272107"/>
                </a:cubicBezTo>
                <a:cubicBezTo>
                  <a:pt x="50530" y="267855"/>
                  <a:pt x="48408" y="262835"/>
                  <a:pt x="48408" y="257056"/>
                </a:cubicBezTo>
                <a:lnTo>
                  <a:pt x="48408" y="44668"/>
                </a:lnTo>
                <a:cubicBezTo>
                  <a:pt x="48408" y="38862"/>
                  <a:pt x="50530" y="33833"/>
                  <a:pt x="54791" y="29581"/>
                </a:cubicBezTo>
                <a:cubicBezTo>
                  <a:pt x="59043" y="25320"/>
                  <a:pt x="64063" y="23198"/>
                  <a:pt x="69842" y="23198"/>
                </a:cubicBezTo>
                <a:lnTo>
                  <a:pt x="174486" y="23198"/>
                </a:lnTo>
                <a:cubicBezTo>
                  <a:pt x="177458" y="23198"/>
                  <a:pt x="180283" y="23793"/>
                  <a:pt x="182971" y="24991"/>
                </a:cubicBezTo>
                <a:cubicBezTo>
                  <a:pt x="185651" y="26179"/>
                  <a:pt x="187955" y="27743"/>
                  <a:pt x="189884" y="29672"/>
                </a:cubicBezTo>
                <a:lnTo>
                  <a:pt x="246961" y="86758"/>
                </a:lnTo>
                <a:cubicBezTo>
                  <a:pt x="248891" y="88679"/>
                  <a:pt x="250454" y="90983"/>
                  <a:pt x="251652" y="93671"/>
                </a:cubicBezTo>
                <a:cubicBezTo>
                  <a:pt x="252841" y="96350"/>
                  <a:pt x="253444" y="99176"/>
                  <a:pt x="253444" y="102157"/>
                </a:cubicBezTo>
                <a:lnTo>
                  <a:pt x="253444" y="257084"/>
                </a:lnTo>
                <a:cubicBezTo>
                  <a:pt x="253444" y="262872"/>
                  <a:pt x="251314" y="267892"/>
                  <a:pt x="247062" y="272144"/>
                </a:cubicBezTo>
                <a:cubicBezTo>
                  <a:pt x="242810" y="276396"/>
                  <a:pt x="237781" y="278526"/>
                  <a:pt x="231974" y="278526"/>
                </a:cubicBezTo>
                <a:lnTo>
                  <a:pt x="69878" y="278526"/>
                </a:lnTo>
                <a:close/>
                <a:moveTo>
                  <a:pt x="172529" y="92446"/>
                </a:moveTo>
                <a:lnTo>
                  <a:pt x="172529" y="44696"/>
                </a:lnTo>
                <a:lnTo>
                  <a:pt x="69842" y="44696"/>
                </a:lnTo>
                <a:lnTo>
                  <a:pt x="69842" y="257084"/>
                </a:lnTo>
                <a:lnTo>
                  <a:pt x="231938" y="257084"/>
                </a:lnTo>
                <a:lnTo>
                  <a:pt x="231938" y="103163"/>
                </a:lnTo>
                <a:lnTo>
                  <a:pt x="183218" y="103163"/>
                </a:lnTo>
                <a:cubicBezTo>
                  <a:pt x="180201" y="103163"/>
                  <a:pt x="177668" y="102138"/>
                  <a:pt x="175611" y="100081"/>
                </a:cubicBezTo>
                <a:cubicBezTo>
                  <a:pt x="173562" y="98024"/>
                  <a:pt x="172529" y="95491"/>
                  <a:pt x="172529" y="92473"/>
                </a:cubicBezTo>
                <a:close/>
                <a:moveTo>
                  <a:pt x="69842" y="44696"/>
                </a:moveTo>
                <a:lnTo>
                  <a:pt x="69842" y="103163"/>
                </a:lnTo>
                <a:lnTo>
                  <a:pt x="69842" y="44696"/>
                </a:lnTo>
                <a:lnTo>
                  <a:pt x="69842" y="257084"/>
                </a:lnTo>
                <a:lnTo>
                  <a:pt x="69842" y="4469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34" name="圖示 報告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69" y="265917"/>
                </a:moveTo>
                <a:cubicBezTo>
                  <a:pt x="51490" y="265917"/>
                  <a:pt x="46470" y="263795"/>
                  <a:pt x="42218" y="259534"/>
                </a:cubicBezTo>
                <a:cubicBezTo>
                  <a:pt x="37957" y="255282"/>
                  <a:pt x="35835" y="250262"/>
                  <a:pt x="35835" y="244483"/>
                </a:cubicBezTo>
                <a:lnTo>
                  <a:pt x="35835" y="57241"/>
                </a:lnTo>
                <a:cubicBezTo>
                  <a:pt x="35835" y="51435"/>
                  <a:pt x="37957" y="46406"/>
                  <a:pt x="42218" y="42154"/>
                </a:cubicBezTo>
                <a:cubicBezTo>
                  <a:pt x="46470" y="37893"/>
                  <a:pt x="51490" y="35771"/>
                  <a:pt x="57269" y="35771"/>
                </a:cubicBezTo>
                <a:lnTo>
                  <a:pt x="244511" y="35771"/>
                </a:lnTo>
                <a:cubicBezTo>
                  <a:pt x="250317" y="35771"/>
                  <a:pt x="255346" y="37893"/>
                  <a:pt x="259598" y="42154"/>
                </a:cubicBezTo>
                <a:cubicBezTo>
                  <a:pt x="263859" y="46406"/>
                  <a:pt x="265981" y="51435"/>
                  <a:pt x="265981" y="57241"/>
                </a:cubicBezTo>
                <a:lnTo>
                  <a:pt x="265981" y="244483"/>
                </a:lnTo>
                <a:cubicBezTo>
                  <a:pt x="265981" y="250262"/>
                  <a:pt x="263859" y="255282"/>
                  <a:pt x="259598" y="259534"/>
                </a:cubicBezTo>
                <a:cubicBezTo>
                  <a:pt x="255346" y="263795"/>
                  <a:pt x="250317" y="265917"/>
                  <a:pt x="244511" y="265917"/>
                </a:cubicBezTo>
                <a:lnTo>
                  <a:pt x="57269" y="265917"/>
                </a:lnTo>
                <a:close/>
                <a:moveTo>
                  <a:pt x="57269" y="244511"/>
                </a:moveTo>
                <a:lnTo>
                  <a:pt x="244511" y="244511"/>
                </a:lnTo>
                <a:lnTo>
                  <a:pt x="244511" y="57269"/>
                </a:lnTo>
                <a:lnTo>
                  <a:pt x="57269" y="57269"/>
                </a:lnTo>
                <a:lnTo>
                  <a:pt x="57269" y="244511"/>
                </a:lnTo>
                <a:close/>
                <a:moveTo>
                  <a:pt x="57269" y="57269"/>
                </a:moveTo>
                <a:lnTo>
                  <a:pt x="57269" y="244511"/>
                </a:lnTo>
                <a:lnTo>
                  <a:pt x="57269" y="57269"/>
                </a:lnTo>
                <a:close/>
                <a:moveTo>
                  <a:pt x="96872" y="213677"/>
                </a:moveTo>
                <a:lnTo>
                  <a:pt x="164455" y="213677"/>
                </a:lnTo>
                <a:cubicBezTo>
                  <a:pt x="167070" y="213677"/>
                  <a:pt x="169310" y="212781"/>
                  <a:pt x="171148" y="210980"/>
                </a:cubicBezTo>
                <a:cubicBezTo>
                  <a:pt x="172995" y="209169"/>
                  <a:pt x="173919" y="206929"/>
                  <a:pt x="173919" y="204250"/>
                </a:cubicBezTo>
                <a:cubicBezTo>
                  <a:pt x="173919" y="201570"/>
                  <a:pt x="172995" y="199321"/>
                  <a:pt x="171148" y="197520"/>
                </a:cubicBezTo>
                <a:cubicBezTo>
                  <a:pt x="169329" y="195718"/>
                  <a:pt x="167097" y="194822"/>
                  <a:pt x="164455" y="194822"/>
                </a:cubicBezTo>
                <a:lnTo>
                  <a:pt x="96872" y="194822"/>
                </a:lnTo>
                <a:cubicBezTo>
                  <a:pt x="94192" y="194822"/>
                  <a:pt x="91952" y="195736"/>
                  <a:pt x="90151" y="197584"/>
                </a:cubicBezTo>
                <a:cubicBezTo>
                  <a:pt x="88349" y="199431"/>
                  <a:pt x="87444" y="201689"/>
                  <a:pt x="87444" y="204378"/>
                </a:cubicBezTo>
                <a:cubicBezTo>
                  <a:pt x="87444" y="207057"/>
                  <a:pt x="88349" y="209279"/>
                  <a:pt x="90151" y="211034"/>
                </a:cubicBezTo>
                <a:cubicBezTo>
                  <a:pt x="91952" y="212799"/>
                  <a:pt x="94192" y="213677"/>
                  <a:pt x="96872" y="213677"/>
                </a:cubicBezTo>
                <a:close/>
                <a:moveTo>
                  <a:pt x="96872" y="160303"/>
                </a:moveTo>
                <a:lnTo>
                  <a:pt x="204944" y="160303"/>
                </a:lnTo>
                <a:cubicBezTo>
                  <a:pt x="207560" y="160303"/>
                  <a:pt x="209791" y="159398"/>
                  <a:pt x="211638" y="157569"/>
                </a:cubicBezTo>
                <a:cubicBezTo>
                  <a:pt x="213458" y="155750"/>
                  <a:pt x="214372" y="153491"/>
                  <a:pt x="214372" y="150812"/>
                </a:cubicBezTo>
                <a:cubicBezTo>
                  <a:pt x="214372" y="148133"/>
                  <a:pt x="213458" y="145902"/>
                  <a:pt x="211638" y="144119"/>
                </a:cubicBezTo>
                <a:cubicBezTo>
                  <a:pt x="209791" y="142336"/>
                  <a:pt x="207560" y="141449"/>
                  <a:pt x="204944" y="141449"/>
                </a:cubicBezTo>
                <a:lnTo>
                  <a:pt x="96872" y="141449"/>
                </a:lnTo>
                <a:cubicBezTo>
                  <a:pt x="94192" y="141449"/>
                  <a:pt x="91952" y="142354"/>
                  <a:pt x="90151" y="144183"/>
                </a:cubicBezTo>
                <a:cubicBezTo>
                  <a:pt x="88349" y="146002"/>
                  <a:pt x="87444" y="148261"/>
                  <a:pt x="87444" y="150940"/>
                </a:cubicBezTo>
                <a:cubicBezTo>
                  <a:pt x="87444" y="153619"/>
                  <a:pt x="88349" y="155850"/>
                  <a:pt x="90151" y="157633"/>
                </a:cubicBezTo>
                <a:cubicBezTo>
                  <a:pt x="91952" y="159416"/>
                  <a:pt x="94192" y="160303"/>
                  <a:pt x="96872" y="160303"/>
                </a:cubicBezTo>
                <a:close/>
                <a:moveTo>
                  <a:pt x="96908" y="106875"/>
                </a:moveTo>
                <a:lnTo>
                  <a:pt x="204972" y="106875"/>
                </a:lnTo>
                <a:cubicBezTo>
                  <a:pt x="207587" y="106875"/>
                  <a:pt x="209818" y="105970"/>
                  <a:pt x="211665" y="104168"/>
                </a:cubicBezTo>
                <a:cubicBezTo>
                  <a:pt x="213494" y="102367"/>
                  <a:pt x="214399" y="100127"/>
                  <a:pt x="214399" y="97438"/>
                </a:cubicBezTo>
                <a:cubicBezTo>
                  <a:pt x="214399" y="94759"/>
                  <a:pt x="213494" y="92519"/>
                  <a:pt x="211665" y="90718"/>
                </a:cubicBezTo>
                <a:cubicBezTo>
                  <a:pt x="209818" y="88916"/>
                  <a:pt x="207587" y="88011"/>
                  <a:pt x="204972" y="88011"/>
                </a:cubicBezTo>
                <a:lnTo>
                  <a:pt x="96908" y="88011"/>
                </a:lnTo>
                <a:cubicBezTo>
                  <a:pt x="94220" y="88011"/>
                  <a:pt x="91979" y="88935"/>
                  <a:pt x="90178" y="90772"/>
                </a:cubicBezTo>
                <a:cubicBezTo>
                  <a:pt x="88377" y="92620"/>
                  <a:pt x="87481" y="94887"/>
                  <a:pt x="87481" y="97566"/>
                </a:cubicBezTo>
                <a:cubicBezTo>
                  <a:pt x="87481" y="100246"/>
                  <a:pt x="88377" y="102468"/>
                  <a:pt x="90178" y="104232"/>
                </a:cubicBezTo>
                <a:cubicBezTo>
                  <a:pt x="92007" y="106016"/>
                  <a:pt x="94247" y="106903"/>
                  <a:pt x="96908" y="10690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36" name="圖示 任務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69" y="265917"/>
                </a:moveTo>
                <a:cubicBezTo>
                  <a:pt x="51380" y="265917"/>
                  <a:pt x="46342" y="263823"/>
                  <a:pt x="42154" y="259635"/>
                </a:cubicBezTo>
                <a:cubicBezTo>
                  <a:pt x="37957" y="255438"/>
                  <a:pt x="35863" y="250399"/>
                  <a:pt x="35863" y="244511"/>
                </a:cubicBezTo>
                <a:lnTo>
                  <a:pt x="35863" y="57269"/>
                </a:lnTo>
                <a:cubicBezTo>
                  <a:pt x="35863" y="51362"/>
                  <a:pt x="37957" y="46296"/>
                  <a:pt x="42154" y="42090"/>
                </a:cubicBezTo>
                <a:cubicBezTo>
                  <a:pt x="46342" y="37874"/>
                  <a:pt x="51380" y="35771"/>
                  <a:pt x="57269" y="35771"/>
                </a:cubicBezTo>
                <a:lnTo>
                  <a:pt x="119823" y="35771"/>
                </a:lnTo>
                <a:cubicBezTo>
                  <a:pt x="121158" y="28438"/>
                  <a:pt x="124742" y="22412"/>
                  <a:pt x="130567" y="17694"/>
                </a:cubicBezTo>
                <a:cubicBezTo>
                  <a:pt x="136374" y="12984"/>
                  <a:pt x="143158" y="10625"/>
                  <a:pt x="150903" y="10625"/>
                </a:cubicBezTo>
                <a:cubicBezTo>
                  <a:pt x="158658" y="10625"/>
                  <a:pt x="165442" y="12984"/>
                  <a:pt x="171249" y="17694"/>
                </a:cubicBezTo>
                <a:cubicBezTo>
                  <a:pt x="177046" y="22412"/>
                  <a:pt x="180631" y="28438"/>
                  <a:pt x="181993" y="35771"/>
                </a:cubicBezTo>
                <a:lnTo>
                  <a:pt x="244547" y="35771"/>
                </a:lnTo>
                <a:cubicBezTo>
                  <a:pt x="250454" y="35771"/>
                  <a:pt x="255511" y="37874"/>
                  <a:pt x="259726" y="42090"/>
                </a:cubicBezTo>
                <a:cubicBezTo>
                  <a:pt x="263942" y="46296"/>
                  <a:pt x="266045" y="51362"/>
                  <a:pt x="266045" y="57269"/>
                </a:cubicBezTo>
                <a:lnTo>
                  <a:pt x="266045" y="244511"/>
                </a:lnTo>
                <a:cubicBezTo>
                  <a:pt x="266045" y="250399"/>
                  <a:pt x="263942" y="255438"/>
                  <a:pt x="259726" y="259635"/>
                </a:cubicBezTo>
                <a:cubicBezTo>
                  <a:pt x="255511" y="263823"/>
                  <a:pt x="250454" y="265917"/>
                  <a:pt x="244547" y="265917"/>
                </a:cubicBezTo>
                <a:lnTo>
                  <a:pt x="57305" y="265917"/>
                </a:lnTo>
                <a:close/>
                <a:moveTo>
                  <a:pt x="57269" y="244511"/>
                </a:moveTo>
                <a:lnTo>
                  <a:pt x="244511" y="244511"/>
                </a:lnTo>
                <a:lnTo>
                  <a:pt x="244511" y="57269"/>
                </a:lnTo>
                <a:lnTo>
                  <a:pt x="57269" y="57269"/>
                </a:lnTo>
                <a:lnTo>
                  <a:pt x="57269" y="244511"/>
                </a:lnTo>
                <a:close/>
                <a:moveTo>
                  <a:pt x="98133" y="213083"/>
                </a:moveTo>
                <a:lnTo>
                  <a:pt x="164263" y="213083"/>
                </a:lnTo>
                <a:cubicBezTo>
                  <a:pt x="166951" y="213083"/>
                  <a:pt x="169191" y="212168"/>
                  <a:pt x="170993" y="210349"/>
                </a:cubicBezTo>
                <a:cubicBezTo>
                  <a:pt x="172794" y="208520"/>
                  <a:pt x="173699" y="206270"/>
                  <a:pt x="173699" y="203591"/>
                </a:cubicBezTo>
                <a:cubicBezTo>
                  <a:pt x="173699" y="200903"/>
                  <a:pt x="172794" y="198672"/>
                  <a:pt x="170993" y="196898"/>
                </a:cubicBezTo>
                <a:cubicBezTo>
                  <a:pt x="169191" y="195115"/>
                  <a:pt x="166951" y="194219"/>
                  <a:pt x="164263" y="194219"/>
                </a:cubicBezTo>
                <a:lnTo>
                  <a:pt x="98097" y="194219"/>
                </a:lnTo>
                <a:cubicBezTo>
                  <a:pt x="95418" y="194219"/>
                  <a:pt x="93177" y="195133"/>
                  <a:pt x="91376" y="196953"/>
                </a:cubicBezTo>
                <a:cubicBezTo>
                  <a:pt x="89575" y="198781"/>
                  <a:pt x="88669" y="201031"/>
                  <a:pt x="88669" y="203710"/>
                </a:cubicBezTo>
                <a:cubicBezTo>
                  <a:pt x="88669" y="206398"/>
                  <a:pt x="89575" y="208630"/>
                  <a:pt x="91376" y="210413"/>
                </a:cubicBezTo>
                <a:cubicBezTo>
                  <a:pt x="93177" y="212187"/>
                  <a:pt x="95418" y="213083"/>
                  <a:pt x="98097" y="213083"/>
                </a:cubicBezTo>
                <a:close/>
                <a:moveTo>
                  <a:pt x="98133" y="160340"/>
                </a:moveTo>
                <a:lnTo>
                  <a:pt x="203655" y="160340"/>
                </a:lnTo>
                <a:cubicBezTo>
                  <a:pt x="206334" y="160340"/>
                  <a:pt x="208575" y="159426"/>
                  <a:pt x="210376" y="157606"/>
                </a:cubicBezTo>
                <a:cubicBezTo>
                  <a:pt x="212177" y="155777"/>
                  <a:pt x="213083" y="153528"/>
                  <a:pt x="213083" y="150849"/>
                </a:cubicBezTo>
                <a:cubicBezTo>
                  <a:pt x="213083" y="148160"/>
                  <a:pt x="212177" y="145929"/>
                  <a:pt x="210376" y="144146"/>
                </a:cubicBezTo>
                <a:cubicBezTo>
                  <a:pt x="208575" y="142372"/>
                  <a:pt x="206334" y="141476"/>
                  <a:pt x="203655" y="141476"/>
                </a:cubicBezTo>
                <a:lnTo>
                  <a:pt x="98133" y="141476"/>
                </a:lnTo>
                <a:cubicBezTo>
                  <a:pt x="95454" y="141476"/>
                  <a:pt x="93205" y="142390"/>
                  <a:pt x="91403" y="144210"/>
                </a:cubicBezTo>
                <a:cubicBezTo>
                  <a:pt x="89602" y="146039"/>
                  <a:pt x="88706" y="148288"/>
                  <a:pt x="88706" y="150967"/>
                </a:cubicBezTo>
                <a:cubicBezTo>
                  <a:pt x="88706" y="153656"/>
                  <a:pt x="89602" y="155887"/>
                  <a:pt x="91403" y="157670"/>
                </a:cubicBezTo>
                <a:cubicBezTo>
                  <a:pt x="93205" y="159444"/>
                  <a:pt x="95454" y="160340"/>
                  <a:pt x="98133" y="160340"/>
                </a:cubicBezTo>
                <a:close/>
                <a:moveTo>
                  <a:pt x="98133" y="107597"/>
                </a:moveTo>
                <a:lnTo>
                  <a:pt x="203655" y="107597"/>
                </a:lnTo>
                <a:cubicBezTo>
                  <a:pt x="206334" y="107597"/>
                  <a:pt x="208575" y="106683"/>
                  <a:pt x="210376" y="104854"/>
                </a:cubicBezTo>
                <a:cubicBezTo>
                  <a:pt x="212177" y="103035"/>
                  <a:pt x="213083" y="100785"/>
                  <a:pt x="213083" y="98097"/>
                </a:cubicBezTo>
                <a:cubicBezTo>
                  <a:pt x="213083" y="95418"/>
                  <a:pt x="212177" y="93187"/>
                  <a:pt x="210376" y="91403"/>
                </a:cubicBezTo>
                <a:cubicBezTo>
                  <a:pt x="208575" y="89620"/>
                  <a:pt x="206334" y="88733"/>
                  <a:pt x="203655" y="88733"/>
                </a:cubicBezTo>
                <a:lnTo>
                  <a:pt x="98133" y="88733"/>
                </a:lnTo>
                <a:cubicBezTo>
                  <a:pt x="95454" y="88733"/>
                  <a:pt x="93205" y="89648"/>
                  <a:pt x="91403" y="91467"/>
                </a:cubicBezTo>
                <a:cubicBezTo>
                  <a:pt x="89602" y="93296"/>
                  <a:pt x="88706" y="95546"/>
                  <a:pt x="88706" y="98225"/>
                </a:cubicBezTo>
                <a:cubicBezTo>
                  <a:pt x="88706" y="100913"/>
                  <a:pt x="89602" y="103144"/>
                  <a:pt x="91403" y="104918"/>
                </a:cubicBezTo>
                <a:cubicBezTo>
                  <a:pt x="93205" y="106701"/>
                  <a:pt x="95454" y="107597"/>
                  <a:pt x="98133" y="107597"/>
                </a:cubicBezTo>
                <a:close/>
                <a:moveTo>
                  <a:pt x="158923" y="48308"/>
                </a:moveTo>
                <a:cubicBezTo>
                  <a:pt x="161190" y="46031"/>
                  <a:pt x="162315" y="43343"/>
                  <a:pt x="162315" y="40261"/>
                </a:cubicBezTo>
                <a:cubicBezTo>
                  <a:pt x="162315" y="37189"/>
                  <a:pt x="161190" y="34500"/>
                  <a:pt x="158923" y="32214"/>
                </a:cubicBezTo>
                <a:cubicBezTo>
                  <a:pt x="156637" y="29956"/>
                  <a:pt x="153958" y="28822"/>
                  <a:pt x="150876" y="28822"/>
                </a:cubicBezTo>
                <a:cubicBezTo>
                  <a:pt x="147794" y="28822"/>
                  <a:pt x="145115" y="29956"/>
                  <a:pt x="142829" y="32214"/>
                </a:cubicBezTo>
                <a:cubicBezTo>
                  <a:pt x="140571" y="34500"/>
                  <a:pt x="139437" y="37189"/>
                  <a:pt x="139437" y="40261"/>
                </a:cubicBezTo>
                <a:cubicBezTo>
                  <a:pt x="139437" y="43343"/>
                  <a:pt x="140571" y="46031"/>
                  <a:pt x="142829" y="48308"/>
                </a:cubicBezTo>
                <a:cubicBezTo>
                  <a:pt x="145115" y="50575"/>
                  <a:pt x="147794" y="51709"/>
                  <a:pt x="150876" y="51709"/>
                </a:cubicBezTo>
                <a:cubicBezTo>
                  <a:pt x="153958" y="51709"/>
                  <a:pt x="156637" y="50575"/>
                  <a:pt x="158923" y="48308"/>
                </a:cubicBezTo>
                <a:close/>
                <a:moveTo>
                  <a:pt x="57269" y="244483"/>
                </a:moveTo>
                <a:lnTo>
                  <a:pt x="57269" y="57241"/>
                </a:lnTo>
                <a:lnTo>
                  <a:pt x="57269" y="24448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38" name="圖示 已交付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798" y="170115"/>
                </a:moveTo>
                <a:lnTo>
                  <a:pt x="102788" y="140095"/>
                </a:lnTo>
                <a:cubicBezTo>
                  <a:pt x="100648" y="137956"/>
                  <a:pt x="98188" y="136895"/>
                  <a:pt x="95399" y="136922"/>
                </a:cubicBezTo>
                <a:cubicBezTo>
                  <a:pt x="92610" y="136941"/>
                  <a:pt x="90160" y="138010"/>
                  <a:pt x="88038" y="140123"/>
                </a:cubicBezTo>
                <a:cubicBezTo>
                  <a:pt x="85926" y="142244"/>
                  <a:pt x="84911" y="144695"/>
                  <a:pt x="84993" y="147484"/>
                </a:cubicBezTo>
                <a:cubicBezTo>
                  <a:pt x="85076" y="150272"/>
                  <a:pt x="86082" y="152714"/>
                  <a:pt x="88011" y="154808"/>
                </a:cubicBezTo>
                <a:lnTo>
                  <a:pt x="125227" y="192710"/>
                </a:lnTo>
                <a:cubicBezTo>
                  <a:pt x="127385" y="194849"/>
                  <a:pt x="129909" y="195919"/>
                  <a:pt x="132798" y="195919"/>
                </a:cubicBezTo>
                <a:cubicBezTo>
                  <a:pt x="135697" y="195919"/>
                  <a:pt x="138230" y="194849"/>
                  <a:pt x="140406" y="192710"/>
                </a:cubicBezTo>
                <a:lnTo>
                  <a:pt x="213366" y="119604"/>
                </a:lnTo>
                <a:cubicBezTo>
                  <a:pt x="215506" y="117510"/>
                  <a:pt x="216566" y="115013"/>
                  <a:pt x="216566" y="112124"/>
                </a:cubicBezTo>
                <a:cubicBezTo>
                  <a:pt x="216566" y="109207"/>
                  <a:pt x="215515" y="106692"/>
                  <a:pt x="213394" y="104580"/>
                </a:cubicBezTo>
                <a:cubicBezTo>
                  <a:pt x="211281" y="102440"/>
                  <a:pt x="208776" y="101370"/>
                  <a:pt x="205886" y="101370"/>
                </a:cubicBezTo>
                <a:cubicBezTo>
                  <a:pt x="202988" y="101370"/>
                  <a:pt x="200473" y="102440"/>
                  <a:pt x="198343" y="104580"/>
                </a:cubicBezTo>
                <a:lnTo>
                  <a:pt x="132798" y="170115"/>
                </a:lnTo>
                <a:close/>
                <a:moveTo>
                  <a:pt x="57269" y="265917"/>
                </a:moveTo>
                <a:cubicBezTo>
                  <a:pt x="51380" y="265917"/>
                  <a:pt x="46342" y="263823"/>
                  <a:pt x="42154" y="259635"/>
                </a:cubicBezTo>
                <a:cubicBezTo>
                  <a:pt x="37957" y="255438"/>
                  <a:pt x="35863" y="250399"/>
                  <a:pt x="35863" y="244511"/>
                </a:cubicBezTo>
                <a:lnTo>
                  <a:pt x="35863" y="57269"/>
                </a:lnTo>
                <a:cubicBezTo>
                  <a:pt x="35863" y="51362"/>
                  <a:pt x="37957" y="46296"/>
                  <a:pt x="42154" y="42090"/>
                </a:cubicBezTo>
                <a:cubicBezTo>
                  <a:pt x="46342" y="37874"/>
                  <a:pt x="51380" y="35771"/>
                  <a:pt x="57269" y="35771"/>
                </a:cubicBezTo>
                <a:lnTo>
                  <a:pt x="119823" y="35771"/>
                </a:lnTo>
                <a:cubicBezTo>
                  <a:pt x="121158" y="28438"/>
                  <a:pt x="124742" y="22412"/>
                  <a:pt x="130567" y="17694"/>
                </a:cubicBezTo>
                <a:cubicBezTo>
                  <a:pt x="136374" y="12984"/>
                  <a:pt x="143158" y="10625"/>
                  <a:pt x="150903" y="10625"/>
                </a:cubicBezTo>
                <a:cubicBezTo>
                  <a:pt x="158658" y="10625"/>
                  <a:pt x="165442" y="12984"/>
                  <a:pt x="171249" y="17694"/>
                </a:cubicBezTo>
                <a:cubicBezTo>
                  <a:pt x="177046" y="22412"/>
                  <a:pt x="180631" y="28438"/>
                  <a:pt x="181993" y="35771"/>
                </a:cubicBezTo>
                <a:lnTo>
                  <a:pt x="244547" y="35771"/>
                </a:lnTo>
                <a:cubicBezTo>
                  <a:pt x="250454" y="35771"/>
                  <a:pt x="255511" y="37874"/>
                  <a:pt x="259726" y="42090"/>
                </a:cubicBezTo>
                <a:cubicBezTo>
                  <a:pt x="263942" y="46296"/>
                  <a:pt x="266045" y="51362"/>
                  <a:pt x="266045" y="57269"/>
                </a:cubicBezTo>
                <a:lnTo>
                  <a:pt x="266045" y="244511"/>
                </a:lnTo>
                <a:cubicBezTo>
                  <a:pt x="266045" y="250399"/>
                  <a:pt x="263942" y="255438"/>
                  <a:pt x="259726" y="259635"/>
                </a:cubicBezTo>
                <a:cubicBezTo>
                  <a:pt x="255511" y="263823"/>
                  <a:pt x="250454" y="265917"/>
                  <a:pt x="244547" y="265917"/>
                </a:cubicBezTo>
                <a:lnTo>
                  <a:pt x="57305" y="265917"/>
                </a:lnTo>
                <a:close/>
                <a:moveTo>
                  <a:pt x="57269" y="244511"/>
                </a:moveTo>
                <a:lnTo>
                  <a:pt x="244511" y="244511"/>
                </a:lnTo>
                <a:lnTo>
                  <a:pt x="244511" y="57269"/>
                </a:lnTo>
                <a:lnTo>
                  <a:pt x="57269" y="57269"/>
                </a:lnTo>
                <a:lnTo>
                  <a:pt x="57269" y="244511"/>
                </a:lnTo>
                <a:close/>
                <a:moveTo>
                  <a:pt x="158923" y="48280"/>
                </a:moveTo>
                <a:cubicBezTo>
                  <a:pt x="161190" y="45994"/>
                  <a:pt x="162315" y="43315"/>
                  <a:pt x="162315" y="40234"/>
                </a:cubicBezTo>
                <a:cubicBezTo>
                  <a:pt x="162315" y="37152"/>
                  <a:pt x="161190" y="34473"/>
                  <a:pt x="158923" y="32187"/>
                </a:cubicBezTo>
                <a:cubicBezTo>
                  <a:pt x="156637" y="29928"/>
                  <a:pt x="153958" y="28794"/>
                  <a:pt x="150876" y="28794"/>
                </a:cubicBezTo>
                <a:cubicBezTo>
                  <a:pt x="147794" y="28794"/>
                  <a:pt x="145115" y="29928"/>
                  <a:pt x="142829" y="32187"/>
                </a:cubicBezTo>
                <a:cubicBezTo>
                  <a:pt x="140571" y="34473"/>
                  <a:pt x="139437" y="37152"/>
                  <a:pt x="139437" y="40234"/>
                </a:cubicBezTo>
                <a:cubicBezTo>
                  <a:pt x="139437" y="43315"/>
                  <a:pt x="140571" y="45994"/>
                  <a:pt x="142829" y="48280"/>
                </a:cubicBezTo>
                <a:cubicBezTo>
                  <a:pt x="145115" y="50539"/>
                  <a:pt x="147794" y="51673"/>
                  <a:pt x="150876" y="51673"/>
                </a:cubicBezTo>
                <a:cubicBezTo>
                  <a:pt x="153958" y="51673"/>
                  <a:pt x="156637" y="50539"/>
                  <a:pt x="158923" y="48280"/>
                </a:cubicBezTo>
                <a:close/>
                <a:moveTo>
                  <a:pt x="57269" y="244483"/>
                </a:moveTo>
                <a:lnTo>
                  <a:pt x="57269" y="57241"/>
                </a:lnTo>
                <a:lnTo>
                  <a:pt x="57269" y="24448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40" name="圖示 檢核表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098" y="205978"/>
                </a:moveTo>
                <a:lnTo>
                  <a:pt x="118781" y="157222"/>
                </a:lnTo>
                <a:cubicBezTo>
                  <a:pt x="120920" y="155091"/>
                  <a:pt x="123435" y="154067"/>
                  <a:pt x="126324" y="154177"/>
                </a:cubicBezTo>
                <a:cubicBezTo>
                  <a:pt x="129223" y="154278"/>
                  <a:pt x="131792" y="155402"/>
                  <a:pt x="134060" y="157542"/>
                </a:cubicBezTo>
                <a:cubicBezTo>
                  <a:pt x="136118" y="159682"/>
                  <a:pt x="137133" y="162178"/>
                  <a:pt x="137105" y="165049"/>
                </a:cubicBezTo>
                <a:cubicBezTo>
                  <a:pt x="137087" y="167920"/>
                  <a:pt x="136008" y="170426"/>
                  <a:pt x="133868" y="172566"/>
                </a:cubicBezTo>
                <a:lnTo>
                  <a:pt x="77605" y="228765"/>
                </a:lnTo>
                <a:cubicBezTo>
                  <a:pt x="75465" y="230904"/>
                  <a:pt x="72951" y="231983"/>
                  <a:pt x="70061" y="232002"/>
                </a:cubicBezTo>
                <a:cubicBezTo>
                  <a:pt x="67172" y="232020"/>
                  <a:pt x="64657" y="230968"/>
                  <a:pt x="62518" y="228829"/>
                </a:cubicBezTo>
                <a:lnTo>
                  <a:pt x="31154" y="197401"/>
                </a:lnTo>
                <a:cubicBezTo>
                  <a:pt x="28968" y="195234"/>
                  <a:pt x="27880" y="192719"/>
                  <a:pt x="27880" y="189857"/>
                </a:cubicBezTo>
                <a:cubicBezTo>
                  <a:pt x="27880" y="186986"/>
                  <a:pt x="28968" y="184480"/>
                  <a:pt x="31154" y="182341"/>
                </a:cubicBezTo>
                <a:cubicBezTo>
                  <a:pt x="33284" y="180201"/>
                  <a:pt x="35790" y="179186"/>
                  <a:pt x="38661" y="179296"/>
                </a:cubicBezTo>
                <a:cubicBezTo>
                  <a:pt x="41532" y="179396"/>
                  <a:pt x="44038" y="180411"/>
                  <a:pt x="46177" y="182341"/>
                </a:cubicBezTo>
                <a:lnTo>
                  <a:pt x="70098" y="205950"/>
                </a:lnTo>
                <a:close/>
                <a:moveTo>
                  <a:pt x="70098" y="105394"/>
                </a:moveTo>
                <a:lnTo>
                  <a:pt x="118781" y="56638"/>
                </a:lnTo>
                <a:cubicBezTo>
                  <a:pt x="120920" y="54507"/>
                  <a:pt x="123435" y="53483"/>
                  <a:pt x="126324" y="53593"/>
                </a:cubicBezTo>
                <a:cubicBezTo>
                  <a:pt x="129223" y="53694"/>
                  <a:pt x="131792" y="54818"/>
                  <a:pt x="134060" y="56958"/>
                </a:cubicBezTo>
                <a:cubicBezTo>
                  <a:pt x="136118" y="59098"/>
                  <a:pt x="137133" y="61594"/>
                  <a:pt x="137105" y="64465"/>
                </a:cubicBezTo>
                <a:cubicBezTo>
                  <a:pt x="137087" y="67336"/>
                  <a:pt x="136008" y="69842"/>
                  <a:pt x="133868" y="71982"/>
                </a:cubicBezTo>
                <a:lnTo>
                  <a:pt x="77605" y="128181"/>
                </a:lnTo>
                <a:cubicBezTo>
                  <a:pt x="75465" y="130320"/>
                  <a:pt x="72951" y="131399"/>
                  <a:pt x="70061" y="131418"/>
                </a:cubicBezTo>
                <a:cubicBezTo>
                  <a:pt x="67172" y="131436"/>
                  <a:pt x="64657" y="130384"/>
                  <a:pt x="62518" y="128245"/>
                </a:cubicBezTo>
                <a:lnTo>
                  <a:pt x="31154" y="96808"/>
                </a:lnTo>
                <a:cubicBezTo>
                  <a:pt x="28968" y="94650"/>
                  <a:pt x="27880" y="92135"/>
                  <a:pt x="27880" y="89273"/>
                </a:cubicBezTo>
                <a:cubicBezTo>
                  <a:pt x="27880" y="86402"/>
                  <a:pt x="28968" y="83896"/>
                  <a:pt x="31154" y="81757"/>
                </a:cubicBezTo>
                <a:cubicBezTo>
                  <a:pt x="33284" y="79617"/>
                  <a:pt x="35790" y="78602"/>
                  <a:pt x="38661" y="78712"/>
                </a:cubicBezTo>
                <a:cubicBezTo>
                  <a:pt x="41532" y="78812"/>
                  <a:pt x="44038" y="79827"/>
                  <a:pt x="46177" y="81757"/>
                </a:cubicBezTo>
                <a:lnTo>
                  <a:pt x="70098" y="105366"/>
                </a:lnTo>
                <a:close/>
                <a:moveTo>
                  <a:pt x="174486" y="211885"/>
                </a:moveTo>
                <a:cubicBezTo>
                  <a:pt x="171468" y="211885"/>
                  <a:pt x="168926" y="210851"/>
                  <a:pt x="166878" y="208776"/>
                </a:cubicBezTo>
                <a:cubicBezTo>
                  <a:pt x="164821" y="206700"/>
                  <a:pt x="163796" y="204140"/>
                  <a:pt x="163796" y="201104"/>
                </a:cubicBezTo>
                <a:cubicBezTo>
                  <a:pt x="163796" y="198068"/>
                  <a:pt x="164821" y="195535"/>
                  <a:pt x="166878" y="193496"/>
                </a:cubicBezTo>
                <a:cubicBezTo>
                  <a:pt x="168926" y="191466"/>
                  <a:pt x="171468" y="190451"/>
                  <a:pt x="174486" y="190451"/>
                </a:cubicBezTo>
                <a:lnTo>
                  <a:pt x="267489" y="190451"/>
                </a:lnTo>
                <a:cubicBezTo>
                  <a:pt x="270507" y="190451"/>
                  <a:pt x="273040" y="191485"/>
                  <a:pt x="275097" y="193560"/>
                </a:cubicBezTo>
                <a:cubicBezTo>
                  <a:pt x="277155" y="195636"/>
                  <a:pt x="278179" y="198196"/>
                  <a:pt x="278179" y="201232"/>
                </a:cubicBezTo>
                <a:cubicBezTo>
                  <a:pt x="278179" y="204268"/>
                  <a:pt x="277155" y="206801"/>
                  <a:pt x="275097" y="208840"/>
                </a:cubicBezTo>
                <a:cubicBezTo>
                  <a:pt x="273040" y="210870"/>
                  <a:pt x="270507" y="211885"/>
                  <a:pt x="267489" y="211885"/>
                </a:cubicBezTo>
                <a:lnTo>
                  <a:pt x="174449" y="211885"/>
                </a:lnTo>
                <a:close/>
                <a:moveTo>
                  <a:pt x="174486" y="111301"/>
                </a:moveTo>
                <a:cubicBezTo>
                  <a:pt x="171468" y="111301"/>
                  <a:pt x="168926" y="110267"/>
                  <a:pt x="166878" y="108192"/>
                </a:cubicBezTo>
                <a:cubicBezTo>
                  <a:pt x="164821" y="106116"/>
                  <a:pt x="163796" y="103556"/>
                  <a:pt x="163796" y="100520"/>
                </a:cubicBezTo>
                <a:cubicBezTo>
                  <a:pt x="163796" y="97484"/>
                  <a:pt x="164821" y="94951"/>
                  <a:pt x="166878" y="92912"/>
                </a:cubicBezTo>
                <a:cubicBezTo>
                  <a:pt x="168926" y="90882"/>
                  <a:pt x="171468" y="89867"/>
                  <a:pt x="174486" y="89867"/>
                </a:cubicBezTo>
                <a:lnTo>
                  <a:pt x="267489" y="89867"/>
                </a:lnTo>
                <a:cubicBezTo>
                  <a:pt x="270507" y="89867"/>
                  <a:pt x="273040" y="90901"/>
                  <a:pt x="275097" y="92976"/>
                </a:cubicBezTo>
                <a:cubicBezTo>
                  <a:pt x="277155" y="95052"/>
                  <a:pt x="278179" y="97612"/>
                  <a:pt x="278179" y="100648"/>
                </a:cubicBezTo>
                <a:cubicBezTo>
                  <a:pt x="278179" y="103684"/>
                  <a:pt x="277155" y="106217"/>
                  <a:pt x="275097" y="108256"/>
                </a:cubicBezTo>
                <a:cubicBezTo>
                  <a:pt x="273040" y="110286"/>
                  <a:pt x="270507" y="111301"/>
                  <a:pt x="267489" y="111301"/>
                </a:cubicBezTo>
                <a:lnTo>
                  <a:pt x="174449" y="11130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142" name="圖示 查核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181" y="265917"/>
                </a:moveTo>
                <a:cubicBezTo>
                  <a:pt x="36402" y="265917"/>
                  <a:pt x="31382" y="263795"/>
                  <a:pt x="27130" y="259534"/>
                </a:cubicBezTo>
                <a:cubicBezTo>
                  <a:pt x="22869" y="255282"/>
                  <a:pt x="20748" y="250262"/>
                  <a:pt x="20748" y="244483"/>
                </a:cubicBezTo>
                <a:lnTo>
                  <a:pt x="20748" y="57241"/>
                </a:lnTo>
                <a:cubicBezTo>
                  <a:pt x="20748" y="51435"/>
                  <a:pt x="22869" y="46406"/>
                  <a:pt x="27130" y="42154"/>
                </a:cubicBezTo>
                <a:cubicBezTo>
                  <a:pt x="31382" y="37893"/>
                  <a:pt x="36402" y="35771"/>
                  <a:pt x="42181" y="35771"/>
                </a:cubicBezTo>
                <a:lnTo>
                  <a:pt x="259598" y="35771"/>
                </a:lnTo>
                <a:cubicBezTo>
                  <a:pt x="265405" y="35771"/>
                  <a:pt x="270434" y="37893"/>
                  <a:pt x="274686" y="42154"/>
                </a:cubicBezTo>
                <a:cubicBezTo>
                  <a:pt x="278947" y="46406"/>
                  <a:pt x="281068" y="51435"/>
                  <a:pt x="281068" y="57241"/>
                </a:cubicBezTo>
                <a:lnTo>
                  <a:pt x="281068" y="244483"/>
                </a:lnTo>
                <a:cubicBezTo>
                  <a:pt x="281068" y="250262"/>
                  <a:pt x="278947" y="255282"/>
                  <a:pt x="274686" y="259534"/>
                </a:cubicBezTo>
                <a:cubicBezTo>
                  <a:pt x="270434" y="263795"/>
                  <a:pt x="265405" y="265917"/>
                  <a:pt x="259598" y="265917"/>
                </a:cubicBezTo>
                <a:lnTo>
                  <a:pt x="42181" y="265917"/>
                </a:lnTo>
                <a:close/>
                <a:moveTo>
                  <a:pt x="42181" y="244511"/>
                </a:moveTo>
                <a:lnTo>
                  <a:pt x="259598" y="244511"/>
                </a:lnTo>
                <a:lnTo>
                  <a:pt x="259598" y="57269"/>
                </a:lnTo>
                <a:lnTo>
                  <a:pt x="42181" y="57269"/>
                </a:lnTo>
                <a:lnTo>
                  <a:pt x="42181" y="244511"/>
                </a:lnTo>
                <a:close/>
                <a:moveTo>
                  <a:pt x="114821" y="213741"/>
                </a:moveTo>
                <a:cubicBezTo>
                  <a:pt x="118342" y="213741"/>
                  <a:pt x="121323" y="212534"/>
                  <a:pt x="123746" y="210129"/>
                </a:cubicBezTo>
                <a:cubicBezTo>
                  <a:pt x="126178" y="207715"/>
                  <a:pt x="127394" y="204734"/>
                  <a:pt x="127394" y="201168"/>
                </a:cubicBezTo>
                <a:cubicBezTo>
                  <a:pt x="127394" y="197602"/>
                  <a:pt x="126178" y="194621"/>
                  <a:pt x="123746" y="192207"/>
                </a:cubicBezTo>
                <a:cubicBezTo>
                  <a:pt x="121295" y="189802"/>
                  <a:pt x="118323" y="188595"/>
                  <a:pt x="114821" y="188595"/>
                </a:cubicBezTo>
                <a:lnTo>
                  <a:pt x="77541" y="188595"/>
                </a:lnTo>
                <a:cubicBezTo>
                  <a:pt x="73984" y="188595"/>
                  <a:pt x="70994" y="189802"/>
                  <a:pt x="68589" y="192207"/>
                </a:cubicBezTo>
                <a:cubicBezTo>
                  <a:pt x="66175" y="194621"/>
                  <a:pt x="64968" y="197602"/>
                  <a:pt x="64968" y="201168"/>
                </a:cubicBezTo>
                <a:cubicBezTo>
                  <a:pt x="64968" y="204734"/>
                  <a:pt x="66175" y="207715"/>
                  <a:pt x="68589" y="210129"/>
                </a:cubicBezTo>
                <a:cubicBezTo>
                  <a:pt x="70994" y="212534"/>
                  <a:pt x="73984" y="213741"/>
                  <a:pt x="77541" y="213741"/>
                </a:cubicBezTo>
                <a:lnTo>
                  <a:pt x="114821" y="213741"/>
                </a:lnTo>
                <a:close/>
                <a:moveTo>
                  <a:pt x="182999" y="153080"/>
                </a:moveTo>
                <a:lnTo>
                  <a:pt x="173855" y="143963"/>
                </a:lnTo>
                <a:cubicBezTo>
                  <a:pt x="171322" y="141449"/>
                  <a:pt x="168378" y="140242"/>
                  <a:pt x="165022" y="140342"/>
                </a:cubicBezTo>
                <a:cubicBezTo>
                  <a:pt x="161666" y="140452"/>
                  <a:pt x="158731" y="141759"/>
                  <a:pt x="156216" y="144274"/>
                </a:cubicBezTo>
                <a:cubicBezTo>
                  <a:pt x="153912" y="146789"/>
                  <a:pt x="152714" y="149724"/>
                  <a:pt x="152604" y="153080"/>
                </a:cubicBezTo>
                <a:cubicBezTo>
                  <a:pt x="152504" y="156426"/>
                  <a:pt x="153701" y="159362"/>
                  <a:pt x="156216" y="161876"/>
                </a:cubicBezTo>
                <a:lnTo>
                  <a:pt x="175364" y="181024"/>
                </a:lnTo>
                <a:cubicBezTo>
                  <a:pt x="177540" y="183154"/>
                  <a:pt x="180073" y="184224"/>
                  <a:pt x="182971" y="184224"/>
                </a:cubicBezTo>
                <a:cubicBezTo>
                  <a:pt x="185861" y="184224"/>
                  <a:pt x="188376" y="183154"/>
                  <a:pt x="190515" y="181024"/>
                </a:cubicBezTo>
                <a:lnTo>
                  <a:pt x="235933" y="135596"/>
                </a:lnTo>
                <a:cubicBezTo>
                  <a:pt x="238448" y="133082"/>
                  <a:pt x="239701" y="130156"/>
                  <a:pt x="239701" y="126800"/>
                </a:cubicBezTo>
                <a:cubicBezTo>
                  <a:pt x="239701" y="123444"/>
                  <a:pt x="238448" y="120509"/>
                  <a:pt x="235933" y="117994"/>
                </a:cubicBezTo>
                <a:cubicBezTo>
                  <a:pt x="233419" y="115480"/>
                  <a:pt x="230429" y="114227"/>
                  <a:pt x="226972" y="114227"/>
                </a:cubicBezTo>
                <a:cubicBezTo>
                  <a:pt x="223516" y="114227"/>
                  <a:pt x="220535" y="115498"/>
                  <a:pt x="218020" y="118031"/>
                </a:cubicBezTo>
                <a:lnTo>
                  <a:pt x="182971" y="153080"/>
                </a:lnTo>
                <a:close/>
                <a:moveTo>
                  <a:pt x="114821" y="163449"/>
                </a:moveTo>
                <a:cubicBezTo>
                  <a:pt x="118342" y="163449"/>
                  <a:pt x="121323" y="162242"/>
                  <a:pt x="123746" y="159837"/>
                </a:cubicBezTo>
                <a:cubicBezTo>
                  <a:pt x="126178" y="157423"/>
                  <a:pt x="127394" y="154442"/>
                  <a:pt x="127394" y="150876"/>
                </a:cubicBezTo>
                <a:cubicBezTo>
                  <a:pt x="127394" y="147310"/>
                  <a:pt x="126178" y="144329"/>
                  <a:pt x="123746" y="141915"/>
                </a:cubicBezTo>
                <a:cubicBezTo>
                  <a:pt x="121295" y="139510"/>
                  <a:pt x="118323" y="138303"/>
                  <a:pt x="114821" y="138303"/>
                </a:cubicBezTo>
                <a:lnTo>
                  <a:pt x="77541" y="138303"/>
                </a:lnTo>
                <a:cubicBezTo>
                  <a:pt x="73984" y="138303"/>
                  <a:pt x="70994" y="139510"/>
                  <a:pt x="68589" y="141915"/>
                </a:cubicBezTo>
                <a:cubicBezTo>
                  <a:pt x="66175" y="144329"/>
                  <a:pt x="64968" y="147310"/>
                  <a:pt x="64968" y="150876"/>
                </a:cubicBezTo>
                <a:cubicBezTo>
                  <a:pt x="64968" y="154442"/>
                  <a:pt x="66175" y="157423"/>
                  <a:pt x="68589" y="159837"/>
                </a:cubicBezTo>
                <a:cubicBezTo>
                  <a:pt x="70994" y="162242"/>
                  <a:pt x="73984" y="163449"/>
                  <a:pt x="77541" y="163449"/>
                </a:cubicBezTo>
                <a:lnTo>
                  <a:pt x="114821" y="163449"/>
                </a:lnTo>
                <a:close/>
                <a:moveTo>
                  <a:pt x="114821" y="113157"/>
                </a:moveTo>
                <a:cubicBezTo>
                  <a:pt x="118342" y="113157"/>
                  <a:pt x="121323" y="111950"/>
                  <a:pt x="123746" y="109545"/>
                </a:cubicBezTo>
                <a:cubicBezTo>
                  <a:pt x="126178" y="107131"/>
                  <a:pt x="127394" y="104150"/>
                  <a:pt x="127394" y="100584"/>
                </a:cubicBezTo>
                <a:cubicBezTo>
                  <a:pt x="127394" y="97018"/>
                  <a:pt x="126178" y="94037"/>
                  <a:pt x="123746" y="91623"/>
                </a:cubicBezTo>
                <a:cubicBezTo>
                  <a:pt x="121295" y="89218"/>
                  <a:pt x="118323" y="88011"/>
                  <a:pt x="114821" y="88011"/>
                </a:cubicBezTo>
                <a:lnTo>
                  <a:pt x="77541" y="88011"/>
                </a:lnTo>
                <a:cubicBezTo>
                  <a:pt x="73984" y="88011"/>
                  <a:pt x="70994" y="89218"/>
                  <a:pt x="68589" y="91623"/>
                </a:cubicBezTo>
                <a:cubicBezTo>
                  <a:pt x="66175" y="94037"/>
                  <a:pt x="64968" y="97018"/>
                  <a:pt x="64968" y="100584"/>
                </a:cubicBezTo>
                <a:cubicBezTo>
                  <a:pt x="64968" y="104150"/>
                  <a:pt x="66175" y="107131"/>
                  <a:pt x="68589" y="109545"/>
                </a:cubicBezTo>
                <a:cubicBezTo>
                  <a:pt x="70994" y="111950"/>
                  <a:pt x="73984" y="113157"/>
                  <a:pt x="77541" y="113157"/>
                </a:cubicBezTo>
                <a:lnTo>
                  <a:pt x="114821" y="113157"/>
                </a:lnTo>
                <a:close/>
                <a:moveTo>
                  <a:pt x="42181" y="244483"/>
                </a:moveTo>
                <a:lnTo>
                  <a:pt x="42181" y="57241"/>
                </a:lnTo>
                <a:lnTo>
                  <a:pt x="42181" y="24448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144" name="圖示 資料夾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96" y="253344"/>
                </a:moveTo>
                <a:cubicBezTo>
                  <a:pt x="38917" y="253344"/>
                  <a:pt x="33897" y="251167"/>
                  <a:pt x="29645" y="246806"/>
                </a:cubicBezTo>
                <a:cubicBezTo>
                  <a:pt x="25384" y="242453"/>
                  <a:pt x="23262" y="237479"/>
                  <a:pt x="23262" y="231910"/>
                </a:cubicBezTo>
                <a:lnTo>
                  <a:pt x="23262" y="69814"/>
                </a:lnTo>
                <a:cubicBezTo>
                  <a:pt x="23262" y="64218"/>
                  <a:pt x="25384" y="59244"/>
                  <a:pt x="29645" y="54882"/>
                </a:cubicBezTo>
                <a:cubicBezTo>
                  <a:pt x="33897" y="50521"/>
                  <a:pt x="38917" y="48344"/>
                  <a:pt x="44696" y="48344"/>
                </a:cubicBezTo>
                <a:lnTo>
                  <a:pt x="122621" y="48344"/>
                </a:lnTo>
                <a:cubicBezTo>
                  <a:pt x="125529" y="48344"/>
                  <a:pt x="128327" y="48939"/>
                  <a:pt x="131015" y="50137"/>
                </a:cubicBezTo>
                <a:cubicBezTo>
                  <a:pt x="133694" y="51325"/>
                  <a:pt x="136008" y="52898"/>
                  <a:pt x="137956" y="54846"/>
                </a:cubicBezTo>
                <a:lnTo>
                  <a:pt x="151251" y="68086"/>
                </a:lnTo>
                <a:lnTo>
                  <a:pt x="257084" y="68086"/>
                </a:lnTo>
                <a:cubicBezTo>
                  <a:pt x="262680" y="68086"/>
                  <a:pt x="267654" y="70262"/>
                  <a:pt x="272016" y="74624"/>
                </a:cubicBezTo>
                <a:cubicBezTo>
                  <a:pt x="276377" y="78977"/>
                  <a:pt x="278554" y="83942"/>
                  <a:pt x="278554" y="89520"/>
                </a:cubicBezTo>
                <a:lnTo>
                  <a:pt x="278554" y="231938"/>
                </a:lnTo>
                <a:cubicBezTo>
                  <a:pt x="278554" y="237515"/>
                  <a:pt x="276377" y="242481"/>
                  <a:pt x="272016" y="246842"/>
                </a:cubicBezTo>
                <a:cubicBezTo>
                  <a:pt x="267654" y="251195"/>
                  <a:pt x="262680" y="253380"/>
                  <a:pt x="257084" y="253380"/>
                </a:cubicBezTo>
                <a:lnTo>
                  <a:pt x="44696" y="253380"/>
                </a:lnTo>
                <a:close/>
                <a:moveTo>
                  <a:pt x="44696" y="231938"/>
                </a:moveTo>
                <a:lnTo>
                  <a:pt x="257084" y="231938"/>
                </a:lnTo>
                <a:lnTo>
                  <a:pt x="257084" y="89520"/>
                </a:lnTo>
                <a:lnTo>
                  <a:pt x="142299" y="89520"/>
                </a:lnTo>
                <a:lnTo>
                  <a:pt x="122621" y="69842"/>
                </a:lnTo>
                <a:lnTo>
                  <a:pt x="44696" y="69842"/>
                </a:lnTo>
                <a:lnTo>
                  <a:pt x="44696" y="231938"/>
                </a:lnTo>
                <a:close/>
                <a:moveTo>
                  <a:pt x="44696" y="231938"/>
                </a:moveTo>
                <a:lnTo>
                  <a:pt x="44696" y="69842"/>
                </a:lnTo>
                <a:lnTo>
                  <a:pt x="44696" y="23193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46" name="圖示 筆記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125" y="177000"/>
                </a:moveTo>
                <a:cubicBezTo>
                  <a:pt x="56108" y="177000"/>
                  <a:pt x="53556" y="175958"/>
                  <a:pt x="51490" y="173882"/>
                </a:cubicBezTo>
                <a:cubicBezTo>
                  <a:pt x="49414" y="171807"/>
                  <a:pt x="48381" y="169255"/>
                  <a:pt x="48408" y="166220"/>
                </a:cubicBezTo>
                <a:cubicBezTo>
                  <a:pt x="48408" y="163175"/>
                  <a:pt x="49432" y="160642"/>
                  <a:pt x="51490" y="158612"/>
                </a:cubicBezTo>
                <a:cubicBezTo>
                  <a:pt x="53538" y="156573"/>
                  <a:pt x="56089" y="155558"/>
                  <a:pt x="59125" y="155558"/>
                </a:cubicBezTo>
                <a:lnTo>
                  <a:pt x="135377" y="155558"/>
                </a:lnTo>
                <a:cubicBezTo>
                  <a:pt x="138394" y="155558"/>
                  <a:pt x="140936" y="156600"/>
                  <a:pt x="142985" y="158676"/>
                </a:cubicBezTo>
                <a:cubicBezTo>
                  <a:pt x="145042" y="160742"/>
                  <a:pt x="146066" y="163303"/>
                  <a:pt x="146066" y="166339"/>
                </a:cubicBezTo>
                <a:cubicBezTo>
                  <a:pt x="146066" y="169383"/>
                  <a:pt x="145042" y="171916"/>
                  <a:pt x="142985" y="173946"/>
                </a:cubicBezTo>
                <a:cubicBezTo>
                  <a:pt x="140936" y="175976"/>
                  <a:pt x="138394" y="177000"/>
                  <a:pt x="135377" y="177000"/>
                </a:cubicBezTo>
                <a:lnTo>
                  <a:pt x="59125" y="177000"/>
                </a:lnTo>
                <a:close/>
                <a:moveTo>
                  <a:pt x="59125" y="123407"/>
                </a:moveTo>
                <a:cubicBezTo>
                  <a:pt x="56108" y="123407"/>
                  <a:pt x="53556" y="122365"/>
                  <a:pt x="51490" y="120289"/>
                </a:cubicBezTo>
                <a:cubicBezTo>
                  <a:pt x="49414" y="118214"/>
                  <a:pt x="48381" y="115662"/>
                  <a:pt x="48408" y="112627"/>
                </a:cubicBezTo>
                <a:cubicBezTo>
                  <a:pt x="48408" y="109582"/>
                  <a:pt x="49432" y="107049"/>
                  <a:pt x="51490" y="105019"/>
                </a:cubicBezTo>
                <a:cubicBezTo>
                  <a:pt x="53538" y="102980"/>
                  <a:pt x="56089" y="101965"/>
                  <a:pt x="59125" y="101965"/>
                </a:cubicBezTo>
                <a:lnTo>
                  <a:pt x="188001" y="101965"/>
                </a:lnTo>
                <a:cubicBezTo>
                  <a:pt x="191018" y="101965"/>
                  <a:pt x="193551" y="103007"/>
                  <a:pt x="195608" y="105083"/>
                </a:cubicBezTo>
                <a:cubicBezTo>
                  <a:pt x="197657" y="107149"/>
                  <a:pt x="198681" y="109710"/>
                  <a:pt x="198681" y="112746"/>
                </a:cubicBezTo>
                <a:cubicBezTo>
                  <a:pt x="198681" y="115790"/>
                  <a:pt x="197657" y="118323"/>
                  <a:pt x="195608" y="120353"/>
                </a:cubicBezTo>
                <a:cubicBezTo>
                  <a:pt x="193551" y="122383"/>
                  <a:pt x="191018" y="123407"/>
                  <a:pt x="188001" y="123407"/>
                </a:cubicBezTo>
                <a:lnTo>
                  <a:pt x="59125" y="123407"/>
                </a:lnTo>
                <a:close/>
                <a:moveTo>
                  <a:pt x="59125" y="69814"/>
                </a:moveTo>
                <a:cubicBezTo>
                  <a:pt x="56108" y="69814"/>
                  <a:pt x="53556" y="68772"/>
                  <a:pt x="51490" y="66696"/>
                </a:cubicBezTo>
                <a:cubicBezTo>
                  <a:pt x="49414" y="64630"/>
                  <a:pt x="48381" y="62069"/>
                  <a:pt x="48408" y="59034"/>
                </a:cubicBezTo>
                <a:cubicBezTo>
                  <a:pt x="48408" y="55989"/>
                  <a:pt x="49432" y="53447"/>
                  <a:pt x="51490" y="51389"/>
                </a:cubicBezTo>
                <a:cubicBezTo>
                  <a:pt x="53538" y="49341"/>
                  <a:pt x="56089" y="48308"/>
                  <a:pt x="59125" y="48308"/>
                </a:cubicBezTo>
                <a:lnTo>
                  <a:pt x="188001" y="48308"/>
                </a:lnTo>
                <a:cubicBezTo>
                  <a:pt x="191018" y="48308"/>
                  <a:pt x="193551" y="49359"/>
                  <a:pt x="195608" y="51453"/>
                </a:cubicBezTo>
                <a:cubicBezTo>
                  <a:pt x="197657" y="53547"/>
                  <a:pt x="198681" y="56117"/>
                  <a:pt x="198681" y="59153"/>
                </a:cubicBezTo>
                <a:cubicBezTo>
                  <a:pt x="198681" y="62197"/>
                  <a:pt x="197657" y="64730"/>
                  <a:pt x="195608" y="66760"/>
                </a:cubicBezTo>
                <a:cubicBezTo>
                  <a:pt x="193551" y="68799"/>
                  <a:pt x="191018" y="69814"/>
                  <a:pt x="188001" y="69814"/>
                </a:cubicBezTo>
                <a:lnTo>
                  <a:pt x="59125" y="69814"/>
                </a:lnTo>
                <a:close/>
                <a:moveTo>
                  <a:pt x="163138" y="242627"/>
                </a:moveTo>
                <a:lnTo>
                  <a:pt x="163138" y="217389"/>
                </a:lnTo>
                <a:cubicBezTo>
                  <a:pt x="163138" y="216064"/>
                  <a:pt x="163385" y="214793"/>
                  <a:pt x="163888" y="213549"/>
                </a:cubicBezTo>
                <a:cubicBezTo>
                  <a:pt x="164391" y="212315"/>
                  <a:pt x="165214" y="211126"/>
                  <a:pt x="166339" y="209974"/>
                </a:cubicBezTo>
                <a:lnTo>
                  <a:pt x="232788" y="143707"/>
                </a:lnTo>
                <a:cubicBezTo>
                  <a:pt x="234800" y="141695"/>
                  <a:pt x="237031" y="140232"/>
                  <a:pt x="239481" y="139309"/>
                </a:cubicBezTo>
                <a:cubicBezTo>
                  <a:pt x="241932" y="138385"/>
                  <a:pt x="244419" y="137928"/>
                  <a:pt x="246934" y="137928"/>
                </a:cubicBezTo>
                <a:cubicBezTo>
                  <a:pt x="249549" y="137928"/>
                  <a:pt x="252091" y="138440"/>
                  <a:pt x="254542" y="139464"/>
                </a:cubicBezTo>
                <a:cubicBezTo>
                  <a:pt x="256992" y="140488"/>
                  <a:pt x="259214" y="141988"/>
                  <a:pt x="261208" y="143963"/>
                </a:cubicBezTo>
                <a:lnTo>
                  <a:pt x="272839" y="155594"/>
                </a:lnTo>
                <a:cubicBezTo>
                  <a:pt x="274823" y="157579"/>
                  <a:pt x="276268" y="159791"/>
                  <a:pt x="277173" y="162224"/>
                </a:cubicBezTo>
                <a:cubicBezTo>
                  <a:pt x="278096" y="164656"/>
                  <a:pt x="278554" y="167097"/>
                  <a:pt x="278554" y="169548"/>
                </a:cubicBezTo>
                <a:cubicBezTo>
                  <a:pt x="278554" y="172063"/>
                  <a:pt x="278042" y="174586"/>
                  <a:pt x="277017" y="177119"/>
                </a:cubicBezTo>
                <a:cubicBezTo>
                  <a:pt x="275984" y="179661"/>
                  <a:pt x="274475" y="181929"/>
                  <a:pt x="272491" y="183941"/>
                </a:cubicBezTo>
                <a:lnTo>
                  <a:pt x="206508" y="250207"/>
                </a:lnTo>
                <a:cubicBezTo>
                  <a:pt x="205356" y="251359"/>
                  <a:pt x="204167" y="252164"/>
                  <a:pt x="202933" y="252621"/>
                </a:cubicBezTo>
                <a:cubicBezTo>
                  <a:pt x="201689" y="253088"/>
                  <a:pt x="200418" y="253316"/>
                  <a:pt x="199092" y="253316"/>
                </a:cubicBezTo>
                <a:lnTo>
                  <a:pt x="173855" y="253316"/>
                </a:lnTo>
                <a:cubicBezTo>
                  <a:pt x="170837" y="253316"/>
                  <a:pt x="168286" y="252292"/>
                  <a:pt x="166220" y="250235"/>
                </a:cubicBezTo>
                <a:cubicBezTo>
                  <a:pt x="164144" y="248177"/>
                  <a:pt x="163111" y="245635"/>
                  <a:pt x="163138" y="242599"/>
                </a:cubicBezTo>
                <a:close/>
                <a:moveTo>
                  <a:pt x="258565" y="169548"/>
                </a:moveTo>
                <a:lnTo>
                  <a:pt x="246934" y="157917"/>
                </a:lnTo>
                <a:lnTo>
                  <a:pt x="258565" y="169548"/>
                </a:lnTo>
                <a:close/>
                <a:moveTo>
                  <a:pt x="183127" y="233355"/>
                </a:moveTo>
                <a:lnTo>
                  <a:pt x="195069" y="233355"/>
                </a:lnTo>
                <a:lnTo>
                  <a:pt x="232879" y="195224"/>
                </a:lnTo>
                <a:lnTo>
                  <a:pt x="227228" y="189253"/>
                </a:lnTo>
                <a:lnTo>
                  <a:pt x="221257" y="183593"/>
                </a:lnTo>
                <a:lnTo>
                  <a:pt x="183127" y="221413"/>
                </a:lnTo>
                <a:lnTo>
                  <a:pt x="183127" y="233355"/>
                </a:lnTo>
                <a:close/>
                <a:moveTo>
                  <a:pt x="227228" y="189253"/>
                </a:moveTo>
                <a:lnTo>
                  <a:pt x="221257" y="183593"/>
                </a:lnTo>
                <a:lnTo>
                  <a:pt x="232879" y="195224"/>
                </a:lnTo>
                <a:lnTo>
                  <a:pt x="227228" y="18925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48" name="圖示 手冊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9562"/>
                </a:moveTo>
                <a:cubicBezTo>
                  <a:pt x="89181" y="209562"/>
                  <a:pt x="100109" y="210870"/>
                  <a:pt x="110734" y="213494"/>
                </a:cubicBezTo>
                <a:cubicBezTo>
                  <a:pt x="121359" y="216109"/>
                  <a:pt x="131811" y="220041"/>
                  <a:pt x="142079" y="225281"/>
                </a:cubicBezTo>
                <a:lnTo>
                  <a:pt x="142079" y="91056"/>
                </a:lnTo>
                <a:cubicBezTo>
                  <a:pt x="132643" y="84774"/>
                  <a:pt x="122420" y="79900"/>
                  <a:pt x="111401" y="76444"/>
                </a:cubicBezTo>
                <a:cubicBezTo>
                  <a:pt x="100374" y="72987"/>
                  <a:pt x="89227" y="71259"/>
                  <a:pt x="77953" y="71259"/>
                </a:cubicBezTo>
                <a:cubicBezTo>
                  <a:pt x="69988" y="71259"/>
                  <a:pt x="62188" y="72256"/>
                  <a:pt x="54535" y="74240"/>
                </a:cubicBezTo>
                <a:cubicBezTo>
                  <a:pt x="46890" y="76234"/>
                  <a:pt x="39182" y="78693"/>
                  <a:pt x="31437" y="81628"/>
                </a:cubicBezTo>
                <a:lnTo>
                  <a:pt x="31437" y="218048"/>
                </a:lnTo>
                <a:cubicBezTo>
                  <a:pt x="37929" y="215113"/>
                  <a:pt x="45318" y="212964"/>
                  <a:pt x="53593" y="211601"/>
                </a:cubicBezTo>
                <a:cubicBezTo>
                  <a:pt x="61868" y="210239"/>
                  <a:pt x="69988" y="209562"/>
                  <a:pt x="77953" y="209562"/>
                </a:cubicBezTo>
                <a:close/>
                <a:moveTo>
                  <a:pt x="160934" y="225281"/>
                </a:moveTo>
                <a:cubicBezTo>
                  <a:pt x="171413" y="220041"/>
                  <a:pt x="181682" y="216109"/>
                  <a:pt x="191741" y="213494"/>
                </a:cubicBezTo>
                <a:cubicBezTo>
                  <a:pt x="201799" y="210870"/>
                  <a:pt x="212488" y="209562"/>
                  <a:pt x="223799" y="209562"/>
                </a:cubicBezTo>
                <a:cubicBezTo>
                  <a:pt x="231764" y="209562"/>
                  <a:pt x="239984" y="210193"/>
                  <a:pt x="248470" y="211446"/>
                </a:cubicBezTo>
                <a:cubicBezTo>
                  <a:pt x="256965" y="212708"/>
                  <a:pt x="264243" y="214381"/>
                  <a:pt x="270324" y="216475"/>
                </a:cubicBezTo>
                <a:lnTo>
                  <a:pt x="270324" y="81628"/>
                </a:lnTo>
                <a:cubicBezTo>
                  <a:pt x="263192" y="78026"/>
                  <a:pt x="255675" y="75392"/>
                  <a:pt x="247748" y="73737"/>
                </a:cubicBezTo>
                <a:cubicBezTo>
                  <a:pt x="239829" y="72082"/>
                  <a:pt x="231846" y="71259"/>
                  <a:pt x="223799" y="71259"/>
                </a:cubicBezTo>
                <a:cubicBezTo>
                  <a:pt x="212488" y="71259"/>
                  <a:pt x="201534" y="72987"/>
                  <a:pt x="190954" y="76444"/>
                </a:cubicBezTo>
                <a:cubicBezTo>
                  <a:pt x="180375" y="79900"/>
                  <a:pt x="170362" y="84774"/>
                  <a:pt x="160934" y="91056"/>
                </a:cubicBezTo>
                <a:lnTo>
                  <a:pt x="160934" y="225281"/>
                </a:lnTo>
                <a:close/>
                <a:moveTo>
                  <a:pt x="146944" y="251524"/>
                </a:moveTo>
                <a:cubicBezTo>
                  <a:pt x="145481" y="251213"/>
                  <a:pt x="144173" y="250610"/>
                  <a:pt x="143021" y="249732"/>
                </a:cubicBezTo>
                <a:cubicBezTo>
                  <a:pt x="133210" y="243651"/>
                  <a:pt x="122795" y="238914"/>
                  <a:pt x="111776" y="235522"/>
                </a:cubicBezTo>
                <a:cubicBezTo>
                  <a:pt x="100749" y="232130"/>
                  <a:pt x="89465" y="230429"/>
                  <a:pt x="77925" y="230429"/>
                </a:cubicBezTo>
                <a:cubicBezTo>
                  <a:pt x="70381" y="230429"/>
                  <a:pt x="62966" y="231389"/>
                  <a:pt x="55696" y="233291"/>
                </a:cubicBezTo>
                <a:cubicBezTo>
                  <a:pt x="48427" y="235202"/>
                  <a:pt x="41175" y="237461"/>
                  <a:pt x="33952" y="240085"/>
                </a:cubicBezTo>
                <a:cubicBezTo>
                  <a:pt x="28602" y="242682"/>
                  <a:pt x="23409" y="242389"/>
                  <a:pt x="18361" y="239198"/>
                </a:cubicBezTo>
                <a:cubicBezTo>
                  <a:pt x="13305" y="236016"/>
                  <a:pt x="10781" y="231371"/>
                  <a:pt x="10781" y="225281"/>
                </a:cubicBezTo>
                <a:lnTo>
                  <a:pt x="10781" y="79809"/>
                </a:lnTo>
                <a:cubicBezTo>
                  <a:pt x="10781" y="76160"/>
                  <a:pt x="11622" y="72805"/>
                  <a:pt x="13295" y="69750"/>
                </a:cubicBezTo>
                <a:cubicBezTo>
                  <a:pt x="14969" y="66687"/>
                  <a:pt x="17474" y="64310"/>
                  <a:pt x="20812" y="62609"/>
                </a:cubicBezTo>
                <a:cubicBezTo>
                  <a:pt x="29718" y="58439"/>
                  <a:pt x="38944" y="55394"/>
                  <a:pt x="48500" y="53465"/>
                </a:cubicBezTo>
                <a:cubicBezTo>
                  <a:pt x="58055" y="51536"/>
                  <a:pt x="67812" y="50575"/>
                  <a:pt x="77761" y="50575"/>
                </a:cubicBezTo>
                <a:cubicBezTo>
                  <a:pt x="91029" y="50575"/>
                  <a:pt x="103903" y="52368"/>
                  <a:pt x="116394" y="55952"/>
                </a:cubicBezTo>
                <a:cubicBezTo>
                  <a:pt x="128903" y="59555"/>
                  <a:pt x="140607" y="65078"/>
                  <a:pt x="151507" y="72512"/>
                </a:cubicBezTo>
                <a:cubicBezTo>
                  <a:pt x="162196" y="65142"/>
                  <a:pt x="173672" y="59637"/>
                  <a:pt x="185952" y="56016"/>
                </a:cubicBezTo>
                <a:cubicBezTo>
                  <a:pt x="198233" y="52404"/>
                  <a:pt x="210897" y="50603"/>
                  <a:pt x="223955" y="50603"/>
                </a:cubicBezTo>
                <a:cubicBezTo>
                  <a:pt x="233830" y="50603"/>
                  <a:pt x="243505" y="51590"/>
                  <a:pt x="252996" y="53556"/>
                </a:cubicBezTo>
                <a:cubicBezTo>
                  <a:pt x="262497" y="55532"/>
                  <a:pt x="271696" y="58558"/>
                  <a:pt x="280602" y="62646"/>
                </a:cubicBezTo>
                <a:cubicBezTo>
                  <a:pt x="283930" y="64346"/>
                  <a:pt x="286491" y="66724"/>
                  <a:pt x="288265" y="69778"/>
                </a:cubicBezTo>
                <a:cubicBezTo>
                  <a:pt x="290048" y="72841"/>
                  <a:pt x="290944" y="76197"/>
                  <a:pt x="290944" y="79836"/>
                </a:cubicBezTo>
                <a:lnTo>
                  <a:pt x="290944" y="226122"/>
                </a:lnTo>
                <a:cubicBezTo>
                  <a:pt x="290944" y="232431"/>
                  <a:pt x="288319" y="237150"/>
                  <a:pt x="283080" y="240268"/>
                </a:cubicBezTo>
                <a:cubicBezTo>
                  <a:pt x="277840" y="243395"/>
                  <a:pt x="272647" y="243340"/>
                  <a:pt x="267489" y="240112"/>
                </a:cubicBezTo>
                <a:cubicBezTo>
                  <a:pt x="260467" y="237287"/>
                  <a:pt x="253325" y="234964"/>
                  <a:pt x="246056" y="233163"/>
                </a:cubicBezTo>
                <a:cubicBezTo>
                  <a:pt x="238786" y="231361"/>
                  <a:pt x="231389" y="230465"/>
                  <a:pt x="223863" y="230465"/>
                </a:cubicBezTo>
                <a:cubicBezTo>
                  <a:pt x="212525" y="230465"/>
                  <a:pt x="201506" y="232184"/>
                  <a:pt x="190799" y="235623"/>
                </a:cubicBezTo>
                <a:cubicBezTo>
                  <a:pt x="180091" y="239052"/>
                  <a:pt x="169932" y="243779"/>
                  <a:pt x="160340" y="249796"/>
                </a:cubicBezTo>
                <a:cubicBezTo>
                  <a:pt x="159252" y="250674"/>
                  <a:pt x="157963" y="251268"/>
                  <a:pt x="156472" y="251588"/>
                </a:cubicBezTo>
                <a:cubicBezTo>
                  <a:pt x="155000" y="251899"/>
                  <a:pt x="153418" y="252054"/>
                  <a:pt x="151726" y="252054"/>
                </a:cubicBezTo>
                <a:cubicBezTo>
                  <a:pt x="150044" y="252054"/>
                  <a:pt x="148462" y="251899"/>
                  <a:pt x="146981" y="251588"/>
                </a:cubicBezTo>
                <a:close/>
                <a:moveTo>
                  <a:pt x="86758" y="150154"/>
                </a:moveTo>
                <a:close/>
                <a:moveTo>
                  <a:pt x="176022" y="112563"/>
                </a:moveTo>
                <a:cubicBezTo>
                  <a:pt x="176022" y="111475"/>
                  <a:pt x="176433" y="110341"/>
                  <a:pt x="177247" y="109161"/>
                </a:cubicBezTo>
                <a:cubicBezTo>
                  <a:pt x="178061" y="107991"/>
                  <a:pt x="178994" y="107186"/>
                  <a:pt x="180045" y="106747"/>
                </a:cubicBezTo>
                <a:cubicBezTo>
                  <a:pt x="186336" y="104443"/>
                  <a:pt x="192756" y="102660"/>
                  <a:pt x="199312" y="101398"/>
                </a:cubicBezTo>
                <a:cubicBezTo>
                  <a:pt x="205868" y="100145"/>
                  <a:pt x="212799" y="99514"/>
                  <a:pt x="220087" y="99514"/>
                </a:cubicBezTo>
                <a:cubicBezTo>
                  <a:pt x="224641" y="99514"/>
                  <a:pt x="229121" y="99779"/>
                  <a:pt x="233547" y="100301"/>
                </a:cubicBezTo>
                <a:cubicBezTo>
                  <a:pt x="237963" y="100822"/>
                  <a:pt x="242270" y="101608"/>
                  <a:pt x="246458" y="102660"/>
                </a:cubicBezTo>
                <a:cubicBezTo>
                  <a:pt x="247720" y="103035"/>
                  <a:pt x="248872" y="103803"/>
                  <a:pt x="249924" y="104955"/>
                </a:cubicBezTo>
                <a:cubicBezTo>
                  <a:pt x="250966" y="106125"/>
                  <a:pt x="251487" y="107396"/>
                  <a:pt x="251487" y="108759"/>
                </a:cubicBezTo>
                <a:cubicBezTo>
                  <a:pt x="251487" y="111191"/>
                  <a:pt x="250710" y="113020"/>
                  <a:pt x="249137" y="114254"/>
                </a:cubicBezTo>
                <a:cubicBezTo>
                  <a:pt x="247565" y="115498"/>
                  <a:pt x="245626" y="115800"/>
                  <a:pt x="243322" y="115169"/>
                </a:cubicBezTo>
                <a:cubicBezTo>
                  <a:pt x="239756" y="114117"/>
                  <a:pt x="236034" y="113331"/>
                  <a:pt x="232157" y="112810"/>
                </a:cubicBezTo>
                <a:cubicBezTo>
                  <a:pt x="228280" y="112288"/>
                  <a:pt x="224247" y="112023"/>
                  <a:pt x="220060" y="112023"/>
                </a:cubicBezTo>
                <a:cubicBezTo>
                  <a:pt x="213960" y="112023"/>
                  <a:pt x="208108" y="112590"/>
                  <a:pt x="202485" y="113724"/>
                </a:cubicBezTo>
                <a:cubicBezTo>
                  <a:pt x="196870" y="114858"/>
                  <a:pt x="191347" y="116577"/>
                  <a:pt x="185925" y="118881"/>
                </a:cubicBezTo>
                <a:cubicBezTo>
                  <a:pt x="182971" y="119924"/>
                  <a:pt x="180594" y="119850"/>
                  <a:pt x="178783" y="118662"/>
                </a:cubicBezTo>
                <a:cubicBezTo>
                  <a:pt x="176982" y="117464"/>
                  <a:pt x="176086" y="115397"/>
                  <a:pt x="176086" y="112462"/>
                </a:cubicBezTo>
                <a:close/>
                <a:moveTo>
                  <a:pt x="176022" y="181746"/>
                </a:moveTo>
                <a:cubicBezTo>
                  <a:pt x="176022" y="180567"/>
                  <a:pt x="176433" y="179369"/>
                  <a:pt x="177247" y="178125"/>
                </a:cubicBezTo>
                <a:cubicBezTo>
                  <a:pt x="178061" y="176891"/>
                  <a:pt x="178994" y="176040"/>
                  <a:pt x="180045" y="175583"/>
                </a:cubicBezTo>
                <a:cubicBezTo>
                  <a:pt x="186336" y="173279"/>
                  <a:pt x="192756" y="171551"/>
                  <a:pt x="199312" y="170398"/>
                </a:cubicBezTo>
                <a:cubicBezTo>
                  <a:pt x="205868" y="169246"/>
                  <a:pt x="212799" y="168670"/>
                  <a:pt x="220087" y="168670"/>
                </a:cubicBezTo>
                <a:cubicBezTo>
                  <a:pt x="224641" y="168670"/>
                  <a:pt x="229121" y="168926"/>
                  <a:pt x="233547" y="169457"/>
                </a:cubicBezTo>
                <a:cubicBezTo>
                  <a:pt x="237963" y="169978"/>
                  <a:pt x="242270" y="170764"/>
                  <a:pt x="246458" y="171807"/>
                </a:cubicBezTo>
                <a:cubicBezTo>
                  <a:pt x="247720" y="172191"/>
                  <a:pt x="248872" y="172950"/>
                  <a:pt x="249924" y="174102"/>
                </a:cubicBezTo>
                <a:cubicBezTo>
                  <a:pt x="250966" y="175281"/>
                  <a:pt x="251487" y="176543"/>
                  <a:pt x="251487" y="177906"/>
                </a:cubicBezTo>
                <a:cubicBezTo>
                  <a:pt x="251487" y="180338"/>
                  <a:pt x="250710" y="182176"/>
                  <a:pt x="249137" y="183410"/>
                </a:cubicBezTo>
                <a:cubicBezTo>
                  <a:pt x="247565" y="184645"/>
                  <a:pt x="245626" y="184947"/>
                  <a:pt x="243322" y="184325"/>
                </a:cubicBezTo>
                <a:cubicBezTo>
                  <a:pt x="239756" y="183273"/>
                  <a:pt x="236034" y="182487"/>
                  <a:pt x="232157" y="181966"/>
                </a:cubicBezTo>
                <a:cubicBezTo>
                  <a:pt x="228280" y="181435"/>
                  <a:pt x="224247" y="181179"/>
                  <a:pt x="220060" y="181179"/>
                </a:cubicBezTo>
                <a:cubicBezTo>
                  <a:pt x="213960" y="181179"/>
                  <a:pt x="208108" y="181691"/>
                  <a:pt x="202485" y="182715"/>
                </a:cubicBezTo>
                <a:cubicBezTo>
                  <a:pt x="196870" y="183740"/>
                  <a:pt x="191347" y="185413"/>
                  <a:pt x="185925" y="187717"/>
                </a:cubicBezTo>
                <a:cubicBezTo>
                  <a:pt x="182971" y="188760"/>
                  <a:pt x="180594" y="188760"/>
                  <a:pt x="178783" y="187717"/>
                </a:cubicBezTo>
                <a:cubicBezTo>
                  <a:pt x="176982" y="186666"/>
                  <a:pt x="176086" y="184654"/>
                  <a:pt x="176086" y="181682"/>
                </a:cubicBezTo>
                <a:close/>
                <a:moveTo>
                  <a:pt x="176022" y="147136"/>
                </a:moveTo>
                <a:cubicBezTo>
                  <a:pt x="176022" y="146048"/>
                  <a:pt x="176433" y="144914"/>
                  <a:pt x="177247" y="143744"/>
                </a:cubicBezTo>
                <a:cubicBezTo>
                  <a:pt x="178061" y="142564"/>
                  <a:pt x="178994" y="141759"/>
                  <a:pt x="180045" y="141321"/>
                </a:cubicBezTo>
                <a:cubicBezTo>
                  <a:pt x="186336" y="139016"/>
                  <a:pt x="192756" y="137233"/>
                  <a:pt x="199312" y="135980"/>
                </a:cubicBezTo>
                <a:cubicBezTo>
                  <a:pt x="205868" y="134719"/>
                  <a:pt x="212799" y="134088"/>
                  <a:pt x="220087" y="134088"/>
                </a:cubicBezTo>
                <a:cubicBezTo>
                  <a:pt x="224641" y="134088"/>
                  <a:pt x="229121" y="134353"/>
                  <a:pt x="233547" y="134874"/>
                </a:cubicBezTo>
                <a:cubicBezTo>
                  <a:pt x="237963" y="135404"/>
                  <a:pt x="242270" y="136191"/>
                  <a:pt x="246458" y="137233"/>
                </a:cubicBezTo>
                <a:cubicBezTo>
                  <a:pt x="247720" y="137608"/>
                  <a:pt x="248872" y="138376"/>
                  <a:pt x="249924" y="139528"/>
                </a:cubicBezTo>
                <a:cubicBezTo>
                  <a:pt x="250966" y="140699"/>
                  <a:pt x="251487" y="141970"/>
                  <a:pt x="251487" y="143332"/>
                </a:cubicBezTo>
                <a:cubicBezTo>
                  <a:pt x="251487" y="145765"/>
                  <a:pt x="250710" y="147593"/>
                  <a:pt x="249137" y="148837"/>
                </a:cubicBezTo>
                <a:cubicBezTo>
                  <a:pt x="247565" y="150071"/>
                  <a:pt x="245626" y="150373"/>
                  <a:pt x="243322" y="149742"/>
                </a:cubicBezTo>
                <a:cubicBezTo>
                  <a:pt x="239756" y="148700"/>
                  <a:pt x="236034" y="147913"/>
                  <a:pt x="232157" y="147383"/>
                </a:cubicBezTo>
                <a:cubicBezTo>
                  <a:pt x="228280" y="146862"/>
                  <a:pt x="224247" y="146606"/>
                  <a:pt x="220060" y="146606"/>
                </a:cubicBezTo>
                <a:cubicBezTo>
                  <a:pt x="213960" y="146606"/>
                  <a:pt x="208108" y="147164"/>
                  <a:pt x="202485" y="148297"/>
                </a:cubicBezTo>
                <a:cubicBezTo>
                  <a:pt x="196870" y="149431"/>
                  <a:pt x="191347" y="151150"/>
                  <a:pt x="185925" y="153455"/>
                </a:cubicBezTo>
                <a:cubicBezTo>
                  <a:pt x="182971" y="154497"/>
                  <a:pt x="180594" y="154424"/>
                  <a:pt x="178783" y="153235"/>
                </a:cubicBezTo>
                <a:cubicBezTo>
                  <a:pt x="176982" y="152037"/>
                  <a:pt x="176086" y="149971"/>
                  <a:pt x="176086" y="14704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50" name="圖示 設定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1262" y="278490"/>
                </a:moveTo>
                <a:cubicBezTo>
                  <a:pt x="128144" y="278490"/>
                  <a:pt x="125355" y="277511"/>
                  <a:pt x="122905" y="275536"/>
                </a:cubicBezTo>
                <a:cubicBezTo>
                  <a:pt x="120472" y="273570"/>
                  <a:pt x="119046" y="271019"/>
                  <a:pt x="118625" y="267901"/>
                </a:cubicBezTo>
                <a:lnTo>
                  <a:pt x="113916" y="238293"/>
                </a:lnTo>
                <a:cubicBezTo>
                  <a:pt x="110222" y="236967"/>
                  <a:pt x="106290" y="235120"/>
                  <a:pt x="102120" y="232724"/>
                </a:cubicBezTo>
                <a:cubicBezTo>
                  <a:pt x="97951" y="230337"/>
                  <a:pt x="94320" y="227887"/>
                  <a:pt x="91221" y="225372"/>
                </a:cubicBezTo>
                <a:lnTo>
                  <a:pt x="64246" y="237945"/>
                </a:lnTo>
                <a:cubicBezTo>
                  <a:pt x="61164" y="239244"/>
                  <a:pt x="58055" y="239408"/>
                  <a:pt x="54910" y="238448"/>
                </a:cubicBezTo>
                <a:cubicBezTo>
                  <a:pt x="51773" y="237479"/>
                  <a:pt x="49341" y="235531"/>
                  <a:pt x="47622" y="232605"/>
                </a:cubicBezTo>
                <a:lnTo>
                  <a:pt x="28383" y="197958"/>
                </a:lnTo>
                <a:cubicBezTo>
                  <a:pt x="26600" y="195133"/>
                  <a:pt x="26097" y="192170"/>
                  <a:pt x="26874" y="189070"/>
                </a:cubicBezTo>
                <a:cubicBezTo>
                  <a:pt x="27633" y="185962"/>
                  <a:pt x="29334" y="183419"/>
                  <a:pt x="31995" y="181426"/>
                </a:cubicBezTo>
                <a:lnTo>
                  <a:pt x="57086" y="162882"/>
                </a:lnTo>
                <a:cubicBezTo>
                  <a:pt x="56702" y="161145"/>
                  <a:pt x="56464" y="159142"/>
                  <a:pt x="56354" y="156884"/>
                </a:cubicBezTo>
                <a:cubicBezTo>
                  <a:pt x="56254" y="154616"/>
                  <a:pt x="56199" y="152613"/>
                  <a:pt x="56199" y="150876"/>
                </a:cubicBezTo>
                <a:cubicBezTo>
                  <a:pt x="56199" y="149139"/>
                  <a:pt x="56254" y="147136"/>
                  <a:pt x="56354" y="144868"/>
                </a:cubicBezTo>
                <a:cubicBezTo>
                  <a:pt x="56464" y="142610"/>
                  <a:pt x="56702" y="140607"/>
                  <a:pt x="57086" y="138870"/>
                </a:cubicBezTo>
                <a:lnTo>
                  <a:pt x="31995" y="120390"/>
                </a:lnTo>
                <a:cubicBezTo>
                  <a:pt x="29297" y="118397"/>
                  <a:pt x="27578" y="115845"/>
                  <a:pt x="26847" y="112746"/>
                </a:cubicBezTo>
                <a:cubicBezTo>
                  <a:pt x="26106" y="109646"/>
                  <a:pt x="26636" y="106646"/>
                  <a:pt x="28420" y="103757"/>
                </a:cubicBezTo>
                <a:lnTo>
                  <a:pt x="47713" y="69119"/>
                </a:lnTo>
                <a:cubicBezTo>
                  <a:pt x="49432" y="66294"/>
                  <a:pt x="51856" y="64374"/>
                  <a:pt x="54974" y="63368"/>
                </a:cubicBezTo>
                <a:cubicBezTo>
                  <a:pt x="58074" y="62362"/>
                  <a:pt x="61183" y="62508"/>
                  <a:pt x="64282" y="63807"/>
                </a:cubicBezTo>
                <a:lnTo>
                  <a:pt x="91467" y="76380"/>
                </a:lnTo>
                <a:cubicBezTo>
                  <a:pt x="94531" y="73911"/>
                  <a:pt x="98133" y="71488"/>
                  <a:pt x="102285" y="69119"/>
                </a:cubicBezTo>
                <a:cubicBezTo>
                  <a:pt x="106427" y="66751"/>
                  <a:pt x="110350" y="64996"/>
                  <a:pt x="114035" y="63843"/>
                </a:cubicBezTo>
                <a:lnTo>
                  <a:pt x="118753" y="33915"/>
                </a:lnTo>
                <a:cubicBezTo>
                  <a:pt x="119174" y="30733"/>
                  <a:pt x="120600" y="28145"/>
                  <a:pt x="123023" y="26152"/>
                </a:cubicBezTo>
                <a:cubicBezTo>
                  <a:pt x="125456" y="24158"/>
                  <a:pt x="128245" y="23162"/>
                  <a:pt x="131390" y="23162"/>
                </a:cubicBezTo>
                <a:lnTo>
                  <a:pt x="170581" y="23162"/>
                </a:lnTo>
                <a:cubicBezTo>
                  <a:pt x="173709" y="23162"/>
                  <a:pt x="176497" y="24158"/>
                  <a:pt x="178948" y="26152"/>
                </a:cubicBezTo>
                <a:cubicBezTo>
                  <a:pt x="181380" y="28145"/>
                  <a:pt x="182798" y="30733"/>
                  <a:pt x="183218" y="33915"/>
                </a:cubicBezTo>
                <a:lnTo>
                  <a:pt x="187937" y="63523"/>
                </a:lnTo>
                <a:cubicBezTo>
                  <a:pt x="191622" y="64886"/>
                  <a:pt x="195590" y="66696"/>
                  <a:pt x="199851" y="68964"/>
                </a:cubicBezTo>
                <a:cubicBezTo>
                  <a:pt x="204103" y="71223"/>
                  <a:pt x="207706" y="73701"/>
                  <a:pt x="210659" y="76380"/>
                </a:cubicBezTo>
                <a:lnTo>
                  <a:pt x="237634" y="63807"/>
                </a:lnTo>
                <a:cubicBezTo>
                  <a:pt x="240707" y="62508"/>
                  <a:pt x="243770" y="62362"/>
                  <a:pt x="246806" y="63368"/>
                </a:cubicBezTo>
                <a:cubicBezTo>
                  <a:pt x="249851" y="64392"/>
                  <a:pt x="252228" y="66312"/>
                  <a:pt x="253947" y="69119"/>
                </a:cubicBezTo>
                <a:lnTo>
                  <a:pt x="273616" y="103757"/>
                </a:lnTo>
                <a:cubicBezTo>
                  <a:pt x="275335" y="106628"/>
                  <a:pt x="275829" y="109682"/>
                  <a:pt x="275097" y="112910"/>
                </a:cubicBezTo>
                <a:cubicBezTo>
                  <a:pt x="274366" y="116111"/>
                  <a:pt x="272647" y="118607"/>
                  <a:pt x="269940" y="120390"/>
                </a:cubicBezTo>
                <a:lnTo>
                  <a:pt x="244794" y="138239"/>
                </a:lnTo>
                <a:cubicBezTo>
                  <a:pt x="245178" y="140187"/>
                  <a:pt x="245425" y="142299"/>
                  <a:pt x="245553" y="144557"/>
                </a:cubicBezTo>
                <a:cubicBezTo>
                  <a:pt x="245681" y="146825"/>
                  <a:pt x="245736" y="148928"/>
                  <a:pt x="245736" y="150876"/>
                </a:cubicBezTo>
                <a:cubicBezTo>
                  <a:pt x="245736" y="152824"/>
                  <a:pt x="245681" y="154881"/>
                  <a:pt x="245553" y="157039"/>
                </a:cubicBezTo>
                <a:cubicBezTo>
                  <a:pt x="245425" y="159197"/>
                  <a:pt x="245178" y="161245"/>
                  <a:pt x="244794" y="163202"/>
                </a:cubicBezTo>
                <a:lnTo>
                  <a:pt x="269940" y="181362"/>
                </a:lnTo>
                <a:cubicBezTo>
                  <a:pt x="272647" y="183145"/>
                  <a:pt x="274366" y="185641"/>
                  <a:pt x="275097" y="188851"/>
                </a:cubicBezTo>
                <a:cubicBezTo>
                  <a:pt x="275829" y="192051"/>
                  <a:pt x="275335" y="195106"/>
                  <a:pt x="273616" y="197995"/>
                </a:cubicBezTo>
                <a:lnTo>
                  <a:pt x="254258" y="232633"/>
                </a:lnTo>
                <a:cubicBezTo>
                  <a:pt x="252539" y="235504"/>
                  <a:pt x="250116" y="237433"/>
                  <a:pt x="246998" y="238412"/>
                </a:cubicBezTo>
                <a:cubicBezTo>
                  <a:pt x="243898" y="239399"/>
                  <a:pt x="240798" y="239244"/>
                  <a:pt x="237689" y="237945"/>
                </a:cubicBezTo>
                <a:lnTo>
                  <a:pt x="210595" y="225372"/>
                </a:lnTo>
                <a:cubicBezTo>
                  <a:pt x="207496" y="227905"/>
                  <a:pt x="203920" y="230401"/>
                  <a:pt x="199879" y="232852"/>
                </a:cubicBezTo>
                <a:cubicBezTo>
                  <a:pt x="195837" y="235321"/>
                  <a:pt x="191869" y="237140"/>
                  <a:pt x="187964" y="238293"/>
                </a:cubicBezTo>
                <a:lnTo>
                  <a:pt x="183255" y="267901"/>
                </a:lnTo>
                <a:cubicBezTo>
                  <a:pt x="182834" y="271046"/>
                  <a:pt x="181408" y="273588"/>
                  <a:pt x="178976" y="275536"/>
                </a:cubicBezTo>
                <a:cubicBezTo>
                  <a:pt x="176543" y="277484"/>
                  <a:pt x="173763" y="278471"/>
                  <a:pt x="170618" y="278490"/>
                </a:cubicBezTo>
                <a:lnTo>
                  <a:pt x="131418" y="278490"/>
                </a:lnTo>
                <a:close/>
                <a:moveTo>
                  <a:pt x="137645" y="257084"/>
                </a:moveTo>
                <a:lnTo>
                  <a:pt x="164016" y="257084"/>
                </a:lnTo>
                <a:lnTo>
                  <a:pt x="168478" y="221943"/>
                </a:lnTo>
                <a:cubicBezTo>
                  <a:pt x="175437" y="220270"/>
                  <a:pt x="182048" y="217645"/>
                  <a:pt x="188312" y="214088"/>
                </a:cubicBezTo>
                <a:cubicBezTo>
                  <a:pt x="194575" y="210522"/>
                  <a:pt x="200226" y="206151"/>
                  <a:pt x="205255" y="200976"/>
                </a:cubicBezTo>
                <a:lnTo>
                  <a:pt x="238576" y="215442"/>
                </a:lnTo>
                <a:lnTo>
                  <a:pt x="250482" y="193780"/>
                </a:lnTo>
                <a:lnTo>
                  <a:pt x="221093" y="172255"/>
                </a:lnTo>
                <a:cubicBezTo>
                  <a:pt x="221934" y="168643"/>
                  <a:pt x="222629" y="165086"/>
                  <a:pt x="223168" y="161565"/>
                </a:cubicBezTo>
                <a:cubicBezTo>
                  <a:pt x="223717" y="158045"/>
                  <a:pt x="223991" y="154479"/>
                  <a:pt x="223991" y="150876"/>
                </a:cubicBezTo>
                <a:cubicBezTo>
                  <a:pt x="223991" y="147273"/>
                  <a:pt x="223772" y="143707"/>
                  <a:pt x="223324" y="140187"/>
                </a:cubicBezTo>
                <a:cubicBezTo>
                  <a:pt x="222885" y="136666"/>
                  <a:pt x="222144" y="133109"/>
                  <a:pt x="221093" y="129506"/>
                </a:cubicBezTo>
                <a:lnTo>
                  <a:pt x="250582" y="107972"/>
                </a:lnTo>
                <a:lnTo>
                  <a:pt x="238604" y="86310"/>
                </a:lnTo>
                <a:lnTo>
                  <a:pt x="205347" y="100776"/>
                </a:lnTo>
                <a:cubicBezTo>
                  <a:pt x="200528" y="95216"/>
                  <a:pt x="195032" y="90580"/>
                  <a:pt x="188851" y="86850"/>
                </a:cubicBezTo>
                <a:cubicBezTo>
                  <a:pt x="182661" y="83101"/>
                  <a:pt x="175885" y="80732"/>
                  <a:pt x="168506" y="79745"/>
                </a:cubicBezTo>
                <a:lnTo>
                  <a:pt x="164107" y="44696"/>
                </a:lnTo>
                <a:lnTo>
                  <a:pt x="137645" y="44696"/>
                </a:lnTo>
                <a:lnTo>
                  <a:pt x="133301" y="79745"/>
                </a:lnTo>
                <a:cubicBezTo>
                  <a:pt x="126077" y="81171"/>
                  <a:pt x="119320" y="83695"/>
                  <a:pt x="113029" y="87316"/>
                </a:cubicBezTo>
                <a:cubicBezTo>
                  <a:pt x="106747" y="90965"/>
                  <a:pt x="101169" y="95454"/>
                  <a:pt x="96314" y="100776"/>
                </a:cubicBezTo>
                <a:lnTo>
                  <a:pt x="63148" y="86310"/>
                </a:lnTo>
                <a:lnTo>
                  <a:pt x="51170" y="107972"/>
                </a:lnTo>
                <a:lnTo>
                  <a:pt x="80495" y="129442"/>
                </a:lnTo>
                <a:cubicBezTo>
                  <a:pt x="79663" y="133045"/>
                  <a:pt x="78968" y="136621"/>
                  <a:pt x="78428" y="140159"/>
                </a:cubicBezTo>
                <a:cubicBezTo>
                  <a:pt x="77879" y="143698"/>
                  <a:pt x="77605" y="147273"/>
                  <a:pt x="77605" y="150876"/>
                </a:cubicBezTo>
                <a:cubicBezTo>
                  <a:pt x="77605" y="154479"/>
                  <a:pt x="77879" y="158063"/>
                  <a:pt x="78428" y="161629"/>
                </a:cubicBezTo>
                <a:cubicBezTo>
                  <a:pt x="78968" y="165186"/>
                  <a:pt x="79663" y="168753"/>
                  <a:pt x="80495" y="172310"/>
                </a:cubicBezTo>
                <a:lnTo>
                  <a:pt x="51170" y="193780"/>
                </a:lnTo>
                <a:lnTo>
                  <a:pt x="63148" y="215442"/>
                </a:lnTo>
                <a:lnTo>
                  <a:pt x="96314" y="200976"/>
                </a:lnTo>
                <a:cubicBezTo>
                  <a:pt x="101380" y="206115"/>
                  <a:pt x="107058" y="210486"/>
                  <a:pt x="113349" y="214088"/>
                </a:cubicBezTo>
                <a:cubicBezTo>
                  <a:pt x="119631" y="217691"/>
                  <a:pt x="126288" y="220334"/>
                  <a:pt x="133301" y="222007"/>
                </a:cubicBezTo>
                <a:lnTo>
                  <a:pt x="137645" y="257056"/>
                </a:lnTo>
                <a:close/>
                <a:moveTo>
                  <a:pt x="150721" y="191741"/>
                </a:moveTo>
                <a:cubicBezTo>
                  <a:pt x="162032" y="191741"/>
                  <a:pt x="171669" y="187754"/>
                  <a:pt x="179634" y="179798"/>
                </a:cubicBezTo>
                <a:cubicBezTo>
                  <a:pt x="187598" y="171834"/>
                  <a:pt x="191585" y="162196"/>
                  <a:pt x="191585" y="150876"/>
                </a:cubicBezTo>
                <a:cubicBezTo>
                  <a:pt x="191585" y="139565"/>
                  <a:pt x="187598" y="129918"/>
                  <a:pt x="179634" y="121963"/>
                </a:cubicBezTo>
                <a:cubicBezTo>
                  <a:pt x="171669" y="113998"/>
                  <a:pt x="162032" y="110011"/>
                  <a:pt x="150721" y="110011"/>
                </a:cubicBezTo>
                <a:cubicBezTo>
                  <a:pt x="139400" y="110011"/>
                  <a:pt x="129763" y="113998"/>
                  <a:pt x="121798" y="121963"/>
                </a:cubicBezTo>
                <a:cubicBezTo>
                  <a:pt x="113834" y="129918"/>
                  <a:pt x="109856" y="139565"/>
                  <a:pt x="109856" y="150876"/>
                </a:cubicBezTo>
                <a:cubicBezTo>
                  <a:pt x="109856" y="162196"/>
                  <a:pt x="113834" y="171834"/>
                  <a:pt x="121798" y="179798"/>
                </a:cubicBezTo>
                <a:cubicBezTo>
                  <a:pt x="129763" y="187754"/>
                  <a:pt x="139400" y="191741"/>
                  <a:pt x="150721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52" name="圖示 參數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03" y="262835"/>
                </a:moveTo>
                <a:cubicBezTo>
                  <a:pt x="134755" y="260887"/>
                  <a:pt x="133777" y="258446"/>
                  <a:pt x="133777" y="255511"/>
                </a:cubicBezTo>
                <a:lnTo>
                  <a:pt x="133777" y="203591"/>
                </a:lnTo>
                <a:cubicBezTo>
                  <a:pt x="133777" y="200656"/>
                  <a:pt x="134773" y="198214"/>
                  <a:pt x="136767" y="196267"/>
                </a:cubicBezTo>
                <a:cubicBezTo>
                  <a:pt x="138751" y="194319"/>
                  <a:pt x="141220" y="193341"/>
                  <a:pt x="144146" y="193341"/>
                </a:cubicBezTo>
                <a:cubicBezTo>
                  <a:pt x="147081" y="193341"/>
                  <a:pt x="149514" y="194319"/>
                  <a:pt x="151443" y="196267"/>
                </a:cubicBezTo>
                <a:cubicBezTo>
                  <a:pt x="153372" y="198214"/>
                  <a:pt x="154332" y="200656"/>
                  <a:pt x="154332" y="203591"/>
                </a:cubicBezTo>
                <a:lnTo>
                  <a:pt x="154332" y="219401"/>
                </a:lnTo>
                <a:lnTo>
                  <a:pt x="255044" y="219401"/>
                </a:lnTo>
                <a:cubicBezTo>
                  <a:pt x="257980" y="219401"/>
                  <a:pt x="260421" y="220380"/>
                  <a:pt x="262369" y="222355"/>
                </a:cubicBezTo>
                <a:cubicBezTo>
                  <a:pt x="264316" y="224321"/>
                  <a:pt x="265286" y="226771"/>
                  <a:pt x="265286" y="229706"/>
                </a:cubicBezTo>
                <a:cubicBezTo>
                  <a:pt x="265286" y="232642"/>
                  <a:pt x="264316" y="235092"/>
                  <a:pt x="262369" y="237067"/>
                </a:cubicBezTo>
                <a:cubicBezTo>
                  <a:pt x="260421" y="239015"/>
                  <a:pt x="257980" y="239984"/>
                  <a:pt x="255044" y="239984"/>
                </a:cubicBezTo>
                <a:lnTo>
                  <a:pt x="154369" y="239984"/>
                </a:lnTo>
                <a:lnTo>
                  <a:pt x="154369" y="255511"/>
                </a:lnTo>
                <a:cubicBezTo>
                  <a:pt x="154369" y="258446"/>
                  <a:pt x="153381" y="260887"/>
                  <a:pt x="151406" y="262835"/>
                </a:cubicBezTo>
                <a:cubicBezTo>
                  <a:pt x="149440" y="264792"/>
                  <a:pt x="146990" y="265761"/>
                  <a:pt x="144055" y="265761"/>
                </a:cubicBezTo>
                <a:cubicBezTo>
                  <a:pt x="141119" y="265761"/>
                  <a:pt x="138669" y="264792"/>
                  <a:pt x="136703" y="262835"/>
                </a:cubicBezTo>
                <a:close/>
                <a:moveTo>
                  <a:pt x="46708" y="239984"/>
                </a:moveTo>
                <a:cubicBezTo>
                  <a:pt x="43772" y="239984"/>
                  <a:pt x="41331" y="238988"/>
                  <a:pt x="39383" y="237003"/>
                </a:cubicBezTo>
                <a:cubicBezTo>
                  <a:pt x="37436" y="235010"/>
                  <a:pt x="36457" y="232550"/>
                  <a:pt x="36457" y="229615"/>
                </a:cubicBezTo>
                <a:cubicBezTo>
                  <a:pt x="36457" y="226680"/>
                  <a:pt x="37436" y="224247"/>
                  <a:pt x="39383" y="222318"/>
                </a:cubicBezTo>
                <a:cubicBezTo>
                  <a:pt x="41331" y="220398"/>
                  <a:pt x="43772" y="219429"/>
                  <a:pt x="46708" y="219429"/>
                </a:cubicBezTo>
                <a:lnTo>
                  <a:pt x="105549" y="219429"/>
                </a:lnTo>
                <a:cubicBezTo>
                  <a:pt x="108484" y="219429"/>
                  <a:pt x="110926" y="220416"/>
                  <a:pt x="112874" y="222382"/>
                </a:cubicBezTo>
                <a:cubicBezTo>
                  <a:pt x="114821" y="224357"/>
                  <a:pt x="115800" y="226808"/>
                  <a:pt x="115800" y="229743"/>
                </a:cubicBezTo>
                <a:cubicBezTo>
                  <a:pt x="115800" y="232678"/>
                  <a:pt x="114821" y="235129"/>
                  <a:pt x="112874" y="237095"/>
                </a:cubicBezTo>
                <a:cubicBezTo>
                  <a:pt x="110926" y="239042"/>
                  <a:pt x="108484" y="240021"/>
                  <a:pt x="105549" y="240021"/>
                </a:cubicBezTo>
                <a:lnTo>
                  <a:pt x="46708" y="240021"/>
                </a:lnTo>
                <a:close/>
                <a:moveTo>
                  <a:pt x="98161" y="183941"/>
                </a:moveTo>
                <a:cubicBezTo>
                  <a:pt x="96213" y="181956"/>
                  <a:pt x="95244" y="179497"/>
                  <a:pt x="95244" y="176589"/>
                </a:cubicBezTo>
                <a:lnTo>
                  <a:pt x="95244" y="161154"/>
                </a:lnTo>
                <a:lnTo>
                  <a:pt x="46708" y="161154"/>
                </a:lnTo>
                <a:cubicBezTo>
                  <a:pt x="43818" y="161154"/>
                  <a:pt x="41386" y="160157"/>
                  <a:pt x="39420" y="158173"/>
                </a:cubicBezTo>
                <a:cubicBezTo>
                  <a:pt x="37445" y="156180"/>
                  <a:pt x="36466" y="153738"/>
                  <a:pt x="36466" y="150849"/>
                </a:cubicBezTo>
                <a:cubicBezTo>
                  <a:pt x="36466" y="147950"/>
                  <a:pt x="37445" y="145536"/>
                  <a:pt x="39420" y="143588"/>
                </a:cubicBezTo>
                <a:cubicBezTo>
                  <a:pt x="41386" y="141631"/>
                  <a:pt x="43818" y="140662"/>
                  <a:pt x="46708" y="140662"/>
                </a:cubicBezTo>
                <a:lnTo>
                  <a:pt x="95244" y="140662"/>
                </a:lnTo>
                <a:lnTo>
                  <a:pt x="95244" y="124477"/>
                </a:lnTo>
                <a:cubicBezTo>
                  <a:pt x="95244" y="121542"/>
                  <a:pt x="96231" y="119101"/>
                  <a:pt x="98225" y="117153"/>
                </a:cubicBezTo>
                <a:cubicBezTo>
                  <a:pt x="100218" y="115196"/>
                  <a:pt x="102678" y="114227"/>
                  <a:pt x="105613" y="114227"/>
                </a:cubicBezTo>
                <a:cubicBezTo>
                  <a:pt x="108548" y="114227"/>
                  <a:pt x="110981" y="115196"/>
                  <a:pt x="112910" y="117153"/>
                </a:cubicBezTo>
                <a:cubicBezTo>
                  <a:pt x="114830" y="119101"/>
                  <a:pt x="115800" y="121542"/>
                  <a:pt x="115800" y="124477"/>
                </a:cubicBezTo>
                <a:lnTo>
                  <a:pt x="115800" y="176653"/>
                </a:lnTo>
                <a:cubicBezTo>
                  <a:pt x="115800" y="179588"/>
                  <a:pt x="114812" y="182030"/>
                  <a:pt x="112846" y="183977"/>
                </a:cubicBezTo>
                <a:cubicBezTo>
                  <a:pt x="110871" y="185925"/>
                  <a:pt x="108420" y="186894"/>
                  <a:pt x="105485" y="186894"/>
                </a:cubicBezTo>
                <a:cubicBezTo>
                  <a:pt x="102550" y="186894"/>
                  <a:pt x="100099" y="185907"/>
                  <a:pt x="98133" y="183913"/>
                </a:cubicBezTo>
                <a:close/>
                <a:moveTo>
                  <a:pt x="144027" y="161154"/>
                </a:moveTo>
                <a:cubicBezTo>
                  <a:pt x="141128" y="161154"/>
                  <a:pt x="138705" y="160157"/>
                  <a:pt x="136730" y="158173"/>
                </a:cubicBezTo>
                <a:cubicBezTo>
                  <a:pt x="134764" y="156180"/>
                  <a:pt x="133777" y="153738"/>
                  <a:pt x="133777" y="150849"/>
                </a:cubicBezTo>
                <a:cubicBezTo>
                  <a:pt x="133777" y="147950"/>
                  <a:pt x="134764" y="145536"/>
                  <a:pt x="136730" y="143588"/>
                </a:cubicBezTo>
                <a:cubicBezTo>
                  <a:pt x="138705" y="141631"/>
                  <a:pt x="141128" y="140662"/>
                  <a:pt x="144027" y="140662"/>
                </a:cubicBezTo>
                <a:lnTo>
                  <a:pt x="255044" y="140662"/>
                </a:lnTo>
                <a:cubicBezTo>
                  <a:pt x="257934" y="140662"/>
                  <a:pt x="260366" y="141659"/>
                  <a:pt x="262332" y="143643"/>
                </a:cubicBezTo>
                <a:cubicBezTo>
                  <a:pt x="264307" y="145636"/>
                  <a:pt x="265286" y="148078"/>
                  <a:pt x="265286" y="150967"/>
                </a:cubicBezTo>
                <a:cubicBezTo>
                  <a:pt x="265286" y="153866"/>
                  <a:pt x="264307" y="156280"/>
                  <a:pt x="262332" y="158228"/>
                </a:cubicBezTo>
                <a:cubicBezTo>
                  <a:pt x="260366" y="160185"/>
                  <a:pt x="257934" y="161154"/>
                  <a:pt x="255044" y="161154"/>
                </a:cubicBezTo>
                <a:lnTo>
                  <a:pt x="144027" y="161154"/>
                </a:lnTo>
                <a:close/>
                <a:moveTo>
                  <a:pt x="188878" y="105522"/>
                </a:moveTo>
                <a:cubicBezTo>
                  <a:pt x="186931" y="103574"/>
                  <a:pt x="185952" y="101133"/>
                  <a:pt x="185952" y="98197"/>
                </a:cubicBezTo>
                <a:lnTo>
                  <a:pt x="185952" y="46269"/>
                </a:lnTo>
                <a:cubicBezTo>
                  <a:pt x="185952" y="43333"/>
                  <a:pt x="186949" y="40892"/>
                  <a:pt x="188942" y="38944"/>
                </a:cubicBezTo>
                <a:cubicBezTo>
                  <a:pt x="190936" y="36997"/>
                  <a:pt x="193396" y="36018"/>
                  <a:pt x="196331" y="36018"/>
                </a:cubicBezTo>
                <a:cubicBezTo>
                  <a:pt x="199257" y="36018"/>
                  <a:pt x="201689" y="36997"/>
                  <a:pt x="203619" y="38944"/>
                </a:cubicBezTo>
                <a:cubicBezTo>
                  <a:pt x="205548" y="40892"/>
                  <a:pt x="206508" y="43333"/>
                  <a:pt x="206508" y="46269"/>
                </a:cubicBezTo>
                <a:lnTo>
                  <a:pt x="206508" y="61795"/>
                </a:lnTo>
                <a:lnTo>
                  <a:pt x="255044" y="61795"/>
                </a:lnTo>
                <a:cubicBezTo>
                  <a:pt x="257980" y="61795"/>
                  <a:pt x="260421" y="62783"/>
                  <a:pt x="262369" y="64749"/>
                </a:cubicBezTo>
                <a:cubicBezTo>
                  <a:pt x="264316" y="66724"/>
                  <a:pt x="265295" y="69174"/>
                  <a:pt x="265295" y="72110"/>
                </a:cubicBezTo>
                <a:cubicBezTo>
                  <a:pt x="265295" y="75036"/>
                  <a:pt x="264316" y="77495"/>
                  <a:pt x="262369" y="79461"/>
                </a:cubicBezTo>
                <a:cubicBezTo>
                  <a:pt x="260421" y="81409"/>
                  <a:pt x="257980" y="82387"/>
                  <a:pt x="255044" y="82387"/>
                </a:cubicBezTo>
                <a:lnTo>
                  <a:pt x="206545" y="82387"/>
                </a:lnTo>
                <a:lnTo>
                  <a:pt x="206545" y="98225"/>
                </a:lnTo>
                <a:cubicBezTo>
                  <a:pt x="206545" y="101160"/>
                  <a:pt x="205557" y="103602"/>
                  <a:pt x="203591" y="105549"/>
                </a:cubicBezTo>
                <a:cubicBezTo>
                  <a:pt x="201616" y="107497"/>
                  <a:pt x="199165" y="108475"/>
                  <a:pt x="196230" y="108475"/>
                </a:cubicBezTo>
                <a:cubicBezTo>
                  <a:pt x="193295" y="108475"/>
                  <a:pt x="190844" y="107497"/>
                  <a:pt x="188878" y="105549"/>
                </a:cubicBezTo>
                <a:close/>
                <a:moveTo>
                  <a:pt x="46708" y="82351"/>
                </a:moveTo>
                <a:cubicBezTo>
                  <a:pt x="43772" y="82351"/>
                  <a:pt x="41331" y="81354"/>
                  <a:pt x="39383" y="79370"/>
                </a:cubicBezTo>
                <a:cubicBezTo>
                  <a:pt x="37436" y="77377"/>
                  <a:pt x="36466" y="74917"/>
                  <a:pt x="36466" y="71982"/>
                </a:cubicBezTo>
                <a:cubicBezTo>
                  <a:pt x="36466" y="69046"/>
                  <a:pt x="37436" y="66614"/>
                  <a:pt x="39383" y="64685"/>
                </a:cubicBezTo>
                <a:cubicBezTo>
                  <a:pt x="41331" y="62764"/>
                  <a:pt x="43772" y="61795"/>
                  <a:pt x="46708" y="61795"/>
                </a:cubicBezTo>
                <a:lnTo>
                  <a:pt x="157725" y="61795"/>
                </a:lnTo>
                <a:cubicBezTo>
                  <a:pt x="160660" y="61795"/>
                  <a:pt x="163102" y="62783"/>
                  <a:pt x="165049" y="64749"/>
                </a:cubicBezTo>
                <a:cubicBezTo>
                  <a:pt x="166997" y="66724"/>
                  <a:pt x="167975" y="69174"/>
                  <a:pt x="167975" y="72110"/>
                </a:cubicBezTo>
                <a:cubicBezTo>
                  <a:pt x="167975" y="75036"/>
                  <a:pt x="166997" y="77495"/>
                  <a:pt x="165049" y="79461"/>
                </a:cubicBezTo>
                <a:cubicBezTo>
                  <a:pt x="163102" y="81409"/>
                  <a:pt x="160660" y="82387"/>
                  <a:pt x="157725" y="82387"/>
                </a:cubicBezTo>
                <a:lnTo>
                  <a:pt x="46708" y="8238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54" name="圖示 篩選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3344"/>
                </a:moveTo>
                <a:cubicBezTo>
                  <a:pt x="134234" y="253344"/>
                  <a:pt x="130814" y="251954"/>
                  <a:pt x="128025" y="249165"/>
                </a:cubicBezTo>
                <a:cubicBezTo>
                  <a:pt x="125236" y="246376"/>
                  <a:pt x="123846" y="242956"/>
                  <a:pt x="123846" y="238887"/>
                </a:cubicBezTo>
                <a:lnTo>
                  <a:pt x="123846" y="164144"/>
                </a:lnTo>
                <a:lnTo>
                  <a:pt x="49195" y="68708"/>
                </a:lnTo>
                <a:cubicBezTo>
                  <a:pt x="45757" y="64502"/>
                  <a:pt x="45254" y="60049"/>
                  <a:pt x="47686" y="55349"/>
                </a:cubicBezTo>
                <a:cubicBezTo>
                  <a:pt x="50118" y="50658"/>
                  <a:pt x="53913" y="48326"/>
                  <a:pt x="59098" y="48344"/>
                </a:cubicBezTo>
                <a:lnTo>
                  <a:pt x="242663" y="48344"/>
                </a:lnTo>
                <a:cubicBezTo>
                  <a:pt x="247857" y="48344"/>
                  <a:pt x="251670" y="50694"/>
                  <a:pt x="254103" y="55385"/>
                </a:cubicBezTo>
                <a:cubicBezTo>
                  <a:pt x="256535" y="60076"/>
                  <a:pt x="256050" y="64529"/>
                  <a:pt x="252658" y="68745"/>
                </a:cubicBezTo>
                <a:lnTo>
                  <a:pt x="177970" y="164107"/>
                </a:lnTo>
                <a:lnTo>
                  <a:pt x="177970" y="239481"/>
                </a:lnTo>
                <a:cubicBezTo>
                  <a:pt x="177970" y="243441"/>
                  <a:pt x="176644" y="246742"/>
                  <a:pt x="173983" y="249384"/>
                </a:cubicBezTo>
                <a:cubicBezTo>
                  <a:pt x="171322" y="252027"/>
                  <a:pt x="168003" y="253344"/>
                  <a:pt x="164043" y="253344"/>
                </a:cubicBezTo>
                <a:lnTo>
                  <a:pt x="138303" y="253344"/>
                </a:lnTo>
                <a:close/>
                <a:moveTo>
                  <a:pt x="150876" y="163577"/>
                </a:moveTo>
                <a:lnTo>
                  <a:pt x="224897" y="69814"/>
                </a:lnTo>
                <a:lnTo>
                  <a:pt x="76947" y="69814"/>
                </a:lnTo>
                <a:lnTo>
                  <a:pt x="150876" y="163577"/>
                </a:lnTo>
                <a:close/>
                <a:moveTo>
                  <a:pt x="150876" y="16357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56" name="圖示 搜尋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378" y="199632"/>
                </a:moveTo>
                <a:cubicBezTo>
                  <a:pt x="95363" y="199632"/>
                  <a:pt x="75877" y="191640"/>
                  <a:pt x="59911" y="175675"/>
                </a:cubicBezTo>
                <a:cubicBezTo>
                  <a:pt x="43964" y="159709"/>
                  <a:pt x="35991" y="140443"/>
                  <a:pt x="35991" y="117875"/>
                </a:cubicBezTo>
                <a:cubicBezTo>
                  <a:pt x="35991" y="95299"/>
                  <a:pt x="43973" y="76032"/>
                  <a:pt x="59939" y="60067"/>
                </a:cubicBezTo>
                <a:cubicBezTo>
                  <a:pt x="75913" y="44102"/>
                  <a:pt x="95226" y="36119"/>
                  <a:pt x="117903" y="36119"/>
                </a:cubicBezTo>
                <a:cubicBezTo>
                  <a:pt x="140580" y="36119"/>
                  <a:pt x="159846" y="44102"/>
                  <a:pt x="175711" y="60067"/>
                </a:cubicBezTo>
                <a:cubicBezTo>
                  <a:pt x="191567" y="76032"/>
                  <a:pt x="199504" y="95317"/>
                  <a:pt x="199504" y="117903"/>
                </a:cubicBezTo>
                <a:cubicBezTo>
                  <a:pt x="199504" y="126974"/>
                  <a:pt x="198077" y="135670"/>
                  <a:pt x="195224" y="143991"/>
                </a:cubicBezTo>
                <a:cubicBezTo>
                  <a:pt x="192381" y="152312"/>
                  <a:pt x="188092" y="160102"/>
                  <a:pt x="182368" y="167381"/>
                </a:cubicBezTo>
                <a:lnTo>
                  <a:pt x="257998" y="242380"/>
                </a:lnTo>
                <a:cubicBezTo>
                  <a:pt x="260138" y="244474"/>
                  <a:pt x="261208" y="247071"/>
                  <a:pt x="261208" y="250171"/>
                </a:cubicBezTo>
                <a:cubicBezTo>
                  <a:pt x="261208" y="253271"/>
                  <a:pt x="260138" y="255895"/>
                  <a:pt x="257998" y="258025"/>
                </a:cubicBezTo>
                <a:cubicBezTo>
                  <a:pt x="255822" y="260211"/>
                  <a:pt x="253179" y="261299"/>
                  <a:pt x="250079" y="261299"/>
                </a:cubicBezTo>
                <a:cubicBezTo>
                  <a:pt x="246979" y="261299"/>
                  <a:pt x="244410" y="260211"/>
                  <a:pt x="242380" y="258025"/>
                </a:cubicBezTo>
                <a:lnTo>
                  <a:pt x="166997" y="182779"/>
                </a:lnTo>
                <a:cubicBezTo>
                  <a:pt x="160761" y="188083"/>
                  <a:pt x="153464" y="192207"/>
                  <a:pt x="145124" y="195160"/>
                </a:cubicBezTo>
                <a:cubicBezTo>
                  <a:pt x="136785" y="198141"/>
                  <a:pt x="127861" y="199632"/>
                  <a:pt x="118342" y="199632"/>
                </a:cubicBezTo>
                <a:close/>
                <a:moveTo>
                  <a:pt x="118058" y="178226"/>
                </a:moveTo>
                <a:cubicBezTo>
                  <a:pt x="134783" y="178226"/>
                  <a:pt x="148965" y="172337"/>
                  <a:pt x="160624" y="160559"/>
                </a:cubicBezTo>
                <a:cubicBezTo>
                  <a:pt x="172273" y="148782"/>
                  <a:pt x="178089" y="134554"/>
                  <a:pt x="178061" y="117875"/>
                </a:cubicBezTo>
                <a:cubicBezTo>
                  <a:pt x="178061" y="101188"/>
                  <a:pt x="172236" y="86959"/>
                  <a:pt x="160587" y="75191"/>
                </a:cubicBezTo>
                <a:cubicBezTo>
                  <a:pt x="148937" y="63414"/>
                  <a:pt x="134755" y="57525"/>
                  <a:pt x="118031" y="57525"/>
                </a:cubicBezTo>
                <a:cubicBezTo>
                  <a:pt x="101178" y="57525"/>
                  <a:pt x="86859" y="63414"/>
                  <a:pt x="75063" y="75191"/>
                </a:cubicBezTo>
                <a:cubicBezTo>
                  <a:pt x="63267" y="86959"/>
                  <a:pt x="57360" y="101188"/>
                  <a:pt x="57360" y="117875"/>
                </a:cubicBezTo>
                <a:cubicBezTo>
                  <a:pt x="57360" y="134554"/>
                  <a:pt x="63267" y="148782"/>
                  <a:pt x="75063" y="160559"/>
                </a:cubicBezTo>
                <a:cubicBezTo>
                  <a:pt x="86859" y="172337"/>
                  <a:pt x="101178" y="178226"/>
                  <a:pt x="118031" y="17822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58" name="圖示 想法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59" y="272299"/>
                </a:moveTo>
                <a:cubicBezTo>
                  <a:pt x="127294" y="267124"/>
                  <a:pt x="124752" y="260778"/>
                  <a:pt x="124752" y="253252"/>
                </a:cubicBezTo>
                <a:lnTo>
                  <a:pt x="177028" y="253252"/>
                </a:lnTo>
                <a:cubicBezTo>
                  <a:pt x="177028" y="260778"/>
                  <a:pt x="174495" y="267124"/>
                  <a:pt x="169420" y="272299"/>
                </a:cubicBezTo>
                <a:cubicBezTo>
                  <a:pt x="164327" y="277475"/>
                  <a:pt x="158145" y="280062"/>
                  <a:pt x="150876" y="280062"/>
                </a:cubicBezTo>
                <a:cubicBezTo>
                  <a:pt x="143607" y="280062"/>
                  <a:pt x="137434" y="277475"/>
                  <a:pt x="132359" y="272299"/>
                </a:cubicBezTo>
                <a:close/>
                <a:moveTo>
                  <a:pt x="109326" y="233327"/>
                </a:moveTo>
                <a:cubicBezTo>
                  <a:pt x="106454" y="233327"/>
                  <a:pt x="104086" y="232395"/>
                  <a:pt x="102221" y="230529"/>
                </a:cubicBezTo>
                <a:cubicBezTo>
                  <a:pt x="100355" y="228637"/>
                  <a:pt x="99423" y="226296"/>
                  <a:pt x="99423" y="223489"/>
                </a:cubicBezTo>
                <a:cubicBezTo>
                  <a:pt x="99423" y="220654"/>
                  <a:pt x="100355" y="218295"/>
                  <a:pt x="102221" y="216411"/>
                </a:cubicBezTo>
                <a:cubicBezTo>
                  <a:pt x="104086" y="214527"/>
                  <a:pt x="106445" y="213586"/>
                  <a:pt x="109289" y="213586"/>
                </a:cubicBezTo>
                <a:lnTo>
                  <a:pt x="192490" y="213586"/>
                </a:lnTo>
                <a:cubicBezTo>
                  <a:pt x="195325" y="213586"/>
                  <a:pt x="197666" y="214527"/>
                  <a:pt x="199531" y="216411"/>
                </a:cubicBezTo>
                <a:cubicBezTo>
                  <a:pt x="201378" y="218295"/>
                  <a:pt x="202302" y="220654"/>
                  <a:pt x="202302" y="223489"/>
                </a:cubicBezTo>
                <a:cubicBezTo>
                  <a:pt x="202302" y="226314"/>
                  <a:pt x="201378" y="228664"/>
                  <a:pt x="199531" y="230529"/>
                </a:cubicBezTo>
                <a:cubicBezTo>
                  <a:pt x="197693" y="232395"/>
                  <a:pt x="195343" y="233327"/>
                  <a:pt x="192490" y="233327"/>
                </a:cubicBezTo>
                <a:lnTo>
                  <a:pt x="109326" y="233327"/>
                </a:lnTo>
                <a:close/>
                <a:moveTo>
                  <a:pt x="101023" y="193935"/>
                </a:moveTo>
                <a:cubicBezTo>
                  <a:pt x="86877" y="184718"/>
                  <a:pt x="75630" y="173197"/>
                  <a:pt x="67263" y="159362"/>
                </a:cubicBezTo>
                <a:cubicBezTo>
                  <a:pt x="58906" y="145536"/>
                  <a:pt x="54727" y="129918"/>
                  <a:pt x="54727" y="112526"/>
                </a:cubicBezTo>
                <a:cubicBezTo>
                  <a:pt x="54727" y="86484"/>
                  <a:pt x="64227" y="63935"/>
                  <a:pt x="83238" y="44888"/>
                </a:cubicBezTo>
                <a:cubicBezTo>
                  <a:pt x="102239" y="25859"/>
                  <a:pt x="124779" y="16349"/>
                  <a:pt x="150849" y="16349"/>
                </a:cubicBezTo>
                <a:cubicBezTo>
                  <a:pt x="176909" y="16349"/>
                  <a:pt x="199486" y="25859"/>
                  <a:pt x="218551" y="44888"/>
                </a:cubicBezTo>
                <a:cubicBezTo>
                  <a:pt x="237598" y="63917"/>
                  <a:pt x="247126" y="86457"/>
                  <a:pt x="247126" y="112526"/>
                </a:cubicBezTo>
                <a:cubicBezTo>
                  <a:pt x="247126" y="129900"/>
                  <a:pt x="242993" y="145508"/>
                  <a:pt x="234736" y="159362"/>
                </a:cubicBezTo>
                <a:cubicBezTo>
                  <a:pt x="226479" y="173197"/>
                  <a:pt x="215158" y="184718"/>
                  <a:pt x="200757" y="193935"/>
                </a:cubicBezTo>
                <a:lnTo>
                  <a:pt x="100995" y="193935"/>
                </a:lnTo>
                <a:close/>
                <a:moveTo>
                  <a:pt x="108786" y="172529"/>
                </a:moveTo>
                <a:lnTo>
                  <a:pt x="193341" y="172529"/>
                </a:lnTo>
                <a:cubicBezTo>
                  <a:pt x="203299" y="165890"/>
                  <a:pt x="211172" y="157295"/>
                  <a:pt x="216978" y="146761"/>
                </a:cubicBezTo>
                <a:cubicBezTo>
                  <a:pt x="222766" y="136218"/>
                  <a:pt x="225656" y="124816"/>
                  <a:pt x="225656" y="112563"/>
                </a:cubicBezTo>
                <a:cubicBezTo>
                  <a:pt x="225656" y="92007"/>
                  <a:pt x="218331" y="74414"/>
                  <a:pt x="203683" y="59783"/>
                </a:cubicBezTo>
                <a:cubicBezTo>
                  <a:pt x="189034" y="45162"/>
                  <a:pt x="171441" y="37847"/>
                  <a:pt x="150903" y="37847"/>
                </a:cubicBezTo>
                <a:cubicBezTo>
                  <a:pt x="130375" y="37847"/>
                  <a:pt x="112782" y="45162"/>
                  <a:pt x="98133" y="59783"/>
                </a:cubicBezTo>
                <a:cubicBezTo>
                  <a:pt x="83485" y="74414"/>
                  <a:pt x="76160" y="92007"/>
                  <a:pt x="76160" y="112563"/>
                </a:cubicBezTo>
                <a:cubicBezTo>
                  <a:pt x="76160" y="124816"/>
                  <a:pt x="79077" y="136218"/>
                  <a:pt x="84902" y="146761"/>
                </a:cubicBezTo>
                <a:cubicBezTo>
                  <a:pt x="90727" y="157295"/>
                  <a:pt x="98700" y="165890"/>
                  <a:pt x="108823" y="172529"/>
                </a:cubicBezTo>
                <a:close/>
                <a:moveTo>
                  <a:pt x="150903" y="17252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60" name="圖示 目標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0520" y="269940"/>
                </a:moveTo>
                <a:cubicBezTo>
                  <a:pt x="84801" y="263192"/>
                  <a:pt x="71122" y="253993"/>
                  <a:pt x="59473" y="242343"/>
                </a:cubicBezTo>
                <a:cubicBezTo>
                  <a:pt x="47823" y="230712"/>
                  <a:pt x="38606" y="217033"/>
                  <a:pt x="31839" y="201296"/>
                </a:cubicBezTo>
                <a:cubicBezTo>
                  <a:pt x="25073" y="185559"/>
                  <a:pt x="21690" y="168762"/>
                  <a:pt x="21690" y="150903"/>
                </a:cubicBezTo>
                <a:cubicBezTo>
                  <a:pt x="21690" y="133054"/>
                  <a:pt x="25073" y="116275"/>
                  <a:pt x="31839" y="100584"/>
                </a:cubicBezTo>
                <a:cubicBezTo>
                  <a:pt x="38606" y="84893"/>
                  <a:pt x="47805" y="71204"/>
                  <a:pt x="59436" y="59537"/>
                </a:cubicBezTo>
                <a:cubicBezTo>
                  <a:pt x="71067" y="47860"/>
                  <a:pt x="84756" y="38643"/>
                  <a:pt x="100493" y="31876"/>
                </a:cubicBezTo>
                <a:cubicBezTo>
                  <a:pt x="116248" y="25082"/>
                  <a:pt x="133045" y="21690"/>
                  <a:pt x="150876" y="21690"/>
                </a:cubicBezTo>
                <a:cubicBezTo>
                  <a:pt x="168707" y="21690"/>
                  <a:pt x="185495" y="25073"/>
                  <a:pt x="201232" y="31839"/>
                </a:cubicBezTo>
                <a:cubicBezTo>
                  <a:pt x="216969" y="38606"/>
                  <a:pt x="230648" y="47832"/>
                  <a:pt x="242279" y="59500"/>
                </a:cubicBezTo>
                <a:cubicBezTo>
                  <a:pt x="253911" y="71177"/>
                  <a:pt x="263109" y="84865"/>
                  <a:pt x="269876" y="100584"/>
                </a:cubicBezTo>
                <a:cubicBezTo>
                  <a:pt x="276670" y="116303"/>
                  <a:pt x="280062" y="133082"/>
                  <a:pt x="280062" y="150940"/>
                </a:cubicBezTo>
                <a:cubicBezTo>
                  <a:pt x="280062" y="168789"/>
                  <a:pt x="276679" y="185587"/>
                  <a:pt x="269913" y="201323"/>
                </a:cubicBezTo>
                <a:cubicBezTo>
                  <a:pt x="263146" y="217042"/>
                  <a:pt x="253929" y="230721"/>
                  <a:pt x="242279" y="242380"/>
                </a:cubicBezTo>
                <a:cubicBezTo>
                  <a:pt x="230648" y="254029"/>
                  <a:pt x="216969" y="263228"/>
                  <a:pt x="201232" y="269977"/>
                </a:cubicBezTo>
                <a:cubicBezTo>
                  <a:pt x="185477" y="276697"/>
                  <a:pt x="168679" y="280062"/>
                  <a:pt x="150849" y="280062"/>
                </a:cubicBezTo>
                <a:cubicBezTo>
                  <a:pt x="133009" y="280062"/>
                  <a:pt x="116239" y="276688"/>
                  <a:pt x="100520" y="269940"/>
                </a:cubicBezTo>
                <a:close/>
                <a:moveTo>
                  <a:pt x="227823" y="227887"/>
                </a:moveTo>
                <a:cubicBezTo>
                  <a:pt x="248927" y="206801"/>
                  <a:pt x="259479" y="181143"/>
                  <a:pt x="259479" y="150903"/>
                </a:cubicBezTo>
                <a:cubicBezTo>
                  <a:pt x="259479" y="120673"/>
                  <a:pt x="248927" y="95006"/>
                  <a:pt x="227823" y="73929"/>
                </a:cubicBezTo>
                <a:cubicBezTo>
                  <a:pt x="206718" y="52825"/>
                  <a:pt x="181069" y="42273"/>
                  <a:pt x="150876" y="42273"/>
                </a:cubicBezTo>
                <a:cubicBezTo>
                  <a:pt x="120683" y="42273"/>
                  <a:pt x="95034" y="52825"/>
                  <a:pt x="73929" y="73929"/>
                </a:cubicBezTo>
                <a:cubicBezTo>
                  <a:pt x="52825" y="95034"/>
                  <a:pt x="42273" y="120692"/>
                  <a:pt x="42273" y="150903"/>
                </a:cubicBezTo>
                <a:cubicBezTo>
                  <a:pt x="42273" y="181143"/>
                  <a:pt x="52825" y="206792"/>
                  <a:pt x="73929" y="227850"/>
                </a:cubicBezTo>
                <a:cubicBezTo>
                  <a:pt x="95034" y="248936"/>
                  <a:pt x="120683" y="259479"/>
                  <a:pt x="150876" y="259479"/>
                </a:cubicBezTo>
                <a:cubicBezTo>
                  <a:pt x="181069" y="259479"/>
                  <a:pt x="206718" y="248945"/>
                  <a:pt x="227823" y="227887"/>
                </a:cubicBezTo>
                <a:close/>
                <a:moveTo>
                  <a:pt x="95582" y="206225"/>
                </a:moveTo>
                <a:cubicBezTo>
                  <a:pt x="80440" y="191055"/>
                  <a:pt x="72859" y="172630"/>
                  <a:pt x="72859" y="150940"/>
                </a:cubicBezTo>
                <a:cubicBezTo>
                  <a:pt x="72859" y="129250"/>
                  <a:pt x="80421" y="110816"/>
                  <a:pt x="95555" y="95646"/>
                </a:cubicBezTo>
                <a:cubicBezTo>
                  <a:pt x="110706" y="80476"/>
                  <a:pt x="129132" y="72896"/>
                  <a:pt x="150849" y="72896"/>
                </a:cubicBezTo>
                <a:cubicBezTo>
                  <a:pt x="172556" y="72896"/>
                  <a:pt x="190991" y="80476"/>
                  <a:pt x="206170" y="95646"/>
                </a:cubicBezTo>
                <a:cubicBezTo>
                  <a:pt x="221340" y="110816"/>
                  <a:pt x="228920" y="129250"/>
                  <a:pt x="228920" y="150940"/>
                </a:cubicBezTo>
                <a:cubicBezTo>
                  <a:pt x="228920" y="172630"/>
                  <a:pt x="221340" y="191055"/>
                  <a:pt x="206170" y="206225"/>
                </a:cubicBezTo>
                <a:cubicBezTo>
                  <a:pt x="190991" y="221404"/>
                  <a:pt x="172556" y="228984"/>
                  <a:pt x="150849" y="228984"/>
                </a:cubicBezTo>
                <a:cubicBezTo>
                  <a:pt x="129132" y="228984"/>
                  <a:pt x="110706" y="221404"/>
                  <a:pt x="95555" y="206225"/>
                </a:cubicBezTo>
                <a:close/>
                <a:moveTo>
                  <a:pt x="191549" y="191677"/>
                </a:moveTo>
                <a:cubicBezTo>
                  <a:pt x="202695" y="180530"/>
                  <a:pt x="208273" y="166969"/>
                  <a:pt x="208273" y="151004"/>
                </a:cubicBezTo>
                <a:cubicBezTo>
                  <a:pt x="208273" y="135029"/>
                  <a:pt x="202695" y="121460"/>
                  <a:pt x="191549" y="110267"/>
                </a:cubicBezTo>
                <a:cubicBezTo>
                  <a:pt x="180402" y="99094"/>
                  <a:pt x="166841" y="93516"/>
                  <a:pt x="150876" y="93516"/>
                </a:cubicBezTo>
                <a:cubicBezTo>
                  <a:pt x="134911" y="93516"/>
                  <a:pt x="121350" y="99094"/>
                  <a:pt x="110203" y="110267"/>
                </a:cubicBezTo>
                <a:cubicBezTo>
                  <a:pt x="99057" y="121432"/>
                  <a:pt x="93479" y="135011"/>
                  <a:pt x="93479" y="151004"/>
                </a:cubicBezTo>
                <a:cubicBezTo>
                  <a:pt x="93479" y="166988"/>
                  <a:pt x="99057" y="180548"/>
                  <a:pt x="110203" y="191677"/>
                </a:cubicBezTo>
                <a:cubicBezTo>
                  <a:pt x="121350" y="202823"/>
                  <a:pt x="134911" y="208401"/>
                  <a:pt x="150876" y="208401"/>
                </a:cubicBezTo>
                <a:cubicBezTo>
                  <a:pt x="166841" y="208401"/>
                  <a:pt x="180402" y="202823"/>
                  <a:pt x="191549" y="191677"/>
                </a:cubicBezTo>
                <a:close/>
                <a:moveTo>
                  <a:pt x="131856" y="169960"/>
                </a:moveTo>
                <a:cubicBezTo>
                  <a:pt x="126599" y="164738"/>
                  <a:pt x="123974" y="158420"/>
                  <a:pt x="123974" y="151004"/>
                </a:cubicBezTo>
                <a:cubicBezTo>
                  <a:pt x="123974" y="143588"/>
                  <a:pt x="126599" y="137233"/>
                  <a:pt x="131856" y="131957"/>
                </a:cubicBezTo>
                <a:cubicBezTo>
                  <a:pt x="137123" y="126672"/>
                  <a:pt x="143460" y="124029"/>
                  <a:pt x="150876" y="124029"/>
                </a:cubicBezTo>
                <a:cubicBezTo>
                  <a:pt x="158292" y="124029"/>
                  <a:pt x="164619" y="126672"/>
                  <a:pt x="169859" y="131957"/>
                </a:cubicBezTo>
                <a:cubicBezTo>
                  <a:pt x="175117" y="137233"/>
                  <a:pt x="177750" y="143588"/>
                  <a:pt x="177750" y="151004"/>
                </a:cubicBezTo>
                <a:cubicBezTo>
                  <a:pt x="177750" y="158420"/>
                  <a:pt x="175117" y="164738"/>
                  <a:pt x="169859" y="169960"/>
                </a:cubicBezTo>
                <a:cubicBezTo>
                  <a:pt x="164601" y="175172"/>
                  <a:pt x="158264" y="177787"/>
                  <a:pt x="150849" y="177787"/>
                </a:cubicBezTo>
                <a:cubicBezTo>
                  <a:pt x="143424" y="177787"/>
                  <a:pt x="137096" y="175172"/>
                  <a:pt x="131856" y="16996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62" name="圖示 里程碑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2387" y="168789"/>
                </a:moveTo>
                <a:lnTo>
                  <a:pt x="82387" y="255200"/>
                </a:lnTo>
                <a:cubicBezTo>
                  <a:pt x="82387" y="258217"/>
                  <a:pt x="81345" y="260769"/>
                  <a:pt x="79269" y="262835"/>
                </a:cubicBezTo>
                <a:cubicBezTo>
                  <a:pt x="77203" y="264911"/>
                  <a:pt x="74642" y="265944"/>
                  <a:pt x="71607" y="265917"/>
                </a:cubicBezTo>
                <a:cubicBezTo>
                  <a:pt x="68562" y="265917"/>
                  <a:pt x="66029" y="264893"/>
                  <a:pt x="63999" y="262835"/>
                </a:cubicBezTo>
                <a:cubicBezTo>
                  <a:pt x="61960" y="260787"/>
                  <a:pt x="60945" y="258236"/>
                  <a:pt x="60945" y="255200"/>
                </a:cubicBezTo>
                <a:lnTo>
                  <a:pt x="60945" y="59125"/>
                </a:lnTo>
                <a:cubicBezTo>
                  <a:pt x="60945" y="56108"/>
                  <a:pt x="61978" y="53547"/>
                  <a:pt x="64026" y="51453"/>
                </a:cubicBezTo>
                <a:cubicBezTo>
                  <a:pt x="66084" y="49378"/>
                  <a:pt x="68626" y="48344"/>
                  <a:pt x="71671" y="48344"/>
                </a:cubicBezTo>
                <a:lnTo>
                  <a:pt x="163641" y="48344"/>
                </a:lnTo>
                <a:cubicBezTo>
                  <a:pt x="166128" y="48344"/>
                  <a:pt x="168378" y="49149"/>
                  <a:pt x="170362" y="50767"/>
                </a:cubicBezTo>
                <a:cubicBezTo>
                  <a:pt x="172337" y="52377"/>
                  <a:pt x="173562" y="54462"/>
                  <a:pt x="174038" y="57022"/>
                </a:cubicBezTo>
                <a:lnTo>
                  <a:pt x="178226" y="75374"/>
                </a:lnTo>
                <a:lnTo>
                  <a:pt x="242627" y="75374"/>
                </a:lnTo>
                <a:cubicBezTo>
                  <a:pt x="245644" y="75374"/>
                  <a:pt x="248205" y="76416"/>
                  <a:pt x="250299" y="78483"/>
                </a:cubicBezTo>
                <a:cubicBezTo>
                  <a:pt x="252374" y="80559"/>
                  <a:pt x="253408" y="83119"/>
                  <a:pt x="253408" y="86155"/>
                </a:cubicBezTo>
                <a:lnTo>
                  <a:pt x="253408" y="184791"/>
                </a:lnTo>
                <a:cubicBezTo>
                  <a:pt x="253408" y="187809"/>
                  <a:pt x="252374" y="190360"/>
                  <a:pt x="250299" y="192426"/>
                </a:cubicBezTo>
                <a:cubicBezTo>
                  <a:pt x="248223" y="194502"/>
                  <a:pt x="245663" y="195535"/>
                  <a:pt x="242627" y="195508"/>
                </a:cubicBezTo>
                <a:lnTo>
                  <a:pt x="178006" y="195508"/>
                </a:lnTo>
                <a:cubicBezTo>
                  <a:pt x="175510" y="195508"/>
                  <a:pt x="173270" y="194767"/>
                  <a:pt x="171276" y="193277"/>
                </a:cubicBezTo>
                <a:cubicBezTo>
                  <a:pt x="169310" y="191786"/>
                  <a:pt x="168076" y="189765"/>
                  <a:pt x="167600" y="187214"/>
                </a:cubicBezTo>
                <a:lnTo>
                  <a:pt x="163422" y="168789"/>
                </a:lnTo>
                <a:lnTo>
                  <a:pt x="82387" y="168789"/>
                </a:lnTo>
                <a:close/>
                <a:moveTo>
                  <a:pt x="187617" y="174102"/>
                </a:moveTo>
                <a:lnTo>
                  <a:pt x="231910" y="174102"/>
                </a:lnTo>
                <a:lnTo>
                  <a:pt x="231910" y="96872"/>
                </a:lnTo>
                <a:lnTo>
                  <a:pt x="168606" y="96872"/>
                </a:lnTo>
                <a:cubicBezTo>
                  <a:pt x="166110" y="96872"/>
                  <a:pt x="163870" y="96076"/>
                  <a:pt x="161876" y="94485"/>
                </a:cubicBezTo>
                <a:cubicBezTo>
                  <a:pt x="159910" y="92894"/>
                  <a:pt x="158685" y="90818"/>
                  <a:pt x="158200" y="88267"/>
                </a:cubicBezTo>
                <a:lnTo>
                  <a:pt x="154022" y="69842"/>
                </a:lnTo>
                <a:lnTo>
                  <a:pt x="82387" y="69842"/>
                </a:lnTo>
                <a:lnTo>
                  <a:pt x="82387" y="147383"/>
                </a:lnTo>
                <a:lnTo>
                  <a:pt x="173032" y="147383"/>
                </a:lnTo>
                <a:cubicBezTo>
                  <a:pt x="175528" y="147383"/>
                  <a:pt x="177769" y="148133"/>
                  <a:pt x="179762" y="149623"/>
                </a:cubicBezTo>
                <a:cubicBezTo>
                  <a:pt x="181728" y="151105"/>
                  <a:pt x="182962" y="153125"/>
                  <a:pt x="183438" y="155686"/>
                </a:cubicBezTo>
                <a:lnTo>
                  <a:pt x="187617" y="174102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4" name="圖示 成果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59" y="245178"/>
                </a:moveTo>
                <a:lnTo>
                  <a:pt x="140159" y="200976"/>
                </a:lnTo>
                <a:cubicBezTo>
                  <a:pt x="128802" y="198571"/>
                  <a:pt x="118707" y="193642"/>
                  <a:pt x="109893" y="186208"/>
                </a:cubicBezTo>
                <a:cubicBezTo>
                  <a:pt x="101069" y="178765"/>
                  <a:pt x="94878" y="169548"/>
                  <a:pt x="91312" y="158548"/>
                </a:cubicBezTo>
                <a:cubicBezTo>
                  <a:pt x="74908" y="157368"/>
                  <a:pt x="61000" y="151068"/>
                  <a:pt x="49597" y="139620"/>
                </a:cubicBezTo>
                <a:cubicBezTo>
                  <a:pt x="38222" y="128181"/>
                  <a:pt x="32534" y="114327"/>
                  <a:pt x="32534" y="98069"/>
                </a:cubicBezTo>
                <a:lnTo>
                  <a:pt x="32534" y="84244"/>
                </a:lnTo>
                <a:cubicBezTo>
                  <a:pt x="32534" y="78291"/>
                  <a:pt x="34628" y="73216"/>
                  <a:pt x="38816" y="69028"/>
                </a:cubicBezTo>
                <a:cubicBezTo>
                  <a:pt x="43013" y="64831"/>
                  <a:pt x="48079" y="62737"/>
                  <a:pt x="54032" y="62737"/>
                </a:cubicBezTo>
                <a:lnTo>
                  <a:pt x="86722" y="62737"/>
                </a:lnTo>
                <a:lnTo>
                  <a:pt x="86722" y="53940"/>
                </a:lnTo>
                <a:cubicBezTo>
                  <a:pt x="86722" y="48802"/>
                  <a:pt x="88569" y="44376"/>
                  <a:pt x="92254" y="40645"/>
                </a:cubicBezTo>
                <a:cubicBezTo>
                  <a:pt x="95939" y="36933"/>
                  <a:pt x="100383" y="35076"/>
                  <a:pt x="105586" y="35076"/>
                </a:cubicBezTo>
                <a:lnTo>
                  <a:pt x="196267" y="35076"/>
                </a:lnTo>
                <a:cubicBezTo>
                  <a:pt x="201397" y="35076"/>
                  <a:pt x="205831" y="36933"/>
                  <a:pt x="209562" y="40645"/>
                </a:cubicBezTo>
                <a:cubicBezTo>
                  <a:pt x="213266" y="44376"/>
                  <a:pt x="215122" y="48802"/>
                  <a:pt x="215122" y="53940"/>
                </a:cubicBezTo>
                <a:lnTo>
                  <a:pt x="215122" y="62737"/>
                </a:lnTo>
                <a:lnTo>
                  <a:pt x="247812" y="62737"/>
                </a:lnTo>
                <a:cubicBezTo>
                  <a:pt x="253700" y="62737"/>
                  <a:pt x="258739" y="64831"/>
                  <a:pt x="262936" y="69028"/>
                </a:cubicBezTo>
                <a:cubicBezTo>
                  <a:pt x="267124" y="73198"/>
                  <a:pt x="269218" y="78263"/>
                  <a:pt x="269218" y="84244"/>
                </a:cubicBezTo>
                <a:lnTo>
                  <a:pt x="269218" y="98069"/>
                </a:lnTo>
                <a:cubicBezTo>
                  <a:pt x="269218" y="114327"/>
                  <a:pt x="263521" y="128181"/>
                  <a:pt x="252118" y="139620"/>
                </a:cubicBezTo>
                <a:cubicBezTo>
                  <a:pt x="240725" y="151068"/>
                  <a:pt x="226817" y="157368"/>
                  <a:pt x="210413" y="158548"/>
                </a:cubicBezTo>
                <a:cubicBezTo>
                  <a:pt x="206846" y="169548"/>
                  <a:pt x="200656" y="178765"/>
                  <a:pt x="191832" y="186208"/>
                </a:cubicBezTo>
                <a:cubicBezTo>
                  <a:pt x="183008" y="193642"/>
                  <a:pt x="172922" y="198571"/>
                  <a:pt x="161565" y="200976"/>
                </a:cubicBezTo>
                <a:lnTo>
                  <a:pt x="161565" y="245178"/>
                </a:lnTo>
                <a:lnTo>
                  <a:pt x="197803" y="245178"/>
                </a:lnTo>
                <a:cubicBezTo>
                  <a:pt x="200821" y="245178"/>
                  <a:pt x="203353" y="246211"/>
                  <a:pt x="205411" y="248287"/>
                </a:cubicBezTo>
                <a:cubicBezTo>
                  <a:pt x="207468" y="250363"/>
                  <a:pt x="208492" y="252914"/>
                  <a:pt x="208492" y="255959"/>
                </a:cubicBezTo>
                <a:cubicBezTo>
                  <a:pt x="208492" y="258995"/>
                  <a:pt x="207468" y="261528"/>
                  <a:pt x="205411" y="263558"/>
                </a:cubicBezTo>
                <a:cubicBezTo>
                  <a:pt x="203353" y="265597"/>
                  <a:pt x="200821" y="266612"/>
                  <a:pt x="197803" y="266612"/>
                </a:cubicBezTo>
                <a:lnTo>
                  <a:pt x="103912" y="266612"/>
                </a:lnTo>
                <a:cubicBezTo>
                  <a:pt x="100895" y="266612"/>
                  <a:pt x="98362" y="265569"/>
                  <a:pt x="96314" y="263503"/>
                </a:cubicBezTo>
                <a:cubicBezTo>
                  <a:pt x="94256" y="261427"/>
                  <a:pt x="93232" y="258867"/>
                  <a:pt x="93232" y="255831"/>
                </a:cubicBezTo>
                <a:cubicBezTo>
                  <a:pt x="93232" y="252795"/>
                  <a:pt x="94256" y="250253"/>
                  <a:pt x="96314" y="248223"/>
                </a:cubicBezTo>
                <a:cubicBezTo>
                  <a:pt x="98362" y="246193"/>
                  <a:pt x="100895" y="245178"/>
                  <a:pt x="103912" y="245178"/>
                </a:cubicBezTo>
                <a:lnTo>
                  <a:pt x="140159" y="245178"/>
                </a:lnTo>
                <a:close/>
                <a:moveTo>
                  <a:pt x="86722" y="136419"/>
                </a:moveTo>
                <a:lnTo>
                  <a:pt x="86722" y="84244"/>
                </a:lnTo>
                <a:lnTo>
                  <a:pt x="54032" y="84244"/>
                </a:lnTo>
                <a:lnTo>
                  <a:pt x="54032" y="98069"/>
                </a:lnTo>
                <a:cubicBezTo>
                  <a:pt x="54032" y="107497"/>
                  <a:pt x="57123" y="115726"/>
                  <a:pt x="63304" y="122740"/>
                </a:cubicBezTo>
                <a:cubicBezTo>
                  <a:pt x="69485" y="129763"/>
                  <a:pt x="77294" y="134325"/>
                  <a:pt x="86722" y="136419"/>
                </a:cubicBezTo>
                <a:close/>
                <a:moveTo>
                  <a:pt x="181207" y="168167"/>
                </a:moveTo>
                <a:cubicBezTo>
                  <a:pt x="189482" y="159801"/>
                  <a:pt x="193624" y="149642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42"/>
                  <a:pt x="112288" y="159801"/>
                  <a:pt x="120609" y="168167"/>
                </a:cubicBezTo>
                <a:cubicBezTo>
                  <a:pt x="128949" y="176543"/>
                  <a:pt x="139062" y="180740"/>
                  <a:pt x="150940" y="180740"/>
                </a:cubicBezTo>
                <a:cubicBezTo>
                  <a:pt x="162845" y="180740"/>
                  <a:pt x="172931" y="176543"/>
                  <a:pt x="181207" y="168167"/>
                </a:cubicBezTo>
                <a:close/>
                <a:moveTo>
                  <a:pt x="215122" y="136419"/>
                </a:moveTo>
                <a:cubicBezTo>
                  <a:pt x="224513" y="134325"/>
                  <a:pt x="232303" y="129763"/>
                  <a:pt x="238512" y="122740"/>
                </a:cubicBezTo>
                <a:cubicBezTo>
                  <a:pt x="244712" y="115726"/>
                  <a:pt x="247812" y="107497"/>
                  <a:pt x="247812" y="98069"/>
                </a:cubicBezTo>
                <a:lnTo>
                  <a:pt x="247812" y="84244"/>
                </a:lnTo>
                <a:lnTo>
                  <a:pt x="215122" y="84244"/>
                </a:lnTo>
                <a:lnTo>
                  <a:pt x="215122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166" name="圖示 重點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2596" y="223232"/>
                </a:moveTo>
                <a:lnTo>
                  <a:pt x="150876" y="194383"/>
                </a:lnTo>
                <a:lnTo>
                  <a:pt x="199184" y="223553"/>
                </a:lnTo>
                <a:lnTo>
                  <a:pt x="186208" y="168890"/>
                </a:lnTo>
                <a:lnTo>
                  <a:pt x="228673" y="131920"/>
                </a:lnTo>
                <a:lnTo>
                  <a:pt x="172657" y="127047"/>
                </a:lnTo>
                <a:lnTo>
                  <a:pt x="150876" y="75438"/>
                </a:lnTo>
                <a:lnTo>
                  <a:pt x="129095" y="126800"/>
                </a:lnTo>
                <a:lnTo>
                  <a:pt x="73079" y="131610"/>
                </a:lnTo>
                <a:lnTo>
                  <a:pt x="115544" y="168506"/>
                </a:lnTo>
                <a:lnTo>
                  <a:pt x="102568" y="223269"/>
                </a:lnTo>
                <a:close/>
                <a:moveTo>
                  <a:pt x="150876" y="219301"/>
                </a:moveTo>
                <a:lnTo>
                  <a:pt x="92254" y="254670"/>
                </a:lnTo>
                <a:cubicBezTo>
                  <a:pt x="90288" y="255858"/>
                  <a:pt x="88230" y="256398"/>
                  <a:pt x="86091" y="256270"/>
                </a:cubicBezTo>
                <a:cubicBezTo>
                  <a:pt x="83960" y="256142"/>
                  <a:pt x="82058" y="255483"/>
                  <a:pt x="80403" y="254285"/>
                </a:cubicBezTo>
                <a:cubicBezTo>
                  <a:pt x="78730" y="253097"/>
                  <a:pt x="77495" y="251542"/>
                  <a:pt x="76700" y="249640"/>
                </a:cubicBezTo>
                <a:cubicBezTo>
                  <a:pt x="75877" y="247729"/>
                  <a:pt x="75712" y="245580"/>
                  <a:pt x="76197" y="243194"/>
                </a:cubicBezTo>
                <a:lnTo>
                  <a:pt x="91659" y="176397"/>
                </a:lnTo>
                <a:lnTo>
                  <a:pt x="39950" y="131290"/>
                </a:lnTo>
                <a:cubicBezTo>
                  <a:pt x="38066" y="129680"/>
                  <a:pt x="36923" y="127861"/>
                  <a:pt x="36521" y="125821"/>
                </a:cubicBezTo>
                <a:cubicBezTo>
                  <a:pt x="36110" y="123791"/>
                  <a:pt x="36146" y="121807"/>
                  <a:pt x="36649" y="119887"/>
                </a:cubicBezTo>
                <a:cubicBezTo>
                  <a:pt x="37152" y="117958"/>
                  <a:pt x="38240" y="116330"/>
                  <a:pt x="39923" y="115013"/>
                </a:cubicBezTo>
                <a:cubicBezTo>
                  <a:pt x="41614" y="113687"/>
                  <a:pt x="43663" y="112928"/>
                  <a:pt x="46049" y="112718"/>
                </a:cubicBezTo>
                <a:lnTo>
                  <a:pt x="114419" y="106747"/>
                </a:lnTo>
                <a:lnTo>
                  <a:pt x="140882" y="43663"/>
                </a:lnTo>
                <a:cubicBezTo>
                  <a:pt x="141823" y="41477"/>
                  <a:pt x="143250" y="39859"/>
                  <a:pt x="145152" y="38789"/>
                </a:cubicBezTo>
                <a:cubicBezTo>
                  <a:pt x="147063" y="37719"/>
                  <a:pt x="148983" y="37189"/>
                  <a:pt x="150903" y="37189"/>
                </a:cubicBezTo>
                <a:cubicBezTo>
                  <a:pt x="152833" y="37189"/>
                  <a:pt x="154753" y="37719"/>
                  <a:pt x="156664" y="38789"/>
                </a:cubicBezTo>
                <a:cubicBezTo>
                  <a:pt x="158566" y="39859"/>
                  <a:pt x="159993" y="41477"/>
                  <a:pt x="160934" y="43663"/>
                </a:cubicBezTo>
                <a:lnTo>
                  <a:pt x="187397" y="106747"/>
                </a:lnTo>
                <a:lnTo>
                  <a:pt x="255831" y="112718"/>
                </a:lnTo>
                <a:cubicBezTo>
                  <a:pt x="258172" y="112928"/>
                  <a:pt x="260202" y="113687"/>
                  <a:pt x="261893" y="115013"/>
                </a:cubicBezTo>
                <a:cubicBezTo>
                  <a:pt x="263594" y="116330"/>
                  <a:pt x="264682" y="117958"/>
                  <a:pt x="265167" y="119887"/>
                </a:cubicBezTo>
                <a:cubicBezTo>
                  <a:pt x="265670" y="121807"/>
                  <a:pt x="265706" y="123791"/>
                  <a:pt x="265295" y="125821"/>
                </a:cubicBezTo>
                <a:cubicBezTo>
                  <a:pt x="264874" y="127861"/>
                  <a:pt x="263731" y="129680"/>
                  <a:pt x="261866" y="131290"/>
                </a:cubicBezTo>
                <a:lnTo>
                  <a:pt x="210129" y="176369"/>
                </a:lnTo>
                <a:lnTo>
                  <a:pt x="225592" y="243166"/>
                </a:lnTo>
                <a:cubicBezTo>
                  <a:pt x="226049" y="245553"/>
                  <a:pt x="225884" y="247702"/>
                  <a:pt x="225089" y="249604"/>
                </a:cubicBezTo>
                <a:cubicBezTo>
                  <a:pt x="224275" y="251515"/>
                  <a:pt x="223031" y="253060"/>
                  <a:pt x="221376" y="254258"/>
                </a:cubicBezTo>
                <a:cubicBezTo>
                  <a:pt x="219703" y="255456"/>
                  <a:pt x="217810" y="256114"/>
                  <a:pt x="215689" y="256242"/>
                </a:cubicBezTo>
                <a:cubicBezTo>
                  <a:pt x="213549" y="256361"/>
                  <a:pt x="211501" y="255831"/>
                  <a:pt x="209526" y="254633"/>
                </a:cubicBezTo>
                <a:lnTo>
                  <a:pt x="150876" y="219301"/>
                </a:lnTo>
                <a:close/>
                <a:moveTo>
                  <a:pt x="150876" y="15260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168" name="圖示 思考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98"/>
                </a:moveTo>
                <a:lnTo>
                  <a:pt x="140754" y="179168"/>
                </a:lnTo>
                <a:cubicBezTo>
                  <a:pt x="140964" y="180695"/>
                  <a:pt x="141540" y="181911"/>
                  <a:pt x="142482" y="182816"/>
                </a:cubicBezTo>
                <a:cubicBezTo>
                  <a:pt x="143424" y="183730"/>
                  <a:pt x="144622" y="184197"/>
                  <a:pt x="146066" y="184197"/>
                </a:cubicBezTo>
                <a:lnTo>
                  <a:pt x="155119" y="184197"/>
                </a:lnTo>
                <a:cubicBezTo>
                  <a:pt x="156500" y="184197"/>
                  <a:pt x="157679" y="183730"/>
                  <a:pt x="158639" y="182816"/>
                </a:cubicBezTo>
                <a:cubicBezTo>
                  <a:pt x="159599" y="181892"/>
                  <a:pt x="160194" y="180676"/>
                  <a:pt x="160404" y="179168"/>
                </a:cubicBezTo>
                <a:lnTo>
                  <a:pt x="160934" y="170398"/>
                </a:lnTo>
                <a:cubicBezTo>
                  <a:pt x="163449" y="169978"/>
                  <a:pt x="165808" y="169082"/>
                  <a:pt x="168003" y="167728"/>
                </a:cubicBezTo>
                <a:cubicBezTo>
                  <a:pt x="170206" y="166366"/>
                  <a:pt x="172154" y="164830"/>
                  <a:pt x="173855" y="163138"/>
                </a:cubicBezTo>
                <a:lnTo>
                  <a:pt x="182651" y="166055"/>
                </a:lnTo>
                <a:cubicBezTo>
                  <a:pt x="183849" y="166521"/>
                  <a:pt x="185047" y="166512"/>
                  <a:pt x="186236" y="166028"/>
                </a:cubicBezTo>
                <a:cubicBezTo>
                  <a:pt x="187434" y="165525"/>
                  <a:pt x="188376" y="164720"/>
                  <a:pt x="189070" y="163604"/>
                </a:cubicBezTo>
                <a:lnTo>
                  <a:pt x="193377" y="156381"/>
                </a:lnTo>
                <a:cubicBezTo>
                  <a:pt x="194063" y="155201"/>
                  <a:pt x="194328" y="154022"/>
                  <a:pt x="194155" y="152824"/>
                </a:cubicBezTo>
                <a:cubicBezTo>
                  <a:pt x="194008" y="151635"/>
                  <a:pt x="193377" y="150519"/>
                  <a:pt x="192243" y="149495"/>
                </a:cubicBezTo>
                <a:lnTo>
                  <a:pt x="186391" y="144932"/>
                </a:lnTo>
                <a:cubicBezTo>
                  <a:pt x="187443" y="141979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243" y="121990"/>
                </a:lnTo>
                <a:cubicBezTo>
                  <a:pt x="193396" y="121003"/>
                  <a:pt x="194045" y="119914"/>
                  <a:pt x="194191" y="118717"/>
                </a:cubicBezTo>
                <a:cubicBezTo>
                  <a:pt x="194337" y="117528"/>
                  <a:pt x="194063" y="116339"/>
                  <a:pt x="193377" y="115169"/>
                </a:cubicBezTo>
                <a:lnTo>
                  <a:pt x="189070" y="107936"/>
                </a:lnTo>
                <a:cubicBezTo>
                  <a:pt x="188376" y="106829"/>
                  <a:pt x="187434" y="106025"/>
                  <a:pt x="186236" y="105522"/>
                </a:cubicBezTo>
                <a:cubicBezTo>
                  <a:pt x="185047" y="105019"/>
                  <a:pt x="183849" y="105010"/>
                  <a:pt x="182651" y="105485"/>
                </a:cubicBezTo>
                <a:lnTo>
                  <a:pt x="173855" y="108439"/>
                </a:lnTo>
                <a:cubicBezTo>
                  <a:pt x="172090" y="106829"/>
                  <a:pt x="170069" y="105385"/>
                  <a:pt x="167783" y="104104"/>
                </a:cubicBezTo>
                <a:cubicBezTo>
                  <a:pt x="165525" y="102806"/>
                  <a:pt x="163239" y="101846"/>
                  <a:pt x="160934" y="101215"/>
                </a:cubicBezTo>
                <a:lnTo>
                  <a:pt x="160367" y="92318"/>
                </a:lnTo>
                <a:cubicBezTo>
                  <a:pt x="160185" y="90873"/>
                  <a:pt x="159599" y="89684"/>
                  <a:pt x="158639" y="88770"/>
                </a:cubicBezTo>
                <a:cubicBezTo>
                  <a:pt x="157697" y="87846"/>
                  <a:pt x="156527" y="87380"/>
                  <a:pt x="155119" y="87380"/>
                </a:cubicBezTo>
                <a:lnTo>
                  <a:pt x="146066" y="87380"/>
                </a:lnTo>
                <a:cubicBezTo>
                  <a:pt x="144622" y="87380"/>
                  <a:pt x="143414" y="87846"/>
                  <a:pt x="142454" y="88770"/>
                </a:cubicBezTo>
                <a:cubicBezTo>
                  <a:pt x="141485" y="89684"/>
                  <a:pt x="140909" y="90873"/>
                  <a:pt x="140726" y="92318"/>
                </a:cubicBezTo>
                <a:lnTo>
                  <a:pt x="140187" y="101178"/>
                </a:lnTo>
                <a:cubicBezTo>
                  <a:pt x="137882" y="101828"/>
                  <a:pt x="135596" y="102797"/>
                  <a:pt x="133338" y="104077"/>
                </a:cubicBezTo>
                <a:cubicBezTo>
                  <a:pt x="131052" y="105375"/>
                  <a:pt x="129040" y="106829"/>
                  <a:pt x="127303" y="108439"/>
                </a:cubicBezTo>
                <a:lnTo>
                  <a:pt x="118470" y="105522"/>
                </a:lnTo>
                <a:cubicBezTo>
                  <a:pt x="117272" y="105055"/>
                  <a:pt x="116083" y="105065"/>
                  <a:pt x="114885" y="105549"/>
                </a:cubicBezTo>
                <a:cubicBezTo>
                  <a:pt x="113687" y="106052"/>
                  <a:pt x="112746" y="106857"/>
                  <a:pt x="112060" y="107972"/>
                </a:cubicBezTo>
                <a:lnTo>
                  <a:pt x="107817" y="115196"/>
                </a:lnTo>
                <a:cubicBezTo>
                  <a:pt x="107076" y="116348"/>
                  <a:pt x="106784" y="117537"/>
                  <a:pt x="106930" y="118753"/>
                </a:cubicBezTo>
                <a:cubicBezTo>
                  <a:pt x="107076" y="119951"/>
                  <a:pt x="107716" y="121039"/>
                  <a:pt x="108850" y="122018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887" y="149495"/>
                </a:lnTo>
                <a:cubicBezTo>
                  <a:pt x="107753" y="150519"/>
                  <a:pt x="107113" y="151635"/>
                  <a:pt x="106967" y="152824"/>
                </a:cubicBezTo>
                <a:cubicBezTo>
                  <a:pt x="106820" y="154022"/>
                  <a:pt x="107113" y="155201"/>
                  <a:pt x="107844" y="156381"/>
                </a:cubicBezTo>
                <a:lnTo>
                  <a:pt x="112087" y="163604"/>
                </a:lnTo>
                <a:cubicBezTo>
                  <a:pt x="112782" y="164720"/>
                  <a:pt x="113724" y="165525"/>
                  <a:pt x="114913" y="166028"/>
                </a:cubicBezTo>
                <a:cubicBezTo>
                  <a:pt x="116111" y="166531"/>
                  <a:pt x="117308" y="166540"/>
                  <a:pt x="118497" y="166055"/>
                </a:cubicBezTo>
                <a:lnTo>
                  <a:pt x="127266" y="163138"/>
                </a:lnTo>
                <a:cubicBezTo>
                  <a:pt x="128985" y="164830"/>
                  <a:pt x="130933" y="166366"/>
                  <a:pt x="133118" y="167728"/>
                </a:cubicBezTo>
                <a:cubicBezTo>
                  <a:pt x="135313" y="169082"/>
                  <a:pt x="137672" y="169978"/>
                  <a:pt x="140187" y="170398"/>
                </a:cubicBezTo>
                <a:close/>
                <a:moveTo>
                  <a:pt x="135002" y="151379"/>
                </a:moveTo>
                <a:cubicBezTo>
                  <a:pt x="130704" y="147109"/>
                  <a:pt x="128555" y="141915"/>
                  <a:pt x="128555" y="135816"/>
                </a:cubicBezTo>
                <a:cubicBezTo>
                  <a:pt x="128555" y="129726"/>
                  <a:pt x="130695" y="124523"/>
                  <a:pt x="134975" y="120225"/>
                </a:cubicBezTo>
                <a:cubicBezTo>
                  <a:pt x="139245" y="115937"/>
                  <a:pt x="144429" y="113788"/>
                  <a:pt x="150529" y="113788"/>
                </a:cubicBezTo>
                <a:cubicBezTo>
                  <a:pt x="156628" y="113788"/>
                  <a:pt x="161821" y="115928"/>
                  <a:pt x="166119" y="120198"/>
                </a:cubicBezTo>
                <a:cubicBezTo>
                  <a:pt x="170417" y="124477"/>
                  <a:pt x="172566" y="129662"/>
                  <a:pt x="172566" y="135761"/>
                </a:cubicBezTo>
                <a:cubicBezTo>
                  <a:pt x="172566" y="141851"/>
                  <a:pt x="170426" y="147054"/>
                  <a:pt x="166156" y="151351"/>
                </a:cubicBezTo>
                <a:cubicBezTo>
                  <a:pt x="161876" y="155640"/>
                  <a:pt x="156692" y="157789"/>
                  <a:pt x="150593" y="157789"/>
                </a:cubicBezTo>
                <a:cubicBezTo>
                  <a:pt x="144493" y="157789"/>
                  <a:pt x="139300" y="155658"/>
                  <a:pt x="135002" y="151379"/>
                </a:cubicBezTo>
                <a:close/>
                <a:moveTo>
                  <a:pt x="73774" y="223296"/>
                </a:moveTo>
                <a:cubicBezTo>
                  <a:pt x="61832" y="212251"/>
                  <a:pt x="52560" y="199376"/>
                  <a:pt x="45958" y="184663"/>
                </a:cubicBezTo>
                <a:cubicBezTo>
                  <a:pt x="39356" y="169960"/>
                  <a:pt x="36055" y="154497"/>
                  <a:pt x="36055" y="138303"/>
                </a:cubicBezTo>
                <a:cubicBezTo>
                  <a:pt x="36055" y="106390"/>
                  <a:pt x="47210" y="79260"/>
                  <a:pt x="69531" y="56921"/>
                </a:cubicBezTo>
                <a:cubicBezTo>
                  <a:pt x="91842" y="34583"/>
                  <a:pt x="118945" y="23418"/>
                  <a:pt x="150812" y="23418"/>
                </a:cubicBezTo>
                <a:cubicBezTo>
                  <a:pt x="177384" y="23418"/>
                  <a:pt x="200930" y="31254"/>
                  <a:pt x="221440" y="46927"/>
                </a:cubicBezTo>
                <a:cubicBezTo>
                  <a:pt x="241959" y="62600"/>
                  <a:pt x="255337" y="82982"/>
                  <a:pt x="261582" y="108064"/>
                </a:cubicBezTo>
                <a:lnTo>
                  <a:pt x="278929" y="177028"/>
                </a:lnTo>
                <a:cubicBezTo>
                  <a:pt x="279880" y="180402"/>
                  <a:pt x="279276" y="183447"/>
                  <a:pt x="277136" y="186172"/>
                </a:cubicBezTo>
                <a:cubicBezTo>
                  <a:pt x="275006" y="188878"/>
                  <a:pt x="272162" y="190232"/>
                  <a:pt x="268623" y="190232"/>
                </a:cubicBezTo>
                <a:lnTo>
                  <a:pt x="240615" y="190232"/>
                </a:lnTo>
                <a:lnTo>
                  <a:pt x="240615" y="231691"/>
                </a:lnTo>
                <a:cubicBezTo>
                  <a:pt x="240615" y="237643"/>
                  <a:pt x="238521" y="242691"/>
                  <a:pt x="234333" y="246842"/>
                </a:cubicBezTo>
                <a:cubicBezTo>
                  <a:pt x="230136" y="250985"/>
                  <a:pt x="225070" y="253069"/>
                  <a:pt x="219118" y="253097"/>
                </a:cubicBezTo>
                <a:lnTo>
                  <a:pt x="190323" y="253097"/>
                </a:lnTo>
                <a:lnTo>
                  <a:pt x="190323" y="267526"/>
                </a:lnTo>
                <a:cubicBezTo>
                  <a:pt x="190323" y="270544"/>
                  <a:pt x="189272" y="273076"/>
                  <a:pt x="187178" y="275125"/>
                </a:cubicBezTo>
                <a:cubicBezTo>
                  <a:pt x="185084" y="277182"/>
                  <a:pt x="182514" y="278206"/>
                  <a:pt x="179478" y="278206"/>
                </a:cubicBezTo>
                <a:cubicBezTo>
                  <a:pt x="176443" y="278206"/>
                  <a:pt x="173910" y="277182"/>
                  <a:pt x="171871" y="275125"/>
                </a:cubicBezTo>
                <a:cubicBezTo>
                  <a:pt x="169841" y="273076"/>
                  <a:pt x="168826" y="270544"/>
                  <a:pt x="168826" y="267526"/>
                </a:cubicBezTo>
                <a:lnTo>
                  <a:pt x="168826" y="242380"/>
                </a:lnTo>
                <a:cubicBezTo>
                  <a:pt x="168826" y="239362"/>
                  <a:pt x="169850" y="236811"/>
                  <a:pt x="171907" y="234736"/>
                </a:cubicBezTo>
                <a:cubicBezTo>
                  <a:pt x="173955" y="232660"/>
                  <a:pt x="176507" y="231636"/>
                  <a:pt x="179542" y="231654"/>
                </a:cubicBezTo>
                <a:lnTo>
                  <a:pt x="219118" y="231654"/>
                </a:lnTo>
                <a:lnTo>
                  <a:pt x="219118" y="179542"/>
                </a:lnTo>
                <a:cubicBezTo>
                  <a:pt x="219118" y="176525"/>
                  <a:pt x="220142" y="173983"/>
                  <a:pt x="222199" y="171907"/>
                </a:cubicBezTo>
                <a:cubicBezTo>
                  <a:pt x="224247" y="169832"/>
                  <a:pt x="226799" y="168807"/>
                  <a:pt x="229834" y="168826"/>
                </a:cubicBezTo>
                <a:lnTo>
                  <a:pt x="254724" y="168826"/>
                </a:lnTo>
                <a:lnTo>
                  <a:pt x="240899" y="113376"/>
                </a:lnTo>
                <a:cubicBezTo>
                  <a:pt x="235869" y="93305"/>
                  <a:pt x="224942" y="76874"/>
                  <a:pt x="208117" y="64090"/>
                </a:cubicBezTo>
                <a:cubicBezTo>
                  <a:pt x="191283" y="51307"/>
                  <a:pt x="172218" y="44915"/>
                  <a:pt x="150903" y="44915"/>
                </a:cubicBezTo>
                <a:cubicBezTo>
                  <a:pt x="124944" y="44915"/>
                  <a:pt x="102879" y="53895"/>
                  <a:pt x="84710" y="71854"/>
                </a:cubicBezTo>
                <a:cubicBezTo>
                  <a:pt x="66541" y="89831"/>
                  <a:pt x="57461" y="111731"/>
                  <a:pt x="57461" y="137544"/>
                </a:cubicBezTo>
                <a:cubicBezTo>
                  <a:pt x="57461" y="150876"/>
                  <a:pt x="60195" y="163586"/>
                  <a:pt x="65663" y="175675"/>
                </a:cubicBezTo>
                <a:cubicBezTo>
                  <a:pt x="71131" y="187745"/>
                  <a:pt x="78885" y="198434"/>
                  <a:pt x="88925" y="207733"/>
                </a:cubicBezTo>
                <a:lnTo>
                  <a:pt x="95207" y="213714"/>
                </a:lnTo>
                <a:lnTo>
                  <a:pt x="95207" y="267553"/>
                </a:lnTo>
                <a:cubicBezTo>
                  <a:pt x="95207" y="270571"/>
                  <a:pt x="94174" y="273104"/>
                  <a:pt x="92098" y="275161"/>
                </a:cubicBezTo>
                <a:cubicBezTo>
                  <a:pt x="90023" y="277210"/>
                  <a:pt x="87462" y="278243"/>
                  <a:pt x="84427" y="278243"/>
                </a:cubicBezTo>
                <a:cubicBezTo>
                  <a:pt x="81391" y="278243"/>
                  <a:pt x="78858" y="277210"/>
                  <a:pt x="76819" y="275161"/>
                </a:cubicBezTo>
                <a:cubicBezTo>
                  <a:pt x="74789" y="273104"/>
                  <a:pt x="73774" y="270571"/>
                  <a:pt x="73774" y="267553"/>
                </a:cubicBezTo>
                <a:lnTo>
                  <a:pt x="73774" y="223296"/>
                </a:lnTo>
                <a:close/>
                <a:moveTo>
                  <a:pt x="156125" y="16159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170" name="圖示 啟動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943" y="139464"/>
                </a:moveTo>
                <a:cubicBezTo>
                  <a:pt x="95500" y="132359"/>
                  <a:pt x="99331" y="125328"/>
                  <a:pt x="103409" y="118378"/>
                </a:cubicBezTo>
                <a:cubicBezTo>
                  <a:pt x="107479" y="111420"/>
                  <a:pt x="111795" y="104735"/>
                  <a:pt x="116367" y="98325"/>
                </a:cubicBezTo>
                <a:lnTo>
                  <a:pt x="92290" y="93452"/>
                </a:lnTo>
                <a:lnTo>
                  <a:pt x="59911" y="125922"/>
                </a:lnTo>
                <a:lnTo>
                  <a:pt x="91943" y="139464"/>
                </a:lnTo>
                <a:close/>
                <a:moveTo>
                  <a:pt x="254039" y="43562"/>
                </a:moveTo>
                <a:cubicBezTo>
                  <a:pt x="232660" y="44824"/>
                  <a:pt x="213613" y="49432"/>
                  <a:pt x="196898" y="57397"/>
                </a:cubicBezTo>
                <a:cubicBezTo>
                  <a:pt x="180173" y="65361"/>
                  <a:pt x="163751" y="77386"/>
                  <a:pt x="147639" y="93479"/>
                </a:cubicBezTo>
                <a:cubicBezTo>
                  <a:pt x="141183" y="99935"/>
                  <a:pt x="134581" y="108283"/>
                  <a:pt x="127833" y="118534"/>
                </a:cubicBezTo>
                <a:cubicBezTo>
                  <a:pt x="121067" y="128775"/>
                  <a:pt x="114812" y="140031"/>
                  <a:pt x="109070" y="152293"/>
                </a:cubicBezTo>
                <a:lnTo>
                  <a:pt x="150401" y="193652"/>
                </a:lnTo>
                <a:cubicBezTo>
                  <a:pt x="162599" y="187918"/>
                  <a:pt x="173837" y="181682"/>
                  <a:pt x="184096" y="174952"/>
                </a:cubicBezTo>
                <a:cubicBezTo>
                  <a:pt x="194365" y="168250"/>
                  <a:pt x="202732" y="161666"/>
                  <a:pt x="209187" y="155210"/>
                </a:cubicBezTo>
                <a:cubicBezTo>
                  <a:pt x="225281" y="139080"/>
                  <a:pt x="237296" y="122685"/>
                  <a:pt x="245233" y="106025"/>
                </a:cubicBezTo>
                <a:cubicBezTo>
                  <a:pt x="253179" y="89364"/>
                  <a:pt x="257797" y="70345"/>
                  <a:pt x="259095" y="48975"/>
                </a:cubicBezTo>
                <a:cubicBezTo>
                  <a:pt x="259141" y="48198"/>
                  <a:pt x="259050" y="47448"/>
                  <a:pt x="258812" y="46744"/>
                </a:cubicBezTo>
                <a:cubicBezTo>
                  <a:pt x="258583" y="46031"/>
                  <a:pt x="258227" y="45418"/>
                  <a:pt x="257751" y="44915"/>
                </a:cubicBezTo>
                <a:cubicBezTo>
                  <a:pt x="257221" y="44458"/>
                  <a:pt x="256663" y="44102"/>
                  <a:pt x="256078" y="43845"/>
                </a:cubicBezTo>
                <a:cubicBezTo>
                  <a:pt x="255474" y="43617"/>
                  <a:pt x="254779" y="43525"/>
                  <a:pt x="254002" y="43562"/>
                </a:cubicBezTo>
                <a:close/>
                <a:moveTo>
                  <a:pt x="174989" y="106592"/>
                </a:moveTo>
                <a:cubicBezTo>
                  <a:pt x="174989" y="100529"/>
                  <a:pt x="177055" y="95454"/>
                  <a:pt x="181207" y="91339"/>
                </a:cubicBezTo>
                <a:cubicBezTo>
                  <a:pt x="185358" y="87234"/>
                  <a:pt x="190433" y="85186"/>
                  <a:pt x="196422" y="85186"/>
                </a:cubicBezTo>
                <a:cubicBezTo>
                  <a:pt x="202412" y="85186"/>
                  <a:pt x="207487" y="87234"/>
                  <a:pt x="211638" y="91339"/>
                </a:cubicBezTo>
                <a:cubicBezTo>
                  <a:pt x="215780" y="95454"/>
                  <a:pt x="217856" y="100529"/>
                  <a:pt x="217856" y="106592"/>
                </a:cubicBezTo>
                <a:cubicBezTo>
                  <a:pt x="217856" y="112645"/>
                  <a:pt x="215780" y="117729"/>
                  <a:pt x="211638" y="121835"/>
                </a:cubicBezTo>
                <a:cubicBezTo>
                  <a:pt x="207487" y="125940"/>
                  <a:pt x="202412" y="127998"/>
                  <a:pt x="196422" y="127998"/>
                </a:cubicBezTo>
                <a:cubicBezTo>
                  <a:pt x="190433" y="127998"/>
                  <a:pt x="185358" y="125940"/>
                  <a:pt x="181207" y="121835"/>
                </a:cubicBezTo>
                <a:cubicBezTo>
                  <a:pt x="177055" y="117729"/>
                  <a:pt x="174989" y="112645"/>
                  <a:pt x="174989" y="106592"/>
                </a:cubicBezTo>
                <a:close/>
                <a:moveTo>
                  <a:pt x="163230" y="211071"/>
                </a:moveTo>
                <a:lnTo>
                  <a:pt x="176781" y="242782"/>
                </a:lnTo>
                <a:lnTo>
                  <a:pt x="209242" y="210413"/>
                </a:lnTo>
                <a:lnTo>
                  <a:pt x="204688" y="186336"/>
                </a:lnTo>
                <a:cubicBezTo>
                  <a:pt x="198278" y="190863"/>
                  <a:pt x="191539" y="195215"/>
                  <a:pt x="184480" y="199412"/>
                </a:cubicBezTo>
                <a:cubicBezTo>
                  <a:pt x="177412" y="203619"/>
                  <a:pt x="170334" y="207505"/>
                  <a:pt x="163230" y="211071"/>
                </a:cubicBezTo>
                <a:close/>
                <a:moveTo>
                  <a:pt x="281443" y="32562"/>
                </a:moveTo>
                <a:cubicBezTo>
                  <a:pt x="281928" y="59802"/>
                  <a:pt x="277548" y="84609"/>
                  <a:pt x="268312" y="106967"/>
                </a:cubicBezTo>
                <a:cubicBezTo>
                  <a:pt x="259068" y="129324"/>
                  <a:pt x="244703" y="150282"/>
                  <a:pt x="225217" y="169832"/>
                </a:cubicBezTo>
                <a:cubicBezTo>
                  <a:pt x="224897" y="170078"/>
                  <a:pt x="224586" y="170325"/>
                  <a:pt x="224275" y="170554"/>
                </a:cubicBezTo>
                <a:cubicBezTo>
                  <a:pt x="223955" y="170782"/>
                  <a:pt x="223644" y="171020"/>
                  <a:pt x="223324" y="171276"/>
                </a:cubicBezTo>
                <a:lnTo>
                  <a:pt x="230310" y="206005"/>
                </a:lnTo>
                <a:cubicBezTo>
                  <a:pt x="231041" y="209590"/>
                  <a:pt x="230895" y="213083"/>
                  <a:pt x="229862" y="216475"/>
                </a:cubicBezTo>
                <a:cubicBezTo>
                  <a:pt x="228856" y="219849"/>
                  <a:pt x="227082" y="222848"/>
                  <a:pt x="224522" y="225464"/>
                </a:cubicBezTo>
                <a:lnTo>
                  <a:pt x="180740" y="269218"/>
                </a:lnTo>
                <a:cubicBezTo>
                  <a:pt x="178079" y="271879"/>
                  <a:pt x="174897" y="272857"/>
                  <a:pt x="171212" y="272144"/>
                </a:cubicBezTo>
                <a:cubicBezTo>
                  <a:pt x="167527" y="271430"/>
                  <a:pt x="164967" y="269282"/>
                  <a:pt x="163540" y="265697"/>
                </a:cubicBezTo>
                <a:lnTo>
                  <a:pt x="141732" y="215314"/>
                </a:lnTo>
                <a:lnTo>
                  <a:pt x="87700" y="160962"/>
                </a:lnTo>
                <a:lnTo>
                  <a:pt x="36997" y="139464"/>
                </a:lnTo>
                <a:cubicBezTo>
                  <a:pt x="33394" y="138065"/>
                  <a:pt x="31300" y="135450"/>
                  <a:pt x="30706" y="131637"/>
                </a:cubicBezTo>
                <a:cubicBezTo>
                  <a:pt x="30102" y="127842"/>
                  <a:pt x="31126" y="124642"/>
                  <a:pt x="33787" y="122018"/>
                </a:cubicBezTo>
                <a:lnTo>
                  <a:pt x="77358" y="78456"/>
                </a:lnTo>
                <a:cubicBezTo>
                  <a:pt x="79955" y="75859"/>
                  <a:pt x="82909" y="74021"/>
                  <a:pt x="86219" y="72951"/>
                </a:cubicBezTo>
                <a:cubicBezTo>
                  <a:pt x="89529" y="71890"/>
                  <a:pt x="92985" y="71716"/>
                  <a:pt x="96588" y="72448"/>
                </a:cubicBezTo>
                <a:lnTo>
                  <a:pt x="131390" y="79370"/>
                </a:lnTo>
                <a:cubicBezTo>
                  <a:pt x="131637" y="79114"/>
                  <a:pt x="131911" y="78885"/>
                  <a:pt x="132204" y="78675"/>
                </a:cubicBezTo>
                <a:cubicBezTo>
                  <a:pt x="132497" y="78465"/>
                  <a:pt x="132789" y="78236"/>
                  <a:pt x="133082" y="77980"/>
                </a:cubicBezTo>
                <a:cubicBezTo>
                  <a:pt x="152677" y="58394"/>
                  <a:pt x="173590" y="43983"/>
                  <a:pt x="195828" y="34765"/>
                </a:cubicBezTo>
                <a:cubicBezTo>
                  <a:pt x="218057" y="25548"/>
                  <a:pt x="242791" y="21150"/>
                  <a:pt x="270041" y="21598"/>
                </a:cubicBezTo>
                <a:cubicBezTo>
                  <a:pt x="271504" y="21598"/>
                  <a:pt x="272884" y="21900"/>
                  <a:pt x="274183" y="22503"/>
                </a:cubicBezTo>
                <a:cubicBezTo>
                  <a:pt x="275481" y="23116"/>
                  <a:pt x="276725" y="23985"/>
                  <a:pt x="277895" y="25119"/>
                </a:cubicBezTo>
                <a:cubicBezTo>
                  <a:pt x="279066" y="26271"/>
                  <a:pt x="279953" y="27450"/>
                  <a:pt x="280538" y="28666"/>
                </a:cubicBezTo>
                <a:cubicBezTo>
                  <a:pt x="281141" y="29883"/>
                  <a:pt x="281443" y="31199"/>
                  <a:pt x="281443" y="32626"/>
                </a:cubicBezTo>
                <a:close/>
                <a:moveTo>
                  <a:pt x="44513" y="199879"/>
                </a:moveTo>
                <a:cubicBezTo>
                  <a:pt x="52240" y="192143"/>
                  <a:pt x="61612" y="188229"/>
                  <a:pt x="72613" y="188120"/>
                </a:cubicBezTo>
                <a:cubicBezTo>
                  <a:pt x="83613" y="188019"/>
                  <a:pt x="92985" y="191832"/>
                  <a:pt x="100739" y="199568"/>
                </a:cubicBezTo>
                <a:cubicBezTo>
                  <a:pt x="108430" y="207258"/>
                  <a:pt x="112224" y="216612"/>
                  <a:pt x="112124" y="227631"/>
                </a:cubicBezTo>
                <a:cubicBezTo>
                  <a:pt x="112014" y="238658"/>
                  <a:pt x="108119" y="248013"/>
                  <a:pt x="100429" y="255703"/>
                </a:cubicBezTo>
                <a:cubicBezTo>
                  <a:pt x="90178" y="265953"/>
                  <a:pt x="77889" y="272135"/>
                  <a:pt x="63560" y="274247"/>
                </a:cubicBezTo>
                <a:cubicBezTo>
                  <a:pt x="49222" y="276368"/>
                  <a:pt x="34866" y="278316"/>
                  <a:pt x="20492" y="280099"/>
                </a:cubicBezTo>
                <a:cubicBezTo>
                  <a:pt x="22275" y="265661"/>
                  <a:pt x="24168" y="251231"/>
                  <a:pt x="26179" y="236811"/>
                </a:cubicBezTo>
                <a:cubicBezTo>
                  <a:pt x="28191" y="222373"/>
                  <a:pt x="34299" y="210065"/>
                  <a:pt x="44513" y="199879"/>
                </a:cubicBezTo>
                <a:close/>
                <a:moveTo>
                  <a:pt x="59601" y="215186"/>
                </a:moveTo>
                <a:cubicBezTo>
                  <a:pt x="54754" y="220425"/>
                  <a:pt x="51645" y="226460"/>
                  <a:pt x="50265" y="233291"/>
                </a:cubicBezTo>
                <a:cubicBezTo>
                  <a:pt x="48875" y="240121"/>
                  <a:pt x="47576" y="247025"/>
                  <a:pt x="46360" y="254002"/>
                </a:cubicBezTo>
                <a:cubicBezTo>
                  <a:pt x="53300" y="252795"/>
                  <a:pt x="60195" y="251460"/>
                  <a:pt x="67044" y="250015"/>
                </a:cubicBezTo>
                <a:cubicBezTo>
                  <a:pt x="73902" y="248570"/>
                  <a:pt x="79919" y="245434"/>
                  <a:pt x="85121" y="240615"/>
                </a:cubicBezTo>
                <a:cubicBezTo>
                  <a:pt x="89099" y="237259"/>
                  <a:pt x="91083" y="233026"/>
                  <a:pt x="91056" y="227914"/>
                </a:cubicBezTo>
                <a:cubicBezTo>
                  <a:pt x="91038" y="222821"/>
                  <a:pt x="89236" y="218359"/>
                  <a:pt x="85652" y="214527"/>
                </a:cubicBezTo>
                <a:cubicBezTo>
                  <a:pt x="81821" y="210943"/>
                  <a:pt x="77358" y="209151"/>
                  <a:pt x="72265" y="209151"/>
                </a:cubicBezTo>
                <a:cubicBezTo>
                  <a:pt x="67172" y="209151"/>
                  <a:pt x="62947" y="211153"/>
                  <a:pt x="59601" y="21515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2" name="圖示 效能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800" y="206353"/>
                </a:moveTo>
                <a:cubicBezTo>
                  <a:pt x="157899" y="206042"/>
                  <a:pt x="164555" y="202631"/>
                  <a:pt x="168789" y="196139"/>
                </a:cubicBezTo>
                <a:lnTo>
                  <a:pt x="224083" y="110011"/>
                </a:lnTo>
                <a:cubicBezTo>
                  <a:pt x="225802" y="107415"/>
                  <a:pt x="225637" y="105083"/>
                  <a:pt x="223580" y="103007"/>
                </a:cubicBezTo>
                <a:cubicBezTo>
                  <a:pt x="221523" y="100950"/>
                  <a:pt x="219191" y="100785"/>
                  <a:pt x="216566" y="102504"/>
                </a:cubicBezTo>
                <a:lnTo>
                  <a:pt x="131390" y="158420"/>
                </a:lnTo>
                <a:cubicBezTo>
                  <a:pt x="125099" y="162653"/>
                  <a:pt x="121752" y="169365"/>
                  <a:pt x="121332" y="178564"/>
                </a:cubicBezTo>
                <a:cubicBezTo>
                  <a:pt x="120911" y="187745"/>
                  <a:pt x="123115" y="194758"/>
                  <a:pt x="127934" y="199595"/>
                </a:cubicBezTo>
                <a:cubicBezTo>
                  <a:pt x="132771" y="204442"/>
                  <a:pt x="139729" y="206700"/>
                  <a:pt x="148800" y="206389"/>
                </a:cubicBezTo>
                <a:close/>
                <a:moveTo>
                  <a:pt x="150245" y="48655"/>
                </a:moveTo>
                <a:cubicBezTo>
                  <a:pt x="159471" y="48655"/>
                  <a:pt x="169210" y="49890"/>
                  <a:pt x="179478" y="52368"/>
                </a:cubicBezTo>
                <a:cubicBezTo>
                  <a:pt x="189729" y="54837"/>
                  <a:pt x="199860" y="58823"/>
                  <a:pt x="209873" y="64310"/>
                </a:cubicBezTo>
                <a:cubicBezTo>
                  <a:pt x="212534" y="65819"/>
                  <a:pt x="214107" y="68022"/>
                  <a:pt x="214591" y="70912"/>
                </a:cubicBezTo>
                <a:cubicBezTo>
                  <a:pt x="215076" y="73783"/>
                  <a:pt x="214399" y="76544"/>
                  <a:pt x="212580" y="79205"/>
                </a:cubicBezTo>
                <a:cubicBezTo>
                  <a:pt x="210751" y="81848"/>
                  <a:pt x="208565" y="83421"/>
                  <a:pt x="206005" y="83924"/>
                </a:cubicBezTo>
                <a:cubicBezTo>
                  <a:pt x="203472" y="84408"/>
                  <a:pt x="200766" y="84015"/>
                  <a:pt x="197904" y="82762"/>
                </a:cubicBezTo>
                <a:cubicBezTo>
                  <a:pt x="189665" y="78364"/>
                  <a:pt x="181271" y="75155"/>
                  <a:pt x="172721" y="73143"/>
                </a:cubicBezTo>
                <a:cubicBezTo>
                  <a:pt x="164171" y="71149"/>
                  <a:pt x="156692" y="70153"/>
                  <a:pt x="150282" y="70153"/>
                </a:cubicBezTo>
                <a:cubicBezTo>
                  <a:pt x="121085" y="70153"/>
                  <a:pt x="96195" y="80595"/>
                  <a:pt x="75593" y="101462"/>
                </a:cubicBezTo>
                <a:cubicBezTo>
                  <a:pt x="54992" y="122338"/>
                  <a:pt x="44696" y="147602"/>
                  <a:pt x="44696" y="177275"/>
                </a:cubicBezTo>
                <a:cubicBezTo>
                  <a:pt x="44696" y="186730"/>
                  <a:pt x="45985" y="196166"/>
                  <a:pt x="48564" y="205603"/>
                </a:cubicBezTo>
                <a:cubicBezTo>
                  <a:pt x="51142" y="215030"/>
                  <a:pt x="54809" y="223809"/>
                  <a:pt x="59564" y="231938"/>
                </a:cubicBezTo>
                <a:lnTo>
                  <a:pt x="240652" y="231938"/>
                </a:lnTo>
                <a:cubicBezTo>
                  <a:pt x="245260" y="224394"/>
                  <a:pt x="248891" y="215707"/>
                  <a:pt x="251551" y="205886"/>
                </a:cubicBezTo>
                <a:cubicBezTo>
                  <a:pt x="254194" y="196038"/>
                  <a:pt x="255511" y="186291"/>
                  <a:pt x="255511" y="176653"/>
                </a:cubicBezTo>
                <a:cubicBezTo>
                  <a:pt x="255511" y="169649"/>
                  <a:pt x="254624" y="162087"/>
                  <a:pt x="252841" y="153958"/>
                </a:cubicBezTo>
                <a:cubicBezTo>
                  <a:pt x="251058" y="145829"/>
                  <a:pt x="248068" y="138010"/>
                  <a:pt x="243852" y="130512"/>
                </a:cubicBezTo>
                <a:cubicBezTo>
                  <a:pt x="242389" y="127806"/>
                  <a:pt x="241886" y="124898"/>
                  <a:pt x="242343" y="121798"/>
                </a:cubicBezTo>
                <a:cubicBezTo>
                  <a:pt x="242810" y="118698"/>
                  <a:pt x="244337" y="116312"/>
                  <a:pt x="246934" y="114638"/>
                </a:cubicBezTo>
                <a:cubicBezTo>
                  <a:pt x="249467" y="112810"/>
                  <a:pt x="252246" y="112352"/>
                  <a:pt x="255264" y="113248"/>
                </a:cubicBezTo>
                <a:cubicBezTo>
                  <a:pt x="258263" y="114135"/>
                  <a:pt x="260421" y="116010"/>
                  <a:pt x="261738" y="118881"/>
                </a:cubicBezTo>
                <a:cubicBezTo>
                  <a:pt x="266474" y="128245"/>
                  <a:pt x="270114" y="137581"/>
                  <a:pt x="272647" y="146880"/>
                </a:cubicBezTo>
                <a:cubicBezTo>
                  <a:pt x="275180" y="156189"/>
                  <a:pt x="276633" y="165470"/>
                  <a:pt x="277017" y="174733"/>
                </a:cubicBezTo>
                <a:cubicBezTo>
                  <a:pt x="277392" y="187434"/>
                  <a:pt x="276094" y="199431"/>
                  <a:pt x="273113" y="210723"/>
                </a:cubicBezTo>
                <a:cubicBezTo>
                  <a:pt x="270141" y="222016"/>
                  <a:pt x="265798" y="232468"/>
                  <a:pt x="260074" y="242060"/>
                </a:cubicBezTo>
                <a:cubicBezTo>
                  <a:pt x="257303" y="247171"/>
                  <a:pt x="254386" y="250326"/>
                  <a:pt x="251305" y="251524"/>
                </a:cubicBezTo>
                <a:cubicBezTo>
                  <a:pt x="248223" y="252722"/>
                  <a:pt x="244410" y="253316"/>
                  <a:pt x="239865" y="253316"/>
                </a:cubicBezTo>
                <a:lnTo>
                  <a:pt x="60350" y="253316"/>
                </a:lnTo>
                <a:cubicBezTo>
                  <a:pt x="56428" y="253316"/>
                  <a:pt x="52596" y="252338"/>
                  <a:pt x="48847" y="250390"/>
                </a:cubicBezTo>
                <a:cubicBezTo>
                  <a:pt x="45098" y="248442"/>
                  <a:pt x="42309" y="245663"/>
                  <a:pt x="40490" y="242060"/>
                </a:cubicBezTo>
                <a:cubicBezTo>
                  <a:pt x="34994" y="231965"/>
                  <a:pt x="30751" y="221614"/>
                  <a:pt x="27752" y="211007"/>
                </a:cubicBezTo>
                <a:cubicBezTo>
                  <a:pt x="24780" y="200427"/>
                  <a:pt x="23290" y="189180"/>
                  <a:pt x="23290" y="177284"/>
                </a:cubicBezTo>
                <a:cubicBezTo>
                  <a:pt x="23290" y="159636"/>
                  <a:pt x="26636" y="143021"/>
                  <a:pt x="33321" y="127431"/>
                </a:cubicBezTo>
                <a:cubicBezTo>
                  <a:pt x="40005" y="111840"/>
                  <a:pt x="49085" y="98225"/>
                  <a:pt x="60570" y="86594"/>
                </a:cubicBezTo>
                <a:cubicBezTo>
                  <a:pt x="72073" y="74963"/>
                  <a:pt x="85560" y="65736"/>
                  <a:pt x="101023" y="58906"/>
                </a:cubicBezTo>
                <a:cubicBezTo>
                  <a:pt x="116485" y="52075"/>
                  <a:pt x="132899" y="48655"/>
                  <a:pt x="150245" y="48655"/>
                </a:cubicBezTo>
                <a:close/>
                <a:moveTo>
                  <a:pt x="148453" y="15361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74" name="圖示 快速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4349" y="248699"/>
                </a:moveTo>
                <a:lnTo>
                  <a:pt x="210980" y="144466"/>
                </a:lnTo>
                <a:lnTo>
                  <a:pt x="155027" y="144466"/>
                </a:lnTo>
                <a:lnTo>
                  <a:pt x="166119" y="56236"/>
                </a:lnTo>
                <a:lnTo>
                  <a:pt x="87508" y="169859"/>
                </a:lnTo>
                <a:lnTo>
                  <a:pt x="135542" y="169859"/>
                </a:lnTo>
                <a:lnTo>
                  <a:pt x="124377" y="248726"/>
                </a:lnTo>
                <a:close/>
                <a:moveTo>
                  <a:pt x="111493" y="190698"/>
                </a:moveTo>
                <a:lnTo>
                  <a:pt x="67894" y="190698"/>
                </a:lnTo>
                <a:cubicBezTo>
                  <a:pt x="63578" y="190698"/>
                  <a:pt x="60405" y="188796"/>
                  <a:pt x="58366" y="184983"/>
                </a:cubicBezTo>
                <a:cubicBezTo>
                  <a:pt x="56336" y="181188"/>
                  <a:pt x="56620" y="177485"/>
                  <a:pt x="59217" y="173882"/>
                </a:cubicBezTo>
                <a:lnTo>
                  <a:pt x="168323" y="16441"/>
                </a:lnTo>
                <a:cubicBezTo>
                  <a:pt x="170106" y="13990"/>
                  <a:pt x="172328" y="12335"/>
                  <a:pt x="174989" y="11476"/>
                </a:cubicBezTo>
                <a:cubicBezTo>
                  <a:pt x="177650" y="10616"/>
                  <a:pt x="180311" y="10717"/>
                  <a:pt x="182971" y="11787"/>
                </a:cubicBezTo>
                <a:cubicBezTo>
                  <a:pt x="185632" y="12856"/>
                  <a:pt x="187745" y="14640"/>
                  <a:pt x="189317" y="17127"/>
                </a:cubicBezTo>
                <a:cubicBezTo>
                  <a:pt x="190890" y="19605"/>
                  <a:pt x="191466" y="22284"/>
                  <a:pt x="191046" y="25173"/>
                </a:cubicBezTo>
                <a:lnTo>
                  <a:pt x="178628" y="123590"/>
                </a:lnTo>
                <a:lnTo>
                  <a:pt x="232697" y="123590"/>
                </a:lnTo>
                <a:cubicBezTo>
                  <a:pt x="237223" y="123590"/>
                  <a:pt x="240441" y="125629"/>
                  <a:pt x="242343" y="129689"/>
                </a:cubicBezTo>
                <a:cubicBezTo>
                  <a:pt x="244255" y="133758"/>
                  <a:pt x="243788" y="137562"/>
                  <a:pt x="240963" y="141101"/>
                </a:cubicBezTo>
                <a:lnTo>
                  <a:pt x="121423" y="284625"/>
                </a:lnTo>
                <a:cubicBezTo>
                  <a:pt x="119640" y="286866"/>
                  <a:pt x="117372" y="288310"/>
                  <a:pt x="114602" y="288960"/>
                </a:cubicBezTo>
                <a:cubicBezTo>
                  <a:pt x="111840" y="289609"/>
                  <a:pt x="109207" y="289380"/>
                  <a:pt x="106710" y="288265"/>
                </a:cubicBezTo>
                <a:cubicBezTo>
                  <a:pt x="104242" y="287140"/>
                  <a:pt x="102294" y="285357"/>
                  <a:pt x="100867" y="282925"/>
                </a:cubicBezTo>
                <a:cubicBezTo>
                  <a:pt x="99459" y="280492"/>
                  <a:pt x="98975" y="277813"/>
                  <a:pt x="99386" y="274878"/>
                </a:cubicBezTo>
                <a:lnTo>
                  <a:pt x="111493" y="190671"/>
                </a:lnTo>
                <a:close/>
                <a:moveTo>
                  <a:pt x="149056" y="15266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6" name="圖示 鎖定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842" y="278334"/>
                </a:moveTo>
                <a:cubicBezTo>
                  <a:pt x="63953" y="278334"/>
                  <a:pt x="58915" y="276240"/>
                  <a:pt x="54727" y="272052"/>
                </a:cubicBezTo>
                <a:cubicBezTo>
                  <a:pt x="50530" y="267855"/>
                  <a:pt x="48436" y="262817"/>
                  <a:pt x="48436" y="256928"/>
                </a:cubicBezTo>
                <a:lnTo>
                  <a:pt x="48436" y="121862"/>
                </a:lnTo>
                <a:cubicBezTo>
                  <a:pt x="48436" y="115955"/>
                  <a:pt x="50530" y="110898"/>
                  <a:pt x="54727" y="106683"/>
                </a:cubicBezTo>
                <a:cubicBezTo>
                  <a:pt x="58915" y="102468"/>
                  <a:pt x="63953" y="100365"/>
                  <a:pt x="69842" y="100365"/>
                </a:cubicBezTo>
                <a:lnTo>
                  <a:pt x="90334" y="100365"/>
                </a:lnTo>
                <a:lnTo>
                  <a:pt x="90334" y="71854"/>
                </a:lnTo>
                <a:cubicBezTo>
                  <a:pt x="90334" y="55010"/>
                  <a:pt x="96231" y="40663"/>
                  <a:pt x="108036" y="28822"/>
                </a:cubicBezTo>
                <a:cubicBezTo>
                  <a:pt x="119832" y="16980"/>
                  <a:pt x="134124" y="11064"/>
                  <a:pt x="150903" y="11064"/>
                </a:cubicBezTo>
                <a:cubicBezTo>
                  <a:pt x="167692" y="11064"/>
                  <a:pt x="181984" y="16980"/>
                  <a:pt x="193780" y="28822"/>
                </a:cubicBezTo>
                <a:cubicBezTo>
                  <a:pt x="205557" y="40663"/>
                  <a:pt x="211446" y="55010"/>
                  <a:pt x="211446" y="71854"/>
                </a:cubicBezTo>
                <a:lnTo>
                  <a:pt x="211446" y="100365"/>
                </a:lnTo>
                <a:lnTo>
                  <a:pt x="231938" y="100365"/>
                </a:lnTo>
                <a:cubicBezTo>
                  <a:pt x="237854" y="100365"/>
                  <a:pt x="242910" y="102468"/>
                  <a:pt x="247126" y="106683"/>
                </a:cubicBezTo>
                <a:cubicBezTo>
                  <a:pt x="251332" y="110898"/>
                  <a:pt x="253444" y="115955"/>
                  <a:pt x="253444" y="121862"/>
                </a:cubicBezTo>
                <a:lnTo>
                  <a:pt x="253444" y="256928"/>
                </a:lnTo>
                <a:cubicBezTo>
                  <a:pt x="253444" y="262817"/>
                  <a:pt x="251332" y="267855"/>
                  <a:pt x="247126" y="272052"/>
                </a:cubicBezTo>
                <a:cubicBezTo>
                  <a:pt x="242910" y="276240"/>
                  <a:pt x="237854" y="278334"/>
                  <a:pt x="231938" y="278334"/>
                </a:cubicBezTo>
                <a:lnTo>
                  <a:pt x="69842" y="278334"/>
                </a:lnTo>
                <a:close/>
                <a:moveTo>
                  <a:pt x="69842" y="256928"/>
                </a:moveTo>
                <a:lnTo>
                  <a:pt x="231938" y="256928"/>
                </a:lnTo>
                <a:lnTo>
                  <a:pt x="231938" y="121862"/>
                </a:lnTo>
                <a:lnTo>
                  <a:pt x="69842" y="121862"/>
                </a:lnTo>
                <a:lnTo>
                  <a:pt x="69842" y="256928"/>
                </a:lnTo>
                <a:close/>
                <a:moveTo>
                  <a:pt x="168003" y="206673"/>
                </a:moveTo>
                <a:cubicBezTo>
                  <a:pt x="172721" y="202055"/>
                  <a:pt x="175080" y="196505"/>
                  <a:pt x="175080" y="190012"/>
                </a:cubicBezTo>
                <a:cubicBezTo>
                  <a:pt x="175080" y="183721"/>
                  <a:pt x="172703" y="178015"/>
                  <a:pt x="167948" y="172876"/>
                </a:cubicBezTo>
                <a:cubicBezTo>
                  <a:pt x="163184" y="167747"/>
                  <a:pt x="157478" y="165177"/>
                  <a:pt x="150812" y="165177"/>
                </a:cubicBezTo>
                <a:cubicBezTo>
                  <a:pt x="144146" y="165177"/>
                  <a:pt x="138458" y="167747"/>
                  <a:pt x="133749" y="172876"/>
                </a:cubicBezTo>
                <a:cubicBezTo>
                  <a:pt x="129031" y="178015"/>
                  <a:pt x="126672" y="183776"/>
                  <a:pt x="126672" y="190168"/>
                </a:cubicBezTo>
                <a:cubicBezTo>
                  <a:pt x="126672" y="196559"/>
                  <a:pt x="129049" y="202055"/>
                  <a:pt x="133804" y="206673"/>
                </a:cubicBezTo>
                <a:cubicBezTo>
                  <a:pt x="138568" y="211281"/>
                  <a:pt x="144274" y="213586"/>
                  <a:pt x="150940" y="213586"/>
                </a:cubicBezTo>
                <a:cubicBezTo>
                  <a:pt x="157606" y="213586"/>
                  <a:pt x="163294" y="211281"/>
                  <a:pt x="168003" y="206673"/>
                </a:cubicBezTo>
                <a:close/>
                <a:moveTo>
                  <a:pt x="111740" y="100365"/>
                </a:moveTo>
                <a:lnTo>
                  <a:pt x="190012" y="100365"/>
                </a:lnTo>
                <a:lnTo>
                  <a:pt x="190012" y="71854"/>
                </a:lnTo>
                <a:cubicBezTo>
                  <a:pt x="190012" y="60872"/>
                  <a:pt x="186227" y="51581"/>
                  <a:pt x="178665" y="43973"/>
                </a:cubicBezTo>
                <a:cubicBezTo>
                  <a:pt x="171093" y="36366"/>
                  <a:pt x="161858" y="32562"/>
                  <a:pt x="150940" y="32562"/>
                </a:cubicBezTo>
                <a:cubicBezTo>
                  <a:pt x="140040" y="32562"/>
                  <a:pt x="130787" y="36366"/>
                  <a:pt x="123188" y="43973"/>
                </a:cubicBezTo>
                <a:cubicBezTo>
                  <a:pt x="115580" y="51581"/>
                  <a:pt x="111776" y="60872"/>
                  <a:pt x="111776" y="71854"/>
                </a:cubicBezTo>
                <a:lnTo>
                  <a:pt x="111776" y="100365"/>
                </a:lnTo>
                <a:close/>
                <a:moveTo>
                  <a:pt x="69842" y="256928"/>
                </a:moveTo>
                <a:lnTo>
                  <a:pt x="69842" y="121862"/>
                </a:lnTo>
                <a:lnTo>
                  <a:pt x="69842" y="25692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78" name="圖示 資安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6517"/>
                </a:moveTo>
                <a:cubicBezTo>
                  <a:pt x="172840" y="248973"/>
                  <a:pt x="191046" y="235522"/>
                  <a:pt x="205502" y="216164"/>
                </a:cubicBezTo>
                <a:cubicBezTo>
                  <a:pt x="219968" y="196797"/>
                  <a:pt x="228454" y="175034"/>
                  <a:pt x="230968" y="150876"/>
                </a:cubicBezTo>
                <a:lnTo>
                  <a:pt x="150876" y="150876"/>
                </a:lnTo>
                <a:lnTo>
                  <a:pt x="150876" y="46333"/>
                </a:lnTo>
                <a:lnTo>
                  <a:pt x="69814" y="76599"/>
                </a:lnTo>
                <a:lnTo>
                  <a:pt x="69814" y="137672"/>
                </a:lnTo>
                <a:cubicBezTo>
                  <a:pt x="69814" y="140150"/>
                  <a:pt x="69860" y="142299"/>
                  <a:pt x="69970" y="144119"/>
                </a:cubicBezTo>
                <a:cubicBezTo>
                  <a:pt x="70070" y="145938"/>
                  <a:pt x="70336" y="148197"/>
                  <a:pt x="70756" y="150876"/>
                </a:cubicBezTo>
                <a:lnTo>
                  <a:pt x="150876" y="150876"/>
                </a:lnTo>
                <a:lnTo>
                  <a:pt x="150876" y="256517"/>
                </a:lnTo>
                <a:close/>
                <a:moveTo>
                  <a:pt x="147447" y="276798"/>
                </a:moveTo>
                <a:cubicBezTo>
                  <a:pt x="146359" y="276560"/>
                  <a:pt x="145243" y="276204"/>
                  <a:pt x="144091" y="275728"/>
                </a:cubicBezTo>
                <a:cubicBezTo>
                  <a:pt x="114711" y="265880"/>
                  <a:pt x="91413" y="247994"/>
                  <a:pt x="74213" y="222071"/>
                </a:cubicBezTo>
                <a:cubicBezTo>
                  <a:pt x="57004" y="196194"/>
                  <a:pt x="48408" y="167957"/>
                  <a:pt x="48408" y="137361"/>
                </a:cubicBezTo>
                <a:lnTo>
                  <a:pt x="48408" y="76288"/>
                </a:lnTo>
                <a:cubicBezTo>
                  <a:pt x="48408" y="71762"/>
                  <a:pt x="49698" y="67629"/>
                  <a:pt x="52276" y="63898"/>
                </a:cubicBezTo>
                <a:cubicBezTo>
                  <a:pt x="54846" y="60177"/>
                  <a:pt x="58192" y="57497"/>
                  <a:pt x="62298" y="55888"/>
                </a:cubicBezTo>
                <a:lnTo>
                  <a:pt x="143360" y="25621"/>
                </a:lnTo>
                <a:cubicBezTo>
                  <a:pt x="145920" y="24671"/>
                  <a:pt x="148425" y="24204"/>
                  <a:pt x="150876" y="24204"/>
                </a:cubicBezTo>
                <a:cubicBezTo>
                  <a:pt x="153327" y="24204"/>
                  <a:pt x="155832" y="24671"/>
                  <a:pt x="158392" y="25621"/>
                </a:cubicBezTo>
                <a:lnTo>
                  <a:pt x="239454" y="55888"/>
                </a:lnTo>
                <a:cubicBezTo>
                  <a:pt x="243560" y="57497"/>
                  <a:pt x="246925" y="60177"/>
                  <a:pt x="249540" y="63898"/>
                </a:cubicBezTo>
                <a:cubicBezTo>
                  <a:pt x="252137" y="67629"/>
                  <a:pt x="253444" y="71762"/>
                  <a:pt x="253444" y="76288"/>
                </a:cubicBezTo>
                <a:lnTo>
                  <a:pt x="253444" y="137361"/>
                </a:lnTo>
                <a:cubicBezTo>
                  <a:pt x="253444" y="167957"/>
                  <a:pt x="244831" y="196203"/>
                  <a:pt x="227603" y="222099"/>
                </a:cubicBezTo>
                <a:cubicBezTo>
                  <a:pt x="210376" y="248022"/>
                  <a:pt x="187077" y="265908"/>
                  <a:pt x="157697" y="275756"/>
                </a:cubicBezTo>
                <a:cubicBezTo>
                  <a:pt x="156545" y="276222"/>
                  <a:pt x="155421" y="276579"/>
                  <a:pt x="154332" y="276825"/>
                </a:cubicBezTo>
                <a:cubicBezTo>
                  <a:pt x="153244" y="277054"/>
                  <a:pt x="152101" y="277173"/>
                  <a:pt x="150903" y="277173"/>
                </a:cubicBezTo>
                <a:cubicBezTo>
                  <a:pt x="149715" y="277173"/>
                  <a:pt x="148572" y="277054"/>
                  <a:pt x="147484" y="27682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80" name="圖示 認證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049"/>
                </a:moveTo>
                <a:lnTo>
                  <a:pt x="113376" y="140443"/>
                </a:lnTo>
                <a:cubicBezTo>
                  <a:pt x="111447" y="138513"/>
                  <a:pt x="109060" y="137553"/>
                  <a:pt x="106208" y="137553"/>
                </a:cubicBezTo>
                <a:cubicBezTo>
                  <a:pt x="103364" y="137553"/>
                  <a:pt x="100941" y="138532"/>
                  <a:pt x="98947" y="140507"/>
                </a:cubicBezTo>
                <a:cubicBezTo>
                  <a:pt x="97018" y="142454"/>
                  <a:pt x="96058" y="144823"/>
                  <a:pt x="96058" y="147612"/>
                </a:cubicBezTo>
                <a:cubicBezTo>
                  <a:pt x="96058" y="150391"/>
                  <a:pt x="97018" y="152815"/>
                  <a:pt x="98947" y="154872"/>
                </a:cubicBezTo>
                <a:lnTo>
                  <a:pt x="129470" y="185705"/>
                </a:lnTo>
                <a:cubicBezTo>
                  <a:pt x="131646" y="187882"/>
                  <a:pt x="134188" y="188970"/>
                  <a:pt x="137078" y="188970"/>
                </a:cubicBezTo>
                <a:cubicBezTo>
                  <a:pt x="139967" y="188970"/>
                  <a:pt x="142482" y="187882"/>
                  <a:pt x="144622" y="185705"/>
                </a:cubicBezTo>
                <a:lnTo>
                  <a:pt x="202393" y="127934"/>
                </a:lnTo>
                <a:cubicBezTo>
                  <a:pt x="204387" y="125959"/>
                  <a:pt x="205383" y="123618"/>
                  <a:pt x="205383" y="120893"/>
                </a:cubicBezTo>
                <a:cubicBezTo>
                  <a:pt x="205383" y="118168"/>
                  <a:pt x="204442" y="115909"/>
                  <a:pt x="202549" y="114135"/>
                </a:cubicBezTo>
                <a:cubicBezTo>
                  <a:pt x="200665" y="112352"/>
                  <a:pt x="198306" y="111511"/>
                  <a:pt x="195480" y="111621"/>
                </a:cubicBezTo>
                <a:cubicBezTo>
                  <a:pt x="192646" y="111721"/>
                  <a:pt x="190360" y="112663"/>
                  <a:pt x="188595" y="114446"/>
                </a:cubicBezTo>
                <a:lnTo>
                  <a:pt x="137992" y="165049"/>
                </a:lnTo>
                <a:close/>
                <a:moveTo>
                  <a:pt x="147328" y="276798"/>
                </a:moveTo>
                <a:cubicBezTo>
                  <a:pt x="146213" y="276560"/>
                  <a:pt x="145134" y="276204"/>
                  <a:pt x="144091" y="275728"/>
                </a:cubicBezTo>
                <a:cubicBezTo>
                  <a:pt x="114711" y="265880"/>
                  <a:pt x="91413" y="247994"/>
                  <a:pt x="74213" y="222071"/>
                </a:cubicBezTo>
                <a:cubicBezTo>
                  <a:pt x="57004" y="196148"/>
                  <a:pt x="48408" y="167893"/>
                  <a:pt x="48408" y="137297"/>
                </a:cubicBezTo>
                <a:lnTo>
                  <a:pt x="48408" y="76252"/>
                </a:lnTo>
                <a:cubicBezTo>
                  <a:pt x="48408" y="71671"/>
                  <a:pt x="49688" y="67519"/>
                  <a:pt x="52240" y="63807"/>
                </a:cubicBezTo>
                <a:cubicBezTo>
                  <a:pt x="54800" y="60104"/>
                  <a:pt x="58165" y="57452"/>
                  <a:pt x="62335" y="55852"/>
                </a:cubicBezTo>
                <a:lnTo>
                  <a:pt x="143396" y="25585"/>
                </a:lnTo>
                <a:cubicBezTo>
                  <a:pt x="145947" y="24643"/>
                  <a:pt x="148453" y="24168"/>
                  <a:pt x="150903" y="24168"/>
                </a:cubicBezTo>
                <a:cubicBezTo>
                  <a:pt x="153363" y="24168"/>
                  <a:pt x="155859" y="24643"/>
                  <a:pt x="158420" y="25585"/>
                </a:cubicBezTo>
                <a:lnTo>
                  <a:pt x="239481" y="55852"/>
                </a:lnTo>
                <a:cubicBezTo>
                  <a:pt x="243651" y="57470"/>
                  <a:pt x="247025" y="60122"/>
                  <a:pt x="249604" y="63807"/>
                </a:cubicBezTo>
                <a:cubicBezTo>
                  <a:pt x="252182" y="67519"/>
                  <a:pt x="253472" y="71671"/>
                  <a:pt x="253472" y="76252"/>
                </a:cubicBezTo>
                <a:lnTo>
                  <a:pt x="253472" y="137297"/>
                </a:lnTo>
                <a:cubicBezTo>
                  <a:pt x="253472" y="167893"/>
                  <a:pt x="244858" y="196148"/>
                  <a:pt x="227631" y="222071"/>
                </a:cubicBezTo>
                <a:cubicBezTo>
                  <a:pt x="210413" y="247994"/>
                  <a:pt x="187105" y="265880"/>
                  <a:pt x="157725" y="275728"/>
                </a:cubicBezTo>
                <a:cubicBezTo>
                  <a:pt x="156682" y="276185"/>
                  <a:pt x="155603" y="276542"/>
                  <a:pt x="154488" y="276798"/>
                </a:cubicBezTo>
                <a:cubicBezTo>
                  <a:pt x="153381" y="277027"/>
                  <a:pt x="152193" y="277136"/>
                  <a:pt x="150940" y="277136"/>
                </a:cubicBezTo>
                <a:cubicBezTo>
                  <a:pt x="149678" y="277136"/>
                  <a:pt x="148499" y="277027"/>
                  <a:pt x="147383" y="276798"/>
                </a:cubicBezTo>
                <a:close/>
                <a:moveTo>
                  <a:pt x="150876" y="256206"/>
                </a:moveTo>
                <a:cubicBezTo>
                  <a:pt x="174724" y="247994"/>
                  <a:pt x="194191" y="232943"/>
                  <a:pt x="209279" y="211071"/>
                </a:cubicBezTo>
                <a:cubicBezTo>
                  <a:pt x="224366" y="189189"/>
                  <a:pt x="231910" y="164629"/>
                  <a:pt x="231910" y="137389"/>
                </a:cubicBezTo>
                <a:lnTo>
                  <a:pt x="231910" y="76288"/>
                </a:lnTo>
                <a:lnTo>
                  <a:pt x="150876" y="45702"/>
                </a:lnTo>
                <a:lnTo>
                  <a:pt x="69814" y="76316"/>
                </a:lnTo>
                <a:lnTo>
                  <a:pt x="69814" y="137361"/>
                </a:lnTo>
                <a:cubicBezTo>
                  <a:pt x="69814" y="164619"/>
                  <a:pt x="77358" y="189189"/>
                  <a:pt x="92446" y="211071"/>
                </a:cubicBezTo>
                <a:cubicBezTo>
                  <a:pt x="107552" y="232943"/>
                  <a:pt x="127028" y="247994"/>
                  <a:pt x="150876" y="256206"/>
                </a:cubicBezTo>
                <a:close/>
                <a:moveTo>
                  <a:pt x="150876" y="15094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82" name="圖示 金鑰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356" y="166558"/>
                </a:moveTo>
                <a:cubicBezTo>
                  <a:pt x="67995" y="162205"/>
                  <a:pt x="65819" y="156984"/>
                  <a:pt x="65819" y="150903"/>
                </a:cubicBezTo>
                <a:cubicBezTo>
                  <a:pt x="65819" y="144832"/>
                  <a:pt x="67995" y="139601"/>
                  <a:pt x="72356" y="135221"/>
                </a:cubicBezTo>
                <a:cubicBezTo>
                  <a:pt x="76718" y="130860"/>
                  <a:pt x="81930" y="128684"/>
                  <a:pt x="88011" y="128684"/>
                </a:cubicBezTo>
                <a:cubicBezTo>
                  <a:pt x="94092" y="128684"/>
                  <a:pt x="99313" y="130860"/>
                  <a:pt x="103693" y="135221"/>
                </a:cubicBezTo>
                <a:cubicBezTo>
                  <a:pt x="108055" y="139583"/>
                  <a:pt x="110231" y="144795"/>
                  <a:pt x="110231" y="150876"/>
                </a:cubicBezTo>
                <a:cubicBezTo>
                  <a:pt x="110231" y="156957"/>
                  <a:pt x="108055" y="162178"/>
                  <a:pt x="103693" y="166558"/>
                </a:cubicBezTo>
                <a:cubicBezTo>
                  <a:pt x="99340" y="170920"/>
                  <a:pt x="94119" y="173096"/>
                  <a:pt x="88038" y="173096"/>
                </a:cubicBezTo>
                <a:cubicBezTo>
                  <a:pt x="81967" y="173096"/>
                  <a:pt x="76736" y="170920"/>
                  <a:pt x="72356" y="166558"/>
                </a:cubicBezTo>
                <a:close/>
                <a:moveTo>
                  <a:pt x="88011" y="228042"/>
                </a:moveTo>
                <a:cubicBezTo>
                  <a:pt x="66614" y="228042"/>
                  <a:pt x="48408" y="220535"/>
                  <a:pt x="33385" y="205502"/>
                </a:cubicBezTo>
                <a:cubicBezTo>
                  <a:pt x="18361" y="190460"/>
                  <a:pt x="10845" y="172236"/>
                  <a:pt x="10845" y="150849"/>
                </a:cubicBezTo>
                <a:cubicBezTo>
                  <a:pt x="10845" y="129452"/>
                  <a:pt x="18361" y="111237"/>
                  <a:pt x="33385" y="96213"/>
                </a:cubicBezTo>
                <a:cubicBezTo>
                  <a:pt x="48408" y="81208"/>
                  <a:pt x="66614" y="73710"/>
                  <a:pt x="88011" y="73710"/>
                </a:cubicBezTo>
                <a:cubicBezTo>
                  <a:pt x="103501" y="73710"/>
                  <a:pt x="117043" y="77377"/>
                  <a:pt x="128656" y="84710"/>
                </a:cubicBezTo>
                <a:cubicBezTo>
                  <a:pt x="140260" y="92044"/>
                  <a:pt x="149322" y="103035"/>
                  <a:pt x="155841" y="117683"/>
                </a:cubicBezTo>
                <a:lnTo>
                  <a:pt x="263119" y="117683"/>
                </a:lnTo>
                <a:cubicBezTo>
                  <a:pt x="264527" y="117683"/>
                  <a:pt x="265834" y="117930"/>
                  <a:pt x="267051" y="118442"/>
                </a:cubicBezTo>
                <a:cubicBezTo>
                  <a:pt x="268267" y="118945"/>
                  <a:pt x="269465" y="119759"/>
                  <a:pt x="270635" y="120893"/>
                </a:cubicBezTo>
                <a:lnTo>
                  <a:pt x="296028" y="146222"/>
                </a:lnTo>
                <a:cubicBezTo>
                  <a:pt x="297180" y="147374"/>
                  <a:pt x="298003" y="148617"/>
                  <a:pt x="298488" y="149934"/>
                </a:cubicBezTo>
                <a:cubicBezTo>
                  <a:pt x="298991" y="151251"/>
                  <a:pt x="299237" y="152623"/>
                  <a:pt x="299237" y="154049"/>
                </a:cubicBezTo>
                <a:cubicBezTo>
                  <a:pt x="299237" y="155475"/>
                  <a:pt x="298936" y="156792"/>
                  <a:pt x="298323" y="158008"/>
                </a:cubicBezTo>
                <a:cubicBezTo>
                  <a:pt x="297719" y="159224"/>
                  <a:pt x="296851" y="160413"/>
                  <a:pt x="295717" y="161565"/>
                </a:cubicBezTo>
                <a:lnTo>
                  <a:pt x="256965" y="197081"/>
                </a:lnTo>
                <a:cubicBezTo>
                  <a:pt x="256014" y="198050"/>
                  <a:pt x="254953" y="198781"/>
                  <a:pt x="253755" y="199284"/>
                </a:cubicBezTo>
                <a:cubicBezTo>
                  <a:pt x="252557" y="199787"/>
                  <a:pt x="251369" y="200034"/>
                  <a:pt x="250171" y="200034"/>
                </a:cubicBezTo>
                <a:cubicBezTo>
                  <a:pt x="248973" y="200034"/>
                  <a:pt x="247839" y="199897"/>
                  <a:pt x="246742" y="199632"/>
                </a:cubicBezTo>
                <a:cubicBezTo>
                  <a:pt x="245654" y="199376"/>
                  <a:pt x="244538" y="198882"/>
                  <a:pt x="243386" y="198150"/>
                </a:cubicBezTo>
                <a:lnTo>
                  <a:pt x="222446" y="183035"/>
                </a:lnTo>
                <a:lnTo>
                  <a:pt x="201259" y="198461"/>
                </a:lnTo>
                <a:cubicBezTo>
                  <a:pt x="200318" y="199202"/>
                  <a:pt x="199303" y="199687"/>
                  <a:pt x="198214" y="199943"/>
                </a:cubicBezTo>
                <a:cubicBezTo>
                  <a:pt x="197126" y="200190"/>
                  <a:pt x="195992" y="200318"/>
                  <a:pt x="194822" y="200318"/>
                </a:cubicBezTo>
                <a:cubicBezTo>
                  <a:pt x="193642" y="200318"/>
                  <a:pt x="192527" y="200144"/>
                  <a:pt x="191457" y="199787"/>
                </a:cubicBezTo>
                <a:cubicBezTo>
                  <a:pt x="190387" y="199431"/>
                  <a:pt x="189381" y="198909"/>
                  <a:pt x="188440" y="198214"/>
                </a:cubicBezTo>
                <a:lnTo>
                  <a:pt x="170929" y="184069"/>
                </a:lnTo>
                <a:lnTo>
                  <a:pt x="155841" y="184069"/>
                </a:lnTo>
                <a:cubicBezTo>
                  <a:pt x="150602" y="196788"/>
                  <a:pt x="142235" y="207294"/>
                  <a:pt x="130732" y="215597"/>
                </a:cubicBezTo>
                <a:cubicBezTo>
                  <a:pt x="119219" y="223891"/>
                  <a:pt x="104982" y="228042"/>
                  <a:pt x="88011" y="228042"/>
                </a:cubicBezTo>
                <a:close/>
                <a:moveTo>
                  <a:pt x="88011" y="207459"/>
                </a:moveTo>
                <a:cubicBezTo>
                  <a:pt x="100310" y="207459"/>
                  <a:pt x="111603" y="203353"/>
                  <a:pt x="121899" y="195160"/>
                </a:cubicBezTo>
                <a:cubicBezTo>
                  <a:pt x="132186" y="186967"/>
                  <a:pt x="138742" y="176443"/>
                  <a:pt x="141577" y="163577"/>
                </a:cubicBezTo>
                <a:lnTo>
                  <a:pt x="178381" y="163577"/>
                </a:lnTo>
                <a:lnTo>
                  <a:pt x="195042" y="177503"/>
                </a:lnTo>
                <a:cubicBezTo>
                  <a:pt x="194831" y="177503"/>
                  <a:pt x="194831" y="177485"/>
                  <a:pt x="195042" y="177467"/>
                </a:cubicBezTo>
                <a:cubicBezTo>
                  <a:pt x="195252" y="177448"/>
                  <a:pt x="195252" y="177458"/>
                  <a:pt x="195042" y="177503"/>
                </a:cubicBezTo>
                <a:lnTo>
                  <a:pt x="195160" y="177503"/>
                </a:lnTo>
                <a:lnTo>
                  <a:pt x="195042" y="177503"/>
                </a:lnTo>
                <a:lnTo>
                  <a:pt x="222702" y="157697"/>
                </a:lnTo>
                <a:lnTo>
                  <a:pt x="248470" y="177028"/>
                </a:lnTo>
                <a:lnTo>
                  <a:pt x="248314" y="177028"/>
                </a:lnTo>
                <a:lnTo>
                  <a:pt x="248470" y="177028"/>
                </a:lnTo>
                <a:lnTo>
                  <a:pt x="274283" y="153610"/>
                </a:lnTo>
                <a:lnTo>
                  <a:pt x="274402" y="153766"/>
                </a:lnTo>
                <a:lnTo>
                  <a:pt x="274283" y="153610"/>
                </a:lnTo>
                <a:lnTo>
                  <a:pt x="274402" y="153610"/>
                </a:lnTo>
                <a:lnTo>
                  <a:pt x="274283" y="153610"/>
                </a:lnTo>
                <a:lnTo>
                  <a:pt x="258912" y="138175"/>
                </a:lnTo>
                <a:lnTo>
                  <a:pt x="258912" y="138212"/>
                </a:lnTo>
                <a:lnTo>
                  <a:pt x="258912" y="138175"/>
                </a:lnTo>
                <a:lnTo>
                  <a:pt x="141604" y="138175"/>
                </a:lnTo>
                <a:cubicBezTo>
                  <a:pt x="139236" y="126233"/>
                  <a:pt x="132981" y="115937"/>
                  <a:pt x="122840" y="107277"/>
                </a:cubicBezTo>
                <a:cubicBezTo>
                  <a:pt x="112700" y="98627"/>
                  <a:pt x="101087" y="94302"/>
                  <a:pt x="88011" y="94302"/>
                </a:cubicBezTo>
                <a:cubicBezTo>
                  <a:pt x="72292" y="94302"/>
                  <a:pt x="58933" y="99798"/>
                  <a:pt x="47933" y="110798"/>
                </a:cubicBezTo>
                <a:cubicBezTo>
                  <a:pt x="36933" y="121798"/>
                  <a:pt x="31437" y="135157"/>
                  <a:pt x="31437" y="150876"/>
                </a:cubicBezTo>
                <a:cubicBezTo>
                  <a:pt x="31437" y="166595"/>
                  <a:pt x="36933" y="179954"/>
                  <a:pt x="47933" y="190954"/>
                </a:cubicBezTo>
                <a:cubicBezTo>
                  <a:pt x="58933" y="201954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84" name="圖示 稽核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328" y="276917"/>
                </a:moveTo>
                <a:cubicBezTo>
                  <a:pt x="146149" y="276707"/>
                  <a:pt x="144987" y="276432"/>
                  <a:pt x="143835" y="276076"/>
                </a:cubicBezTo>
                <a:cubicBezTo>
                  <a:pt x="114620" y="266182"/>
                  <a:pt x="91413" y="248296"/>
                  <a:pt x="74213" y="222419"/>
                </a:cubicBezTo>
                <a:cubicBezTo>
                  <a:pt x="57004" y="196559"/>
                  <a:pt x="48408" y="168304"/>
                  <a:pt x="48408" y="137645"/>
                </a:cubicBezTo>
                <a:lnTo>
                  <a:pt x="48408" y="76599"/>
                </a:lnTo>
                <a:cubicBezTo>
                  <a:pt x="48408" y="72009"/>
                  <a:pt x="49688" y="67867"/>
                  <a:pt x="52240" y="64154"/>
                </a:cubicBezTo>
                <a:cubicBezTo>
                  <a:pt x="54800" y="60442"/>
                  <a:pt x="58165" y="57790"/>
                  <a:pt x="62335" y="56199"/>
                </a:cubicBezTo>
                <a:lnTo>
                  <a:pt x="143396" y="25932"/>
                </a:lnTo>
                <a:cubicBezTo>
                  <a:pt x="145947" y="24991"/>
                  <a:pt x="148453" y="24515"/>
                  <a:pt x="150903" y="24515"/>
                </a:cubicBezTo>
                <a:cubicBezTo>
                  <a:pt x="153363" y="24515"/>
                  <a:pt x="155859" y="24991"/>
                  <a:pt x="158420" y="25932"/>
                </a:cubicBezTo>
                <a:lnTo>
                  <a:pt x="239481" y="56199"/>
                </a:lnTo>
                <a:cubicBezTo>
                  <a:pt x="243651" y="57818"/>
                  <a:pt x="247025" y="60469"/>
                  <a:pt x="249604" y="64154"/>
                </a:cubicBezTo>
                <a:cubicBezTo>
                  <a:pt x="252182" y="67867"/>
                  <a:pt x="253472" y="72009"/>
                  <a:pt x="253472" y="76599"/>
                </a:cubicBezTo>
                <a:lnTo>
                  <a:pt x="253472" y="137672"/>
                </a:lnTo>
                <a:cubicBezTo>
                  <a:pt x="253472" y="152842"/>
                  <a:pt x="251561" y="167783"/>
                  <a:pt x="247748" y="182496"/>
                </a:cubicBezTo>
                <a:cubicBezTo>
                  <a:pt x="243934" y="197209"/>
                  <a:pt x="237579" y="211007"/>
                  <a:pt x="228673" y="223891"/>
                </a:cubicBezTo>
                <a:cubicBezTo>
                  <a:pt x="226954" y="226159"/>
                  <a:pt x="224677" y="227457"/>
                  <a:pt x="221852" y="227795"/>
                </a:cubicBezTo>
                <a:cubicBezTo>
                  <a:pt x="219017" y="228125"/>
                  <a:pt x="216585" y="227347"/>
                  <a:pt x="214527" y="225464"/>
                </a:cubicBezTo>
                <a:lnTo>
                  <a:pt x="176717" y="189226"/>
                </a:lnTo>
                <a:cubicBezTo>
                  <a:pt x="172776" y="191420"/>
                  <a:pt x="168615" y="193240"/>
                  <a:pt x="164235" y="194657"/>
                </a:cubicBezTo>
                <a:cubicBezTo>
                  <a:pt x="159810" y="196066"/>
                  <a:pt x="155357" y="196770"/>
                  <a:pt x="150876" y="196770"/>
                </a:cubicBezTo>
                <a:cubicBezTo>
                  <a:pt x="137882" y="196770"/>
                  <a:pt x="126827" y="192262"/>
                  <a:pt x="117711" y="183255"/>
                </a:cubicBezTo>
                <a:cubicBezTo>
                  <a:pt x="108603" y="174239"/>
                  <a:pt x="104040" y="163184"/>
                  <a:pt x="104040" y="150090"/>
                </a:cubicBezTo>
                <a:cubicBezTo>
                  <a:pt x="104040" y="136995"/>
                  <a:pt x="108603" y="125885"/>
                  <a:pt x="117711" y="116769"/>
                </a:cubicBezTo>
                <a:cubicBezTo>
                  <a:pt x="126827" y="107652"/>
                  <a:pt x="137882" y="103099"/>
                  <a:pt x="150876" y="103099"/>
                </a:cubicBezTo>
                <a:cubicBezTo>
                  <a:pt x="163870" y="103099"/>
                  <a:pt x="174925" y="107652"/>
                  <a:pt x="184041" y="116769"/>
                </a:cubicBezTo>
                <a:cubicBezTo>
                  <a:pt x="193149" y="125885"/>
                  <a:pt x="197712" y="137050"/>
                  <a:pt x="197712" y="150245"/>
                </a:cubicBezTo>
                <a:cubicBezTo>
                  <a:pt x="197712" y="154607"/>
                  <a:pt x="197117" y="158950"/>
                  <a:pt x="195919" y="163294"/>
                </a:cubicBezTo>
                <a:cubicBezTo>
                  <a:pt x="194721" y="167628"/>
                  <a:pt x="192810" y="171541"/>
                  <a:pt x="190168" y="175016"/>
                </a:cubicBezTo>
                <a:lnTo>
                  <a:pt x="217069" y="200729"/>
                </a:lnTo>
                <a:cubicBezTo>
                  <a:pt x="222099" y="191823"/>
                  <a:pt x="225829" y="181902"/>
                  <a:pt x="228262" y="170965"/>
                </a:cubicBezTo>
                <a:cubicBezTo>
                  <a:pt x="230694" y="160047"/>
                  <a:pt x="231910" y="148947"/>
                  <a:pt x="231910" y="137672"/>
                </a:cubicBezTo>
                <a:lnTo>
                  <a:pt x="231910" y="75785"/>
                </a:lnTo>
                <a:lnTo>
                  <a:pt x="150876" y="46333"/>
                </a:lnTo>
                <a:lnTo>
                  <a:pt x="69814" y="75849"/>
                </a:lnTo>
                <a:lnTo>
                  <a:pt x="69814" y="137672"/>
                </a:lnTo>
                <a:cubicBezTo>
                  <a:pt x="69814" y="164939"/>
                  <a:pt x="77358" y="189509"/>
                  <a:pt x="92446" y="211382"/>
                </a:cubicBezTo>
                <a:cubicBezTo>
                  <a:pt x="107552" y="233263"/>
                  <a:pt x="127028" y="248305"/>
                  <a:pt x="150876" y="256517"/>
                </a:cubicBezTo>
                <a:cubicBezTo>
                  <a:pt x="155192" y="255410"/>
                  <a:pt x="160422" y="253124"/>
                  <a:pt x="166558" y="249668"/>
                </a:cubicBezTo>
                <a:cubicBezTo>
                  <a:pt x="172675" y="246211"/>
                  <a:pt x="178262" y="242554"/>
                  <a:pt x="183319" y="238695"/>
                </a:cubicBezTo>
                <a:cubicBezTo>
                  <a:pt x="185770" y="237022"/>
                  <a:pt x="188430" y="236327"/>
                  <a:pt x="191302" y="236628"/>
                </a:cubicBezTo>
                <a:cubicBezTo>
                  <a:pt x="194173" y="236921"/>
                  <a:pt x="196514" y="238311"/>
                  <a:pt x="198343" y="240807"/>
                </a:cubicBezTo>
                <a:cubicBezTo>
                  <a:pt x="200263" y="243294"/>
                  <a:pt x="200949" y="246074"/>
                  <a:pt x="200382" y="249137"/>
                </a:cubicBezTo>
                <a:cubicBezTo>
                  <a:pt x="199815" y="252192"/>
                  <a:pt x="198224" y="254615"/>
                  <a:pt x="195608" y="256398"/>
                </a:cubicBezTo>
                <a:cubicBezTo>
                  <a:pt x="189820" y="260750"/>
                  <a:pt x="183831" y="264490"/>
                  <a:pt x="177622" y="267617"/>
                </a:cubicBezTo>
                <a:cubicBezTo>
                  <a:pt x="171423" y="270736"/>
                  <a:pt x="164885" y="273588"/>
                  <a:pt x="158008" y="276167"/>
                </a:cubicBezTo>
                <a:cubicBezTo>
                  <a:pt x="156838" y="276478"/>
                  <a:pt x="155649" y="276743"/>
                  <a:pt x="154460" y="276953"/>
                </a:cubicBezTo>
                <a:cubicBezTo>
                  <a:pt x="153290" y="277164"/>
                  <a:pt x="152092" y="277264"/>
                  <a:pt x="150876" y="277264"/>
                </a:cubicBezTo>
                <a:cubicBezTo>
                  <a:pt x="149660" y="277264"/>
                  <a:pt x="148480" y="277164"/>
                  <a:pt x="147328" y="276953"/>
                </a:cubicBezTo>
                <a:close/>
                <a:moveTo>
                  <a:pt x="170078" y="169292"/>
                </a:moveTo>
                <a:cubicBezTo>
                  <a:pt x="175382" y="164098"/>
                  <a:pt x="178034" y="157697"/>
                  <a:pt x="178034" y="150090"/>
                </a:cubicBezTo>
                <a:cubicBezTo>
                  <a:pt x="178034" y="142482"/>
                  <a:pt x="175364" y="136026"/>
                  <a:pt x="170014" y="130732"/>
                </a:cubicBezTo>
                <a:cubicBezTo>
                  <a:pt x="164674" y="125428"/>
                  <a:pt x="158273" y="122776"/>
                  <a:pt x="150812" y="122776"/>
                </a:cubicBezTo>
                <a:cubicBezTo>
                  <a:pt x="143350" y="122776"/>
                  <a:pt x="136968" y="125428"/>
                  <a:pt x="131674" y="130732"/>
                </a:cubicBezTo>
                <a:cubicBezTo>
                  <a:pt x="126370" y="136026"/>
                  <a:pt x="123718" y="142482"/>
                  <a:pt x="123718" y="150090"/>
                </a:cubicBezTo>
                <a:cubicBezTo>
                  <a:pt x="123718" y="157697"/>
                  <a:pt x="126388" y="164098"/>
                  <a:pt x="131738" y="169292"/>
                </a:cubicBezTo>
                <a:cubicBezTo>
                  <a:pt x="137078" y="174495"/>
                  <a:pt x="143479" y="177092"/>
                  <a:pt x="150940" y="177092"/>
                </a:cubicBezTo>
                <a:cubicBezTo>
                  <a:pt x="158402" y="177092"/>
                  <a:pt x="164784" y="174495"/>
                  <a:pt x="170078" y="169292"/>
                </a:cubicBezTo>
                <a:close/>
                <a:moveTo>
                  <a:pt x="152010" y="15264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86" name="圖示 交換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4063" y="201643"/>
                </a:moveTo>
                <a:lnTo>
                  <a:pt x="93232" y="230813"/>
                </a:lnTo>
                <a:cubicBezTo>
                  <a:pt x="95363" y="232989"/>
                  <a:pt x="96433" y="235504"/>
                  <a:pt x="96433" y="238357"/>
                </a:cubicBezTo>
                <a:cubicBezTo>
                  <a:pt x="96433" y="241200"/>
                  <a:pt x="95363" y="243697"/>
                  <a:pt x="93232" y="245836"/>
                </a:cubicBezTo>
                <a:cubicBezTo>
                  <a:pt x="91129" y="248013"/>
                  <a:pt x="88642" y="249101"/>
                  <a:pt x="85752" y="249101"/>
                </a:cubicBezTo>
                <a:cubicBezTo>
                  <a:pt x="82854" y="249101"/>
                  <a:pt x="80339" y="248031"/>
                  <a:pt x="78209" y="245900"/>
                </a:cubicBezTo>
                <a:lnTo>
                  <a:pt x="30742" y="198434"/>
                </a:lnTo>
                <a:cubicBezTo>
                  <a:pt x="29590" y="197282"/>
                  <a:pt x="28749" y="196093"/>
                  <a:pt x="28228" y="194886"/>
                </a:cubicBezTo>
                <a:cubicBezTo>
                  <a:pt x="27706" y="193670"/>
                  <a:pt x="27441" y="192335"/>
                  <a:pt x="27441" y="190890"/>
                </a:cubicBezTo>
                <a:cubicBezTo>
                  <a:pt x="27441" y="189445"/>
                  <a:pt x="27706" y="188110"/>
                  <a:pt x="28228" y="186894"/>
                </a:cubicBezTo>
                <a:cubicBezTo>
                  <a:pt x="28749" y="185678"/>
                  <a:pt x="29590" y="184498"/>
                  <a:pt x="30742" y="183346"/>
                </a:cubicBezTo>
                <a:lnTo>
                  <a:pt x="78209" y="135880"/>
                </a:lnTo>
                <a:cubicBezTo>
                  <a:pt x="80339" y="133786"/>
                  <a:pt x="82854" y="132725"/>
                  <a:pt x="85752" y="132707"/>
                </a:cubicBezTo>
                <a:cubicBezTo>
                  <a:pt x="88642" y="132689"/>
                  <a:pt x="91129" y="133749"/>
                  <a:pt x="93232" y="135880"/>
                </a:cubicBezTo>
                <a:cubicBezTo>
                  <a:pt x="95363" y="138020"/>
                  <a:pt x="96433" y="140534"/>
                  <a:pt x="96433" y="143424"/>
                </a:cubicBezTo>
                <a:cubicBezTo>
                  <a:pt x="96433" y="146322"/>
                  <a:pt x="95363" y="148809"/>
                  <a:pt x="93232" y="150903"/>
                </a:cubicBezTo>
                <a:lnTo>
                  <a:pt x="64063" y="180173"/>
                </a:lnTo>
                <a:lnTo>
                  <a:pt x="149678" y="180173"/>
                </a:lnTo>
                <a:cubicBezTo>
                  <a:pt x="152760" y="180173"/>
                  <a:pt x="155329" y="181188"/>
                  <a:pt x="157387" y="183218"/>
                </a:cubicBezTo>
                <a:cubicBezTo>
                  <a:pt x="159435" y="185248"/>
                  <a:pt x="160459" y="187818"/>
                  <a:pt x="160459" y="190918"/>
                </a:cubicBezTo>
                <a:cubicBezTo>
                  <a:pt x="160459" y="194027"/>
                  <a:pt x="159435" y="196587"/>
                  <a:pt x="157387" y="198626"/>
                </a:cubicBezTo>
                <a:cubicBezTo>
                  <a:pt x="155329" y="200656"/>
                  <a:pt x="152760" y="201671"/>
                  <a:pt x="149678" y="201671"/>
                </a:cubicBezTo>
                <a:lnTo>
                  <a:pt x="64063" y="201671"/>
                </a:lnTo>
                <a:close/>
                <a:moveTo>
                  <a:pt x="237753" y="121579"/>
                </a:moveTo>
                <a:lnTo>
                  <a:pt x="152074" y="121579"/>
                </a:lnTo>
                <a:cubicBezTo>
                  <a:pt x="148992" y="121579"/>
                  <a:pt x="146432" y="120564"/>
                  <a:pt x="144402" y="118534"/>
                </a:cubicBezTo>
                <a:cubicBezTo>
                  <a:pt x="142372" y="116504"/>
                  <a:pt x="141348" y="113934"/>
                  <a:pt x="141348" y="110834"/>
                </a:cubicBezTo>
                <a:cubicBezTo>
                  <a:pt x="141348" y="107725"/>
                  <a:pt x="142372" y="105165"/>
                  <a:pt x="144402" y="103126"/>
                </a:cubicBezTo>
                <a:cubicBezTo>
                  <a:pt x="146432" y="101096"/>
                  <a:pt x="148992" y="100081"/>
                  <a:pt x="152074" y="100081"/>
                </a:cubicBezTo>
                <a:lnTo>
                  <a:pt x="237753" y="100081"/>
                </a:lnTo>
                <a:lnTo>
                  <a:pt x="208492" y="70820"/>
                </a:lnTo>
                <a:cubicBezTo>
                  <a:pt x="206353" y="68681"/>
                  <a:pt x="205283" y="66184"/>
                  <a:pt x="205283" y="63340"/>
                </a:cubicBezTo>
                <a:cubicBezTo>
                  <a:pt x="205283" y="60488"/>
                  <a:pt x="206353" y="57973"/>
                  <a:pt x="208492" y="55797"/>
                </a:cubicBezTo>
                <a:cubicBezTo>
                  <a:pt x="210586" y="53657"/>
                  <a:pt x="213083" y="52587"/>
                  <a:pt x="215972" y="52587"/>
                </a:cubicBezTo>
                <a:cubicBezTo>
                  <a:pt x="218862" y="52587"/>
                  <a:pt x="221376" y="53657"/>
                  <a:pt x="223516" y="55797"/>
                </a:cubicBezTo>
                <a:lnTo>
                  <a:pt x="270982" y="103254"/>
                </a:lnTo>
                <a:cubicBezTo>
                  <a:pt x="272135" y="104406"/>
                  <a:pt x="272967" y="105595"/>
                  <a:pt x="273497" y="106811"/>
                </a:cubicBezTo>
                <a:cubicBezTo>
                  <a:pt x="274018" y="108027"/>
                  <a:pt x="274283" y="109353"/>
                  <a:pt x="274283" y="110798"/>
                </a:cubicBezTo>
                <a:cubicBezTo>
                  <a:pt x="274283" y="112243"/>
                  <a:pt x="274018" y="113578"/>
                  <a:pt x="273497" y="114794"/>
                </a:cubicBezTo>
                <a:cubicBezTo>
                  <a:pt x="272967" y="116010"/>
                  <a:pt x="272135" y="117190"/>
                  <a:pt x="270982" y="118342"/>
                </a:cubicBezTo>
                <a:lnTo>
                  <a:pt x="223516" y="165744"/>
                </a:lnTo>
                <a:cubicBezTo>
                  <a:pt x="221376" y="167884"/>
                  <a:pt x="218862" y="168963"/>
                  <a:pt x="215972" y="168981"/>
                </a:cubicBezTo>
                <a:cubicBezTo>
                  <a:pt x="213083" y="168999"/>
                  <a:pt x="210586" y="167920"/>
                  <a:pt x="208492" y="165744"/>
                </a:cubicBezTo>
                <a:cubicBezTo>
                  <a:pt x="206353" y="163650"/>
                  <a:pt x="205283" y="161154"/>
                  <a:pt x="205283" y="158264"/>
                </a:cubicBezTo>
                <a:cubicBezTo>
                  <a:pt x="205283" y="155375"/>
                  <a:pt x="206353" y="152860"/>
                  <a:pt x="208492" y="150721"/>
                </a:cubicBezTo>
                <a:lnTo>
                  <a:pt x="237753" y="12155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88" name="圖示 同步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345" y="151818"/>
                </a:moveTo>
                <a:cubicBezTo>
                  <a:pt x="70345" y="164811"/>
                  <a:pt x="72768" y="176095"/>
                  <a:pt x="77605" y="185669"/>
                </a:cubicBezTo>
                <a:cubicBezTo>
                  <a:pt x="82451" y="195252"/>
                  <a:pt x="89017" y="203545"/>
                  <a:pt x="97320" y="210568"/>
                </a:cubicBezTo>
                <a:lnTo>
                  <a:pt x="106308" y="216731"/>
                </a:lnTo>
                <a:lnTo>
                  <a:pt x="106308" y="188970"/>
                </a:lnTo>
                <a:cubicBezTo>
                  <a:pt x="106308" y="186144"/>
                  <a:pt x="107223" y="183804"/>
                  <a:pt x="109070" y="181966"/>
                </a:cubicBezTo>
                <a:cubicBezTo>
                  <a:pt x="110935" y="180100"/>
                  <a:pt x="113294" y="179168"/>
                  <a:pt x="116147" y="179168"/>
                </a:cubicBezTo>
                <a:cubicBezTo>
                  <a:pt x="118991" y="179168"/>
                  <a:pt x="121350" y="180100"/>
                  <a:pt x="123215" y="181966"/>
                </a:cubicBezTo>
                <a:cubicBezTo>
                  <a:pt x="125081" y="183831"/>
                  <a:pt x="126013" y="186163"/>
                  <a:pt x="126013" y="188970"/>
                </a:cubicBezTo>
                <a:lnTo>
                  <a:pt x="126013" y="241877"/>
                </a:lnTo>
                <a:cubicBezTo>
                  <a:pt x="126013" y="244949"/>
                  <a:pt x="124998" y="247510"/>
                  <a:pt x="122969" y="249540"/>
                </a:cubicBezTo>
                <a:cubicBezTo>
                  <a:pt x="120929" y="251579"/>
                  <a:pt x="118378" y="252594"/>
                  <a:pt x="115297" y="252594"/>
                </a:cubicBezTo>
                <a:lnTo>
                  <a:pt x="62454" y="252594"/>
                </a:lnTo>
                <a:cubicBezTo>
                  <a:pt x="59628" y="252594"/>
                  <a:pt x="57287" y="251652"/>
                  <a:pt x="55449" y="249759"/>
                </a:cubicBezTo>
                <a:cubicBezTo>
                  <a:pt x="53584" y="247876"/>
                  <a:pt x="52651" y="245516"/>
                  <a:pt x="52651" y="242691"/>
                </a:cubicBezTo>
                <a:cubicBezTo>
                  <a:pt x="52651" y="239865"/>
                  <a:pt x="53584" y="237525"/>
                  <a:pt x="55449" y="235677"/>
                </a:cubicBezTo>
                <a:cubicBezTo>
                  <a:pt x="57315" y="233812"/>
                  <a:pt x="59683" y="232879"/>
                  <a:pt x="62554" y="232879"/>
                </a:cubicBezTo>
                <a:lnTo>
                  <a:pt x="91659" y="232879"/>
                </a:lnTo>
                <a:lnTo>
                  <a:pt x="87700" y="229642"/>
                </a:lnTo>
                <a:cubicBezTo>
                  <a:pt x="74240" y="218706"/>
                  <a:pt x="64419" y="206920"/>
                  <a:pt x="58211" y="194283"/>
                </a:cubicBezTo>
                <a:cubicBezTo>
                  <a:pt x="52011" y="181627"/>
                  <a:pt x="48911" y="167472"/>
                  <a:pt x="48911" y="151818"/>
                </a:cubicBezTo>
                <a:cubicBezTo>
                  <a:pt x="48911" y="131719"/>
                  <a:pt x="54251" y="113413"/>
                  <a:pt x="64941" y="96872"/>
                </a:cubicBezTo>
                <a:cubicBezTo>
                  <a:pt x="75648" y="80339"/>
                  <a:pt x="89922" y="67848"/>
                  <a:pt x="107753" y="59409"/>
                </a:cubicBezTo>
                <a:cubicBezTo>
                  <a:pt x="110304" y="58256"/>
                  <a:pt x="112727" y="58330"/>
                  <a:pt x="115013" y="59628"/>
                </a:cubicBezTo>
                <a:cubicBezTo>
                  <a:pt x="117318" y="60926"/>
                  <a:pt x="118909" y="62911"/>
                  <a:pt x="119786" y="65572"/>
                </a:cubicBezTo>
                <a:cubicBezTo>
                  <a:pt x="120838" y="68233"/>
                  <a:pt x="120756" y="70903"/>
                  <a:pt x="119540" y="73582"/>
                </a:cubicBezTo>
                <a:cubicBezTo>
                  <a:pt x="118323" y="76270"/>
                  <a:pt x="116440" y="78309"/>
                  <a:pt x="113879" y="79717"/>
                </a:cubicBezTo>
                <a:cubicBezTo>
                  <a:pt x="100675" y="86731"/>
                  <a:pt x="90123" y="96698"/>
                  <a:pt x="82232" y="109609"/>
                </a:cubicBezTo>
                <a:cubicBezTo>
                  <a:pt x="74304" y="122493"/>
                  <a:pt x="70345" y="136566"/>
                  <a:pt x="70345" y="151818"/>
                </a:cubicBezTo>
                <a:close/>
                <a:moveTo>
                  <a:pt x="231371" y="149934"/>
                </a:moveTo>
                <a:cubicBezTo>
                  <a:pt x="231371" y="140086"/>
                  <a:pt x="228929" y="130055"/>
                  <a:pt x="224055" y="119850"/>
                </a:cubicBezTo>
                <a:cubicBezTo>
                  <a:pt x="219173" y="109646"/>
                  <a:pt x="212854" y="100611"/>
                  <a:pt x="205100" y="92757"/>
                </a:cubicBezTo>
                <a:lnTo>
                  <a:pt x="196422" y="85021"/>
                </a:lnTo>
                <a:lnTo>
                  <a:pt x="196422" y="112782"/>
                </a:lnTo>
                <a:cubicBezTo>
                  <a:pt x="196422" y="115608"/>
                  <a:pt x="195480" y="117948"/>
                  <a:pt x="193597" y="119786"/>
                </a:cubicBezTo>
                <a:cubicBezTo>
                  <a:pt x="191704" y="121652"/>
                  <a:pt x="189354" y="122584"/>
                  <a:pt x="186519" y="122584"/>
                </a:cubicBezTo>
                <a:cubicBezTo>
                  <a:pt x="183694" y="122584"/>
                  <a:pt x="181335" y="121643"/>
                  <a:pt x="179451" y="119759"/>
                </a:cubicBezTo>
                <a:cubicBezTo>
                  <a:pt x="177558" y="117875"/>
                  <a:pt x="176616" y="115525"/>
                  <a:pt x="176616" y="112718"/>
                </a:cubicBezTo>
                <a:lnTo>
                  <a:pt x="176616" y="59875"/>
                </a:lnTo>
                <a:cubicBezTo>
                  <a:pt x="176616" y="56803"/>
                  <a:pt x="177631" y="54242"/>
                  <a:pt x="179670" y="52212"/>
                </a:cubicBezTo>
                <a:cubicBezTo>
                  <a:pt x="181700" y="50173"/>
                  <a:pt x="184279" y="49158"/>
                  <a:pt x="187397" y="49158"/>
                </a:cubicBezTo>
                <a:lnTo>
                  <a:pt x="240149" y="49158"/>
                </a:lnTo>
                <a:cubicBezTo>
                  <a:pt x="242974" y="49158"/>
                  <a:pt x="245324" y="50091"/>
                  <a:pt x="247190" y="51956"/>
                </a:cubicBezTo>
                <a:cubicBezTo>
                  <a:pt x="249073" y="53822"/>
                  <a:pt x="250015" y="56162"/>
                  <a:pt x="250015" y="58970"/>
                </a:cubicBezTo>
                <a:cubicBezTo>
                  <a:pt x="250015" y="61777"/>
                  <a:pt x="249073" y="64136"/>
                  <a:pt x="247190" y="66038"/>
                </a:cubicBezTo>
                <a:cubicBezTo>
                  <a:pt x="245297" y="67922"/>
                  <a:pt x="242956" y="68873"/>
                  <a:pt x="240149" y="68873"/>
                </a:cubicBezTo>
                <a:lnTo>
                  <a:pt x="210751" y="68873"/>
                </a:lnTo>
                <a:lnTo>
                  <a:pt x="214774" y="72731"/>
                </a:lnTo>
                <a:cubicBezTo>
                  <a:pt x="227457" y="84573"/>
                  <a:pt x="236967" y="97274"/>
                  <a:pt x="243322" y="110834"/>
                </a:cubicBezTo>
                <a:cubicBezTo>
                  <a:pt x="249686" y="124386"/>
                  <a:pt x="252877" y="137425"/>
                  <a:pt x="252877" y="149934"/>
                </a:cubicBezTo>
                <a:cubicBezTo>
                  <a:pt x="252877" y="169822"/>
                  <a:pt x="247702" y="187927"/>
                  <a:pt x="237351" y="204250"/>
                </a:cubicBezTo>
                <a:cubicBezTo>
                  <a:pt x="226991" y="220572"/>
                  <a:pt x="213083" y="233163"/>
                  <a:pt x="195608" y="242033"/>
                </a:cubicBezTo>
                <a:cubicBezTo>
                  <a:pt x="193048" y="243395"/>
                  <a:pt x="190470" y="243477"/>
                  <a:pt x="187873" y="242279"/>
                </a:cubicBezTo>
                <a:cubicBezTo>
                  <a:pt x="185248" y="241091"/>
                  <a:pt x="183419" y="239052"/>
                  <a:pt x="182368" y="236180"/>
                </a:cubicBezTo>
                <a:cubicBezTo>
                  <a:pt x="181280" y="233519"/>
                  <a:pt x="181344" y="230849"/>
                  <a:pt x="182560" y="228170"/>
                </a:cubicBezTo>
                <a:cubicBezTo>
                  <a:pt x="183776" y="225482"/>
                  <a:pt x="185696" y="223443"/>
                  <a:pt x="188312" y="222035"/>
                </a:cubicBezTo>
                <a:cubicBezTo>
                  <a:pt x="201643" y="215231"/>
                  <a:pt x="212150" y="205319"/>
                  <a:pt x="219840" y="192307"/>
                </a:cubicBezTo>
                <a:cubicBezTo>
                  <a:pt x="227548" y="179314"/>
                  <a:pt x="231407" y="165186"/>
                  <a:pt x="231407" y="14993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190" name="圖示 循環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436" y="151351"/>
                </a:moveTo>
                <a:cubicBezTo>
                  <a:pt x="70436" y="155494"/>
                  <a:pt x="70701" y="159499"/>
                  <a:pt x="71223" y="163358"/>
                </a:cubicBezTo>
                <a:cubicBezTo>
                  <a:pt x="71753" y="167207"/>
                  <a:pt x="72484" y="170901"/>
                  <a:pt x="73426" y="174422"/>
                </a:cubicBezTo>
                <a:cubicBezTo>
                  <a:pt x="74158" y="177293"/>
                  <a:pt x="74021" y="180164"/>
                  <a:pt x="73015" y="183035"/>
                </a:cubicBezTo>
                <a:cubicBezTo>
                  <a:pt x="72036" y="185907"/>
                  <a:pt x="70235" y="187991"/>
                  <a:pt x="67611" y="189290"/>
                </a:cubicBezTo>
                <a:cubicBezTo>
                  <a:pt x="65014" y="190588"/>
                  <a:pt x="62335" y="190680"/>
                  <a:pt x="59564" y="189573"/>
                </a:cubicBezTo>
                <a:cubicBezTo>
                  <a:pt x="56803" y="188476"/>
                  <a:pt x="54955" y="186629"/>
                  <a:pt x="54032" y="184005"/>
                </a:cubicBezTo>
                <a:cubicBezTo>
                  <a:pt x="52249" y="178619"/>
                  <a:pt x="50969" y="173251"/>
                  <a:pt x="50201" y="167911"/>
                </a:cubicBezTo>
                <a:cubicBezTo>
                  <a:pt x="49423" y="162589"/>
                  <a:pt x="49039" y="157076"/>
                  <a:pt x="49039" y="151379"/>
                </a:cubicBezTo>
                <a:cubicBezTo>
                  <a:pt x="49039" y="123737"/>
                  <a:pt x="59015" y="99871"/>
                  <a:pt x="78986" y="79772"/>
                </a:cubicBezTo>
                <a:cubicBezTo>
                  <a:pt x="98956" y="59701"/>
                  <a:pt x="122758" y="49661"/>
                  <a:pt x="150373" y="49661"/>
                </a:cubicBezTo>
                <a:lnTo>
                  <a:pt x="163888" y="49661"/>
                </a:lnTo>
                <a:lnTo>
                  <a:pt x="145847" y="31620"/>
                </a:lnTo>
                <a:cubicBezTo>
                  <a:pt x="144064" y="29837"/>
                  <a:pt x="143177" y="27752"/>
                  <a:pt x="143177" y="25365"/>
                </a:cubicBezTo>
                <a:cubicBezTo>
                  <a:pt x="143177" y="22961"/>
                  <a:pt x="144091" y="20857"/>
                  <a:pt x="145911" y="19084"/>
                </a:cubicBezTo>
                <a:cubicBezTo>
                  <a:pt x="147694" y="17300"/>
                  <a:pt x="149843" y="16404"/>
                  <a:pt x="152357" y="16404"/>
                </a:cubicBezTo>
                <a:cubicBezTo>
                  <a:pt x="154872" y="16404"/>
                  <a:pt x="157012" y="17300"/>
                  <a:pt x="158795" y="19084"/>
                </a:cubicBezTo>
                <a:lnTo>
                  <a:pt x="192838" y="52807"/>
                </a:lnTo>
                <a:cubicBezTo>
                  <a:pt x="194978" y="54946"/>
                  <a:pt x="196047" y="57470"/>
                  <a:pt x="196047" y="60378"/>
                </a:cubicBezTo>
                <a:cubicBezTo>
                  <a:pt x="196047" y="63295"/>
                  <a:pt x="194978" y="65819"/>
                  <a:pt x="192838" y="67958"/>
                </a:cubicBezTo>
                <a:lnTo>
                  <a:pt x="159078" y="101654"/>
                </a:lnTo>
                <a:cubicBezTo>
                  <a:pt x="157295" y="103437"/>
                  <a:pt x="155101" y="104324"/>
                  <a:pt x="152476" y="104324"/>
                </a:cubicBezTo>
                <a:cubicBezTo>
                  <a:pt x="149861" y="104324"/>
                  <a:pt x="147657" y="103437"/>
                  <a:pt x="145874" y="101654"/>
                </a:cubicBezTo>
                <a:cubicBezTo>
                  <a:pt x="144055" y="99871"/>
                  <a:pt x="143158" y="97658"/>
                  <a:pt x="143177" y="95024"/>
                </a:cubicBezTo>
                <a:cubicBezTo>
                  <a:pt x="143195" y="92382"/>
                  <a:pt x="144100" y="90169"/>
                  <a:pt x="145874" y="88386"/>
                </a:cubicBezTo>
                <a:lnTo>
                  <a:pt x="163230" y="71040"/>
                </a:lnTo>
                <a:lnTo>
                  <a:pt x="150501" y="71040"/>
                </a:lnTo>
                <a:cubicBezTo>
                  <a:pt x="128583" y="71040"/>
                  <a:pt x="109755" y="78931"/>
                  <a:pt x="94019" y="94704"/>
                </a:cubicBezTo>
                <a:cubicBezTo>
                  <a:pt x="78282" y="110487"/>
                  <a:pt x="70409" y="129369"/>
                  <a:pt x="70409" y="151351"/>
                </a:cubicBezTo>
                <a:close/>
                <a:moveTo>
                  <a:pt x="231343" y="151251"/>
                </a:moveTo>
                <a:cubicBezTo>
                  <a:pt x="231343" y="147164"/>
                  <a:pt x="231096" y="143186"/>
                  <a:pt x="230593" y="139309"/>
                </a:cubicBezTo>
                <a:cubicBezTo>
                  <a:pt x="230090" y="135432"/>
                  <a:pt x="229341" y="131664"/>
                  <a:pt x="228353" y="127998"/>
                </a:cubicBezTo>
                <a:cubicBezTo>
                  <a:pt x="227475" y="125126"/>
                  <a:pt x="227521" y="122255"/>
                  <a:pt x="228481" y="119384"/>
                </a:cubicBezTo>
                <a:cubicBezTo>
                  <a:pt x="229450" y="116513"/>
                  <a:pt x="231243" y="114428"/>
                  <a:pt x="233858" y="113130"/>
                </a:cubicBezTo>
                <a:cubicBezTo>
                  <a:pt x="236418" y="111822"/>
                  <a:pt x="239024" y="111712"/>
                  <a:pt x="241685" y="112782"/>
                </a:cubicBezTo>
                <a:cubicBezTo>
                  <a:pt x="244346" y="113852"/>
                  <a:pt x="246166" y="115662"/>
                  <a:pt x="247153" y="118214"/>
                </a:cubicBezTo>
                <a:cubicBezTo>
                  <a:pt x="249147" y="123663"/>
                  <a:pt x="250582" y="129113"/>
                  <a:pt x="251460" y="134563"/>
                </a:cubicBezTo>
                <a:cubicBezTo>
                  <a:pt x="252338" y="140031"/>
                  <a:pt x="252777" y="145582"/>
                  <a:pt x="252777" y="151223"/>
                </a:cubicBezTo>
                <a:cubicBezTo>
                  <a:pt x="252777" y="178921"/>
                  <a:pt x="242791" y="202823"/>
                  <a:pt x="222821" y="222922"/>
                </a:cubicBezTo>
                <a:cubicBezTo>
                  <a:pt x="202850" y="243011"/>
                  <a:pt x="179094" y="253060"/>
                  <a:pt x="151534" y="253060"/>
                </a:cubicBezTo>
                <a:lnTo>
                  <a:pt x="137325" y="253060"/>
                </a:lnTo>
                <a:lnTo>
                  <a:pt x="155311" y="271046"/>
                </a:lnTo>
                <a:cubicBezTo>
                  <a:pt x="157130" y="272820"/>
                  <a:pt x="158036" y="274905"/>
                  <a:pt x="158008" y="277301"/>
                </a:cubicBezTo>
                <a:cubicBezTo>
                  <a:pt x="157990" y="279706"/>
                  <a:pt x="157085" y="281800"/>
                  <a:pt x="155311" y="283583"/>
                </a:cubicBezTo>
                <a:cubicBezTo>
                  <a:pt x="153482" y="285366"/>
                  <a:pt x="151324" y="286253"/>
                  <a:pt x="148837" y="286253"/>
                </a:cubicBezTo>
                <a:cubicBezTo>
                  <a:pt x="146341" y="286253"/>
                  <a:pt x="144210" y="285366"/>
                  <a:pt x="142454" y="283583"/>
                </a:cubicBezTo>
                <a:lnTo>
                  <a:pt x="108320" y="249924"/>
                </a:lnTo>
                <a:cubicBezTo>
                  <a:pt x="106180" y="247784"/>
                  <a:pt x="105110" y="245270"/>
                  <a:pt x="105110" y="242380"/>
                </a:cubicBezTo>
                <a:cubicBezTo>
                  <a:pt x="105110" y="239481"/>
                  <a:pt x="106180" y="236967"/>
                  <a:pt x="108320" y="234836"/>
                </a:cubicBezTo>
                <a:lnTo>
                  <a:pt x="142418" y="200793"/>
                </a:lnTo>
                <a:cubicBezTo>
                  <a:pt x="144137" y="199010"/>
                  <a:pt x="146258" y="198105"/>
                  <a:pt x="148773" y="198086"/>
                </a:cubicBezTo>
                <a:cubicBezTo>
                  <a:pt x="151287" y="198068"/>
                  <a:pt x="153445" y="198955"/>
                  <a:pt x="155247" y="200757"/>
                </a:cubicBezTo>
                <a:cubicBezTo>
                  <a:pt x="157048" y="202558"/>
                  <a:pt x="157944" y="204698"/>
                  <a:pt x="157944" y="207176"/>
                </a:cubicBezTo>
                <a:cubicBezTo>
                  <a:pt x="157944" y="209663"/>
                  <a:pt x="157057" y="211793"/>
                  <a:pt x="155274" y="213549"/>
                </a:cubicBezTo>
                <a:lnTo>
                  <a:pt x="137233" y="231590"/>
                </a:lnTo>
                <a:lnTo>
                  <a:pt x="151223" y="231590"/>
                </a:lnTo>
                <a:cubicBezTo>
                  <a:pt x="173142" y="231590"/>
                  <a:pt x="191969" y="223708"/>
                  <a:pt x="207706" y="207925"/>
                </a:cubicBezTo>
                <a:cubicBezTo>
                  <a:pt x="223443" y="192143"/>
                  <a:pt x="231316" y="173242"/>
                  <a:pt x="231316" y="15122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92" name="圖示 路徑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588" y="250427"/>
                </a:moveTo>
                <a:cubicBezTo>
                  <a:pt x="64758" y="240515"/>
                  <a:pt x="59847" y="228527"/>
                  <a:pt x="59847" y="214463"/>
                </a:cubicBezTo>
                <a:lnTo>
                  <a:pt x="59847" y="106427"/>
                </a:lnTo>
                <a:cubicBezTo>
                  <a:pt x="52468" y="103538"/>
                  <a:pt x="46433" y="99075"/>
                  <a:pt x="41742" y="93040"/>
                </a:cubicBezTo>
                <a:cubicBezTo>
                  <a:pt x="37051" y="87005"/>
                  <a:pt x="34701" y="80120"/>
                  <a:pt x="34701" y="72393"/>
                </a:cubicBezTo>
                <a:cubicBezTo>
                  <a:pt x="34701" y="62335"/>
                  <a:pt x="38231" y="53822"/>
                  <a:pt x="45290" y="46863"/>
                </a:cubicBezTo>
                <a:cubicBezTo>
                  <a:pt x="52359" y="39904"/>
                  <a:pt x="60835" y="36430"/>
                  <a:pt x="70720" y="36430"/>
                </a:cubicBezTo>
                <a:cubicBezTo>
                  <a:pt x="80614" y="36430"/>
                  <a:pt x="89035" y="39923"/>
                  <a:pt x="95994" y="46900"/>
                </a:cubicBezTo>
                <a:cubicBezTo>
                  <a:pt x="102952" y="53876"/>
                  <a:pt x="106427" y="62353"/>
                  <a:pt x="106427" y="72329"/>
                </a:cubicBezTo>
                <a:cubicBezTo>
                  <a:pt x="106427" y="79992"/>
                  <a:pt x="104086" y="86868"/>
                  <a:pt x="99386" y="92949"/>
                </a:cubicBezTo>
                <a:cubicBezTo>
                  <a:pt x="94695" y="99048"/>
                  <a:pt x="88660" y="103528"/>
                  <a:pt x="81281" y="106400"/>
                </a:cubicBezTo>
                <a:lnTo>
                  <a:pt x="81281" y="214463"/>
                </a:lnTo>
                <a:cubicBezTo>
                  <a:pt x="81281" y="222574"/>
                  <a:pt x="84116" y="229496"/>
                  <a:pt x="89776" y="235239"/>
                </a:cubicBezTo>
                <a:cubicBezTo>
                  <a:pt x="95427" y="240981"/>
                  <a:pt x="102477" y="243852"/>
                  <a:pt x="110926" y="243852"/>
                </a:cubicBezTo>
                <a:cubicBezTo>
                  <a:pt x="119311" y="243852"/>
                  <a:pt x="126279" y="240972"/>
                  <a:pt x="131829" y="235211"/>
                </a:cubicBezTo>
                <a:cubicBezTo>
                  <a:pt x="137379" y="229450"/>
                  <a:pt x="140159" y="222528"/>
                  <a:pt x="140159" y="214463"/>
                </a:cubicBezTo>
                <a:lnTo>
                  <a:pt x="140159" y="87225"/>
                </a:lnTo>
                <a:cubicBezTo>
                  <a:pt x="140159" y="72951"/>
                  <a:pt x="145060" y="60917"/>
                  <a:pt x="154872" y="51106"/>
                </a:cubicBezTo>
                <a:cubicBezTo>
                  <a:pt x="164674" y="41303"/>
                  <a:pt x="176726" y="36402"/>
                  <a:pt x="191018" y="36402"/>
                </a:cubicBezTo>
                <a:cubicBezTo>
                  <a:pt x="205310" y="36402"/>
                  <a:pt x="217362" y="41303"/>
                  <a:pt x="227192" y="51106"/>
                </a:cubicBezTo>
                <a:cubicBezTo>
                  <a:pt x="237022" y="60917"/>
                  <a:pt x="241932" y="72951"/>
                  <a:pt x="241932" y="87225"/>
                </a:cubicBezTo>
                <a:lnTo>
                  <a:pt x="241932" y="195261"/>
                </a:lnTo>
                <a:cubicBezTo>
                  <a:pt x="249275" y="198132"/>
                  <a:pt x="255291" y="202594"/>
                  <a:pt x="260010" y="208648"/>
                </a:cubicBezTo>
                <a:cubicBezTo>
                  <a:pt x="264728" y="214701"/>
                  <a:pt x="267078" y="221614"/>
                  <a:pt x="267078" y="229359"/>
                </a:cubicBezTo>
                <a:cubicBezTo>
                  <a:pt x="267078" y="239170"/>
                  <a:pt x="263594" y="247601"/>
                  <a:pt x="256617" y="254670"/>
                </a:cubicBezTo>
                <a:cubicBezTo>
                  <a:pt x="249640" y="261729"/>
                  <a:pt x="241164" y="265258"/>
                  <a:pt x="231188" y="265258"/>
                </a:cubicBezTo>
                <a:cubicBezTo>
                  <a:pt x="221376" y="265258"/>
                  <a:pt x="212945" y="261720"/>
                  <a:pt x="205886" y="254633"/>
                </a:cubicBezTo>
                <a:cubicBezTo>
                  <a:pt x="198818" y="247556"/>
                  <a:pt x="195298" y="239161"/>
                  <a:pt x="195325" y="229460"/>
                </a:cubicBezTo>
                <a:cubicBezTo>
                  <a:pt x="195325" y="221724"/>
                  <a:pt x="197666" y="214774"/>
                  <a:pt x="202366" y="208620"/>
                </a:cubicBezTo>
                <a:cubicBezTo>
                  <a:pt x="207057" y="202457"/>
                  <a:pt x="213092" y="198022"/>
                  <a:pt x="220471" y="195325"/>
                </a:cubicBezTo>
                <a:lnTo>
                  <a:pt x="220471" y="87289"/>
                </a:lnTo>
                <a:cubicBezTo>
                  <a:pt x="220471" y="79013"/>
                  <a:pt x="217636" y="72046"/>
                  <a:pt x="211976" y="66385"/>
                </a:cubicBezTo>
                <a:cubicBezTo>
                  <a:pt x="206325" y="60725"/>
                  <a:pt x="199330" y="57900"/>
                  <a:pt x="191018" y="57900"/>
                </a:cubicBezTo>
                <a:cubicBezTo>
                  <a:pt x="182697" y="57900"/>
                  <a:pt x="175711" y="60725"/>
                  <a:pt x="170051" y="66385"/>
                </a:cubicBezTo>
                <a:cubicBezTo>
                  <a:pt x="164391" y="72046"/>
                  <a:pt x="161565" y="79004"/>
                  <a:pt x="161565" y="87261"/>
                </a:cubicBezTo>
                <a:lnTo>
                  <a:pt x="161565" y="214500"/>
                </a:lnTo>
                <a:cubicBezTo>
                  <a:pt x="161565" y="228536"/>
                  <a:pt x="156655" y="240524"/>
                  <a:pt x="146853" y="250454"/>
                </a:cubicBezTo>
                <a:cubicBezTo>
                  <a:pt x="137041" y="260366"/>
                  <a:pt x="125008" y="265322"/>
                  <a:pt x="110734" y="265322"/>
                </a:cubicBezTo>
                <a:cubicBezTo>
                  <a:pt x="96469" y="265322"/>
                  <a:pt x="84417" y="260366"/>
                  <a:pt x="74588" y="250454"/>
                </a:cubicBezTo>
                <a:close/>
                <a:moveTo>
                  <a:pt x="70692" y="87536"/>
                </a:moveTo>
                <a:cubicBezTo>
                  <a:pt x="74908" y="87536"/>
                  <a:pt x="78483" y="86018"/>
                  <a:pt x="81446" y="82982"/>
                </a:cubicBezTo>
                <a:cubicBezTo>
                  <a:pt x="84399" y="79946"/>
                  <a:pt x="85871" y="76325"/>
                  <a:pt x="85871" y="72137"/>
                </a:cubicBezTo>
                <a:cubicBezTo>
                  <a:pt x="85871" y="67922"/>
                  <a:pt x="84408" y="64355"/>
                  <a:pt x="81473" y="61420"/>
                </a:cubicBezTo>
                <a:cubicBezTo>
                  <a:pt x="78538" y="58485"/>
                  <a:pt x="74908" y="57022"/>
                  <a:pt x="70564" y="57022"/>
                </a:cubicBezTo>
                <a:cubicBezTo>
                  <a:pt x="66440" y="57022"/>
                  <a:pt x="62856" y="58476"/>
                  <a:pt x="59820" y="61384"/>
                </a:cubicBezTo>
                <a:cubicBezTo>
                  <a:pt x="56775" y="64301"/>
                  <a:pt x="55257" y="67912"/>
                  <a:pt x="55257" y="72228"/>
                </a:cubicBezTo>
                <a:cubicBezTo>
                  <a:pt x="55257" y="76343"/>
                  <a:pt x="56775" y="79909"/>
                  <a:pt x="59820" y="82954"/>
                </a:cubicBezTo>
                <a:cubicBezTo>
                  <a:pt x="62856" y="85990"/>
                  <a:pt x="66468" y="87508"/>
                  <a:pt x="70665" y="87508"/>
                </a:cubicBezTo>
                <a:close/>
                <a:moveTo>
                  <a:pt x="231343" y="244703"/>
                </a:moveTo>
                <a:cubicBezTo>
                  <a:pt x="235513" y="244703"/>
                  <a:pt x="239061" y="243185"/>
                  <a:pt x="241996" y="240149"/>
                </a:cubicBezTo>
                <a:cubicBezTo>
                  <a:pt x="244931" y="237104"/>
                  <a:pt x="246413" y="233492"/>
                  <a:pt x="246431" y="229304"/>
                </a:cubicBezTo>
                <a:cubicBezTo>
                  <a:pt x="246431" y="225089"/>
                  <a:pt x="244977" y="221513"/>
                  <a:pt x="242060" y="218578"/>
                </a:cubicBezTo>
                <a:cubicBezTo>
                  <a:pt x="239152" y="215652"/>
                  <a:pt x="235531" y="214180"/>
                  <a:pt x="231215" y="214180"/>
                </a:cubicBezTo>
                <a:cubicBezTo>
                  <a:pt x="227155" y="214180"/>
                  <a:pt x="223589" y="215634"/>
                  <a:pt x="220535" y="218551"/>
                </a:cubicBezTo>
                <a:cubicBezTo>
                  <a:pt x="217453" y="221459"/>
                  <a:pt x="215908" y="225080"/>
                  <a:pt x="215908" y="229396"/>
                </a:cubicBezTo>
                <a:cubicBezTo>
                  <a:pt x="215908" y="233501"/>
                  <a:pt x="217453" y="237076"/>
                  <a:pt x="220535" y="240112"/>
                </a:cubicBezTo>
                <a:cubicBezTo>
                  <a:pt x="223589" y="243148"/>
                  <a:pt x="227201" y="244675"/>
                  <a:pt x="231371" y="244675"/>
                </a:cubicBezTo>
                <a:close/>
                <a:moveTo>
                  <a:pt x="70628" y="72292"/>
                </a:moveTo>
                <a:close/>
                <a:moveTo>
                  <a:pt x="231188" y="2294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194" name="圖示 分流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59" y="267773"/>
                </a:moveTo>
                <a:lnTo>
                  <a:pt x="140159" y="217417"/>
                </a:lnTo>
                <a:cubicBezTo>
                  <a:pt x="140159" y="207615"/>
                  <a:pt x="138586" y="199376"/>
                  <a:pt x="135441" y="192710"/>
                </a:cubicBezTo>
                <a:cubicBezTo>
                  <a:pt x="132295" y="186053"/>
                  <a:pt x="127166" y="179177"/>
                  <a:pt x="120042" y="172090"/>
                </a:cubicBezTo>
                <a:lnTo>
                  <a:pt x="135349" y="156783"/>
                </a:lnTo>
                <a:cubicBezTo>
                  <a:pt x="137864" y="158987"/>
                  <a:pt x="140598" y="162004"/>
                  <a:pt x="143552" y="165836"/>
                </a:cubicBezTo>
                <a:cubicBezTo>
                  <a:pt x="146487" y="169676"/>
                  <a:pt x="148928" y="173142"/>
                  <a:pt x="150876" y="176241"/>
                </a:cubicBezTo>
                <a:cubicBezTo>
                  <a:pt x="154332" y="171048"/>
                  <a:pt x="157743" y="166476"/>
                  <a:pt x="161090" y="162535"/>
                </a:cubicBezTo>
                <a:cubicBezTo>
                  <a:pt x="164446" y="158594"/>
                  <a:pt x="167747" y="155265"/>
                  <a:pt x="170993" y="152540"/>
                </a:cubicBezTo>
                <a:cubicBezTo>
                  <a:pt x="183758" y="142592"/>
                  <a:pt x="192774" y="130595"/>
                  <a:pt x="198059" y="116549"/>
                </a:cubicBezTo>
                <a:cubicBezTo>
                  <a:pt x="203353" y="102513"/>
                  <a:pt x="205347" y="84984"/>
                  <a:pt x="204030" y="63962"/>
                </a:cubicBezTo>
                <a:lnTo>
                  <a:pt x="183255" y="84747"/>
                </a:lnTo>
                <a:cubicBezTo>
                  <a:pt x="181115" y="86877"/>
                  <a:pt x="178610" y="87947"/>
                  <a:pt x="175739" y="87947"/>
                </a:cubicBezTo>
                <a:cubicBezTo>
                  <a:pt x="172867" y="87947"/>
                  <a:pt x="170362" y="86877"/>
                  <a:pt x="168231" y="84747"/>
                </a:cubicBezTo>
                <a:cubicBezTo>
                  <a:pt x="166092" y="82607"/>
                  <a:pt x="165022" y="80111"/>
                  <a:pt x="165022" y="77258"/>
                </a:cubicBezTo>
                <a:cubicBezTo>
                  <a:pt x="165022" y="74414"/>
                  <a:pt x="166092" y="71899"/>
                  <a:pt x="168231" y="69714"/>
                </a:cubicBezTo>
                <a:lnTo>
                  <a:pt x="207294" y="30651"/>
                </a:lnTo>
                <a:cubicBezTo>
                  <a:pt x="208383" y="29553"/>
                  <a:pt x="209562" y="28749"/>
                  <a:pt x="210815" y="28228"/>
                </a:cubicBezTo>
                <a:cubicBezTo>
                  <a:pt x="212077" y="27706"/>
                  <a:pt x="213412" y="27441"/>
                  <a:pt x="214838" y="27441"/>
                </a:cubicBezTo>
                <a:cubicBezTo>
                  <a:pt x="216265" y="27441"/>
                  <a:pt x="217591" y="27706"/>
                  <a:pt x="218798" y="28228"/>
                </a:cubicBezTo>
                <a:cubicBezTo>
                  <a:pt x="219995" y="28749"/>
                  <a:pt x="221166" y="29553"/>
                  <a:pt x="222318" y="30651"/>
                </a:cubicBezTo>
                <a:lnTo>
                  <a:pt x="261390" y="69714"/>
                </a:lnTo>
                <a:cubicBezTo>
                  <a:pt x="263530" y="71854"/>
                  <a:pt x="264600" y="74359"/>
                  <a:pt x="264600" y="77230"/>
                </a:cubicBezTo>
                <a:cubicBezTo>
                  <a:pt x="264600" y="80101"/>
                  <a:pt x="263530" y="82607"/>
                  <a:pt x="261390" y="84747"/>
                </a:cubicBezTo>
                <a:cubicBezTo>
                  <a:pt x="259214" y="86877"/>
                  <a:pt x="256700" y="87956"/>
                  <a:pt x="253847" y="87984"/>
                </a:cubicBezTo>
                <a:cubicBezTo>
                  <a:pt x="251003" y="88002"/>
                  <a:pt x="248506" y="86923"/>
                  <a:pt x="246367" y="84747"/>
                </a:cubicBezTo>
                <a:lnTo>
                  <a:pt x="225592" y="63962"/>
                </a:lnTo>
                <a:cubicBezTo>
                  <a:pt x="226488" y="89428"/>
                  <a:pt x="223918" y="109792"/>
                  <a:pt x="217856" y="125072"/>
                </a:cubicBezTo>
                <a:cubicBezTo>
                  <a:pt x="211802" y="140370"/>
                  <a:pt x="200921" y="155018"/>
                  <a:pt x="185203" y="169009"/>
                </a:cubicBezTo>
                <a:cubicBezTo>
                  <a:pt x="175583" y="177650"/>
                  <a:pt x="169237" y="185486"/>
                  <a:pt x="166156" y="192527"/>
                </a:cubicBezTo>
                <a:cubicBezTo>
                  <a:pt x="163074" y="199568"/>
                  <a:pt x="161529" y="207852"/>
                  <a:pt x="161529" y="217389"/>
                </a:cubicBezTo>
                <a:lnTo>
                  <a:pt x="161529" y="267745"/>
                </a:lnTo>
                <a:cubicBezTo>
                  <a:pt x="161529" y="270827"/>
                  <a:pt x="160514" y="273378"/>
                  <a:pt x="158484" y="275408"/>
                </a:cubicBezTo>
                <a:cubicBezTo>
                  <a:pt x="156454" y="277447"/>
                  <a:pt x="153894" y="278462"/>
                  <a:pt x="150812" y="278462"/>
                </a:cubicBezTo>
                <a:cubicBezTo>
                  <a:pt x="147730" y="278462"/>
                  <a:pt x="145179" y="277447"/>
                  <a:pt x="143140" y="275408"/>
                </a:cubicBezTo>
                <a:cubicBezTo>
                  <a:pt x="141110" y="273378"/>
                  <a:pt x="140095" y="270827"/>
                  <a:pt x="140095" y="267745"/>
                </a:cubicBezTo>
                <a:close/>
                <a:moveTo>
                  <a:pt x="78172" y="104388"/>
                </a:moveTo>
                <a:cubicBezTo>
                  <a:pt x="77331" y="100721"/>
                  <a:pt x="76636" y="95262"/>
                  <a:pt x="76069" y="88011"/>
                </a:cubicBezTo>
                <a:cubicBezTo>
                  <a:pt x="75502" y="80760"/>
                  <a:pt x="75429" y="72859"/>
                  <a:pt x="75849" y="64310"/>
                </a:cubicBezTo>
                <a:lnTo>
                  <a:pt x="55449" y="84710"/>
                </a:lnTo>
                <a:cubicBezTo>
                  <a:pt x="53264" y="86850"/>
                  <a:pt x="50740" y="87920"/>
                  <a:pt x="47869" y="87920"/>
                </a:cubicBezTo>
                <a:cubicBezTo>
                  <a:pt x="44998" y="87920"/>
                  <a:pt x="42529" y="86877"/>
                  <a:pt x="40453" y="84801"/>
                </a:cubicBezTo>
                <a:cubicBezTo>
                  <a:pt x="38277" y="82671"/>
                  <a:pt x="37189" y="80165"/>
                  <a:pt x="37189" y="77294"/>
                </a:cubicBezTo>
                <a:cubicBezTo>
                  <a:pt x="37189" y="74423"/>
                  <a:pt x="38277" y="71918"/>
                  <a:pt x="40453" y="69778"/>
                </a:cubicBezTo>
                <a:lnTo>
                  <a:pt x="79370" y="30706"/>
                </a:lnTo>
                <a:cubicBezTo>
                  <a:pt x="80522" y="29617"/>
                  <a:pt x="81702" y="28813"/>
                  <a:pt x="82918" y="28292"/>
                </a:cubicBezTo>
                <a:cubicBezTo>
                  <a:pt x="84134" y="27761"/>
                  <a:pt x="85469" y="27505"/>
                  <a:pt x="86914" y="27505"/>
                </a:cubicBezTo>
                <a:cubicBezTo>
                  <a:pt x="88358" y="27505"/>
                  <a:pt x="89684" y="27761"/>
                  <a:pt x="90901" y="28292"/>
                </a:cubicBezTo>
                <a:cubicBezTo>
                  <a:pt x="92117" y="28813"/>
                  <a:pt x="93305" y="29617"/>
                  <a:pt x="94458" y="30706"/>
                </a:cubicBezTo>
                <a:lnTo>
                  <a:pt x="133466" y="69778"/>
                </a:lnTo>
                <a:cubicBezTo>
                  <a:pt x="135596" y="71854"/>
                  <a:pt x="136666" y="74350"/>
                  <a:pt x="136666" y="77258"/>
                </a:cubicBezTo>
                <a:cubicBezTo>
                  <a:pt x="136666" y="80156"/>
                  <a:pt x="135596" y="82671"/>
                  <a:pt x="133466" y="84801"/>
                </a:cubicBezTo>
                <a:cubicBezTo>
                  <a:pt x="131326" y="86941"/>
                  <a:pt x="128821" y="88011"/>
                  <a:pt x="125949" y="88011"/>
                </a:cubicBezTo>
                <a:cubicBezTo>
                  <a:pt x="123078" y="88011"/>
                  <a:pt x="120573" y="86941"/>
                  <a:pt x="118442" y="84801"/>
                </a:cubicBezTo>
                <a:lnTo>
                  <a:pt x="97722" y="64026"/>
                </a:lnTo>
                <a:cubicBezTo>
                  <a:pt x="97265" y="71698"/>
                  <a:pt x="97137" y="78437"/>
                  <a:pt x="97347" y="84244"/>
                </a:cubicBezTo>
                <a:cubicBezTo>
                  <a:pt x="97557" y="90068"/>
                  <a:pt x="98097" y="95107"/>
                  <a:pt x="98984" y="99359"/>
                </a:cubicBezTo>
                <a:lnTo>
                  <a:pt x="78209" y="104415"/>
                </a:lnTo>
                <a:close/>
                <a:moveTo>
                  <a:pt x="105769" y="158447"/>
                </a:moveTo>
                <a:cubicBezTo>
                  <a:pt x="102001" y="154570"/>
                  <a:pt x="97923" y="149559"/>
                  <a:pt x="93543" y="143396"/>
                </a:cubicBezTo>
                <a:cubicBezTo>
                  <a:pt x="89145" y="137233"/>
                  <a:pt x="85771" y="130686"/>
                  <a:pt x="83421" y="123746"/>
                </a:cubicBezTo>
                <a:lnTo>
                  <a:pt x="104827" y="118278"/>
                </a:lnTo>
                <a:cubicBezTo>
                  <a:pt x="106610" y="123078"/>
                  <a:pt x="109042" y="127751"/>
                  <a:pt x="112124" y="132295"/>
                </a:cubicBezTo>
                <a:cubicBezTo>
                  <a:pt x="115178" y="136867"/>
                  <a:pt x="118049" y="140571"/>
                  <a:pt x="120728" y="143396"/>
                </a:cubicBezTo>
                <a:lnTo>
                  <a:pt x="105805" y="15839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6" name="圖示 分歧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842" y="84838"/>
                </a:moveTo>
                <a:lnTo>
                  <a:pt x="69842" y="110990"/>
                </a:lnTo>
                <a:cubicBezTo>
                  <a:pt x="69842" y="114007"/>
                  <a:pt x="68809" y="116540"/>
                  <a:pt x="66733" y="118598"/>
                </a:cubicBezTo>
                <a:cubicBezTo>
                  <a:pt x="64657" y="120646"/>
                  <a:pt x="62097" y="121679"/>
                  <a:pt x="59061" y="121679"/>
                </a:cubicBezTo>
                <a:cubicBezTo>
                  <a:pt x="56025" y="121679"/>
                  <a:pt x="53483" y="120646"/>
                  <a:pt x="51453" y="118598"/>
                </a:cubicBezTo>
                <a:cubicBezTo>
                  <a:pt x="49423" y="116540"/>
                  <a:pt x="48408" y="114007"/>
                  <a:pt x="48408" y="110990"/>
                </a:cubicBezTo>
                <a:lnTo>
                  <a:pt x="48408" y="59125"/>
                </a:lnTo>
                <a:cubicBezTo>
                  <a:pt x="48408" y="56108"/>
                  <a:pt x="49432" y="53547"/>
                  <a:pt x="51490" y="51453"/>
                </a:cubicBezTo>
                <a:cubicBezTo>
                  <a:pt x="53538" y="49378"/>
                  <a:pt x="56089" y="48344"/>
                  <a:pt x="59125" y="48344"/>
                </a:cubicBezTo>
                <a:lnTo>
                  <a:pt x="110990" y="48344"/>
                </a:lnTo>
                <a:cubicBezTo>
                  <a:pt x="114007" y="48344"/>
                  <a:pt x="116540" y="49387"/>
                  <a:pt x="118598" y="51490"/>
                </a:cubicBezTo>
                <a:cubicBezTo>
                  <a:pt x="120646" y="53584"/>
                  <a:pt x="121679" y="56153"/>
                  <a:pt x="121679" y="59189"/>
                </a:cubicBezTo>
                <a:cubicBezTo>
                  <a:pt x="121679" y="62225"/>
                  <a:pt x="120646" y="64758"/>
                  <a:pt x="118598" y="66797"/>
                </a:cubicBezTo>
                <a:cubicBezTo>
                  <a:pt x="116540" y="68827"/>
                  <a:pt x="114007" y="69842"/>
                  <a:pt x="110990" y="69842"/>
                </a:cubicBezTo>
                <a:lnTo>
                  <a:pt x="85149" y="69842"/>
                </a:lnTo>
                <a:lnTo>
                  <a:pt x="155814" y="140507"/>
                </a:lnTo>
                <a:cubicBezTo>
                  <a:pt x="157743" y="142427"/>
                  <a:pt x="159288" y="144740"/>
                  <a:pt x="160459" y="147420"/>
                </a:cubicBezTo>
                <a:cubicBezTo>
                  <a:pt x="161638" y="150099"/>
                  <a:pt x="162224" y="152897"/>
                  <a:pt x="162224" y="155814"/>
                </a:cubicBezTo>
                <a:lnTo>
                  <a:pt x="162224" y="242563"/>
                </a:lnTo>
                <a:cubicBezTo>
                  <a:pt x="162224" y="245644"/>
                  <a:pt x="161190" y="248214"/>
                  <a:pt x="159115" y="250262"/>
                </a:cubicBezTo>
                <a:cubicBezTo>
                  <a:pt x="157039" y="252320"/>
                  <a:pt x="154479" y="253344"/>
                  <a:pt x="151443" y="253344"/>
                </a:cubicBezTo>
                <a:cubicBezTo>
                  <a:pt x="148407" y="253344"/>
                  <a:pt x="145865" y="252320"/>
                  <a:pt x="143835" y="250262"/>
                </a:cubicBezTo>
                <a:cubicBezTo>
                  <a:pt x="141805" y="248214"/>
                  <a:pt x="140790" y="245644"/>
                  <a:pt x="140790" y="242563"/>
                </a:cubicBezTo>
                <a:lnTo>
                  <a:pt x="140790" y="155814"/>
                </a:lnTo>
                <a:lnTo>
                  <a:pt x="69842" y="84838"/>
                </a:lnTo>
                <a:close/>
                <a:moveTo>
                  <a:pt x="231938" y="84902"/>
                </a:moveTo>
                <a:lnTo>
                  <a:pt x="186995" y="129598"/>
                </a:lnTo>
                <a:cubicBezTo>
                  <a:pt x="184901" y="131738"/>
                  <a:pt x="182395" y="132798"/>
                  <a:pt x="179478" y="132798"/>
                </a:cubicBezTo>
                <a:cubicBezTo>
                  <a:pt x="176571" y="132798"/>
                  <a:pt x="174038" y="131738"/>
                  <a:pt x="171907" y="129598"/>
                </a:cubicBezTo>
                <a:cubicBezTo>
                  <a:pt x="169768" y="127458"/>
                  <a:pt x="168689" y="124934"/>
                  <a:pt x="168670" y="122018"/>
                </a:cubicBezTo>
                <a:cubicBezTo>
                  <a:pt x="168643" y="119110"/>
                  <a:pt x="169703" y="116623"/>
                  <a:pt x="171843" y="114574"/>
                </a:cubicBezTo>
                <a:lnTo>
                  <a:pt x="216539" y="69778"/>
                </a:lnTo>
                <a:lnTo>
                  <a:pt x="190762" y="69778"/>
                </a:lnTo>
                <a:cubicBezTo>
                  <a:pt x="187745" y="69778"/>
                  <a:pt x="185212" y="68745"/>
                  <a:pt x="183154" y="66669"/>
                </a:cubicBezTo>
                <a:cubicBezTo>
                  <a:pt x="181106" y="64593"/>
                  <a:pt x="180073" y="62033"/>
                  <a:pt x="180073" y="58997"/>
                </a:cubicBezTo>
                <a:cubicBezTo>
                  <a:pt x="180073" y="55961"/>
                  <a:pt x="181106" y="53410"/>
                  <a:pt x="183154" y="51362"/>
                </a:cubicBezTo>
                <a:cubicBezTo>
                  <a:pt x="185212" y="49304"/>
                  <a:pt x="187745" y="48280"/>
                  <a:pt x="190762" y="48280"/>
                </a:cubicBezTo>
                <a:lnTo>
                  <a:pt x="242627" y="48280"/>
                </a:lnTo>
                <a:cubicBezTo>
                  <a:pt x="245644" y="48280"/>
                  <a:pt x="248205" y="49314"/>
                  <a:pt x="250299" y="51389"/>
                </a:cubicBezTo>
                <a:cubicBezTo>
                  <a:pt x="252374" y="53465"/>
                  <a:pt x="253408" y="56025"/>
                  <a:pt x="253408" y="59061"/>
                </a:cubicBezTo>
                <a:lnTo>
                  <a:pt x="253408" y="110926"/>
                </a:lnTo>
                <a:cubicBezTo>
                  <a:pt x="253408" y="113943"/>
                  <a:pt x="252365" y="116476"/>
                  <a:pt x="250262" y="118534"/>
                </a:cubicBezTo>
                <a:cubicBezTo>
                  <a:pt x="248168" y="120582"/>
                  <a:pt x="245599" y="121615"/>
                  <a:pt x="242563" y="121615"/>
                </a:cubicBezTo>
                <a:cubicBezTo>
                  <a:pt x="239527" y="121615"/>
                  <a:pt x="236994" y="120582"/>
                  <a:pt x="234955" y="118534"/>
                </a:cubicBezTo>
                <a:cubicBezTo>
                  <a:pt x="232925" y="116476"/>
                  <a:pt x="231910" y="113943"/>
                  <a:pt x="231910" y="110926"/>
                </a:cubicBezTo>
                <a:lnTo>
                  <a:pt x="231910" y="8483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198" name="圖示 合併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4383"/>
                </a:moveTo>
                <a:lnTo>
                  <a:pt x="86850" y="258409"/>
                </a:lnTo>
                <a:cubicBezTo>
                  <a:pt x="84710" y="260586"/>
                  <a:pt x="82205" y="261665"/>
                  <a:pt x="79333" y="261646"/>
                </a:cubicBezTo>
                <a:cubicBezTo>
                  <a:pt x="76462" y="261619"/>
                  <a:pt x="73957" y="260540"/>
                  <a:pt x="71826" y="258409"/>
                </a:cubicBezTo>
                <a:cubicBezTo>
                  <a:pt x="69686" y="256270"/>
                  <a:pt x="68617" y="253773"/>
                  <a:pt x="68617" y="250930"/>
                </a:cubicBezTo>
                <a:cubicBezTo>
                  <a:pt x="68617" y="248077"/>
                  <a:pt x="69686" y="245562"/>
                  <a:pt x="71826" y="243386"/>
                </a:cubicBezTo>
                <a:lnTo>
                  <a:pt x="127961" y="187242"/>
                </a:lnTo>
                <a:cubicBezTo>
                  <a:pt x="132844" y="182359"/>
                  <a:pt x="136090" y="177897"/>
                  <a:pt x="137709" y="173855"/>
                </a:cubicBezTo>
                <a:cubicBezTo>
                  <a:pt x="139336" y="169813"/>
                  <a:pt x="140159" y="163778"/>
                  <a:pt x="140159" y="155750"/>
                </a:cubicBezTo>
                <a:lnTo>
                  <a:pt x="140159" y="76508"/>
                </a:lnTo>
                <a:lnTo>
                  <a:pt x="119384" y="97347"/>
                </a:lnTo>
                <a:cubicBezTo>
                  <a:pt x="117244" y="99523"/>
                  <a:pt x="114739" y="100611"/>
                  <a:pt x="111868" y="100611"/>
                </a:cubicBezTo>
                <a:cubicBezTo>
                  <a:pt x="108996" y="100611"/>
                  <a:pt x="106491" y="99523"/>
                  <a:pt x="104360" y="97347"/>
                </a:cubicBezTo>
                <a:cubicBezTo>
                  <a:pt x="102221" y="95207"/>
                  <a:pt x="101151" y="92711"/>
                  <a:pt x="101151" y="89867"/>
                </a:cubicBezTo>
                <a:cubicBezTo>
                  <a:pt x="101151" y="87014"/>
                  <a:pt x="102221" y="84500"/>
                  <a:pt x="104360" y="82323"/>
                </a:cubicBezTo>
                <a:lnTo>
                  <a:pt x="143268" y="43407"/>
                </a:lnTo>
                <a:cubicBezTo>
                  <a:pt x="145408" y="41267"/>
                  <a:pt x="147932" y="40206"/>
                  <a:pt x="150849" y="40206"/>
                </a:cubicBezTo>
                <a:cubicBezTo>
                  <a:pt x="153756" y="40206"/>
                  <a:pt x="156280" y="41267"/>
                  <a:pt x="158420" y="43407"/>
                </a:cubicBezTo>
                <a:lnTo>
                  <a:pt x="197337" y="82323"/>
                </a:lnTo>
                <a:cubicBezTo>
                  <a:pt x="199467" y="84500"/>
                  <a:pt x="200537" y="87014"/>
                  <a:pt x="200537" y="89867"/>
                </a:cubicBezTo>
                <a:cubicBezTo>
                  <a:pt x="200537" y="92711"/>
                  <a:pt x="199467" y="95207"/>
                  <a:pt x="197337" y="97347"/>
                </a:cubicBezTo>
                <a:cubicBezTo>
                  <a:pt x="195197" y="99523"/>
                  <a:pt x="192692" y="100611"/>
                  <a:pt x="189820" y="100611"/>
                </a:cubicBezTo>
                <a:cubicBezTo>
                  <a:pt x="186949" y="100611"/>
                  <a:pt x="184444" y="99551"/>
                  <a:pt x="182313" y="97411"/>
                </a:cubicBezTo>
                <a:lnTo>
                  <a:pt x="161529" y="76535"/>
                </a:lnTo>
                <a:lnTo>
                  <a:pt x="161529" y="155777"/>
                </a:lnTo>
                <a:cubicBezTo>
                  <a:pt x="161529" y="163806"/>
                  <a:pt x="162352" y="169841"/>
                  <a:pt x="163979" y="173882"/>
                </a:cubicBezTo>
                <a:cubicBezTo>
                  <a:pt x="165616" y="177933"/>
                  <a:pt x="168862" y="182395"/>
                  <a:pt x="173727" y="187278"/>
                </a:cubicBezTo>
                <a:lnTo>
                  <a:pt x="229862" y="243413"/>
                </a:lnTo>
                <a:cubicBezTo>
                  <a:pt x="232002" y="245590"/>
                  <a:pt x="233071" y="248113"/>
                  <a:pt x="233071" y="250985"/>
                </a:cubicBezTo>
                <a:cubicBezTo>
                  <a:pt x="233071" y="253856"/>
                  <a:pt x="232002" y="256334"/>
                  <a:pt x="229862" y="258409"/>
                </a:cubicBezTo>
                <a:cubicBezTo>
                  <a:pt x="227731" y="260586"/>
                  <a:pt x="225226" y="261674"/>
                  <a:pt x="222355" y="261674"/>
                </a:cubicBezTo>
                <a:cubicBezTo>
                  <a:pt x="219483" y="261674"/>
                  <a:pt x="216978" y="260586"/>
                  <a:pt x="214838" y="258409"/>
                </a:cubicBezTo>
                <a:lnTo>
                  <a:pt x="150876" y="19438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0" name="圖示 樞紐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488" y="280821"/>
                </a:moveTo>
                <a:cubicBezTo>
                  <a:pt x="39237" y="273543"/>
                  <a:pt x="35616" y="264664"/>
                  <a:pt x="35616" y="254167"/>
                </a:cubicBezTo>
                <a:cubicBezTo>
                  <a:pt x="35616" y="243669"/>
                  <a:pt x="39273" y="234790"/>
                  <a:pt x="46580" y="227539"/>
                </a:cubicBezTo>
                <a:cubicBezTo>
                  <a:pt x="53895" y="220306"/>
                  <a:pt x="62737" y="216695"/>
                  <a:pt x="73115" y="216695"/>
                </a:cubicBezTo>
                <a:cubicBezTo>
                  <a:pt x="76023" y="216695"/>
                  <a:pt x="78657" y="216951"/>
                  <a:pt x="80998" y="217453"/>
                </a:cubicBezTo>
                <a:cubicBezTo>
                  <a:pt x="83348" y="217956"/>
                  <a:pt x="85643" y="218697"/>
                  <a:pt x="87883" y="219685"/>
                </a:cubicBezTo>
                <a:lnTo>
                  <a:pt x="113568" y="187397"/>
                </a:lnTo>
                <a:cubicBezTo>
                  <a:pt x="109728" y="182624"/>
                  <a:pt x="106765" y="177174"/>
                  <a:pt x="104671" y="171057"/>
                </a:cubicBezTo>
                <a:cubicBezTo>
                  <a:pt x="102577" y="164939"/>
                  <a:pt x="102029" y="158594"/>
                  <a:pt x="103035" y="152037"/>
                </a:cubicBezTo>
                <a:lnTo>
                  <a:pt x="66294" y="139181"/>
                </a:lnTo>
                <a:cubicBezTo>
                  <a:pt x="63039" y="144466"/>
                  <a:pt x="58759" y="148599"/>
                  <a:pt x="53438" y="151598"/>
                </a:cubicBezTo>
                <a:cubicBezTo>
                  <a:pt x="48116" y="154570"/>
                  <a:pt x="41980" y="156061"/>
                  <a:pt x="35049" y="156061"/>
                </a:cubicBezTo>
                <a:cubicBezTo>
                  <a:pt x="24652" y="156061"/>
                  <a:pt x="15792" y="152403"/>
                  <a:pt x="8458" y="145097"/>
                </a:cubicBezTo>
                <a:cubicBezTo>
                  <a:pt x="1143" y="137782"/>
                  <a:pt x="-2515" y="128940"/>
                  <a:pt x="-2515" y="118561"/>
                </a:cubicBezTo>
                <a:cubicBezTo>
                  <a:pt x="-2515" y="108174"/>
                  <a:pt x="1143" y="99295"/>
                  <a:pt x="8458" y="91943"/>
                </a:cubicBezTo>
                <a:cubicBezTo>
                  <a:pt x="15764" y="84609"/>
                  <a:pt x="24634" y="80943"/>
                  <a:pt x="35049" y="80943"/>
                </a:cubicBezTo>
                <a:cubicBezTo>
                  <a:pt x="45437" y="80943"/>
                  <a:pt x="54297" y="84609"/>
                  <a:pt x="61612" y="91943"/>
                </a:cubicBezTo>
                <a:cubicBezTo>
                  <a:pt x="68900" y="99295"/>
                  <a:pt x="72548" y="108174"/>
                  <a:pt x="72548" y="118561"/>
                </a:cubicBezTo>
                <a:lnTo>
                  <a:pt x="72548" y="119567"/>
                </a:lnTo>
                <a:lnTo>
                  <a:pt x="109545" y="132771"/>
                </a:lnTo>
                <a:cubicBezTo>
                  <a:pt x="113312" y="126169"/>
                  <a:pt x="117857" y="121103"/>
                  <a:pt x="123188" y="117555"/>
                </a:cubicBezTo>
                <a:cubicBezTo>
                  <a:pt x="128510" y="114017"/>
                  <a:pt x="134344" y="111484"/>
                  <a:pt x="140690" y="109947"/>
                </a:cubicBezTo>
                <a:lnTo>
                  <a:pt x="140690" y="70628"/>
                </a:lnTo>
                <a:cubicBezTo>
                  <a:pt x="132524" y="68278"/>
                  <a:pt x="125931" y="63633"/>
                  <a:pt x="120920" y="56675"/>
                </a:cubicBezTo>
                <a:cubicBezTo>
                  <a:pt x="115909" y="49716"/>
                  <a:pt x="113413" y="42309"/>
                  <a:pt x="113413" y="34455"/>
                </a:cubicBezTo>
                <a:cubicBezTo>
                  <a:pt x="113413" y="24076"/>
                  <a:pt x="117043" y="15216"/>
                  <a:pt x="124313" y="7855"/>
                </a:cubicBezTo>
                <a:cubicBezTo>
                  <a:pt x="131591" y="503"/>
                  <a:pt x="140470" y="-3164"/>
                  <a:pt x="150967" y="-3146"/>
                </a:cubicBezTo>
                <a:cubicBezTo>
                  <a:pt x="161465" y="-3146"/>
                  <a:pt x="170353" y="521"/>
                  <a:pt x="177622" y="7855"/>
                </a:cubicBezTo>
                <a:cubicBezTo>
                  <a:pt x="184901" y="15188"/>
                  <a:pt x="188531" y="24058"/>
                  <a:pt x="188531" y="34455"/>
                </a:cubicBezTo>
                <a:cubicBezTo>
                  <a:pt x="188531" y="42309"/>
                  <a:pt x="185989" y="49716"/>
                  <a:pt x="180896" y="56675"/>
                </a:cubicBezTo>
                <a:cubicBezTo>
                  <a:pt x="175803" y="63633"/>
                  <a:pt x="169255" y="68278"/>
                  <a:pt x="161245" y="70628"/>
                </a:cubicBezTo>
                <a:lnTo>
                  <a:pt x="161245" y="109984"/>
                </a:lnTo>
                <a:cubicBezTo>
                  <a:pt x="167600" y="111493"/>
                  <a:pt x="173489" y="114026"/>
                  <a:pt x="178912" y="117592"/>
                </a:cubicBezTo>
                <a:cubicBezTo>
                  <a:pt x="184343" y="121149"/>
                  <a:pt x="188970" y="126215"/>
                  <a:pt x="192810" y="132771"/>
                </a:cubicBezTo>
                <a:lnTo>
                  <a:pt x="229396" y="119567"/>
                </a:lnTo>
                <a:lnTo>
                  <a:pt x="229396" y="118534"/>
                </a:lnTo>
                <a:cubicBezTo>
                  <a:pt x="229396" y="108137"/>
                  <a:pt x="233053" y="99267"/>
                  <a:pt x="240368" y="91906"/>
                </a:cubicBezTo>
                <a:cubicBezTo>
                  <a:pt x="247674" y="84573"/>
                  <a:pt x="256517" y="80906"/>
                  <a:pt x="266895" y="80906"/>
                </a:cubicBezTo>
                <a:cubicBezTo>
                  <a:pt x="277283" y="80906"/>
                  <a:pt x="286161" y="84555"/>
                  <a:pt x="293513" y="91842"/>
                </a:cubicBezTo>
                <a:cubicBezTo>
                  <a:pt x="300847" y="99139"/>
                  <a:pt x="304523" y="108036"/>
                  <a:pt x="304523" y="118534"/>
                </a:cubicBezTo>
                <a:cubicBezTo>
                  <a:pt x="304523" y="129031"/>
                  <a:pt x="300847" y="137901"/>
                  <a:pt x="293513" y="145152"/>
                </a:cubicBezTo>
                <a:cubicBezTo>
                  <a:pt x="286161" y="152385"/>
                  <a:pt x="277274" y="155997"/>
                  <a:pt x="266858" y="155997"/>
                </a:cubicBezTo>
                <a:cubicBezTo>
                  <a:pt x="259946" y="155997"/>
                  <a:pt x="253773" y="154515"/>
                  <a:pt x="248351" y="151534"/>
                </a:cubicBezTo>
                <a:cubicBezTo>
                  <a:pt x="242920" y="148563"/>
                  <a:pt x="238668" y="144402"/>
                  <a:pt x="235586" y="139062"/>
                </a:cubicBezTo>
                <a:lnTo>
                  <a:pt x="198909" y="151946"/>
                </a:lnTo>
                <a:cubicBezTo>
                  <a:pt x="199806" y="158548"/>
                  <a:pt x="199284" y="164903"/>
                  <a:pt x="197337" y="171020"/>
                </a:cubicBezTo>
                <a:cubicBezTo>
                  <a:pt x="195389" y="177119"/>
                  <a:pt x="192399" y="182560"/>
                  <a:pt x="188376" y="187342"/>
                </a:cubicBezTo>
                <a:lnTo>
                  <a:pt x="214116" y="219749"/>
                </a:lnTo>
                <a:cubicBezTo>
                  <a:pt x="216356" y="218697"/>
                  <a:pt x="218633" y="217911"/>
                  <a:pt x="220937" y="217389"/>
                </a:cubicBezTo>
                <a:cubicBezTo>
                  <a:pt x="223242" y="216859"/>
                  <a:pt x="225811" y="216603"/>
                  <a:pt x="228637" y="216603"/>
                </a:cubicBezTo>
                <a:cubicBezTo>
                  <a:pt x="239225" y="216603"/>
                  <a:pt x="248150" y="220215"/>
                  <a:pt x="255419" y="227448"/>
                </a:cubicBezTo>
                <a:cubicBezTo>
                  <a:pt x="262689" y="234699"/>
                  <a:pt x="266328" y="243569"/>
                  <a:pt x="266328" y="254066"/>
                </a:cubicBezTo>
                <a:cubicBezTo>
                  <a:pt x="266328" y="264563"/>
                  <a:pt x="262689" y="273451"/>
                  <a:pt x="255419" y="280721"/>
                </a:cubicBezTo>
                <a:cubicBezTo>
                  <a:pt x="248150" y="287999"/>
                  <a:pt x="239262" y="291630"/>
                  <a:pt x="228765" y="291630"/>
                </a:cubicBezTo>
                <a:cubicBezTo>
                  <a:pt x="218267" y="291630"/>
                  <a:pt x="209379" y="287972"/>
                  <a:pt x="202110" y="280657"/>
                </a:cubicBezTo>
                <a:cubicBezTo>
                  <a:pt x="194840" y="273351"/>
                  <a:pt x="191201" y="264472"/>
                  <a:pt x="191201" y="254039"/>
                </a:cubicBezTo>
                <a:cubicBezTo>
                  <a:pt x="191201" y="249704"/>
                  <a:pt x="191786" y="245782"/>
                  <a:pt x="192966" y="242279"/>
                </a:cubicBezTo>
                <a:cubicBezTo>
                  <a:pt x="194136" y="238786"/>
                  <a:pt x="195773" y="235440"/>
                  <a:pt x="197867" y="232258"/>
                </a:cubicBezTo>
                <a:lnTo>
                  <a:pt x="172282" y="200071"/>
                </a:lnTo>
                <a:cubicBezTo>
                  <a:pt x="165552" y="203481"/>
                  <a:pt x="158402" y="205191"/>
                  <a:pt x="150812" y="205191"/>
                </a:cubicBezTo>
                <a:cubicBezTo>
                  <a:pt x="143232" y="205191"/>
                  <a:pt x="136099" y="203481"/>
                  <a:pt x="129442" y="200071"/>
                </a:cubicBezTo>
                <a:lnTo>
                  <a:pt x="104077" y="232568"/>
                </a:lnTo>
                <a:cubicBezTo>
                  <a:pt x="106171" y="235751"/>
                  <a:pt x="107799" y="239042"/>
                  <a:pt x="108978" y="242435"/>
                </a:cubicBezTo>
                <a:cubicBezTo>
                  <a:pt x="110149" y="245836"/>
                  <a:pt x="110734" y="249704"/>
                  <a:pt x="110734" y="254039"/>
                </a:cubicBezTo>
                <a:cubicBezTo>
                  <a:pt x="110734" y="264472"/>
                  <a:pt x="107104" y="273351"/>
                  <a:pt x="99834" y="280657"/>
                </a:cubicBezTo>
                <a:cubicBezTo>
                  <a:pt x="92556" y="287972"/>
                  <a:pt x="83677" y="291630"/>
                  <a:pt x="73179" y="291630"/>
                </a:cubicBezTo>
                <a:cubicBezTo>
                  <a:pt x="62673" y="291630"/>
                  <a:pt x="53803" y="287999"/>
                  <a:pt x="46552" y="280721"/>
                </a:cubicBezTo>
                <a:close/>
                <a:moveTo>
                  <a:pt x="35012" y="135596"/>
                </a:moveTo>
                <a:cubicBezTo>
                  <a:pt x="39776" y="135596"/>
                  <a:pt x="43800" y="133950"/>
                  <a:pt x="47082" y="130668"/>
                </a:cubicBezTo>
                <a:cubicBezTo>
                  <a:pt x="50356" y="127376"/>
                  <a:pt x="51993" y="123343"/>
                  <a:pt x="51993" y="118561"/>
                </a:cubicBezTo>
                <a:cubicBezTo>
                  <a:pt x="51993" y="113761"/>
                  <a:pt x="50347" y="109737"/>
                  <a:pt x="47055" y="106491"/>
                </a:cubicBezTo>
                <a:cubicBezTo>
                  <a:pt x="43763" y="103263"/>
                  <a:pt x="39731" y="101654"/>
                  <a:pt x="34958" y="101654"/>
                </a:cubicBezTo>
                <a:cubicBezTo>
                  <a:pt x="30175" y="101654"/>
                  <a:pt x="26161" y="103272"/>
                  <a:pt x="22915" y="106528"/>
                </a:cubicBezTo>
                <a:cubicBezTo>
                  <a:pt x="19669" y="109774"/>
                  <a:pt x="18041" y="113797"/>
                  <a:pt x="18041" y="118598"/>
                </a:cubicBezTo>
                <a:cubicBezTo>
                  <a:pt x="18041" y="123389"/>
                  <a:pt x="19669" y="127431"/>
                  <a:pt x="22915" y="130695"/>
                </a:cubicBezTo>
                <a:cubicBezTo>
                  <a:pt x="26161" y="133969"/>
                  <a:pt x="30193" y="135596"/>
                  <a:pt x="35012" y="135596"/>
                </a:cubicBezTo>
                <a:close/>
                <a:moveTo>
                  <a:pt x="85213" y="266264"/>
                </a:moveTo>
                <a:cubicBezTo>
                  <a:pt x="88459" y="263018"/>
                  <a:pt x="90087" y="258995"/>
                  <a:pt x="90087" y="254194"/>
                </a:cubicBezTo>
                <a:cubicBezTo>
                  <a:pt x="90087" y="249421"/>
                  <a:pt x="88459" y="245379"/>
                  <a:pt x="85213" y="242097"/>
                </a:cubicBezTo>
                <a:cubicBezTo>
                  <a:pt x="81967" y="238823"/>
                  <a:pt x="77934" y="237186"/>
                  <a:pt x="73115" y="237186"/>
                </a:cubicBezTo>
                <a:cubicBezTo>
                  <a:pt x="68297" y="237186"/>
                  <a:pt x="64255" y="238832"/>
                  <a:pt x="61009" y="242124"/>
                </a:cubicBezTo>
                <a:cubicBezTo>
                  <a:pt x="57763" y="245416"/>
                  <a:pt x="56135" y="249448"/>
                  <a:pt x="56135" y="254231"/>
                </a:cubicBezTo>
                <a:cubicBezTo>
                  <a:pt x="56135" y="259004"/>
                  <a:pt x="57763" y="263018"/>
                  <a:pt x="61009" y="266264"/>
                </a:cubicBezTo>
                <a:cubicBezTo>
                  <a:pt x="64255" y="269510"/>
                  <a:pt x="68297" y="271138"/>
                  <a:pt x="73115" y="271138"/>
                </a:cubicBezTo>
                <a:cubicBezTo>
                  <a:pt x="77934" y="271138"/>
                  <a:pt x="81967" y="269510"/>
                  <a:pt x="85213" y="266264"/>
                </a:cubicBezTo>
                <a:close/>
                <a:moveTo>
                  <a:pt x="162974" y="46616"/>
                </a:moveTo>
                <a:cubicBezTo>
                  <a:pt x="166229" y="43324"/>
                  <a:pt x="167847" y="39292"/>
                  <a:pt x="167847" y="34509"/>
                </a:cubicBezTo>
                <a:cubicBezTo>
                  <a:pt x="167847" y="29736"/>
                  <a:pt x="166229" y="25713"/>
                  <a:pt x="162974" y="22439"/>
                </a:cubicBezTo>
                <a:cubicBezTo>
                  <a:pt x="159727" y="19193"/>
                  <a:pt x="155695" y="17575"/>
                  <a:pt x="150876" y="17575"/>
                </a:cubicBezTo>
                <a:cubicBezTo>
                  <a:pt x="146057" y="17575"/>
                  <a:pt x="142025" y="19193"/>
                  <a:pt x="138778" y="22439"/>
                </a:cubicBezTo>
                <a:cubicBezTo>
                  <a:pt x="135523" y="25713"/>
                  <a:pt x="133905" y="29745"/>
                  <a:pt x="133905" y="34546"/>
                </a:cubicBezTo>
                <a:cubicBezTo>
                  <a:pt x="133905" y="39347"/>
                  <a:pt x="135523" y="43379"/>
                  <a:pt x="138778" y="46644"/>
                </a:cubicBezTo>
                <a:cubicBezTo>
                  <a:pt x="142025" y="49917"/>
                  <a:pt x="146057" y="51554"/>
                  <a:pt x="150876" y="51554"/>
                </a:cubicBezTo>
                <a:cubicBezTo>
                  <a:pt x="155695" y="51554"/>
                  <a:pt x="159727" y="49908"/>
                  <a:pt x="162974" y="46616"/>
                </a:cubicBezTo>
                <a:close/>
                <a:moveTo>
                  <a:pt x="151031" y="183877"/>
                </a:moveTo>
                <a:cubicBezTo>
                  <a:pt x="158447" y="183877"/>
                  <a:pt x="164729" y="181262"/>
                  <a:pt x="169859" y="176022"/>
                </a:cubicBezTo>
                <a:cubicBezTo>
                  <a:pt x="175016" y="170782"/>
                  <a:pt x="177595" y="164455"/>
                  <a:pt x="177595" y="157039"/>
                </a:cubicBezTo>
                <a:cubicBezTo>
                  <a:pt x="177595" y="149623"/>
                  <a:pt x="175016" y="143341"/>
                  <a:pt x="169859" y="138212"/>
                </a:cubicBezTo>
                <a:cubicBezTo>
                  <a:pt x="164711" y="133054"/>
                  <a:pt x="158392" y="130476"/>
                  <a:pt x="150903" y="130476"/>
                </a:cubicBezTo>
                <a:cubicBezTo>
                  <a:pt x="143597" y="130476"/>
                  <a:pt x="137315" y="133054"/>
                  <a:pt x="132076" y="138212"/>
                </a:cubicBezTo>
                <a:cubicBezTo>
                  <a:pt x="126818" y="143360"/>
                  <a:pt x="124194" y="149678"/>
                  <a:pt x="124194" y="157167"/>
                </a:cubicBezTo>
                <a:cubicBezTo>
                  <a:pt x="124194" y="164473"/>
                  <a:pt x="126809" y="170755"/>
                  <a:pt x="132049" y="175995"/>
                </a:cubicBezTo>
                <a:cubicBezTo>
                  <a:pt x="137288" y="181252"/>
                  <a:pt x="143616" y="183877"/>
                  <a:pt x="151031" y="183877"/>
                </a:cubicBezTo>
                <a:close/>
                <a:moveTo>
                  <a:pt x="240743" y="266264"/>
                </a:moveTo>
                <a:cubicBezTo>
                  <a:pt x="243989" y="263018"/>
                  <a:pt x="245617" y="258995"/>
                  <a:pt x="245617" y="254194"/>
                </a:cubicBezTo>
                <a:cubicBezTo>
                  <a:pt x="245617" y="249421"/>
                  <a:pt x="243989" y="245379"/>
                  <a:pt x="240743" y="242097"/>
                </a:cubicBezTo>
                <a:cubicBezTo>
                  <a:pt x="237497" y="238823"/>
                  <a:pt x="233455" y="237186"/>
                  <a:pt x="228637" y="237186"/>
                </a:cubicBezTo>
                <a:cubicBezTo>
                  <a:pt x="223818" y="237186"/>
                  <a:pt x="219785" y="238832"/>
                  <a:pt x="216539" y="242124"/>
                </a:cubicBezTo>
                <a:cubicBezTo>
                  <a:pt x="213293" y="245416"/>
                  <a:pt x="211665" y="249448"/>
                  <a:pt x="211665" y="254231"/>
                </a:cubicBezTo>
                <a:cubicBezTo>
                  <a:pt x="211665" y="259004"/>
                  <a:pt x="213293" y="263018"/>
                  <a:pt x="216539" y="266264"/>
                </a:cubicBezTo>
                <a:cubicBezTo>
                  <a:pt x="219785" y="269510"/>
                  <a:pt x="223818" y="271138"/>
                  <a:pt x="228637" y="271138"/>
                </a:cubicBezTo>
                <a:cubicBezTo>
                  <a:pt x="233455" y="271138"/>
                  <a:pt x="237497" y="269510"/>
                  <a:pt x="240743" y="266264"/>
                </a:cubicBezTo>
                <a:close/>
                <a:moveTo>
                  <a:pt x="278874" y="130668"/>
                </a:moveTo>
                <a:cubicBezTo>
                  <a:pt x="282092" y="127376"/>
                  <a:pt x="283711" y="123343"/>
                  <a:pt x="283711" y="118561"/>
                </a:cubicBezTo>
                <a:cubicBezTo>
                  <a:pt x="283711" y="113761"/>
                  <a:pt x="282083" y="109737"/>
                  <a:pt x="278837" y="106491"/>
                </a:cubicBezTo>
                <a:cubicBezTo>
                  <a:pt x="275591" y="103263"/>
                  <a:pt x="271568" y="101654"/>
                  <a:pt x="266767" y="101654"/>
                </a:cubicBezTo>
                <a:cubicBezTo>
                  <a:pt x="261966" y="101654"/>
                  <a:pt x="257934" y="103272"/>
                  <a:pt x="254670" y="106528"/>
                </a:cubicBezTo>
                <a:cubicBezTo>
                  <a:pt x="251396" y="109774"/>
                  <a:pt x="249759" y="113797"/>
                  <a:pt x="249759" y="118598"/>
                </a:cubicBezTo>
                <a:cubicBezTo>
                  <a:pt x="249759" y="123389"/>
                  <a:pt x="251405" y="127431"/>
                  <a:pt x="254697" y="130695"/>
                </a:cubicBezTo>
                <a:cubicBezTo>
                  <a:pt x="257989" y="133969"/>
                  <a:pt x="262021" y="135596"/>
                  <a:pt x="266804" y="135596"/>
                </a:cubicBezTo>
                <a:cubicBezTo>
                  <a:pt x="271595" y="135596"/>
                  <a:pt x="275618" y="133950"/>
                  <a:pt x="278874" y="130668"/>
                </a:cubicBezTo>
                <a:close/>
                <a:moveTo>
                  <a:pt x="150876" y="34546"/>
                </a:moveTo>
                <a:close/>
                <a:moveTo>
                  <a:pt x="35012" y="118625"/>
                </a:moveTo>
                <a:close/>
                <a:moveTo>
                  <a:pt x="150876" y="157167"/>
                </a:moveTo>
                <a:close/>
                <a:moveTo>
                  <a:pt x="266740" y="118625"/>
                </a:moveTo>
                <a:close/>
                <a:moveTo>
                  <a:pt x="73115" y="254167"/>
                </a:moveTo>
                <a:close/>
                <a:moveTo>
                  <a:pt x="228673" y="25416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202" name="圖示 付款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0554" y="168003"/>
                </a:moveTo>
                <a:cubicBezTo>
                  <a:pt x="160075" y="168003"/>
                  <a:pt x="151169" y="164336"/>
                  <a:pt x="143835" y="157002"/>
                </a:cubicBezTo>
                <a:cubicBezTo>
                  <a:pt x="136502" y="149669"/>
                  <a:pt x="132835" y="140763"/>
                  <a:pt x="132835" y="130284"/>
                </a:cubicBezTo>
                <a:cubicBezTo>
                  <a:pt x="132835" y="119814"/>
                  <a:pt x="136502" y="110908"/>
                  <a:pt x="143835" y="103574"/>
                </a:cubicBezTo>
                <a:cubicBezTo>
                  <a:pt x="151169" y="96231"/>
                  <a:pt x="160075" y="92565"/>
                  <a:pt x="170554" y="92565"/>
                </a:cubicBezTo>
                <a:cubicBezTo>
                  <a:pt x="181033" y="92565"/>
                  <a:pt x="189939" y="96231"/>
                  <a:pt x="197273" y="103574"/>
                </a:cubicBezTo>
                <a:cubicBezTo>
                  <a:pt x="204606" y="110908"/>
                  <a:pt x="208273" y="119814"/>
                  <a:pt x="208273" y="130284"/>
                </a:cubicBezTo>
                <a:cubicBezTo>
                  <a:pt x="208273" y="140763"/>
                  <a:pt x="204606" y="149669"/>
                  <a:pt x="197273" y="157002"/>
                </a:cubicBezTo>
                <a:cubicBezTo>
                  <a:pt x="189939" y="164336"/>
                  <a:pt x="181033" y="168003"/>
                  <a:pt x="170554" y="168003"/>
                </a:cubicBezTo>
                <a:close/>
                <a:moveTo>
                  <a:pt x="71790" y="213741"/>
                </a:moveTo>
                <a:cubicBezTo>
                  <a:pt x="65864" y="213741"/>
                  <a:pt x="60789" y="211647"/>
                  <a:pt x="56583" y="207459"/>
                </a:cubicBezTo>
                <a:cubicBezTo>
                  <a:pt x="52386" y="203262"/>
                  <a:pt x="50292" y="198196"/>
                  <a:pt x="50292" y="192243"/>
                </a:cubicBezTo>
                <a:lnTo>
                  <a:pt x="50292" y="68306"/>
                </a:lnTo>
                <a:cubicBezTo>
                  <a:pt x="50292" y="62390"/>
                  <a:pt x="52386" y="57333"/>
                  <a:pt x="56583" y="53117"/>
                </a:cubicBezTo>
                <a:cubicBezTo>
                  <a:pt x="60771" y="48930"/>
                  <a:pt x="65837" y="46836"/>
                  <a:pt x="71790" y="46836"/>
                </a:cubicBezTo>
                <a:lnTo>
                  <a:pt x="269501" y="46836"/>
                </a:lnTo>
                <a:cubicBezTo>
                  <a:pt x="275390" y="46836"/>
                  <a:pt x="280428" y="48939"/>
                  <a:pt x="284625" y="53154"/>
                </a:cubicBezTo>
                <a:cubicBezTo>
                  <a:pt x="288813" y="57360"/>
                  <a:pt x="290907" y="62426"/>
                  <a:pt x="290907" y="68333"/>
                </a:cubicBezTo>
                <a:lnTo>
                  <a:pt x="290907" y="192271"/>
                </a:lnTo>
                <a:cubicBezTo>
                  <a:pt x="290907" y="198205"/>
                  <a:pt x="288813" y="203271"/>
                  <a:pt x="284625" y="207487"/>
                </a:cubicBezTo>
                <a:cubicBezTo>
                  <a:pt x="280428" y="211656"/>
                  <a:pt x="275390" y="213741"/>
                  <a:pt x="269501" y="213741"/>
                </a:cubicBezTo>
                <a:lnTo>
                  <a:pt x="71790" y="213741"/>
                </a:lnTo>
                <a:close/>
                <a:moveTo>
                  <a:pt x="102312" y="193149"/>
                </a:moveTo>
                <a:lnTo>
                  <a:pt x="238887" y="193149"/>
                </a:lnTo>
                <a:cubicBezTo>
                  <a:pt x="238887" y="184352"/>
                  <a:pt x="241923" y="176909"/>
                  <a:pt x="248004" y="170837"/>
                </a:cubicBezTo>
                <a:cubicBezTo>
                  <a:pt x="254075" y="164757"/>
                  <a:pt x="261518" y="161721"/>
                  <a:pt x="270324" y="161721"/>
                </a:cubicBezTo>
                <a:lnTo>
                  <a:pt x="270324" y="98856"/>
                </a:lnTo>
                <a:cubicBezTo>
                  <a:pt x="261518" y="98856"/>
                  <a:pt x="254075" y="95811"/>
                  <a:pt x="248004" y="89712"/>
                </a:cubicBezTo>
                <a:cubicBezTo>
                  <a:pt x="241923" y="83613"/>
                  <a:pt x="238887" y="76179"/>
                  <a:pt x="238887" y="67419"/>
                </a:cubicBezTo>
                <a:lnTo>
                  <a:pt x="102312" y="67419"/>
                </a:lnTo>
                <a:cubicBezTo>
                  <a:pt x="102312" y="76179"/>
                  <a:pt x="99276" y="83613"/>
                  <a:pt x="93196" y="89712"/>
                </a:cubicBezTo>
                <a:cubicBezTo>
                  <a:pt x="87124" y="95811"/>
                  <a:pt x="79681" y="98856"/>
                  <a:pt x="70884" y="98856"/>
                </a:cubicBezTo>
                <a:lnTo>
                  <a:pt x="70884" y="161721"/>
                </a:lnTo>
                <a:cubicBezTo>
                  <a:pt x="79681" y="161721"/>
                  <a:pt x="87124" y="164757"/>
                  <a:pt x="93196" y="170837"/>
                </a:cubicBezTo>
                <a:cubicBezTo>
                  <a:pt x="99276" y="176909"/>
                  <a:pt x="102312" y="184352"/>
                  <a:pt x="102312" y="193149"/>
                </a:cubicBezTo>
                <a:close/>
                <a:moveTo>
                  <a:pt x="240743" y="253188"/>
                </a:moveTo>
                <a:lnTo>
                  <a:pt x="32251" y="253188"/>
                </a:lnTo>
                <a:cubicBezTo>
                  <a:pt x="26362" y="253188"/>
                  <a:pt x="21324" y="251094"/>
                  <a:pt x="17127" y="246906"/>
                </a:cubicBezTo>
                <a:cubicBezTo>
                  <a:pt x="12939" y="242709"/>
                  <a:pt x="10845" y="237671"/>
                  <a:pt x="10845" y="231782"/>
                </a:cubicBezTo>
                <a:lnTo>
                  <a:pt x="10845" y="98728"/>
                </a:lnTo>
                <a:cubicBezTo>
                  <a:pt x="10845" y="95710"/>
                  <a:pt x="11878" y="93168"/>
                  <a:pt x="13954" y="91093"/>
                </a:cubicBezTo>
                <a:cubicBezTo>
                  <a:pt x="16029" y="89017"/>
                  <a:pt x="18581" y="87993"/>
                  <a:pt x="21598" y="88011"/>
                </a:cubicBezTo>
                <a:cubicBezTo>
                  <a:pt x="24634" y="88011"/>
                  <a:pt x="27167" y="89035"/>
                  <a:pt x="29197" y="91093"/>
                </a:cubicBezTo>
                <a:cubicBezTo>
                  <a:pt x="31236" y="93141"/>
                  <a:pt x="32251" y="95692"/>
                  <a:pt x="32251" y="98728"/>
                </a:cubicBezTo>
                <a:lnTo>
                  <a:pt x="32251" y="231782"/>
                </a:lnTo>
                <a:lnTo>
                  <a:pt x="240743" y="231782"/>
                </a:lnTo>
                <a:cubicBezTo>
                  <a:pt x="243761" y="231782"/>
                  <a:pt x="246303" y="232825"/>
                  <a:pt x="248378" y="234891"/>
                </a:cubicBezTo>
                <a:cubicBezTo>
                  <a:pt x="250454" y="236967"/>
                  <a:pt x="251478" y="239527"/>
                  <a:pt x="251460" y="242563"/>
                </a:cubicBezTo>
                <a:cubicBezTo>
                  <a:pt x="251460" y="245599"/>
                  <a:pt x="250436" y="248141"/>
                  <a:pt x="248378" y="250171"/>
                </a:cubicBezTo>
                <a:cubicBezTo>
                  <a:pt x="246330" y="252201"/>
                  <a:pt x="243779" y="253225"/>
                  <a:pt x="240743" y="253225"/>
                </a:cubicBezTo>
                <a:close/>
                <a:moveTo>
                  <a:pt x="70884" y="193149"/>
                </a:moveTo>
                <a:lnTo>
                  <a:pt x="70884" y="67419"/>
                </a:lnTo>
                <a:lnTo>
                  <a:pt x="70884" y="19314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4" name="圖示 金額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351" y="264847"/>
                </a:moveTo>
                <a:cubicBezTo>
                  <a:pt x="148480" y="264847"/>
                  <a:pt x="146112" y="263942"/>
                  <a:pt x="144247" y="262113"/>
                </a:cubicBezTo>
                <a:cubicBezTo>
                  <a:pt x="142381" y="260293"/>
                  <a:pt x="141449" y="257934"/>
                  <a:pt x="141449" y="255044"/>
                </a:cubicBezTo>
                <a:lnTo>
                  <a:pt x="141449" y="238293"/>
                </a:lnTo>
                <a:cubicBezTo>
                  <a:pt x="131180" y="236574"/>
                  <a:pt x="122475" y="232943"/>
                  <a:pt x="115324" y="227411"/>
                </a:cubicBezTo>
                <a:cubicBezTo>
                  <a:pt x="108183" y="221879"/>
                  <a:pt x="102587" y="214902"/>
                  <a:pt x="98545" y="206481"/>
                </a:cubicBezTo>
                <a:cubicBezTo>
                  <a:pt x="97393" y="203966"/>
                  <a:pt x="97411" y="201342"/>
                  <a:pt x="98600" y="198626"/>
                </a:cubicBezTo>
                <a:cubicBezTo>
                  <a:pt x="99798" y="195874"/>
                  <a:pt x="101782" y="193926"/>
                  <a:pt x="104543" y="192774"/>
                </a:cubicBezTo>
                <a:cubicBezTo>
                  <a:pt x="106994" y="191731"/>
                  <a:pt x="109518" y="191750"/>
                  <a:pt x="112124" y="192838"/>
                </a:cubicBezTo>
                <a:cubicBezTo>
                  <a:pt x="114693" y="193926"/>
                  <a:pt x="116741" y="195755"/>
                  <a:pt x="118250" y="198306"/>
                </a:cubicBezTo>
                <a:cubicBezTo>
                  <a:pt x="121981" y="205219"/>
                  <a:pt x="126827" y="210385"/>
                  <a:pt x="132798" y="213805"/>
                </a:cubicBezTo>
                <a:cubicBezTo>
                  <a:pt x="138778" y="217216"/>
                  <a:pt x="145563" y="218926"/>
                  <a:pt x="153171" y="218926"/>
                </a:cubicBezTo>
                <a:cubicBezTo>
                  <a:pt x="163083" y="218926"/>
                  <a:pt x="171167" y="216493"/>
                  <a:pt x="177439" y="211638"/>
                </a:cubicBezTo>
                <a:cubicBezTo>
                  <a:pt x="183703" y="206773"/>
                  <a:pt x="186839" y="200116"/>
                  <a:pt x="186839" y="191677"/>
                </a:cubicBezTo>
                <a:cubicBezTo>
                  <a:pt x="186839" y="182706"/>
                  <a:pt x="183941" y="175720"/>
                  <a:pt x="178162" y="170709"/>
                </a:cubicBezTo>
                <a:cubicBezTo>
                  <a:pt x="172374" y="165698"/>
                  <a:pt x="161538" y="160633"/>
                  <a:pt x="145655" y="155494"/>
                </a:cubicBezTo>
                <a:cubicBezTo>
                  <a:pt x="130677" y="150785"/>
                  <a:pt x="119430" y="144347"/>
                  <a:pt x="111932" y="136200"/>
                </a:cubicBezTo>
                <a:cubicBezTo>
                  <a:pt x="104452" y="128071"/>
                  <a:pt x="100712" y="117958"/>
                  <a:pt x="100712" y="105869"/>
                </a:cubicBezTo>
                <a:cubicBezTo>
                  <a:pt x="100712" y="94485"/>
                  <a:pt x="104370" y="84838"/>
                  <a:pt x="111676" y="76919"/>
                </a:cubicBezTo>
                <a:cubicBezTo>
                  <a:pt x="118991" y="68991"/>
                  <a:pt x="128894" y="64383"/>
                  <a:pt x="141385" y="63084"/>
                </a:cubicBezTo>
                <a:lnTo>
                  <a:pt x="141385" y="46644"/>
                </a:lnTo>
                <a:cubicBezTo>
                  <a:pt x="141385" y="43772"/>
                  <a:pt x="142317" y="41413"/>
                  <a:pt x="144183" y="39575"/>
                </a:cubicBezTo>
                <a:cubicBezTo>
                  <a:pt x="146048" y="37728"/>
                  <a:pt x="148416" y="36814"/>
                  <a:pt x="151287" y="36841"/>
                </a:cubicBezTo>
                <a:cubicBezTo>
                  <a:pt x="154159" y="36841"/>
                  <a:pt x="156500" y="37746"/>
                  <a:pt x="158328" y="39575"/>
                </a:cubicBezTo>
                <a:cubicBezTo>
                  <a:pt x="160148" y="41395"/>
                  <a:pt x="161062" y="43754"/>
                  <a:pt x="161062" y="46644"/>
                </a:cubicBezTo>
                <a:lnTo>
                  <a:pt x="161062" y="63084"/>
                </a:lnTo>
                <a:cubicBezTo>
                  <a:pt x="168560" y="64237"/>
                  <a:pt x="175345" y="66596"/>
                  <a:pt x="181399" y="70153"/>
                </a:cubicBezTo>
                <a:cubicBezTo>
                  <a:pt x="187470" y="73719"/>
                  <a:pt x="192527" y="78382"/>
                  <a:pt x="196550" y="84143"/>
                </a:cubicBezTo>
                <a:cubicBezTo>
                  <a:pt x="198123" y="86447"/>
                  <a:pt x="198434" y="88916"/>
                  <a:pt x="197492" y="91531"/>
                </a:cubicBezTo>
                <a:cubicBezTo>
                  <a:pt x="196550" y="94174"/>
                  <a:pt x="194694" y="96067"/>
                  <a:pt x="191923" y="97219"/>
                </a:cubicBezTo>
                <a:cubicBezTo>
                  <a:pt x="189519" y="98307"/>
                  <a:pt x="186986" y="98426"/>
                  <a:pt x="184325" y="97566"/>
                </a:cubicBezTo>
                <a:cubicBezTo>
                  <a:pt x="181655" y="96707"/>
                  <a:pt x="179314" y="95052"/>
                  <a:pt x="177284" y="92601"/>
                </a:cubicBezTo>
                <a:cubicBezTo>
                  <a:pt x="174385" y="89035"/>
                  <a:pt x="170837" y="86383"/>
                  <a:pt x="166622" y="84646"/>
                </a:cubicBezTo>
                <a:cubicBezTo>
                  <a:pt x="162416" y="82909"/>
                  <a:pt x="157387" y="82040"/>
                  <a:pt x="151534" y="82040"/>
                </a:cubicBezTo>
                <a:cubicBezTo>
                  <a:pt x="142153" y="82040"/>
                  <a:pt x="134755" y="84125"/>
                  <a:pt x="129342" y="88294"/>
                </a:cubicBezTo>
                <a:cubicBezTo>
                  <a:pt x="123938" y="92464"/>
                  <a:pt x="121231" y="98170"/>
                  <a:pt x="121231" y="105421"/>
                </a:cubicBezTo>
                <a:cubicBezTo>
                  <a:pt x="121231" y="113093"/>
                  <a:pt x="124230" y="119338"/>
                  <a:pt x="130229" y="124157"/>
                </a:cubicBezTo>
                <a:cubicBezTo>
                  <a:pt x="136218" y="128976"/>
                  <a:pt x="147794" y="134042"/>
                  <a:pt x="164958" y="139336"/>
                </a:cubicBezTo>
                <a:cubicBezTo>
                  <a:pt x="179314" y="143844"/>
                  <a:pt x="189967" y="150291"/>
                  <a:pt x="196925" y="158676"/>
                </a:cubicBezTo>
                <a:cubicBezTo>
                  <a:pt x="203966" y="167052"/>
                  <a:pt x="207487" y="177659"/>
                  <a:pt x="207487" y="190479"/>
                </a:cubicBezTo>
                <a:cubicBezTo>
                  <a:pt x="207487" y="203829"/>
                  <a:pt x="203564" y="214601"/>
                  <a:pt x="195727" y="222794"/>
                </a:cubicBezTo>
                <a:cubicBezTo>
                  <a:pt x="187891" y="230987"/>
                  <a:pt x="176360" y="236254"/>
                  <a:pt x="161126" y="238604"/>
                </a:cubicBezTo>
                <a:lnTo>
                  <a:pt x="161126" y="255044"/>
                </a:lnTo>
                <a:cubicBezTo>
                  <a:pt x="161126" y="257916"/>
                  <a:pt x="160203" y="260275"/>
                  <a:pt x="158356" y="262113"/>
                </a:cubicBezTo>
                <a:cubicBezTo>
                  <a:pt x="156490" y="263942"/>
                  <a:pt x="154159" y="264847"/>
                  <a:pt x="151351" y="26484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6" name="圖示 節省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854" y="265917"/>
                </a:moveTo>
                <a:cubicBezTo>
                  <a:pt x="66696" y="265917"/>
                  <a:pt x="61868" y="264225"/>
                  <a:pt x="57360" y="260823"/>
                </a:cubicBezTo>
                <a:cubicBezTo>
                  <a:pt x="52861" y="257431"/>
                  <a:pt x="49881" y="253280"/>
                  <a:pt x="48436" y="248378"/>
                </a:cubicBezTo>
                <a:cubicBezTo>
                  <a:pt x="43196" y="230465"/>
                  <a:pt x="38871" y="215003"/>
                  <a:pt x="35460" y="201982"/>
                </a:cubicBezTo>
                <a:cubicBezTo>
                  <a:pt x="32041" y="188970"/>
                  <a:pt x="29316" y="177531"/>
                  <a:pt x="27286" y="167664"/>
                </a:cubicBezTo>
                <a:cubicBezTo>
                  <a:pt x="25247" y="157789"/>
                  <a:pt x="23811" y="149056"/>
                  <a:pt x="22979" y="141449"/>
                </a:cubicBezTo>
                <a:cubicBezTo>
                  <a:pt x="22119" y="133795"/>
                  <a:pt x="21690" y="126462"/>
                  <a:pt x="21690" y="119448"/>
                </a:cubicBezTo>
                <a:cubicBezTo>
                  <a:pt x="21690" y="99660"/>
                  <a:pt x="28584" y="82863"/>
                  <a:pt x="42373" y="69055"/>
                </a:cubicBezTo>
                <a:cubicBezTo>
                  <a:pt x="56162" y="55248"/>
                  <a:pt x="72942" y="48344"/>
                  <a:pt x="92729" y="48344"/>
                </a:cubicBezTo>
                <a:lnTo>
                  <a:pt x="157478" y="48344"/>
                </a:lnTo>
                <a:cubicBezTo>
                  <a:pt x="163284" y="40801"/>
                  <a:pt x="170618" y="34720"/>
                  <a:pt x="179478" y="30111"/>
                </a:cubicBezTo>
                <a:cubicBezTo>
                  <a:pt x="188348" y="25503"/>
                  <a:pt x="198068" y="23198"/>
                  <a:pt x="208648" y="23198"/>
                </a:cubicBezTo>
                <a:cubicBezTo>
                  <a:pt x="214582" y="23198"/>
                  <a:pt x="219529" y="25210"/>
                  <a:pt x="223489" y="29233"/>
                </a:cubicBezTo>
                <a:cubicBezTo>
                  <a:pt x="227420" y="33257"/>
                  <a:pt x="229396" y="38130"/>
                  <a:pt x="229396" y="43845"/>
                </a:cubicBezTo>
                <a:cubicBezTo>
                  <a:pt x="229396" y="45190"/>
                  <a:pt x="229240" y="46525"/>
                  <a:pt x="228920" y="47841"/>
                </a:cubicBezTo>
                <a:cubicBezTo>
                  <a:pt x="228609" y="49158"/>
                  <a:pt x="228243" y="50383"/>
                  <a:pt x="227823" y="51517"/>
                </a:cubicBezTo>
                <a:cubicBezTo>
                  <a:pt x="227027" y="53611"/>
                  <a:pt x="226296" y="55751"/>
                  <a:pt x="225619" y="57927"/>
                </a:cubicBezTo>
                <a:cubicBezTo>
                  <a:pt x="224933" y="60085"/>
                  <a:pt x="224375" y="62481"/>
                  <a:pt x="223955" y="65096"/>
                </a:cubicBezTo>
                <a:lnTo>
                  <a:pt x="251213" y="92345"/>
                </a:lnTo>
                <a:lnTo>
                  <a:pt x="269346" y="92345"/>
                </a:lnTo>
                <a:cubicBezTo>
                  <a:pt x="272363" y="92345"/>
                  <a:pt x="274905" y="93397"/>
                  <a:pt x="276981" y="95491"/>
                </a:cubicBezTo>
                <a:cubicBezTo>
                  <a:pt x="279038" y="97566"/>
                  <a:pt x="280062" y="100127"/>
                  <a:pt x="280062" y="103163"/>
                </a:cubicBezTo>
                <a:lnTo>
                  <a:pt x="280062" y="175492"/>
                </a:lnTo>
                <a:cubicBezTo>
                  <a:pt x="280062" y="177942"/>
                  <a:pt x="279404" y="180119"/>
                  <a:pt x="278087" y="182030"/>
                </a:cubicBezTo>
                <a:cubicBezTo>
                  <a:pt x="276761" y="183932"/>
                  <a:pt x="274933" y="185221"/>
                  <a:pt x="272583" y="185888"/>
                </a:cubicBezTo>
                <a:lnTo>
                  <a:pt x="243825" y="195261"/>
                </a:lnTo>
                <a:lnTo>
                  <a:pt x="227292" y="250646"/>
                </a:lnTo>
                <a:cubicBezTo>
                  <a:pt x="225884" y="255255"/>
                  <a:pt x="223296" y="258958"/>
                  <a:pt x="219529" y="261774"/>
                </a:cubicBezTo>
                <a:cubicBezTo>
                  <a:pt x="215753" y="264582"/>
                  <a:pt x="211437" y="265981"/>
                  <a:pt x="206572" y="265981"/>
                </a:cubicBezTo>
                <a:lnTo>
                  <a:pt x="171688" y="265981"/>
                </a:lnTo>
                <a:cubicBezTo>
                  <a:pt x="166064" y="265981"/>
                  <a:pt x="161190" y="264152"/>
                  <a:pt x="157039" y="260485"/>
                </a:cubicBezTo>
                <a:cubicBezTo>
                  <a:pt x="152888" y="256818"/>
                  <a:pt x="150611" y="252365"/>
                  <a:pt x="150218" y="247126"/>
                </a:cubicBezTo>
                <a:lnTo>
                  <a:pt x="150218" y="240835"/>
                </a:lnTo>
                <a:lnTo>
                  <a:pt x="125986" y="240835"/>
                </a:lnTo>
                <a:lnTo>
                  <a:pt x="125986" y="247126"/>
                </a:lnTo>
                <a:cubicBezTo>
                  <a:pt x="125584" y="252365"/>
                  <a:pt x="123307" y="256818"/>
                  <a:pt x="119165" y="260485"/>
                </a:cubicBezTo>
                <a:cubicBezTo>
                  <a:pt x="115032" y="264152"/>
                  <a:pt x="110158" y="265981"/>
                  <a:pt x="104543" y="265981"/>
                </a:cubicBezTo>
                <a:lnTo>
                  <a:pt x="71854" y="265981"/>
                </a:lnTo>
                <a:close/>
                <a:moveTo>
                  <a:pt x="69686" y="244511"/>
                </a:moveTo>
                <a:lnTo>
                  <a:pt x="104918" y="244511"/>
                </a:lnTo>
                <a:lnTo>
                  <a:pt x="104918" y="219365"/>
                </a:lnTo>
                <a:lnTo>
                  <a:pt x="171249" y="219365"/>
                </a:lnTo>
                <a:lnTo>
                  <a:pt x="171249" y="244511"/>
                </a:lnTo>
                <a:lnTo>
                  <a:pt x="206481" y="244511"/>
                </a:lnTo>
                <a:lnTo>
                  <a:pt x="226250" y="178601"/>
                </a:lnTo>
                <a:lnTo>
                  <a:pt x="258565" y="167756"/>
                </a:lnTo>
                <a:lnTo>
                  <a:pt x="258565" y="113879"/>
                </a:lnTo>
                <a:lnTo>
                  <a:pt x="242215" y="113879"/>
                </a:lnTo>
                <a:lnTo>
                  <a:pt x="201982" y="73646"/>
                </a:lnTo>
                <a:cubicBezTo>
                  <a:pt x="202192" y="70189"/>
                  <a:pt x="202768" y="65892"/>
                  <a:pt x="203710" y="60762"/>
                </a:cubicBezTo>
                <a:cubicBezTo>
                  <a:pt x="204661" y="55623"/>
                  <a:pt x="205969" y="49890"/>
                  <a:pt x="207642" y="43562"/>
                </a:cubicBezTo>
                <a:cubicBezTo>
                  <a:pt x="198781" y="45912"/>
                  <a:pt x="190918" y="49423"/>
                  <a:pt x="184069" y="54096"/>
                </a:cubicBezTo>
                <a:cubicBezTo>
                  <a:pt x="177192" y="58750"/>
                  <a:pt x="172172" y="64017"/>
                  <a:pt x="169009" y="69906"/>
                </a:cubicBezTo>
                <a:lnTo>
                  <a:pt x="92729" y="69906"/>
                </a:lnTo>
                <a:cubicBezTo>
                  <a:pt x="79022" y="69906"/>
                  <a:pt x="67327" y="74743"/>
                  <a:pt x="57644" y="84427"/>
                </a:cubicBezTo>
                <a:cubicBezTo>
                  <a:pt x="47969" y="94110"/>
                  <a:pt x="43123" y="105805"/>
                  <a:pt x="43123" y="119503"/>
                </a:cubicBezTo>
                <a:cubicBezTo>
                  <a:pt x="43123" y="128309"/>
                  <a:pt x="45418" y="143607"/>
                  <a:pt x="50009" y="165397"/>
                </a:cubicBezTo>
                <a:cubicBezTo>
                  <a:pt x="54599" y="187187"/>
                  <a:pt x="61155" y="213576"/>
                  <a:pt x="69686" y="244547"/>
                </a:cubicBezTo>
                <a:close/>
                <a:moveTo>
                  <a:pt x="210916" y="136419"/>
                </a:moveTo>
                <a:cubicBezTo>
                  <a:pt x="213595" y="133758"/>
                  <a:pt x="214939" y="130467"/>
                  <a:pt x="214939" y="126544"/>
                </a:cubicBezTo>
                <a:cubicBezTo>
                  <a:pt x="214939" y="122630"/>
                  <a:pt x="213595" y="119338"/>
                  <a:pt x="210916" y="116677"/>
                </a:cubicBezTo>
                <a:cubicBezTo>
                  <a:pt x="208227" y="114017"/>
                  <a:pt x="204944" y="112682"/>
                  <a:pt x="201040" y="112682"/>
                </a:cubicBezTo>
                <a:cubicBezTo>
                  <a:pt x="197145" y="112682"/>
                  <a:pt x="193853" y="114017"/>
                  <a:pt x="191174" y="116677"/>
                </a:cubicBezTo>
                <a:cubicBezTo>
                  <a:pt x="188494" y="119338"/>
                  <a:pt x="187150" y="122630"/>
                  <a:pt x="187150" y="126544"/>
                </a:cubicBezTo>
                <a:cubicBezTo>
                  <a:pt x="187150" y="130467"/>
                  <a:pt x="188494" y="133758"/>
                  <a:pt x="191174" y="136419"/>
                </a:cubicBezTo>
                <a:cubicBezTo>
                  <a:pt x="193853" y="139080"/>
                  <a:pt x="197145" y="140406"/>
                  <a:pt x="201040" y="140406"/>
                </a:cubicBezTo>
                <a:cubicBezTo>
                  <a:pt x="204944" y="140406"/>
                  <a:pt x="208227" y="139080"/>
                  <a:pt x="210916" y="136419"/>
                </a:cubicBezTo>
                <a:close/>
                <a:moveTo>
                  <a:pt x="153016" y="109637"/>
                </a:moveTo>
                <a:cubicBezTo>
                  <a:pt x="155969" y="109637"/>
                  <a:pt x="158429" y="108640"/>
                  <a:pt x="160404" y="106646"/>
                </a:cubicBezTo>
                <a:cubicBezTo>
                  <a:pt x="162388" y="104662"/>
                  <a:pt x="163385" y="102193"/>
                  <a:pt x="163385" y="99267"/>
                </a:cubicBezTo>
                <a:cubicBezTo>
                  <a:pt x="163385" y="96332"/>
                  <a:pt x="162388" y="93881"/>
                  <a:pt x="160404" y="91906"/>
                </a:cubicBezTo>
                <a:cubicBezTo>
                  <a:pt x="158411" y="89940"/>
                  <a:pt x="155951" y="88953"/>
                  <a:pt x="153016" y="88953"/>
                </a:cubicBezTo>
                <a:lnTo>
                  <a:pt x="108411" y="88953"/>
                </a:lnTo>
                <a:cubicBezTo>
                  <a:pt x="105458" y="88953"/>
                  <a:pt x="103007" y="89959"/>
                  <a:pt x="101059" y="91970"/>
                </a:cubicBezTo>
                <a:cubicBezTo>
                  <a:pt x="99103" y="93982"/>
                  <a:pt x="98133" y="96442"/>
                  <a:pt x="98133" y="99359"/>
                </a:cubicBezTo>
                <a:cubicBezTo>
                  <a:pt x="98133" y="102266"/>
                  <a:pt x="99130" y="104708"/>
                  <a:pt x="101114" y="106683"/>
                </a:cubicBezTo>
                <a:cubicBezTo>
                  <a:pt x="103108" y="108631"/>
                  <a:pt x="105567" y="109609"/>
                  <a:pt x="108503" y="109609"/>
                </a:cubicBezTo>
                <a:lnTo>
                  <a:pt x="153043" y="109609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8490"/>
                </a:moveTo>
                <a:cubicBezTo>
                  <a:pt x="133374" y="278490"/>
                  <a:pt x="116879" y="275152"/>
                  <a:pt x="101370" y="268468"/>
                </a:cubicBezTo>
                <a:cubicBezTo>
                  <a:pt x="85862" y="261784"/>
                  <a:pt x="72302" y="252640"/>
                  <a:pt x="60698" y="241054"/>
                </a:cubicBezTo>
                <a:cubicBezTo>
                  <a:pt x="49112" y="229469"/>
                  <a:pt x="39968" y="215908"/>
                  <a:pt x="33284" y="200382"/>
                </a:cubicBezTo>
                <a:cubicBezTo>
                  <a:pt x="26600" y="184873"/>
                  <a:pt x="23262" y="168378"/>
                  <a:pt x="23262" y="150876"/>
                </a:cubicBezTo>
                <a:cubicBezTo>
                  <a:pt x="23262" y="133173"/>
                  <a:pt x="26600" y="116559"/>
                  <a:pt x="33284" y="101059"/>
                </a:cubicBezTo>
                <a:cubicBezTo>
                  <a:pt x="39968" y="85551"/>
                  <a:pt x="49112" y="72046"/>
                  <a:pt x="60698" y="60542"/>
                </a:cubicBezTo>
                <a:cubicBezTo>
                  <a:pt x="72283" y="49039"/>
                  <a:pt x="85844" y="39941"/>
                  <a:pt x="101370" y="33257"/>
                </a:cubicBezTo>
                <a:cubicBezTo>
                  <a:pt x="116897" y="26554"/>
                  <a:pt x="133411" y="23198"/>
                  <a:pt x="150903" y="23198"/>
                </a:cubicBezTo>
                <a:cubicBezTo>
                  <a:pt x="168615" y="23198"/>
                  <a:pt x="185230" y="26536"/>
                  <a:pt x="200757" y="33220"/>
                </a:cubicBezTo>
                <a:cubicBezTo>
                  <a:pt x="216283" y="39904"/>
                  <a:pt x="229789" y="49003"/>
                  <a:pt x="241274" y="60506"/>
                </a:cubicBezTo>
                <a:cubicBezTo>
                  <a:pt x="252758" y="71991"/>
                  <a:pt x="261857" y="85496"/>
                  <a:pt x="268559" y="101023"/>
                </a:cubicBezTo>
                <a:cubicBezTo>
                  <a:pt x="275262" y="116549"/>
                  <a:pt x="278618" y="133173"/>
                  <a:pt x="278618" y="150876"/>
                </a:cubicBezTo>
                <a:cubicBezTo>
                  <a:pt x="278618" y="168378"/>
                  <a:pt x="275262" y="184883"/>
                  <a:pt x="268559" y="200418"/>
                </a:cubicBezTo>
                <a:cubicBezTo>
                  <a:pt x="261857" y="215945"/>
                  <a:pt x="252758" y="229496"/>
                  <a:pt x="241274" y="241091"/>
                </a:cubicBezTo>
                <a:cubicBezTo>
                  <a:pt x="229770" y="252676"/>
                  <a:pt x="216265" y="261811"/>
                  <a:pt x="200757" y="268495"/>
                </a:cubicBezTo>
                <a:cubicBezTo>
                  <a:pt x="185248" y="275180"/>
                  <a:pt x="168643" y="278526"/>
                  <a:pt x="150940" y="278526"/>
                </a:cubicBezTo>
                <a:close/>
                <a:moveTo>
                  <a:pt x="150876" y="257084"/>
                </a:moveTo>
                <a:cubicBezTo>
                  <a:pt x="180420" y="257084"/>
                  <a:pt x="205502" y="246733"/>
                  <a:pt x="226122" y="226031"/>
                </a:cubicBezTo>
                <a:cubicBezTo>
                  <a:pt x="246742" y="205329"/>
                  <a:pt x="257056" y="180274"/>
                  <a:pt x="257056" y="150876"/>
                </a:cubicBezTo>
                <a:cubicBezTo>
                  <a:pt x="257056" y="121332"/>
                  <a:pt x="246742" y="96250"/>
                  <a:pt x="226122" y="75630"/>
                </a:cubicBezTo>
                <a:cubicBezTo>
                  <a:pt x="205502" y="55010"/>
                  <a:pt x="180402" y="44696"/>
                  <a:pt x="150812" y="44696"/>
                </a:cubicBezTo>
                <a:cubicBezTo>
                  <a:pt x="121432" y="44696"/>
                  <a:pt x="96405" y="55010"/>
                  <a:pt x="75721" y="75630"/>
                </a:cubicBezTo>
                <a:cubicBezTo>
                  <a:pt x="55019" y="96250"/>
                  <a:pt x="44668" y="121350"/>
                  <a:pt x="44668" y="150940"/>
                </a:cubicBezTo>
                <a:cubicBezTo>
                  <a:pt x="44668" y="180320"/>
                  <a:pt x="55019" y="205347"/>
                  <a:pt x="75721" y="226031"/>
                </a:cubicBezTo>
                <a:cubicBezTo>
                  <a:pt x="96423" y="246733"/>
                  <a:pt x="121478" y="257084"/>
                  <a:pt x="150876" y="257084"/>
                </a:cubicBezTo>
                <a:close/>
                <a:moveTo>
                  <a:pt x="150876" y="150876"/>
                </a:moveTo>
                <a:close/>
                <a:moveTo>
                  <a:pt x="156847" y="238448"/>
                </a:moveTo>
                <a:cubicBezTo>
                  <a:pt x="158612" y="236683"/>
                  <a:pt x="159490" y="234525"/>
                  <a:pt x="159490" y="231974"/>
                </a:cubicBezTo>
                <a:lnTo>
                  <a:pt x="159490" y="225025"/>
                </a:lnTo>
                <a:cubicBezTo>
                  <a:pt x="172017" y="223598"/>
                  <a:pt x="181911" y="219374"/>
                  <a:pt x="189162" y="212360"/>
                </a:cubicBezTo>
                <a:cubicBezTo>
                  <a:pt x="196413" y="205338"/>
                  <a:pt x="200034" y="196258"/>
                  <a:pt x="200034" y="185102"/>
                </a:cubicBezTo>
                <a:cubicBezTo>
                  <a:pt x="200034" y="174102"/>
                  <a:pt x="197026" y="165305"/>
                  <a:pt x="191018" y="158703"/>
                </a:cubicBezTo>
                <a:cubicBezTo>
                  <a:pt x="185001" y="152120"/>
                  <a:pt x="174596" y="146414"/>
                  <a:pt x="159801" y="141577"/>
                </a:cubicBezTo>
                <a:cubicBezTo>
                  <a:pt x="146688" y="137169"/>
                  <a:pt x="137699" y="132835"/>
                  <a:pt x="132835" y="128555"/>
                </a:cubicBezTo>
                <a:cubicBezTo>
                  <a:pt x="127989" y="124285"/>
                  <a:pt x="125575" y="118735"/>
                  <a:pt x="125575" y="111904"/>
                </a:cubicBezTo>
                <a:cubicBezTo>
                  <a:pt x="125575" y="105631"/>
                  <a:pt x="127870" y="100730"/>
                  <a:pt x="132460" y="97192"/>
                </a:cubicBezTo>
                <a:cubicBezTo>
                  <a:pt x="137041" y="93644"/>
                  <a:pt x="143305" y="91879"/>
                  <a:pt x="151223" y="91879"/>
                </a:cubicBezTo>
                <a:cubicBezTo>
                  <a:pt x="156253" y="91879"/>
                  <a:pt x="160742" y="92812"/>
                  <a:pt x="164702" y="94677"/>
                </a:cubicBezTo>
                <a:cubicBezTo>
                  <a:pt x="168670" y="96542"/>
                  <a:pt x="172127" y="99377"/>
                  <a:pt x="175080" y="103190"/>
                </a:cubicBezTo>
                <a:cubicBezTo>
                  <a:pt x="176671" y="105019"/>
                  <a:pt x="178582" y="106208"/>
                  <a:pt x="180804" y="106774"/>
                </a:cubicBezTo>
                <a:cubicBezTo>
                  <a:pt x="183017" y="107323"/>
                  <a:pt x="185129" y="107031"/>
                  <a:pt x="187114" y="105897"/>
                </a:cubicBezTo>
                <a:cubicBezTo>
                  <a:pt x="189528" y="104699"/>
                  <a:pt x="191064" y="102907"/>
                  <a:pt x="191741" y="100520"/>
                </a:cubicBezTo>
                <a:cubicBezTo>
                  <a:pt x="192426" y="98133"/>
                  <a:pt x="192015" y="95921"/>
                  <a:pt x="190479" y="93891"/>
                </a:cubicBezTo>
                <a:cubicBezTo>
                  <a:pt x="186876" y="88861"/>
                  <a:pt x="182551" y="84902"/>
                  <a:pt x="177503" y="82003"/>
                </a:cubicBezTo>
                <a:cubicBezTo>
                  <a:pt x="172474" y="79114"/>
                  <a:pt x="166677" y="77303"/>
                  <a:pt x="160121" y="76572"/>
                </a:cubicBezTo>
                <a:lnTo>
                  <a:pt x="160121" y="69714"/>
                </a:lnTo>
                <a:cubicBezTo>
                  <a:pt x="160121" y="67117"/>
                  <a:pt x="159215" y="65005"/>
                  <a:pt x="157414" y="63368"/>
                </a:cubicBezTo>
                <a:cubicBezTo>
                  <a:pt x="155613" y="61731"/>
                  <a:pt x="153537" y="60936"/>
                  <a:pt x="151187" y="60981"/>
                </a:cubicBezTo>
                <a:cubicBezTo>
                  <a:pt x="148819" y="60981"/>
                  <a:pt x="146688" y="61795"/>
                  <a:pt x="144777" y="63432"/>
                </a:cubicBezTo>
                <a:cubicBezTo>
                  <a:pt x="142875" y="65069"/>
                  <a:pt x="141915" y="67181"/>
                  <a:pt x="141915" y="69778"/>
                </a:cubicBezTo>
                <a:lnTo>
                  <a:pt x="141915" y="76636"/>
                </a:lnTo>
                <a:cubicBezTo>
                  <a:pt x="131088" y="78199"/>
                  <a:pt x="122612" y="82177"/>
                  <a:pt x="116485" y="88541"/>
                </a:cubicBezTo>
                <a:cubicBezTo>
                  <a:pt x="110386" y="94915"/>
                  <a:pt x="107341" y="102806"/>
                  <a:pt x="107341" y="112215"/>
                </a:cubicBezTo>
                <a:cubicBezTo>
                  <a:pt x="107341" y="122648"/>
                  <a:pt x="110085" y="130960"/>
                  <a:pt x="115580" y="137142"/>
                </a:cubicBezTo>
                <a:cubicBezTo>
                  <a:pt x="121067" y="143323"/>
                  <a:pt x="131271" y="149212"/>
                  <a:pt x="146194" y="154808"/>
                </a:cubicBezTo>
                <a:cubicBezTo>
                  <a:pt x="160569" y="160258"/>
                  <a:pt x="170106" y="165031"/>
                  <a:pt x="174797" y="169137"/>
                </a:cubicBezTo>
                <a:cubicBezTo>
                  <a:pt x="179488" y="173224"/>
                  <a:pt x="181838" y="178564"/>
                  <a:pt x="181838" y="185166"/>
                </a:cubicBezTo>
                <a:cubicBezTo>
                  <a:pt x="181838" y="191942"/>
                  <a:pt x="179094" y="197638"/>
                  <a:pt x="173599" y="202265"/>
                </a:cubicBezTo>
                <a:cubicBezTo>
                  <a:pt x="168112" y="206901"/>
                  <a:pt x="161264" y="209215"/>
                  <a:pt x="153043" y="209215"/>
                </a:cubicBezTo>
                <a:cubicBezTo>
                  <a:pt x="146194" y="209215"/>
                  <a:pt x="139931" y="207569"/>
                  <a:pt x="134252" y="204277"/>
                </a:cubicBezTo>
                <a:cubicBezTo>
                  <a:pt x="128574" y="201013"/>
                  <a:pt x="124166" y="196377"/>
                  <a:pt x="121048" y="190387"/>
                </a:cubicBezTo>
                <a:cubicBezTo>
                  <a:pt x="119896" y="188568"/>
                  <a:pt x="118378" y="187150"/>
                  <a:pt x="116485" y="186144"/>
                </a:cubicBezTo>
                <a:cubicBezTo>
                  <a:pt x="114602" y="185157"/>
                  <a:pt x="112645" y="185001"/>
                  <a:pt x="110615" y="185669"/>
                </a:cubicBezTo>
                <a:cubicBezTo>
                  <a:pt x="107744" y="186757"/>
                  <a:pt x="105842" y="188494"/>
                  <a:pt x="104918" y="190854"/>
                </a:cubicBezTo>
                <a:cubicBezTo>
                  <a:pt x="104004" y="193204"/>
                  <a:pt x="104324" y="195581"/>
                  <a:pt x="105897" y="197995"/>
                </a:cubicBezTo>
                <a:cubicBezTo>
                  <a:pt x="110130" y="205018"/>
                  <a:pt x="115150" y="210669"/>
                  <a:pt x="120957" y="214966"/>
                </a:cubicBezTo>
                <a:cubicBezTo>
                  <a:pt x="126754" y="219264"/>
                  <a:pt x="133539" y="222410"/>
                  <a:pt x="141293" y="224394"/>
                </a:cubicBezTo>
                <a:lnTo>
                  <a:pt x="141293" y="232194"/>
                </a:lnTo>
                <a:cubicBezTo>
                  <a:pt x="141293" y="234644"/>
                  <a:pt x="142226" y="236738"/>
                  <a:pt x="144091" y="238476"/>
                </a:cubicBezTo>
                <a:cubicBezTo>
                  <a:pt x="145947" y="240222"/>
                  <a:pt x="148115" y="241091"/>
                  <a:pt x="150565" y="241091"/>
                </a:cubicBezTo>
                <a:cubicBezTo>
                  <a:pt x="152970" y="241091"/>
                  <a:pt x="155064" y="240204"/>
                  <a:pt x="156847" y="23844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10" name="圖示 財務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4904" y="216256"/>
                </a:moveTo>
                <a:lnTo>
                  <a:pt x="64904" y="130284"/>
                </a:lnTo>
                <a:cubicBezTo>
                  <a:pt x="64904" y="127412"/>
                  <a:pt x="65901" y="124989"/>
                  <a:pt x="67894" y="122996"/>
                </a:cubicBezTo>
                <a:cubicBezTo>
                  <a:pt x="69888" y="121003"/>
                  <a:pt x="72347" y="120006"/>
                  <a:pt x="75283" y="120006"/>
                </a:cubicBezTo>
                <a:cubicBezTo>
                  <a:pt x="78218" y="120006"/>
                  <a:pt x="80641" y="121003"/>
                  <a:pt x="82570" y="122996"/>
                </a:cubicBezTo>
                <a:cubicBezTo>
                  <a:pt x="84500" y="124989"/>
                  <a:pt x="85469" y="127412"/>
                  <a:pt x="85469" y="130284"/>
                </a:cubicBezTo>
                <a:lnTo>
                  <a:pt x="85469" y="216320"/>
                </a:lnTo>
                <a:cubicBezTo>
                  <a:pt x="85469" y="219227"/>
                  <a:pt x="84481" y="221669"/>
                  <a:pt x="82506" y="223644"/>
                </a:cubicBezTo>
                <a:cubicBezTo>
                  <a:pt x="80540" y="225592"/>
                  <a:pt x="78090" y="226570"/>
                  <a:pt x="75155" y="226570"/>
                </a:cubicBezTo>
                <a:cubicBezTo>
                  <a:pt x="72219" y="226570"/>
                  <a:pt x="69769" y="225573"/>
                  <a:pt x="67803" y="223580"/>
                </a:cubicBezTo>
                <a:cubicBezTo>
                  <a:pt x="65855" y="221587"/>
                  <a:pt x="64877" y="219136"/>
                  <a:pt x="64877" y="216228"/>
                </a:cubicBezTo>
                <a:close/>
                <a:moveTo>
                  <a:pt x="141887" y="216320"/>
                </a:moveTo>
                <a:lnTo>
                  <a:pt x="141887" y="130284"/>
                </a:lnTo>
                <a:cubicBezTo>
                  <a:pt x="141887" y="127412"/>
                  <a:pt x="142884" y="124989"/>
                  <a:pt x="144868" y="122996"/>
                </a:cubicBezTo>
                <a:cubicBezTo>
                  <a:pt x="146862" y="121003"/>
                  <a:pt x="149303" y="120006"/>
                  <a:pt x="152193" y="120006"/>
                </a:cubicBezTo>
                <a:cubicBezTo>
                  <a:pt x="155091" y="120006"/>
                  <a:pt x="157505" y="121003"/>
                  <a:pt x="159453" y="122996"/>
                </a:cubicBezTo>
                <a:cubicBezTo>
                  <a:pt x="161410" y="124989"/>
                  <a:pt x="162379" y="127412"/>
                  <a:pt x="162379" y="130284"/>
                </a:cubicBezTo>
                <a:lnTo>
                  <a:pt x="162379" y="216320"/>
                </a:lnTo>
                <a:cubicBezTo>
                  <a:pt x="162379" y="219191"/>
                  <a:pt x="161382" y="221623"/>
                  <a:pt x="159398" y="223607"/>
                </a:cubicBezTo>
                <a:cubicBezTo>
                  <a:pt x="157405" y="225601"/>
                  <a:pt x="154963" y="226597"/>
                  <a:pt x="152074" y="226597"/>
                </a:cubicBezTo>
                <a:cubicBezTo>
                  <a:pt x="149175" y="226597"/>
                  <a:pt x="146761" y="225601"/>
                  <a:pt x="144814" y="223607"/>
                </a:cubicBezTo>
                <a:cubicBezTo>
                  <a:pt x="142857" y="221623"/>
                  <a:pt x="141887" y="219191"/>
                  <a:pt x="141887" y="216320"/>
                </a:cubicBezTo>
                <a:close/>
                <a:moveTo>
                  <a:pt x="33979" y="265130"/>
                </a:moveTo>
                <a:cubicBezTo>
                  <a:pt x="30962" y="265130"/>
                  <a:pt x="28420" y="264097"/>
                  <a:pt x="26344" y="262021"/>
                </a:cubicBezTo>
                <a:cubicBezTo>
                  <a:pt x="24268" y="259946"/>
                  <a:pt x="23235" y="257394"/>
                  <a:pt x="23262" y="254350"/>
                </a:cubicBezTo>
                <a:cubicBezTo>
                  <a:pt x="23262" y="251314"/>
                  <a:pt x="24286" y="248781"/>
                  <a:pt x="26344" y="246742"/>
                </a:cubicBezTo>
                <a:cubicBezTo>
                  <a:pt x="28392" y="244712"/>
                  <a:pt x="30943" y="243697"/>
                  <a:pt x="33979" y="243697"/>
                </a:cubicBezTo>
                <a:lnTo>
                  <a:pt x="267773" y="243697"/>
                </a:lnTo>
                <a:cubicBezTo>
                  <a:pt x="270790" y="243697"/>
                  <a:pt x="273351" y="244730"/>
                  <a:pt x="275445" y="246806"/>
                </a:cubicBezTo>
                <a:cubicBezTo>
                  <a:pt x="277520" y="248881"/>
                  <a:pt x="278554" y="251442"/>
                  <a:pt x="278554" y="254478"/>
                </a:cubicBezTo>
                <a:cubicBezTo>
                  <a:pt x="278554" y="257513"/>
                  <a:pt x="277520" y="260055"/>
                  <a:pt x="275445" y="262085"/>
                </a:cubicBezTo>
                <a:cubicBezTo>
                  <a:pt x="273369" y="264115"/>
                  <a:pt x="270809" y="265130"/>
                  <a:pt x="267773" y="265130"/>
                </a:cubicBezTo>
                <a:lnTo>
                  <a:pt x="33979" y="265130"/>
                </a:lnTo>
                <a:close/>
                <a:moveTo>
                  <a:pt x="216256" y="216256"/>
                </a:moveTo>
                <a:lnTo>
                  <a:pt x="216256" y="130284"/>
                </a:lnTo>
                <a:cubicBezTo>
                  <a:pt x="216256" y="127412"/>
                  <a:pt x="217252" y="124989"/>
                  <a:pt x="219246" y="122996"/>
                </a:cubicBezTo>
                <a:cubicBezTo>
                  <a:pt x="221230" y="121003"/>
                  <a:pt x="223699" y="120006"/>
                  <a:pt x="226625" y="120006"/>
                </a:cubicBezTo>
                <a:cubicBezTo>
                  <a:pt x="229560" y="120006"/>
                  <a:pt x="231992" y="121003"/>
                  <a:pt x="233922" y="122996"/>
                </a:cubicBezTo>
                <a:cubicBezTo>
                  <a:pt x="235851" y="124989"/>
                  <a:pt x="236811" y="127412"/>
                  <a:pt x="236811" y="130284"/>
                </a:cubicBezTo>
                <a:lnTo>
                  <a:pt x="236811" y="216320"/>
                </a:lnTo>
                <a:cubicBezTo>
                  <a:pt x="236811" y="219227"/>
                  <a:pt x="235824" y="221669"/>
                  <a:pt x="233858" y="223644"/>
                </a:cubicBezTo>
                <a:cubicBezTo>
                  <a:pt x="231892" y="225592"/>
                  <a:pt x="229432" y="226570"/>
                  <a:pt x="226506" y="226570"/>
                </a:cubicBezTo>
                <a:cubicBezTo>
                  <a:pt x="223571" y="226570"/>
                  <a:pt x="221120" y="225573"/>
                  <a:pt x="219145" y="223580"/>
                </a:cubicBezTo>
                <a:cubicBezTo>
                  <a:pt x="217197" y="221587"/>
                  <a:pt x="216228" y="219136"/>
                  <a:pt x="216228" y="216228"/>
                </a:cubicBezTo>
                <a:close/>
                <a:moveTo>
                  <a:pt x="268815" y="102907"/>
                </a:moveTo>
                <a:lnTo>
                  <a:pt x="31839" y="102907"/>
                </a:lnTo>
                <a:cubicBezTo>
                  <a:pt x="29435" y="102907"/>
                  <a:pt x="27395" y="102074"/>
                  <a:pt x="25740" y="100392"/>
                </a:cubicBezTo>
                <a:cubicBezTo>
                  <a:pt x="24085" y="98719"/>
                  <a:pt x="23262" y="96698"/>
                  <a:pt x="23262" y="94330"/>
                </a:cubicBezTo>
                <a:lnTo>
                  <a:pt x="23262" y="88075"/>
                </a:lnTo>
                <a:cubicBezTo>
                  <a:pt x="23262" y="86566"/>
                  <a:pt x="23683" y="85121"/>
                  <a:pt x="24515" y="83741"/>
                </a:cubicBezTo>
                <a:cubicBezTo>
                  <a:pt x="25356" y="82351"/>
                  <a:pt x="26426" y="81272"/>
                  <a:pt x="27725" y="80495"/>
                </a:cubicBezTo>
                <a:lnTo>
                  <a:pt x="140315" y="16377"/>
                </a:lnTo>
                <a:cubicBezTo>
                  <a:pt x="143588" y="14557"/>
                  <a:pt x="147109" y="13643"/>
                  <a:pt x="150876" y="13643"/>
                </a:cubicBezTo>
                <a:cubicBezTo>
                  <a:pt x="154652" y="13643"/>
                  <a:pt x="158173" y="14557"/>
                  <a:pt x="161437" y="16377"/>
                </a:cubicBezTo>
                <a:lnTo>
                  <a:pt x="273588" y="80120"/>
                </a:lnTo>
                <a:cubicBezTo>
                  <a:pt x="275097" y="81107"/>
                  <a:pt x="276304" y="82351"/>
                  <a:pt x="277200" y="83860"/>
                </a:cubicBezTo>
                <a:cubicBezTo>
                  <a:pt x="278106" y="85368"/>
                  <a:pt x="278554" y="87060"/>
                  <a:pt x="278554" y="88925"/>
                </a:cubicBezTo>
                <a:lnTo>
                  <a:pt x="278554" y="92729"/>
                </a:lnTo>
                <a:cubicBezTo>
                  <a:pt x="278554" y="95601"/>
                  <a:pt x="277621" y="98005"/>
                  <a:pt x="275756" y="99953"/>
                </a:cubicBezTo>
                <a:cubicBezTo>
                  <a:pt x="273890" y="101901"/>
                  <a:pt x="271577" y="102879"/>
                  <a:pt x="268815" y="102879"/>
                </a:cubicBezTo>
                <a:close/>
                <a:moveTo>
                  <a:pt x="70189" y="81409"/>
                </a:moveTo>
                <a:lnTo>
                  <a:pt x="231535" y="81409"/>
                </a:lnTo>
                <a:lnTo>
                  <a:pt x="70189" y="81409"/>
                </a:lnTo>
                <a:close/>
                <a:moveTo>
                  <a:pt x="70189" y="81409"/>
                </a:moveTo>
                <a:lnTo>
                  <a:pt x="231535" y="81409"/>
                </a:lnTo>
                <a:lnTo>
                  <a:pt x="150876" y="35140"/>
                </a:lnTo>
                <a:lnTo>
                  <a:pt x="70189" y="8140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2" name="圖示 報價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010" y="226067"/>
                </a:moveTo>
                <a:lnTo>
                  <a:pt x="141010" y="233327"/>
                </a:lnTo>
                <a:cubicBezTo>
                  <a:pt x="141010" y="234772"/>
                  <a:pt x="141549" y="236016"/>
                  <a:pt x="142637" y="237067"/>
                </a:cubicBezTo>
                <a:cubicBezTo>
                  <a:pt x="143735" y="238110"/>
                  <a:pt x="144978" y="238640"/>
                  <a:pt x="146377" y="238640"/>
                </a:cubicBezTo>
                <a:lnTo>
                  <a:pt x="155430" y="238640"/>
                </a:lnTo>
                <a:cubicBezTo>
                  <a:pt x="156838" y="238640"/>
                  <a:pt x="158072" y="238091"/>
                  <a:pt x="159142" y="237003"/>
                </a:cubicBezTo>
                <a:cubicBezTo>
                  <a:pt x="160212" y="235933"/>
                  <a:pt x="160742" y="234672"/>
                  <a:pt x="160742" y="233227"/>
                </a:cubicBezTo>
                <a:lnTo>
                  <a:pt x="160742" y="226031"/>
                </a:lnTo>
                <a:lnTo>
                  <a:pt x="179168" y="226031"/>
                </a:lnTo>
                <a:cubicBezTo>
                  <a:pt x="182011" y="226031"/>
                  <a:pt x="184370" y="225098"/>
                  <a:pt x="186236" y="223232"/>
                </a:cubicBezTo>
                <a:cubicBezTo>
                  <a:pt x="188101" y="221367"/>
                  <a:pt x="189034" y="219035"/>
                  <a:pt x="189034" y="216228"/>
                </a:cubicBezTo>
                <a:lnTo>
                  <a:pt x="189034" y="174888"/>
                </a:lnTo>
                <a:cubicBezTo>
                  <a:pt x="189034" y="172081"/>
                  <a:pt x="188101" y="169740"/>
                  <a:pt x="186236" y="167847"/>
                </a:cubicBezTo>
                <a:cubicBezTo>
                  <a:pt x="184370" y="165964"/>
                  <a:pt x="182002" y="165022"/>
                  <a:pt x="179131" y="165022"/>
                </a:cubicBezTo>
                <a:lnTo>
                  <a:pt x="132460" y="165022"/>
                </a:lnTo>
                <a:lnTo>
                  <a:pt x="132460" y="143460"/>
                </a:lnTo>
                <a:lnTo>
                  <a:pt x="179232" y="143460"/>
                </a:lnTo>
                <a:cubicBezTo>
                  <a:pt x="182011" y="143460"/>
                  <a:pt x="184343" y="142500"/>
                  <a:pt x="186208" y="140598"/>
                </a:cubicBezTo>
                <a:cubicBezTo>
                  <a:pt x="188092" y="138687"/>
                  <a:pt x="189034" y="136346"/>
                  <a:pt x="189034" y="133557"/>
                </a:cubicBezTo>
                <a:cubicBezTo>
                  <a:pt x="189034" y="130768"/>
                  <a:pt x="188092" y="128446"/>
                  <a:pt x="186208" y="126580"/>
                </a:cubicBezTo>
                <a:cubicBezTo>
                  <a:pt x="184325" y="124715"/>
                  <a:pt x="181993" y="123782"/>
                  <a:pt x="179232" y="123782"/>
                </a:cubicBezTo>
                <a:lnTo>
                  <a:pt x="160742" y="123782"/>
                </a:lnTo>
                <a:lnTo>
                  <a:pt x="160742" y="116522"/>
                </a:lnTo>
                <a:cubicBezTo>
                  <a:pt x="160742" y="115114"/>
                  <a:pt x="160203" y="113879"/>
                  <a:pt x="159115" y="112810"/>
                </a:cubicBezTo>
                <a:cubicBezTo>
                  <a:pt x="158017" y="111740"/>
                  <a:pt x="156774" y="111209"/>
                  <a:pt x="155375" y="111209"/>
                </a:cubicBezTo>
                <a:lnTo>
                  <a:pt x="146322" y="111209"/>
                </a:lnTo>
                <a:cubicBezTo>
                  <a:pt x="144914" y="111209"/>
                  <a:pt x="143680" y="111740"/>
                  <a:pt x="142610" y="112810"/>
                </a:cubicBezTo>
                <a:cubicBezTo>
                  <a:pt x="141540" y="113879"/>
                  <a:pt x="141010" y="115114"/>
                  <a:pt x="141010" y="116522"/>
                </a:cubicBezTo>
                <a:lnTo>
                  <a:pt x="141010" y="123782"/>
                </a:lnTo>
                <a:lnTo>
                  <a:pt x="122584" y="123782"/>
                </a:lnTo>
                <a:cubicBezTo>
                  <a:pt x="119741" y="123782"/>
                  <a:pt x="117382" y="124724"/>
                  <a:pt x="115516" y="126608"/>
                </a:cubicBezTo>
                <a:cubicBezTo>
                  <a:pt x="113651" y="128491"/>
                  <a:pt x="112718" y="130823"/>
                  <a:pt x="112718" y="133585"/>
                </a:cubicBezTo>
                <a:lnTo>
                  <a:pt x="112718" y="174925"/>
                </a:lnTo>
                <a:cubicBezTo>
                  <a:pt x="112718" y="177750"/>
                  <a:pt x="113651" y="180100"/>
                  <a:pt x="115516" y="181966"/>
                </a:cubicBezTo>
                <a:cubicBezTo>
                  <a:pt x="117382" y="183831"/>
                  <a:pt x="119750" y="184764"/>
                  <a:pt x="122621" y="184764"/>
                </a:cubicBezTo>
                <a:lnTo>
                  <a:pt x="169292" y="184764"/>
                </a:lnTo>
                <a:lnTo>
                  <a:pt x="169292" y="206325"/>
                </a:lnTo>
                <a:lnTo>
                  <a:pt x="122520" y="206325"/>
                </a:lnTo>
                <a:cubicBezTo>
                  <a:pt x="119741" y="206325"/>
                  <a:pt x="117409" y="207276"/>
                  <a:pt x="115544" y="209187"/>
                </a:cubicBezTo>
                <a:cubicBezTo>
                  <a:pt x="113660" y="211089"/>
                  <a:pt x="112718" y="213448"/>
                  <a:pt x="112718" y="216256"/>
                </a:cubicBezTo>
                <a:cubicBezTo>
                  <a:pt x="112718" y="219063"/>
                  <a:pt x="113660" y="221404"/>
                  <a:pt x="115544" y="223269"/>
                </a:cubicBezTo>
                <a:cubicBezTo>
                  <a:pt x="117436" y="225134"/>
                  <a:pt x="119777" y="226067"/>
                  <a:pt x="122584" y="226067"/>
                </a:cubicBezTo>
                <a:lnTo>
                  <a:pt x="141010" y="226067"/>
                </a:lnTo>
                <a:close/>
                <a:moveTo>
                  <a:pt x="69842" y="278490"/>
                </a:moveTo>
                <a:cubicBezTo>
                  <a:pt x="64063" y="278490"/>
                  <a:pt x="59043" y="276368"/>
                  <a:pt x="54791" y="272107"/>
                </a:cubicBezTo>
                <a:cubicBezTo>
                  <a:pt x="50530" y="267855"/>
                  <a:pt x="48408" y="262835"/>
                  <a:pt x="48408" y="257056"/>
                </a:cubicBezTo>
                <a:lnTo>
                  <a:pt x="48408" y="44668"/>
                </a:lnTo>
                <a:cubicBezTo>
                  <a:pt x="48408" y="38862"/>
                  <a:pt x="50530" y="33833"/>
                  <a:pt x="54791" y="29581"/>
                </a:cubicBezTo>
                <a:cubicBezTo>
                  <a:pt x="59043" y="25320"/>
                  <a:pt x="64063" y="23198"/>
                  <a:pt x="69842" y="23198"/>
                </a:cubicBezTo>
                <a:lnTo>
                  <a:pt x="182341" y="23198"/>
                </a:lnTo>
                <a:lnTo>
                  <a:pt x="253444" y="94302"/>
                </a:lnTo>
                <a:lnTo>
                  <a:pt x="253444" y="257084"/>
                </a:lnTo>
                <a:cubicBezTo>
                  <a:pt x="253444" y="262872"/>
                  <a:pt x="251314" y="267892"/>
                  <a:pt x="247062" y="272144"/>
                </a:cubicBezTo>
                <a:cubicBezTo>
                  <a:pt x="242810" y="276396"/>
                  <a:pt x="237781" y="278526"/>
                  <a:pt x="231974" y="278526"/>
                </a:cubicBezTo>
                <a:lnTo>
                  <a:pt x="69878" y="278526"/>
                </a:lnTo>
                <a:close/>
                <a:moveTo>
                  <a:pt x="69842" y="257084"/>
                </a:moveTo>
                <a:lnTo>
                  <a:pt x="231938" y="257084"/>
                </a:lnTo>
                <a:lnTo>
                  <a:pt x="231938" y="102468"/>
                </a:lnTo>
                <a:lnTo>
                  <a:pt x="184855" y="102468"/>
                </a:lnTo>
                <a:cubicBezTo>
                  <a:pt x="181838" y="102468"/>
                  <a:pt x="179296" y="101444"/>
                  <a:pt x="177220" y="99386"/>
                </a:cubicBezTo>
                <a:cubicBezTo>
                  <a:pt x="175144" y="97338"/>
                  <a:pt x="174111" y="94787"/>
                  <a:pt x="174138" y="91751"/>
                </a:cubicBezTo>
                <a:lnTo>
                  <a:pt x="174138" y="44668"/>
                </a:lnTo>
                <a:lnTo>
                  <a:pt x="69842" y="44668"/>
                </a:lnTo>
                <a:lnTo>
                  <a:pt x="69842" y="257056"/>
                </a:lnTo>
                <a:close/>
                <a:moveTo>
                  <a:pt x="69842" y="44696"/>
                </a:moveTo>
                <a:lnTo>
                  <a:pt x="69842" y="102468"/>
                </a:lnTo>
                <a:lnTo>
                  <a:pt x="69842" y="44696"/>
                </a:lnTo>
                <a:lnTo>
                  <a:pt x="69842" y="257084"/>
                </a:lnTo>
                <a:lnTo>
                  <a:pt x="69842" y="4469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214" name="圖示 郵件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96" y="253344"/>
                </a:moveTo>
                <a:cubicBezTo>
                  <a:pt x="38917" y="253344"/>
                  <a:pt x="33897" y="251222"/>
                  <a:pt x="29645" y="246961"/>
                </a:cubicBezTo>
                <a:cubicBezTo>
                  <a:pt x="25384" y="242709"/>
                  <a:pt x="23262" y="237689"/>
                  <a:pt x="23262" y="231910"/>
                </a:cubicBezTo>
                <a:lnTo>
                  <a:pt x="23262" y="69814"/>
                </a:lnTo>
                <a:cubicBezTo>
                  <a:pt x="23262" y="64008"/>
                  <a:pt x="25384" y="58979"/>
                  <a:pt x="29645" y="54727"/>
                </a:cubicBezTo>
                <a:cubicBezTo>
                  <a:pt x="33897" y="50466"/>
                  <a:pt x="38917" y="48344"/>
                  <a:pt x="44696" y="48344"/>
                </a:cubicBezTo>
                <a:lnTo>
                  <a:pt x="257084" y="48344"/>
                </a:lnTo>
                <a:cubicBezTo>
                  <a:pt x="262890" y="48344"/>
                  <a:pt x="267919" y="50466"/>
                  <a:pt x="272171" y="54727"/>
                </a:cubicBezTo>
                <a:cubicBezTo>
                  <a:pt x="276432" y="58979"/>
                  <a:pt x="278554" y="64008"/>
                  <a:pt x="278554" y="69814"/>
                </a:cubicBezTo>
                <a:lnTo>
                  <a:pt x="278554" y="231910"/>
                </a:lnTo>
                <a:cubicBezTo>
                  <a:pt x="278554" y="237689"/>
                  <a:pt x="276432" y="242709"/>
                  <a:pt x="272171" y="246961"/>
                </a:cubicBezTo>
                <a:cubicBezTo>
                  <a:pt x="267919" y="251222"/>
                  <a:pt x="262890" y="253344"/>
                  <a:pt x="257084" y="253344"/>
                </a:cubicBezTo>
                <a:lnTo>
                  <a:pt x="44696" y="253344"/>
                </a:lnTo>
                <a:close/>
                <a:moveTo>
                  <a:pt x="257084" y="88861"/>
                </a:moveTo>
                <a:lnTo>
                  <a:pt x="156664" y="154963"/>
                </a:lnTo>
                <a:cubicBezTo>
                  <a:pt x="155677" y="155485"/>
                  <a:pt x="154753" y="155914"/>
                  <a:pt x="153894" y="156253"/>
                </a:cubicBezTo>
                <a:cubicBezTo>
                  <a:pt x="153034" y="156582"/>
                  <a:pt x="152028" y="156756"/>
                  <a:pt x="150876" y="156756"/>
                </a:cubicBezTo>
                <a:cubicBezTo>
                  <a:pt x="149724" y="156756"/>
                  <a:pt x="148718" y="156582"/>
                  <a:pt x="147858" y="156253"/>
                </a:cubicBezTo>
                <a:cubicBezTo>
                  <a:pt x="146999" y="155914"/>
                  <a:pt x="146075" y="155485"/>
                  <a:pt x="145088" y="154963"/>
                </a:cubicBezTo>
                <a:lnTo>
                  <a:pt x="44696" y="88825"/>
                </a:lnTo>
                <a:lnTo>
                  <a:pt x="44696" y="231910"/>
                </a:lnTo>
                <a:lnTo>
                  <a:pt x="257084" y="231910"/>
                </a:lnTo>
                <a:lnTo>
                  <a:pt x="257084" y="88825"/>
                </a:lnTo>
                <a:close/>
                <a:moveTo>
                  <a:pt x="150876" y="138330"/>
                </a:moveTo>
                <a:lnTo>
                  <a:pt x="255831" y="69814"/>
                </a:lnTo>
                <a:lnTo>
                  <a:pt x="46269" y="69814"/>
                </a:lnTo>
                <a:lnTo>
                  <a:pt x="150903" y="138330"/>
                </a:lnTo>
                <a:close/>
                <a:moveTo>
                  <a:pt x="44668" y="88825"/>
                </a:moveTo>
                <a:lnTo>
                  <a:pt x="44668" y="91248"/>
                </a:lnTo>
                <a:lnTo>
                  <a:pt x="44668" y="77733"/>
                </a:lnTo>
                <a:lnTo>
                  <a:pt x="44668" y="77980"/>
                </a:lnTo>
                <a:lnTo>
                  <a:pt x="44668" y="69814"/>
                </a:lnTo>
                <a:lnTo>
                  <a:pt x="44668" y="77861"/>
                </a:lnTo>
                <a:lnTo>
                  <a:pt x="44668" y="77514"/>
                </a:lnTo>
                <a:lnTo>
                  <a:pt x="44668" y="91248"/>
                </a:lnTo>
                <a:lnTo>
                  <a:pt x="44668" y="88825"/>
                </a:lnTo>
                <a:lnTo>
                  <a:pt x="44668" y="231910"/>
                </a:lnTo>
                <a:lnTo>
                  <a:pt x="44668" y="8882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16" name="圖示 訊息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3554" y="228198"/>
                </a:moveTo>
                <a:lnTo>
                  <a:pt x="41550" y="260202"/>
                </a:lnTo>
                <a:cubicBezTo>
                  <a:pt x="38158" y="263594"/>
                  <a:pt x="34263" y="264380"/>
                  <a:pt x="29864" y="262552"/>
                </a:cubicBezTo>
                <a:cubicBezTo>
                  <a:pt x="25457" y="260732"/>
                  <a:pt x="23262" y="257477"/>
                  <a:pt x="23262" y="252777"/>
                </a:cubicBezTo>
                <a:lnTo>
                  <a:pt x="23262" y="44696"/>
                </a:lnTo>
                <a:cubicBezTo>
                  <a:pt x="23262" y="38889"/>
                  <a:pt x="25384" y="33860"/>
                  <a:pt x="29645" y="29608"/>
                </a:cubicBezTo>
                <a:cubicBezTo>
                  <a:pt x="33897" y="25356"/>
                  <a:pt x="38917" y="23226"/>
                  <a:pt x="44696" y="23226"/>
                </a:cubicBezTo>
                <a:lnTo>
                  <a:pt x="257084" y="23226"/>
                </a:lnTo>
                <a:cubicBezTo>
                  <a:pt x="262890" y="23226"/>
                  <a:pt x="267919" y="25356"/>
                  <a:pt x="272171" y="29608"/>
                </a:cubicBezTo>
                <a:cubicBezTo>
                  <a:pt x="276432" y="33860"/>
                  <a:pt x="278554" y="38889"/>
                  <a:pt x="278554" y="44696"/>
                </a:cubicBezTo>
                <a:lnTo>
                  <a:pt x="278554" y="206792"/>
                </a:lnTo>
                <a:cubicBezTo>
                  <a:pt x="278554" y="212580"/>
                  <a:pt x="276432" y="217600"/>
                  <a:pt x="272171" y="221852"/>
                </a:cubicBezTo>
                <a:cubicBezTo>
                  <a:pt x="267919" y="226104"/>
                  <a:pt x="262890" y="228234"/>
                  <a:pt x="257084" y="228234"/>
                </a:cubicBezTo>
                <a:lnTo>
                  <a:pt x="73554" y="228234"/>
                </a:lnTo>
                <a:close/>
                <a:moveTo>
                  <a:pt x="65380" y="206792"/>
                </a:moveTo>
                <a:lnTo>
                  <a:pt x="257056" y="206792"/>
                </a:lnTo>
                <a:lnTo>
                  <a:pt x="257056" y="44696"/>
                </a:lnTo>
                <a:lnTo>
                  <a:pt x="44668" y="44696"/>
                </a:lnTo>
                <a:lnTo>
                  <a:pt x="44668" y="229396"/>
                </a:lnTo>
                <a:lnTo>
                  <a:pt x="65380" y="206792"/>
                </a:lnTo>
                <a:close/>
                <a:moveTo>
                  <a:pt x="44668" y="206792"/>
                </a:moveTo>
                <a:lnTo>
                  <a:pt x="44668" y="44696"/>
                </a:lnTo>
                <a:lnTo>
                  <a:pt x="44668" y="206792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070" y="176333"/>
                  <a:pt x="169319" y="175428"/>
                  <a:pt x="171121" y="173599"/>
                </a:cubicBezTo>
                <a:cubicBezTo>
                  <a:pt x="172922" y="171779"/>
                  <a:pt x="173818" y="169530"/>
                  <a:pt x="173818" y="166841"/>
                </a:cubicBezTo>
                <a:cubicBezTo>
                  <a:pt x="173818" y="164162"/>
                  <a:pt x="172922" y="161931"/>
                  <a:pt x="171121" y="160148"/>
                </a:cubicBezTo>
                <a:cubicBezTo>
                  <a:pt x="169319" y="158365"/>
                  <a:pt x="167070" y="157478"/>
                  <a:pt x="164391" y="157478"/>
                </a:cubicBezTo>
                <a:lnTo>
                  <a:pt x="84865" y="157478"/>
                </a:lnTo>
                <a:cubicBezTo>
                  <a:pt x="82186" y="157478"/>
                  <a:pt x="79946" y="158392"/>
                  <a:pt x="78145" y="160212"/>
                </a:cubicBezTo>
                <a:cubicBezTo>
                  <a:pt x="76343" y="162032"/>
                  <a:pt x="75438" y="164290"/>
                  <a:pt x="75438" y="166969"/>
                </a:cubicBezTo>
                <a:cubicBezTo>
                  <a:pt x="75438" y="169649"/>
                  <a:pt x="76343" y="171880"/>
                  <a:pt x="78145" y="173663"/>
                </a:cubicBezTo>
                <a:cubicBezTo>
                  <a:pt x="79946" y="175446"/>
                  <a:pt x="82186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566" y="135478"/>
                  <a:pt x="221806" y="134563"/>
                  <a:pt x="223607" y="132743"/>
                </a:cubicBezTo>
                <a:cubicBezTo>
                  <a:pt x="225409" y="130915"/>
                  <a:pt x="226314" y="128665"/>
                  <a:pt x="226314" y="125986"/>
                </a:cubicBezTo>
                <a:cubicBezTo>
                  <a:pt x="226314" y="123298"/>
                  <a:pt x="225409" y="121067"/>
                  <a:pt x="223607" y="119283"/>
                </a:cubicBezTo>
                <a:cubicBezTo>
                  <a:pt x="221806" y="117510"/>
                  <a:pt x="219566" y="116613"/>
                  <a:pt x="216887" y="116613"/>
                </a:cubicBezTo>
                <a:lnTo>
                  <a:pt x="84865" y="116613"/>
                </a:lnTo>
                <a:cubicBezTo>
                  <a:pt x="82186" y="116613"/>
                  <a:pt x="79946" y="117528"/>
                  <a:pt x="78145" y="119347"/>
                </a:cubicBezTo>
                <a:cubicBezTo>
                  <a:pt x="76343" y="121176"/>
                  <a:pt x="75438" y="123426"/>
                  <a:pt x="75438" y="126105"/>
                </a:cubicBezTo>
                <a:cubicBezTo>
                  <a:pt x="75438" y="128793"/>
                  <a:pt x="76343" y="131024"/>
                  <a:pt x="78145" y="132798"/>
                </a:cubicBezTo>
                <a:cubicBezTo>
                  <a:pt x="79946" y="134581"/>
                  <a:pt x="82186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566" y="94613"/>
                  <a:pt x="221806" y="93699"/>
                  <a:pt x="223607" y="91879"/>
                </a:cubicBezTo>
                <a:cubicBezTo>
                  <a:pt x="225409" y="90050"/>
                  <a:pt x="226314" y="87801"/>
                  <a:pt x="226314" y="85121"/>
                </a:cubicBezTo>
                <a:cubicBezTo>
                  <a:pt x="226314" y="82433"/>
                  <a:pt x="225409" y="80202"/>
                  <a:pt x="223607" y="78428"/>
                </a:cubicBezTo>
                <a:cubicBezTo>
                  <a:pt x="221806" y="76645"/>
                  <a:pt x="219566" y="75749"/>
                  <a:pt x="216887" y="75749"/>
                </a:cubicBezTo>
                <a:lnTo>
                  <a:pt x="84865" y="75749"/>
                </a:lnTo>
                <a:cubicBezTo>
                  <a:pt x="82186" y="75749"/>
                  <a:pt x="79946" y="76663"/>
                  <a:pt x="78145" y="78483"/>
                </a:cubicBezTo>
                <a:cubicBezTo>
                  <a:pt x="76343" y="80312"/>
                  <a:pt x="75438" y="82561"/>
                  <a:pt x="75438" y="85250"/>
                </a:cubicBezTo>
                <a:cubicBezTo>
                  <a:pt x="75438" y="87929"/>
                  <a:pt x="76343" y="90160"/>
                  <a:pt x="78145" y="91943"/>
                </a:cubicBezTo>
                <a:cubicBezTo>
                  <a:pt x="79946" y="93717"/>
                  <a:pt x="82186" y="94613"/>
                  <a:pt x="84865" y="9461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18" name="圖示 討論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9218" y="264664"/>
                </a:moveTo>
                <a:cubicBezTo>
                  <a:pt x="267901" y="264664"/>
                  <a:pt x="266575" y="264408"/>
                  <a:pt x="265258" y="263905"/>
                </a:cubicBezTo>
                <a:cubicBezTo>
                  <a:pt x="263942" y="263402"/>
                  <a:pt x="262698" y="262588"/>
                  <a:pt x="261546" y="261454"/>
                </a:cubicBezTo>
                <a:lnTo>
                  <a:pt x="229332" y="229240"/>
                </a:lnTo>
                <a:lnTo>
                  <a:pt x="95866" y="229240"/>
                </a:lnTo>
                <a:cubicBezTo>
                  <a:pt x="89922" y="229240"/>
                  <a:pt x="84865" y="227146"/>
                  <a:pt x="80723" y="222949"/>
                </a:cubicBezTo>
                <a:cubicBezTo>
                  <a:pt x="76544" y="218761"/>
                  <a:pt x="74460" y="213686"/>
                  <a:pt x="74460" y="207733"/>
                </a:cubicBezTo>
                <a:lnTo>
                  <a:pt x="74460" y="182587"/>
                </a:lnTo>
                <a:lnTo>
                  <a:pt x="211793" y="182587"/>
                </a:lnTo>
                <a:cubicBezTo>
                  <a:pt x="217682" y="182587"/>
                  <a:pt x="222720" y="180503"/>
                  <a:pt x="226908" y="176333"/>
                </a:cubicBezTo>
                <a:cubicBezTo>
                  <a:pt x="231105" y="172163"/>
                  <a:pt x="233199" y="167116"/>
                  <a:pt x="233199" y="161190"/>
                </a:cubicBezTo>
                <a:lnTo>
                  <a:pt x="233199" y="74213"/>
                </a:lnTo>
                <a:lnTo>
                  <a:pt x="258345" y="74213"/>
                </a:lnTo>
                <a:cubicBezTo>
                  <a:pt x="264298" y="74213"/>
                  <a:pt x="269364" y="76307"/>
                  <a:pt x="273561" y="80495"/>
                </a:cubicBezTo>
                <a:cubicBezTo>
                  <a:pt x="277749" y="84692"/>
                  <a:pt x="279843" y="89758"/>
                  <a:pt x="279843" y="95710"/>
                </a:cubicBezTo>
                <a:lnTo>
                  <a:pt x="279843" y="253947"/>
                </a:lnTo>
                <a:cubicBezTo>
                  <a:pt x="279843" y="257276"/>
                  <a:pt x="278700" y="259891"/>
                  <a:pt x="276414" y="261802"/>
                </a:cubicBezTo>
                <a:cubicBezTo>
                  <a:pt x="274137" y="263704"/>
                  <a:pt x="271732" y="264664"/>
                  <a:pt x="269218" y="264664"/>
                </a:cubicBezTo>
                <a:close/>
                <a:moveTo>
                  <a:pt x="43407" y="163294"/>
                </a:moveTo>
                <a:lnTo>
                  <a:pt x="64346" y="142354"/>
                </a:lnTo>
                <a:lnTo>
                  <a:pt x="192929" y="142354"/>
                </a:lnTo>
                <a:lnTo>
                  <a:pt x="192929" y="43187"/>
                </a:lnTo>
                <a:lnTo>
                  <a:pt x="43407" y="43187"/>
                </a:lnTo>
                <a:lnTo>
                  <a:pt x="43407" y="163294"/>
                </a:lnTo>
                <a:close/>
                <a:moveTo>
                  <a:pt x="32626" y="199943"/>
                </a:moveTo>
                <a:cubicBezTo>
                  <a:pt x="30029" y="199943"/>
                  <a:pt x="27597" y="198992"/>
                  <a:pt x="25338" y="197081"/>
                </a:cubicBezTo>
                <a:cubicBezTo>
                  <a:pt x="23070" y="195179"/>
                  <a:pt x="21936" y="192554"/>
                  <a:pt x="21936" y="189226"/>
                </a:cubicBezTo>
                <a:lnTo>
                  <a:pt x="21936" y="43187"/>
                </a:lnTo>
                <a:cubicBezTo>
                  <a:pt x="21936" y="37234"/>
                  <a:pt x="24040" y="32169"/>
                  <a:pt x="28228" y="27971"/>
                </a:cubicBezTo>
                <a:cubicBezTo>
                  <a:pt x="32379" y="23784"/>
                  <a:pt x="37436" y="21690"/>
                  <a:pt x="43407" y="21690"/>
                </a:cubicBezTo>
                <a:lnTo>
                  <a:pt x="192929" y="21690"/>
                </a:lnTo>
                <a:cubicBezTo>
                  <a:pt x="198818" y="21690"/>
                  <a:pt x="203856" y="23784"/>
                  <a:pt x="208053" y="27971"/>
                </a:cubicBezTo>
                <a:cubicBezTo>
                  <a:pt x="212241" y="32169"/>
                  <a:pt x="214335" y="37234"/>
                  <a:pt x="214335" y="43187"/>
                </a:cubicBezTo>
                <a:lnTo>
                  <a:pt x="214335" y="142354"/>
                </a:lnTo>
                <a:cubicBezTo>
                  <a:pt x="214335" y="148288"/>
                  <a:pt x="212241" y="153336"/>
                  <a:pt x="208053" y="157505"/>
                </a:cubicBezTo>
                <a:cubicBezTo>
                  <a:pt x="203856" y="161675"/>
                  <a:pt x="198818" y="163760"/>
                  <a:pt x="192929" y="163760"/>
                </a:cubicBezTo>
                <a:lnTo>
                  <a:pt x="73115" y="163760"/>
                </a:lnTo>
                <a:lnTo>
                  <a:pt x="40206" y="196669"/>
                </a:lnTo>
                <a:cubicBezTo>
                  <a:pt x="39008" y="197867"/>
                  <a:pt x="37765" y="198717"/>
                  <a:pt x="36466" y="199220"/>
                </a:cubicBezTo>
                <a:cubicBezTo>
                  <a:pt x="35159" y="199723"/>
                  <a:pt x="33888" y="199970"/>
                  <a:pt x="32626" y="199970"/>
                </a:cubicBezTo>
                <a:close/>
                <a:moveTo>
                  <a:pt x="43407" y="142326"/>
                </a:moveTo>
                <a:lnTo>
                  <a:pt x="43407" y="43160"/>
                </a:lnTo>
                <a:lnTo>
                  <a:pt x="43407" y="14232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0" name="圖示 公告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9821" y="161126"/>
                </a:moveTo>
                <a:lnTo>
                  <a:pt x="240652" y="161126"/>
                </a:lnTo>
                <a:cubicBezTo>
                  <a:pt x="237717" y="161126"/>
                  <a:pt x="235266" y="160130"/>
                  <a:pt x="233291" y="158136"/>
                </a:cubicBezTo>
                <a:cubicBezTo>
                  <a:pt x="231325" y="156143"/>
                  <a:pt x="230328" y="153701"/>
                  <a:pt x="230310" y="150812"/>
                </a:cubicBezTo>
                <a:cubicBezTo>
                  <a:pt x="230310" y="147922"/>
                  <a:pt x="231297" y="145490"/>
                  <a:pt x="233291" y="143524"/>
                </a:cubicBezTo>
                <a:cubicBezTo>
                  <a:pt x="235284" y="141577"/>
                  <a:pt x="237735" y="140598"/>
                  <a:pt x="240652" y="140598"/>
                </a:cubicBezTo>
                <a:lnTo>
                  <a:pt x="269849" y="140598"/>
                </a:lnTo>
                <a:cubicBezTo>
                  <a:pt x="272738" y="140598"/>
                  <a:pt x="275170" y="141595"/>
                  <a:pt x="277136" y="143588"/>
                </a:cubicBezTo>
                <a:cubicBezTo>
                  <a:pt x="279111" y="145572"/>
                  <a:pt x="280099" y="148014"/>
                  <a:pt x="280099" y="150903"/>
                </a:cubicBezTo>
                <a:cubicBezTo>
                  <a:pt x="280099" y="153802"/>
                  <a:pt x="279111" y="156234"/>
                  <a:pt x="277136" y="158200"/>
                </a:cubicBezTo>
                <a:cubicBezTo>
                  <a:pt x="275170" y="160148"/>
                  <a:pt x="272738" y="161126"/>
                  <a:pt x="269849" y="161126"/>
                </a:cubicBezTo>
                <a:close/>
                <a:moveTo>
                  <a:pt x="213869" y="215094"/>
                </a:moveTo>
                <a:cubicBezTo>
                  <a:pt x="215689" y="212854"/>
                  <a:pt x="217966" y="211510"/>
                  <a:pt x="220690" y="211071"/>
                </a:cubicBezTo>
                <a:cubicBezTo>
                  <a:pt x="223415" y="210632"/>
                  <a:pt x="225939" y="211300"/>
                  <a:pt x="228262" y="213083"/>
                </a:cubicBezTo>
                <a:lnTo>
                  <a:pt x="251899" y="230593"/>
                </a:lnTo>
                <a:cubicBezTo>
                  <a:pt x="254139" y="232367"/>
                  <a:pt x="255493" y="234626"/>
                  <a:pt x="255959" y="237351"/>
                </a:cubicBezTo>
                <a:cubicBezTo>
                  <a:pt x="256416" y="240067"/>
                  <a:pt x="255749" y="242599"/>
                  <a:pt x="253947" y="244922"/>
                </a:cubicBezTo>
                <a:cubicBezTo>
                  <a:pt x="252137" y="247226"/>
                  <a:pt x="249878" y="248607"/>
                  <a:pt x="247153" y="249073"/>
                </a:cubicBezTo>
                <a:cubicBezTo>
                  <a:pt x="244428" y="249531"/>
                  <a:pt x="241877" y="248854"/>
                  <a:pt x="239481" y="247025"/>
                </a:cubicBezTo>
                <a:lnTo>
                  <a:pt x="215881" y="229551"/>
                </a:lnTo>
                <a:cubicBezTo>
                  <a:pt x="213640" y="227768"/>
                  <a:pt x="212278" y="225509"/>
                  <a:pt x="211793" y="222766"/>
                </a:cubicBezTo>
                <a:cubicBezTo>
                  <a:pt x="211327" y="220014"/>
                  <a:pt x="212013" y="217481"/>
                  <a:pt x="213832" y="215158"/>
                </a:cubicBezTo>
                <a:close/>
                <a:moveTo>
                  <a:pt x="251871" y="71168"/>
                </a:moveTo>
                <a:lnTo>
                  <a:pt x="229176" y="88358"/>
                </a:lnTo>
                <a:cubicBezTo>
                  <a:pt x="226844" y="90142"/>
                  <a:pt x="224321" y="90809"/>
                  <a:pt x="221596" y="90370"/>
                </a:cubicBezTo>
                <a:cubicBezTo>
                  <a:pt x="218871" y="89931"/>
                  <a:pt x="216603" y="88587"/>
                  <a:pt x="214774" y="86347"/>
                </a:cubicBezTo>
                <a:cubicBezTo>
                  <a:pt x="212936" y="84107"/>
                  <a:pt x="212232" y="81592"/>
                  <a:pt x="212671" y="78803"/>
                </a:cubicBezTo>
                <a:cubicBezTo>
                  <a:pt x="213110" y="76014"/>
                  <a:pt x="214482" y="73728"/>
                  <a:pt x="216786" y="71945"/>
                </a:cubicBezTo>
                <a:lnTo>
                  <a:pt x="239545" y="54690"/>
                </a:lnTo>
                <a:cubicBezTo>
                  <a:pt x="241877" y="52907"/>
                  <a:pt x="244401" y="52258"/>
                  <a:pt x="247126" y="52743"/>
                </a:cubicBezTo>
                <a:cubicBezTo>
                  <a:pt x="249851" y="53209"/>
                  <a:pt x="252100" y="54553"/>
                  <a:pt x="253883" y="56803"/>
                </a:cubicBezTo>
                <a:cubicBezTo>
                  <a:pt x="255703" y="59107"/>
                  <a:pt x="256389" y="61631"/>
                  <a:pt x="255922" y="64374"/>
                </a:cubicBezTo>
                <a:cubicBezTo>
                  <a:pt x="255465" y="67144"/>
                  <a:pt x="254112" y="69412"/>
                  <a:pt x="251871" y="71195"/>
                </a:cubicBezTo>
                <a:close/>
                <a:moveTo>
                  <a:pt x="62554" y="190479"/>
                </a:moveTo>
                <a:lnTo>
                  <a:pt x="42273" y="190479"/>
                </a:lnTo>
                <a:cubicBezTo>
                  <a:pt x="36539" y="190268"/>
                  <a:pt x="31675" y="188083"/>
                  <a:pt x="27688" y="183913"/>
                </a:cubicBezTo>
                <a:cubicBezTo>
                  <a:pt x="23710" y="179744"/>
                  <a:pt x="21708" y="174797"/>
                  <a:pt x="21690" y="169073"/>
                </a:cubicBezTo>
                <a:lnTo>
                  <a:pt x="21690" y="132707"/>
                </a:lnTo>
                <a:cubicBezTo>
                  <a:pt x="21690" y="126800"/>
                  <a:pt x="23793" y="121734"/>
                  <a:pt x="28008" y="117528"/>
                </a:cubicBezTo>
                <a:cubicBezTo>
                  <a:pt x="32214" y="113312"/>
                  <a:pt x="37280" y="111209"/>
                  <a:pt x="43187" y="111209"/>
                </a:cubicBezTo>
                <a:lnTo>
                  <a:pt x="98481" y="111209"/>
                </a:lnTo>
                <a:lnTo>
                  <a:pt x="147730" y="81757"/>
                </a:lnTo>
                <a:cubicBezTo>
                  <a:pt x="151315" y="79617"/>
                  <a:pt x="154899" y="79589"/>
                  <a:pt x="158484" y="81665"/>
                </a:cubicBezTo>
                <a:cubicBezTo>
                  <a:pt x="162041" y="83741"/>
                  <a:pt x="163824" y="86841"/>
                  <a:pt x="163824" y="90965"/>
                </a:cubicBezTo>
                <a:lnTo>
                  <a:pt x="163824" y="210787"/>
                </a:lnTo>
                <a:cubicBezTo>
                  <a:pt x="163824" y="214893"/>
                  <a:pt x="162041" y="217993"/>
                  <a:pt x="158484" y="220087"/>
                </a:cubicBezTo>
                <a:cubicBezTo>
                  <a:pt x="154918" y="222163"/>
                  <a:pt x="151333" y="222135"/>
                  <a:pt x="147730" y="219995"/>
                </a:cubicBezTo>
                <a:lnTo>
                  <a:pt x="98481" y="190479"/>
                </a:lnTo>
                <a:lnTo>
                  <a:pt x="84335" y="190479"/>
                </a:lnTo>
                <a:lnTo>
                  <a:pt x="84335" y="229926"/>
                </a:lnTo>
                <a:cubicBezTo>
                  <a:pt x="84335" y="233007"/>
                  <a:pt x="83284" y="235586"/>
                  <a:pt x="81190" y="237662"/>
                </a:cubicBezTo>
                <a:cubicBezTo>
                  <a:pt x="79096" y="239737"/>
                  <a:pt x="76508" y="240771"/>
                  <a:pt x="73426" y="240771"/>
                </a:cubicBezTo>
                <a:cubicBezTo>
                  <a:pt x="70345" y="240771"/>
                  <a:pt x="67757" y="239737"/>
                  <a:pt x="65663" y="237662"/>
                </a:cubicBezTo>
                <a:cubicBezTo>
                  <a:pt x="63587" y="235586"/>
                  <a:pt x="62554" y="233007"/>
                  <a:pt x="62554" y="229926"/>
                </a:cubicBezTo>
                <a:lnTo>
                  <a:pt x="62554" y="190479"/>
                </a:lnTo>
                <a:close/>
                <a:moveTo>
                  <a:pt x="142326" y="191869"/>
                </a:moveTo>
                <a:lnTo>
                  <a:pt x="142326" y="109883"/>
                </a:lnTo>
                <a:lnTo>
                  <a:pt x="104040" y="132707"/>
                </a:lnTo>
                <a:lnTo>
                  <a:pt x="43187" y="132707"/>
                </a:lnTo>
                <a:lnTo>
                  <a:pt x="43187" y="169073"/>
                </a:lnTo>
                <a:lnTo>
                  <a:pt x="104040" y="169073"/>
                </a:lnTo>
                <a:lnTo>
                  <a:pt x="142326" y="191896"/>
                </a:lnTo>
                <a:close/>
                <a:moveTo>
                  <a:pt x="176397" y="194886"/>
                </a:moveTo>
                <a:lnTo>
                  <a:pt x="176397" y="106811"/>
                </a:lnTo>
                <a:cubicBezTo>
                  <a:pt x="182606" y="111987"/>
                  <a:pt x="187589" y="118378"/>
                  <a:pt x="191366" y="125986"/>
                </a:cubicBezTo>
                <a:cubicBezTo>
                  <a:pt x="195115" y="133585"/>
                  <a:pt x="196989" y="141887"/>
                  <a:pt x="196989" y="150876"/>
                </a:cubicBezTo>
                <a:cubicBezTo>
                  <a:pt x="196989" y="159865"/>
                  <a:pt x="195115" y="168167"/>
                  <a:pt x="191366" y="175766"/>
                </a:cubicBezTo>
                <a:cubicBezTo>
                  <a:pt x="187607" y="183374"/>
                  <a:pt x="182624" y="189747"/>
                  <a:pt x="176397" y="194886"/>
                </a:cubicBezTo>
                <a:close/>
                <a:moveTo>
                  <a:pt x="92793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22" name="圖示 電話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50043" y="265917"/>
                </a:moveTo>
                <a:cubicBezTo>
                  <a:pt x="225427" y="265917"/>
                  <a:pt x="200382" y="260000"/>
                  <a:pt x="174925" y="248159"/>
                </a:cubicBezTo>
                <a:cubicBezTo>
                  <a:pt x="149440" y="236318"/>
                  <a:pt x="125821" y="219529"/>
                  <a:pt x="104077" y="197776"/>
                </a:cubicBezTo>
                <a:cubicBezTo>
                  <a:pt x="82323" y="176022"/>
                  <a:pt x="65517" y="152394"/>
                  <a:pt x="53657" y="126891"/>
                </a:cubicBezTo>
                <a:cubicBezTo>
                  <a:pt x="41797" y="101389"/>
                  <a:pt x="35863" y="76362"/>
                  <a:pt x="35863" y="51801"/>
                </a:cubicBezTo>
                <a:cubicBezTo>
                  <a:pt x="35863" y="47256"/>
                  <a:pt x="37390" y="43452"/>
                  <a:pt x="40453" y="40389"/>
                </a:cubicBezTo>
                <a:cubicBezTo>
                  <a:pt x="43516" y="37335"/>
                  <a:pt x="47302" y="35799"/>
                  <a:pt x="51828" y="35799"/>
                </a:cubicBezTo>
                <a:lnTo>
                  <a:pt x="95838" y="35799"/>
                </a:lnTo>
                <a:cubicBezTo>
                  <a:pt x="99633" y="35799"/>
                  <a:pt x="102806" y="37015"/>
                  <a:pt x="105366" y="39447"/>
                </a:cubicBezTo>
                <a:cubicBezTo>
                  <a:pt x="107936" y="41880"/>
                  <a:pt x="109719" y="45062"/>
                  <a:pt x="110706" y="49003"/>
                </a:cubicBezTo>
                <a:lnTo>
                  <a:pt x="119165" y="87289"/>
                </a:lnTo>
                <a:cubicBezTo>
                  <a:pt x="119686" y="90891"/>
                  <a:pt x="119613" y="94119"/>
                  <a:pt x="118945" y="96972"/>
                </a:cubicBezTo>
                <a:cubicBezTo>
                  <a:pt x="118268" y="99798"/>
                  <a:pt x="116869" y="102230"/>
                  <a:pt x="114730" y="104260"/>
                </a:cubicBezTo>
                <a:lnTo>
                  <a:pt x="83073" y="135478"/>
                </a:lnTo>
                <a:cubicBezTo>
                  <a:pt x="88313" y="144292"/>
                  <a:pt x="93881" y="152540"/>
                  <a:pt x="99770" y="160212"/>
                </a:cubicBezTo>
                <a:cubicBezTo>
                  <a:pt x="105631" y="167884"/>
                  <a:pt x="112160" y="175172"/>
                  <a:pt x="119347" y="182084"/>
                </a:cubicBezTo>
                <a:cubicBezTo>
                  <a:pt x="126891" y="189903"/>
                  <a:pt x="134783" y="196980"/>
                  <a:pt x="143021" y="203308"/>
                </a:cubicBezTo>
                <a:cubicBezTo>
                  <a:pt x="151233" y="209635"/>
                  <a:pt x="159801" y="215167"/>
                  <a:pt x="168734" y="219904"/>
                </a:cubicBezTo>
                <a:lnTo>
                  <a:pt x="198964" y="188878"/>
                </a:lnTo>
                <a:cubicBezTo>
                  <a:pt x="201424" y="186218"/>
                  <a:pt x="204213" y="184416"/>
                  <a:pt x="207358" y="183474"/>
                </a:cubicBezTo>
                <a:cubicBezTo>
                  <a:pt x="210522" y="182533"/>
                  <a:pt x="213714" y="182368"/>
                  <a:pt x="216914" y="182999"/>
                </a:cubicBezTo>
                <a:lnTo>
                  <a:pt x="252813" y="190954"/>
                </a:lnTo>
                <a:cubicBezTo>
                  <a:pt x="256754" y="192042"/>
                  <a:pt x="259936" y="194045"/>
                  <a:pt x="262369" y="196953"/>
                </a:cubicBezTo>
                <a:cubicBezTo>
                  <a:pt x="264801" y="199888"/>
                  <a:pt x="266017" y="203299"/>
                  <a:pt x="266017" y="207176"/>
                </a:cubicBezTo>
                <a:lnTo>
                  <a:pt x="266017" y="250043"/>
                </a:lnTo>
                <a:cubicBezTo>
                  <a:pt x="266017" y="254596"/>
                  <a:pt x="264472" y="258382"/>
                  <a:pt x="261390" y="261427"/>
                </a:cubicBezTo>
                <a:cubicBezTo>
                  <a:pt x="258309" y="264463"/>
                  <a:pt x="254532" y="265981"/>
                  <a:pt x="250043" y="265981"/>
                </a:cubicBezTo>
                <a:close/>
                <a:moveTo>
                  <a:pt x="72356" y="116019"/>
                </a:moveTo>
                <a:lnTo>
                  <a:pt x="97759" y="90782"/>
                </a:lnTo>
                <a:lnTo>
                  <a:pt x="90590" y="57241"/>
                </a:lnTo>
                <a:lnTo>
                  <a:pt x="57397" y="57241"/>
                </a:lnTo>
                <a:cubicBezTo>
                  <a:pt x="57772" y="65745"/>
                  <a:pt x="59116" y="74743"/>
                  <a:pt x="61420" y="84244"/>
                </a:cubicBezTo>
                <a:cubicBezTo>
                  <a:pt x="63725" y="93735"/>
                  <a:pt x="67373" y="104324"/>
                  <a:pt x="72356" y="116019"/>
                </a:cubicBezTo>
                <a:close/>
                <a:moveTo>
                  <a:pt x="188568" y="230429"/>
                </a:moveTo>
                <a:cubicBezTo>
                  <a:pt x="196907" y="234306"/>
                  <a:pt x="205987" y="237479"/>
                  <a:pt x="215817" y="239957"/>
                </a:cubicBezTo>
                <a:cubicBezTo>
                  <a:pt x="225646" y="242426"/>
                  <a:pt x="235202" y="243898"/>
                  <a:pt x="244483" y="244355"/>
                </a:cubicBezTo>
                <a:lnTo>
                  <a:pt x="244483" y="211034"/>
                </a:lnTo>
                <a:lnTo>
                  <a:pt x="213238" y="204560"/>
                </a:lnTo>
                <a:lnTo>
                  <a:pt x="188568" y="230429"/>
                </a:lnTo>
                <a:close/>
                <a:moveTo>
                  <a:pt x="72356" y="116019"/>
                </a:moveTo>
                <a:close/>
                <a:moveTo>
                  <a:pt x="188568" y="23042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4" name="圖示 視訊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96" y="253344"/>
                </a:moveTo>
                <a:cubicBezTo>
                  <a:pt x="38917" y="253344"/>
                  <a:pt x="33897" y="251222"/>
                  <a:pt x="29645" y="246961"/>
                </a:cubicBezTo>
                <a:cubicBezTo>
                  <a:pt x="25384" y="242709"/>
                  <a:pt x="23262" y="237689"/>
                  <a:pt x="23262" y="231910"/>
                </a:cubicBezTo>
                <a:lnTo>
                  <a:pt x="23262" y="69814"/>
                </a:lnTo>
                <a:cubicBezTo>
                  <a:pt x="23262" y="64008"/>
                  <a:pt x="25384" y="58979"/>
                  <a:pt x="29645" y="54727"/>
                </a:cubicBezTo>
                <a:cubicBezTo>
                  <a:pt x="33897" y="50466"/>
                  <a:pt x="38917" y="48344"/>
                  <a:pt x="44696" y="48344"/>
                </a:cubicBezTo>
                <a:lnTo>
                  <a:pt x="206792" y="48344"/>
                </a:lnTo>
                <a:cubicBezTo>
                  <a:pt x="212598" y="48344"/>
                  <a:pt x="217627" y="50466"/>
                  <a:pt x="221879" y="54727"/>
                </a:cubicBezTo>
                <a:cubicBezTo>
                  <a:pt x="226140" y="58979"/>
                  <a:pt x="228262" y="64008"/>
                  <a:pt x="228262" y="69814"/>
                </a:cubicBezTo>
                <a:lnTo>
                  <a:pt x="228262" y="136730"/>
                </a:lnTo>
                <a:lnTo>
                  <a:pt x="269254" y="95747"/>
                </a:lnTo>
                <a:cubicBezTo>
                  <a:pt x="270864" y="94064"/>
                  <a:pt x="272811" y="93662"/>
                  <a:pt x="275097" y="94522"/>
                </a:cubicBezTo>
                <a:cubicBezTo>
                  <a:pt x="277383" y="95381"/>
                  <a:pt x="278526" y="96981"/>
                  <a:pt x="278526" y="99331"/>
                </a:cubicBezTo>
                <a:lnTo>
                  <a:pt x="278526" y="202430"/>
                </a:lnTo>
                <a:cubicBezTo>
                  <a:pt x="278526" y="204771"/>
                  <a:pt x="277383" y="206371"/>
                  <a:pt x="275097" y="207230"/>
                </a:cubicBezTo>
                <a:cubicBezTo>
                  <a:pt x="272811" y="208090"/>
                  <a:pt x="270864" y="207688"/>
                  <a:pt x="269254" y="206005"/>
                </a:cubicBezTo>
                <a:lnTo>
                  <a:pt x="228262" y="165022"/>
                </a:lnTo>
                <a:lnTo>
                  <a:pt x="228262" y="231910"/>
                </a:lnTo>
                <a:cubicBezTo>
                  <a:pt x="228262" y="237689"/>
                  <a:pt x="226140" y="242709"/>
                  <a:pt x="221879" y="246961"/>
                </a:cubicBezTo>
                <a:cubicBezTo>
                  <a:pt x="217627" y="251222"/>
                  <a:pt x="212598" y="253344"/>
                  <a:pt x="206792" y="253344"/>
                </a:cubicBezTo>
                <a:lnTo>
                  <a:pt x="44696" y="253344"/>
                </a:lnTo>
                <a:close/>
                <a:moveTo>
                  <a:pt x="44696" y="231938"/>
                </a:moveTo>
                <a:lnTo>
                  <a:pt x="206792" y="231938"/>
                </a:lnTo>
                <a:lnTo>
                  <a:pt x="206792" y="69842"/>
                </a:lnTo>
                <a:lnTo>
                  <a:pt x="44696" y="69842"/>
                </a:lnTo>
                <a:lnTo>
                  <a:pt x="44696" y="231938"/>
                </a:lnTo>
                <a:close/>
                <a:moveTo>
                  <a:pt x="44696" y="231938"/>
                </a:moveTo>
                <a:lnTo>
                  <a:pt x="44696" y="69842"/>
                </a:lnTo>
                <a:lnTo>
                  <a:pt x="44696" y="23193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6" name="圖示 全球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178" y="268431"/>
                </a:moveTo>
                <a:cubicBezTo>
                  <a:pt x="85652" y="261729"/>
                  <a:pt x="72137" y="252621"/>
                  <a:pt x="60634" y="241118"/>
                </a:cubicBezTo>
                <a:cubicBezTo>
                  <a:pt x="49112" y="229615"/>
                  <a:pt x="40005" y="216109"/>
                  <a:pt x="33321" y="200601"/>
                </a:cubicBezTo>
                <a:cubicBezTo>
                  <a:pt x="26609" y="185093"/>
                  <a:pt x="23262" y="168524"/>
                  <a:pt x="23262" y="150876"/>
                </a:cubicBezTo>
                <a:cubicBezTo>
                  <a:pt x="23262" y="133228"/>
                  <a:pt x="26609" y="116659"/>
                  <a:pt x="33321" y="101151"/>
                </a:cubicBezTo>
                <a:cubicBezTo>
                  <a:pt x="40023" y="85643"/>
                  <a:pt x="49131" y="72137"/>
                  <a:pt x="60634" y="60634"/>
                </a:cubicBezTo>
                <a:cubicBezTo>
                  <a:pt x="72155" y="49131"/>
                  <a:pt x="85688" y="40014"/>
                  <a:pt x="101215" y="33284"/>
                </a:cubicBezTo>
                <a:cubicBezTo>
                  <a:pt x="116741" y="26563"/>
                  <a:pt x="133329" y="23198"/>
                  <a:pt x="150967" y="23198"/>
                </a:cubicBezTo>
                <a:cubicBezTo>
                  <a:pt x="168615" y="23198"/>
                  <a:pt x="185193" y="26563"/>
                  <a:pt x="200693" y="33284"/>
                </a:cubicBezTo>
                <a:cubicBezTo>
                  <a:pt x="216201" y="40014"/>
                  <a:pt x="229706" y="49122"/>
                  <a:pt x="241210" y="60597"/>
                </a:cubicBezTo>
                <a:cubicBezTo>
                  <a:pt x="252722" y="72082"/>
                  <a:pt x="261820" y="85588"/>
                  <a:pt x="268532" y="101114"/>
                </a:cubicBezTo>
                <a:cubicBezTo>
                  <a:pt x="275234" y="116650"/>
                  <a:pt x="278590" y="133228"/>
                  <a:pt x="278590" y="150876"/>
                </a:cubicBezTo>
                <a:cubicBezTo>
                  <a:pt x="278590" y="168524"/>
                  <a:pt x="275234" y="185102"/>
                  <a:pt x="268532" y="200638"/>
                </a:cubicBezTo>
                <a:cubicBezTo>
                  <a:pt x="261848" y="216137"/>
                  <a:pt x="252740" y="229661"/>
                  <a:pt x="241210" y="241182"/>
                </a:cubicBezTo>
                <a:cubicBezTo>
                  <a:pt x="229688" y="252685"/>
                  <a:pt x="216182" y="261784"/>
                  <a:pt x="200693" y="268468"/>
                </a:cubicBezTo>
                <a:cubicBezTo>
                  <a:pt x="185193" y="275152"/>
                  <a:pt x="168615" y="278490"/>
                  <a:pt x="150967" y="278490"/>
                </a:cubicBezTo>
                <a:cubicBezTo>
                  <a:pt x="133329" y="278490"/>
                  <a:pt x="116741" y="275143"/>
                  <a:pt x="101215" y="268431"/>
                </a:cubicBezTo>
                <a:close/>
                <a:moveTo>
                  <a:pt x="137489" y="256773"/>
                </a:moveTo>
                <a:lnTo>
                  <a:pt x="137489" y="231060"/>
                </a:lnTo>
                <a:cubicBezTo>
                  <a:pt x="130156" y="231060"/>
                  <a:pt x="123993" y="228344"/>
                  <a:pt x="119000" y="222922"/>
                </a:cubicBezTo>
                <a:cubicBezTo>
                  <a:pt x="114017" y="217490"/>
                  <a:pt x="111520" y="211135"/>
                  <a:pt x="111520" y="203838"/>
                </a:cubicBezTo>
                <a:lnTo>
                  <a:pt x="111520" y="190076"/>
                </a:lnTo>
                <a:lnTo>
                  <a:pt x="47585" y="126105"/>
                </a:lnTo>
                <a:cubicBezTo>
                  <a:pt x="46543" y="130302"/>
                  <a:pt x="45811" y="134417"/>
                  <a:pt x="45391" y="138458"/>
                </a:cubicBezTo>
                <a:cubicBezTo>
                  <a:pt x="44970" y="142500"/>
                  <a:pt x="44760" y="146606"/>
                  <a:pt x="44760" y="150748"/>
                </a:cubicBezTo>
                <a:cubicBezTo>
                  <a:pt x="44760" y="177805"/>
                  <a:pt x="53547" y="201461"/>
                  <a:pt x="71131" y="221724"/>
                </a:cubicBezTo>
                <a:cubicBezTo>
                  <a:pt x="88715" y="241987"/>
                  <a:pt x="110844" y="253664"/>
                  <a:pt x="137517" y="256745"/>
                </a:cubicBezTo>
                <a:close/>
                <a:moveTo>
                  <a:pt x="229304" y="223050"/>
                </a:moveTo>
                <a:cubicBezTo>
                  <a:pt x="238457" y="213092"/>
                  <a:pt x="245370" y="201900"/>
                  <a:pt x="250043" y="189473"/>
                </a:cubicBezTo>
                <a:cubicBezTo>
                  <a:pt x="254715" y="177046"/>
                  <a:pt x="257056" y="164153"/>
                  <a:pt x="257056" y="150785"/>
                </a:cubicBezTo>
                <a:cubicBezTo>
                  <a:pt x="257056" y="128738"/>
                  <a:pt x="251030" y="108713"/>
                  <a:pt x="238978" y="90718"/>
                </a:cubicBezTo>
                <a:cubicBezTo>
                  <a:pt x="226936" y="72713"/>
                  <a:pt x="210815" y="59555"/>
                  <a:pt x="190634" y="51234"/>
                </a:cubicBezTo>
                <a:lnTo>
                  <a:pt x="190634" y="56830"/>
                </a:lnTo>
                <a:cubicBezTo>
                  <a:pt x="190634" y="64099"/>
                  <a:pt x="188120" y="70436"/>
                  <a:pt x="183090" y="75849"/>
                </a:cubicBezTo>
                <a:cubicBezTo>
                  <a:pt x="178061" y="81254"/>
                  <a:pt x="171916" y="83960"/>
                  <a:pt x="164647" y="83960"/>
                </a:cubicBezTo>
                <a:lnTo>
                  <a:pt x="137517" y="83960"/>
                </a:lnTo>
                <a:lnTo>
                  <a:pt x="137517" y="111145"/>
                </a:lnTo>
                <a:cubicBezTo>
                  <a:pt x="137517" y="114730"/>
                  <a:pt x="136099" y="117656"/>
                  <a:pt x="133274" y="119914"/>
                </a:cubicBezTo>
                <a:cubicBezTo>
                  <a:pt x="130448" y="122200"/>
                  <a:pt x="127239" y="123343"/>
                  <a:pt x="123654" y="123343"/>
                </a:cubicBezTo>
                <a:lnTo>
                  <a:pt x="97823" y="123343"/>
                </a:lnTo>
                <a:lnTo>
                  <a:pt x="97823" y="150785"/>
                </a:lnTo>
                <a:lnTo>
                  <a:pt x="178409" y="150785"/>
                </a:lnTo>
                <a:cubicBezTo>
                  <a:pt x="181956" y="150785"/>
                  <a:pt x="184873" y="152147"/>
                  <a:pt x="187178" y="154872"/>
                </a:cubicBezTo>
                <a:cubicBezTo>
                  <a:pt x="189482" y="157588"/>
                  <a:pt x="190634" y="160724"/>
                  <a:pt x="190634" y="164263"/>
                </a:cubicBezTo>
                <a:lnTo>
                  <a:pt x="190634" y="203902"/>
                </a:lnTo>
                <a:lnTo>
                  <a:pt x="203993" y="203902"/>
                </a:lnTo>
                <a:cubicBezTo>
                  <a:pt x="210029" y="203902"/>
                  <a:pt x="215341" y="205685"/>
                  <a:pt x="219931" y="209242"/>
                </a:cubicBezTo>
                <a:cubicBezTo>
                  <a:pt x="224522" y="212808"/>
                  <a:pt x="227658" y="217417"/>
                  <a:pt x="229332" y="22307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28" name="圖示 地點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262"/>
                </a:moveTo>
                <a:cubicBezTo>
                  <a:pt x="178491" y="225208"/>
                  <a:pt x="198909" y="202594"/>
                  <a:pt x="212104" y="182432"/>
                </a:cubicBezTo>
                <a:cubicBezTo>
                  <a:pt x="225308" y="162279"/>
                  <a:pt x="231910" y="144137"/>
                  <a:pt x="231910" y="128025"/>
                </a:cubicBezTo>
                <a:cubicBezTo>
                  <a:pt x="231910" y="103547"/>
                  <a:pt x="224065" y="83540"/>
                  <a:pt x="208364" y="67986"/>
                </a:cubicBezTo>
                <a:cubicBezTo>
                  <a:pt x="192673" y="52441"/>
                  <a:pt x="173507" y="44668"/>
                  <a:pt x="150876" y="44668"/>
                </a:cubicBezTo>
                <a:cubicBezTo>
                  <a:pt x="128245" y="44668"/>
                  <a:pt x="109079" y="52441"/>
                  <a:pt x="93388" y="67986"/>
                </a:cubicBezTo>
                <a:cubicBezTo>
                  <a:pt x="77687" y="83540"/>
                  <a:pt x="69842" y="103547"/>
                  <a:pt x="69842" y="128025"/>
                </a:cubicBezTo>
                <a:cubicBezTo>
                  <a:pt x="69842" y="144137"/>
                  <a:pt x="76599" y="162269"/>
                  <a:pt x="90114" y="182405"/>
                </a:cubicBezTo>
                <a:cubicBezTo>
                  <a:pt x="103629" y="202540"/>
                  <a:pt x="123883" y="225162"/>
                  <a:pt x="150876" y="250262"/>
                </a:cubicBezTo>
                <a:close/>
                <a:moveTo>
                  <a:pt x="143744" y="270726"/>
                </a:moveTo>
                <a:cubicBezTo>
                  <a:pt x="141394" y="269949"/>
                  <a:pt x="139327" y="268696"/>
                  <a:pt x="137553" y="266959"/>
                </a:cubicBezTo>
                <a:cubicBezTo>
                  <a:pt x="128455" y="258885"/>
                  <a:pt x="118689" y="249649"/>
                  <a:pt x="108256" y="239234"/>
                </a:cubicBezTo>
                <a:cubicBezTo>
                  <a:pt x="97841" y="228819"/>
                  <a:pt x="88185" y="217600"/>
                  <a:pt x="79306" y="205566"/>
                </a:cubicBezTo>
                <a:cubicBezTo>
                  <a:pt x="70418" y="193542"/>
                  <a:pt x="63039" y="180951"/>
                  <a:pt x="57177" y="167783"/>
                </a:cubicBezTo>
                <a:cubicBezTo>
                  <a:pt x="51307" y="154625"/>
                  <a:pt x="48372" y="141375"/>
                  <a:pt x="48372" y="128025"/>
                </a:cubicBezTo>
                <a:cubicBezTo>
                  <a:pt x="48372" y="96085"/>
                  <a:pt x="58686" y="70637"/>
                  <a:pt x="79306" y="51673"/>
                </a:cubicBezTo>
                <a:cubicBezTo>
                  <a:pt x="99926" y="32690"/>
                  <a:pt x="123773" y="23198"/>
                  <a:pt x="150849" y="23198"/>
                </a:cubicBezTo>
                <a:cubicBezTo>
                  <a:pt x="177915" y="23198"/>
                  <a:pt x="201772" y="32690"/>
                  <a:pt x="222419" y="51673"/>
                </a:cubicBezTo>
                <a:cubicBezTo>
                  <a:pt x="243057" y="70637"/>
                  <a:pt x="253380" y="96085"/>
                  <a:pt x="253380" y="128025"/>
                </a:cubicBezTo>
                <a:cubicBezTo>
                  <a:pt x="253380" y="141375"/>
                  <a:pt x="250436" y="154625"/>
                  <a:pt x="244547" y="167783"/>
                </a:cubicBezTo>
                <a:cubicBezTo>
                  <a:pt x="238658" y="180951"/>
                  <a:pt x="231270" y="193542"/>
                  <a:pt x="222382" y="205566"/>
                </a:cubicBezTo>
                <a:cubicBezTo>
                  <a:pt x="213503" y="217600"/>
                  <a:pt x="203847" y="228819"/>
                  <a:pt x="193432" y="239234"/>
                </a:cubicBezTo>
                <a:cubicBezTo>
                  <a:pt x="183017" y="249649"/>
                  <a:pt x="173288" y="258885"/>
                  <a:pt x="164235" y="266959"/>
                </a:cubicBezTo>
                <a:cubicBezTo>
                  <a:pt x="162416" y="268678"/>
                  <a:pt x="160331" y="269931"/>
                  <a:pt x="157981" y="270726"/>
                </a:cubicBezTo>
                <a:cubicBezTo>
                  <a:pt x="155631" y="271504"/>
                  <a:pt x="153253" y="271888"/>
                  <a:pt x="150849" y="271888"/>
                </a:cubicBezTo>
                <a:cubicBezTo>
                  <a:pt x="148435" y="271888"/>
                  <a:pt x="146057" y="271504"/>
                  <a:pt x="143707" y="270726"/>
                </a:cubicBezTo>
                <a:close/>
                <a:moveTo>
                  <a:pt x="150876" y="125730"/>
                </a:moveTo>
                <a:close/>
                <a:moveTo>
                  <a:pt x="166878" y="141695"/>
                </a:moveTo>
                <a:cubicBezTo>
                  <a:pt x="171276" y="137315"/>
                  <a:pt x="173480" y="131994"/>
                  <a:pt x="173480" y="125730"/>
                </a:cubicBezTo>
                <a:cubicBezTo>
                  <a:pt x="173480" y="119466"/>
                  <a:pt x="171276" y="114135"/>
                  <a:pt x="166878" y="109728"/>
                </a:cubicBezTo>
                <a:cubicBezTo>
                  <a:pt x="162471" y="105330"/>
                  <a:pt x="157140" y="103126"/>
                  <a:pt x="150876" y="103126"/>
                </a:cubicBezTo>
                <a:cubicBezTo>
                  <a:pt x="144612" y="103126"/>
                  <a:pt x="139291" y="105330"/>
                  <a:pt x="134911" y="109728"/>
                </a:cubicBezTo>
                <a:cubicBezTo>
                  <a:pt x="130531" y="114135"/>
                  <a:pt x="128336" y="119466"/>
                  <a:pt x="128336" y="125730"/>
                </a:cubicBezTo>
                <a:cubicBezTo>
                  <a:pt x="128336" y="131994"/>
                  <a:pt x="130531" y="137315"/>
                  <a:pt x="134911" y="141695"/>
                </a:cubicBezTo>
                <a:cubicBezTo>
                  <a:pt x="139291" y="146075"/>
                  <a:pt x="144612" y="148270"/>
                  <a:pt x="150876" y="148270"/>
                </a:cubicBezTo>
                <a:cubicBezTo>
                  <a:pt x="157140" y="148270"/>
                  <a:pt x="162471" y="146075"/>
                  <a:pt x="166878" y="14169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0" name="圖示 辦公室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6575"/>
                </a:moveTo>
                <a:cubicBezTo>
                  <a:pt x="50630" y="266575"/>
                  <a:pt x="45574" y="264490"/>
                  <a:pt x="41431" y="260321"/>
                </a:cubicBezTo>
                <a:cubicBezTo>
                  <a:pt x="37280" y="256151"/>
                  <a:pt x="35195" y="251103"/>
                  <a:pt x="35177" y="245178"/>
                </a:cubicBezTo>
                <a:lnTo>
                  <a:pt x="35177" y="108439"/>
                </a:lnTo>
                <a:cubicBezTo>
                  <a:pt x="35177" y="102495"/>
                  <a:pt x="37262" y="97420"/>
                  <a:pt x="41431" y="93232"/>
                </a:cubicBezTo>
                <a:cubicBezTo>
                  <a:pt x="45601" y="89035"/>
                  <a:pt x="50649" y="86941"/>
                  <a:pt x="56583" y="86941"/>
                </a:cubicBezTo>
                <a:lnTo>
                  <a:pt x="87033" y="86941"/>
                </a:lnTo>
                <a:lnTo>
                  <a:pt x="87033" y="56583"/>
                </a:lnTo>
                <a:cubicBezTo>
                  <a:pt x="87033" y="50630"/>
                  <a:pt x="89117" y="45555"/>
                  <a:pt x="93287" y="41367"/>
                </a:cubicBezTo>
                <a:cubicBezTo>
                  <a:pt x="97466" y="37170"/>
                  <a:pt x="102513" y="35076"/>
                  <a:pt x="108439" y="35076"/>
                </a:cubicBezTo>
                <a:lnTo>
                  <a:pt x="193313" y="35076"/>
                </a:lnTo>
                <a:cubicBezTo>
                  <a:pt x="199257" y="35076"/>
                  <a:pt x="204332" y="37170"/>
                  <a:pt x="208520" y="41367"/>
                </a:cubicBezTo>
                <a:cubicBezTo>
                  <a:pt x="212717" y="45555"/>
                  <a:pt x="214811" y="50630"/>
                  <a:pt x="214811" y="56583"/>
                </a:cubicBezTo>
                <a:lnTo>
                  <a:pt x="214811" y="138806"/>
                </a:lnTo>
                <a:lnTo>
                  <a:pt x="245178" y="138806"/>
                </a:lnTo>
                <a:cubicBezTo>
                  <a:pt x="251122" y="138806"/>
                  <a:pt x="256197" y="140900"/>
                  <a:pt x="260385" y="145097"/>
                </a:cubicBezTo>
                <a:cubicBezTo>
                  <a:pt x="264582" y="149285"/>
                  <a:pt x="266676" y="154351"/>
                  <a:pt x="266676" y="160303"/>
                </a:cubicBezTo>
                <a:lnTo>
                  <a:pt x="266676" y="245178"/>
                </a:lnTo>
                <a:cubicBezTo>
                  <a:pt x="266676" y="251122"/>
                  <a:pt x="264582" y="256178"/>
                  <a:pt x="260385" y="260321"/>
                </a:cubicBezTo>
                <a:cubicBezTo>
                  <a:pt x="256197" y="264472"/>
                  <a:pt x="251122" y="266557"/>
                  <a:pt x="245178" y="266575"/>
                </a:cubicBezTo>
                <a:lnTo>
                  <a:pt x="167536" y="266575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6575"/>
                </a:lnTo>
                <a:lnTo>
                  <a:pt x="56583" y="266575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32" name="圖示 環保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5663" y="248031"/>
                </a:moveTo>
                <a:cubicBezTo>
                  <a:pt x="56272" y="238393"/>
                  <a:pt x="48957" y="227256"/>
                  <a:pt x="43727" y="214619"/>
                </a:cubicBezTo>
                <a:cubicBezTo>
                  <a:pt x="38460" y="201982"/>
                  <a:pt x="35835" y="189070"/>
                  <a:pt x="35835" y="175867"/>
                </a:cubicBezTo>
                <a:cubicBezTo>
                  <a:pt x="35835" y="160422"/>
                  <a:pt x="38560" y="146249"/>
                  <a:pt x="44010" y="133338"/>
                </a:cubicBezTo>
                <a:cubicBezTo>
                  <a:pt x="49451" y="120426"/>
                  <a:pt x="57571" y="108576"/>
                  <a:pt x="68370" y="97786"/>
                </a:cubicBezTo>
                <a:cubicBezTo>
                  <a:pt x="81857" y="84335"/>
                  <a:pt x="101096" y="74661"/>
                  <a:pt x="126077" y="68772"/>
                </a:cubicBezTo>
                <a:cubicBezTo>
                  <a:pt x="151050" y="62883"/>
                  <a:pt x="181700" y="60360"/>
                  <a:pt x="218020" y="61201"/>
                </a:cubicBezTo>
                <a:cubicBezTo>
                  <a:pt x="222711" y="61411"/>
                  <a:pt x="226982" y="62362"/>
                  <a:pt x="230840" y="64063"/>
                </a:cubicBezTo>
                <a:cubicBezTo>
                  <a:pt x="234699" y="65755"/>
                  <a:pt x="238174" y="68123"/>
                  <a:pt x="241274" y="71168"/>
                </a:cubicBezTo>
                <a:cubicBezTo>
                  <a:pt x="244373" y="74222"/>
                  <a:pt x="246815" y="77669"/>
                  <a:pt x="248598" y="81500"/>
                </a:cubicBezTo>
                <a:cubicBezTo>
                  <a:pt x="250381" y="85359"/>
                  <a:pt x="251369" y="89657"/>
                  <a:pt x="251551" y="94394"/>
                </a:cubicBezTo>
                <a:cubicBezTo>
                  <a:pt x="252137" y="112563"/>
                  <a:pt x="251908" y="129333"/>
                  <a:pt x="250866" y="144713"/>
                </a:cubicBezTo>
                <a:cubicBezTo>
                  <a:pt x="249814" y="160093"/>
                  <a:pt x="247775" y="174102"/>
                  <a:pt x="244730" y="186739"/>
                </a:cubicBezTo>
                <a:cubicBezTo>
                  <a:pt x="241694" y="199357"/>
                  <a:pt x="237726" y="210586"/>
                  <a:pt x="232825" y="220434"/>
                </a:cubicBezTo>
                <a:cubicBezTo>
                  <a:pt x="227914" y="230282"/>
                  <a:pt x="221998" y="238677"/>
                  <a:pt x="215058" y="245617"/>
                </a:cubicBezTo>
                <a:cubicBezTo>
                  <a:pt x="204378" y="256343"/>
                  <a:pt x="192746" y="264481"/>
                  <a:pt x="180173" y="270041"/>
                </a:cubicBezTo>
                <a:cubicBezTo>
                  <a:pt x="167600" y="275591"/>
                  <a:pt x="154168" y="278371"/>
                  <a:pt x="139876" y="278371"/>
                </a:cubicBezTo>
                <a:cubicBezTo>
                  <a:pt x="125126" y="278371"/>
                  <a:pt x="111630" y="275911"/>
                  <a:pt x="99386" y="271010"/>
                </a:cubicBezTo>
                <a:cubicBezTo>
                  <a:pt x="87133" y="266109"/>
                  <a:pt x="75913" y="258428"/>
                  <a:pt x="65727" y="247967"/>
                </a:cubicBezTo>
                <a:close/>
                <a:moveTo>
                  <a:pt x="99706" y="246083"/>
                </a:moveTo>
                <a:cubicBezTo>
                  <a:pt x="104982" y="249649"/>
                  <a:pt x="111072" y="252347"/>
                  <a:pt x="117967" y="254194"/>
                </a:cubicBezTo>
                <a:cubicBezTo>
                  <a:pt x="124861" y="256041"/>
                  <a:pt x="132140" y="256965"/>
                  <a:pt x="139812" y="256965"/>
                </a:cubicBezTo>
                <a:cubicBezTo>
                  <a:pt x="150830" y="256965"/>
                  <a:pt x="161520" y="254670"/>
                  <a:pt x="171871" y="250079"/>
                </a:cubicBezTo>
                <a:cubicBezTo>
                  <a:pt x="182249" y="245489"/>
                  <a:pt x="191658" y="238869"/>
                  <a:pt x="200098" y="230209"/>
                </a:cubicBezTo>
                <a:cubicBezTo>
                  <a:pt x="206115" y="224156"/>
                  <a:pt x="211126" y="216301"/>
                  <a:pt x="215122" y="206636"/>
                </a:cubicBezTo>
                <a:cubicBezTo>
                  <a:pt x="219127" y="196980"/>
                  <a:pt x="222309" y="185815"/>
                  <a:pt x="224677" y="173160"/>
                </a:cubicBezTo>
                <a:cubicBezTo>
                  <a:pt x="227046" y="160523"/>
                  <a:pt x="228573" y="146578"/>
                  <a:pt x="229268" y="131326"/>
                </a:cubicBezTo>
                <a:cubicBezTo>
                  <a:pt x="229962" y="116092"/>
                  <a:pt x="229908" y="99889"/>
                  <a:pt x="229112" y="82735"/>
                </a:cubicBezTo>
                <a:cubicBezTo>
                  <a:pt x="209562" y="82269"/>
                  <a:pt x="192033" y="82525"/>
                  <a:pt x="176525" y="83485"/>
                </a:cubicBezTo>
                <a:cubicBezTo>
                  <a:pt x="161017" y="84445"/>
                  <a:pt x="147328" y="86191"/>
                  <a:pt x="135441" y="88706"/>
                </a:cubicBezTo>
                <a:cubicBezTo>
                  <a:pt x="123563" y="91221"/>
                  <a:pt x="113376" y="94421"/>
                  <a:pt x="104891" y="98325"/>
                </a:cubicBezTo>
                <a:cubicBezTo>
                  <a:pt x="96405" y="102221"/>
                  <a:pt x="89511" y="106921"/>
                  <a:pt x="84207" y="112435"/>
                </a:cubicBezTo>
                <a:cubicBezTo>
                  <a:pt x="75557" y="121231"/>
                  <a:pt x="68900" y="130659"/>
                  <a:pt x="64246" y="140690"/>
                </a:cubicBezTo>
                <a:cubicBezTo>
                  <a:pt x="59591" y="150711"/>
                  <a:pt x="57269" y="160861"/>
                  <a:pt x="57269" y="171148"/>
                </a:cubicBezTo>
                <a:cubicBezTo>
                  <a:pt x="57269" y="180996"/>
                  <a:pt x="59354" y="191375"/>
                  <a:pt x="63523" y="202265"/>
                </a:cubicBezTo>
                <a:cubicBezTo>
                  <a:pt x="67693" y="213183"/>
                  <a:pt x="72933" y="221961"/>
                  <a:pt x="79242" y="228609"/>
                </a:cubicBezTo>
                <a:cubicBezTo>
                  <a:pt x="90032" y="208364"/>
                  <a:pt x="103108" y="190177"/>
                  <a:pt x="118470" y="174038"/>
                </a:cubicBezTo>
                <a:cubicBezTo>
                  <a:pt x="133832" y="157908"/>
                  <a:pt x="150401" y="144996"/>
                  <a:pt x="168195" y="135313"/>
                </a:cubicBezTo>
                <a:cubicBezTo>
                  <a:pt x="150172" y="151077"/>
                  <a:pt x="135523" y="168103"/>
                  <a:pt x="124249" y="186391"/>
                </a:cubicBezTo>
                <a:cubicBezTo>
                  <a:pt x="112983" y="204688"/>
                  <a:pt x="104809" y="224577"/>
                  <a:pt x="99734" y="246056"/>
                </a:cubicBezTo>
                <a:close/>
                <a:moveTo>
                  <a:pt x="99706" y="246083"/>
                </a:moveTo>
                <a:close/>
                <a:moveTo>
                  <a:pt x="99706" y="24608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4" name="圖示 回收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545" y="105769"/>
                </a:moveTo>
                <a:lnTo>
                  <a:pt x="143588" y="68269"/>
                </a:lnTo>
                <a:lnTo>
                  <a:pt x="124816" y="37024"/>
                </a:lnTo>
                <a:cubicBezTo>
                  <a:pt x="122200" y="32836"/>
                  <a:pt x="118515" y="30742"/>
                  <a:pt x="113751" y="30742"/>
                </a:cubicBezTo>
                <a:cubicBezTo>
                  <a:pt x="108996" y="30742"/>
                  <a:pt x="105366" y="32836"/>
                  <a:pt x="102852" y="37024"/>
                </a:cubicBezTo>
                <a:lnTo>
                  <a:pt x="76974" y="79717"/>
                </a:lnTo>
                <a:cubicBezTo>
                  <a:pt x="75301" y="82314"/>
                  <a:pt x="74880" y="84984"/>
                  <a:pt x="75721" y="87728"/>
                </a:cubicBezTo>
                <a:cubicBezTo>
                  <a:pt x="76563" y="90471"/>
                  <a:pt x="78282" y="92674"/>
                  <a:pt x="80879" y="94330"/>
                </a:cubicBezTo>
                <a:lnTo>
                  <a:pt x="105924" y="109701"/>
                </a:lnTo>
                <a:cubicBezTo>
                  <a:pt x="108530" y="111164"/>
                  <a:pt x="111200" y="111529"/>
                  <a:pt x="113943" y="110798"/>
                </a:cubicBezTo>
                <a:cubicBezTo>
                  <a:pt x="116687" y="110066"/>
                  <a:pt x="118890" y="108402"/>
                  <a:pt x="120545" y="105805"/>
                </a:cubicBezTo>
                <a:close/>
                <a:moveTo>
                  <a:pt x="238540" y="201762"/>
                </a:moveTo>
                <a:lnTo>
                  <a:pt x="215908" y="163860"/>
                </a:lnTo>
                <a:cubicBezTo>
                  <a:pt x="214299" y="161264"/>
                  <a:pt x="213887" y="158520"/>
                  <a:pt x="214683" y="155658"/>
                </a:cubicBezTo>
                <a:cubicBezTo>
                  <a:pt x="215506" y="152787"/>
                  <a:pt x="217207" y="150629"/>
                  <a:pt x="219803" y="149175"/>
                </a:cubicBezTo>
                <a:lnTo>
                  <a:pt x="245178" y="134435"/>
                </a:lnTo>
                <a:cubicBezTo>
                  <a:pt x="247775" y="133036"/>
                  <a:pt x="250509" y="132625"/>
                  <a:pt x="253380" y="133210"/>
                </a:cubicBezTo>
                <a:cubicBezTo>
                  <a:pt x="256251" y="133822"/>
                  <a:pt x="258409" y="135423"/>
                  <a:pt x="259854" y="138020"/>
                </a:cubicBezTo>
                <a:lnTo>
                  <a:pt x="274878" y="163193"/>
                </a:lnTo>
                <a:cubicBezTo>
                  <a:pt x="277182" y="166869"/>
                  <a:pt x="278426" y="170920"/>
                  <a:pt x="278618" y="175364"/>
                </a:cubicBezTo>
                <a:cubicBezTo>
                  <a:pt x="278810" y="179808"/>
                  <a:pt x="277877" y="183941"/>
                  <a:pt x="275820" y="187781"/>
                </a:cubicBezTo>
                <a:cubicBezTo>
                  <a:pt x="273680" y="192070"/>
                  <a:pt x="270544" y="195480"/>
                  <a:pt x="266392" y="197995"/>
                </a:cubicBezTo>
                <a:cubicBezTo>
                  <a:pt x="262259" y="200510"/>
                  <a:pt x="257760" y="201762"/>
                  <a:pt x="252877" y="201762"/>
                </a:cubicBezTo>
                <a:lnTo>
                  <a:pt x="238512" y="201762"/>
                </a:lnTo>
                <a:close/>
                <a:moveTo>
                  <a:pt x="192554" y="281663"/>
                </a:moveTo>
                <a:lnTo>
                  <a:pt x="158447" y="247592"/>
                </a:lnTo>
                <a:cubicBezTo>
                  <a:pt x="156317" y="245452"/>
                  <a:pt x="155247" y="242929"/>
                  <a:pt x="155247" y="240021"/>
                </a:cubicBezTo>
                <a:cubicBezTo>
                  <a:pt x="155247" y="237104"/>
                  <a:pt x="156317" y="234580"/>
                  <a:pt x="158447" y="232440"/>
                </a:cubicBezTo>
                <a:lnTo>
                  <a:pt x="192554" y="198343"/>
                </a:lnTo>
                <a:cubicBezTo>
                  <a:pt x="194228" y="196660"/>
                  <a:pt x="196203" y="196258"/>
                  <a:pt x="198461" y="197117"/>
                </a:cubicBezTo>
                <a:cubicBezTo>
                  <a:pt x="200729" y="197977"/>
                  <a:pt x="201863" y="199577"/>
                  <a:pt x="201863" y="201927"/>
                </a:cubicBezTo>
                <a:lnTo>
                  <a:pt x="201863" y="214463"/>
                </a:lnTo>
                <a:lnTo>
                  <a:pt x="262396" y="214463"/>
                </a:lnTo>
                <a:lnTo>
                  <a:pt x="243944" y="251460"/>
                </a:lnTo>
                <a:cubicBezTo>
                  <a:pt x="241603" y="255758"/>
                  <a:pt x="238402" y="259159"/>
                  <a:pt x="234361" y="261674"/>
                </a:cubicBezTo>
                <a:cubicBezTo>
                  <a:pt x="230337" y="264188"/>
                  <a:pt x="225884" y="265450"/>
                  <a:pt x="221001" y="265450"/>
                </a:cubicBezTo>
                <a:lnTo>
                  <a:pt x="201826" y="265450"/>
                </a:lnTo>
                <a:lnTo>
                  <a:pt x="201826" y="278087"/>
                </a:lnTo>
                <a:cubicBezTo>
                  <a:pt x="201826" y="280428"/>
                  <a:pt x="200693" y="282038"/>
                  <a:pt x="198434" y="282897"/>
                </a:cubicBezTo>
                <a:cubicBezTo>
                  <a:pt x="196166" y="283747"/>
                  <a:pt x="194200" y="283345"/>
                  <a:pt x="192527" y="281663"/>
                </a:cubicBezTo>
                <a:close/>
                <a:moveTo>
                  <a:pt x="78547" y="265450"/>
                </a:moveTo>
                <a:cubicBezTo>
                  <a:pt x="74313" y="265450"/>
                  <a:pt x="70436" y="264344"/>
                  <a:pt x="66916" y="262149"/>
                </a:cubicBezTo>
                <a:cubicBezTo>
                  <a:pt x="63395" y="259946"/>
                  <a:pt x="60808" y="257010"/>
                  <a:pt x="59153" y="253344"/>
                </a:cubicBezTo>
                <a:cubicBezTo>
                  <a:pt x="57433" y="249951"/>
                  <a:pt x="56629" y="246403"/>
                  <a:pt x="56739" y="242691"/>
                </a:cubicBezTo>
                <a:cubicBezTo>
                  <a:pt x="56839" y="238978"/>
                  <a:pt x="57854" y="235513"/>
                  <a:pt x="59783" y="232285"/>
                </a:cubicBezTo>
                <a:lnTo>
                  <a:pt x="70628" y="214463"/>
                </a:lnTo>
                <a:lnTo>
                  <a:pt x="114666" y="214463"/>
                </a:lnTo>
                <a:cubicBezTo>
                  <a:pt x="117747" y="214463"/>
                  <a:pt x="120317" y="215488"/>
                  <a:pt x="122365" y="217545"/>
                </a:cubicBezTo>
                <a:cubicBezTo>
                  <a:pt x="124422" y="219602"/>
                  <a:pt x="125447" y="222163"/>
                  <a:pt x="125447" y="225244"/>
                </a:cubicBezTo>
                <a:lnTo>
                  <a:pt x="125447" y="254734"/>
                </a:lnTo>
                <a:cubicBezTo>
                  <a:pt x="125447" y="257806"/>
                  <a:pt x="124422" y="260366"/>
                  <a:pt x="122365" y="262396"/>
                </a:cubicBezTo>
                <a:cubicBezTo>
                  <a:pt x="120317" y="264435"/>
                  <a:pt x="117747" y="265450"/>
                  <a:pt x="114666" y="265450"/>
                </a:cubicBezTo>
                <a:lnTo>
                  <a:pt x="78547" y="265450"/>
                </a:lnTo>
                <a:close/>
                <a:moveTo>
                  <a:pt x="46991" y="229176"/>
                </a:moveTo>
                <a:lnTo>
                  <a:pt x="26307" y="187781"/>
                </a:lnTo>
                <a:cubicBezTo>
                  <a:pt x="24314" y="183968"/>
                  <a:pt x="23390" y="179881"/>
                  <a:pt x="23509" y="175519"/>
                </a:cubicBezTo>
                <a:cubicBezTo>
                  <a:pt x="23637" y="171185"/>
                  <a:pt x="24881" y="167070"/>
                  <a:pt x="27249" y="163202"/>
                </a:cubicBezTo>
                <a:lnTo>
                  <a:pt x="32342" y="154552"/>
                </a:lnTo>
                <a:lnTo>
                  <a:pt x="21781" y="148233"/>
                </a:lnTo>
                <a:cubicBezTo>
                  <a:pt x="19852" y="147045"/>
                  <a:pt x="19010" y="145216"/>
                  <a:pt x="19239" y="142765"/>
                </a:cubicBezTo>
                <a:cubicBezTo>
                  <a:pt x="19468" y="140315"/>
                  <a:pt x="20784" y="138824"/>
                  <a:pt x="23198" y="138303"/>
                </a:cubicBezTo>
                <a:lnTo>
                  <a:pt x="70125" y="126489"/>
                </a:lnTo>
                <a:cubicBezTo>
                  <a:pt x="72997" y="125748"/>
                  <a:pt x="75667" y="126160"/>
                  <a:pt x="78145" y="127714"/>
                </a:cubicBezTo>
                <a:cubicBezTo>
                  <a:pt x="80614" y="129241"/>
                  <a:pt x="82214" y="131436"/>
                  <a:pt x="82954" y="134307"/>
                </a:cubicBezTo>
                <a:lnTo>
                  <a:pt x="94768" y="181554"/>
                </a:lnTo>
                <a:cubicBezTo>
                  <a:pt x="95290" y="183904"/>
                  <a:pt x="94604" y="185733"/>
                  <a:pt x="92693" y="187059"/>
                </a:cubicBezTo>
                <a:cubicBezTo>
                  <a:pt x="90791" y="188376"/>
                  <a:pt x="88852" y="188440"/>
                  <a:pt x="86877" y="187242"/>
                </a:cubicBezTo>
                <a:lnTo>
                  <a:pt x="76069" y="180704"/>
                </a:lnTo>
                <a:lnTo>
                  <a:pt x="47028" y="229176"/>
                </a:lnTo>
                <a:close/>
                <a:moveTo>
                  <a:pt x="208739" y="117683"/>
                </a:moveTo>
                <a:lnTo>
                  <a:pt x="161812" y="105869"/>
                </a:lnTo>
                <a:cubicBezTo>
                  <a:pt x="159471" y="105403"/>
                  <a:pt x="158118" y="103931"/>
                  <a:pt x="157761" y="101434"/>
                </a:cubicBezTo>
                <a:cubicBezTo>
                  <a:pt x="157405" y="98956"/>
                  <a:pt x="158283" y="97128"/>
                  <a:pt x="160404" y="95930"/>
                </a:cubicBezTo>
                <a:lnTo>
                  <a:pt x="171304" y="89611"/>
                </a:lnTo>
                <a:lnTo>
                  <a:pt x="131418" y="23326"/>
                </a:lnTo>
                <a:lnTo>
                  <a:pt x="176397" y="23326"/>
                </a:lnTo>
                <a:cubicBezTo>
                  <a:pt x="180841" y="23326"/>
                  <a:pt x="185020" y="24442"/>
                  <a:pt x="188942" y="26682"/>
                </a:cubicBezTo>
                <a:cubicBezTo>
                  <a:pt x="192856" y="28932"/>
                  <a:pt x="195992" y="31940"/>
                  <a:pt x="198343" y="35707"/>
                </a:cubicBezTo>
                <a:lnTo>
                  <a:pt x="214902" y="63432"/>
                </a:lnTo>
                <a:lnTo>
                  <a:pt x="225564" y="56894"/>
                </a:lnTo>
                <a:cubicBezTo>
                  <a:pt x="227484" y="55632"/>
                  <a:pt x="229405" y="55742"/>
                  <a:pt x="231316" y="57205"/>
                </a:cubicBezTo>
                <a:cubicBezTo>
                  <a:pt x="233218" y="58677"/>
                  <a:pt x="233931" y="60570"/>
                  <a:pt x="233446" y="62892"/>
                </a:cubicBezTo>
                <a:lnTo>
                  <a:pt x="221568" y="109829"/>
                </a:lnTo>
                <a:cubicBezTo>
                  <a:pt x="220791" y="112700"/>
                  <a:pt x="219182" y="114894"/>
                  <a:pt x="216731" y="116431"/>
                </a:cubicBezTo>
                <a:cubicBezTo>
                  <a:pt x="214271" y="117958"/>
                  <a:pt x="211610" y="118360"/>
                  <a:pt x="208739" y="11765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36" name="圖示 節能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4575"/>
                </a:moveTo>
                <a:cubicBezTo>
                  <a:pt x="176863" y="244575"/>
                  <a:pt x="198955" y="235485"/>
                  <a:pt x="217170" y="217289"/>
                </a:cubicBezTo>
                <a:cubicBezTo>
                  <a:pt x="235376" y="199101"/>
                  <a:pt x="244483" y="177037"/>
                  <a:pt x="244483" y="151095"/>
                </a:cubicBezTo>
                <a:lnTo>
                  <a:pt x="244483" y="57177"/>
                </a:lnTo>
                <a:lnTo>
                  <a:pt x="150812" y="57177"/>
                </a:lnTo>
                <a:cubicBezTo>
                  <a:pt x="124825" y="57177"/>
                  <a:pt x="102733" y="66294"/>
                  <a:pt x="84518" y="84518"/>
                </a:cubicBezTo>
                <a:cubicBezTo>
                  <a:pt x="66312" y="102751"/>
                  <a:pt x="57205" y="124870"/>
                  <a:pt x="57205" y="150876"/>
                </a:cubicBezTo>
                <a:cubicBezTo>
                  <a:pt x="57205" y="176863"/>
                  <a:pt x="66321" y="198983"/>
                  <a:pt x="84555" y="217234"/>
                </a:cubicBezTo>
                <a:cubicBezTo>
                  <a:pt x="102788" y="235458"/>
                  <a:pt x="124898" y="244575"/>
                  <a:pt x="150903" y="244575"/>
                </a:cubicBezTo>
                <a:close/>
                <a:moveTo>
                  <a:pt x="133905" y="213366"/>
                </a:moveTo>
                <a:lnTo>
                  <a:pt x="199879" y="154086"/>
                </a:lnTo>
                <a:cubicBezTo>
                  <a:pt x="201973" y="152156"/>
                  <a:pt x="202604" y="149852"/>
                  <a:pt x="201762" y="147164"/>
                </a:cubicBezTo>
                <a:cubicBezTo>
                  <a:pt x="200930" y="144484"/>
                  <a:pt x="199037" y="142948"/>
                  <a:pt x="196111" y="142546"/>
                </a:cubicBezTo>
                <a:lnTo>
                  <a:pt x="144493" y="137453"/>
                </a:lnTo>
                <a:lnTo>
                  <a:pt x="175428" y="94960"/>
                </a:lnTo>
                <a:cubicBezTo>
                  <a:pt x="176305" y="93909"/>
                  <a:pt x="176671" y="92766"/>
                  <a:pt x="176525" y="91531"/>
                </a:cubicBezTo>
                <a:cubicBezTo>
                  <a:pt x="176379" y="90297"/>
                  <a:pt x="175885" y="89181"/>
                  <a:pt x="175044" y="88203"/>
                </a:cubicBezTo>
                <a:cubicBezTo>
                  <a:pt x="174001" y="87151"/>
                  <a:pt x="172785" y="86621"/>
                  <a:pt x="171404" y="86594"/>
                </a:cubicBezTo>
                <a:cubicBezTo>
                  <a:pt x="170014" y="86575"/>
                  <a:pt x="168807" y="87087"/>
                  <a:pt x="167756" y="88139"/>
                </a:cubicBezTo>
                <a:lnTo>
                  <a:pt x="102120" y="147356"/>
                </a:lnTo>
                <a:cubicBezTo>
                  <a:pt x="100026" y="149239"/>
                  <a:pt x="99404" y="151534"/>
                  <a:pt x="100237" y="154241"/>
                </a:cubicBezTo>
                <a:cubicBezTo>
                  <a:pt x="101078" y="156938"/>
                  <a:pt x="102961" y="158475"/>
                  <a:pt x="105897" y="158831"/>
                </a:cubicBezTo>
                <a:lnTo>
                  <a:pt x="157569" y="164080"/>
                </a:lnTo>
                <a:lnTo>
                  <a:pt x="126324" y="206572"/>
                </a:lnTo>
                <a:cubicBezTo>
                  <a:pt x="125492" y="207624"/>
                  <a:pt x="125136" y="208739"/>
                  <a:pt x="125255" y="209937"/>
                </a:cubicBezTo>
                <a:cubicBezTo>
                  <a:pt x="125383" y="211135"/>
                  <a:pt x="125968" y="212251"/>
                  <a:pt x="127019" y="213302"/>
                </a:cubicBezTo>
                <a:cubicBezTo>
                  <a:pt x="128025" y="214345"/>
                  <a:pt x="129177" y="214884"/>
                  <a:pt x="130476" y="214902"/>
                </a:cubicBezTo>
                <a:cubicBezTo>
                  <a:pt x="131774" y="214921"/>
                  <a:pt x="132926" y="214409"/>
                  <a:pt x="133932" y="213366"/>
                </a:cubicBezTo>
                <a:close/>
                <a:moveTo>
                  <a:pt x="150876" y="265917"/>
                </a:moveTo>
                <a:cubicBezTo>
                  <a:pt x="136794" y="265917"/>
                  <a:pt x="123545" y="263585"/>
                  <a:pt x="111118" y="258912"/>
                </a:cubicBezTo>
                <a:cubicBezTo>
                  <a:pt x="98709" y="254240"/>
                  <a:pt x="87444" y="247738"/>
                  <a:pt x="77322" y="239417"/>
                </a:cubicBezTo>
                <a:lnTo>
                  <a:pt x="53968" y="262780"/>
                </a:lnTo>
                <a:cubicBezTo>
                  <a:pt x="52816" y="263932"/>
                  <a:pt x="51645" y="264737"/>
                  <a:pt x="50447" y="265194"/>
                </a:cubicBezTo>
                <a:cubicBezTo>
                  <a:pt x="49259" y="265661"/>
                  <a:pt x="47951" y="265889"/>
                  <a:pt x="46552" y="265889"/>
                </a:cubicBezTo>
                <a:cubicBezTo>
                  <a:pt x="43635" y="265889"/>
                  <a:pt x="41121" y="264829"/>
                  <a:pt x="39008" y="262716"/>
                </a:cubicBezTo>
                <a:cubicBezTo>
                  <a:pt x="36887" y="260595"/>
                  <a:pt x="35835" y="258080"/>
                  <a:pt x="35835" y="255172"/>
                </a:cubicBezTo>
                <a:cubicBezTo>
                  <a:pt x="35835" y="253764"/>
                  <a:pt x="36064" y="252466"/>
                  <a:pt x="36521" y="251268"/>
                </a:cubicBezTo>
                <a:cubicBezTo>
                  <a:pt x="36987" y="250079"/>
                  <a:pt x="37792" y="248900"/>
                  <a:pt x="38944" y="247748"/>
                </a:cubicBezTo>
                <a:lnTo>
                  <a:pt x="62298" y="224394"/>
                </a:lnTo>
                <a:cubicBezTo>
                  <a:pt x="53959" y="214299"/>
                  <a:pt x="47467" y="203033"/>
                  <a:pt x="42812" y="190607"/>
                </a:cubicBezTo>
                <a:cubicBezTo>
                  <a:pt x="38140" y="178198"/>
                  <a:pt x="35799" y="164949"/>
                  <a:pt x="35799" y="150849"/>
                </a:cubicBezTo>
                <a:cubicBezTo>
                  <a:pt x="35799" y="118863"/>
                  <a:pt x="46991" y="91687"/>
                  <a:pt x="69376" y="69312"/>
                </a:cubicBezTo>
                <a:cubicBezTo>
                  <a:pt x="91769" y="46945"/>
                  <a:pt x="118945" y="35771"/>
                  <a:pt x="150876" y="35771"/>
                </a:cubicBezTo>
                <a:lnTo>
                  <a:pt x="244511" y="35771"/>
                </a:lnTo>
                <a:cubicBezTo>
                  <a:pt x="250509" y="35771"/>
                  <a:pt x="255584" y="37856"/>
                  <a:pt x="259763" y="42026"/>
                </a:cubicBezTo>
                <a:cubicBezTo>
                  <a:pt x="263932" y="46195"/>
                  <a:pt x="266017" y="51280"/>
                  <a:pt x="266017" y="57269"/>
                </a:cubicBezTo>
                <a:lnTo>
                  <a:pt x="266017" y="150876"/>
                </a:lnTo>
                <a:cubicBezTo>
                  <a:pt x="266017" y="182816"/>
                  <a:pt x="254825" y="209974"/>
                  <a:pt x="232440" y="232349"/>
                </a:cubicBezTo>
                <a:cubicBezTo>
                  <a:pt x="210047" y="254734"/>
                  <a:pt x="182853" y="265917"/>
                  <a:pt x="150876" y="265917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38" name="圖示 溫度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5364" y="120262"/>
                </a:moveTo>
                <a:cubicBezTo>
                  <a:pt x="172428" y="120262"/>
                  <a:pt x="169969" y="119265"/>
                  <a:pt x="167975" y="117272"/>
                </a:cubicBezTo>
                <a:cubicBezTo>
                  <a:pt x="165982" y="115288"/>
                  <a:pt x="164985" y="112846"/>
                  <a:pt x="164985" y="109947"/>
                </a:cubicBezTo>
                <a:cubicBezTo>
                  <a:pt x="164985" y="107058"/>
                  <a:pt x="165982" y="104626"/>
                  <a:pt x="167975" y="102660"/>
                </a:cubicBezTo>
                <a:cubicBezTo>
                  <a:pt x="169969" y="100712"/>
                  <a:pt x="172419" y="99734"/>
                  <a:pt x="175327" y="99734"/>
                </a:cubicBezTo>
                <a:lnTo>
                  <a:pt x="229679" y="99734"/>
                </a:lnTo>
                <a:cubicBezTo>
                  <a:pt x="232568" y="99734"/>
                  <a:pt x="235001" y="100730"/>
                  <a:pt x="236967" y="102724"/>
                </a:cubicBezTo>
                <a:cubicBezTo>
                  <a:pt x="238942" y="104708"/>
                  <a:pt x="239920" y="107149"/>
                  <a:pt x="239920" y="110048"/>
                </a:cubicBezTo>
                <a:cubicBezTo>
                  <a:pt x="239920" y="112938"/>
                  <a:pt x="238942" y="115370"/>
                  <a:pt x="236967" y="117336"/>
                </a:cubicBezTo>
                <a:cubicBezTo>
                  <a:pt x="235001" y="119283"/>
                  <a:pt x="232568" y="120262"/>
                  <a:pt x="229679" y="120262"/>
                </a:cubicBezTo>
                <a:lnTo>
                  <a:pt x="175364" y="120262"/>
                </a:lnTo>
                <a:close/>
                <a:moveTo>
                  <a:pt x="175327" y="80879"/>
                </a:moveTo>
                <a:cubicBezTo>
                  <a:pt x="172419" y="80879"/>
                  <a:pt x="169969" y="79882"/>
                  <a:pt x="167975" y="77889"/>
                </a:cubicBezTo>
                <a:cubicBezTo>
                  <a:pt x="165982" y="75895"/>
                  <a:pt x="164985" y="73435"/>
                  <a:pt x="164985" y="70500"/>
                </a:cubicBezTo>
                <a:cubicBezTo>
                  <a:pt x="164985" y="67565"/>
                  <a:pt x="165982" y="65114"/>
                  <a:pt x="167975" y="63148"/>
                </a:cubicBezTo>
                <a:cubicBezTo>
                  <a:pt x="169969" y="61183"/>
                  <a:pt x="172419" y="60195"/>
                  <a:pt x="175327" y="60195"/>
                </a:cubicBezTo>
                <a:lnTo>
                  <a:pt x="257971" y="60195"/>
                </a:lnTo>
                <a:cubicBezTo>
                  <a:pt x="260860" y="60195"/>
                  <a:pt x="263292" y="61201"/>
                  <a:pt x="265258" y="63212"/>
                </a:cubicBezTo>
                <a:cubicBezTo>
                  <a:pt x="267224" y="65224"/>
                  <a:pt x="268212" y="67684"/>
                  <a:pt x="268212" y="70601"/>
                </a:cubicBezTo>
                <a:cubicBezTo>
                  <a:pt x="268212" y="73527"/>
                  <a:pt x="267224" y="75968"/>
                  <a:pt x="265258" y="77925"/>
                </a:cubicBezTo>
                <a:cubicBezTo>
                  <a:pt x="263292" y="79873"/>
                  <a:pt x="260860" y="80842"/>
                  <a:pt x="257971" y="80842"/>
                </a:cubicBezTo>
                <a:lnTo>
                  <a:pt x="175327" y="80842"/>
                </a:lnTo>
                <a:close/>
                <a:moveTo>
                  <a:pt x="49442" y="248314"/>
                </a:moveTo>
                <a:cubicBezTo>
                  <a:pt x="37957" y="236830"/>
                  <a:pt x="32214" y="222894"/>
                  <a:pt x="32214" y="206508"/>
                </a:cubicBezTo>
                <a:cubicBezTo>
                  <a:pt x="32214" y="196303"/>
                  <a:pt x="34720" y="186702"/>
                  <a:pt x="39731" y="177686"/>
                </a:cubicBezTo>
                <a:cubicBezTo>
                  <a:pt x="44742" y="168679"/>
                  <a:pt x="51664" y="161346"/>
                  <a:pt x="60506" y="155686"/>
                </a:cubicBezTo>
                <a:lnTo>
                  <a:pt x="60506" y="66641"/>
                </a:lnTo>
                <a:cubicBezTo>
                  <a:pt x="60506" y="58064"/>
                  <a:pt x="63496" y="50786"/>
                  <a:pt x="69467" y="44787"/>
                </a:cubicBezTo>
                <a:cubicBezTo>
                  <a:pt x="75438" y="38780"/>
                  <a:pt x="82698" y="35771"/>
                  <a:pt x="91248" y="35771"/>
                </a:cubicBezTo>
                <a:cubicBezTo>
                  <a:pt x="99798" y="35771"/>
                  <a:pt x="107076" y="38780"/>
                  <a:pt x="113093" y="44787"/>
                </a:cubicBezTo>
                <a:cubicBezTo>
                  <a:pt x="119110" y="50804"/>
                  <a:pt x="122118" y="58092"/>
                  <a:pt x="122118" y="66641"/>
                </a:cubicBezTo>
                <a:lnTo>
                  <a:pt x="122118" y="155686"/>
                </a:lnTo>
                <a:cubicBezTo>
                  <a:pt x="130960" y="161364"/>
                  <a:pt x="137882" y="168698"/>
                  <a:pt x="142893" y="177686"/>
                </a:cubicBezTo>
                <a:cubicBezTo>
                  <a:pt x="147904" y="186702"/>
                  <a:pt x="150401" y="196303"/>
                  <a:pt x="150401" y="206508"/>
                </a:cubicBezTo>
                <a:cubicBezTo>
                  <a:pt x="150401" y="222894"/>
                  <a:pt x="144676" y="236848"/>
                  <a:pt x="133210" y="248351"/>
                </a:cubicBezTo>
                <a:cubicBezTo>
                  <a:pt x="121752" y="259854"/>
                  <a:pt x="107780" y="265606"/>
                  <a:pt x="91312" y="265606"/>
                </a:cubicBezTo>
                <a:cubicBezTo>
                  <a:pt x="74844" y="265606"/>
                  <a:pt x="60872" y="259854"/>
                  <a:pt x="49414" y="248351"/>
                </a:cubicBezTo>
                <a:close/>
                <a:moveTo>
                  <a:pt x="53721" y="206508"/>
                </a:moveTo>
                <a:lnTo>
                  <a:pt x="129004" y="206508"/>
                </a:lnTo>
                <a:cubicBezTo>
                  <a:pt x="129004" y="197986"/>
                  <a:pt x="126946" y="190378"/>
                  <a:pt x="122840" y="183694"/>
                </a:cubicBezTo>
                <a:cubicBezTo>
                  <a:pt x="118735" y="177010"/>
                  <a:pt x="113248" y="172200"/>
                  <a:pt x="106400" y="169265"/>
                </a:cubicBezTo>
                <a:lnTo>
                  <a:pt x="100712" y="167033"/>
                </a:lnTo>
                <a:lnTo>
                  <a:pt x="100712" y="66641"/>
                </a:lnTo>
                <a:cubicBezTo>
                  <a:pt x="100712" y="63999"/>
                  <a:pt x="99798" y="61768"/>
                  <a:pt x="97978" y="59939"/>
                </a:cubicBezTo>
                <a:cubicBezTo>
                  <a:pt x="96149" y="58138"/>
                  <a:pt x="93927" y="57241"/>
                  <a:pt x="91312" y="57241"/>
                </a:cubicBezTo>
                <a:cubicBezTo>
                  <a:pt x="88669" y="57241"/>
                  <a:pt x="86457" y="58138"/>
                  <a:pt x="84683" y="59939"/>
                </a:cubicBezTo>
                <a:cubicBezTo>
                  <a:pt x="82900" y="61740"/>
                  <a:pt x="82003" y="63971"/>
                  <a:pt x="82003" y="66641"/>
                </a:cubicBezTo>
                <a:lnTo>
                  <a:pt x="82003" y="167061"/>
                </a:lnTo>
                <a:lnTo>
                  <a:pt x="76380" y="169292"/>
                </a:lnTo>
                <a:cubicBezTo>
                  <a:pt x="69421" y="172273"/>
                  <a:pt x="63898" y="177147"/>
                  <a:pt x="59820" y="183913"/>
                </a:cubicBezTo>
                <a:cubicBezTo>
                  <a:pt x="55733" y="190662"/>
                  <a:pt x="53684" y="198205"/>
                  <a:pt x="53684" y="20654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240" name="圖示 用水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706" y="248415"/>
                </a:moveTo>
                <a:cubicBezTo>
                  <a:pt x="58174" y="228353"/>
                  <a:pt x="48408" y="203390"/>
                  <a:pt x="48408" y="173507"/>
                </a:cubicBezTo>
                <a:cubicBezTo>
                  <a:pt x="48408" y="160596"/>
                  <a:pt x="51252" y="147712"/>
                  <a:pt x="56958" y="134847"/>
                </a:cubicBezTo>
                <a:cubicBezTo>
                  <a:pt x="62655" y="121963"/>
                  <a:pt x="69970" y="109426"/>
                  <a:pt x="78894" y="97256"/>
                </a:cubicBezTo>
                <a:cubicBezTo>
                  <a:pt x="87801" y="85076"/>
                  <a:pt x="97658" y="73454"/>
                  <a:pt x="108475" y="62390"/>
                </a:cubicBezTo>
                <a:cubicBezTo>
                  <a:pt x="119283" y="51325"/>
                  <a:pt x="129845" y="41185"/>
                  <a:pt x="140159" y="31967"/>
                </a:cubicBezTo>
                <a:cubicBezTo>
                  <a:pt x="141833" y="30559"/>
                  <a:pt x="143552" y="29553"/>
                  <a:pt x="145316" y="28950"/>
                </a:cubicBezTo>
                <a:cubicBezTo>
                  <a:pt x="147072" y="28337"/>
                  <a:pt x="148919" y="28036"/>
                  <a:pt x="150849" y="28036"/>
                </a:cubicBezTo>
                <a:cubicBezTo>
                  <a:pt x="152769" y="28036"/>
                  <a:pt x="154616" y="28337"/>
                  <a:pt x="156381" y="28950"/>
                </a:cubicBezTo>
                <a:cubicBezTo>
                  <a:pt x="158155" y="29553"/>
                  <a:pt x="159874" y="30559"/>
                  <a:pt x="161529" y="31967"/>
                </a:cubicBezTo>
                <a:cubicBezTo>
                  <a:pt x="171861" y="41185"/>
                  <a:pt x="182423" y="51325"/>
                  <a:pt x="193213" y="62390"/>
                </a:cubicBezTo>
                <a:cubicBezTo>
                  <a:pt x="204030" y="73454"/>
                  <a:pt x="213887" y="85076"/>
                  <a:pt x="222794" y="97256"/>
                </a:cubicBezTo>
                <a:cubicBezTo>
                  <a:pt x="231700" y="109426"/>
                  <a:pt x="239024" y="121963"/>
                  <a:pt x="244767" y="134847"/>
                </a:cubicBezTo>
                <a:cubicBezTo>
                  <a:pt x="250482" y="147712"/>
                  <a:pt x="253344" y="160596"/>
                  <a:pt x="253344" y="173507"/>
                </a:cubicBezTo>
                <a:cubicBezTo>
                  <a:pt x="253344" y="203390"/>
                  <a:pt x="243569" y="228353"/>
                  <a:pt x="224019" y="248415"/>
                </a:cubicBezTo>
                <a:cubicBezTo>
                  <a:pt x="204515" y="268468"/>
                  <a:pt x="180128" y="278490"/>
                  <a:pt x="150876" y="278490"/>
                </a:cubicBezTo>
                <a:cubicBezTo>
                  <a:pt x="121624" y="278490"/>
                  <a:pt x="97228" y="268468"/>
                  <a:pt x="77706" y="248415"/>
                </a:cubicBezTo>
                <a:close/>
                <a:moveTo>
                  <a:pt x="208867" y="233199"/>
                </a:moveTo>
                <a:cubicBezTo>
                  <a:pt x="224247" y="217289"/>
                  <a:pt x="231938" y="197401"/>
                  <a:pt x="231938" y="173507"/>
                </a:cubicBezTo>
                <a:cubicBezTo>
                  <a:pt x="231938" y="157204"/>
                  <a:pt x="225034" y="138641"/>
                  <a:pt x="211226" y="117811"/>
                </a:cubicBezTo>
                <a:cubicBezTo>
                  <a:pt x="197401" y="96981"/>
                  <a:pt x="177284" y="74798"/>
                  <a:pt x="150876" y="51270"/>
                </a:cubicBezTo>
                <a:cubicBezTo>
                  <a:pt x="124477" y="74798"/>
                  <a:pt x="104370" y="96981"/>
                  <a:pt x="90553" y="117811"/>
                </a:cubicBezTo>
                <a:cubicBezTo>
                  <a:pt x="76746" y="138641"/>
                  <a:pt x="69842" y="157204"/>
                  <a:pt x="69842" y="173507"/>
                </a:cubicBezTo>
                <a:cubicBezTo>
                  <a:pt x="69842" y="197401"/>
                  <a:pt x="77532" y="217289"/>
                  <a:pt x="92912" y="233199"/>
                </a:cubicBezTo>
                <a:cubicBezTo>
                  <a:pt x="108292" y="249101"/>
                  <a:pt x="127614" y="257056"/>
                  <a:pt x="150876" y="257056"/>
                </a:cubicBezTo>
                <a:cubicBezTo>
                  <a:pt x="174138" y="257056"/>
                  <a:pt x="193460" y="249101"/>
                  <a:pt x="208840" y="233199"/>
                </a:cubicBezTo>
                <a:close/>
                <a:moveTo>
                  <a:pt x="150876" y="150565"/>
                </a:moveTo>
                <a:close/>
                <a:moveTo>
                  <a:pt x="150721" y="236062"/>
                </a:moveTo>
                <a:cubicBezTo>
                  <a:pt x="154223" y="236062"/>
                  <a:pt x="156929" y="235421"/>
                  <a:pt x="158859" y="234141"/>
                </a:cubicBezTo>
                <a:cubicBezTo>
                  <a:pt x="160788" y="232861"/>
                  <a:pt x="161748" y="231014"/>
                  <a:pt x="161748" y="228609"/>
                </a:cubicBezTo>
                <a:cubicBezTo>
                  <a:pt x="161748" y="226159"/>
                  <a:pt x="160797" y="224238"/>
                  <a:pt x="158895" y="222858"/>
                </a:cubicBezTo>
                <a:cubicBezTo>
                  <a:pt x="156984" y="221477"/>
                  <a:pt x="154150" y="220782"/>
                  <a:pt x="150373" y="220782"/>
                </a:cubicBezTo>
                <a:cubicBezTo>
                  <a:pt x="141321" y="220782"/>
                  <a:pt x="132487" y="218030"/>
                  <a:pt x="123874" y="212516"/>
                </a:cubicBezTo>
                <a:cubicBezTo>
                  <a:pt x="115260" y="207002"/>
                  <a:pt x="109719" y="197529"/>
                  <a:pt x="107250" y="184096"/>
                </a:cubicBezTo>
                <a:cubicBezTo>
                  <a:pt x="106829" y="182176"/>
                  <a:pt x="105851" y="180567"/>
                  <a:pt x="104324" y="179296"/>
                </a:cubicBezTo>
                <a:cubicBezTo>
                  <a:pt x="102769" y="178015"/>
                  <a:pt x="101069" y="177375"/>
                  <a:pt x="99203" y="177375"/>
                </a:cubicBezTo>
                <a:cubicBezTo>
                  <a:pt x="96643" y="177375"/>
                  <a:pt x="94695" y="178317"/>
                  <a:pt x="93351" y="180201"/>
                </a:cubicBezTo>
                <a:cubicBezTo>
                  <a:pt x="92016" y="182084"/>
                  <a:pt x="91550" y="184050"/>
                  <a:pt x="91970" y="186080"/>
                </a:cubicBezTo>
                <a:cubicBezTo>
                  <a:pt x="95116" y="203728"/>
                  <a:pt x="102550" y="216466"/>
                  <a:pt x="114291" y="224302"/>
                </a:cubicBezTo>
                <a:cubicBezTo>
                  <a:pt x="126023" y="232139"/>
                  <a:pt x="138157" y="236062"/>
                  <a:pt x="150684" y="23606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9423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675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226" y="321604"/>
                  </a:moveTo>
                  <a:cubicBezTo>
                    <a:pt x="75721" y="321604"/>
                    <a:pt x="71095" y="319738"/>
                    <a:pt x="67364" y="315998"/>
                  </a:cubicBezTo>
                  <a:cubicBezTo>
                    <a:pt x="63624" y="312268"/>
                    <a:pt x="61759" y="307641"/>
                    <a:pt x="61759" y="302136"/>
                  </a:cubicBezTo>
                  <a:cubicBezTo>
                    <a:pt x="61759" y="296622"/>
                    <a:pt x="63624" y="291995"/>
                    <a:pt x="67364" y="288265"/>
                  </a:cubicBezTo>
                  <a:cubicBezTo>
                    <a:pt x="71095" y="284534"/>
                    <a:pt x="75721" y="282668"/>
                    <a:pt x="81226" y="282668"/>
                  </a:cubicBezTo>
                  <a:lnTo>
                    <a:pt x="111712" y="282668"/>
                  </a:lnTo>
                  <a:lnTo>
                    <a:pt x="72503" y="148855"/>
                  </a:lnTo>
                  <a:cubicBezTo>
                    <a:pt x="63587" y="145097"/>
                    <a:pt x="56592" y="139739"/>
                    <a:pt x="51508" y="132780"/>
                  </a:cubicBezTo>
                  <a:cubicBezTo>
                    <a:pt x="46433" y="125821"/>
                    <a:pt x="43891" y="116613"/>
                    <a:pt x="43891" y="105156"/>
                  </a:cubicBezTo>
                  <a:cubicBezTo>
                    <a:pt x="43891" y="92684"/>
                    <a:pt x="48472" y="81848"/>
                    <a:pt x="57644" y="72658"/>
                  </a:cubicBezTo>
                  <a:cubicBezTo>
                    <a:pt x="66788" y="63459"/>
                    <a:pt x="77614" y="58869"/>
                    <a:pt x="90105" y="58869"/>
                  </a:cubicBezTo>
                  <a:cubicBezTo>
                    <a:pt x="101846" y="58869"/>
                    <a:pt x="111593" y="62015"/>
                    <a:pt x="119366" y="68315"/>
                  </a:cubicBezTo>
                  <a:cubicBezTo>
                    <a:pt x="127166" y="74615"/>
                    <a:pt x="132423" y="83082"/>
                    <a:pt x="135139" y="93726"/>
                  </a:cubicBezTo>
                  <a:lnTo>
                    <a:pt x="187379" y="93726"/>
                  </a:lnTo>
                  <a:lnTo>
                    <a:pt x="187379" y="71250"/>
                  </a:lnTo>
                  <a:cubicBezTo>
                    <a:pt x="187379" y="67894"/>
                    <a:pt x="188604" y="64986"/>
                    <a:pt x="191073" y="62527"/>
                  </a:cubicBezTo>
                  <a:cubicBezTo>
                    <a:pt x="193533" y="60058"/>
                    <a:pt x="196441" y="58823"/>
                    <a:pt x="199796" y="58823"/>
                  </a:cubicBezTo>
                  <a:cubicBezTo>
                    <a:pt x="202540" y="58823"/>
                    <a:pt x="204862" y="59857"/>
                    <a:pt x="206773" y="61914"/>
                  </a:cubicBezTo>
                  <a:cubicBezTo>
                    <a:pt x="208675" y="63971"/>
                    <a:pt x="209654" y="66367"/>
                    <a:pt x="209699" y="69110"/>
                  </a:cubicBezTo>
                  <a:lnTo>
                    <a:pt x="237634" y="42328"/>
                  </a:lnTo>
                  <a:cubicBezTo>
                    <a:pt x="239838" y="40170"/>
                    <a:pt x="242618" y="38752"/>
                    <a:pt x="245974" y="38057"/>
                  </a:cubicBezTo>
                  <a:cubicBezTo>
                    <a:pt x="249329" y="37372"/>
                    <a:pt x="252740" y="37820"/>
                    <a:pt x="256224" y="39392"/>
                  </a:cubicBezTo>
                  <a:lnTo>
                    <a:pt x="316419" y="68351"/>
                  </a:lnTo>
                  <a:cubicBezTo>
                    <a:pt x="319016" y="69750"/>
                    <a:pt x="320799" y="71744"/>
                    <a:pt x="321796" y="74332"/>
                  </a:cubicBezTo>
                  <a:cubicBezTo>
                    <a:pt x="322783" y="76928"/>
                    <a:pt x="322545" y="79644"/>
                    <a:pt x="321073" y="82488"/>
                  </a:cubicBezTo>
                  <a:cubicBezTo>
                    <a:pt x="319674" y="85204"/>
                    <a:pt x="317626" y="86877"/>
                    <a:pt x="314938" y="87517"/>
                  </a:cubicBezTo>
                  <a:cubicBezTo>
                    <a:pt x="312240" y="88148"/>
                    <a:pt x="309643" y="87746"/>
                    <a:pt x="307129" y="86301"/>
                  </a:cubicBezTo>
                  <a:lnTo>
                    <a:pt x="248790" y="57991"/>
                  </a:lnTo>
                  <a:lnTo>
                    <a:pt x="212296" y="94869"/>
                  </a:lnTo>
                  <a:lnTo>
                    <a:pt x="212296" y="113770"/>
                  </a:lnTo>
                  <a:lnTo>
                    <a:pt x="248790" y="152284"/>
                  </a:lnTo>
                  <a:lnTo>
                    <a:pt x="307129" y="123791"/>
                  </a:lnTo>
                  <a:cubicBezTo>
                    <a:pt x="309972" y="122392"/>
                    <a:pt x="312633" y="122018"/>
                    <a:pt x="315121" y="122685"/>
                  </a:cubicBezTo>
                  <a:cubicBezTo>
                    <a:pt x="317617" y="123343"/>
                    <a:pt x="319592" y="125035"/>
                    <a:pt x="321073" y="127751"/>
                  </a:cubicBezTo>
                  <a:cubicBezTo>
                    <a:pt x="322518" y="130595"/>
                    <a:pt x="322756" y="133438"/>
                    <a:pt x="321796" y="136282"/>
                  </a:cubicBezTo>
                  <a:cubicBezTo>
                    <a:pt x="320799" y="139126"/>
                    <a:pt x="318888" y="141247"/>
                    <a:pt x="316044" y="142646"/>
                  </a:cubicBezTo>
                  <a:lnTo>
                    <a:pt x="258016" y="170005"/>
                  </a:lnTo>
                  <a:cubicBezTo>
                    <a:pt x="254148" y="171962"/>
                    <a:pt x="250472" y="172858"/>
                    <a:pt x="246961" y="172712"/>
                  </a:cubicBezTo>
                  <a:cubicBezTo>
                    <a:pt x="243459" y="172556"/>
                    <a:pt x="240332" y="171121"/>
                    <a:pt x="237589" y="168405"/>
                  </a:cubicBezTo>
                  <a:lnTo>
                    <a:pt x="209663" y="141622"/>
                  </a:lnTo>
                  <a:cubicBezTo>
                    <a:pt x="209617" y="145170"/>
                    <a:pt x="208648" y="147776"/>
                    <a:pt x="206764" y="149431"/>
                  </a:cubicBezTo>
                  <a:cubicBezTo>
                    <a:pt x="204890" y="151077"/>
                    <a:pt x="202549" y="151909"/>
                    <a:pt x="199760" y="151909"/>
                  </a:cubicBezTo>
                  <a:cubicBezTo>
                    <a:pt x="196404" y="151909"/>
                    <a:pt x="193496" y="150675"/>
                    <a:pt x="191036" y="148206"/>
                  </a:cubicBezTo>
                  <a:cubicBezTo>
                    <a:pt x="188568" y="145746"/>
                    <a:pt x="187333" y="142838"/>
                    <a:pt x="187333" y="139483"/>
                  </a:cubicBezTo>
                  <a:lnTo>
                    <a:pt x="187333" y="116623"/>
                  </a:lnTo>
                  <a:lnTo>
                    <a:pt x="134344" y="116623"/>
                  </a:lnTo>
                  <a:cubicBezTo>
                    <a:pt x="134216" y="119978"/>
                    <a:pt x="133210" y="123517"/>
                    <a:pt x="131335" y="127257"/>
                  </a:cubicBezTo>
                  <a:cubicBezTo>
                    <a:pt x="129424" y="130988"/>
                    <a:pt x="127239" y="133859"/>
                    <a:pt x="124779" y="135862"/>
                  </a:cubicBezTo>
                  <a:lnTo>
                    <a:pt x="200866" y="282705"/>
                  </a:lnTo>
                  <a:lnTo>
                    <a:pt x="243989" y="282705"/>
                  </a:lnTo>
                  <a:cubicBezTo>
                    <a:pt x="249503" y="282705"/>
                    <a:pt x="254130" y="284570"/>
                    <a:pt x="257861" y="288301"/>
                  </a:cubicBezTo>
                  <a:cubicBezTo>
                    <a:pt x="261592" y="292041"/>
                    <a:pt x="263466" y="296659"/>
                    <a:pt x="263466" y="302173"/>
                  </a:cubicBezTo>
                  <a:cubicBezTo>
                    <a:pt x="263466" y="307686"/>
                    <a:pt x="261592" y="312304"/>
                    <a:pt x="257861" y="316044"/>
                  </a:cubicBezTo>
                  <a:cubicBezTo>
                    <a:pt x="254130" y="319775"/>
                    <a:pt x="249503" y="321640"/>
                    <a:pt x="243989" y="321640"/>
                  </a:cubicBezTo>
                  <a:lnTo>
                    <a:pt x="81226" y="321640"/>
                  </a:lnTo>
                  <a:close/>
                  <a:moveTo>
                    <a:pt x="105311" y="120399"/>
                  </a:moveTo>
                  <a:cubicBezTo>
                    <a:pt x="109371" y="116330"/>
                    <a:pt x="111401" y="111255"/>
                    <a:pt x="111401" y="105156"/>
                  </a:cubicBezTo>
                  <a:cubicBezTo>
                    <a:pt x="111401" y="99057"/>
                    <a:pt x="109371" y="93982"/>
                    <a:pt x="105311" y="89913"/>
                  </a:cubicBezTo>
                  <a:cubicBezTo>
                    <a:pt x="101242" y="85853"/>
                    <a:pt x="96167" y="83823"/>
                    <a:pt x="90068" y="83823"/>
                  </a:cubicBezTo>
                  <a:cubicBezTo>
                    <a:pt x="83969" y="83823"/>
                    <a:pt x="78894" y="85853"/>
                    <a:pt x="74825" y="89913"/>
                  </a:cubicBezTo>
                  <a:cubicBezTo>
                    <a:pt x="70765" y="93982"/>
                    <a:pt x="68735" y="99057"/>
                    <a:pt x="68735" y="105156"/>
                  </a:cubicBezTo>
                  <a:cubicBezTo>
                    <a:pt x="68735" y="111255"/>
                    <a:pt x="70765" y="116330"/>
                    <a:pt x="74825" y="120399"/>
                  </a:cubicBezTo>
                  <a:cubicBezTo>
                    <a:pt x="78894" y="124459"/>
                    <a:pt x="83969" y="126489"/>
                    <a:pt x="90068" y="126489"/>
                  </a:cubicBezTo>
                  <a:cubicBezTo>
                    <a:pt x="96167" y="126489"/>
                    <a:pt x="101242" y="124459"/>
                    <a:pt x="105311" y="120399"/>
                  </a:cubicBezTo>
                  <a:close/>
                  <a:moveTo>
                    <a:pt x="136931" y="282668"/>
                  </a:moveTo>
                  <a:lnTo>
                    <a:pt x="175336" y="282668"/>
                  </a:lnTo>
                  <a:lnTo>
                    <a:pt x="105193" y="146112"/>
                  </a:lnTo>
                  <a:cubicBezTo>
                    <a:pt x="104306" y="146670"/>
                    <a:pt x="102961" y="147228"/>
                    <a:pt x="101160" y="147785"/>
                  </a:cubicBezTo>
                  <a:cubicBezTo>
                    <a:pt x="99350" y="148325"/>
                    <a:pt x="97941" y="148718"/>
                    <a:pt x="96926" y="148974"/>
                  </a:cubicBezTo>
                  <a:lnTo>
                    <a:pt x="136968" y="282668"/>
                  </a:lnTo>
                  <a:close/>
                  <a:moveTo>
                    <a:pt x="175336" y="282668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03"/>
                  </a:moveTo>
                  <a:cubicBezTo>
                    <a:pt x="274530" y="261939"/>
                    <a:pt x="277658" y="254304"/>
                    <a:pt x="277658" y="245288"/>
                  </a:cubicBezTo>
                  <a:cubicBezTo>
                    <a:pt x="277658" y="236263"/>
                    <a:pt x="274530" y="228637"/>
                    <a:pt x="268267" y="222400"/>
                  </a:cubicBezTo>
                  <a:cubicBezTo>
                    <a:pt x="262030" y="216164"/>
                    <a:pt x="254386" y="213037"/>
                    <a:pt x="245352" y="213037"/>
                  </a:cubicBezTo>
                  <a:cubicBezTo>
                    <a:pt x="236308" y="213037"/>
                    <a:pt x="228664" y="216137"/>
                    <a:pt x="222400" y="222336"/>
                  </a:cubicBezTo>
                  <a:cubicBezTo>
                    <a:pt x="216164" y="228527"/>
                    <a:pt x="213037" y="236144"/>
                    <a:pt x="213037" y="245187"/>
                  </a:cubicBezTo>
                  <a:cubicBezTo>
                    <a:pt x="213037" y="254203"/>
                    <a:pt x="216164" y="261866"/>
                    <a:pt x="222400" y="268166"/>
                  </a:cubicBezTo>
                  <a:cubicBezTo>
                    <a:pt x="228637" y="274475"/>
                    <a:pt x="236281" y="277630"/>
                    <a:pt x="245315" y="277630"/>
                  </a:cubicBezTo>
                  <a:cubicBezTo>
                    <a:pt x="254377" y="277630"/>
                    <a:pt x="262040" y="274494"/>
                    <a:pt x="268303" y="268239"/>
                  </a:cubicBezTo>
                  <a:close/>
                  <a:moveTo>
                    <a:pt x="245516" y="299027"/>
                  </a:moveTo>
                  <a:cubicBezTo>
                    <a:pt x="230566" y="299027"/>
                    <a:pt x="217856" y="293769"/>
                    <a:pt x="207386" y="283254"/>
                  </a:cubicBezTo>
                  <a:cubicBezTo>
                    <a:pt x="196916" y="272729"/>
                    <a:pt x="191677" y="260055"/>
                    <a:pt x="191677" y="245215"/>
                  </a:cubicBezTo>
                  <a:cubicBezTo>
                    <a:pt x="191677" y="230493"/>
                    <a:pt x="196925" y="217883"/>
                    <a:pt x="207422" y="207386"/>
                  </a:cubicBezTo>
                  <a:cubicBezTo>
                    <a:pt x="217911" y="196889"/>
                    <a:pt x="230557" y="191640"/>
                    <a:pt x="245352" y="191640"/>
                  </a:cubicBezTo>
                  <a:cubicBezTo>
                    <a:pt x="260147" y="191640"/>
                    <a:pt x="272784" y="196889"/>
                    <a:pt x="283281" y="207386"/>
                  </a:cubicBezTo>
                  <a:cubicBezTo>
                    <a:pt x="293778" y="217856"/>
                    <a:pt x="299027" y="230520"/>
                    <a:pt x="299027" y="245379"/>
                  </a:cubicBezTo>
                  <a:cubicBezTo>
                    <a:pt x="299027" y="250125"/>
                    <a:pt x="298222" y="254971"/>
                    <a:pt x="296613" y="259936"/>
                  </a:cubicBezTo>
                  <a:cubicBezTo>
                    <a:pt x="295004" y="264893"/>
                    <a:pt x="292681" y="269821"/>
                    <a:pt x="289664" y="274713"/>
                  </a:cubicBezTo>
                  <a:lnTo>
                    <a:pt x="316584" y="301633"/>
                  </a:lnTo>
                  <a:cubicBezTo>
                    <a:pt x="318723" y="303773"/>
                    <a:pt x="319738" y="306278"/>
                    <a:pt x="319629" y="309140"/>
                  </a:cubicBezTo>
                  <a:cubicBezTo>
                    <a:pt x="319519" y="312012"/>
                    <a:pt x="318412" y="314526"/>
                    <a:pt x="316318" y="316684"/>
                  </a:cubicBezTo>
                  <a:cubicBezTo>
                    <a:pt x="314160" y="318796"/>
                    <a:pt x="311646" y="319839"/>
                    <a:pt x="308784" y="319793"/>
                  </a:cubicBezTo>
                  <a:cubicBezTo>
                    <a:pt x="305894" y="319775"/>
                    <a:pt x="303380" y="318687"/>
                    <a:pt x="301240" y="316556"/>
                  </a:cubicBezTo>
                  <a:lnTo>
                    <a:pt x="274649" y="290066"/>
                  </a:lnTo>
                  <a:cubicBezTo>
                    <a:pt x="269757" y="292992"/>
                    <a:pt x="264847" y="295223"/>
                    <a:pt x="259936" y="296741"/>
                  </a:cubicBezTo>
                  <a:cubicBezTo>
                    <a:pt x="255044" y="298259"/>
                    <a:pt x="250226" y="299027"/>
                    <a:pt x="245480" y="299027"/>
                  </a:cubicBezTo>
                  <a:close/>
                  <a:moveTo>
                    <a:pt x="157551" y="377071"/>
                  </a:moveTo>
                  <a:cubicBezTo>
                    <a:pt x="151461" y="377071"/>
                    <a:pt x="146185" y="374831"/>
                    <a:pt x="141705" y="370359"/>
                  </a:cubicBezTo>
                  <a:cubicBezTo>
                    <a:pt x="137233" y="365879"/>
                    <a:pt x="134993" y="360603"/>
                    <a:pt x="134993" y="354513"/>
                  </a:cubicBezTo>
                  <a:lnTo>
                    <a:pt x="134993" y="309607"/>
                  </a:lnTo>
                  <a:cubicBezTo>
                    <a:pt x="134993" y="306434"/>
                    <a:pt x="136081" y="303755"/>
                    <a:pt x="138266" y="301569"/>
                  </a:cubicBezTo>
                  <a:cubicBezTo>
                    <a:pt x="140452" y="299384"/>
                    <a:pt x="143140" y="298305"/>
                    <a:pt x="146341" y="298332"/>
                  </a:cubicBezTo>
                  <a:cubicBezTo>
                    <a:pt x="149532" y="298332"/>
                    <a:pt x="152202" y="299411"/>
                    <a:pt x="154342" y="301569"/>
                  </a:cubicBezTo>
                  <a:cubicBezTo>
                    <a:pt x="156481" y="303727"/>
                    <a:pt x="157551" y="306406"/>
                    <a:pt x="157551" y="309607"/>
                  </a:cubicBezTo>
                  <a:lnTo>
                    <a:pt x="157551" y="354513"/>
                  </a:lnTo>
                  <a:lnTo>
                    <a:pt x="202457" y="354513"/>
                  </a:lnTo>
                  <a:cubicBezTo>
                    <a:pt x="205630" y="354513"/>
                    <a:pt x="208309" y="355610"/>
                    <a:pt x="210495" y="357786"/>
                  </a:cubicBezTo>
                  <a:cubicBezTo>
                    <a:pt x="212680" y="359972"/>
                    <a:pt x="213759" y="362660"/>
                    <a:pt x="213732" y="365861"/>
                  </a:cubicBezTo>
                  <a:cubicBezTo>
                    <a:pt x="213732" y="369061"/>
                    <a:pt x="212653" y="371722"/>
                    <a:pt x="210495" y="373862"/>
                  </a:cubicBezTo>
                  <a:cubicBezTo>
                    <a:pt x="208337" y="376001"/>
                    <a:pt x="205658" y="377071"/>
                    <a:pt x="202457" y="377071"/>
                  </a:cubicBezTo>
                  <a:lnTo>
                    <a:pt x="157551" y="377071"/>
                  </a:lnTo>
                  <a:close/>
                  <a:moveTo>
                    <a:pt x="354549" y="377071"/>
                  </a:moveTo>
                  <a:lnTo>
                    <a:pt x="309643" y="377071"/>
                  </a:lnTo>
                  <a:cubicBezTo>
                    <a:pt x="306461" y="377071"/>
                    <a:pt x="303782" y="375983"/>
                    <a:pt x="301606" y="373798"/>
                  </a:cubicBezTo>
                  <a:cubicBezTo>
                    <a:pt x="299420" y="371612"/>
                    <a:pt x="298341" y="368924"/>
                    <a:pt x="298360" y="365723"/>
                  </a:cubicBezTo>
                  <a:cubicBezTo>
                    <a:pt x="298360" y="362532"/>
                    <a:pt x="299439" y="359862"/>
                    <a:pt x="301606" y="357722"/>
                  </a:cubicBezTo>
                  <a:cubicBezTo>
                    <a:pt x="303764" y="355583"/>
                    <a:pt x="306443" y="354513"/>
                    <a:pt x="309643" y="354513"/>
                  </a:cubicBezTo>
                  <a:lnTo>
                    <a:pt x="354549" y="354513"/>
                  </a:lnTo>
                  <a:lnTo>
                    <a:pt x="354549" y="309607"/>
                  </a:lnTo>
                  <a:cubicBezTo>
                    <a:pt x="354549" y="306434"/>
                    <a:pt x="355638" y="303755"/>
                    <a:pt x="357823" y="301569"/>
                  </a:cubicBezTo>
                  <a:cubicBezTo>
                    <a:pt x="360008" y="299384"/>
                    <a:pt x="362697" y="298305"/>
                    <a:pt x="365897" y="298332"/>
                  </a:cubicBezTo>
                  <a:cubicBezTo>
                    <a:pt x="369088" y="298332"/>
                    <a:pt x="371768" y="299411"/>
                    <a:pt x="373926" y="301569"/>
                  </a:cubicBezTo>
                  <a:cubicBezTo>
                    <a:pt x="376093" y="303727"/>
                    <a:pt x="377172" y="306406"/>
                    <a:pt x="377172" y="309607"/>
                  </a:cubicBezTo>
                  <a:lnTo>
                    <a:pt x="377172" y="354513"/>
                  </a:lnTo>
                  <a:cubicBezTo>
                    <a:pt x="377172" y="360603"/>
                    <a:pt x="374931" y="365879"/>
                    <a:pt x="370460" y="370359"/>
                  </a:cubicBezTo>
                  <a:cubicBezTo>
                    <a:pt x="365979" y="374831"/>
                    <a:pt x="360694" y="377071"/>
                    <a:pt x="354586" y="377071"/>
                  </a:cubicBezTo>
                  <a:close/>
                  <a:moveTo>
                    <a:pt x="134993" y="202421"/>
                  </a:moveTo>
                  <a:lnTo>
                    <a:pt x="134993" y="157515"/>
                  </a:lnTo>
                  <a:cubicBezTo>
                    <a:pt x="134993" y="151406"/>
                    <a:pt x="137233" y="146112"/>
                    <a:pt x="141705" y="141641"/>
                  </a:cubicBezTo>
                  <a:cubicBezTo>
                    <a:pt x="146185" y="137160"/>
                    <a:pt x="151461" y="134929"/>
                    <a:pt x="157551" y="134929"/>
                  </a:cubicBezTo>
                  <a:lnTo>
                    <a:pt x="202457" y="134929"/>
                  </a:lnTo>
                  <a:cubicBezTo>
                    <a:pt x="205630" y="134929"/>
                    <a:pt x="208309" y="136026"/>
                    <a:pt x="210495" y="138230"/>
                  </a:cubicBezTo>
                  <a:cubicBezTo>
                    <a:pt x="212653" y="140443"/>
                    <a:pt x="213732" y="143140"/>
                    <a:pt x="213732" y="146341"/>
                  </a:cubicBezTo>
                  <a:cubicBezTo>
                    <a:pt x="213732" y="149532"/>
                    <a:pt x="212653" y="152202"/>
                    <a:pt x="210495" y="154342"/>
                  </a:cubicBezTo>
                  <a:cubicBezTo>
                    <a:pt x="208337" y="156481"/>
                    <a:pt x="205658" y="157551"/>
                    <a:pt x="202457" y="157551"/>
                  </a:cubicBezTo>
                  <a:lnTo>
                    <a:pt x="157551" y="157551"/>
                  </a:lnTo>
                  <a:lnTo>
                    <a:pt x="157551" y="202457"/>
                  </a:lnTo>
                  <a:cubicBezTo>
                    <a:pt x="157551" y="205630"/>
                    <a:pt x="156454" y="208309"/>
                    <a:pt x="154278" y="210495"/>
                  </a:cubicBezTo>
                  <a:cubicBezTo>
                    <a:pt x="152092" y="212680"/>
                    <a:pt x="149404" y="213741"/>
                    <a:pt x="146203" y="213704"/>
                  </a:cubicBezTo>
                  <a:cubicBezTo>
                    <a:pt x="143003" y="213704"/>
                    <a:pt x="140342" y="212625"/>
                    <a:pt x="138202" y="210458"/>
                  </a:cubicBezTo>
                  <a:cubicBezTo>
                    <a:pt x="136063" y="208300"/>
                    <a:pt x="134993" y="205621"/>
                    <a:pt x="134993" y="202421"/>
                  </a:cubicBezTo>
                  <a:close/>
                  <a:moveTo>
                    <a:pt x="354513" y="202421"/>
                  </a:moveTo>
                  <a:lnTo>
                    <a:pt x="354513" y="157515"/>
                  </a:lnTo>
                  <a:lnTo>
                    <a:pt x="309643" y="157515"/>
                  </a:lnTo>
                  <a:cubicBezTo>
                    <a:pt x="306461" y="157515"/>
                    <a:pt x="303782" y="156426"/>
                    <a:pt x="301606" y="154241"/>
                  </a:cubicBezTo>
                  <a:cubicBezTo>
                    <a:pt x="299420" y="152056"/>
                    <a:pt x="298341" y="149376"/>
                    <a:pt x="298360" y="146203"/>
                  </a:cubicBezTo>
                  <a:cubicBezTo>
                    <a:pt x="298360" y="143003"/>
                    <a:pt x="299439" y="140324"/>
                    <a:pt x="301606" y="138166"/>
                  </a:cubicBezTo>
                  <a:cubicBezTo>
                    <a:pt x="303764" y="136008"/>
                    <a:pt x="306443" y="134929"/>
                    <a:pt x="309643" y="134929"/>
                  </a:cubicBezTo>
                  <a:lnTo>
                    <a:pt x="354549" y="134929"/>
                  </a:lnTo>
                  <a:cubicBezTo>
                    <a:pt x="360658" y="134929"/>
                    <a:pt x="365952" y="137160"/>
                    <a:pt x="370423" y="141641"/>
                  </a:cubicBezTo>
                  <a:cubicBezTo>
                    <a:pt x="374904" y="146112"/>
                    <a:pt x="377135" y="151406"/>
                    <a:pt x="377135" y="157515"/>
                  </a:cubicBezTo>
                  <a:lnTo>
                    <a:pt x="377135" y="202421"/>
                  </a:lnTo>
                  <a:cubicBezTo>
                    <a:pt x="377135" y="205603"/>
                    <a:pt x="376038" y="208282"/>
                    <a:pt x="373834" y="210458"/>
                  </a:cubicBezTo>
                  <a:cubicBezTo>
                    <a:pt x="371621" y="212625"/>
                    <a:pt x="368924" y="213704"/>
                    <a:pt x="365723" y="213704"/>
                  </a:cubicBezTo>
                  <a:cubicBezTo>
                    <a:pt x="362532" y="213704"/>
                    <a:pt x="359862" y="212625"/>
                    <a:pt x="357722" y="210458"/>
                  </a:cubicBezTo>
                  <a:cubicBezTo>
                    <a:pt x="355583" y="208300"/>
                    <a:pt x="354513" y="205621"/>
                    <a:pt x="354513" y="202421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364" y="309470"/>
                    <a:pt x="167536" y="306141"/>
                    <a:pt x="161035" y="299493"/>
                  </a:cubicBezTo>
                  <a:cubicBezTo>
                    <a:pt x="154534" y="292846"/>
                    <a:pt x="150684" y="285293"/>
                    <a:pt x="149486" y="276816"/>
                  </a:cubicBezTo>
                  <a:cubicBezTo>
                    <a:pt x="138184" y="276341"/>
                    <a:pt x="128711" y="271961"/>
                    <a:pt x="121048" y="263667"/>
                  </a:cubicBezTo>
                  <a:cubicBezTo>
                    <a:pt x="113367" y="255374"/>
                    <a:pt x="109527" y="245141"/>
                    <a:pt x="109527" y="232971"/>
                  </a:cubicBezTo>
                  <a:cubicBezTo>
                    <a:pt x="109527" y="228783"/>
                    <a:pt x="110066" y="224750"/>
                    <a:pt x="111127" y="220882"/>
                  </a:cubicBezTo>
                  <a:cubicBezTo>
                    <a:pt x="112197" y="217005"/>
                    <a:pt x="113797" y="213284"/>
                    <a:pt x="115909" y="209718"/>
                  </a:cubicBezTo>
                  <a:cubicBezTo>
                    <a:pt x="113797" y="206362"/>
                    <a:pt x="112197" y="202786"/>
                    <a:pt x="111127" y="198983"/>
                  </a:cubicBezTo>
                  <a:cubicBezTo>
                    <a:pt x="110066" y="195179"/>
                    <a:pt x="109527" y="191100"/>
                    <a:pt x="109527" y="186730"/>
                  </a:cubicBezTo>
                  <a:cubicBezTo>
                    <a:pt x="109527" y="175647"/>
                    <a:pt x="113386" y="166101"/>
                    <a:pt x="121103" y="158100"/>
                  </a:cubicBezTo>
                  <a:cubicBezTo>
                    <a:pt x="128821" y="150099"/>
                    <a:pt x="137992" y="145490"/>
                    <a:pt x="148617" y="144274"/>
                  </a:cubicBezTo>
                  <a:cubicBezTo>
                    <a:pt x="149294" y="135002"/>
                    <a:pt x="152979" y="127166"/>
                    <a:pt x="159673" y="120774"/>
                  </a:cubicBezTo>
                  <a:cubicBezTo>
                    <a:pt x="166375" y="114382"/>
                    <a:pt x="174422" y="111182"/>
                    <a:pt x="183794" y="111182"/>
                  </a:cubicBezTo>
                  <a:cubicBezTo>
                    <a:pt x="189290" y="111182"/>
                    <a:pt x="194136" y="112188"/>
                    <a:pt x="198361" y="114199"/>
                  </a:cubicBezTo>
                  <a:cubicBezTo>
                    <a:pt x="202576" y="116211"/>
                    <a:pt x="206563" y="119137"/>
                    <a:pt x="210312" y="122978"/>
                  </a:cubicBezTo>
                  <a:cubicBezTo>
                    <a:pt x="214061" y="119192"/>
                    <a:pt x="218011" y="116275"/>
                    <a:pt x="222153" y="114227"/>
                  </a:cubicBezTo>
                  <a:cubicBezTo>
                    <a:pt x="226305" y="112197"/>
                    <a:pt x="231105" y="111182"/>
                    <a:pt x="236555" y="111182"/>
                  </a:cubicBezTo>
                  <a:cubicBezTo>
                    <a:pt x="245736" y="111182"/>
                    <a:pt x="253645" y="114391"/>
                    <a:pt x="260293" y="120801"/>
                  </a:cubicBezTo>
                  <a:cubicBezTo>
                    <a:pt x="266959" y="127211"/>
                    <a:pt x="270708" y="135057"/>
                    <a:pt x="271540" y="144329"/>
                  </a:cubicBezTo>
                  <a:cubicBezTo>
                    <a:pt x="282339" y="145216"/>
                    <a:pt x="291639" y="149678"/>
                    <a:pt x="299439" y="157716"/>
                  </a:cubicBezTo>
                  <a:cubicBezTo>
                    <a:pt x="307248" y="165744"/>
                    <a:pt x="311152" y="175409"/>
                    <a:pt x="311152" y="186730"/>
                  </a:cubicBezTo>
                  <a:cubicBezTo>
                    <a:pt x="311152" y="191174"/>
                    <a:pt x="310549" y="195352"/>
                    <a:pt x="309360" y="199284"/>
                  </a:cubicBezTo>
                  <a:cubicBezTo>
                    <a:pt x="308162" y="203198"/>
                    <a:pt x="306479" y="206837"/>
                    <a:pt x="304303" y="210202"/>
                  </a:cubicBezTo>
                  <a:cubicBezTo>
                    <a:pt x="306297" y="213860"/>
                    <a:pt x="307833" y="217719"/>
                    <a:pt x="308921" y="221779"/>
                  </a:cubicBezTo>
                  <a:cubicBezTo>
                    <a:pt x="310009" y="225829"/>
                    <a:pt x="310549" y="229780"/>
                    <a:pt x="310549" y="233620"/>
                  </a:cubicBezTo>
                  <a:cubicBezTo>
                    <a:pt x="310549" y="245608"/>
                    <a:pt x="306790" y="255566"/>
                    <a:pt x="299274" y="263503"/>
                  </a:cubicBezTo>
                  <a:cubicBezTo>
                    <a:pt x="291767" y="271430"/>
                    <a:pt x="282449" y="275728"/>
                    <a:pt x="271321" y="276377"/>
                  </a:cubicBezTo>
                  <a:cubicBezTo>
                    <a:pt x="270169" y="284982"/>
                    <a:pt x="266264" y="292663"/>
                    <a:pt x="259616" y="299411"/>
                  </a:cubicBezTo>
                  <a:cubicBezTo>
                    <a:pt x="252969" y="306169"/>
                    <a:pt x="245141" y="309515"/>
                    <a:pt x="236116" y="309470"/>
                  </a:cubicBezTo>
                  <a:cubicBezTo>
                    <a:pt x="230667" y="309470"/>
                    <a:pt x="225967" y="308573"/>
                    <a:pt x="222016" y="306799"/>
                  </a:cubicBezTo>
                  <a:cubicBezTo>
                    <a:pt x="218075" y="305026"/>
                    <a:pt x="214171" y="302374"/>
                    <a:pt x="210312" y="298844"/>
                  </a:cubicBezTo>
                  <a:cubicBezTo>
                    <a:pt x="206472" y="302392"/>
                    <a:pt x="202558" y="305044"/>
                    <a:pt x="198580" y="306799"/>
                  </a:cubicBezTo>
                  <a:cubicBezTo>
                    <a:pt x="194612" y="308564"/>
                    <a:pt x="189921" y="309442"/>
                    <a:pt x="184508" y="309442"/>
                  </a:cubicBezTo>
                  <a:close/>
                  <a:moveTo>
                    <a:pt x="219383" y="145115"/>
                  </a:moveTo>
                  <a:lnTo>
                    <a:pt x="219383" y="275975"/>
                  </a:lnTo>
                  <a:cubicBezTo>
                    <a:pt x="219383" y="280282"/>
                    <a:pt x="221047" y="283939"/>
                    <a:pt x="224385" y="286948"/>
                  </a:cubicBezTo>
                  <a:cubicBezTo>
                    <a:pt x="227713" y="289938"/>
                    <a:pt x="231718" y="291428"/>
                    <a:pt x="236391" y="291428"/>
                  </a:cubicBezTo>
                  <a:cubicBezTo>
                    <a:pt x="240880" y="291428"/>
                    <a:pt x="244776" y="289453"/>
                    <a:pt x="248068" y="285503"/>
                  </a:cubicBezTo>
                  <a:cubicBezTo>
                    <a:pt x="251369" y="281562"/>
                    <a:pt x="253170" y="277520"/>
                    <a:pt x="253481" y="273387"/>
                  </a:cubicBezTo>
                  <a:cubicBezTo>
                    <a:pt x="249659" y="271979"/>
                    <a:pt x="246092" y="270123"/>
                    <a:pt x="242773" y="267819"/>
                  </a:cubicBezTo>
                  <a:cubicBezTo>
                    <a:pt x="239463" y="265505"/>
                    <a:pt x="236647" y="262661"/>
                    <a:pt x="234324" y="259287"/>
                  </a:cubicBezTo>
                  <a:cubicBezTo>
                    <a:pt x="232751" y="257120"/>
                    <a:pt x="232166" y="254871"/>
                    <a:pt x="232559" y="252557"/>
                  </a:cubicBezTo>
                  <a:cubicBezTo>
                    <a:pt x="232980" y="250235"/>
                    <a:pt x="234260" y="248287"/>
                    <a:pt x="236418" y="246714"/>
                  </a:cubicBezTo>
                  <a:cubicBezTo>
                    <a:pt x="238576" y="245141"/>
                    <a:pt x="240826" y="244556"/>
                    <a:pt x="243185" y="244977"/>
                  </a:cubicBezTo>
                  <a:cubicBezTo>
                    <a:pt x="245516" y="245370"/>
                    <a:pt x="247473" y="246659"/>
                    <a:pt x="249046" y="248836"/>
                  </a:cubicBezTo>
                  <a:cubicBezTo>
                    <a:pt x="251314" y="251963"/>
                    <a:pt x="254103" y="254359"/>
                    <a:pt x="257413" y="256005"/>
                  </a:cubicBezTo>
                  <a:cubicBezTo>
                    <a:pt x="260732" y="257650"/>
                    <a:pt x="264399" y="258473"/>
                    <a:pt x="268422" y="258473"/>
                  </a:cubicBezTo>
                  <a:cubicBezTo>
                    <a:pt x="275042" y="258473"/>
                    <a:pt x="280712" y="256206"/>
                    <a:pt x="285421" y="251661"/>
                  </a:cubicBezTo>
                  <a:cubicBezTo>
                    <a:pt x="290130" y="247107"/>
                    <a:pt x="292489" y="241091"/>
                    <a:pt x="292489" y="233593"/>
                  </a:cubicBezTo>
                  <a:cubicBezTo>
                    <a:pt x="292489" y="232020"/>
                    <a:pt x="292315" y="230347"/>
                    <a:pt x="291968" y="228591"/>
                  </a:cubicBezTo>
                  <a:cubicBezTo>
                    <a:pt x="291630" y="226835"/>
                    <a:pt x="291255" y="225080"/>
                    <a:pt x="290861" y="223324"/>
                  </a:cubicBezTo>
                  <a:cubicBezTo>
                    <a:pt x="287817" y="225427"/>
                    <a:pt x="284461" y="227018"/>
                    <a:pt x="280803" y="228106"/>
                  </a:cubicBezTo>
                  <a:cubicBezTo>
                    <a:pt x="277145" y="229194"/>
                    <a:pt x="273360" y="229734"/>
                    <a:pt x="269455" y="229734"/>
                  </a:cubicBezTo>
                  <a:cubicBezTo>
                    <a:pt x="266877" y="229734"/>
                    <a:pt x="264746" y="228883"/>
                    <a:pt x="263036" y="227183"/>
                  </a:cubicBezTo>
                  <a:cubicBezTo>
                    <a:pt x="261317" y="225464"/>
                    <a:pt x="260458" y="223306"/>
                    <a:pt x="260458" y="220718"/>
                  </a:cubicBezTo>
                  <a:cubicBezTo>
                    <a:pt x="260458" y="218130"/>
                    <a:pt x="261317" y="215972"/>
                    <a:pt x="263036" y="214253"/>
                  </a:cubicBezTo>
                  <a:cubicBezTo>
                    <a:pt x="264765" y="212552"/>
                    <a:pt x="266895" y="211702"/>
                    <a:pt x="269455" y="211702"/>
                  </a:cubicBezTo>
                  <a:cubicBezTo>
                    <a:pt x="276057" y="211702"/>
                    <a:pt x="281644" y="209242"/>
                    <a:pt x="286216" y="204332"/>
                  </a:cubicBezTo>
                  <a:cubicBezTo>
                    <a:pt x="290779" y="199431"/>
                    <a:pt x="293056" y="193569"/>
                    <a:pt x="293056" y="186757"/>
                  </a:cubicBezTo>
                  <a:cubicBezTo>
                    <a:pt x="293056" y="180109"/>
                    <a:pt x="290615" y="174440"/>
                    <a:pt x="285723" y="169731"/>
                  </a:cubicBezTo>
                  <a:cubicBezTo>
                    <a:pt x="280831" y="165003"/>
                    <a:pt x="275253" y="162452"/>
                    <a:pt x="268989" y="162096"/>
                  </a:cubicBezTo>
                  <a:cubicBezTo>
                    <a:pt x="267087" y="166659"/>
                    <a:pt x="264408" y="170691"/>
                    <a:pt x="260951" y="174184"/>
                  </a:cubicBezTo>
                  <a:cubicBezTo>
                    <a:pt x="257486" y="177677"/>
                    <a:pt x="253481" y="180283"/>
                    <a:pt x="248918" y="182002"/>
                  </a:cubicBezTo>
                  <a:cubicBezTo>
                    <a:pt x="246486" y="182944"/>
                    <a:pt x="244145" y="182889"/>
                    <a:pt x="241877" y="181847"/>
                  </a:cubicBezTo>
                  <a:cubicBezTo>
                    <a:pt x="239619" y="180777"/>
                    <a:pt x="238082" y="179030"/>
                    <a:pt x="237287" y="176598"/>
                  </a:cubicBezTo>
                  <a:cubicBezTo>
                    <a:pt x="236528" y="174211"/>
                    <a:pt x="236665" y="171871"/>
                    <a:pt x="237698" y="169594"/>
                  </a:cubicBezTo>
                  <a:cubicBezTo>
                    <a:pt x="238722" y="167308"/>
                    <a:pt x="240423" y="165744"/>
                    <a:pt x="242773" y="164894"/>
                  </a:cubicBezTo>
                  <a:cubicBezTo>
                    <a:pt x="245964" y="163806"/>
                    <a:pt x="248552" y="161648"/>
                    <a:pt x="250546" y="158429"/>
                  </a:cubicBezTo>
                  <a:cubicBezTo>
                    <a:pt x="252557" y="155201"/>
                    <a:pt x="253563" y="151580"/>
                    <a:pt x="253563" y="147557"/>
                  </a:cubicBezTo>
                  <a:cubicBezTo>
                    <a:pt x="253563" y="142454"/>
                    <a:pt x="251853" y="138120"/>
                    <a:pt x="248452" y="134545"/>
                  </a:cubicBezTo>
                  <a:cubicBezTo>
                    <a:pt x="245050" y="130979"/>
                    <a:pt x="241018" y="129196"/>
                    <a:pt x="236363" y="129196"/>
                  </a:cubicBezTo>
                  <a:cubicBezTo>
                    <a:pt x="231746" y="129196"/>
                    <a:pt x="227759" y="130750"/>
                    <a:pt x="224412" y="133868"/>
                  </a:cubicBezTo>
                  <a:cubicBezTo>
                    <a:pt x="221056" y="136986"/>
                    <a:pt x="219383" y="140735"/>
                    <a:pt x="219383" y="145115"/>
                  </a:cubicBezTo>
                  <a:close/>
                  <a:moveTo>
                    <a:pt x="201323" y="275975"/>
                  </a:moveTo>
                  <a:lnTo>
                    <a:pt x="201323" y="145115"/>
                  </a:lnTo>
                  <a:cubicBezTo>
                    <a:pt x="201323" y="140735"/>
                    <a:pt x="199668" y="136986"/>
                    <a:pt x="196377" y="133868"/>
                  </a:cubicBezTo>
                  <a:cubicBezTo>
                    <a:pt x="193085" y="130750"/>
                    <a:pt x="189061" y="129196"/>
                    <a:pt x="184316" y="129196"/>
                  </a:cubicBezTo>
                  <a:cubicBezTo>
                    <a:pt x="179643" y="129196"/>
                    <a:pt x="175565" y="130979"/>
                    <a:pt x="172090" y="134545"/>
                  </a:cubicBezTo>
                  <a:cubicBezTo>
                    <a:pt x="168615" y="138120"/>
                    <a:pt x="166878" y="142445"/>
                    <a:pt x="166878" y="147529"/>
                  </a:cubicBezTo>
                  <a:cubicBezTo>
                    <a:pt x="166878" y="151589"/>
                    <a:pt x="167829" y="155174"/>
                    <a:pt x="169731" y="158292"/>
                  </a:cubicBezTo>
                  <a:cubicBezTo>
                    <a:pt x="171633" y="161410"/>
                    <a:pt x="174166" y="163513"/>
                    <a:pt x="177330" y="164619"/>
                  </a:cubicBezTo>
                  <a:cubicBezTo>
                    <a:pt x="179689" y="165470"/>
                    <a:pt x="181417" y="167033"/>
                    <a:pt x="182523" y="169319"/>
                  </a:cubicBezTo>
                  <a:cubicBezTo>
                    <a:pt x="183630" y="171605"/>
                    <a:pt x="183794" y="173846"/>
                    <a:pt x="183035" y="176059"/>
                  </a:cubicBezTo>
                  <a:cubicBezTo>
                    <a:pt x="182094" y="178482"/>
                    <a:pt x="180448" y="180274"/>
                    <a:pt x="178098" y="181435"/>
                  </a:cubicBezTo>
                  <a:cubicBezTo>
                    <a:pt x="175757" y="182597"/>
                    <a:pt x="173370" y="182697"/>
                    <a:pt x="170920" y="181737"/>
                  </a:cubicBezTo>
                  <a:cubicBezTo>
                    <a:pt x="166357" y="180192"/>
                    <a:pt x="162388" y="177677"/>
                    <a:pt x="159023" y="174184"/>
                  </a:cubicBezTo>
                  <a:cubicBezTo>
                    <a:pt x="155658" y="170691"/>
                    <a:pt x="153025" y="166659"/>
                    <a:pt x="151123" y="162096"/>
                  </a:cubicBezTo>
                  <a:cubicBezTo>
                    <a:pt x="144996" y="162672"/>
                    <a:pt x="139547" y="165269"/>
                    <a:pt x="134764" y="169886"/>
                  </a:cubicBezTo>
                  <a:cubicBezTo>
                    <a:pt x="129982" y="174486"/>
                    <a:pt x="127595" y="180091"/>
                    <a:pt x="127595" y="186702"/>
                  </a:cubicBezTo>
                  <a:cubicBezTo>
                    <a:pt x="127595" y="193569"/>
                    <a:pt x="129863" y="199458"/>
                    <a:pt x="134408" y="204359"/>
                  </a:cubicBezTo>
                  <a:cubicBezTo>
                    <a:pt x="138961" y="209251"/>
                    <a:pt x="144539" y="211702"/>
                    <a:pt x="151150" y="211702"/>
                  </a:cubicBezTo>
                  <a:cubicBezTo>
                    <a:pt x="153738" y="211702"/>
                    <a:pt x="155887" y="212552"/>
                    <a:pt x="157615" y="214253"/>
                  </a:cubicBezTo>
                  <a:cubicBezTo>
                    <a:pt x="159334" y="215972"/>
                    <a:pt x="160194" y="218130"/>
                    <a:pt x="160194" y="220718"/>
                  </a:cubicBezTo>
                  <a:cubicBezTo>
                    <a:pt x="160194" y="223306"/>
                    <a:pt x="159334" y="225464"/>
                    <a:pt x="157615" y="227183"/>
                  </a:cubicBezTo>
                  <a:cubicBezTo>
                    <a:pt x="155887" y="228883"/>
                    <a:pt x="153738" y="229734"/>
                    <a:pt x="151150" y="229734"/>
                  </a:cubicBezTo>
                  <a:cubicBezTo>
                    <a:pt x="147200" y="229734"/>
                    <a:pt x="143378" y="229158"/>
                    <a:pt x="139684" y="227996"/>
                  </a:cubicBezTo>
                  <a:cubicBezTo>
                    <a:pt x="135990" y="226835"/>
                    <a:pt x="132570" y="225262"/>
                    <a:pt x="129442" y="223269"/>
                  </a:cubicBezTo>
                  <a:cubicBezTo>
                    <a:pt x="128857" y="224842"/>
                    <a:pt x="128409" y="226469"/>
                    <a:pt x="128080" y="228134"/>
                  </a:cubicBezTo>
                  <a:cubicBezTo>
                    <a:pt x="127778" y="229798"/>
                    <a:pt x="127623" y="231490"/>
                    <a:pt x="127623" y="233209"/>
                  </a:cubicBezTo>
                  <a:cubicBezTo>
                    <a:pt x="127623" y="240762"/>
                    <a:pt x="129927" y="246952"/>
                    <a:pt x="134545" y="251762"/>
                  </a:cubicBezTo>
                  <a:cubicBezTo>
                    <a:pt x="139163" y="256581"/>
                    <a:pt x="144786" y="258995"/>
                    <a:pt x="151415" y="258995"/>
                  </a:cubicBezTo>
                  <a:cubicBezTo>
                    <a:pt x="155238" y="258995"/>
                    <a:pt x="158859" y="258126"/>
                    <a:pt x="162288" y="256389"/>
                  </a:cubicBezTo>
                  <a:cubicBezTo>
                    <a:pt x="165708" y="254642"/>
                    <a:pt x="168551" y="252274"/>
                    <a:pt x="170810" y="249265"/>
                  </a:cubicBezTo>
                  <a:cubicBezTo>
                    <a:pt x="172392" y="247272"/>
                    <a:pt x="174394" y="246038"/>
                    <a:pt x="176818" y="245544"/>
                  </a:cubicBezTo>
                  <a:cubicBezTo>
                    <a:pt x="179222" y="245059"/>
                    <a:pt x="181435" y="245608"/>
                    <a:pt x="183447" y="247199"/>
                  </a:cubicBezTo>
                  <a:cubicBezTo>
                    <a:pt x="185459" y="248763"/>
                    <a:pt x="186702" y="250765"/>
                    <a:pt x="187196" y="253207"/>
                  </a:cubicBezTo>
                  <a:cubicBezTo>
                    <a:pt x="187681" y="255630"/>
                    <a:pt x="187141" y="257843"/>
                    <a:pt x="185568" y="259836"/>
                  </a:cubicBezTo>
                  <a:cubicBezTo>
                    <a:pt x="183282" y="263073"/>
                    <a:pt x="180576" y="265807"/>
                    <a:pt x="177439" y="268038"/>
                  </a:cubicBezTo>
                  <a:cubicBezTo>
                    <a:pt x="174294" y="270269"/>
                    <a:pt x="170892" y="272061"/>
                    <a:pt x="167253" y="273415"/>
                  </a:cubicBezTo>
                  <a:cubicBezTo>
                    <a:pt x="167582" y="277566"/>
                    <a:pt x="169374" y="281608"/>
                    <a:pt x="172630" y="285558"/>
                  </a:cubicBezTo>
                  <a:cubicBezTo>
                    <a:pt x="175912" y="289508"/>
                    <a:pt x="179890" y="291483"/>
                    <a:pt x="184562" y="291483"/>
                  </a:cubicBezTo>
                  <a:cubicBezTo>
                    <a:pt x="189235" y="291483"/>
                    <a:pt x="193194" y="289984"/>
                    <a:pt x="196459" y="287003"/>
                  </a:cubicBezTo>
                  <a:cubicBezTo>
                    <a:pt x="199714" y="284013"/>
                    <a:pt x="201351" y="280355"/>
                    <a:pt x="201351" y="276021"/>
                  </a:cubicBezTo>
                  <a:close/>
                  <a:moveTo>
                    <a:pt x="210312" y="21077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062"/>
                  </a:moveTo>
                  <a:lnTo>
                    <a:pt x="139144" y="171487"/>
                  </a:lnTo>
                  <a:cubicBezTo>
                    <a:pt x="136730" y="168826"/>
                    <a:pt x="133795" y="167491"/>
                    <a:pt x="130339" y="167491"/>
                  </a:cubicBezTo>
                  <a:cubicBezTo>
                    <a:pt x="126882" y="167491"/>
                    <a:pt x="123828" y="168652"/>
                    <a:pt x="121158" y="170993"/>
                  </a:cubicBezTo>
                  <a:cubicBezTo>
                    <a:pt x="118488" y="173681"/>
                    <a:pt x="117153" y="176744"/>
                    <a:pt x="117153" y="180173"/>
                  </a:cubicBezTo>
                  <a:cubicBezTo>
                    <a:pt x="117153" y="183602"/>
                    <a:pt x="118488" y="186656"/>
                    <a:pt x="121158" y="189317"/>
                  </a:cubicBezTo>
                  <a:lnTo>
                    <a:pt x="157277" y="225061"/>
                  </a:lnTo>
                  <a:cubicBezTo>
                    <a:pt x="159892" y="227695"/>
                    <a:pt x="162955" y="229021"/>
                    <a:pt x="166457" y="229021"/>
                  </a:cubicBezTo>
                  <a:cubicBezTo>
                    <a:pt x="169969" y="229021"/>
                    <a:pt x="173023" y="227695"/>
                    <a:pt x="175638" y="225061"/>
                  </a:cubicBezTo>
                  <a:lnTo>
                    <a:pt x="244529" y="156554"/>
                  </a:lnTo>
                  <a:cubicBezTo>
                    <a:pt x="246943" y="154214"/>
                    <a:pt x="248141" y="151297"/>
                    <a:pt x="248141" y="147794"/>
                  </a:cubicBezTo>
                  <a:cubicBezTo>
                    <a:pt x="248141" y="144283"/>
                    <a:pt x="246815" y="141339"/>
                    <a:pt x="244145" y="138952"/>
                  </a:cubicBezTo>
                  <a:cubicBezTo>
                    <a:pt x="241731" y="136867"/>
                    <a:pt x="238860" y="135889"/>
                    <a:pt x="235531" y="136017"/>
                  </a:cubicBezTo>
                  <a:cubicBezTo>
                    <a:pt x="232203" y="136145"/>
                    <a:pt x="229505" y="137288"/>
                    <a:pt x="227420" y="139446"/>
                  </a:cubicBezTo>
                  <a:lnTo>
                    <a:pt x="166494" y="200062"/>
                  </a:lnTo>
                  <a:close/>
                  <a:moveTo>
                    <a:pt x="124852" y="335475"/>
                  </a:moveTo>
                  <a:lnTo>
                    <a:pt x="101425" y="295351"/>
                  </a:lnTo>
                  <a:lnTo>
                    <a:pt x="54562" y="285823"/>
                  </a:lnTo>
                  <a:cubicBezTo>
                    <a:pt x="51334" y="285265"/>
                    <a:pt x="48664" y="283555"/>
                    <a:pt x="46561" y="280684"/>
                  </a:cubicBezTo>
                  <a:cubicBezTo>
                    <a:pt x="44449" y="277840"/>
                    <a:pt x="43653" y="274814"/>
                    <a:pt x="44156" y="271613"/>
                  </a:cubicBezTo>
                  <a:lnTo>
                    <a:pt x="49496" y="226277"/>
                  </a:lnTo>
                  <a:lnTo>
                    <a:pt x="19660" y="191494"/>
                  </a:lnTo>
                  <a:cubicBezTo>
                    <a:pt x="17374" y="189125"/>
                    <a:pt x="16231" y="186245"/>
                    <a:pt x="16231" y="182843"/>
                  </a:cubicBezTo>
                  <a:cubicBezTo>
                    <a:pt x="16231" y="179442"/>
                    <a:pt x="17374" y="176571"/>
                    <a:pt x="19660" y="174230"/>
                  </a:cubicBezTo>
                  <a:lnTo>
                    <a:pt x="49496" y="139830"/>
                  </a:lnTo>
                  <a:lnTo>
                    <a:pt x="44156" y="94485"/>
                  </a:lnTo>
                  <a:cubicBezTo>
                    <a:pt x="43653" y="91285"/>
                    <a:pt x="44449" y="88267"/>
                    <a:pt x="46561" y="85423"/>
                  </a:cubicBezTo>
                  <a:cubicBezTo>
                    <a:pt x="48664" y="82579"/>
                    <a:pt x="51334" y="80833"/>
                    <a:pt x="54562" y="80202"/>
                  </a:cubicBezTo>
                  <a:lnTo>
                    <a:pt x="101462" y="70756"/>
                  </a:lnTo>
                  <a:lnTo>
                    <a:pt x="124889" y="30294"/>
                  </a:lnTo>
                  <a:cubicBezTo>
                    <a:pt x="126590" y="27469"/>
                    <a:pt x="129049" y="25475"/>
                    <a:pt x="132250" y="24305"/>
                  </a:cubicBezTo>
                  <a:cubicBezTo>
                    <a:pt x="135450" y="23116"/>
                    <a:pt x="138623" y="23253"/>
                    <a:pt x="141769" y="24725"/>
                  </a:cubicBezTo>
                  <a:lnTo>
                    <a:pt x="182880" y="43928"/>
                  </a:lnTo>
                  <a:lnTo>
                    <a:pt x="224028" y="24689"/>
                  </a:lnTo>
                  <a:cubicBezTo>
                    <a:pt x="227174" y="23290"/>
                    <a:pt x="230356" y="23116"/>
                    <a:pt x="233556" y="24158"/>
                  </a:cubicBezTo>
                  <a:cubicBezTo>
                    <a:pt x="236756" y="25173"/>
                    <a:pt x="239207" y="27094"/>
                    <a:pt x="240908" y="29910"/>
                  </a:cubicBezTo>
                  <a:lnTo>
                    <a:pt x="264719" y="70756"/>
                  </a:lnTo>
                  <a:lnTo>
                    <a:pt x="311243" y="80202"/>
                  </a:lnTo>
                  <a:cubicBezTo>
                    <a:pt x="314462" y="80833"/>
                    <a:pt x="317132" y="82579"/>
                    <a:pt x="319244" y="85423"/>
                  </a:cubicBezTo>
                  <a:cubicBezTo>
                    <a:pt x="321348" y="88267"/>
                    <a:pt x="322152" y="91285"/>
                    <a:pt x="321640" y="94485"/>
                  </a:cubicBezTo>
                  <a:lnTo>
                    <a:pt x="316309" y="139830"/>
                  </a:lnTo>
                  <a:lnTo>
                    <a:pt x="346137" y="174230"/>
                  </a:lnTo>
                  <a:cubicBezTo>
                    <a:pt x="348423" y="176598"/>
                    <a:pt x="349566" y="179478"/>
                    <a:pt x="349566" y="182880"/>
                  </a:cubicBezTo>
                  <a:cubicBezTo>
                    <a:pt x="349566" y="186282"/>
                    <a:pt x="348423" y="189153"/>
                    <a:pt x="346137" y="191494"/>
                  </a:cubicBezTo>
                  <a:lnTo>
                    <a:pt x="316309" y="226277"/>
                  </a:lnTo>
                  <a:lnTo>
                    <a:pt x="321640" y="271613"/>
                  </a:lnTo>
                  <a:cubicBezTo>
                    <a:pt x="322152" y="274814"/>
                    <a:pt x="321348" y="277840"/>
                    <a:pt x="319244" y="280684"/>
                  </a:cubicBezTo>
                  <a:cubicBezTo>
                    <a:pt x="317132" y="283528"/>
                    <a:pt x="314462" y="285238"/>
                    <a:pt x="311243" y="285823"/>
                  </a:cubicBezTo>
                  <a:lnTo>
                    <a:pt x="264755" y="295351"/>
                  </a:lnTo>
                  <a:lnTo>
                    <a:pt x="240908" y="335850"/>
                  </a:lnTo>
                  <a:cubicBezTo>
                    <a:pt x="239207" y="338675"/>
                    <a:pt x="236756" y="340587"/>
                    <a:pt x="233556" y="341602"/>
                  </a:cubicBezTo>
                  <a:cubicBezTo>
                    <a:pt x="230356" y="342617"/>
                    <a:pt x="227174" y="342443"/>
                    <a:pt x="224028" y="341071"/>
                  </a:cubicBezTo>
                  <a:lnTo>
                    <a:pt x="182880" y="321832"/>
                  </a:lnTo>
                  <a:lnTo>
                    <a:pt x="141732" y="341071"/>
                  </a:lnTo>
                  <a:cubicBezTo>
                    <a:pt x="138586" y="342470"/>
                    <a:pt x="135404" y="342580"/>
                    <a:pt x="132204" y="341419"/>
                  </a:cubicBezTo>
                  <a:cubicBezTo>
                    <a:pt x="129004" y="340276"/>
                    <a:pt x="126553" y="338291"/>
                    <a:pt x="124852" y="335475"/>
                  </a:cubicBezTo>
                  <a:close/>
                  <a:moveTo>
                    <a:pt x="142454" y="311774"/>
                  </a:moveTo>
                  <a:lnTo>
                    <a:pt x="182880" y="294665"/>
                  </a:lnTo>
                  <a:lnTo>
                    <a:pt x="224449" y="311774"/>
                  </a:lnTo>
                  <a:lnTo>
                    <a:pt x="249787" y="273936"/>
                  </a:lnTo>
                  <a:lnTo>
                    <a:pt x="293980" y="262588"/>
                  </a:lnTo>
                  <a:lnTo>
                    <a:pt x="289526" y="217554"/>
                  </a:lnTo>
                  <a:lnTo>
                    <a:pt x="320003" y="182880"/>
                  </a:lnTo>
                  <a:lnTo>
                    <a:pt x="289526" y="147447"/>
                  </a:lnTo>
                  <a:lnTo>
                    <a:pt x="294016" y="102376"/>
                  </a:lnTo>
                  <a:lnTo>
                    <a:pt x="249823" y="91787"/>
                  </a:lnTo>
                  <a:lnTo>
                    <a:pt x="223763" y="53950"/>
                  </a:lnTo>
                  <a:lnTo>
                    <a:pt x="182953" y="71058"/>
                  </a:lnTo>
                  <a:lnTo>
                    <a:pt x="141385" y="53950"/>
                  </a:lnTo>
                  <a:lnTo>
                    <a:pt x="116056" y="91787"/>
                  </a:lnTo>
                  <a:lnTo>
                    <a:pt x="71890" y="102303"/>
                  </a:lnTo>
                  <a:lnTo>
                    <a:pt x="76279" y="147410"/>
                  </a:lnTo>
                  <a:lnTo>
                    <a:pt x="45757" y="182880"/>
                  </a:lnTo>
                  <a:lnTo>
                    <a:pt x="76243" y="217554"/>
                  </a:lnTo>
                  <a:lnTo>
                    <a:pt x="71854" y="263420"/>
                  </a:lnTo>
                  <a:lnTo>
                    <a:pt x="115973" y="273936"/>
                  </a:lnTo>
                  <a:lnTo>
                    <a:pt x="142418" y="311774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33"/>
                  </a:moveTo>
                  <a:cubicBezTo>
                    <a:pt x="215698" y="205813"/>
                    <a:pt x="218158" y="199806"/>
                    <a:pt x="218158" y="192719"/>
                  </a:cubicBezTo>
                  <a:cubicBezTo>
                    <a:pt x="218158" y="185641"/>
                    <a:pt x="215698" y="179643"/>
                    <a:pt x="210778" y="174742"/>
                  </a:cubicBezTo>
                  <a:cubicBezTo>
                    <a:pt x="205877" y="169841"/>
                    <a:pt x="199879" y="167390"/>
                    <a:pt x="192774" y="167390"/>
                  </a:cubicBezTo>
                  <a:cubicBezTo>
                    <a:pt x="185669" y="167390"/>
                    <a:pt x="179661" y="169822"/>
                    <a:pt x="174742" y="174687"/>
                  </a:cubicBezTo>
                  <a:cubicBezTo>
                    <a:pt x="169841" y="179561"/>
                    <a:pt x="167390" y="185541"/>
                    <a:pt x="167390" y="192646"/>
                  </a:cubicBezTo>
                  <a:cubicBezTo>
                    <a:pt x="167390" y="199732"/>
                    <a:pt x="169841" y="205749"/>
                    <a:pt x="174742" y="210705"/>
                  </a:cubicBezTo>
                  <a:cubicBezTo>
                    <a:pt x="179643" y="215661"/>
                    <a:pt x="185651" y="218139"/>
                    <a:pt x="192746" y="218139"/>
                  </a:cubicBezTo>
                  <a:cubicBezTo>
                    <a:pt x="199870" y="218139"/>
                    <a:pt x="205886" y="215680"/>
                    <a:pt x="210806" y="210760"/>
                  </a:cubicBezTo>
                  <a:close/>
                  <a:moveTo>
                    <a:pt x="192902" y="234946"/>
                  </a:moveTo>
                  <a:cubicBezTo>
                    <a:pt x="181161" y="234946"/>
                    <a:pt x="171176" y="230813"/>
                    <a:pt x="162946" y="222556"/>
                  </a:cubicBezTo>
                  <a:cubicBezTo>
                    <a:pt x="154716" y="214290"/>
                    <a:pt x="150602" y="204332"/>
                    <a:pt x="150602" y="192673"/>
                  </a:cubicBezTo>
                  <a:cubicBezTo>
                    <a:pt x="150602" y="181097"/>
                    <a:pt x="154726" y="171194"/>
                    <a:pt x="162974" y="162946"/>
                  </a:cubicBezTo>
                  <a:cubicBezTo>
                    <a:pt x="171221" y="154698"/>
                    <a:pt x="181152" y="150574"/>
                    <a:pt x="192774" y="150574"/>
                  </a:cubicBezTo>
                  <a:cubicBezTo>
                    <a:pt x="204396" y="150574"/>
                    <a:pt x="214335" y="154698"/>
                    <a:pt x="222583" y="162946"/>
                  </a:cubicBezTo>
                  <a:cubicBezTo>
                    <a:pt x="230822" y="171176"/>
                    <a:pt x="234946" y="181124"/>
                    <a:pt x="234946" y="192801"/>
                  </a:cubicBezTo>
                  <a:cubicBezTo>
                    <a:pt x="234946" y="196523"/>
                    <a:pt x="234315" y="200336"/>
                    <a:pt x="233053" y="204231"/>
                  </a:cubicBezTo>
                  <a:cubicBezTo>
                    <a:pt x="231782" y="208136"/>
                    <a:pt x="229972" y="212004"/>
                    <a:pt x="227594" y="215853"/>
                  </a:cubicBezTo>
                  <a:lnTo>
                    <a:pt x="248744" y="237003"/>
                  </a:lnTo>
                  <a:cubicBezTo>
                    <a:pt x="250427" y="238677"/>
                    <a:pt x="251222" y="240643"/>
                    <a:pt x="251140" y="242901"/>
                  </a:cubicBezTo>
                  <a:cubicBezTo>
                    <a:pt x="251049" y="245151"/>
                    <a:pt x="250180" y="247126"/>
                    <a:pt x="248534" y="248827"/>
                  </a:cubicBezTo>
                  <a:cubicBezTo>
                    <a:pt x="246842" y="250482"/>
                    <a:pt x="244867" y="251305"/>
                    <a:pt x="242609" y="251268"/>
                  </a:cubicBezTo>
                  <a:cubicBezTo>
                    <a:pt x="240341" y="251250"/>
                    <a:pt x="238366" y="250399"/>
                    <a:pt x="236692" y="248717"/>
                  </a:cubicBezTo>
                  <a:lnTo>
                    <a:pt x="215798" y="227905"/>
                  </a:lnTo>
                  <a:cubicBezTo>
                    <a:pt x="211949" y="230209"/>
                    <a:pt x="208099" y="231956"/>
                    <a:pt x="204231" y="233154"/>
                  </a:cubicBezTo>
                  <a:cubicBezTo>
                    <a:pt x="200391" y="234352"/>
                    <a:pt x="196605" y="234946"/>
                    <a:pt x="192884" y="234946"/>
                  </a:cubicBezTo>
                  <a:close/>
                  <a:moveTo>
                    <a:pt x="123791" y="296275"/>
                  </a:moveTo>
                  <a:cubicBezTo>
                    <a:pt x="119009" y="296275"/>
                    <a:pt x="114858" y="294510"/>
                    <a:pt x="111337" y="290999"/>
                  </a:cubicBezTo>
                  <a:cubicBezTo>
                    <a:pt x="107826" y="287478"/>
                    <a:pt x="106070" y="283327"/>
                    <a:pt x="106070" y="278545"/>
                  </a:cubicBezTo>
                  <a:lnTo>
                    <a:pt x="106070" y="243267"/>
                  </a:lnTo>
                  <a:cubicBezTo>
                    <a:pt x="106070" y="240771"/>
                    <a:pt x="106921" y="238668"/>
                    <a:pt x="108640" y="236948"/>
                  </a:cubicBezTo>
                  <a:cubicBezTo>
                    <a:pt x="110350" y="235229"/>
                    <a:pt x="112462" y="234388"/>
                    <a:pt x="114977" y="234397"/>
                  </a:cubicBezTo>
                  <a:cubicBezTo>
                    <a:pt x="117491" y="234397"/>
                    <a:pt x="119585" y="235248"/>
                    <a:pt x="121268" y="236948"/>
                  </a:cubicBezTo>
                  <a:cubicBezTo>
                    <a:pt x="122950" y="238649"/>
                    <a:pt x="123791" y="240752"/>
                    <a:pt x="123791" y="243267"/>
                  </a:cubicBezTo>
                  <a:lnTo>
                    <a:pt x="123791" y="278545"/>
                  </a:lnTo>
                  <a:lnTo>
                    <a:pt x="159078" y="278545"/>
                  </a:lnTo>
                  <a:cubicBezTo>
                    <a:pt x="161565" y="278545"/>
                    <a:pt x="163668" y="279404"/>
                    <a:pt x="165388" y="281123"/>
                  </a:cubicBezTo>
                  <a:cubicBezTo>
                    <a:pt x="167107" y="282833"/>
                    <a:pt x="167948" y="284945"/>
                    <a:pt x="167939" y="287460"/>
                  </a:cubicBezTo>
                  <a:cubicBezTo>
                    <a:pt x="167939" y="289975"/>
                    <a:pt x="167088" y="292069"/>
                    <a:pt x="165388" y="293751"/>
                  </a:cubicBezTo>
                  <a:cubicBezTo>
                    <a:pt x="163687" y="295433"/>
                    <a:pt x="161584" y="296275"/>
                    <a:pt x="159078" y="296275"/>
                  </a:cubicBezTo>
                  <a:lnTo>
                    <a:pt x="123791" y="296275"/>
                  </a:lnTo>
                  <a:close/>
                  <a:moveTo>
                    <a:pt x="278572" y="296275"/>
                  </a:moveTo>
                  <a:lnTo>
                    <a:pt x="243285" y="296275"/>
                  </a:lnTo>
                  <a:cubicBezTo>
                    <a:pt x="240798" y="296275"/>
                    <a:pt x="238686" y="295415"/>
                    <a:pt x="236976" y="293696"/>
                  </a:cubicBezTo>
                  <a:cubicBezTo>
                    <a:pt x="235257" y="291986"/>
                    <a:pt x="234406" y="289874"/>
                    <a:pt x="234425" y="287359"/>
                  </a:cubicBezTo>
                  <a:cubicBezTo>
                    <a:pt x="234425" y="284845"/>
                    <a:pt x="235275" y="282751"/>
                    <a:pt x="236976" y="281068"/>
                  </a:cubicBezTo>
                  <a:cubicBezTo>
                    <a:pt x="238668" y="279386"/>
                    <a:pt x="240780" y="278545"/>
                    <a:pt x="243285" y="278545"/>
                  </a:cubicBezTo>
                  <a:lnTo>
                    <a:pt x="278572" y="278545"/>
                  </a:lnTo>
                  <a:lnTo>
                    <a:pt x="278572" y="243267"/>
                  </a:lnTo>
                  <a:cubicBezTo>
                    <a:pt x="278572" y="240771"/>
                    <a:pt x="279431" y="238668"/>
                    <a:pt x="281151" y="236948"/>
                  </a:cubicBezTo>
                  <a:cubicBezTo>
                    <a:pt x="282860" y="235229"/>
                    <a:pt x="284973" y="234388"/>
                    <a:pt x="287487" y="234397"/>
                  </a:cubicBezTo>
                  <a:cubicBezTo>
                    <a:pt x="290002" y="234397"/>
                    <a:pt x="292105" y="235248"/>
                    <a:pt x="293806" y="236948"/>
                  </a:cubicBezTo>
                  <a:cubicBezTo>
                    <a:pt x="295498" y="238649"/>
                    <a:pt x="296348" y="240752"/>
                    <a:pt x="296348" y="243267"/>
                  </a:cubicBezTo>
                  <a:lnTo>
                    <a:pt x="296348" y="278545"/>
                  </a:lnTo>
                  <a:cubicBezTo>
                    <a:pt x="296348" y="283327"/>
                    <a:pt x="294592" y="287478"/>
                    <a:pt x="291072" y="290999"/>
                  </a:cubicBezTo>
                  <a:cubicBezTo>
                    <a:pt x="287561" y="294510"/>
                    <a:pt x="283400" y="296275"/>
                    <a:pt x="278599" y="296275"/>
                  </a:cubicBezTo>
                  <a:close/>
                  <a:moveTo>
                    <a:pt x="106070" y="159051"/>
                  </a:moveTo>
                  <a:lnTo>
                    <a:pt x="106070" y="123764"/>
                  </a:lnTo>
                  <a:cubicBezTo>
                    <a:pt x="106070" y="118963"/>
                    <a:pt x="107826" y="114803"/>
                    <a:pt x="111337" y="111292"/>
                  </a:cubicBezTo>
                  <a:cubicBezTo>
                    <a:pt x="114858" y="107771"/>
                    <a:pt x="119009" y="106016"/>
                    <a:pt x="123791" y="106016"/>
                  </a:cubicBezTo>
                  <a:lnTo>
                    <a:pt x="159078" y="106016"/>
                  </a:lnTo>
                  <a:cubicBezTo>
                    <a:pt x="161565" y="106016"/>
                    <a:pt x="163668" y="106884"/>
                    <a:pt x="165388" y="108612"/>
                  </a:cubicBezTo>
                  <a:cubicBezTo>
                    <a:pt x="167088" y="110341"/>
                    <a:pt x="167939" y="112462"/>
                    <a:pt x="167939" y="114977"/>
                  </a:cubicBezTo>
                  <a:cubicBezTo>
                    <a:pt x="167939" y="117491"/>
                    <a:pt x="167088" y="119585"/>
                    <a:pt x="165388" y="121268"/>
                  </a:cubicBezTo>
                  <a:cubicBezTo>
                    <a:pt x="163687" y="122950"/>
                    <a:pt x="161584" y="123791"/>
                    <a:pt x="159078" y="123791"/>
                  </a:cubicBezTo>
                  <a:lnTo>
                    <a:pt x="123791" y="123791"/>
                  </a:lnTo>
                  <a:lnTo>
                    <a:pt x="123791" y="159078"/>
                  </a:lnTo>
                  <a:cubicBezTo>
                    <a:pt x="123791" y="161565"/>
                    <a:pt x="122932" y="163668"/>
                    <a:pt x="121213" y="165388"/>
                  </a:cubicBezTo>
                  <a:cubicBezTo>
                    <a:pt x="119503" y="167107"/>
                    <a:pt x="117391" y="167939"/>
                    <a:pt x="114876" y="167911"/>
                  </a:cubicBezTo>
                  <a:cubicBezTo>
                    <a:pt x="112361" y="167911"/>
                    <a:pt x="110267" y="167061"/>
                    <a:pt x="108585" y="165360"/>
                  </a:cubicBezTo>
                  <a:cubicBezTo>
                    <a:pt x="106903" y="163668"/>
                    <a:pt x="106070" y="161556"/>
                    <a:pt x="106070" y="159051"/>
                  </a:cubicBezTo>
                  <a:close/>
                  <a:moveTo>
                    <a:pt x="278545" y="159051"/>
                  </a:moveTo>
                  <a:lnTo>
                    <a:pt x="278545" y="123764"/>
                  </a:lnTo>
                  <a:lnTo>
                    <a:pt x="243285" y="123764"/>
                  </a:lnTo>
                  <a:cubicBezTo>
                    <a:pt x="240798" y="123764"/>
                    <a:pt x="238686" y="122905"/>
                    <a:pt x="236976" y="121185"/>
                  </a:cubicBezTo>
                  <a:cubicBezTo>
                    <a:pt x="235257" y="119476"/>
                    <a:pt x="234406" y="117372"/>
                    <a:pt x="234425" y="114876"/>
                  </a:cubicBezTo>
                  <a:cubicBezTo>
                    <a:pt x="234425" y="112361"/>
                    <a:pt x="235275" y="110258"/>
                    <a:pt x="236976" y="108558"/>
                  </a:cubicBezTo>
                  <a:cubicBezTo>
                    <a:pt x="238668" y="106866"/>
                    <a:pt x="240780" y="106016"/>
                    <a:pt x="243285" y="106016"/>
                  </a:cubicBezTo>
                  <a:lnTo>
                    <a:pt x="278572" y="106016"/>
                  </a:lnTo>
                  <a:cubicBezTo>
                    <a:pt x="283373" y="106016"/>
                    <a:pt x="287533" y="107771"/>
                    <a:pt x="291044" y="111292"/>
                  </a:cubicBezTo>
                  <a:cubicBezTo>
                    <a:pt x="294565" y="114803"/>
                    <a:pt x="296320" y="118963"/>
                    <a:pt x="296320" y="123764"/>
                  </a:cubicBezTo>
                  <a:lnTo>
                    <a:pt x="296320" y="159051"/>
                  </a:lnTo>
                  <a:cubicBezTo>
                    <a:pt x="296320" y="161538"/>
                    <a:pt x="295452" y="163650"/>
                    <a:pt x="293724" y="165360"/>
                  </a:cubicBezTo>
                  <a:cubicBezTo>
                    <a:pt x="291995" y="167061"/>
                    <a:pt x="289874" y="167911"/>
                    <a:pt x="287359" y="167911"/>
                  </a:cubicBezTo>
                  <a:cubicBezTo>
                    <a:pt x="284845" y="167911"/>
                    <a:pt x="282751" y="167061"/>
                    <a:pt x="281068" y="165360"/>
                  </a:cubicBezTo>
                  <a:cubicBezTo>
                    <a:pt x="279386" y="163668"/>
                    <a:pt x="278545" y="161556"/>
                    <a:pt x="278545" y="159051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756" y="230813"/>
                  </a:moveTo>
                  <a:cubicBezTo>
                    <a:pt x="150519" y="230813"/>
                    <a:pt x="135880" y="224805"/>
                    <a:pt x="123837" y="212781"/>
                  </a:cubicBezTo>
                  <a:cubicBezTo>
                    <a:pt x="111804" y="200757"/>
                    <a:pt x="105778" y="186199"/>
                    <a:pt x="105778" y="169100"/>
                  </a:cubicBezTo>
                  <a:cubicBezTo>
                    <a:pt x="105778" y="165634"/>
                    <a:pt x="106061" y="162388"/>
                    <a:pt x="106610" y="159362"/>
                  </a:cubicBezTo>
                  <a:cubicBezTo>
                    <a:pt x="107168" y="156326"/>
                    <a:pt x="108100" y="153125"/>
                    <a:pt x="109417" y="149742"/>
                  </a:cubicBezTo>
                  <a:cubicBezTo>
                    <a:pt x="109975" y="148325"/>
                    <a:pt x="110816" y="147209"/>
                    <a:pt x="111941" y="146395"/>
                  </a:cubicBezTo>
                  <a:cubicBezTo>
                    <a:pt x="113066" y="145600"/>
                    <a:pt x="114273" y="145024"/>
                    <a:pt x="115553" y="144676"/>
                  </a:cubicBezTo>
                  <a:cubicBezTo>
                    <a:pt x="116833" y="144329"/>
                    <a:pt x="118150" y="144338"/>
                    <a:pt x="119503" y="144704"/>
                  </a:cubicBezTo>
                  <a:cubicBezTo>
                    <a:pt x="120847" y="145070"/>
                    <a:pt x="122091" y="145810"/>
                    <a:pt x="123215" y="146935"/>
                  </a:cubicBezTo>
                  <a:lnTo>
                    <a:pt x="152184" y="175940"/>
                  </a:lnTo>
                  <a:lnTo>
                    <a:pt x="176095" y="153592"/>
                  </a:lnTo>
                  <a:lnTo>
                    <a:pt x="145819" y="123316"/>
                  </a:lnTo>
                  <a:cubicBezTo>
                    <a:pt x="144658" y="122210"/>
                    <a:pt x="143908" y="121003"/>
                    <a:pt x="143561" y="119686"/>
                  </a:cubicBezTo>
                  <a:cubicBezTo>
                    <a:pt x="143213" y="118369"/>
                    <a:pt x="143213" y="117061"/>
                    <a:pt x="143561" y="115754"/>
                  </a:cubicBezTo>
                  <a:cubicBezTo>
                    <a:pt x="143908" y="114455"/>
                    <a:pt x="144466" y="113294"/>
                    <a:pt x="145252" y="112279"/>
                  </a:cubicBezTo>
                  <a:cubicBezTo>
                    <a:pt x="146030" y="111255"/>
                    <a:pt x="147145" y="110423"/>
                    <a:pt x="148599" y="109783"/>
                  </a:cubicBezTo>
                  <a:cubicBezTo>
                    <a:pt x="151928" y="108484"/>
                    <a:pt x="155091" y="107497"/>
                    <a:pt x="158091" y="106820"/>
                  </a:cubicBezTo>
                  <a:cubicBezTo>
                    <a:pt x="161062" y="106144"/>
                    <a:pt x="164281" y="105805"/>
                    <a:pt x="167728" y="105805"/>
                  </a:cubicBezTo>
                  <a:cubicBezTo>
                    <a:pt x="185294" y="105805"/>
                    <a:pt x="200226" y="111959"/>
                    <a:pt x="212525" y="124258"/>
                  </a:cubicBezTo>
                  <a:cubicBezTo>
                    <a:pt x="224824" y="136556"/>
                    <a:pt x="230968" y="151498"/>
                    <a:pt x="230968" y="169082"/>
                  </a:cubicBezTo>
                  <a:cubicBezTo>
                    <a:pt x="230968" y="173169"/>
                    <a:pt x="230575" y="177165"/>
                    <a:pt x="229780" y="181079"/>
                  </a:cubicBezTo>
                  <a:cubicBezTo>
                    <a:pt x="228984" y="185001"/>
                    <a:pt x="227905" y="188942"/>
                    <a:pt x="226552" y="192929"/>
                  </a:cubicBezTo>
                  <a:lnTo>
                    <a:pt x="284762" y="251113"/>
                  </a:lnTo>
                  <a:cubicBezTo>
                    <a:pt x="289728" y="255941"/>
                    <a:pt x="292169" y="261802"/>
                    <a:pt x="292059" y="268678"/>
                  </a:cubicBezTo>
                  <a:cubicBezTo>
                    <a:pt x="291959" y="275554"/>
                    <a:pt x="289362" y="281361"/>
                    <a:pt x="284269" y="286107"/>
                  </a:cubicBezTo>
                  <a:cubicBezTo>
                    <a:pt x="279486" y="290560"/>
                    <a:pt x="273817" y="292745"/>
                    <a:pt x="267270" y="292663"/>
                  </a:cubicBezTo>
                  <a:cubicBezTo>
                    <a:pt x="260723" y="292571"/>
                    <a:pt x="255072" y="290157"/>
                    <a:pt x="250308" y="285412"/>
                  </a:cubicBezTo>
                  <a:lnTo>
                    <a:pt x="191530" y="226369"/>
                  </a:lnTo>
                  <a:cubicBezTo>
                    <a:pt x="187626" y="227722"/>
                    <a:pt x="183749" y="228801"/>
                    <a:pt x="179890" y="229597"/>
                  </a:cubicBezTo>
                  <a:cubicBezTo>
                    <a:pt x="176040" y="230411"/>
                    <a:pt x="171989" y="230813"/>
                    <a:pt x="167728" y="230813"/>
                  </a:cubicBezTo>
                  <a:close/>
                  <a:moveTo>
                    <a:pt x="167756" y="213796"/>
                  </a:moveTo>
                  <a:cubicBezTo>
                    <a:pt x="172081" y="213796"/>
                    <a:pt x="176671" y="213101"/>
                    <a:pt x="181527" y="211720"/>
                  </a:cubicBezTo>
                  <a:cubicBezTo>
                    <a:pt x="186373" y="210330"/>
                    <a:pt x="190616" y="208255"/>
                    <a:pt x="194255" y="205484"/>
                  </a:cubicBezTo>
                  <a:lnTo>
                    <a:pt x="262460" y="273689"/>
                  </a:lnTo>
                  <a:cubicBezTo>
                    <a:pt x="263850" y="275106"/>
                    <a:pt x="265578" y="275820"/>
                    <a:pt x="267663" y="275820"/>
                  </a:cubicBezTo>
                  <a:cubicBezTo>
                    <a:pt x="269739" y="275820"/>
                    <a:pt x="271476" y="275116"/>
                    <a:pt x="272857" y="273716"/>
                  </a:cubicBezTo>
                  <a:cubicBezTo>
                    <a:pt x="274247" y="272308"/>
                    <a:pt x="274933" y="270580"/>
                    <a:pt x="274933" y="268523"/>
                  </a:cubicBezTo>
                  <a:cubicBezTo>
                    <a:pt x="274933" y="266456"/>
                    <a:pt x="274247" y="264719"/>
                    <a:pt x="272857" y="263292"/>
                  </a:cubicBezTo>
                  <a:lnTo>
                    <a:pt x="205685" y="196130"/>
                  </a:lnTo>
                  <a:cubicBezTo>
                    <a:pt x="208465" y="192490"/>
                    <a:pt x="210541" y="188202"/>
                    <a:pt x="211921" y="183264"/>
                  </a:cubicBezTo>
                  <a:cubicBezTo>
                    <a:pt x="213311" y="178326"/>
                    <a:pt x="214006" y="173608"/>
                    <a:pt x="214006" y="169100"/>
                  </a:cubicBezTo>
                  <a:cubicBezTo>
                    <a:pt x="214006" y="156116"/>
                    <a:pt x="209196" y="145115"/>
                    <a:pt x="199586" y="136099"/>
                  </a:cubicBezTo>
                  <a:cubicBezTo>
                    <a:pt x="189967" y="127092"/>
                    <a:pt x="179012" y="122502"/>
                    <a:pt x="166713" y="122328"/>
                  </a:cubicBezTo>
                  <a:lnTo>
                    <a:pt x="192408" y="148553"/>
                  </a:lnTo>
                  <a:cubicBezTo>
                    <a:pt x="194182" y="150355"/>
                    <a:pt x="195014" y="152494"/>
                    <a:pt x="194932" y="154973"/>
                  </a:cubicBezTo>
                  <a:cubicBezTo>
                    <a:pt x="194849" y="157441"/>
                    <a:pt x="193917" y="159563"/>
                    <a:pt x="192152" y="161337"/>
                  </a:cubicBezTo>
                  <a:lnTo>
                    <a:pt x="159206" y="192207"/>
                  </a:lnTo>
                  <a:cubicBezTo>
                    <a:pt x="157332" y="193835"/>
                    <a:pt x="155174" y="194648"/>
                    <a:pt x="152732" y="194648"/>
                  </a:cubicBezTo>
                  <a:cubicBezTo>
                    <a:pt x="150291" y="194648"/>
                    <a:pt x="148270" y="193835"/>
                    <a:pt x="146679" y="192207"/>
                  </a:cubicBezTo>
                  <a:lnTo>
                    <a:pt x="122018" y="167802"/>
                  </a:lnTo>
                  <a:cubicBezTo>
                    <a:pt x="122539" y="181143"/>
                    <a:pt x="127275" y="192143"/>
                    <a:pt x="136236" y="200802"/>
                  </a:cubicBezTo>
                  <a:cubicBezTo>
                    <a:pt x="145188" y="209462"/>
                    <a:pt x="155695" y="213796"/>
                    <a:pt x="167756" y="213796"/>
                  </a:cubicBezTo>
                  <a:close/>
                  <a:moveTo>
                    <a:pt x="198827" y="19944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1" name="Text 26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086600" y="2368296"/>
            <a:ext cx="1325880" cy="164592"/>
          </a:xfrm>
          <a:custGeom>
            <a:avLst/>
            <a:gdLst/>
            <a:ahLst/>
            <a:cxnLst/>
            <a:rect l="l" t="t" r="r" b="b"/>
            <a:pathLst>
              <a:path w="132588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280160" y="0"/>
                </a:lnTo>
                <a:arcTo hR="45720" wR="45720" stAng="16200000" swAng="5400000"/>
                <a:lnTo>
                  <a:pt x="1325880" y="16459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143000" y="0"/>
                </a:lnTo>
                <a:arcTo hR="45720" wR="4572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209495" y="3217164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7975519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098414" y="3217164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8864437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987333" y="3217164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1000" dirty="0"/>
          </a:p>
        </p:txBody>
      </p:sp>
      <p:sp>
        <p:nvSpPr>
          <p:cNvPr id="62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382866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949794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516722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9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73" name="分隔"/>
          <p:cNvSpPr/>
          <p:nvPr/>
        </p:nvSpPr>
        <p:spPr>
          <a:xfrm>
            <a:off x="781812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5" name="分隔"/>
          <p:cNvSpPr/>
          <p:nvPr/>
        </p:nvSpPr>
        <p:spPr>
          <a:xfrm>
            <a:off x="891540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7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1000" dirty="0"/>
          </a:p>
        </p:txBody>
      </p:sp>
      <p:sp>
        <p:nvSpPr>
          <p:cNvPr id="80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4" name="Text 82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85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6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5869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548640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86384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4390492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8236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663792" y="174650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82664" y="1842770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4591660" y="389534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10532" y="3991610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535" y="5210556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535" y="5594604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535" y="5978652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578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2022886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68825" y="2464181"/>
            <a:ext cx="82550" cy="825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3497133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43071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4971379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17318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199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8" name="標籤"/>
          <p:cNvSpPr/>
          <p:nvPr/>
        </p:nvSpPr>
        <p:spPr>
          <a:xfrm>
            <a:off x="7451466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70338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8270870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89742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9090274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09146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9940" y="3817493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9940" y="438442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9940" y="49513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9940" y="5518277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672310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39238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806166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373094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分隔"/>
          <p:cNvSpPr/>
          <p:nvPr/>
        </p:nvSpPr>
        <p:spPr>
          <a:xfrm>
            <a:off x="123746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分隔"/>
          <p:cNvSpPr/>
          <p:nvPr/>
        </p:nvSpPr>
        <p:spPr>
          <a:xfrm>
            <a:off x="223107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2540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3A3A3A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444361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63233" y="333006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7870825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989697" y="333006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444361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63233" y="4646803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7870825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89697" y="4646803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6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3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30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分隔"/>
          <p:cNvSpPr/>
          <p:nvPr/>
        </p:nvSpPr>
        <p:spPr>
          <a:xfrm>
            <a:off x="4137050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7835189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7449" y="47227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7449" y="522566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07449" y="572858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903726" y="47227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903726" y="522566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903726" y="572858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4825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分隔"/>
          <p:cNvSpPr/>
          <p:nvPr/>
        </p:nvSpPr>
        <p:spPr>
          <a:xfrm>
            <a:off x="2549896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分隔"/>
          <p:cNvSpPr/>
          <p:nvPr/>
        </p:nvSpPr>
        <p:spPr>
          <a:xfrm>
            <a:off x="4852904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分隔"/>
          <p:cNvSpPr/>
          <p:nvPr/>
        </p:nvSpPr>
        <p:spPr>
          <a:xfrm>
            <a:off x="7155912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分隔"/>
          <p:cNvSpPr/>
          <p:nvPr/>
        </p:nvSpPr>
        <p:spPr>
          <a:xfrm>
            <a:off x="9458919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254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48775" y="19858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325880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48775" y="24430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569367" y="19858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569367" y="24430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039752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414656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1816992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939887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3813355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4188259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4590595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13491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6774411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7176747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299643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9360563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735467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137803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260698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5809996" y="228600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8868" y="238226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4937760" y="294436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56632" y="304063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5809996" y="361188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28868" y="370814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4937760" y="427024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56632" y="436651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3" name="標籤"/>
          <p:cNvSpPr/>
          <p:nvPr/>
        </p:nvSpPr>
        <p:spPr>
          <a:xfrm>
            <a:off x="5809996" y="493776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28868" y="503402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4937760" y="559612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056632" y="569239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4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7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2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7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9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2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2026-10-09T03:26:41Z</dcterms:created>
  <dcterms:modified xsi:type="dcterms:W3CDTF">2026-10-09T03:26:41Z</dcterms:modified>
</cp:coreProperties>
</file>