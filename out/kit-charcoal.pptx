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794246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7" name="流程方塊"/>
          <p:cNvSpPr/>
          <p:nvPr/>
        </p:nvSpPr>
        <p:spPr>
          <a:xfrm>
            <a:off x="1998160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8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9" name="流程方塊"/>
          <p:cNvSpPr/>
          <p:nvPr/>
        </p:nvSpPr>
        <p:spPr>
          <a:xfrm>
            <a:off x="3397584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4836" dist="24257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0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1" name="流程方塊"/>
          <p:cNvSpPr/>
          <p:nvPr/>
        </p:nvSpPr>
        <p:spPr>
          <a:xfrm>
            <a:off x="4797008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EDEDE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2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3" name="流程方塊"/>
          <p:cNvSpPr/>
          <p:nvPr/>
        </p:nvSpPr>
        <p:spPr>
          <a:xfrm>
            <a:off x="6196432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4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5" name="流程方塊"/>
          <p:cNvSpPr/>
          <p:nvPr/>
        </p:nvSpPr>
        <p:spPr>
          <a:xfrm>
            <a:off x="7595855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2222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6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7" name="流程方塊"/>
          <p:cNvSpPr/>
          <p:nvPr/>
        </p:nvSpPr>
        <p:spPr>
          <a:xfrm>
            <a:off x="8995279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8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9" name="流程方塊"/>
          <p:cNvSpPr/>
          <p:nvPr/>
        </p:nvSpPr>
        <p:spPr>
          <a:xfrm>
            <a:off x="10394703" y="167335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20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1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2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3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4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5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6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7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EDEDE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8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9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3A3A3A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0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1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2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3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4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5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6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7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8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9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40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1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2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3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EDEDE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4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5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6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7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76835" dist="21971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8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9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0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1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2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3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4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Arrows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6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7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4572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58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9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1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254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2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3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headEnd type="triangle"/>
            <a:tailEnd type="triangle"/>
          </a:ln>
        </p:spPr>
      </p:sp>
      <p:sp>
        <p:nvSpPr>
          <p:cNvPr id="64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5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7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8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70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1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2" name="警示方塊"/>
          <p:cNvSpPr/>
          <p:nvPr/>
        </p:nvSpPr>
        <p:spPr>
          <a:xfrm>
            <a:off x="1998160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9050">
            <a:solidFill>
              <a:srgbClr val="F07F2D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3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4" name="警示方塊"/>
          <p:cNvSpPr/>
          <p:nvPr/>
        </p:nvSpPr>
        <p:spPr>
          <a:xfrm>
            <a:off x="3397584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DEDE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45F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5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6" name="警示方塊"/>
          <p:cNvSpPr/>
          <p:nvPr/>
        </p:nvSpPr>
        <p:spPr>
          <a:xfrm>
            <a:off x="4797008" y="4270248"/>
            <a:ext cx="1097280" cy="402336"/>
          </a:xfrm>
          <a:prstGeom prst="roundRect">
            <a:avLst>
              <a:gd name="adj" fmla="val 11364"/>
            </a:avLst>
          </a:prstGeom>
          <a:solidFill>
            <a:srgbClr val="F07F2D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7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8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9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80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1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2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3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oundRect">
              <a:avLst>
                <a:gd name="adj" fmla="val 11364"/>
              </a:avLst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4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F07F2D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5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6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F07F2D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7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8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9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Circle / Badge / Tag</a:t>
            </a:r>
            <a:endParaRPr lang="en-US" sz="1400" dirty="0"/>
          </a:p>
        </p:txBody>
      </p:sp>
      <p:sp>
        <p:nvSpPr>
          <p:cNvPr id="90" name="大圓"/>
          <p:cNvSpPr/>
          <p:nvPr/>
        </p:nvSpPr>
        <p:spPr>
          <a:xfrm>
            <a:off x="2263336" y="4928616"/>
            <a:ext cx="566928" cy="566928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  <a:effectLst>
            <a:outerShdw blurRad="85344" dist="15240" dir="5400000" sx="100840" sy="100840" algn="ctr" rotWithShape="0">
              <a:srgbClr val="000000">
                <a:alpha val="2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4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34925">
              <a:solidFill>
                <a:srgbClr val="3A3A3A"/>
              </a:solidFill>
              <a:prstDash val="solid"/>
            </a:ln>
            <a:effectLst>
              <a:outerShdw blurRad="85344" dist="15240" dir="5400000" sx="100840" sy="100840" algn="ctr" rotWithShape="0">
                <a:srgbClr val="000000">
                  <a:alpha val="28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4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5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6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5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7" name="編號"/>
            <p:cNvSpPr/>
            <p:nvPr/>
          </p:nvSpPr>
          <p:spPr>
            <a:xfrm>
              <a:off x="6205576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1000" dirty="0"/>
            </a:p>
          </p:txBody>
        </p:sp>
        <p:sp>
          <p:nvSpPr>
            <p:cNvPr id="98" name="編號"/>
            <p:cNvSpPr/>
            <p:nvPr/>
          </p:nvSpPr>
          <p:spPr>
            <a:xfrm>
              <a:off x="6589624" y="5056632"/>
              <a:ext cx="310896" cy="310896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973672" y="5056632"/>
              <a:ext cx="310896" cy="310896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1000" dirty="0"/>
            </a:p>
          </p:txBody>
        </p:sp>
      </p:grpSp>
      <p:sp>
        <p:nvSpPr>
          <p:cNvPr id="100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grpSp>
        <p:nvGrpSpPr>
          <p:cNvPr id="5006" name="深色標籤"/>
          <p:cNvGrpSpPr/>
          <p:nvPr/>
        </p:nvGrpSpPr>
        <p:grpSpPr>
          <a:xfrm>
            <a:off x="7637425" y="5065776"/>
            <a:ext cx="1014141" cy="292608"/>
            <a:chOff x="7637425" y="5065776"/>
            <a:chExt cx="1014141" cy="292608"/>
          </a:xfrm>
        </p:grpSpPr>
        <p:sp>
          <p:nvSpPr>
            <p:cNvPr id="101" name="標籤"/>
            <p:cNvSpPr/>
            <p:nvPr/>
          </p:nvSpPr>
          <p:spPr>
            <a:xfrm>
              <a:off x="7637425" y="5065776"/>
              <a:ext cx="1014141" cy="292608"/>
            </a:xfrm>
            <a:prstGeom prst="roundRect">
              <a:avLst>
                <a:gd name="adj" fmla="val 9375"/>
              </a:avLst>
            </a:prstGeom>
            <a:solidFill>
              <a:srgbClr val="3A3A3A"/>
            </a:solidFill>
            <a:ln/>
          </p:spPr>
          <p:txBody>
            <a:bodyPr wrap="square" lIns="256753" tIns="0" rIns="73737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主要標籤</a:t>
              </a:r>
              <a:endParaRPr lang="en-US" sz="1100" dirty="0"/>
            </a:p>
          </p:txBody>
        </p:sp>
        <p:sp>
          <p:nvSpPr>
            <p:cNvPr id="102" name="Text 100"/>
            <p:cNvSpPr/>
            <p:nvPr/>
          </p:nvSpPr>
          <p:spPr>
            <a:xfrm>
              <a:off x="7760320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780649" y="5074920"/>
            <a:ext cx="1526540" cy="274320"/>
            <a:chOff x="8780649" y="5074920"/>
            <a:chExt cx="1526540" cy="274320"/>
          </a:xfrm>
        </p:grpSpPr>
        <p:sp>
          <p:nvSpPr>
            <p:cNvPr id="104" name="標籤"/>
            <p:cNvSpPr/>
            <p:nvPr/>
          </p:nvSpPr>
          <p:spPr>
            <a:xfrm>
              <a:off x="8780649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07F2D"/>
            </a:solidFill>
            <a:ln/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Text 103"/>
            <p:cNvSpPr/>
            <p:nvPr/>
          </p:nvSpPr>
          <p:spPr>
            <a:xfrm>
              <a:off x="8899521" y="5177155"/>
              <a:ext cx="69850" cy="69850"/>
            </a:xfrm>
            <a:prstGeom prst="ellipse">
              <a:avLst/>
            </a:prstGeom>
            <a:solidFill>
              <a:srgbClr val="FFFFF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6" name="標籤"/>
            <p:cNvSpPr/>
            <p:nvPr/>
          </p:nvSpPr>
          <p:spPr>
            <a:xfrm>
              <a:off x="9580495" y="5074920"/>
              <a:ext cx="726694" cy="274320"/>
            </a:xfrm>
            <a:prstGeom prst="roundRect">
              <a:avLst>
                <a:gd name="adj" fmla="val 10000"/>
              </a:avLst>
            </a:prstGeom>
            <a:solidFill>
              <a:srgbClr val="F2F2F2"/>
            </a:solidFill>
            <a:ln/>
          </p:spPr>
          <p:txBody>
            <a:bodyPr wrap="square" lIns="252730" tIns="0" rIns="71323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  <p:sp>
          <p:nvSpPr>
            <p:cNvPr id="107" name="Text 105"/>
            <p:cNvSpPr/>
            <p:nvPr/>
          </p:nvSpPr>
          <p:spPr>
            <a:xfrm>
              <a:off x="9699367" y="5177155"/>
              <a:ext cx="69850" cy="6985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08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9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0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1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2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3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4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5" name="群組框"/>
            <p:cNvSpPr/>
            <p:nvPr/>
          </p:nvSpPr>
          <p:spPr>
            <a:xfrm>
              <a:off x="1998160" y="5806440"/>
              <a:ext cx="1097280" cy="365760"/>
            </a:xfrm>
            <a:prstGeom prst="roundRect">
              <a:avLst>
                <a:gd name="adj" fmla="val 12500"/>
              </a:avLst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6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7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8" name="淺灰面板"/>
          <p:cNvSpPr/>
          <p:nvPr/>
        </p:nvSpPr>
        <p:spPr>
          <a:xfrm>
            <a:off x="3397584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9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sp>
        <p:nvSpPr>
          <p:cNvPr id="120" name="卡片"/>
          <p:cNvSpPr/>
          <p:nvPr/>
        </p:nvSpPr>
        <p:spPr>
          <a:xfrm>
            <a:off x="4797008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1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sp>
        <p:nvSpPr>
          <p:cNvPr id="122" name="卡片"/>
          <p:cNvSpPr/>
          <p:nvPr/>
        </p:nvSpPr>
        <p:spPr>
          <a:xfrm>
            <a:off x="6196432" y="5751576"/>
            <a:ext cx="109728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0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custGeom>
              <a:avLst/>
              <a:gdLst/>
              <a:ahLst/>
              <a:cxnLst/>
              <a:rect l="l" t="t" r="r" b="b"/>
              <a:pathLst>
                <a:path w="1097280" h="146304">
                  <a:moveTo>
                    <a:pt x="0" y="146304"/>
                  </a:moveTo>
                  <a:lnTo>
                    <a:pt x="0" y="45720"/>
                  </a:lnTo>
                  <a:arcTo hR="45720" wR="45720" stAng="10800000" swAng="5400000"/>
                  <a:lnTo>
                    <a:pt x="1051560" y="0"/>
                  </a:lnTo>
                  <a:arcTo hR="45720" wR="45720" stAng="16200000" swAng="5400000"/>
                  <a:lnTo>
                    <a:pt x="1097280" y="146304"/>
                  </a:lnTo>
                  <a:close/>
                </a:path>
              </a:pathLst>
            </a:cu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1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2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oundRect">
              <a:avLst>
                <a:gd name="adj" fmla="val 14706"/>
              </a:avLst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7175500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9" name="處理"/>
            <p:cNvSpPr/>
            <p:nvPr/>
          </p:nvSpPr>
          <p:spPr>
            <a:xfrm>
              <a:off x="548640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10" name="編號"/>
            <p:cNvSpPr/>
            <p:nvPr/>
          </p:nvSpPr>
          <p:spPr>
            <a:xfrm>
              <a:off x="768096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11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12" name="處理"/>
            <p:cNvSpPr/>
            <p:nvPr/>
          </p:nvSpPr>
          <p:spPr>
            <a:xfrm>
              <a:off x="1521676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3" name="編號"/>
            <p:cNvSpPr/>
            <p:nvPr/>
          </p:nvSpPr>
          <p:spPr>
            <a:xfrm>
              <a:off x="1741132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14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15" name="處理"/>
            <p:cNvSpPr/>
            <p:nvPr/>
          </p:nvSpPr>
          <p:spPr>
            <a:xfrm>
              <a:off x="2494712" y="2670048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6" name="編號"/>
            <p:cNvSpPr/>
            <p:nvPr/>
          </p:nvSpPr>
          <p:spPr>
            <a:xfrm>
              <a:off x="2714168" y="2276856"/>
              <a:ext cx="237744" cy="237744"/>
            </a:xfrm>
            <a:prstGeom prst="ellipse">
              <a:avLst/>
            </a:prstGeom>
            <a:solidFill>
              <a:srgbClr val="3A3A3A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3</a:t>
              </a:r>
              <a:endParaRPr lang="en-US" sz="9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3372536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9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20" name="處理"/>
            <p:cNvSpPr/>
            <p:nvPr/>
          </p:nvSpPr>
          <p:spPr>
            <a:xfrm>
              <a:off x="3372536" y="2322576"/>
              <a:ext cx="658368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1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22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3" name="處理"/>
            <p:cNvSpPr/>
            <p:nvPr/>
          </p:nvSpPr>
          <p:spPr>
            <a:xfrm>
              <a:off x="5318608" y="232257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4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25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6" name="處理"/>
            <p:cNvSpPr/>
            <p:nvPr/>
          </p:nvSpPr>
          <p:spPr>
            <a:xfrm>
              <a:off x="4314368" y="325526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7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28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9" name="Text 27"/>
          <p:cNvSpPr/>
          <p:nvPr/>
        </p:nvSpPr>
        <p:spPr>
          <a:xfrm>
            <a:off x="6196432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1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2" name="處理"/>
            <p:cNvSpPr/>
            <p:nvPr/>
          </p:nvSpPr>
          <p:spPr>
            <a:xfrm>
              <a:off x="6196432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3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4" name="處理"/>
            <p:cNvSpPr/>
            <p:nvPr/>
          </p:nvSpPr>
          <p:spPr>
            <a:xfrm>
              <a:off x="7169468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36" name="處理"/>
            <p:cNvSpPr/>
            <p:nvPr/>
          </p:nvSpPr>
          <p:spPr>
            <a:xfrm>
              <a:off x="8142503" y="24323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7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25400">
              <a:solidFill>
                <a:srgbClr val="F07F2D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8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B45F22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9" name="Text 37"/>
          <p:cNvSpPr/>
          <p:nvPr/>
        </p:nvSpPr>
        <p:spPr>
          <a:xfrm>
            <a:off x="9020327" y="18150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1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2" name="處理"/>
            <p:cNvSpPr/>
            <p:nvPr/>
          </p:nvSpPr>
          <p:spPr>
            <a:xfrm>
              <a:off x="9020327" y="2816352"/>
              <a:ext cx="73152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3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44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5" name="處理"/>
            <p:cNvSpPr/>
            <p:nvPr/>
          </p:nvSpPr>
          <p:spPr>
            <a:xfrm>
              <a:off x="11076127" y="2816352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6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47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8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25400">
              <a:solidFill>
                <a:srgbClr val="3A3A3A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9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50" name="Text 48"/>
          <p:cNvSpPr/>
          <p:nvPr/>
        </p:nvSpPr>
        <p:spPr>
          <a:xfrm>
            <a:off x="548640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1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3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4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5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6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1097280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011680" y="5404104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9" name="處理"/>
            <p:cNvSpPr/>
            <p:nvPr/>
          </p:nvSpPr>
          <p:spPr>
            <a:xfrm>
              <a:off x="2458136" y="4617720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25400">
              <a:solidFill>
                <a:srgbClr val="3A3A3A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1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25400">
              <a:solidFill>
                <a:srgbClr val="3A3A3A"/>
              </a:solidFill>
              <a:prstDash val="solid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2" name="Text 60"/>
          <p:cNvSpPr/>
          <p:nvPr/>
        </p:nvSpPr>
        <p:spPr>
          <a:xfrm>
            <a:off x="3372536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4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5" name="處理"/>
            <p:cNvSpPr/>
            <p:nvPr/>
          </p:nvSpPr>
          <p:spPr>
            <a:xfrm>
              <a:off x="3372536" y="4983480"/>
              <a:ext cx="512064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6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4562856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8" name="處理"/>
            <p:cNvSpPr/>
            <p:nvPr/>
          </p:nvSpPr>
          <p:spPr>
            <a:xfrm>
              <a:off x="4323512" y="5404104"/>
              <a:ext cx="676656" cy="384048"/>
            </a:xfrm>
            <a:prstGeom prst="roundRect">
              <a:avLst>
                <a:gd name="adj" fmla="val 11905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9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3A3A3A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0" name="處理"/>
            <p:cNvSpPr/>
            <p:nvPr/>
          </p:nvSpPr>
          <p:spPr>
            <a:xfrm>
              <a:off x="5428336" y="4983480"/>
              <a:ext cx="566928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1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73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75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76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</p:grpSp>
      <p:sp>
        <p:nvSpPr>
          <p:cNvPr id="77" name="Text 75"/>
          <p:cNvSpPr/>
          <p:nvPr/>
        </p:nvSpPr>
        <p:spPr>
          <a:xfrm>
            <a:off x="6196432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9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80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1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2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83" name="處理"/>
            <p:cNvSpPr/>
            <p:nvPr/>
          </p:nvSpPr>
          <p:spPr>
            <a:xfrm>
              <a:off x="7187756" y="4864608"/>
              <a:ext cx="640080" cy="384048"/>
            </a:xfrm>
            <a:prstGeom prst="roundRect">
              <a:avLst>
                <a:gd name="adj" fmla="val 11905"/>
              </a:avLst>
            </a:prstGeom>
            <a:solidFill>
              <a:srgbClr val="3A3A3A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4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5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25400">
              <a:solidFill>
                <a:srgbClr val="3A3A3A"/>
              </a:solidFill>
              <a:prstDash val="solid"/>
              <a:tailEnd type="triangle"/>
            </a:ln>
          </p:spPr>
        </p:sp>
        <p:sp>
          <p:nvSpPr>
            <p:cNvPr id="86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2F2F2"/>
            </a:solidFill>
            <a:ln w="25400">
              <a:solidFill>
                <a:srgbClr val="3A3A3A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7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8" name="Text 86"/>
          <p:cNvSpPr/>
          <p:nvPr/>
        </p:nvSpPr>
        <p:spPr>
          <a:xfrm>
            <a:off x="9020327" y="411937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9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r>
              <a:rPr lang="en-US" sz="8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90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1" name="卡片"/>
            <p:cNvSpPr/>
            <p:nvPr/>
          </p:nvSpPr>
          <p:spPr>
            <a:xfrm>
              <a:off x="9020327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2F2F2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分隔"/>
            <p:cNvSpPr/>
            <p:nvPr/>
          </p:nvSpPr>
          <p:spPr>
            <a:xfrm>
              <a:off x="10240251" y="5047488"/>
              <a:ext cx="182880" cy="274320"/>
            </a:xfrm>
            <a:prstGeom prst="chevron">
              <a:avLst>
                <a:gd name="adj" fmla="val 60000"/>
              </a:avLst>
            </a:prstGeom>
            <a:solidFill>
              <a:srgbClr val="F07F2D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oundRect">
              <a:avLst>
                <a:gd name="adj" fmla="val 4237"/>
              </a:avLst>
            </a:prstGeom>
            <a:solidFill>
              <a:srgbClr val="FFFFFF"/>
            </a:solidFill>
            <a:ln w="22225">
              <a:solidFill>
                <a:srgbClr val="3A3A3A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r>
                <a:rPr lang="en-US" sz="80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色彩、字級與元件語言一覽：炭灰實心表頭卡、2pt 粗線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7957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2B2B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#2B2B2B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81051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EDEDE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#EDEDED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2441448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07F2D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#F07F2D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3072384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#3A3A3A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703320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#8C8C8C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334256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#BFBFBF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965192" y="23317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#F2F2F2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48640" y="3643884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大標題文字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38pt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16pt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 12pt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實心表頭色帶</a:t>
            </a:r>
            <a:endParaRPr lang="en-US" sz="1000" dirty="0"/>
          </a:p>
        </p:txBody>
      </p:sp>
      <p:sp>
        <p:nvSpPr>
          <p:cNvPr id="46" name="卡片"/>
          <p:cNvSpPr/>
          <p:nvPr/>
        </p:nvSpPr>
        <p:spPr>
          <a:xfrm>
            <a:off x="7086600" y="2368296"/>
            <a:ext cx="132588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7086600" y="2368296"/>
            <a:ext cx="1325880" cy="164592"/>
          </a:xfrm>
          <a:custGeom>
            <a:avLst/>
            <a:gdLst/>
            <a:ahLst/>
            <a:cxnLst/>
            <a:rect l="l" t="t" r="r" b="b"/>
            <a:pathLst>
              <a:path w="132588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280160" y="0"/>
                </a:lnTo>
                <a:arcTo hR="45720" wR="45720" stAng="16200000" swAng="5400000"/>
                <a:lnTo>
                  <a:pt x="1325880" y="16459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卡片"/>
          <p:cNvSpPr/>
          <p:nvPr/>
        </p:nvSpPr>
        <p:spPr>
          <a:xfrm>
            <a:off x="8595360" y="2368296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custGeom>
            <a:avLst/>
            <a:gdLst/>
            <a:ahLst/>
            <a:cxnLst/>
            <a:rect l="l" t="t" r="r" b="b"/>
            <a:pathLst>
              <a:path w="1188720" h="164592">
                <a:moveTo>
                  <a:pt x="0" y="164592"/>
                </a:moveTo>
                <a:lnTo>
                  <a:pt x="0" y="45720"/>
                </a:lnTo>
                <a:arcTo hR="45720" wR="45720" stAng="10800000" swAng="5400000"/>
                <a:lnTo>
                  <a:pt x="1143000" y="0"/>
                </a:lnTo>
                <a:arcTo hR="45720" wR="45720" stAng="16200000" swAng="5400000"/>
                <a:lnTo>
                  <a:pt x="1188720" y="16459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圓點方籤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7209495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標籤"/>
          <p:cNvSpPr/>
          <p:nvPr/>
        </p:nvSpPr>
        <p:spPr>
          <a:xfrm>
            <a:off x="7975519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8098414" y="321716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標籤"/>
          <p:cNvSpPr/>
          <p:nvPr/>
        </p:nvSpPr>
        <p:spPr>
          <a:xfrm>
            <a:off x="8864437" y="3108960"/>
            <a:ext cx="77919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63103" tIns="0" rIns="73737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8987333" y="3217164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61" name="Text 59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實心圓＋橘點</a:t>
            </a:r>
            <a:endParaRPr lang="en-US" sz="1000" dirty="0"/>
          </a:p>
        </p:txBody>
      </p:sp>
      <p:sp>
        <p:nvSpPr>
          <p:cNvPr id="62" name="編號"/>
          <p:cNvSpPr/>
          <p:nvPr/>
        </p:nvSpPr>
        <p:spPr>
          <a:xfrm>
            <a:off x="7123176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7382866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編號"/>
          <p:cNvSpPr/>
          <p:nvPr/>
        </p:nvSpPr>
        <p:spPr>
          <a:xfrm>
            <a:off x="7690104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7949794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編號"/>
          <p:cNvSpPr/>
          <p:nvPr/>
        </p:nvSpPr>
        <p:spPr>
          <a:xfrm>
            <a:off x="8257032" y="3721608"/>
            <a:ext cx="365760" cy="36576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8516722" y="3717950"/>
            <a:ext cx="109728" cy="109728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9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71" name="Text 69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73" name="分隔"/>
          <p:cNvSpPr/>
          <p:nvPr/>
        </p:nvSpPr>
        <p:spPr>
          <a:xfrm>
            <a:off x="781812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Text 72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75" name="分隔"/>
          <p:cNvSpPr/>
          <p:nvPr/>
        </p:nvSpPr>
        <p:spPr>
          <a:xfrm>
            <a:off x="8915400" y="4416552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7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9" name="Text 77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2pt 實線＋三角箭頭</a:t>
            </a:r>
            <a:endParaRPr lang="en-US" sz="1000" dirty="0"/>
          </a:p>
        </p:txBody>
      </p:sp>
      <p:sp>
        <p:nvSpPr>
          <p:cNvPr id="80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81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84" name="Text 82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 V 形</a:t>
            </a:r>
            <a:endParaRPr lang="en-US" sz="1000" dirty="0"/>
          </a:p>
        </p:txBody>
      </p:sp>
      <p:sp>
        <p:nvSpPr>
          <p:cNvPr id="85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6" name="流程鏈"/>
          <p:cNvSpPr/>
          <p:nvPr/>
        </p:nvSpPr>
        <p:spPr>
          <a:xfrm>
            <a:off x="7971008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7" name="流程鏈"/>
          <p:cNvSpPr/>
          <p:nvPr/>
        </p:nvSpPr>
        <p:spPr>
          <a:xfrm>
            <a:off x="8855415" y="5650992"/>
            <a:ext cx="974385" cy="402336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8" name="Text 8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15869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表頭"/>
          <p:cNvSpPr/>
          <p:nvPr/>
        </p:nvSpPr>
        <p:spPr>
          <a:xfrm>
            <a:off x="548640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86384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表頭"/>
          <p:cNvSpPr/>
          <p:nvPr/>
        </p:nvSpPr>
        <p:spPr>
          <a:xfrm>
            <a:off x="4390492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8236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4" name="標籤"/>
          <p:cNvSpPr/>
          <p:nvPr/>
        </p:nvSpPr>
        <p:spPr>
          <a:xfrm>
            <a:off x="6663792" y="174650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782664" y="1842770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標籤"/>
          <p:cNvSpPr/>
          <p:nvPr/>
        </p:nvSpPr>
        <p:spPr>
          <a:xfrm>
            <a:off x="4591660" y="3895344"/>
            <a:ext cx="936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價值說明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10532" y="3991610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卡片"/>
          <p:cNvSpPr/>
          <p:nvPr/>
        </p:nvSpPr>
        <p:spPr>
          <a:xfrm>
            <a:off x="8232343" y="1874520"/>
            <a:ext cx="3410712" cy="2148840"/>
          </a:xfrm>
          <a:prstGeom prst="roundRect">
            <a:avLst>
              <a:gd name="adj" fmla="val 2128"/>
            </a:avLst>
          </a:prstGeom>
          <a:solidFill>
            <a:srgbClr val="F2F2F2"/>
          </a:solidFill>
          <a:ln/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表頭"/>
          <p:cNvSpPr/>
          <p:nvPr/>
        </p:nvSpPr>
        <p:spPr>
          <a:xfrm>
            <a:off x="8232343" y="1874520"/>
            <a:ext cx="3410712" cy="530352"/>
          </a:xfrm>
          <a:custGeom>
            <a:avLst/>
            <a:gdLst/>
            <a:ahLst/>
            <a:cxnLst/>
            <a:rect l="l" t="t" r="r" b="b"/>
            <a:pathLst>
              <a:path w="3410712" h="530352">
                <a:moveTo>
                  <a:pt x="0" y="530352"/>
                </a:moveTo>
                <a:lnTo>
                  <a:pt x="0" y="45720"/>
                </a:lnTo>
                <a:arcTo hR="45720" wR="45720" stAng="10800000" swAng="5400000"/>
                <a:lnTo>
                  <a:pt x="3364992" y="0"/>
                </a:lnTo>
                <a:arcTo hR="45720" wR="45720" stAng="16200000" swAng="5400000"/>
                <a:lnTo>
                  <a:pt x="3410712" y="530352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7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8" name="標籤"/>
          <p:cNvSpPr/>
          <p:nvPr/>
        </p:nvSpPr>
        <p:spPr>
          <a:xfrm>
            <a:off x="548640" y="5102352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1535" y="5210556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486400"/>
            <a:ext cx="749808" cy="292608"/>
          </a:xfrm>
          <a:prstGeom prst="roundRect">
            <a:avLst>
              <a:gd name="adj" fmla="val 9375"/>
            </a:avLst>
          </a:prstGeom>
          <a:solidFill>
            <a:srgbClr val="F07F2D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71535" y="5594604"/>
            <a:ext cx="76200" cy="762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4" name="標籤"/>
          <p:cNvSpPr/>
          <p:nvPr/>
        </p:nvSpPr>
        <p:spPr>
          <a:xfrm>
            <a:off x="548640" y="5870448"/>
            <a:ext cx="749808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63103" tIns="0" rIns="73737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1535" y="5978652"/>
            <a:ext cx="76200" cy="762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315200" y="466801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標籤"/>
          <p:cNvSpPr/>
          <p:nvPr/>
        </p:nvSpPr>
        <p:spPr>
          <a:xfrm>
            <a:off x="548640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3A3A3A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457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標籤"/>
          <p:cNvSpPr/>
          <p:nvPr/>
        </p:nvSpPr>
        <p:spPr>
          <a:xfrm>
            <a:off x="2022886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07F2D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168825" y="2464181"/>
            <a:ext cx="82550" cy="8255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標籤"/>
          <p:cNvSpPr/>
          <p:nvPr/>
        </p:nvSpPr>
        <p:spPr>
          <a:xfrm>
            <a:off x="3497133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2F2F2"/>
          </a:solidFill>
          <a:ln/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43071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標籤"/>
          <p:cNvSpPr/>
          <p:nvPr/>
        </p:nvSpPr>
        <p:spPr>
          <a:xfrm>
            <a:off x="4971379" y="2331720"/>
            <a:ext cx="1199926" cy="347472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92496" tIns="0" rIns="87563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17318" y="246418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199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8" name="標籤"/>
          <p:cNvSpPr/>
          <p:nvPr/>
        </p:nvSpPr>
        <p:spPr>
          <a:xfrm>
            <a:off x="7451466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570338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標籤"/>
          <p:cNvSpPr/>
          <p:nvPr/>
        </p:nvSpPr>
        <p:spPr>
          <a:xfrm>
            <a:off x="8270870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389742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標籤"/>
          <p:cNvSpPr/>
          <p:nvPr/>
        </p:nvSpPr>
        <p:spPr>
          <a:xfrm>
            <a:off x="9090274" y="2368296"/>
            <a:ext cx="68224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209146" y="2473706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4864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3666744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09940" y="3817493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548640" y="4233672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09940" y="4384421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548640" y="4800600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09940" y="49513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548640" y="5367528"/>
            <a:ext cx="265176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09940" y="5518277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363060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37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8" name="編號"/>
          <p:cNvSpPr/>
          <p:nvPr/>
        </p:nvSpPr>
        <p:spPr>
          <a:xfrm>
            <a:off x="4399636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672310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4966564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239238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編號"/>
          <p:cNvSpPr/>
          <p:nvPr/>
        </p:nvSpPr>
        <p:spPr>
          <a:xfrm>
            <a:off x="5533492" y="3675888"/>
            <a:ext cx="384048" cy="384048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806166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編號"/>
          <p:cNvSpPr/>
          <p:nvPr/>
        </p:nvSpPr>
        <p:spPr>
          <a:xfrm>
            <a:off x="6100420" y="3675888"/>
            <a:ext cx="384048" cy="384048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373094" y="3672048"/>
            <a:ext cx="115214" cy="115214"/>
          </a:xfrm>
          <a:prstGeom prst="ellipse">
            <a:avLst/>
          </a:prstGeom>
          <a:solidFill>
            <a:srgbClr val="F07F2D"/>
          </a:solidFill>
          <a:ln w="12700">
            <a:solidFill>
              <a:srgbClr val="FFFFF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編號"/>
          <p:cNvSpPr/>
          <p:nvPr/>
        </p:nvSpPr>
        <p:spPr>
          <a:xfrm>
            <a:off x="4427068" y="4517136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4427068" y="5084064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4427068" y="5650992"/>
            <a:ext cx="329184" cy="32918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8177479" y="315925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6" name="Text 54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59" name="Text 57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62" name="Text 60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65" name="Text 63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61616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chevron">
            <a:avLst>
              <a:gd name="adj" fmla="val 36000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2279828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1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3395396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4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5" name="處理"/>
          <p:cNvSpPr/>
          <p:nvPr/>
        </p:nvSpPr>
        <p:spPr>
          <a:xfrm>
            <a:off x="3395396" y="24688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6" name="處理"/>
          <p:cNvSpPr/>
          <p:nvPr/>
        </p:nvSpPr>
        <p:spPr>
          <a:xfrm>
            <a:off x="5126584" y="338328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7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242152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處理"/>
          <p:cNvSpPr/>
          <p:nvPr/>
        </p:nvSpPr>
        <p:spPr>
          <a:xfrm>
            <a:off x="6242152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2" name="處理"/>
          <p:cNvSpPr/>
          <p:nvPr/>
        </p:nvSpPr>
        <p:spPr>
          <a:xfrm>
            <a:off x="7973339" y="280720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3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ysDot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9088907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處理"/>
          <p:cNvSpPr/>
          <p:nvPr/>
        </p:nvSpPr>
        <p:spPr>
          <a:xfrm>
            <a:off x="9088907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8" name="處理"/>
          <p:cNvSpPr/>
          <p:nvPr/>
        </p:nvSpPr>
        <p:spPr>
          <a:xfrm>
            <a:off x="10820095" y="324612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9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548640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Text 29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2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4" name="分隔"/>
          <p:cNvSpPr/>
          <p:nvPr/>
        </p:nvSpPr>
        <p:spPr>
          <a:xfrm>
            <a:off x="123746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6" name="分隔"/>
          <p:cNvSpPr/>
          <p:nvPr/>
        </p:nvSpPr>
        <p:spPr>
          <a:xfrm>
            <a:off x="2231079" y="5029200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395396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40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1" name="處理"/>
          <p:cNvSpPr/>
          <p:nvPr/>
        </p:nvSpPr>
        <p:spPr>
          <a:xfrm>
            <a:off x="3395396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2" name="處理"/>
          <p:cNvSpPr/>
          <p:nvPr/>
        </p:nvSpPr>
        <p:spPr>
          <a:xfrm>
            <a:off x="5126584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3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242152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Text 45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8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9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3A3A3A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6B6B6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1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F07F2D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9088907" y="402793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3" name="Text 51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4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5" name="處理"/>
          <p:cNvSpPr/>
          <p:nvPr/>
        </p:nvSpPr>
        <p:spPr>
          <a:xfrm>
            <a:off x="9088907" y="4956048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4572000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7" name="處理"/>
          <p:cNvSpPr/>
          <p:nvPr/>
        </p:nvSpPr>
        <p:spPr>
          <a:xfrm>
            <a:off x="10820095" y="5340096"/>
            <a:ext cx="822960" cy="420624"/>
          </a:xfrm>
          <a:prstGeom prst="roundRect">
            <a:avLst>
              <a:gd name="adj" fmla="val 1087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8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59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2" name="Text 6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0347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8" name="處理"/>
          <p:cNvSpPr/>
          <p:nvPr/>
        </p:nvSpPr>
        <p:spPr>
          <a:xfrm>
            <a:off x="2590724" y="2185416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Process</a:t>
            </a:r>
            <a:endParaRPr lang="en-US" sz="1400" dirty="0"/>
          </a:p>
        </p:txBody>
      </p:sp>
      <p:sp>
        <p:nvSpPr>
          <p:cNvPr id="10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2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4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6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" y="3863340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20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1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2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3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FFFFF"/>
          </a:solidFill>
          <a:ln w="25400">
            <a:solidFill>
              <a:srgbClr val="F07F2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4" name="處理"/>
          <p:cNvSpPr/>
          <p:nvPr/>
        </p:nvSpPr>
        <p:spPr>
          <a:xfrm>
            <a:off x="6501201" y="4398264"/>
            <a:ext cx="1463040" cy="621792"/>
          </a:xfrm>
          <a:prstGeom prst="roundRect">
            <a:avLst>
              <a:gd name="adj" fmla="val 735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5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6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7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9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0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1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3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4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25400">
            <a:solidFill>
              <a:srgbClr val="3A3A3A"/>
            </a:solidFill>
            <a:prstDash val="sysDash"/>
            <a:headEnd type="triangle"/>
            <a:tailEnd type="triangle"/>
          </a:ln>
        </p:spPr>
      </p:sp>
      <p:sp>
        <p:nvSpPr>
          <p:cNvPr id="35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25521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8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處理"/>
          <p:cNvSpPr/>
          <p:nvPr/>
        </p:nvSpPr>
        <p:spPr>
          <a:xfrm>
            <a:off x="5486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10" name="處理"/>
          <p:cNvSpPr/>
          <p:nvPr/>
        </p:nvSpPr>
        <p:spPr>
          <a:xfrm>
            <a:off x="1874520" y="306324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1874520" y="4526280"/>
            <a:ext cx="841248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2" name="處理"/>
          <p:cNvSpPr/>
          <p:nvPr/>
        </p:nvSpPr>
        <p:spPr>
          <a:xfrm>
            <a:off x="3291840" y="3794760"/>
            <a:ext cx="749808" cy="45720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3" name="處理"/>
          <p:cNvSpPr/>
          <p:nvPr/>
        </p:nvSpPr>
        <p:spPr>
          <a:xfrm>
            <a:off x="4617720" y="260604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379476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5" name="處理"/>
          <p:cNvSpPr/>
          <p:nvPr/>
        </p:nvSpPr>
        <p:spPr>
          <a:xfrm>
            <a:off x="4617720" y="4983480"/>
            <a:ext cx="1143000" cy="457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6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2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17220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8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3A3A3A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9" name="標籤"/>
          <p:cNvSpPr/>
          <p:nvPr/>
        </p:nvSpPr>
        <p:spPr>
          <a:xfrm>
            <a:off x="6444361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563233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7870825" y="3227832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3A3A3A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989697" y="333006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6444361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63233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標籤"/>
          <p:cNvSpPr/>
          <p:nvPr/>
        </p:nvSpPr>
        <p:spPr>
          <a:xfrm>
            <a:off x="7870825" y="4544568"/>
            <a:ext cx="726694" cy="27432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/>
        </p:spPr>
        <p:txBody>
          <a:bodyPr wrap="square" lIns="252730" tIns="0" rIns="71323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989697" y="4646803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235440" y="1879092"/>
            <a:ext cx="100584" cy="10058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43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6" name="寬欄條"/>
          <p:cNvSpPr/>
          <p:nvPr/>
        </p:nvSpPr>
        <p:spPr>
          <a:xfrm>
            <a:off x="1014984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10927080" y="2606040"/>
            <a:ext cx="566928" cy="3108960"/>
          </a:xfrm>
          <a:prstGeom prst="roundRect">
            <a:avLst>
              <a:gd name="adj" fmla="val 8065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9" name="編號"/>
          <p:cNvSpPr/>
          <p:nvPr/>
        </p:nvSpPr>
        <p:spPr>
          <a:xfrm>
            <a:off x="1022299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300" dirty="0"/>
          </a:p>
        </p:txBody>
      </p:sp>
      <p:sp>
        <p:nvSpPr>
          <p:cNvPr id="50" name="編號"/>
          <p:cNvSpPr/>
          <p:nvPr/>
        </p:nvSpPr>
        <p:spPr>
          <a:xfrm>
            <a:off x="11000232" y="299008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1022299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300" dirty="0"/>
          </a:p>
        </p:txBody>
      </p:sp>
      <p:sp>
        <p:nvSpPr>
          <p:cNvPr id="53" name="編號"/>
          <p:cNvSpPr/>
          <p:nvPr/>
        </p:nvSpPr>
        <p:spPr>
          <a:xfrm>
            <a:off x="11000232" y="395020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1022299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300" dirty="0"/>
          </a:p>
        </p:txBody>
      </p:sp>
      <p:sp>
        <p:nvSpPr>
          <p:cNvPr id="56" name="編號"/>
          <p:cNvSpPr/>
          <p:nvPr/>
        </p:nvSpPr>
        <p:spPr>
          <a:xfrm>
            <a:off x="11000232" y="4910328"/>
            <a:ext cx="420624" cy="420624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930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How</a:t>
            </a:r>
            <a:endParaRPr lang="en-US" sz="3900" dirty="0"/>
          </a:p>
        </p:txBody>
      </p:sp>
      <p:sp>
        <p:nvSpPr>
          <p:cNvPr id="11" name="Text 9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34925">
            <a:solidFill>
              <a:srgbClr val="3A3A3A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What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2B2B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5" name="分隔"/>
          <p:cNvSpPr/>
          <p:nvPr/>
        </p:nvSpPr>
        <p:spPr>
          <a:xfrm>
            <a:off x="4137050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分隔"/>
          <p:cNvSpPr/>
          <p:nvPr/>
        </p:nvSpPr>
        <p:spPr>
          <a:xfrm>
            <a:off x="7835189" y="2852928"/>
            <a:ext cx="219456" cy="329184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8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9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3" name="標籤"/>
          <p:cNvSpPr/>
          <p:nvPr/>
        </p:nvSpPr>
        <p:spPr>
          <a:xfrm>
            <a:off x="1346149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507449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標籤"/>
          <p:cNvSpPr/>
          <p:nvPr/>
        </p:nvSpPr>
        <p:spPr>
          <a:xfrm>
            <a:off x="1346149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507449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1507449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標籤"/>
          <p:cNvSpPr/>
          <p:nvPr/>
        </p:nvSpPr>
        <p:spPr>
          <a:xfrm>
            <a:off x="8742426" y="457200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903726" y="472274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1" name="標籤"/>
          <p:cNvSpPr/>
          <p:nvPr/>
        </p:nvSpPr>
        <p:spPr>
          <a:xfrm>
            <a:off x="8742426" y="507492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903726" y="522566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8742426" y="5577840"/>
            <a:ext cx="2103120" cy="384048"/>
          </a:xfrm>
          <a:prstGeom prst="roundRect">
            <a:avLst>
              <a:gd name="adj" fmla="val 7143"/>
            </a:avLst>
          </a:prstGeom>
          <a:solidFill>
            <a:srgbClr val="3A3A3A"/>
          </a:solidFill>
          <a:ln/>
        </p:spPr>
        <p:txBody>
          <a:bodyPr wrap="square" lIns="307858" tIns="0" rIns="9678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903726" y="5728589"/>
            <a:ext cx="82550" cy="825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44825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卡片"/>
          <p:cNvSpPr/>
          <p:nvPr/>
        </p:nvSpPr>
        <p:spPr>
          <a:xfrm>
            <a:off x="548640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分隔"/>
          <p:cNvSpPr/>
          <p:nvPr/>
        </p:nvSpPr>
        <p:spPr>
          <a:xfrm>
            <a:off x="2549896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Mission</a:t>
            </a:r>
            <a:endParaRPr lang="en-US" sz="1400" dirty="0"/>
          </a:p>
        </p:txBody>
      </p:sp>
      <p:sp>
        <p:nvSpPr>
          <p:cNvPr id="11" name="分隔"/>
          <p:cNvSpPr/>
          <p:nvPr/>
        </p:nvSpPr>
        <p:spPr>
          <a:xfrm>
            <a:off x="4852904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重點卡片"/>
          <p:cNvSpPr/>
          <p:nvPr/>
        </p:nvSpPr>
        <p:spPr>
          <a:xfrm>
            <a:off x="5154656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C4C4C4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3" name="分隔"/>
          <p:cNvSpPr/>
          <p:nvPr/>
        </p:nvSpPr>
        <p:spPr>
          <a:xfrm>
            <a:off x="7155912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卡片"/>
          <p:cNvSpPr/>
          <p:nvPr/>
        </p:nvSpPr>
        <p:spPr>
          <a:xfrm>
            <a:off x="7457664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6" name="分隔"/>
          <p:cNvSpPr/>
          <p:nvPr/>
        </p:nvSpPr>
        <p:spPr>
          <a:xfrm>
            <a:off x="9458919" y="4215384"/>
            <a:ext cx="182880" cy="274320"/>
          </a:xfrm>
          <a:prstGeom prst="chevron">
            <a:avLst>
              <a:gd name="adj" fmla="val 60000"/>
            </a:avLst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卡片"/>
          <p:cNvSpPr/>
          <p:nvPr/>
        </p:nvSpPr>
        <p:spPr>
          <a:xfrm>
            <a:off x="9760671" y="3931920"/>
            <a:ext cx="1882384" cy="841248"/>
          </a:xfrm>
          <a:prstGeom prst="roundRect">
            <a:avLst>
              <a:gd name="adj" fmla="val 5435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Tactic</a:t>
            </a:r>
            <a:endParaRPr lang="en-US" sz="1400" dirty="0"/>
          </a:p>
        </p:txBody>
      </p:sp>
      <p:sp>
        <p:nvSpPr>
          <p:cNvPr id="19" name="卡片"/>
          <p:cNvSpPr/>
          <p:nvPr/>
        </p:nvSpPr>
        <p:spPr>
          <a:xfrm>
            <a:off x="5154656" y="1828800"/>
            <a:ext cx="1882384" cy="822960"/>
          </a:xfrm>
          <a:prstGeom prst="roundRect">
            <a:avLst>
              <a:gd name="adj" fmla="val 5556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1" name="卡片"/>
          <p:cNvSpPr/>
          <p:nvPr/>
        </p:nvSpPr>
        <p:spPr>
          <a:xfrm>
            <a:off x="2668768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Problem</a:t>
            </a:r>
            <a:endParaRPr lang="en-US" sz="1400" dirty="0"/>
          </a:p>
        </p:txBody>
      </p:sp>
      <p:sp>
        <p:nvSpPr>
          <p:cNvPr id="23" name="卡片"/>
          <p:cNvSpPr/>
          <p:nvPr/>
        </p:nvSpPr>
        <p:spPr>
          <a:xfrm>
            <a:off x="7979373" y="2788920"/>
            <a:ext cx="1543555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25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25400">
            <a:solidFill>
              <a:srgbClr val="3A3A3A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25400">
            <a:solidFill>
              <a:srgbClr val="A6A6A6"/>
            </a:solidFill>
            <a:prstDash val="sysDash"/>
            <a:headEnd type="triangle"/>
            <a:tailEnd type="triangle"/>
          </a:ln>
        </p:spPr>
      </p:sp>
      <p:sp>
        <p:nvSpPr>
          <p:cNvPr id="28" name="編號"/>
          <p:cNvSpPr/>
          <p:nvPr/>
        </p:nvSpPr>
        <p:spPr>
          <a:xfrm>
            <a:off x="548640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100" dirty="0"/>
          </a:p>
        </p:txBody>
      </p:sp>
      <p:sp>
        <p:nvSpPr>
          <p:cNvPr id="29" name="編號"/>
          <p:cNvSpPr/>
          <p:nvPr/>
        </p:nvSpPr>
        <p:spPr>
          <a:xfrm>
            <a:off x="923544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1325880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1448775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編號"/>
          <p:cNvSpPr/>
          <p:nvPr/>
        </p:nvSpPr>
        <p:spPr>
          <a:xfrm>
            <a:off x="548640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923544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100" dirty="0"/>
          </a:p>
        </p:txBody>
      </p:sp>
      <p:sp>
        <p:nvSpPr>
          <p:cNvPr id="34" name="標籤"/>
          <p:cNvSpPr/>
          <p:nvPr/>
        </p:nvSpPr>
        <p:spPr>
          <a:xfrm>
            <a:off x="1325880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448775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編號"/>
          <p:cNvSpPr/>
          <p:nvPr/>
        </p:nvSpPr>
        <p:spPr>
          <a:xfrm>
            <a:off x="9669231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10044135" y="18653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標籤"/>
          <p:cNvSpPr/>
          <p:nvPr/>
        </p:nvSpPr>
        <p:spPr>
          <a:xfrm>
            <a:off x="10446471" y="18745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0569367" y="19858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編號"/>
          <p:cNvSpPr/>
          <p:nvPr/>
        </p:nvSpPr>
        <p:spPr>
          <a:xfrm>
            <a:off x="9669231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07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2322576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2331720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0569367" y="2443099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卡片"/>
          <p:cNvSpPr/>
          <p:nvPr/>
        </p:nvSpPr>
        <p:spPr>
          <a:xfrm>
            <a:off x="548640" y="5074920"/>
            <a:ext cx="11094415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6" name="編號"/>
          <p:cNvSpPr/>
          <p:nvPr/>
        </p:nvSpPr>
        <p:spPr>
          <a:xfrm>
            <a:off x="1039752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09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414656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100" dirty="0"/>
          </a:p>
        </p:txBody>
      </p:sp>
      <p:sp>
        <p:nvSpPr>
          <p:cNvPr id="48" name="標籤"/>
          <p:cNvSpPr/>
          <p:nvPr/>
        </p:nvSpPr>
        <p:spPr>
          <a:xfrm>
            <a:off x="1816992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1939887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編號"/>
          <p:cNvSpPr/>
          <p:nvPr/>
        </p:nvSpPr>
        <p:spPr>
          <a:xfrm>
            <a:off x="3813355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100" dirty="0"/>
          </a:p>
        </p:txBody>
      </p:sp>
      <p:sp>
        <p:nvSpPr>
          <p:cNvPr id="51" name="編號"/>
          <p:cNvSpPr/>
          <p:nvPr/>
        </p:nvSpPr>
        <p:spPr>
          <a:xfrm>
            <a:off x="4188259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100" dirty="0"/>
          </a:p>
        </p:txBody>
      </p:sp>
      <p:sp>
        <p:nvSpPr>
          <p:cNvPr id="52" name="標籤"/>
          <p:cNvSpPr/>
          <p:nvPr/>
        </p:nvSpPr>
        <p:spPr>
          <a:xfrm>
            <a:off x="4590595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4713491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4" name="編號"/>
          <p:cNvSpPr/>
          <p:nvPr/>
        </p:nvSpPr>
        <p:spPr>
          <a:xfrm>
            <a:off x="6774411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100" dirty="0"/>
          </a:p>
        </p:txBody>
      </p:sp>
      <p:sp>
        <p:nvSpPr>
          <p:cNvPr id="55" name="標籤"/>
          <p:cNvSpPr/>
          <p:nvPr/>
        </p:nvSpPr>
        <p:spPr>
          <a:xfrm>
            <a:off x="7176747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3A3A3A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6" name="Text 54"/>
          <p:cNvSpPr/>
          <p:nvPr/>
        </p:nvSpPr>
        <p:spPr>
          <a:xfrm>
            <a:off x="7299643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編號"/>
          <p:cNvSpPr/>
          <p:nvPr/>
        </p:nvSpPr>
        <p:spPr>
          <a:xfrm>
            <a:off x="9360563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735467" y="5815584"/>
            <a:ext cx="310896" cy="310896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137803" y="5824728"/>
            <a:ext cx="1014141" cy="292608"/>
          </a:xfrm>
          <a:prstGeom prst="roundRect">
            <a:avLst>
              <a:gd name="adj" fmla="val 9375"/>
            </a:avLst>
          </a:prstGeom>
          <a:solidFill>
            <a:srgbClr val="F2F2F2"/>
          </a:solidFill>
          <a:ln/>
        </p:spPr>
        <p:txBody>
          <a:bodyPr wrap="square" lIns="256753" tIns="0" rIns="73737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10260698" y="5936107"/>
            <a:ext cx="69850" cy="6985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65760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3517392" y="853440"/>
            <a:ext cx="146304" cy="146304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024128"/>
            <a:ext cx="10058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457200" cy="54864"/>
          </a:xfrm>
          <a:prstGeom prst="rect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F07F2D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F07F2D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54864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6" name="處理"/>
          <p:cNvSpPr/>
          <p:nvPr/>
        </p:nvSpPr>
        <p:spPr>
          <a:xfrm>
            <a:off x="1874520" y="299923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7" name="處理"/>
          <p:cNvSpPr/>
          <p:nvPr/>
        </p:nvSpPr>
        <p:spPr>
          <a:xfrm>
            <a:off x="1874520" y="4645152"/>
            <a:ext cx="914400" cy="493776"/>
          </a:xfrm>
          <a:prstGeom prst="roundRect">
            <a:avLst>
              <a:gd name="adj" fmla="val 9259"/>
            </a:avLst>
          </a:prstGeom>
          <a:solidFill>
            <a:srgbClr val="F2F2F2"/>
          </a:solidFill>
          <a:ln w="25400">
            <a:solidFill>
              <a:srgbClr val="3A3A3A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20" name="處理"/>
          <p:cNvSpPr/>
          <p:nvPr/>
        </p:nvSpPr>
        <p:spPr>
          <a:xfrm>
            <a:off x="3246120" y="3794760"/>
            <a:ext cx="868680" cy="548640"/>
          </a:xfrm>
          <a:prstGeom prst="roundRect">
            <a:avLst>
              <a:gd name="adj" fmla="val 8333"/>
            </a:avLst>
          </a:prstGeom>
          <a:solidFill>
            <a:srgbClr val="3A3A3A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2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  <a:tailEnd type="triangle"/>
          </a:ln>
        </p:spPr>
      </p:sp>
      <p:sp>
        <p:nvSpPr>
          <p:cNvPr id="28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卡片"/>
          <p:cNvSpPr/>
          <p:nvPr/>
        </p:nvSpPr>
        <p:spPr>
          <a:xfrm>
            <a:off x="4800600" y="241401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5809996" y="228600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8868" y="238226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標籤"/>
          <p:cNvSpPr/>
          <p:nvPr/>
        </p:nvSpPr>
        <p:spPr>
          <a:xfrm>
            <a:off x="4937760" y="294436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056632" y="304063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卡片"/>
          <p:cNvSpPr/>
          <p:nvPr/>
        </p:nvSpPr>
        <p:spPr>
          <a:xfrm>
            <a:off x="4800600" y="373989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7" name="標籤"/>
          <p:cNvSpPr/>
          <p:nvPr/>
        </p:nvSpPr>
        <p:spPr>
          <a:xfrm>
            <a:off x="5809996" y="361188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928868" y="370814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標籤"/>
          <p:cNvSpPr/>
          <p:nvPr/>
        </p:nvSpPr>
        <p:spPr>
          <a:xfrm>
            <a:off x="4937760" y="427024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056632" y="436651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卡片"/>
          <p:cNvSpPr/>
          <p:nvPr/>
        </p:nvSpPr>
        <p:spPr>
          <a:xfrm>
            <a:off x="4800600" y="5065776"/>
            <a:ext cx="1828800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40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3" name="標籤"/>
          <p:cNvSpPr/>
          <p:nvPr/>
        </p:nvSpPr>
        <p:spPr>
          <a:xfrm>
            <a:off x="5809996" y="4937760"/>
            <a:ext cx="682244" cy="256032"/>
          </a:xfrm>
          <a:prstGeom prst="roundRect">
            <a:avLst>
              <a:gd name="adj" fmla="val 10714"/>
            </a:avLst>
          </a:prstGeom>
          <a:solidFill>
            <a:srgbClr val="F07F2D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928868" y="5034026"/>
            <a:ext cx="63500" cy="63500"/>
          </a:xfrm>
          <a:prstGeom prst="ellipse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標籤"/>
          <p:cNvSpPr/>
          <p:nvPr/>
        </p:nvSpPr>
        <p:spPr>
          <a:xfrm>
            <a:off x="4937760" y="5596128"/>
            <a:ext cx="809244" cy="256032"/>
          </a:xfrm>
          <a:prstGeom prst="roundRect">
            <a:avLst>
              <a:gd name="adj" fmla="val 10714"/>
            </a:avLst>
          </a:prstGeom>
          <a:solidFill>
            <a:srgbClr val="F2F2F2"/>
          </a:solidFill>
          <a:ln/>
        </p:spPr>
        <p:txBody>
          <a:bodyPr wrap="square" lIns="246380" tIns="0" rIns="71323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056632" y="5692394"/>
            <a:ext cx="63500" cy="63500"/>
          </a:xfrm>
          <a:prstGeom prst="ellipse">
            <a:avLst/>
          </a:prstGeom>
          <a:solidFill>
            <a:srgbClr val="F07F2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寬欄條"/>
          <p:cNvSpPr/>
          <p:nvPr/>
        </p:nvSpPr>
        <p:spPr>
          <a:xfrm>
            <a:off x="708660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寬欄條"/>
          <p:cNvSpPr/>
          <p:nvPr/>
        </p:nvSpPr>
        <p:spPr>
          <a:xfrm>
            <a:off x="7818120" y="2057400"/>
            <a:ext cx="548640" cy="3886200"/>
          </a:xfrm>
          <a:prstGeom prst="roundRect">
            <a:avLst>
              <a:gd name="adj" fmla="val 8333"/>
            </a:avLst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714146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</a:t>
            </a:r>
            <a:endParaRPr lang="en-US" sz="1400" dirty="0"/>
          </a:p>
        </p:txBody>
      </p:sp>
      <p:sp>
        <p:nvSpPr>
          <p:cNvPr id="51" name="編號"/>
          <p:cNvSpPr/>
          <p:nvPr/>
        </p:nvSpPr>
        <p:spPr>
          <a:xfrm>
            <a:off x="7872984" y="252374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練</a:t>
            </a:r>
            <a:endParaRPr lang="en-US" sz="1400" dirty="0"/>
          </a:p>
        </p:txBody>
      </p:sp>
      <p:sp>
        <p:nvSpPr>
          <p:cNvPr id="52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3" name="編號"/>
          <p:cNvSpPr/>
          <p:nvPr/>
        </p:nvSpPr>
        <p:spPr>
          <a:xfrm>
            <a:off x="714146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</a:t>
            </a:r>
            <a:endParaRPr lang="en-US" sz="1400" dirty="0"/>
          </a:p>
        </p:txBody>
      </p:sp>
      <p:sp>
        <p:nvSpPr>
          <p:cNvPr id="54" name="編號"/>
          <p:cNvSpPr/>
          <p:nvPr/>
        </p:nvSpPr>
        <p:spPr>
          <a:xfrm>
            <a:off x="7872984" y="384962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談</a:t>
            </a:r>
            <a:endParaRPr lang="en-US" sz="1400" dirty="0"/>
          </a:p>
        </p:txBody>
      </p:sp>
      <p:sp>
        <p:nvSpPr>
          <p:cNvPr id="55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6" name="編號"/>
          <p:cNvSpPr/>
          <p:nvPr/>
        </p:nvSpPr>
        <p:spPr>
          <a:xfrm>
            <a:off x="714146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</a:t>
            </a:r>
            <a:endParaRPr lang="en-US" sz="1400" dirty="0"/>
          </a:p>
        </p:txBody>
      </p:sp>
      <p:sp>
        <p:nvSpPr>
          <p:cNvPr id="57" name="編號"/>
          <p:cNvSpPr/>
          <p:nvPr/>
        </p:nvSpPr>
        <p:spPr>
          <a:xfrm>
            <a:off x="7872984" y="5175504"/>
            <a:ext cx="438912" cy="438912"/>
          </a:xfrm>
          <a:prstGeom prst="ellipse">
            <a:avLst/>
          </a:prstGeom>
          <a:solidFill>
            <a:srgbClr val="3A3A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</a:t>
            </a:r>
            <a:endParaRPr lang="en-US" sz="1400" dirty="0"/>
          </a:p>
        </p:txBody>
      </p:sp>
      <p:sp>
        <p:nvSpPr>
          <p:cNvPr id="58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9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0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1" name="Text 59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62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3" name="Text 61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4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65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6" name="Text 64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7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Text 66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9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25400">
            <a:solidFill>
              <a:srgbClr val="3A3A3A"/>
            </a:solidFill>
            <a:prstDash val="solid"/>
          </a:ln>
        </p:spPr>
      </p:sp>
      <p:sp>
        <p:nvSpPr>
          <p:cNvPr id="70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Text 69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72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25400">
            <a:solidFill>
              <a:srgbClr val="3A3A3A"/>
            </a:solidFill>
            <a:prstDash val="solid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Text 71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9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0" name="Text 78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1" name="Text 79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2" name="Text 80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F2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4" name="Text 8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炭灰橘點</a:t>
            </a: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5" name="Text 8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炭灰橘點</dc:title>
  <dc:subject>PptxGenJS Presentation</dc:subject>
  <dc:creator>PPT Style Studio</dc:creator>
  <cp:lastModifiedBy>PPT Style Studio</cp:lastModifiedBy>
  <cp:revision>1</cp:revision>
  <dcterms:created xsi:type="dcterms:W3CDTF">2026-10-09T02:18:02Z</dcterms:created>
  <dcterms:modified xsi:type="dcterms:W3CDTF">2026-10-09T02:18:02Z</dcterms:modified>
</cp:coreProperties>
</file>