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794246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EDEDE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222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3A3A3A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DED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3A3A3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3A3A3A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sp>
        <p:nvSpPr>
          <p:cNvPr id="35" name="判斷菱形"/>
          <p:cNvSpPr/>
          <p:nvPr/>
        </p:nvSpPr>
        <p:spPr>
          <a:xfrm>
            <a:off x="10330695" y="2313432"/>
            <a:ext cx="566928" cy="475488"/>
          </a:xfrm>
          <a:prstGeom prst="diamond">
            <a:avLst/>
          </a:prstGeom>
          <a:solidFill>
            <a:srgbClr val="FFFFFF"/>
          </a:solidFill>
          <a:ln w="1587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線條"/>
          <p:cNvSpPr/>
          <p:nvPr/>
        </p:nvSpPr>
        <p:spPr>
          <a:xfrm>
            <a:off x="10897623" y="2551176"/>
            <a:ext cx="54864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37" name="標註"/>
          <p:cNvSpPr/>
          <p:nvPr/>
        </p:nvSpPr>
        <p:spPr>
          <a:xfrm>
            <a:off x="10915911" y="236829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800" dirty="0"/>
          </a:p>
        </p:txBody>
      </p:sp>
      <p:sp>
        <p:nvSpPr>
          <p:cNvPr id="38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4572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254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sp>
        <p:nvSpPr>
          <p:cNvPr id="65" name="三角分隔"/>
          <p:cNvSpPr/>
          <p:nvPr/>
        </p:nvSpPr>
        <p:spPr>
          <a:xfrm>
            <a:off x="9214735" y="3730752"/>
            <a:ext cx="155448" cy="201168"/>
          </a:xfrm>
          <a:custGeom>
            <a:avLst/>
            <a:gdLst/>
            <a:ahLst/>
            <a:cxnLst/>
            <a:rect l="l" t="t" r="r" b="b"/>
            <a:pathLst>
              <a:path w="155448" h="201168">
                <a:moveTo>
                  <a:pt x="0" y="0"/>
                </a:moveTo>
                <a:lnTo>
                  <a:pt x="155448" y="100584"/>
                </a:lnTo>
                <a:lnTo>
                  <a:pt x="0" y="201168"/>
                </a:lnTo>
                <a:close/>
              </a:path>
            </a:pathLst>
          </a:custGeom>
          <a:solidFill>
            <a:srgbClr val="5959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V 形分隔"/>
          <p:cNvSpPr/>
          <p:nvPr/>
        </p:nvSpPr>
        <p:spPr>
          <a:xfrm>
            <a:off x="9708511" y="3703320"/>
            <a:ext cx="146304" cy="256032"/>
          </a:xfrm>
          <a:prstGeom prst="chevron">
            <a:avLst>
              <a:gd name="adj" fmla="val 62500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9050">
            <a:solidFill>
              <a:srgbClr val="F07F2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DEDE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07F2D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sp>
        <p:nvSpPr>
          <p:cNvPr id="78" name="警告三角"/>
          <p:cNvSpPr/>
          <p:nvPr/>
        </p:nvSpPr>
        <p:spPr>
          <a:xfrm>
            <a:off x="6507050" y="4266225"/>
            <a:ext cx="476044" cy="410383"/>
          </a:xfrm>
          <a:custGeom>
            <a:avLst/>
            <a:gdLst/>
            <a:ahLst/>
            <a:cxnLst/>
            <a:rect l="l" t="t" r="r" b="b"/>
            <a:pathLst>
              <a:path w="476044" h="410383">
                <a:moveTo>
                  <a:pt x="0" y="410383"/>
                </a:moveTo>
                <a:lnTo>
                  <a:pt x="238022" y="0"/>
                </a:lnTo>
                <a:lnTo>
                  <a:pt x="476044" y="410383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驚嘆號"/>
          <p:cNvSpPr/>
          <p:nvPr/>
        </p:nvSpPr>
        <p:spPr>
          <a:xfrm>
            <a:off x="6507050" y="4389339"/>
            <a:ext cx="476044" cy="279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700" dirty="0"/>
          </a:p>
        </p:txBody>
      </p:sp>
      <p:sp>
        <p:nvSpPr>
          <p:cNvPr id="80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sp>
        <p:nvSpPr>
          <p:cNvPr id="83" name="流程方塊"/>
          <p:cNvSpPr/>
          <p:nvPr/>
        </p:nvSpPr>
        <p:spPr>
          <a:xfrm>
            <a:off x="8995279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待處理</a:t>
            </a:r>
            <a:endParaRPr lang="en-US" sz="1150" dirty="0"/>
          </a:p>
        </p:txBody>
      </p:sp>
      <p:sp>
        <p:nvSpPr>
          <p:cNvPr id="84" name="提示紅點"/>
          <p:cNvSpPr/>
          <p:nvPr/>
        </p:nvSpPr>
        <p:spPr>
          <a:xfrm>
            <a:off x="9996547" y="4210812"/>
            <a:ext cx="155448" cy="155448"/>
          </a:xfrm>
          <a:prstGeom prst="ellipse">
            <a:avLst/>
          </a:prstGeom>
          <a:solidFill>
            <a:srgbClr val="F07F2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F07F2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sp>
        <p:nvSpPr>
          <p:cNvPr id="92" name="外圈細環"/>
          <p:cNvSpPr/>
          <p:nvPr/>
        </p:nvSpPr>
        <p:spPr>
          <a:xfrm>
            <a:off x="3607896" y="4873752"/>
            <a:ext cx="676656" cy="676656"/>
          </a:xfrm>
          <a:prstGeom prst="ellipse">
            <a:avLst/>
          </a:prstGeom>
          <a:ln w="9525">
            <a:solidFill>
              <a:srgbClr val="E6E6E6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大圓"/>
          <p:cNvSpPr/>
          <p:nvPr/>
        </p:nvSpPr>
        <p:spPr>
          <a:xfrm>
            <a:off x="3662760" y="4928616"/>
            <a:ext cx="566928" cy="566928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  <a:effectLst>
            <a:outerShdw blurRad="203200" dist="2540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sp>
        <p:nvSpPr>
          <p:cNvPr id="97" name="編號"/>
          <p:cNvSpPr/>
          <p:nvPr/>
        </p:nvSpPr>
        <p:spPr>
          <a:xfrm>
            <a:off x="6205576" y="5056632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00" dirty="0"/>
          </a:p>
        </p:txBody>
      </p:sp>
      <p:sp>
        <p:nvSpPr>
          <p:cNvPr id="98" name="編號"/>
          <p:cNvSpPr/>
          <p:nvPr/>
        </p:nvSpPr>
        <p:spPr>
          <a:xfrm>
            <a:off x="6589624" y="5056632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00" dirty="0"/>
          </a:p>
        </p:txBody>
      </p:sp>
      <p:sp>
        <p:nvSpPr>
          <p:cNvPr id="99" name="編號"/>
          <p:cNvSpPr/>
          <p:nvPr/>
        </p:nvSpPr>
        <p:spPr>
          <a:xfrm>
            <a:off x="6973672" y="5056632"/>
            <a:ext cx="310896" cy="310896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00" dirty="0"/>
          </a:p>
        </p:txBody>
      </p:sp>
      <p:sp>
        <p:nvSpPr>
          <p:cNvPr id="100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1" name="標籤"/>
          <p:cNvSpPr/>
          <p:nvPr/>
        </p:nvSpPr>
        <p:spPr>
          <a:xfrm>
            <a:off x="7637425" y="5065776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2" name="Text 100"/>
          <p:cNvSpPr/>
          <p:nvPr/>
        </p:nvSpPr>
        <p:spPr>
          <a:xfrm>
            <a:off x="7760320" y="5177155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sp>
        <p:nvSpPr>
          <p:cNvPr id="104" name="標籤"/>
          <p:cNvSpPr/>
          <p:nvPr/>
        </p:nvSpPr>
        <p:spPr>
          <a:xfrm>
            <a:off x="8780649" y="5074920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07F2D"/>
          </a:solidFill>
          <a:ln/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100" dirty="0"/>
          </a:p>
        </p:txBody>
      </p:sp>
      <p:sp>
        <p:nvSpPr>
          <p:cNvPr id="105" name="Text 103"/>
          <p:cNvSpPr/>
          <p:nvPr/>
        </p:nvSpPr>
        <p:spPr>
          <a:xfrm>
            <a:off x="8899521" y="5177155"/>
            <a:ext cx="69850" cy="6985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標籤"/>
          <p:cNvSpPr/>
          <p:nvPr/>
        </p:nvSpPr>
        <p:spPr>
          <a:xfrm>
            <a:off x="9580495" y="5074920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100" dirty="0"/>
          </a:p>
        </p:txBody>
      </p:sp>
      <p:sp>
        <p:nvSpPr>
          <p:cNvPr id="107" name="Text 105"/>
          <p:cNvSpPr/>
          <p:nvPr/>
        </p:nvSpPr>
        <p:spPr>
          <a:xfrm>
            <a:off x="9699367" y="5177155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sp>
        <p:nvSpPr>
          <p:cNvPr id="109" name="圓點"/>
          <p:cNvSpPr/>
          <p:nvPr/>
        </p:nvSpPr>
        <p:spPr>
          <a:xfrm>
            <a:off x="10600443" y="5143500"/>
            <a:ext cx="137160" cy="13716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圓點"/>
          <p:cNvSpPr/>
          <p:nvPr/>
        </p:nvSpPr>
        <p:spPr>
          <a:xfrm>
            <a:off x="10874763" y="5143500"/>
            <a:ext cx="137160" cy="13716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圓點"/>
          <p:cNvSpPr/>
          <p:nvPr/>
        </p:nvSpPr>
        <p:spPr>
          <a:xfrm>
            <a:off x="11149083" y="5143500"/>
            <a:ext cx="137160" cy="137160"/>
          </a:xfrm>
          <a:prstGeom prst="ellipse">
            <a:avLst/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3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4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sp>
        <p:nvSpPr>
          <p:cNvPr id="115" name="群組框"/>
          <p:cNvSpPr/>
          <p:nvPr/>
        </p:nvSpPr>
        <p:spPr>
          <a:xfrm>
            <a:off x="1998160" y="5806440"/>
            <a:ext cx="1097280" cy="365760"/>
          </a:xfrm>
          <a:prstGeom prst="roundRect">
            <a:avLst>
              <a:gd name="adj" fmla="val 12500"/>
            </a:avLst>
          </a:prstGeom>
          <a:ln w="9525">
            <a:solidFill>
              <a:srgbClr val="8C8C8C"/>
            </a:solidFill>
            <a:prstDash val="dash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群組名稱"/>
          <p:cNvSpPr/>
          <p:nvPr/>
        </p:nvSpPr>
        <p:spPr>
          <a:xfrm>
            <a:off x="2089600" y="5724144"/>
            <a:ext cx="566928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群組 A</a:t>
            </a:r>
            <a:endParaRPr lang="en-US" sz="800" dirty="0"/>
          </a:p>
        </p:txBody>
      </p:sp>
      <p:sp>
        <p:nvSpPr>
          <p:cNvPr id="117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8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20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22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sp>
        <p:nvSpPr>
          <p:cNvPr id="124" name="卡片"/>
          <p:cNvSpPr/>
          <p:nvPr/>
        </p:nvSpPr>
        <p:spPr>
          <a:xfrm>
            <a:off x="7595855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表頭"/>
          <p:cNvSpPr/>
          <p:nvPr/>
        </p:nvSpPr>
        <p:spPr>
          <a:xfrm>
            <a:off x="7595855" y="5751576"/>
            <a:ext cx="1097280" cy="146304"/>
          </a:xfrm>
          <a:custGeom>
            <a:avLst/>
            <a:gdLst/>
            <a:ahLst/>
            <a:cxnLst/>
            <a:rect l="l" t="t" r="r" b="b"/>
            <a:pathLst>
              <a:path w="1097280" h="146304">
                <a:moveTo>
                  <a:pt x="0" y="146304"/>
                </a:moveTo>
                <a:lnTo>
                  <a:pt x="0" y="45720"/>
                </a:lnTo>
                <a:arcTo hR="45720" wR="45720" stAng="10800000" swAng="5400000"/>
                <a:lnTo>
                  <a:pt x="1051560" y="0"/>
                </a:lnTo>
                <a:arcTo hR="45720" wR="45720" stAng="16200000" swAng="5400000"/>
                <a:lnTo>
                  <a:pt x="1097280" y="146304"/>
                </a:lnTo>
                <a:close/>
              </a:path>
            </a:pathLst>
          </a:cu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sp>
        <p:nvSpPr>
          <p:cNvPr id="127" name="卡片"/>
          <p:cNvSpPr/>
          <p:nvPr/>
        </p:nvSpPr>
        <p:spPr>
          <a:xfrm>
            <a:off x="8995279" y="5751576"/>
            <a:ext cx="10972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側邊色條"/>
          <p:cNvSpPr/>
          <p:nvPr/>
        </p:nvSpPr>
        <p:spPr>
          <a:xfrm>
            <a:off x="8995279" y="5751576"/>
            <a:ext cx="54864" cy="42062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sp>
        <p:nvSpPr>
          <p:cNvPr id="130" name="寬欄條"/>
          <p:cNvSpPr/>
          <p:nvPr/>
        </p:nvSpPr>
        <p:spPr>
          <a:xfrm>
            <a:off x="10577583" y="5751576"/>
            <a:ext cx="310896" cy="420624"/>
          </a:xfrm>
          <a:prstGeom prst="roundRect">
            <a:avLst>
              <a:gd name="adj" fmla="val 14706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寬欄條"/>
          <p:cNvSpPr/>
          <p:nvPr/>
        </p:nvSpPr>
        <p:spPr>
          <a:xfrm>
            <a:off x="10998207" y="5751576"/>
            <a:ext cx="310896" cy="420624"/>
          </a:xfrm>
          <a:prstGeom prst="roundRect">
            <a:avLst>
              <a:gd name="adj" fmla="val 14706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2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3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25521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色彩、字級與元件語言一覽：炭灰實心表頭卡、2pt 粗線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B2B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EDEDED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#EDEDED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07F2D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#F07F2D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643884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38pt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實心表頭色帶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7086600" y="2368296"/>
            <a:ext cx="1325880" cy="164592"/>
          </a:xfrm>
          <a:custGeom>
            <a:avLst/>
            <a:gdLst/>
            <a:ahLst/>
            <a:cxnLst/>
            <a:rect l="l" t="t" r="r" b="b"/>
            <a:pathLst>
              <a:path w="1325880" h="164592">
                <a:moveTo>
                  <a:pt x="0" y="164592"/>
                </a:moveTo>
                <a:lnTo>
                  <a:pt x="0" y="45720"/>
                </a:lnTo>
                <a:arcTo hR="45720" wR="45720" stAng="10800000" swAng="5400000"/>
                <a:lnTo>
                  <a:pt x="1280160" y="0"/>
                </a:lnTo>
                <a:arcTo hR="45720" wR="45720" stAng="16200000" swAng="5400000"/>
                <a:lnTo>
                  <a:pt x="1325880" y="164592"/>
                </a:lnTo>
                <a:close/>
              </a:path>
            </a:pathLst>
          </a:cu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45720"/>
                </a:lnTo>
                <a:arcTo hR="45720" wR="45720" stAng="10800000" swAng="5400000"/>
                <a:lnTo>
                  <a:pt x="1143000" y="0"/>
                </a:lnTo>
                <a:arcTo hR="45720" wR="4572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圓點方籤</a:t>
            </a:r>
            <a:endParaRPr lang="en-US" sz="1000" dirty="0"/>
          </a:p>
        </p:txBody>
      </p:sp>
      <p:sp>
        <p:nvSpPr>
          <p:cNvPr id="53" name="標籤"/>
          <p:cNvSpPr/>
          <p:nvPr/>
        </p:nvSpPr>
        <p:spPr>
          <a:xfrm>
            <a:off x="7086600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209495" y="3217164"/>
            <a:ext cx="76200" cy="762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標籤"/>
          <p:cNvSpPr/>
          <p:nvPr/>
        </p:nvSpPr>
        <p:spPr>
          <a:xfrm>
            <a:off x="7975519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/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098414" y="3217164"/>
            <a:ext cx="76200" cy="762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標籤"/>
          <p:cNvSpPr/>
          <p:nvPr/>
        </p:nvSpPr>
        <p:spPr>
          <a:xfrm>
            <a:off x="8864437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8987333" y="3217164"/>
            <a:ext cx="76200" cy="762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實心圓＋橘點</a:t>
            </a:r>
            <a:endParaRPr lang="en-US" sz="1000" dirty="0"/>
          </a:p>
        </p:txBody>
      </p:sp>
      <p:sp>
        <p:nvSpPr>
          <p:cNvPr id="62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382866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7949794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8516722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9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73" name="分隔"/>
          <p:cNvSpPr/>
          <p:nvPr/>
        </p:nvSpPr>
        <p:spPr>
          <a:xfrm>
            <a:off x="7818120" y="4416552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75" name="分隔"/>
          <p:cNvSpPr/>
          <p:nvPr/>
        </p:nvSpPr>
        <p:spPr>
          <a:xfrm>
            <a:off x="8915400" y="4416552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7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9" name="Text 77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2pt 實線＋三角箭頭</a:t>
            </a:r>
            <a:endParaRPr lang="en-US" sz="1000" dirty="0"/>
          </a:p>
        </p:txBody>
      </p:sp>
      <p:sp>
        <p:nvSpPr>
          <p:cNvPr id="80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81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84" name="Text 82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1000" dirty="0"/>
          </a:p>
        </p:txBody>
      </p:sp>
      <p:sp>
        <p:nvSpPr>
          <p:cNvPr id="85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6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7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15869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表頭"/>
          <p:cNvSpPr/>
          <p:nvPr/>
        </p:nvSpPr>
        <p:spPr>
          <a:xfrm>
            <a:off x="548640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86384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86384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表頭"/>
          <p:cNvSpPr/>
          <p:nvPr/>
        </p:nvSpPr>
        <p:spPr>
          <a:xfrm>
            <a:off x="4390492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28236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28236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663792" y="1746504"/>
            <a:ext cx="936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782664" y="1842770"/>
            <a:ext cx="63500" cy="635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標籤"/>
          <p:cNvSpPr/>
          <p:nvPr/>
        </p:nvSpPr>
        <p:spPr>
          <a:xfrm>
            <a:off x="4591660" y="3895344"/>
            <a:ext cx="936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10532" y="3991610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466801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7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8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535" y="5210556"/>
            <a:ext cx="76200" cy="762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/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535" y="5594604"/>
            <a:ext cx="76200" cy="762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34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535" y="5978652"/>
            <a:ext cx="76200" cy="762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0" y="466801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0347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3A3A3A"/>
          </a:solidFill>
          <a:ln/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4578" y="2464181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標籤"/>
          <p:cNvSpPr/>
          <p:nvPr/>
        </p:nvSpPr>
        <p:spPr>
          <a:xfrm>
            <a:off x="2022886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07F2D"/>
          </a:solidFill>
          <a:ln/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68825" y="2464181"/>
            <a:ext cx="82550" cy="8255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標籤"/>
          <p:cNvSpPr/>
          <p:nvPr/>
        </p:nvSpPr>
        <p:spPr>
          <a:xfrm>
            <a:off x="3497133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2F2F2"/>
          </a:solidFill>
          <a:ln/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43071" y="2464181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標籤"/>
          <p:cNvSpPr/>
          <p:nvPr/>
        </p:nvSpPr>
        <p:spPr>
          <a:xfrm>
            <a:off x="4971379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17318" y="2464181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199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8" name="標籤"/>
          <p:cNvSpPr/>
          <p:nvPr/>
        </p:nvSpPr>
        <p:spPr>
          <a:xfrm>
            <a:off x="7451466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570338" y="2473706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標籤"/>
          <p:cNvSpPr/>
          <p:nvPr/>
        </p:nvSpPr>
        <p:spPr>
          <a:xfrm>
            <a:off x="8270870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89742" y="2473706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標籤"/>
          <p:cNvSpPr/>
          <p:nvPr/>
        </p:nvSpPr>
        <p:spPr>
          <a:xfrm>
            <a:off x="9090274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209146" y="2473706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48640" y="315925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9940" y="3817493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09940" y="4384421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09940" y="495134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09940" y="5518277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63060" y="315925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672310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239238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806166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373094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52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177479" y="315925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57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0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7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8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29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395396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7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42152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ysDot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9088907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402793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分隔"/>
          <p:cNvSpPr/>
          <p:nvPr/>
        </p:nvSpPr>
        <p:spPr>
          <a:xfrm>
            <a:off x="1237469" y="5029200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6" name="分隔"/>
          <p:cNvSpPr/>
          <p:nvPr/>
        </p:nvSpPr>
        <p:spPr>
          <a:xfrm>
            <a:off x="2231079" y="5029200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95396" y="402793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402793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3A3A3A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B6B6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88907" y="402793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8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0347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2540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63340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2540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7353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7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8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9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30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31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4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25400">
            <a:solidFill>
              <a:srgbClr val="3A3A3A"/>
            </a:solidFill>
            <a:prstDash val="sysDash"/>
            <a:headEnd type="triangle"/>
            <a:tailEnd type="triangle"/>
          </a:ln>
        </p:spPr>
      </p:sp>
      <p:sp>
        <p:nvSpPr>
          <p:cNvPr id="35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25521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3A3A3A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444361" y="3227832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63233" y="333006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7870825" y="3227832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/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989697" y="333006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6444361" y="4544568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63233" y="4646803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標籤"/>
          <p:cNvSpPr/>
          <p:nvPr/>
        </p:nvSpPr>
        <p:spPr>
          <a:xfrm>
            <a:off x="7870825" y="4544568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989697" y="4646803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2354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6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50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52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53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5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6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9303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分隔"/>
          <p:cNvSpPr/>
          <p:nvPr/>
        </p:nvSpPr>
        <p:spPr>
          <a:xfrm>
            <a:off x="4137050" y="2852928"/>
            <a:ext cx="219456" cy="329184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分隔"/>
          <p:cNvSpPr/>
          <p:nvPr/>
        </p:nvSpPr>
        <p:spPr>
          <a:xfrm>
            <a:off x="7835189" y="2852928"/>
            <a:ext cx="219456" cy="329184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507449" y="472274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507449" y="522566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507449" y="572858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903726" y="472274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903726" y="522566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903726" y="572858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4825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分隔"/>
          <p:cNvSpPr/>
          <p:nvPr/>
        </p:nvSpPr>
        <p:spPr>
          <a:xfrm>
            <a:off x="2549896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分隔"/>
          <p:cNvSpPr/>
          <p:nvPr/>
        </p:nvSpPr>
        <p:spPr>
          <a:xfrm>
            <a:off x="4852904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4C4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分隔"/>
          <p:cNvSpPr/>
          <p:nvPr/>
        </p:nvSpPr>
        <p:spPr>
          <a:xfrm>
            <a:off x="7155912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分隔"/>
          <p:cNvSpPr/>
          <p:nvPr/>
        </p:nvSpPr>
        <p:spPr>
          <a:xfrm>
            <a:off x="9458919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2540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448775" y="1985899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4" name="標籤"/>
          <p:cNvSpPr/>
          <p:nvPr/>
        </p:nvSpPr>
        <p:spPr>
          <a:xfrm>
            <a:off x="1325880" y="23317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448775" y="2443099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8" name="標籤"/>
          <p:cNvSpPr/>
          <p:nvPr/>
        </p:nvSpPr>
        <p:spPr>
          <a:xfrm>
            <a:off x="10446471" y="18745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569367" y="1985899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42" name="標籤"/>
          <p:cNvSpPr/>
          <p:nvPr/>
        </p:nvSpPr>
        <p:spPr>
          <a:xfrm>
            <a:off x="10446471" y="23317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569367" y="2443099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1039752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1414656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8" name="標籤"/>
          <p:cNvSpPr/>
          <p:nvPr/>
        </p:nvSpPr>
        <p:spPr>
          <a:xfrm>
            <a:off x="1816992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939887" y="593610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3813355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4188259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4590595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713491" y="593610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6774411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55" name="標籤"/>
          <p:cNvSpPr/>
          <p:nvPr/>
        </p:nvSpPr>
        <p:spPr>
          <a:xfrm>
            <a:off x="7176747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299643" y="593610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9360563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8" name="編號"/>
          <p:cNvSpPr/>
          <p:nvPr/>
        </p:nvSpPr>
        <p:spPr>
          <a:xfrm>
            <a:off x="9735467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9" name="標籤"/>
          <p:cNvSpPr/>
          <p:nvPr/>
        </p:nvSpPr>
        <p:spPr>
          <a:xfrm>
            <a:off x="10137803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0260698" y="593610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F07F2D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8333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5809996" y="228600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8868" y="2382266"/>
            <a:ext cx="63500" cy="635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4937760" y="294436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56632" y="3040634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7" name="標籤"/>
          <p:cNvSpPr/>
          <p:nvPr/>
        </p:nvSpPr>
        <p:spPr>
          <a:xfrm>
            <a:off x="5809996" y="361188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28868" y="3708146"/>
            <a:ext cx="63500" cy="635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標籤"/>
          <p:cNvSpPr/>
          <p:nvPr/>
        </p:nvSpPr>
        <p:spPr>
          <a:xfrm>
            <a:off x="4937760" y="427024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056632" y="4366514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43" name="標籤"/>
          <p:cNvSpPr/>
          <p:nvPr/>
        </p:nvSpPr>
        <p:spPr>
          <a:xfrm>
            <a:off x="5809996" y="493776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928868" y="5034026"/>
            <a:ext cx="63500" cy="635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標籤"/>
          <p:cNvSpPr/>
          <p:nvPr/>
        </p:nvSpPr>
        <p:spPr>
          <a:xfrm>
            <a:off x="4937760" y="559612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056632" y="5692394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54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6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7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9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60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62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64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65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7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9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70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72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炭灰橘點</dc:title>
  <dc:subject>PptxGenJS Presentation</dc:subject>
  <dc:creator>PPT Style Studio</dc:creator>
  <cp:lastModifiedBy>PPT Style Studio</cp:lastModifiedBy>
  <cp:revision>1</cp:revision>
  <dcterms:created xsi:type="dcterms:W3CDTF">2026-10-08T23:06:07Z</dcterms:created>
  <dcterms:modified xsi:type="dcterms:W3CDTF">2026-10-08T23:06:07Z</dcterms:modified>
</cp:coreProperties>
</file>