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B45F2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B45F2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主要標籤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33680" tIns="0" rIns="71323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3600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5672" y="135788"/>
                </a:moveTo>
                <a:cubicBezTo>
                  <a:pt x="106454" y="126782"/>
                  <a:pt x="101846" y="115041"/>
                  <a:pt x="101846" y="100584"/>
                </a:cubicBezTo>
                <a:cubicBezTo>
                  <a:pt x="101846" y="86127"/>
                  <a:pt x="106454" y="74386"/>
                  <a:pt x="115672" y="65380"/>
                </a:cubicBezTo>
                <a:cubicBezTo>
                  <a:pt x="124678" y="56162"/>
                  <a:pt x="136419" y="51554"/>
                  <a:pt x="150876" y="51554"/>
                </a:cubicBezTo>
                <a:cubicBezTo>
                  <a:pt x="165333" y="51554"/>
                  <a:pt x="177074" y="56162"/>
                  <a:pt x="186080" y="65380"/>
                </a:cubicBezTo>
                <a:cubicBezTo>
                  <a:pt x="195298" y="74386"/>
                  <a:pt x="199915" y="86127"/>
                  <a:pt x="199915" y="100584"/>
                </a:cubicBezTo>
                <a:cubicBezTo>
                  <a:pt x="199915" y="115041"/>
                  <a:pt x="195298" y="126782"/>
                  <a:pt x="186080" y="135788"/>
                </a:cubicBezTo>
                <a:cubicBezTo>
                  <a:pt x="177074" y="145006"/>
                  <a:pt x="165333" y="149623"/>
                  <a:pt x="150876" y="149623"/>
                </a:cubicBezTo>
                <a:cubicBezTo>
                  <a:pt x="136419" y="149623"/>
                  <a:pt x="124678" y="145006"/>
                  <a:pt x="115672" y="135788"/>
                </a:cubicBezTo>
                <a:close/>
                <a:moveTo>
                  <a:pt x="48408" y="232916"/>
                </a:moveTo>
                <a:lnTo>
                  <a:pt x="48408" y="222858"/>
                </a:lnTo>
                <a:cubicBezTo>
                  <a:pt x="48408" y="214473"/>
                  <a:pt x="50502" y="207349"/>
                  <a:pt x="54690" y="201479"/>
                </a:cubicBezTo>
                <a:cubicBezTo>
                  <a:pt x="58887" y="195407"/>
                  <a:pt x="64227" y="190799"/>
                  <a:pt x="70720" y="187653"/>
                </a:cubicBezTo>
                <a:cubicBezTo>
                  <a:pt x="84975" y="181362"/>
                  <a:pt x="98591" y="176653"/>
                  <a:pt x="111584" y="173507"/>
                </a:cubicBezTo>
                <a:cubicBezTo>
                  <a:pt x="124578" y="170362"/>
                  <a:pt x="137672" y="168789"/>
                  <a:pt x="150876" y="168789"/>
                </a:cubicBezTo>
                <a:cubicBezTo>
                  <a:pt x="164080" y="168789"/>
                  <a:pt x="177174" y="170472"/>
                  <a:pt x="190168" y="173818"/>
                </a:cubicBezTo>
                <a:cubicBezTo>
                  <a:pt x="202951" y="176964"/>
                  <a:pt x="216466" y="181572"/>
                  <a:pt x="230712" y="187653"/>
                </a:cubicBezTo>
                <a:cubicBezTo>
                  <a:pt x="237424" y="190799"/>
                  <a:pt x="242865" y="195298"/>
                  <a:pt x="247062" y="201168"/>
                </a:cubicBezTo>
                <a:cubicBezTo>
                  <a:pt x="251250" y="207249"/>
                  <a:pt x="253344" y="214473"/>
                  <a:pt x="253344" y="222858"/>
                </a:cubicBezTo>
                <a:lnTo>
                  <a:pt x="253344" y="232916"/>
                </a:lnTo>
                <a:cubicBezTo>
                  <a:pt x="253344" y="238786"/>
                  <a:pt x="251250" y="243816"/>
                  <a:pt x="247062" y="248004"/>
                </a:cubicBezTo>
                <a:cubicBezTo>
                  <a:pt x="243075" y="252192"/>
                  <a:pt x="238046" y="254285"/>
                  <a:pt x="231974" y="254285"/>
                </a:cubicBezTo>
                <a:lnTo>
                  <a:pt x="69778" y="254285"/>
                </a:lnTo>
                <a:cubicBezTo>
                  <a:pt x="63917" y="254285"/>
                  <a:pt x="58887" y="252192"/>
                  <a:pt x="54690" y="248004"/>
                </a:cubicBezTo>
                <a:cubicBezTo>
                  <a:pt x="50502" y="243816"/>
                  <a:pt x="48408" y="238786"/>
                  <a:pt x="48408" y="232916"/>
                </a:cubicBezTo>
                <a:close/>
                <a:moveTo>
                  <a:pt x="69778" y="232916"/>
                </a:moveTo>
                <a:lnTo>
                  <a:pt x="231974" y="232916"/>
                </a:lnTo>
                <a:lnTo>
                  <a:pt x="231974" y="223168"/>
                </a:lnTo>
                <a:cubicBezTo>
                  <a:pt x="231974" y="219822"/>
                  <a:pt x="230923" y="216566"/>
                  <a:pt x="228829" y="213430"/>
                </a:cubicBezTo>
                <a:cubicBezTo>
                  <a:pt x="226945" y="210495"/>
                  <a:pt x="224531" y="208291"/>
                  <a:pt x="221596" y="206828"/>
                </a:cubicBezTo>
                <a:cubicBezTo>
                  <a:pt x="208401" y="200537"/>
                  <a:pt x="196239" y="196239"/>
                  <a:pt x="185139" y="193935"/>
                </a:cubicBezTo>
                <a:cubicBezTo>
                  <a:pt x="174239" y="191420"/>
                  <a:pt x="162818" y="190168"/>
                  <a:pt x="150876" y="190168"/>
                </a:cubicBezTo>
                <a:cubicBezTo>
                  <a:pt x="138934" y="190168"/>
                  <a:pt x="127403" y="191420"/>
                  <a:pt x="116303" y="193935"/>
                </a:cubicBezTo>
                <a:cubicBezTo>
                  <a:pt x="104982" y="196239"/>
                  <a:pt x="92830" y="200537"/>
                  <a:pt x="79836" y="206828"/>
                </a:cubicBezTo>
                <a:cubicBezTo>
                  <a:pt x="76901" y="208291"/>
                  <a:pt x="74496" y="210495"/>
                  <a:pt x="72613" y="213430"/>
                </a:cubicBezTo>
                <a:cubicBezTo>
                  <a:pt x="70720" y="216566"/>
                  <a:pt x="69778" y="219822"/>
                  <a:pt x="69778" y="223168"/>
                </a:cubicBezTo>
                <a:lnTo>
                  <a:pt x="69778" y="232916"/>
                </a:lnTo>
                <a:close/>
                <a:moveTo>
                  <a:pt x="170682" y="120390"/>
                </a:moveTo>
                <a:cubicBezTo>
                  <a:pt x="175921" y="115150"/>
                  <a:pt x="178537" y="108548"/>
                  <a:pt x="178537" y="100584"/>
                </a:cubicBezTo>
                <a:cubicBezTo>
                  <a:pt x="178537" y="92620"/>
                  <a:pt x="175921" y="86018"/>
                  <a:pt x="170682" y="80778"/>
                </a:cubicBezTo>
                <a:cubicBezTo>
                  <a:pt x="165442" y="75539"/>
                  <a:pt x="158840" y="72923"/>
                  <a:pt x="150876" y="72923"/>
                </a:cubicBezTo>
                <a:cubicBezTo>
                  <a:pt x="142912" y="72923"/>
                  <a:pt x="136310" y="75539"/>
                  <a:pt x="131070" y="80778"/>
                </a:cubicBezTo>
                <a:cubicBezTo>
                  <a:pt x="125831" y="86018"/>
                  <a:pt x="123215" y="92620"/>
                  <a:pt x="123215" y="100584"/>
                </a:cubicBezTo>
                <a:cubicBezTo>
                  <a:pt x="123215" y="108548"/>
                  <a:pt x="125831" y="115150"/>
                  <a:pt x="131070" y="120390"/>
                </a:cubicBezTo>
                <a:cubicBezTo>
                  <a:pt x="136310" y="125629"/>
                  <a:pt x="142912" y="128245"/>
                  <a:pt x="150876" y="128245"/>
                </a:cubicBezTo>
                <a:cubicBezTo>
                  <a:pt x="158840" y="128245"/>
                  <a:pt x="165442" y="125629"/>
                  <a:pt x="170682" y="120390"/>
                </a:cubicBezTo>
                <a:close/>
                <a:moveTo>
                  <a:pt x="150876" y="100584"/>
                </a:moveTo>
                <a:close/>
                <a:moveTo>
                  <a:pt x="150876" y="23291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369" y="222858"/>
                </a:moveTo>
                <a:cubicBezTo>
                  <a:pt x="10369" y="215103"/>
                  <a:pt x="12262" y="208081"/>
                  <a:pt x="16029" y="201799"/>
                </a:cubicBezTo>
                <a:cubicBezTo>
                  <a:pt x="20016" y="195508"/>
                  <a:pt x="25567" y="190799"/>
                  <a:pt x="32690" y="187653"/>
                </a:cubicBezTo>
                <a:cubicBezTo>
                  <a:pt x="47988" y="180951"/>
                  <a:pt x="61923" y="176123"/>
                  <a:pt x="74496" y="173197"/>
                </a:cubicBezTo>
                <a:cubicBezTo>
                  <a:pt x="86859" y="170261"/>
                  <a:pt x="99532" y="168789"/>
                  <a:pt x="112526" y="168789"/>
                </a:cubicBezTo>
                <a:cubicBezTo>
                  <a:pt x="125940" y="168789"/>
                  <a:pt x="138724" y="170261"/>
                  <a:pt x="150876" y="173197"/>
                </a:cubicBezTo>
                <a:cubicBezTo>
                  <a:pt x="163239" y="176123"/>
                  <a:pt x="177074" y="180951"/>
                  <a:pt x="192371" y="187653"/>
                </a:cubicBezTo>
                <a:cubicBezTo>
                  <a:pt x="199495" y="190799"/>
                  <a:pt x="205045" y="195508"/>
                  <a:pt x="209023" y="201799"/>
                </a:cubicBezTo>
                <a:cubicBezTo>
                  <a:pt x="213220" y="208081"/>
                  <a:pt x="215314" y="215103"/>
                  <a:pt x="215314" y="222858"/>
                </a:cubicBezTo>
                <a:lnTo>
                  <a:pt x="215314" y="232916"/>
                </a:lnTo>
                <a:cubicBezTo>
                  <a:pt x="215314" y="238786"/>
                  <a:pt x="213220" y="243816"/>
                  <a:pt x="209023" y="248004"/>
                </a:cubicBezTo>
                <a:cubicBezTo>
                  <a:pt x="204835" y="252192"/>
                  <a:pt x="199705" y="254285"/>
                  <a:pt x="193624" y="254285"/>
                </a:cubicBezTo>
                <a:lnTo>
                  <a:pt x="31748" y="254285"/>
                </a:lnTo>
                <a:cubicBezTo>
                  <a:pt x="25667" y="254285"/>
                  <a:pt x="20537" y="252192"/>
                  <a:pt x="16349" y="248004"/>
                </a:cubicBezTo>
                <a:cubicBezTo>
                  <a:pt x="12152" y="243816"/>
                  <a:pt x="10058" y="238786"/>
                  <a:pt x="10058" y="232916"/>
                </a:cubicBezTo>
                <a:lnTo>
                  <a:pt x="10058" y="222858"/>
                </a:lnTo>
                <a:close/>
                <a:moveTo>
                  <a:pt x="270004" y="254285"/>
                </a:moveTo>
                <a:lnTo>
                  <a:pt x="228518" y="254285"/>
                </a:lnTo>
                <a:cubicBezTo>
                  <a:pt x="229981" y="250728"/>
                  <a:pt x="231243" y="247272"/>
                  <a:pt x="232285" y="243916"/>
                </a:cubicBezTo>
                <a:cubicBezTo>
                  <a:pt x="233547" y="240350"/>
                  <a:pt x="234169" y="236683"/>
                  <a:pt x="234169" y="232916"/>
                </a:cubicBezTo>
                <a:lnTo>
                  <a:pt x="234169" y="223168"/>
                </a:lnTo>
                <a:cubicBezTo>
                  <a:pt x="234169" y="209763"/>
                  <a:pt x="231133" y="198754"/>
                  <a:pt x="225061" y="190168"/>
                </a:cubicBezTo>
                <a:cubicBezTo>
                  <a:pt x="218981" y="181572"/>
                  <a:pt x="209553" y="174349"/>
                  <a:pt x="196770" y="168478"/>
                </a:cubicBezTo>
                <a:cubicBezTo>
                  <a:pt x="211016" y="170362"/>
                  <a:pt x="224531" y="172776"/>
                  <a:pt x="237314" y="175711"/>
                </a:cubicBezTo>
                <a:cubicBezTo>
                  <a:pt x="250308" y="178847"/>
                  <a:pt x="260787" y="182414"/>
                  <a:pt x="268751" y="186391"/>
                </a:cubicBezTo>
                <a:cubicBezTo>
                  <a:pt x="275664" y="190378"/>
                  <a:pt x="281215" y="195508"/>
                  <a:pt x="285412" y="201799"/>
                </a:cubicBezTo>
                <a:cubicBezTo>
                  <a:pt x="289600" y="208081"/>
                  <a:pt x="291694" y="215204"/>
                  <a:pt x="291694" y="223168"/>
                </a:cubicBezTo>
                <a:lnTo>
                  <a:pt x="291694" y="232916"/>
                </a:lnTo>
                <a:cubicBezTo>
                  <a:pt x="291694" y="238786"/>
                  <a:pt x="289600" y="243816"/>
                  <a:pt x="285412" y="248004"/>
                </a:cubicBezTo>
                <a:cubicBezTo>
                  <a:pt x="281215" y="252192"/>
                  <a:pt x="276085" y="254285"/>
                  <a:pt x="270004" y="254285"/>
                </a:cubicBezTo>
                <a:close/>
                <a:moveTo>
                  <a:pt x="77953" y="136099"/>
                </a:moveTo>
                <a:cubicBezTo>
                  <a:pt x="69156" y="127092"/>
                  <a:pt x="64749" y="115571"/>
                  <a:pt x="64749" y="101526"/>
                </a:cubicBezTo>
                <a:cubicBezTo>
                  <a:pt x="64749" y="87279"/>
                  <a:pt x="69156" y="75749"/>
                  <a:pt x="77953" y="66952"/>
                </a:cubicBezTo>
                <a:cubicBezTo>
                  <a:pt x="86959" y="57936"/>
                  <a:pt x="98490" y="53438"/>
                  <a:pt x="112526" y="53438"/>
                </a:cubicBezTo>
                <a:cubicBezTo>
                  <a:pt x="126782" y="53438"/>
                  <a:pt x="138404" y="57936"/>
                  <a:pt x="147420" y="66952"/>
                </a:cubicBezTo>
                <a:cubicBezTo>
                  <a:pt x="156426" y="75749"/>
                  <a:pt x="160934" y="87279"/>
                  <a:pt x="160934" y="101526"/>
                </a:cubicBezTo>
                <a:cubicBezTo>
                  <a:pt x="160934" y="115571"/>
                  <a:pt x="156426" y="127092"/>
                  <a:pt x="147420" y="136099"/>
                </a:cubicBezTo>
                <a:cubicBezTo>
                  <a:pt x="138404" y="145115"/>
                  <a:pt x="126882" y="149623"/>
                  <a:pt x="112846" y="149623"/>
                </a:cubicBezTo>
                <a:cubicBezTo>
                  <a:pt x="98591" y="149623"/>
                  <a:pt x="86959" y="145115"/>
                  <a:pt x="77953" y="136099"/>
                </a:cubicBezTo>
                <a:close/>
                <a:moveTo>
                  <a:pt x="215314" y="136099"/>
                </a:moveTo>
                <a:cubicBezTo>
                  <a:pt x="206298" y="145115"/>
                  <a:pt x="194676" y="149623"/>
                  <a:pt x="180420" y="149623"/>
                </a:cubicBezTo>
                <a:cubicBezTo>
                  <a:pt x="178116" y="149623"/>
                  <a:pt x="175601" y="149413"/>
                  <a:pt x="172876" y="148992"/>
                </a:cubicBezTo>
                <a:cubicBezTo>
                  <a:pt x="169941" y="148782"/>
                  <a:pt x="167326" y="148151"/>
                  <a:pt x="165022" y="147109"/>
                </a:cubicBezTo>
                <a:cubicBezTo>
                  <a:pt x="170051" y="141869"/>
                  <a:pt x="173928" y="135368"/>
                  <a:pt x="176653" y="127614"/>
                </a:cubicBezTo>
                <a:cubicBezTo>
                  <a:pt x="179168" y="119860"/>
                  <a:pt x="180420" y="111164"/>
                  <a:pt x="180420" y="101526"/>
                </a:cubicBezTo>
                <a:cubicBezTo>
                  <a:pt x="180420" y="91888"/>
                  <a:pt x="179168" y="83402"/>
                  <a:pt x="176653" y="76069"/>
                </a:cubicBezTo>
                <a:cubicBezTo>
                  <a:pt x="173928" y="68735"/>
                  <a:pt x="170051" y="61923"/>
                  <a:pt x="165022" y="55632"/>
                </a:cubicBezTo>
                <a:cubicBezTo>
                  <a:pt x="167326" y="55010"/>
                  <a:pt x="169841" y="54480"/>
                  <a:pt x="172566" y="54068"/>
                </a:cubicBezTo>
                <a:cubicBezTo>
                  <a:pt x="175501" y="53648"/>
                  <a:pt x="178116" y="53438"/>
                  <a:pt x="180420" y="53438"/>
                </a:cubicBezTo>
                <a:cubicBezTo>
                  <a:pt x="194676" y="53438"/>
                  <a:pt x="206197" y="57936"/>
                  <a:pt x="215003" y="66952"/>
                </a:cubicBezTo>
                <a:cubicBezTo>
                  <a:pt x="224010" y="75959"/>
                  <a:pt x="228518" y="87490"/>
                  <a:pt x="228518" y="101526"/>
                </a:cubicBezTo>
                <a:cubicBezTo>
                  <a:pt x="228518" y="115571"/>
                  <a:pt x="224010" y="127092"/>
                  <a:pt x="215003" y="136099"/>
                </a:cubicBezTo>
                <a:close/>
                <a:moveTo>
                  <a:pt x="31748" y="232916"/>
                </a:moveTo>
                <a:lnTo>
                  <a:pt x="193624" y="232916"/>
                </a:lnTo>
                <a:lnTo>
                  <a:pt x="193624" y="223168"/>
                </a:lnTo>
                <a:cubicBezTo>
                  <a:pt x="193624" y="219822"/>
                  <a:pt x="192682" y="216566"/>
                  <a:pt x="190799" y="213430"/>
                </a:cubicBezTo>
                <a:cubicBezTo>
                  <a:pt x="188696" y="210285"/>
                  <a:pt x="186181" y="208081"/>
                  <a:pt x="183255" y="206828"/>
                </a:cubicBezTo>
                <a:cubicBezTo>
                  <a:pt x="168378" y="200327"/>
                  <a:pt x="155905" y="195928"/>
                  <a:pt x="145847" y="193624"/>
                </a:cubicBezTo>
                <a:cubicBezTo>
                  <a:pt x="135788" y="191320"/>
                  <a:pt x="124678" y="190168"/>
                  <a:pt x="112526" y="190168"/>
                </a:cubicBezTo>
                <a:cubicBezTo>
                  <a:pt x="100794" y="190168"/>
                  <a:pt x="89794" y="191320"/>
                  <a:pt x="79525" y="193624"/>
                </a:cubicBezTo>
                <a:cubicBezTo>
                  <a:pt x="69046" y="195928"/>
                  <a:pt x="56473" y="200327"/>
                  <a:pt x="41806" y="206828"/>
                </a:cubicBezTo>
                <a:cubicBezTo>
                  <a:pt x="38871" y="208081"/>
                  <a:pt x="36466" y="210285"/>
                  <a:pt x="34573" y="213430"/>
                </a:cubicBezTo>
                <a:cubicBezTo>
                  <a:pt x="32690" y="216566"/>
                  <a:pt x="31748" y="219822"/>
                  <a:pt x="31748" y="223168"/>
                </a:cubicBezTo>
                <a:lnTo>
                  <a:pt x="31748" y="232916"/>
                </a:lnTo>
                <a:close/>
                <a:moveTo>
                  <a:pt x="132332" y="121332"/>
                </a:moveTo>
                <a:cubicBezTo>
                  <a:pt x="137571" y="116092"/>
                  <a:pt x="140187" y="109490"/>
                  <a:pt x="140187" y="101526"/>
                </a:cubicBezTo>
                <a:cubicBezTo>
                  <a:pt x="140187" y="93561"/>
                  <a:pt x="137571" y="86959"/>
                  <a:pt x="132332" y="81729"/>
                </a:cubicBezTo>
                <a:cubicBezTo>
                  <a:pt x="127303" y="76490"/>
                  <a:pt x="120801" y="73865"/>
                  <a:pt x="112846" y="73865"/>
                </a:cubicBezTo>
                <a:cubicBezTo>
                  <a:pt x="104882" y="73865"/>
                  <a:pt x="98280" y="76490"/>
                  <a:pt x="93040" y="81729"/>
                </a:cubicBezTo>
                <a:cubicBezTo>
                  <a:pt x="87801" y="86959"/>
                  <a:pt x="85186" y="93561"/>
                  <a:pt x="85186" y="101526"/>
                </a:cubicBezTo>
                <a:cubicBezTo>
                  <a:pt x="85186" y="109490"/>
                  <a:pt x="87801" y="116092"/>
                  <a:pt x="93040" y="121332"/>
                </a:cubicBezTo>
                <a:cubicBezTo>
                  <a:pt x="98280" y="126361"/>
                  <a:pt x="104882" y="128876"/>
                  <a:pt x="112846" y="128876"/>
                </a:cubicBezTo>
                <a:cubicBezTo>
                  <a:pt x="120801" y="128876"/>
                  <a:pt x="127303" y="126361"/>
                  <a:pt x="132332" y="121332"/>
                </a:cubicBezTo>
                <a:close/>
                <a:moveTo>
                  <a:pt x="112526" y="232916"/>
                </a:moveTo>
                <a:close/>
                <a:moveTo>
                  <a:pt x="112526" y="10152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8" y="227256"/>
                </a:moveTo>
                <a:cubicBezTo>
                  <a:pt x="6812" y="227256"/>
                  <a:pt x="4298" y="226213"/>
                  <a:pt x="2204" y="224110"/>
                </a:cubicBezTo>
                <a:cubicBezTo>
                  <a:pt x="101" y="222016"/>
                  <a:pt x="-942" y="219502"/>
                  <a:pt x="-942" y="216566"/>
                </a:cubicBezTo>
                <a:lnTo>
                  <a:pt x="-942" y="209654"/>
                </a:lnTo>
                <a:cubicBezTo>
                  <a:pt x="-942" y="201269"/>
                  <a:pt x="3456" y="194465"/>
                  <a:pt x="12262" y="189226"/>
                </a:cubicBezTo>
                <a:cubicBezTo>
                  <a:pt x="21269" y="183986"/>
                  <a:pt x="32900" y="181362"/>
                  <a:pt x="47146" y="181362"/>
                </a:cubicBezTo>
                <a:cubicBezTo>
                  <a:pt x="49451" y="181362"/>
                  <a:pt x="51654" y="181472"/>
                  <a:pt x="53748" y="181682"/>
                </a:cubicBezTo>
                <a:cubicBezTo>
                  <a:pt x="55842" y="181682"/>
                  <a:pt x="57836" y="181783"/>
                  <a:pt x="59719" y="181993"/>
                </a:cubicBezTo>
                <a:cubicBezTo>
                  <a:pt x="58046" y="185770"/>
                  <a:pt x="56784" y="189647"/>
                  <a:pt x="55952" y="193624"/>
                </a:cubicBezTo>
                <a:cubicBezTo>
                  <a:pt x="55111" y="197602"/>
                  <a:pt x="54690" y="201689"/>
                  <a:pt x="54690" y="205886"/>
                </a:cubicBezTo>
                <a:lnTo>
                  <a:pt x="54690" y="227256"/>
                </a:lnTo>
                <a:lnTo>
                  <a:pt x="9748" y="227256"/>
                </a:lnTo>
                <a:close/>
                <a:moveTo>
                  <a:pt x="85186" y="227256"/>
                </a:moveTo>
                <a:cubicBezTo>
                  <a:pt x="82250" y="227256"/>
                  <a:pt x="79736" y="226213"/>
                  <a:pt x="77642" y="224110"/>
                </a:cubicBezTo>
                <a:cubicBezTo>
                  <a:pt x="75539" y="222016"/>
                  <a:pt x="74496" y="219502"/>
                  <a:pt x="74496" y="216566"/>
                </a:cubicBezTo>
                <a:lnTo>
                  <a:pt x="74496" y="205886"/>
                </a:lnTo>
                <a:cubicBezTo>
                  <a:pt x="74496" y="198964"/>
                  <a:pt x="76380" y="192682"/>
                  <a:pt x="80156" y="187022"/>
                </a:cubicBezTo>
                <a:cubicBezTo>
                  <a:pt x="83713" y="181362"/>
                  <a:pt x="88953" y="176443"/>
                  <a:pt x="95866" y="172255"/>
                </a:cubicBezTo>
                <a:cubicBezTo>
                  <a:pt x="102577" y="168058"/>
                  <a:pt x="110642" y="164811"/>
                  <a:pt x="120070" y="162507"/>
                </a:cubicBezTo>
                <a:cubicBezTo>
                  <a:pt x="129506" y="160413"/>
                  <a:pt x="139766" y="159362"/>
                  <a:pt x="150876" y="159362"/>
                </a:cubicBezTo>
                <a:cubicBezTo>
                  <a:pt x="162196" y="159362"/>
                  <a:pt x="172566" y="160413"/>
                  <a:pt x="181993" y="162507"/>
                </a:cubicBezTo>
                <a:cubicBezTo>
                  <a:pt x="191210" y="164811"/>
                  <a:pt x="199284" y="168058"/>
                  <a:pt x="206197" y="172255"/>
                </a:cubicBezTo>
                <a:cubicBezTo>
                  <a:pt x="212900" y="176443"/>
                  <a:pt x="218139" y="181362"/>
                  <a:pt x="221916" y="187022"/>
                </a:cubicBezTo>
                <a:cubicBezTo>
                  <a:pt x="225473" y="192682"/>
                  <a:pt x="227256" y="198964"/>
                  <a:pt x="227256" y="205886"/>
                </a:cubicBezTo>
                <a:lnTo>
                  <a:pt x="227256" y="216566"/>
                </a:lnTo>
                <a:cubicBezTo>
                  <a:pt x="227256" y="219502"/>
                  <a:pt x="226213" y="222016"/>
                  <a:pt x="224110" y="224110"/>
                </a:cubicBezTo>
                <a:cubicBezTo>
                  <a:pt x="222016" y="226213"/>
                  <a:pt x="219502" y="227256"/>
                  <a:pt x="216566" y="227256"/>
                </a:cubicBezTo>
                <a:lnTo>
                  <a:pt x="85186" y="227256"/>
                </a:lnTo>
                <a:close/>
                <a:moveTo>
                  <a:pt x="247062" y="227256"/>
                </a:moveTo>
                <a:lnTo>
                  <a:pt x="247062" y="205886"/>
                </a:lnTo>
                <a:cubicBezTo>
                  <a:pt x="247062" y="201479"/>
                  <a:pt x="246742" y="197401"/>
                  <a:pt x="246120" y="193624"/>
                </a:cubicBezTo>
                <a:cubicBezTo>
                  <a:pt x="245279" y="189647"/>
                  <a:pt x="244017" y="185770"/>
                  <a:pt x="242343" y="181993"/>
                </a:cubicBezTo>
                <a:cubicBezTo>
                  <a:pt x="244227" y="181783"/>
                  <a:pt x="246220" y="181682"/>
                  <a:pt x="248314" y="181682"/>
                </a:cubicBezTo>
                <a:cubicBezTo>
                  <a:pt x="250408" y="181472"/>
                  <a:pt x="252512" y="181362"/>
                  <a:pt x="254606" y="181362"/>
                </a:cubicBezTo>
                <a:cubicBezTo>
                  <a:pt x="269062" y="181362"/>
                  <a:pt x="280693" y="183986"/>
                  <a:pt x="289490" y="189226"/>
                </a:cubicBezTo>
                <a:cubicBezTo>
                  <a:pt x="298296" y="194255"/>
                  <a:pt x="302694" y="201067"/>
                  <a:pt x="302694" y="209654"/>
                </a:cubicBezTo>
                <a:lnTo>
                  <a:pt x="302694" y="216566"/>
                </a:lnTo>
                <a:cubicBezTo>
                  <a:pt x="302694" y="219502"/>
                  <a:pt x="301651" y="222016"/>
                  <a:pt x="299548" y="224110"/>
                </a:cubicBezTo>
                <a:cubicBezTo>
                  <a:pt x="297454" y="226213"/>
                  <a:pt x="294940" y="227256"/>
                  <a:pt x="292004" y="227256"/>
                </a:cubicBezTo>
                <a:lnTo>
                  <a:pt x="247062" y="227256"/>
                </a:lnTo>
                <a:close/>
                <a:moveTo>
                  <a:pt x="95866" y="206828"/>
                </a:moveTo>
                <a:lnTo>
                  <a:pt x="205886" y="206828"/>
                </a:lnTo>
                <a:lnTo>
                  <a:pt x="205886" y="204944"/>
                </a:lnTo>
                <a:cubicBezTo>
                  <a:pt x="205466" y="197401"/>
                  <a:pt x="200116" y="191320"/>
                  <a:pt x="189857" y="186711"/>
                </a:cubicBezTo>
                <a:cubicBezTo>
                  <a:pt x="179798" y="182103"/>
                  <a:pt x="166805" y="179798"/>
                  <a:pt x="150876" y="179798"/>
                </a:cubicBezTo>
                <a:cubicBezTo>
                  <a:pt x="134947" y="179798"/>
                  <a:pt x="121963" y="182103"/>
                  <a:pt x="111904" y="186711"/>
                </a:cubicBezTo>
                <a:cubicBezTo>
                  <a:pt x="101636" y="191530"/>
                  <a:pt x="96286" y="197712"/>
                  <a:pt x="95866" y="205255"/>
                </a:cubicBezTo>
                <a:lnTo>
                  <a:pt x="95866" y="206828"/>
                </a:lnTo>
                <a:close/>
                <a:moveTo>
                  <a:pt x="47146" y="172255"/>
                </a:moveTo>
                <a:cubicBezTo>
                  <a:pt x="40865" y="172255"/>
                  <a:pt x="35515" y="170051"/>
                  <a:pt x="31117" y="165653"/>
                </a:cubicBezTo>
                <a:cubicBezTo>
                  <a:pt x="26719" y="161245"/>
                  <a:pt x="24515" y="155905"/>
                  <a:pt x="24515" y="149623"/>
                </a:cubicBezTo>
                <a:cubicBezTo>
                  <a:pt x="24515" y="143332"/>
                  <a:pt x="26719" y="137992"/>
                  <a:pt x="31117" y="133585"/>
                </a:cubicBezTo>
                <a:cubicBezTo>
                  <a:pt x="35515" y="129186"/>
                  <a:pt x="40865" y="126992"/>
                  <a:pt x="47146" y="126992"/>
                </a:cubicBezTo>
                <a:cubicBezTo>
                  <a:pt x="53438" y="126992"/>
                  <a:pt x="58778" y="129186"/>
                  <a:pt x="63176" y="133585"/>
                </a:cubicBezTo>
                <a:cubicBezTo>
                  <a:pt x="67583" y="137992"/>
                  <a:pt x="69778" y="143332"/>
                  <a:pt x="69778" y="149623"/>
                </a:cubicBezTo>
                <a:cubicBezTo>
                  <a:pt x="69778" y="155905"/>
                  <a:pt x="67583" y="161245"/>
                  <a:pt x="63176" y="165653"/>
                </a:cubicBezTo>
                <a:cubicBezTo>
                  <a:pt x="58778" y="170051"/>
                  <a:pt x="53438" y="172255"/>
                  <a:pt x="47146" y="172255"/>
                </a:cubicBezTo>
                <a:close/>
                <a:moveTo>
                  <a:pt x="254606" y="172255"/>
                </a:moveTo>
                <a:cubicBezTo>
                  <a:pt x="248314" y="172255"/>
                  <a:pt x="242974" y="170051"/>
                  <a:pt x="238576" y="165653"/>
                </a:cubicBezTo>
                <a:cubicBezTo>
                  <a:pt x="234169" y="161245"/>
                  <a:pt x="231974" y="155905"/>
                  <a:pt x="231974" y="149623"/>
                </a:cubicBezTo>
                <a:cubicBezTo>
                  <a:pt x="231974" y="143332"/>
                  <a:pt x="234169" y="137992"/>
                  <a:pt x="238576" y="133585"/>
                </a:cubicBezTo>
                <a:cubicBezTo>
                  <a:pt x="242974" y="129186"/>
                  <a:pt x="248314" y="126992"/>
                  <a:pt x="254606" y="126992"/>
                </a:cubicBezTo>
                <a:cubicBezTo>
                  <a:pt x="260887" y="126992"/>
                  <a:pt x="266237" y="129186"/>
                  <a:pt x="270635" y="133585"/>
                </a:cubicBezTo>
                <a:cubicBezTo>
                  <a:pt x="275033" y="137992"/>
                  <a:pt x="277237" y="143332"/>
                  <a:pt x="277237" y="149623"/>
                </a:cubicBezTo>
                <a:cubicBezTo>
                  <a:pt x="277237" y="155905"/>
                  <a:pt x="275033" y="161245"/>
                  <a:pt x="270635" y="165653"/>
                </a:cubicBezTo>
                <a:cubicBezTo>
                  <a:pt x="266237" y="170051"/>
                  <a:pt x="260887" y="172255"/>
                  <a:pt x="254606" y="172255"/>
                </a:cubicBezTo>
                <a:close/>
                <a:moveTo>
                  <a:pt x="150876" y="149934"/>
                </a:moveTo>
                <a:cubicBezTo>
                  <a:pt x="140187" y="149934"/>
                  <a:pt x="131070" y="146267"/>
                  <a:pt x="123526" y="138934"/>
                </a:cubicBezTo>
                <a:cubicBezTo>
                  <a:pt x="115982" y="131390"/>
                  <a:pt x="112215" y="122164"/>
                  <a:pt x="112215" y="111273"/>
                </a:cubicBezTo>
                <a:cubicBezTo>
                  <a:pt x="112215" y="100374"/>
                  <a:pt x="115982" y="91257"/>
                  <a:pt x="123526" y="83924"/>
                </a:cubicBezTo>
                <a:cubicBezTo>
                  <a:pt x="131070" y="76590"/>
                  <a:pt x="140187" y="72923"/>
                  <a:pt x="150876" y="72923"/>
                </a:cubicBezTo>
                <a:cubicBezTo>
                  <a:pt x="161776" y="72923"/>
                  <a:pt x="170993" y="76590"/>
                  <a:pt x="178537" y="83924"/>
                </a:cubicBezTo>
                <a:cubicBezTo>
                  <a:pt x="185870" y="91257"/>
                  <a:pt x="189537" y="100374"/>
                  <a:pt x="189537" y="111273"/>
                </a:cubicBezTo>
                <a:cubicBezTo>
                  <a:pt x="189537" y="122164"/>
                  <a:pt x="185870" y="131390"/>
                  <a:pt x="178537" y="138934"/>
                </a:cubicBezTo>
                <a:cubicBezTo>
                  <a:pt x="170993" y="146267"/>
                  <a:pt x="161776" y="149934"/>
                  <a:pt x="150876" y="149934"/>
                </a:cubicBezTo>
                <a:close/>
                <a:moveTo>
                  <a:pt x="150876" y="129817"/>
                </a:moveTo>
                <a:cubicBezTo>
                  <a:pt x="156116" y="129817"/>
                  <a:pt x="160514" y="128034"/>
                  <a:pt x="164080" y="124477"/>
                </a:cubicBezTo>
                <a:cubicBezTo>
                  <a:pt x="167427" y="120911"/>
                  <a:pt x="169109" y="116513"/>
                  <a:pt x="169109" y="111273"/>
                </a:cubicBezTo>
                <a:cubicBezTo>
                  <a:pt x="169109" y="106034"/>
                  <a:pt x="167427" y="101736"/>
                  <a:pt x="164080" y="98380"/>
                </a:cubicBezTo>
                <a:cubicBezTo>
                  <a:pt x="160514" y="94823"/>
                  <a:pt x="156116" y="93040"/>
                  <a:pt x="150876" y="93040"/>
                </a:cubicBezTo>
                <a:cubicBezTo>
                  <a:pt x="145847" y="93040"/>
                  <a:pt x="141549" y="94823"/>
                  <a:pt x="137992" y="98380"/>
                </a:cubicBezTo>
                <a:cubicBezTo>
                  <a:pt x="134426" y="101736"/>
                  <a:pt x="132643" y="106034"/>
                  <a:pt x="132643" y="111273"/>
                </a:cubicBezTo>
                <a:cubicBezTo>
                  <a:pt x="132643" y="116513"/>
                  <a:pt x="134426" y="120911"/>
                  <a:pt x="137992" y="124477"/>
                </a:cubicBezTo>
                <a:cubicBezTo>
                  <a:pt x="141339" y="128034"/>
                  <a:pt x="145636" y="129817"/>
                  <a:pt x="150876" y="129817"/>
                </a:cubicBezTo>
                <a:close/>
                <a:moveTo>
                  <a:pt x="150876" y="206828"/>
                </a:moveTo>
                <a:close/>
                <a:moveTo>
                  <a:pt x="150876" y="1115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741"/>
                </a:moveTo>
                <a:lnTo>
                  <a:pt x="148051" y="224741"/>
                </a:lnTo>
                <a:lnTo>
                  <a:pt x="148051" y="220343"/>
                </a:lnTo>
                <a:cubicBezTo>
                  <a:pt x="148051" y="216566"/>
                  <a:pt x="147109" y="213220"/>
                  <a:pt x="145216" y="210285"/>
                </a:cubicBezTo>
                <a:cubicBezTo>
                  <a:pt x="143332" y="207349"/>
                  <a:pt x="140918" y="205356"/>
                  <a:pt x="137992" y="204314"/>
                </a:cubicBezTo>
                <a:cubicBezTo>
                  <a:pt x="131280" y="202009"/>
                  <a:pt x="126041" y="200537"/>
                  <a:pt x="122274" y="199915"/>
                </a:cubicBezTo>
                <a:cubicBezTo>
                  <a:pt x="118497" y="199074"/>
                  <a:pt x="114830" y="198653"/>
                  <a:pt x="111273" y="198653"/>
                </a:cubicBezTo>
                <a:cubicBezTo>
                  <a:pt x="107287" y="198653"/>
                  <a:pt x="103099" y="199175"/>
                  <a:pt x="98700" y="200226"/>
                </a:cubicBezTo>
                <a:cubicBezTo>
                  <a:pt x="94092" y="201067"/>
                  <a:pt x="88953" y="202430"/>
                  <a:pt x="83293" y="204314"/>
                </a:cubicBezTo>
                <a:cubicBezTo>
                  <a:pt x="80156" y="205356"/>
                  <a:pt x="77642" y="207349"/>
                  <a:pt x="75749" y="210285"/>
                </a:cubicBezTo>
                <a:cubicBezTo>
                  <a:pt x="73865" y="213220"/>
                  <a:pt x="72923" y="216566"/>
                  <a:pt x="72923" y="220343"/>
                </a:cubicBezTo>
                <a:lnTo>
                  <a:pt x="72923" y="224741"/>
                </a:lnTo>
                <a:close/>
                <a:moveTo>
                  <a:pt x="186391" y="203683"/>
                </a:moveTo>
                <a:lnTo>
                  <a:pt x="224110" y="203683"/>
                </a:lnTo>
                <a:cubicBezTo>
                  <a:pt x="226415" y="203683"/>
                  <a:pt x="228307" y="202951"/>
                  <a:pt x="229770" y="201479"/>
                </a:cubicBezTo>
                <a:cubicBezTo>
                  <a:pt x="231243" y="200016"/>
                  <a:pt x="231974" y="198132"/>
                  <a:pt x="231974" y="195828"/>
                </a:cubicBezTo>
                <a:cubicBezTo>
                  <a:pt x="231974" y="193524"/>
                  <a:pt x="231243" y="191631"/>
                  <a:pt x="229770" y="190168"/>
                </a:cubicBezTo>
                <a:cubicBezTo>
                  <a:pt x="228307" y="188696"/>
                  <a:pt x="226415" y="187964"/>
                  <a:pt x="224110" y="187964"/>
                </a:cubicBezTo>
                <a:lnTo>
                  <a:pt x="186391" y="187964"/>
                </a:lnTo>
                <a:cubicBezTo>
                  <a:pt x="184087" y="187964"/>
                  <a:pt x="182203" y="188696"/>
                  <a:pt x="180740" y="190168"/>
                </a:cubicBezTo>
                <a:cubicBezTo>
                  <a:pt x="179268" y="191631"/>
                  <a:pt x="178537" y="193524"/>
                  <a:pt x="178537" y="195828"/>
                </a:cubicBezTo>
                <a:cubicBezTo>
                  <a:pt x="178537" y="198132"/>
                  <a:pt x="179268" y="200016"/>
                  <a:pt x="180740" y="201479"/>
                </a:cubicBezTo>
                <a:cubicBezTo>
                  <a:pt x="182203" y="202951"/>
                  <a:pt x="184087" y="203683"/>
                  <a:pt x="186391" y="203683"/>
                </a:cubicBezTo>
                <a:close/>
                <a:moveTo>
                  <a:pt x="123526" y="183255"/>
                </a:moveTo>
                <a:cubicBezTo>
                  <a:pt x="126672" y="179899"/>
                  <a:pt x="128245" y="175812"/>
                  <a:pt x="128245" y="170993"/>
                </a:cubicBezTo>
                <a:cubicBezTo>
                  <a:pt x="128245" y="166174"/>
                  <a:pt x="126672" y="162196"/>
                  <a:pt x="123526" y="159051"/>
                </a:cubicBezTo>
                <a:cubicBezTo>
                  <a:pt x="120180" y="155695"/>
                  <a:pt x="116092" y="154022"/>
                  <a:pt x="111273" y="154022"/>
                </a:cubicBezTo>
                <a:cubicBezTo>
                  <a:pt x="106454" y="154022"/>
                  <a:pt x="102468" y="155695"/>
                  <a:pt x="99331" y="159051"/>
                </a:cubicBezTo>
                <a:cubicBezTo>
                  <a:pt x="95975" y="162196"/>
                  <a:pt x="94302" y="166174"/>
                  <a:pt x="94302" y="170993"/>
                </a:cubicBezTo>
                <a:cubicBezTo>
                  <a:pt x="94302" y="175812"/>
                  <a:pt x="95975" y="179899"/>
                  <a:pt x="99331" y="183255"/>
                </a:cubicBezTo>
                <a:cubicBezTo>
                  <a:pt x="102468" y="186391"/>
                  <a:pt x="106454" y="187964"/>
                  <a:pt x="111273" y="187964"/>
                </a:cubicBezTo>
                <a:cubicBezTo>
                  <a:pt x="116092" y="187964"/>
                  <a:pt x="120180" y="186391"/>
                  <a:pt x="123526" y="183255"/>
                </a:cubicBezTo>
                <a:close/>
                <a:moveTo>
                  <a:pt x="186391" y="168167"/>
                </a:moveTo>
                <a:lnTo>
                  <a:pt x="224110" y="168167"/>
                </a:lnTo>
                <a:cubicBezTo>
                  <a:pt x="226415" y="168167"/>
                  <a:pt x="228307" y="167427"/>
                  <a:pt x="229770" y="165964"/>
                </a:cubicBezTo>
                <a:cubicBezTo>
                  <a:pt x="231243" y="164501"/>
                  <a:pt x="231974" y="162608"/>
                  <a:pt x="231974" y="160303"/>
                </a:cubicBezTo>
                <a:cubicBezTo>
                  <a:pt x="231974" y="157999"/>
                  <a:pt x="231243" y="156116"/>
                  <a:pt x="229770" y="154652"/>
                </a:cubicBezTo>
                <a:cubicBezTo>
                  <a:pt x="228307" y="153180"/>
                  <a:pt x="226415" y="152449"/>
                  <a:pt x="224110" y="152449"/>
                </a:cubicBezTo>
                <a:lnTo>
                  <a:pt x="186391" y="152449"/>
                </a:lnTo>
                <a:cubicBezTo>
                  <a:pt x="184087" y="152449"/>
                  <a:pt x="182203" y="153180"/>
                  <a:pt x="180740" y="154652"/>
                </a:cubicBezTo>
                <a:cubicBezTo>
                  <a:pt x="179268" y="156116"/>
                  <a:pt x="178537" y="157999"/>
                  <a:pt x="178537" y="160303"/>
                </a:cubicBezTo>
                <a:cubicBezTo>
                  <a:pt x="178537" y="162608"/>
                  <a:pt x="179268" y="164501"/>
                  <a:pt x="180740" y="165964"/>
                </a:cubicBezTo>
                <a:cubicBezTo>
                  <a:pt x="182203" y="167427"/>
                  <a:pt x="184087" y="168167"/>
                  <a:pt x="186391" y="168167"/>
                </a:cubicBezTo>
                <a:close/>
                <a:moveTo>
                  <a:pt x="44632" y="278490"/>
                </a:moveTo>
                <a:cubicBezTo>
                  <a:pt x="38981" y="278490"/>
                  <a:pt x="33952" y="276396"/>
                  <a:pt x="29544" y="272208"/>
                </a:cubicBezTo>
                <a:cubicBezTo>
                  <a:pt x="25356" y="267809"/>
                  <a:pt x="23262" y="262780"/>
                  <a:pt x="23262" y="257120"/>
                </a:cubicBezTo>
                <a:lnTo>
                  <a:pt x="23262" y="107497"/>
                </a:lnTo>
                <a:cubicBezTo>
                  <a:pt x="23262" y="101636"/>
                  <a:pt x="25356" y="96606"/>
                  <a:pt x="29544" y="92409"/>
                </a:cubicBezTo>
                <a:cubicBezTo>
                  <a:pt x="33952" y="88221"/>
                  <a:pt x="38981" y="86127"/>
                  <a:pt x="44632" y="86127"/>
                </a:cubicBezTo>
                <a:lnTo>
                  <a:pt x="120701" y="86127"/>
                </a:lnTo>
                <a:lnTo>
                  <a:pt x="120701" y="43379"/>
                </a:lnTo>
                <a:cubicBezTo>
                  <a:pt x="120701" y="37929"/>
                  <a:pt x="122694" y="33211"/>
                  <a:pt x="126672" y="29233"/>
                </a:cubicBezTo>
                <a:cubicBezTo>
                  <a:pt x="130659" y="25247"/>
                  <a:pt x="135368" y="23262"/>
                  <a:pt x="140818" y="23262"/>
                </a:cubicBezTo>
                <a:lnTo>
                  <a:pt x="160934" y="23262"/>
                </a:lnTo>
                <a:cubicBezTo>
                  <a:pt x="166384" y="23262"/>
                  <a:pt x="171093" y="25247"/>
                  <a:pt x="175080" y="29233"/>
                </a:cubicBezTo>
                <a:cubicBezTo>
                  <a:pt x="179058" y="33211"/>
                  <a:pt x="181051" y="37929"/>
                  <a:pt x="181051" y="43379"/>
                </a:cubicBezTo>
                <a:lnTo>
                  <a:pt x="181051" y="86127"/>
                </a:lnTo>
                <a:lnTo>
                  <a:pt x="257120" y="86127"/>
                </a:lnTo>
                <a:cubicBezTo>
                  <a:pt x="262981" y="86127"/>
                  <a:pt x="268011" y="88221"/>
                  <a:pt x="272208" y="92409"/>
                </a:cubicBezTo>
                <a:cubicBezTo>
                  <a:pt x="276396" y="96606"/>
                  <a:pt x="278490" y="101636"/>
                  <a:pt x="278490" y="107497"/>
                </a:cubicBezTo>
                <a:lnTo>
                  <a:pt x="278490" y="257120"/>
                </a:lnTo>
                <a:cubicBezTo>
                  <a:pt x="278490" y="262780"/>
                  <a:pt x="276396" y="267809"/>
                  <a:pt x="272208" y="272208"/>
                </a:cubicBezTo>
                <a:cubicBezTo>
                  <a:pt x="268011" y="276396"/>
                  <a:pt x="262981" y="278490"/>
                  <a:pt x="257120" y="278490"/>
                </a:cubicBezTo>
                <a:lnTo>
                  <a:pt x="44632" y="278490"/>
                </a:lnTo>
                <a:close/>
                <a:moveTo>
                  <a:pt x="44632" y="257120"/>
                </a:moveTo>
                <a:lnTo>
                  <a:pt x="257120" y="257120"/>
                </a:lnTo>
                <a:lnTo>
                  <a:pt x="257120" y="107497"/>
                </a:lnTo>
                <a:lnTo>
                  <a:pt x="181051" y="107497"/>
                </a:lnTo>
                <a:lnTo>
                  <a:pt x="181051" y="116933"/>
                </a:lnTo>
                <a:cubicBezTo>
                  <a:pt x="180841" y="123005"/>
                  <a:pt x="178637" y="127614"/>
                  <a:pt x="174449" y="130759"/>
                </a:cubicBezTo>
                <a:cubicBezTo>
                  <a:pt x="170472" y="134115"/>
                  <a:pt x="165964" y="135788"/>
                  <a:pt x="160934" y="135788"/>
                </a:cubicBezTo>
                <a:lnTo>
                  <a:pt x="140818" y="135788"/>
                </a:lnTo>
                <a:cubicBezTo>
                  <a:pt x="135788" y="135788"/>
                  <a:pt x="131180" y="134115"/>
                  <a:pt x="126992" y="130759"/>
                </a:cubicBezTo>
                <a:cubicBezTo>
                  <a:pt x="123005" y="127403"/>
                  <a:pt x="120911" y="122795"/>
                  <a:pt x="120701" y="116933"/>
                </a:cubicBezTo>
                <a:lnTo>
                  <a:pt x="120701" y="107497"/>
                </a:lnTo>
                <a:lnTo>
                  <a:pt x="44632" y="107497"/>
                </a:lnTo>
                <a:lnTo>
                  <a:pt x="44632" y="257120"/>
                </a:lnTo>
                <a:close/>
                <a:moveTo>
                  <a:pt x="141449" y="115041"/>
                </a:moveTo>
                <a:lnTo>
                  <a:pt x="160303" y="115041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5041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537" y="245178"/>
                </a:moveTo>
                <a:lnTo>
                  <a:pt x="189537" y="226945"/>
                </a:lnTo>
                <a:lnTo>
                  <a:pt x="161565" y="226945"/>
                </a:lnTo>
                <a:cubicBezTo>
                  <a:pt x="155695" y="226945"/>
                  <a:pt x="150666" y="224851"/>
                  <a:pt x="146478" y="220654"/>
                </a:cubicBezTo>
                <a:cubicBezTo>
                  <a:pt x="142281" y="216466"/>
                  <a:pt x="140187" y="211437"/>
                  <a:pt x="140187" y="205566"/>
                </a:cubicBezTo>
                <a:lnTo>
                  <a:pt x="140187" y="96186"/>
                </a:lnTo>
                <a:lnTo>
                  <a:pt x="112526" y="96186"/>
                </a:lnTo>
                <a:lnTo>
                  <a:pt x="112526" y="115982"/>
                </a:lnTo>
                <a:cubicBezTo>
                  <a:pt x="112526" y="121853"/>
                  <a:pt x="110542" y="126882"/>
                  <a:pt x="106555" y="131070"/>
                </a:cubicBezTo>
                <a:cubicBezTo>
                  <a:pt x="102367" y="135057"/>
                  <a:pt x="97338" y="137050"/>
                  <a:pt x="91467" y="137050"/>
                </a:cubicBezTo>
                <a:lnTo>
                  <a:pt x="43690" y="137050"/>
                </a:lnTo>
                <a:cubicBezTo>
                  <a:pt x="37618" y="137050"/>
                  <a:pt x="32479" y="134947"/>
                  <a:pt x="28292" y="130759"/>
                </a:cubicBezTo>
                <a:cubicBezTo>
                  <a:pt x="24094" y="126782"/>
                  <a:pt x="22000" y="121752"/>
                  <a:pt x="22000" y="115672"/>
                </a:cubicBezTo>
                <a:lnTo>
                  <a:pt x="22000" y="56894"/>
                </a:lnTo>
                <a:cubicBezTo>
                  <a:pt x="22000" y="51024"/>
                  <a:pt x="24094" y="45994"/>
                  <a:pt x="28292" y="41806"/>
                </a:cubicBezTo>
                <a:cubicBezTo>
                  <a:pt x="32479" y="37618"/>
                  <a:pt x="37618" y="35515"/>
                  <a:pt x="43690" y="35515"/>
                </a:cubicBezTo>
                <a:lnTo>
                  <a:pt x="91467" y="35515"/>
                </a:lnTo>
                <a:cubicBezTo>
                  <a:pt x="97338" y="35515"/>
                  <a:pt x="102367" y="37618"/>
                  <a:pt x="106555" y="41806"/>
                </a:cubicBezTo>
                <a:cubicBezTo>
                  <a:pt x="110542" y="45994"/>
                  <a:pt x="112526" y="50923"/>
                  <a:pt x="112526" y="56583"/>
                </a:cubicBezTo>
                <a:lnTo>
                  <a:pt x="112526" y="74807"/>
                </a:lnTo>
                <a:lnTo>
                  <a:pt x="189537" y="74807"/>
                </a:lnTo>
                <a:lnTo>
                  <a:pt x="189537" y="56583"/>
                </a:lnTo>
                <a:cubicBezTo>
                  <a:pt x="189537" y="50923"/>
                  <a:pt x="191530" y="45994"/>
                  <a:pt x="195508" y="41806"/>
                </a:cubicBezTo>
                <a:cubicBezTo>
                  <a:pt x="199705" y="37618"/>
                  <a:pt x="204734" y="35515"/>
                  <a:pt x="210595" y="35515"/>
                </a:cubicBezTo>
                <a:lnTo>
                  <a:pt x="258062" y="35515"/>
                </a:lnTo>
                <a:cubicBezTo>
                  <a:pt x="264134" y="35515"/>
                  <a:pt x="269273" y="37618"/>
                  <a:pt x="273460" y="41806"/>
                </a:cubicBezTo>
                <a:cubicBezTo>
                  <a:pt x="277658" y="45994"/>
                  <a:pt x="279752" y="51024"/>
                  <a:pt x="279752" y="56894"/>
                </a:cubicBezTo>
                <a:lnTo>
                  <a:pt x="279752" y="115672"/>
                </a:lnTo>
                <a:cubicBezTo>
                  <a:pt x="279752" y="121752"/>
                  <a:pt x="277658" y="126782"/>
                  <a:pt x="273460" y="130759"/>
                </a:cubicBezTo>
                <a:cubicBezTo>
                  <a:pt x="269273" y="134947"/>
                  <a:pt x="264134" y="137050"/>
                  <a:pt x="258062" y="137050"/>
                </a:cubicBezTo>
                <a:lnTo>
                  <a:pt x="210595" y="137050"/>
                </a:lnTo>
                <a:cubicBezTo>
                  <a:pt x="204734" y="137050"/>
                  <a:pt x="199705" y="135057"/>
                  <a:pt x="195508" y="131070"/>
                </a:cubicBezTo>
                <a:cubicBezTo>
                  <a:pt x="191530" y="126882"/>
                  <a:pt x="189537" y="121853"/>
                  <a:pt x="189537" y="115982"/>
                </a:cubicBezTo>
                <a:lnTo>
                  <a:pt x="189537" y="96186"/>
                </a:lnTo>
                <a:lnTo>
                  <a:pt x="161565" y="96186"/>
                </a:lnTo>
                <a:lnTo>
                  <a:pt x="161565" y="205566"/>
                </a:lnTo>
                <a:lnTo>
                  <a:pt x="189537" y="205566"/>
                </a:lnTo>
                <a:lnTo>
                  <a:pt x="189537" y="185770"/>
                </a:lnTo>
                <a:cubicBezTo>
                  <a:pt x="189537" y="179899"/>
                  <a:pt x="191530" y="174870"/>
                  <a:pt x="195508" y="170682"/>
                </a:cubicBezTo>
                <a:cubicBezTo>
                  <a:pt x="199705" y="166695"/>
                  <a:pt x="204734" y="164711"/>
                  <a:pt x="210595" y="164711"/>
                </a:cubicBezTo>
                <a:lnTo>
                  <a:pt x="258062" y="164711"/>
                </a:lnTo>
                <a:cubicBezTo>
                  <a:pt x="264134" y="164711"/>
                  <a:pt x="269273" y="166805"/>
                  <a:pt x="273460" y="170993"/>
                </a:cubicBezTo>
                <a:cubicBezTo>
                  <a:pt x="277658" y="175181"/>
                  <a:pt x="279752" y="180210"/>
                  <a:pt x="279752" y="186080"/>
                </a:cubicBezTo>
                <a:lnTo>
                  <a:pt x="279752" y="244858"/>
                </a:lnTo>
                <a:cubicBezTo>
                  <a:pt x="279752" y="250728"/>
                  <a:pt x="277658" y="255758"/>
                  <a:pt x="273460" y="259946"/>
                </a:cubicBezTo>
                <a:cubicBezTo>
                  <a:pt x="269273" y="264134"/>
                  <a:pt x="264134" y="266237"/>
                  <a:pt x="258062" y="266237"/>
                </a:cubicBezTo>
                <a:lnTo>
                  <a:pt x="210595" y="266237"/>
                </a:lnTo>
                <a:cubicBezTo>
                  <a:pt x="204734" y="266237"/>
                  <a:pt x="199705" y="264134"/>
                  <a:pt x="195508" y="259946"/>
                </a:cubicBezTo>
                <a:cubicBezTo>
                  <a:pt x="191530" y="255758"/>
                  <a:pt x="189537" y="250829"/>
                  <a:pt x="189537" y="245178"/>
                </a:cubicBezTo>
                <a:close/>
                <a:moveTo>
                  <a:pt x="43690" y="56894"/>
                </a:moveTo>
                <a:lnTo>
                  <a:pt x="43690" y="115672"/>
                </a:lnTo>
                <a:lnTo>
                  <a:pt x="43690" y="56894"/>
                </a:lnTo>
                <a:close/>
                <a:moveTo>
                  <a:pt x="210916" y="186080"/>
                </a:moveTo>
                <a:lnTo>
                  <a:pt x="210916" y="244858"/>
                </a:lnTo>
                <a:lnTo>
                  <a:pt x="210916" y="186080"/>
                </a:lnTo>
                <a:close/>
                <a:moveTo>
                  <a:pt x="210916" y="56894"/>
                </a:moveTo>
                <a:lnTo>
                  <a:pt x="210916" y="115672"/>
                </a:lnTo>
                <a:lnTo>
                  <a:pt x="210916" y="56894"/>
                </a:lnTo>
                <a:close/>
                <a:moveTo>
                  <a:pt x="210916" y="115672"/>
                </a:moveTo>
                <a:lnTo>
                  <a:pt x="258062" y="115672"/>
                </a:lnTo>
                <a:lnTo>
                  <a:pt x="258062" y="56894"/>
                </a:lnTo>
                <a:lnTo>
                  <a:pt x="210916" y="56894"/>
                </a:lnTo>
                <a:lnTo>
                  <a:pt x="210916" y="115672"/>
                </a:lnTo>
                <a:close/>
                <a:moveTo>
                  <a:pt x="210916" y="244858"/>
                </a:moveTo>
                <a:lnTo>
                  <a:pt x="258062" y="244858"/>
                </a:lnTo>
                <a:lnTo>
                  <a:pt x="258062" y="186080"/>
                </a:lnTo>
                <a:lnTo>
                  <a:pt x="210916" y="186080"/>
                </a:lnTo>
                <a:lnTo>
                  <a:pt x="210916" y="244858"/>
                </a:lnTo>
                <a:close/>
                <a:moveTo>
                  <a:pt x="43690" y="115672"/>
                </a:moveTo>
                <a:lnTo>
                  <a:pt x="91157" y="115672"/>
                </a:lnTo>
                <a:lnTo>
                  <a:pt x="91157" y="56894"/>
                </a:lnTo>
                <a:lnTo>
                  <a:pt x="43690" y="56894"/>
                </a:lnTo>
                <a:lnTo>
                  <a:pt x="43690" y="11567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320" y="255236"/>
                </a:moveTo>
                <a:lnTo>
                  <a:pt x="11320" y="235120"/>
                </a:lnTo>
                <a:cubicBezTo>
                  <a:pt x="11320" y="227366"/>
                  <a:pt x="13204" y="220974"/>
                  <a:pt x="16971" y="215945"/>
                </a:cubicBezTo>
                <a:cubicBezTo>
                  <a:pt x="20537" y="210916"/>
                  <a:pt x="25457" y="206929"/>
                  <a:pt x="31748" y="203993"/>
                </a:cubicBezTo>
                <a:cubicBezTo>
                  <a:pt x="43059" y="198553"/>
                  <a:pt x="55221" y="194045"/>
                  <a:pt x="68205" y="190479"/>
                </a:cubicBezTo>
                <a:cubicBezTo>
                  <a:pt x="81409" y="186922"/>
                  <a:pt x="96186" y="185139"/>
                  <a:pt x="112526" y="185139"/>
                </a:cubicBezTo>
                <a:cubicBezTo>
                  <a:pt x="128876" y="185139"/>
                  <a:pt x="143643" y="186922"/>
                  <a:pt x="156847" y="190479"/>
                </a:cubicBezTo>
                <a:cubicBezTo>
                  <a:pt x="170051" y="194045"/>
                  <a:pt x="182313" y="198553"/>
                  <a:pt x="193624" y="203993"/>
                </a:cubicBezTo>
                <a:cubicBezTo>
                  <a:pt x="199705" y="206929"/>
                  <a:pt x="204624" y="210916"/>
                  <a:pt x="208401" y="215945"/>
                </a:cubicBezTo>
                <a:cubicBezTo>
                  <a:pt x="211958" y="220974"/>
                  <a:pt x="213741" y="227366"/>
                  <a:pt x="213741" y="235120"/>
                </a:cubicBezTo>
                <a:lnTo>
                  <a:pt x="213741" y="255236"/>
                </a:lnTo>
                <a:cubicBezTo>
                  <a:pt x="213741" y="258163"/>
                  <a:pt x="212799" y="260677"/>
                  <a:pt x="210916" y="262780"/>
                </a:cubicBezTo>
                <a:cubicBezTo>
                  <a:pt x="208812" y="264874"/>
                  <a:pt x="206197" y="265917"/>
                  <a:pt x="203052" y="265917"/>
                </a:cubicBezTo>
                <a:lnTo>
                  <a:pt x="22000" y="265917"/>
                </a:lnTo>
                <a:cubicBezTo>
                  <a:pt x="19065" y="265917"/>
                  <a:pt x="16551" y="264874"/>
                  <a:pt x="14457" y="262780"/>
                </a:cubicBezTo>
                <a:cubicBezTo>
                  <a:pt x="12363" y="260677"/>
                  <a:pt x="11320" y="258163"/>
                  <a:pt x="11320" y="255236"/>
                </a:cubicBezTo>
                <a:close/>
                <a:moveTo>
                  <a:pt x="33001" y="244227"/>
                </a:moveTo>
                <a:lnTo>
                  <a:pt x="192371" y="244227"/>
                </a:lnTo>
                <a:lnTo>
                  <a:pt x="192371" y="235120"/>
                </a:lnTo>
                <a:cubicBezTo>
                  <a:pt x="192371" y="231974"/>
                  <a:pt x="191530" y="229460"/>
                  <a:pt x="189857" y="227576"/>
                </a:cubicBezTo>
                <a:cubicBezTo>
                  <a:pt x="187964" y="225683"/>
                  <a:pt x="185770" y="224220"/>
                  <a:pt x="183255" y="223168"/>
                </a:cubicBezTo>
                <a:cubicBezTo>
                  <a:pt x="174239" y="219191"/>
                  <a:pt x="164290" y="215414"/>
                  <a:pt x="153391" y="211857"/>
                </a:cubicBezTo>
                <a:cubicBezTo>
                  <a:pt x="142281" y="208291"/>
                  <a:pt x="128665" y="206508"/>
                  <a:pt x="112526" y="206508"/>
                </a:cubicBezTo>
                <a:cubicBezTo>
                  <a:pt x="96606" y="206508"/>
                  <a:pt x="83082" y="208291"/>
                  <a:pt x="71982" y="211857"/>
                </a:cubicBezTo>
                <a:cubicBezTo>
                  <a:pt x="61082" y="215414"/>
                  <a:pt x="51133" y="219191"/>
                  <a:pt x="42117" y="223168"/>
                </a:cubicBezTo>
                <a:cubicBezTo>
                  <a:pt x="39392" y="224220"/>
                  <a:pt x="37198" y="225683"/>
                  <a:pt x="35515" y="227576"/>
                </a:cubicBezTo>
                <a:cubicBezTo>
                  <a:pt x="33842" y="229460"/>
                  <a:pt x="33001" y="231974"/>
                  <a:pt x="33001" y="235120"/>
                </a:cubicBezTo>
                <a:lnTo>
                  <a:pt x="33001" y="244227"/>
                </a:lnTo>
                <a:close/>
                <a:moveTo>
                  <a:pt x="77322" y="152138"/>
                </a:moveTo>
                <a:cubicBezTo>
                  <a:pt x="68105" y="142912"/>
                  <a:pt x="63496" y="131390"/>
                  <a:pt x="63496" y="117555"/>
                </a:cubicBezTo>
                <a:lnTo>
                  <a:pt x="60350" y="117555"/>
                </a:lnTo>
                <a:cubicBezTo>
                  <a:pt x="58677" y="117555"/>
                  <a:pt x="57104" y="116824"/>
                  <a:pt x="55632" y="115361"/>
                </a:cubicBezTo>
                <a:cubicBezTo>
                  <a:pt x="54379" y="114099"/>
                  <a:pt x="53748" y="112526"/>
                  <a:pt x="53748" y="110642"/>
                </a:cubicBezTo>
                <a:cubicBezTo>
                  <a:pt x="53748" y="108969"/>
                  <a:pt x="54379" y="107396"/>
                  <a:pt x="55632" y="105924"/>
                </a:cubicBezTo>
                <a:cubicBezTo>
                  <a:pt x="57104" y="104671"/>
                  <a:pt x="58677" y="104040"/>
                  <a:pt x="60350" y="104040"/>
                </a:cubicBezTo>
                <a:lnTo>
                  <a:pt x="63496" y="104040"/>
                </a:lnTo>
                <a:cubicBezTo>
                  <a:pt x="63496" y="95244"/>
                  <a:pt x="65800" y="87380"/>
                  <a:pt x="70409" y="80467"/>
                </a:cubicBezTo>
                <a:cubicBezTo>
                  <a:pt x="74807" y="73554"/>
                  <a:pt x="80678" y="67995"/>
                  <a:pt x="88011" y="63807"/>
                </a:cubicBezTo>
                <a:lnTo>
                  <a:pt x="88011" y="76069"/>
                </a:lnTo>
                <a:cubicBezTo>
                  <a:pt x="88011" y="77532"/>
                  <a:pt x="88432" y="78684"/>
                  <a:pt x="89273" y="79525"/>
                </a:cubicBezTo>
                <a:cubicBezTo>
                  <a:pt x="90105" y="80367"/>
                  <a:pt x="91257" y="80778"/>
                  <a:pt x="92729" y="80778"/>
                </a:cubicBezTo>
                <a:cubicBezTo>
                  <a:pt x="94192" y="80778"/>
                  <a:pt x="95344" y="80367"/>
                  <a:pt x="96186" y="79525"/>
                </a:cubicBezTo>
                <a:cubicBezTo>
                  <a:pt x="97018" y="78684"/>
                  <a:pt x="97438" y="77532"/>
                  <a:pt x="97438" y="76069"/>
                </a:cubicBezTo>
                <a:lnTo>
                  <a:pt x="97438" y="60040"/>
                </a:lnTo>
                <a:cubicBezTo>
                  <a:pt x="99121" y="59619"/>
                  <a:pt x="101425" y="59198"/>
                  <a:pt x="104360" y="58778"/>
                </a:cubicBezTo>
                <a:cubicBezTo>
                  <a:pt x="107287" y="58567"/>
                  <a:pt x="110121" y="58467"/>
                  <a:pt x="112846" y="58467"/>
                </a:cubicBezTo>
                <a:cubicBezTo>
                  <a:pt x="115571" y="58467"/>
                  <a:pt x="118397" y="58567"/>
                  <a:pt x="121332" y="58778"/>
                </a:cubicBezTo>
                <a:cubicBezTo>
                  <a:pt x="124267" y="59198"/>
                  <a:pt x="126571" y="59619"/>
                  <a:pt x="128245" y="60040"/>
                </a:cubicBezTo>
                <a:lnTo>
                  <a:pt x="128245" y="76069"/>
                </a:lnTo>
                <a:cubicBezTo>
                  <a:pt x="128245" y="77532"/>
                  <a:pt x="128766" y="78684"/>
                  <a:pt x="129817" y="79525"/>
                </a:cubicBezTo>
                <a:cubicBezTo>
                  <a:pt x="130659" y="80367"/>
                  <a:pt x="131811" y="80778"/>
                  <a:pt x="133274" y="80778"/>
                </a:cubicBezTo>
                <a:cubicBezTo>
                  <a:pt x="134536" y="80778"/>
                  <a:pt x="135688" y="80367"/>
                  <a:pt x="136730" y="79525"/>
                </a:cubicBezTo>
                <a:cubicBezTo>
                  <a:pt x="137571" y="78684"/>
                  <a:pt x="137992" y="77532"/>
                  <a:pt x="137992" y="76069"/>
                </a:cubicBezTo>
                <a:lnTo>
                  <a:pt x="137992" y="63807"/>
                </a:lnTo>
                <a:cubicBezTo>
                  <a:pt x="145326" y="67995"/>
                  <a:pt x="151086" y="73554"/>
                  <a:pt x="155274" y="80467"/>
                </a:cubicBezTo>
                <a:cubicBezTo>
                  <a:pt x="159471" y="87380"/>
                  <a:pt x="161565" y="95244"/>
                  <a:pt x="161565" y="104040"/>
                </a:cubicBezTo>
                <a:lnTo>
                  <a:pt x="164711" y="104040"/>
                </a:lnTo>
                <a:cubicBezTo>
                  <a:pt x="166595" y="104040"/>
                  <a:pt x="168167" y="104671"/>
                  <a:pt x="169420" y="105924"/>
                </a:cubicBezTo>
                <a:cubicBezTo>
                  <a:pt x="170892" y="107396"/>
                  <a:pt x="171624" y="108969"/>
                  <a:pt x="171624" y="110642"/>
                </a:cubicBezTo>
                <a:cubicBezTo>
                  <a:pt x="171624" y="112526"/>
                  <a:pt x="170892" y="114209"/>
                  <a:pt x="169420" y="115672"/>
                </a:cubicBezTo>
                <a:cubicBezTo>
                  <a:pt x="168167" y="116933"/>
                  <a:pt x="166595" y="117555"/>
                  <a:pt x="164711" y="117555"/>
                </a:cubicBezTo>
                <a:lnTo>
                  <a:pt x="161565" y="117555"/>
                </a:lnTo>
                <a:cubicBezTo>
                  <a:pt x="161565" y="131390"/>
                  <a:pt x="157057" y="142912"/>
                  <a:pt x="148051" y="152138"/>
                </a:cubicBezTo>
                <a:cubicBezTo>
                  <a:pt x="138824" y="161565"/>
                  <a:pt x="126992" y="166274"/>
                  <a:pt x="112526" y="166274"/>
                </a:cubicBezTo>
                <a:cubicBezTo>
                  <a:pt x="98280" y="166274"/>
                  <a:pt x="86548" y="161565"/>
                  <a:pt x="77322" y="152138"/>
                </a:cubicBezTo>
                <a:close/>
                <a:moveTo>
                  <a:pt x="132963" y="137050"/>
                </a:moveTo>
                <a:cubicBezTo>
                  <a:pt x="137782" y="132021"/>
                  <a:pt x="140187" y="125419"/>
                  <a:pt x="140187" y="117244"/>
                </a:cubicBezTo>
                <a:lnTo>
                  <a:pt x="85186" y="117244"/>
                </a:lnTo>
                <a:cubicBezTo>
                  <a:pt x="85186" y="125419"/>
                  <a:pt x="87590" y="132021"/>
                  <a:pt x="92409" y="137050"/>
                </a:cubicBezTo>
                <a:cubicBezTo>
                  <a:pt x="97228" y="142079"/>
                  <a:pt x="103940" y="144594"/>
                  <a:pt x="112526" y="144594"/>
                </a:cubicBezTo>
                <a:cubicBezTo>
                  <a:pt x="121121" y="144594"/>
                  <a:pt x="127934" y="142079"/>
                  <a:pt x="132963" y="137050"/>
                </a:cubicBezTo>
                <a:close/>
                <a:moveTo>
                  <a:pt x="208712" y="179478"/>
                </a:moveTo>
                <a:lnTo>
                  <a:pt x="208401" y="176333"/>
                </a:lnTo>
                <a:cubicBezTo>
                  <a:pt x="206929" y="175501"/>
                  <a:pt x="205356" y="174559"/>
                  <a:pt x="203683" y="173507"/>
                </a:cubicBezTo>
                <a:cubicBezTo>
                  <a:pt x="202220" y="172456"/>
                  <a:pt x="200857" y="171413"/>
                  <a:pt x="199595" y="170362"/>
                </a:cubicBezTo>
                <a:lnTo>
                  <a:pt x="195828" y="172255"/>
                </a:lnTo>
                <a:cubicBezTo>
                  <a:pt x="194356" y="173087"/>
                  <a:pt x="192993" y="173297"/>
                  <a:pt x="191741" y="172876"/>
                </a:cubicBezTo>
                <a:cubicBezTo>
                  <a:pt x="190268" y="172456"/>
                  <a:pt x="189116" y="171624"/>
                  <a:pt x="188284" y="170362"/>
                </a:cubicBezTo>
                <a:lnTo>
                  <a:pt x="187964" y="169740"/>
                </a:lnTo>
                <a:cubicBezTo>
                  <a:pt x="186922" y="168268"/>
                  <a:pt x="186501" y="166805"/>
                  <a:pt x="186711" y="165333"/>
                </a:cubicBezTo>
                <a:cubicBezTo>
                  <a:pt x="187132" y="163659"/>
                  <a:pt x="187964" y="162297"/>
                  <a:pt x="189226" y="161245"/>
                </a:cubicBezTo>
                <a:lnTo>
                  <a:pt x="192682" y="158731"/>
                </a:lnTo>
                <a:cubicBezTo>
                  <a:pt x="192262" y="157899"/>
                  <a:pt x="192051" y="157167"/>
                  <a:pt x="192051" y="156536"/>
                </a:cubicBezTo>
                <a:lnTo>
                  <a:pt x="192051" y="151818"/>
                </a:lnTo>
                <a:cubicBezTo>
                  <a:pt x="192051" y="150977"/>
                  <a:pt x="192262" y="150144"/>
                  <a:pt x="192682" y="149303"/>
                </a:cubicBezTo>
                <a:lnTo>
                  <a:pt x="189226" y="146789"/>
                </a:lnTo>
                <a:cubicBezTo>
                  <a:pt x="187964" y="145746"/>
                  <a:pt x="187132" y="144484"/>
                  <a:pt x="186711" y="143021"/>
                </a:cubicBezTo>
                <a:cubicBezTo>
                  <a:pt x="186501" y="141549"/>
                  <a:pt x="186922" y="140086"/>
                  <a:pt x="187964" y="138614"/>
                </a:cubicBezTo>
                <a:lnTo>
                  <a:pt x="188284" y="137672"/>
                </a:lnTo>
                <a:cubicBezTo>
                  <a:pt x="189116" y="136419"/>
                  <a:pt x="190268" y="135578"/>
                  <a:pt x="191741" y="135157"/>
                </a:cubicBezTo>
                <a:cubicBezTo>
                  <a:pt x="192993" y="134737"/>
                  <a:pt x="194465" y="134947"/>
                  <a:pt x="196139" y="135788"/>
                </a:cubicBezTo>
                <a:lnTo>
                  <a:pt x="199595" y="137672"/>
                </a:lnTo>
                <a:lnTo>
                  <a:pt x="203993" y="134536"/>
                </a:lnTo>
                <a:cubicBezTo>
                  <a:pt x="205466" y="133484"/>
                  <a:pt x="206929" y="132542"/>
                  <a:pt x="208401" y="131701"/>
                </a:cubicBezTo>
                <a:lnTo>
                  <a:pt x="208712" y="128245"/>
                </a:lnTo>
                <a:cubicBezTo>
                  <a:pt x="208922" y="126571"/>
                  <a:pt x="209553" y="125209"/>
                  <a:pt x="210595" y="124157"/>
                </a:cubicBezTo>
                <a:cubicBezTo>
                  <a:pt x="211857" y="123115"/>
                  <a:pt x="213320" y="122584"/>
                  <a:pt x="215003" y="122584"/>
                </a:cubicBezTo>
                <a:lnTo>
                  <a:pt x="215625" y="122584"/>
                </a:lnTo>
                <a:cubicBezTo>
                  <a:pt x="217097" y="122584"/>
                  <a:pt x="218459" y="123215"/>
                  <a:pt x="219712" y="124477"/>
                </a:cubicBezTo>
                <a:cubicBezTo>
                  <a:pt x="220764" y="125520"/>
                  <a:pt x="221495" y="126882"/>
                  <a:pt x="221916" y="128555"/>
                </a:cubicBezTo>
                <a:lnTo>
                  <a:pt x="222227" y="131701"/>
                </a:lnTo>
                <a:cubicBezTo>
                  <a:pt x="223699" y="132542"/>
                  <a:pt x="225061" y="133484"/>
                  <a:pt x="226314" y="134536"/>
                </a:cubicBezTo>
                <a:cubicBezTo>
                  <a:pt x="227777" y="135578"/>
                  <a:pt x="229350" y="136630"/>
                  <a:pt x="231032" y="137672"/>
                </a:cubicBezTo>
                <a:lnTo>
                  <a:pt x="234489" y="135788"/>
                </a:lnTo>
                <a:cubicBezTo>
                  <a:pt x="235952" y="134947"/>
                  <a:pt x="237314" y="134737"/>
                  <a:pt x="238576" y="135157"/>
                </a:cubicBezTo>
                <a:cubicBezTo>
                  <a:pt x="240039" y="135578"/>
                  <a:pt x="241301" y="136419"/>
                  <a:pt x="242343" y="137672"/>
                </a:cubicBezTo>
                <a:lnTo>
                  <a:pt x="242663" y="138303"/>
                </a:lnTo>
                <a:cubicBezTo>
                  <a:pt x="243496" y="139766"/>
                  <a:pt x="243816" y="141339"/>
                  <a:pt x="243605" y="143021"/>
                </a:cubicBezTo>
                <a:cubicBezTo>
                  <a:pt x="243395" y="144484"/>
                  <a:pt x="242663" y="145746"/>
                  <a:pt x="241402" y="146789"/>
                </a:cubicBezTo>
                <a:lnTo>
                  <a:pt x="237945" y="149303"/>
                </a:lnTo>
                <a:cubicBezTo>
                  <a:pt x="238155" y="150144"/>
                  <a:pt x="238256" y="150977"/>
                  <a:pt x="238256" y="151818"/>
                </a:cubicBezTo>
                <a:cubicBezTo>
                  <a:pt x="238466" y="152449"/>
                  <a:pt x="238576" y="153180"/>
                  <a:pt x="238576" y="154022"/>
                </a:cubicBezTo>
                <a:cubicBezTo>
                  <a:pt x="238576" y="154854"/>
                  <a:pt x="238466" y="155695"/>
                  <a:pt x="238256" y="156536"/>
                </a:cubicBezTo>
                <a:cubicBezTo>
                  <a:pt x="238256" y="157167"/>
                  <a:pt x="238155" y="157899"/>
                  <a:pt x="237945" y="158731"/>
                </a:cubicBezTo>
                <a:lnTo>
                  <a:pt x="241402" y="161245"/>
                </a:lnTo>
                <a:cubicBezTo>
                  <a:pt x="242663" y="162297"/>
                  <a:pt x="243395" y="163550"/>
                  <a:pt x="243605" y="165022"/>
                </a:cubicBezTo>
                <a:cubicBezTo>
                  <a:pt x="243816" y="166485"/>
                  <a:pt x="243395" y="167957"/>
                  <a:pt x="242343" y="169420"/>
                </a:cubicBezTo>
                <a:lnTo>
                  <a:pt x="242343" y="170362"/>
                </a:lnTo>
                <a:cubicBezTo>
                  <a:pt x="241301" y="171624"/>
                  <a:pt x="240039" y="172456"/>
                  <a:pt x="238576" y="172876"/>
                </a:cubicBezTo>
                <a:cubicBezTo>
                  <a:pt x="237314" y="173297"/>
                  <a:pt x="235952" y="173087"/>
                  <a:pt x="234489" y="172255"/>
                </a:cubicBezTo>
                <a:lnTo>
                  <a:pt x="231032" y="170362"/>
                </a:lnTo>
                <a:cubicBezTo>
                  <a:pt x="229770" y="171413"/>
                  <a:pt x="228307" y="172456"/>
                  <a:pt x="226625" y="173507"/>
                </a:cubicBezTo>
                <a:cubicBezTo>
                  <a:pt x="225162" y="174559"/>
                  <a:pt x="223699" y="175501"/>
                  <a:pt x="222227" y="176333"/>
                </a:cubicBezTo>
                <a:lnTo>
                  <a:pt x="221916" y="179798"/>
                </a:lnTo>
                <a:cubicBezTo>
                  <a:pt x="221495" y="181472"/>
                  <a:pt x="220764" y="182834"/>
                  <a:pt x="219712" y="183877"/>
                </a:cubicBezTo>
                <a:cubicBezTo>
                  <a:pt x="218459" y="184928"/>
                  <a:pt x="217097" y="185449"/>
                  <a:pt x="215625" y="185449"/>
                </a:cubicBezTo>
                <a:lnTo>
                  <a:pt x="215003" y="185449"/>
                </a:lnTo>
                <a:cubicBezTo>
                  <a:pt x="213320" y="185449"/>
                  <a:pt x="211857" y="184928"/>
                  <a:pt x="210595" y="183877"/>
                </a:cubicBezTo>
                <a:cubicBezTo>
                  <a:pt x="209553" y="182624"/>
                  <a:pt x="208922" y="181152"/>
                  <a:pt x="208712" y="179478"/>
                </a:cubicBezTo>
                <a:close/>
                <a:moveTo>
                  <a:pt x="223799" y="162507"/>
                </a:moveTo>
                <a:cubicBezTo>
                  <a:pt x="226104" y="160203"/>
                  <a:pt x="227256" y="157368"/>
                  <a:pt x="227256" y="154022"/>
                </a:cubicBezTo>
                <a:cubicBezTo>
                  <a:pt x="227256" y="150666"/>
                  <a:pt x="226104" y="147840"/>
                  <a:pt x="223799" y="145536"/>
                </a:cubicBezTo>
                <a:cubicBezTo>
                  <a:pt x="221495" y="143232"/>
                  <a:pt x="218560" y="142079"/>
                  <a:pt x="215003" y="142079"/>
                </a:cubicBezTo>
                <a:cubicBezTo>
                  <a:pt x="211647" y="142079"/>
                  <a:pt x="208812" y="143232"/>
                  <a:pt x="206508" y="145536"/>
                </a:cubicBezTo>
                <a:cubicBezTo>
                  <a:pt x="204414" y="147840"/>
                  <a:pt x="203372" y="150666"/>
                  <a:pt x="203372" y="154022"/>
                </a:cubicBezTo>
                <a:cubicBezTo>
                  <a:pt x="203372" y="157368"/>
                  <a:pt x="204414" y="160203"/>
                  <a:pt x="206508" y="162507"/>
                </a:cubicBezTo>
                <a:cubicBezTo>
                  <a:pt x="208812" y="164811"/>
                  <a:pt x="211647" y="165964"/>
                  <a:pt x="215003" y="165964"/>
                </a:cubicBezTo>
                <a:cubicBezTo>
                  <a:pt x="218560" y="165964"/>
                  <a:pt x="221495" y="164811"/>
                  <a:pt x="223799" y="162507"/>
                </a:cubicBezTo>
                <a:close/>
                <a:moveTo>
                  <a:pt x="242033" y="112526"/>
                </a:moveTo>
                <a:lnTo>
                  <a:pt x="240460" y="105924"/>
                </a:lnTo>
                <a:cubicBezTo>
                  <a:pt x="238366" y="105092"/>
                  <a:pt x="236162" y="103940"/>
                  <a:pt x="233858" y="102468"/>
                </a:cubicBezTo>
                <a:cubicBezTo>
                  <a:pt x="231764" y="101005"/>
                  <a:pt x="229981" y="99432"/>
                  <a:pt x="228518" y="97759"/>
                </a:cubicBezTo>
                <a:lnTo>
                  <a:pt x="219712" y="100895"/>
                </a:lnTo>
                <a:cubicBezTo>
                  <a:pt x="218249" y="101316"/>
                  <a:pt x="216777" y="101316"/>
                  <a:pt x="215314" y="100895"/>
                </a:cubicBezTo>
                <a:cubicBezTo>
                  <a:pt x="214052" y="100483"/>
                  <a:pt x="213009" y="99642"/>
                  <a:pt x="212168" y="98380"/>
                </a:cubicBezTo>
                <a:lnTo>
                  <a:pt x="210916" y="96497"/>
                </a:lnTo>
                <a:cubicBezTo>
                  <a:pt x="210074" y="95034"/>
                  <a:pt x="209763" y="93561"/>
                  <a:pt x="209974" y="92098"/>
                </a:cubicBezTo>
                <a:cubicBezTo>
                  <a:pt x="210385" y="90626"/>
                  <a:pt x="211226" y="89373"/>
                  <a:pt x="212488" y="88322"/>
                </a:cubicBezTo>
                <a:lnTo>
                  <a:pt x="219401" y="82982"/>
                </a:lnTo>
                <a:cubicBezTo>
                  <a:pt x="218981" y="81930"/>
                  <a:pt x="218560" y="80778"/>
                  <a:pt x="218139" y="79525"/>
                </a:cubicBezTo>
                <a:cubicBezTo>
                  <a:pt x="217929" y="78263"/>
                  <a:pt x="217828" y="77011"/>
                  <a:pt x="217828" y="75749"/>
                </a:cubicBezTo>
                <a:cubicBezTo>
                  <a:pt x="217828" y="74496"/>
                  <a:pt x="217929" y="73234"/>
                  <a:pt x="218139" y="71982"/>
                </a:cubicBezTo>
                <a:cubicBezTo>
                  <a:pt x="218560" y="70720"/>
                  <a:pt x="218981" y="69568"/>
                  <a:pt x="219401" y="68525"/>
                </a:cubicBezTo>
                <a:lnTo>
                  <a:pt x="212488" y="63176"/>
                </a:lnTo>
                <a:cubicBezTo>
                  <a:pt x="211226" y="62133"/>
                  <a:pt x="210385" y="60771"/>
                  <a:pt x="209974" y="59098"/>
                </a:cubicBezTo>
                <a:cubicBezTo>
                  <a:pt x="209763" y="57625"/>
                  <a:pt x="210074" y="56263"/>
                  <a:pt x="210916" y="55010"/>
                </a:cubicBezTo>
                <a:lnTo>
                  <a:pt x="212168" y="53438"/>
                </a:lnTo>
                <a:cubicBezTo>
                  <a:pt x="213009" y="52176"/>
                  <a:pt x="214052" y="51234"/>
                  <a:pt x="215314" y="50603"/>
                </a:cubicBezTo>
                <a:cubicBezTo>
                  <a:pt x="216777" y="50191"/>
                  <a:pt x="218249" y="50191"/>
                  <a:pt x="219712" y="50603"/>
                </a:cubicBezTo>
                <a:lnTo>
                  <a:pt x="228518" y="53748"/>
                </a:lnTo>
                <a:cubicBezTo>
                  <a:pt x="229981" y="52075"/>
                  <a:pt x="231764" y="50393"/>
                  <a:pt x="233858" y="48719"/>
                </a:cubicBezTo>
                <a:cubicBezTo>
                  <a:pt x="236162" y="47256"/>
                  <a:pt x="238366" y="46205"/>
                  <a:pt x="240460" y="45574"/>
                </a:cubicBezTo>
                <a:lnTo>
                  <a:pt x="242033" y="38981"/>
                </a:lnTo>
                <a:cubicBezTo>
                  <a:pt x="242453" y="37719"/>
                  <a:pt x="243185" y="36667"/>
                  <a:pt x="244227" y="35835"/>
                </a:cubicBezTo>
                <a:cubicBezTo>
                  <a:pt x="245279" y="34994"/>
                  <a:pt x="246431" y="34573"/>
                  <a:pt x="247693" y="34573"/>
                </a:cubicBezTo>
                <a:lnTo>
                  <a:pt x="250829" y="34573"/>
                </a:lnTo>
                <a:cubicBezTo>
                  <a:pt x="252091" y="34573"/>
                  <a:pt x="253243" y="34994"/>
                  <a:pt x="254285" y="35835"/>
                </a:cubicBezTo>
                <a:cubicBezTo>
                  <a:pt x="255337" y="36667"/>
                  <a:pt x="256069" y="37719"/>
                  <a:pt x="256489" y="38981"/>
                </a:cubicBezTo>
                <a:lnTo>
                  <a:pt x="258062" y="45574"/>
                </a:lnTo>
                <a:cubicBezTo>
                  <a:pt x="260156" y="46205"/>
                  <a:pt x="262250" y="47256"/>
                  <a:pt x="264344" y="48719"/>
                </a:cubicBezTo>
                <a:cubicBezTo>
                  <a:pt x="266648" y="50393"/>
                  <a:pt x="268541" y="52075"/>
                  <a:pt x="270004" y="53748"/>
                </a:cubicBezTo>
                <a:lnTo>
                  <a:pt x="278810" y="50603"/>
                </a:lnTo>
                <a:cubicBezTo>
                  <a:pt x="280273" y="50191"/>
                  <a:pt x="281635" y="50191"/>
                  <a:pt x="282897" y="50603"/>
                </a:cubicBezTo>
                <a:cubicBezTo>
                  <a:pt x="284360" y="51024"/>
                  <a:pt x="285512" y="51865"/>
                  <a:pt x="286354" y="53117"/>
                </a:cubicBezTo>
                <a:lnTo>
                  <a:pt x="287606" y="55010"/>
                </a:lnTo>
                <a:cubicBezTo>
                  <a:pt x="288447" y="56473"/>
                  <a:pt x="288658" y="57936"/>
                  <a:pt x="288237" y="59409"/>
                </a:cubicBezTo>
                <a:cubicBezTo>
                  <a:pt x="288027" y="60872"/>
                  <a:pt x="287295" y="62133"/>
                  <a:pt x="286033" y="63176"/>
                </a:cubicBezTo>
                <a:lnTo>
                  <a:pt x="279121" y="68525"/>
                </a:lnTo>
                <a:cubicBezTo>
                  <a:pt x="279541" y="69568"/>
                  <a:pt x="279852" y="70720"/>
                  <a:pt x="280062" y="71982"/>
                </a:cubicBezTo>
                <a:cubicBezTo>
                  <a:pt x="280483" y="73234"/>
                  <a:pt x="280693" y="74496"/>
                  <a:pt x="280693" y="75749"/>
                </a:cubicBezTo>
                <a:cubicBezTo>
                  <a:pt x="280693" y="77011"/>
                  <a:pt x="280483" y="78263"/>
                  <a:pt x="280062" y="79525"/>
                </a:cubicBezTo>
                <a:cubicBezTo>
                  <a:pt x="279852" y="80778"/>
                  <a:pt x="279541" y="81930"/>
                  <a:pt x="279121" y="82982"/>
                </a:cubicBezTo>
                <a:lnTo>
                  <a:pt x="286033" y="88322"/>
                </a:lnTo>
                <a:cubicBezTo>
                  <a:pt x="287295" y="89373"/>
                  <a:pt x="288027" y="90626"/>
                  <a:pt x="288237" y="92098"/>
                </a:cubicBezTo>
                <a:cubicBezTo>
                  <a:pt x="288658" y="93772"/>
                  <a:pt x="288447" y="95244"/>
                  <a:pt x="287606" y="96497"/>
                </a:cubicBezTo>
                <a:lnTo>
                  <a:pt x="286354" y="98069"/>
                </a:lnTo>
                <a:cubicBezTo>
                  <a:pt x="285512" y="99331"/>
                  <a:pt x="284360" y="100163"/>
                  <a:pt x="282897" y="100584"/>
                </a:cubicBezTo>
                <a:cubicBezTo>
                  <a:pt x="281635" y="101215"/>
                  <a:pt x="280273" y="101316"/>
                  <a:pt x="278810" y="100895"/>
                </a:cubicBezTo>
                <a:lnTo>
                  <a:pt x="270004" y="97759"/>
                </a:lnTo>
                <a:cubicBezTo>
                  <a:pt x="268541" y="99432"/>
                  <a:pt x="266648" y="101005"/>
                  <a:pt x="264344" y="102468"/>
                </a:cubicBezTo>
                <a:cubicBezTo>
                  <a:pt x="262250" y="103940"/>
                  <a:pt x="260156" y="105092"/>
                  <a:pt x="258062" y="105924"/>
                </a:cubicBezTo>
                <a:lnTo>
                  <a:pt x="256489" y="112526"/>
                </a:lnTo>
                <a:cubicBezTo>
                  <a:pt x="256069" y="113788"/>
                  <a:pt x="255337" y="114830"/>
                  <a:pt x="254285" y="115672"/>
                </a:cubicBezTo>
                <a:cubicBezTo>
                  <a:pt x="253243" y="116513"/>
                  <a:pt x="252091" y="116933"/>
                  <a:pt x="250829" y="116933"/>
                </a:cubicBezTo>
                <a:lnTo>
                  <a:pt x="247693" y="116933"/>
                </a:lnTo>
                <a:cubicBezTo>
                  <a:pt x="246431" y="116933"/>
                  <a:pt x="245279" y="116513"/>
                  <a:pt x="244227" y="115672"/>
                </a:cubicBezTo>
                <a:cubicBezTo>
                  <a:pt x="243185" y="114830"/>
                  <a:pt x="242453" y="113788"/>
                  <a:pt x="242033" y="112526"/>
                </a:cubicBezTo>
                <a:close/>
                <a:moveTo>
                  <a:pt x="262149" y="88642"/>
                </a:moveTo>
                <a:cubicBezTo>
                  <a:pt x="265706" y="85286"/>
                  <a:pt x="267489" y="80988"/>
                  <a:pt x="267489" y="75749"/>
                </a:cubicBezTo>
                <a:cubicBezTo>
                  <a:pt x="267489" y="70509"/>
                  <a:pt x="265706" y="66111"/>
                  <a:pt x="262149" y="62554"/>
                </a:cubicBezTo>
                <a:cubicBezTo>
                  <a:pt x="258793" y="59198"/>
                  <a:pt x="254496" y="57525"/>
                  <a:pt x="249256" y="57525"/>
                </a:cubicBezTo>
                <a:cubicBezTo>
                  <a:pt x="244017" y="57525"/>
                  <a:pt x="239619" y="59198"/>
                  <a:pt x="236062" y="62554"/>
                </a:cubicBezTo>
                <a:cubicBezTo>
                  <a:pt x="232706" y="66111"/>
                  <a:pt x="231032" y="70509"/>
                  <a:pt x="231032" y="75749"/>
                </a:cubicBezTo>
                <a:cubicBezTo>
                  <a:pt x="231032" y="80988"/>
                  <a:pt x="232706" y="85286"/>
                  <a:pt x="236062" y="88642"/>
                </a:cubicBezTo>
                <a:cubicBezTo>
                  <a:pt x="239619" y="92199"/>
                  <a:pt x="244017" y="93982"/>
                  <a:pt x="249256" y="93982"/>
                </a:cubicBezTo>
                <a:cubicBezTo>
                  <a:pt x="254496" y="93982"/>
                  <a:pt x="258793" y="92199"/>
                  <a:pt x="262149" y="88642"/>
                </a:cubicBezTo>
                <a:close/>
                <a:moveTo>
                  <a:pt x="112526" y="244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5917"/>
                </a:moveTo>
                <a:cubicBezTo>
                  <a:pt x="144795" y="265917"/>
                  <a:pt x="142281" y="264874"/>
                  <a:pt x="140187" y="262780"/>
                </a:cubicBezTo>
                <a:cubicBezTo>
                  <a:pt x="138093" y="260677"/>
                  <a:pt x="137050" y="258163"/>
                  <a:pt x="137050" y="255236"/>
                </a:cubicBezTo>
                <a:cubicBezTo>
                  <a:pt x="137050" y="252091"/>
                  <a:pt x="138093" y="249576"/>
                  <a:pt x="140187" y="247693"/>
                </a:cubicBezTo>
                <a:cubicBezTo>
                  <a:pt x="142281" y="245590"/>
                  <a:pt x="144795" y="244547"/>
                  <a:pt x="147730" y="244547"/>
                </a:cubicBezTo>
                <a:lnTo>
                  <a:pt x="244547" y="244547"/>
                </a:lnTo>
                <a:lnTo>
                  <a:pt x="244547" y="148992"/>
                </a:lnTo>
                <a:cubicBezTo>
                  <a:pt x="244547" y="123426"/>
                  <a:pt x="235431" y="101736"/>
                  <a:pt x="217197" y="83924"/>
                </a:cubicBezTo>
                <a:cubicBezTo>
                  <a:pt x="198964" y="66321"/>
                  <a:pt x="176863" y="57525"/>
                  <a:pt x="150876" y="57525"/>
                </a:cubicBezTo>
                <a:cubicBezTo>
                  <a:pt x="124889" y="57525"/>
                  <a:pt x="102788" y="66321"/>
                  <a:pt x="84555" y="83924"/>
                </a:cubicBezTo>
                <a:cubicBezTo>
                  <a:pt x="66321" y="101736"/>
                  <a:pt x="57205" y="123426"/>
                  <a:pt x="57205" y="148992"/>
                </a:cubicBezTo>
                <a:lnTo>
                  <a:pt x="57205" y="220032"/>
                </a:lnTo>
                <a:cubicBezTo>
                  <a:pt x="57205" y="222126"/>
                  <a:pt x="56473" y="223900"/>
                  <a:pt x="55010" y="225372"/>
                </a:cubicBezTo>
                <a:cubicBezTo>
                  <a:pt x="53748" y="226835"/>
                  <a:pt x="51965" y="227576"/>
                  <a:pt x="49661" y="227576"/>
                </a:cubicBezTo>
                <a:lnTo>
                  <a:pt x="49350" y="227576"/>
                </a:lnTo>
                <a:cubicBezTo>
                  <a:pt x="42227" y="227576"/>
                  <a:pt x="36046" y="225061"/>
                  <a:pt x="30806" y="220032"/>
                </a:cubicBezTo>
                <a:cubicBezTo>
                  <a:pt x="25777" y="214793"/>
                  <a:pt x="23262" y="208611"/>
                  <a:pt x="23262" y="201479"/>
                </a:cubicBezTo>
                <a:lnTo>
                  <a:pt x="23262" y="175391"/>
                </a:lnTo>
                <a:cubicBezTo>
                  <a:pt x="23262" y="170993"/>
                  <a:pt x="24414" y="166805"/>
                  <a:pt x="26719" y="162818"/>
                </a:cubicBezTo>
                <a:cubicBezTo>
                  <a:pt x="28813" y="158840"/>
                  <a:pt x="31849" y="155695"/>
                  <a:pt x="35835" y="153391"/>
                </a:cubicBezTo>
                <a:lnTo>
                  <a:pt x="36466" y="139245"/>
                </a:lnTo>
                <a:cubicBezTo>
                  <a:pt x="37929" y="124578"/>
                  <a:pt x="41907" y="110953"/>
                  <a:pt x="48408" y="98380"/>
                </a:cubicBezTo>
                <a:cubicBezTo>
                  <a:pt x="55111" y="85807"/>
                  <a:pt x="63496" y="74807"/>
                  <a:pt x="73554" y="65380"/>
                </a:cubicBezTo>
                <a:cubicBezTo>
                  <a:pt x="83823" y="56162"/>
                  <a:pt x="95555" y="48930"/>
                  <a:pt x="108759" y="43690"/>
                </a:cubicBezTo>
                <a:cubicBezTo>
                  <a:pt x="122164" y="38451"/>
                  <a:pt x="136209" y="35835"/>
                  <a:pt x="150876" y="35835"/>
                </a:cubicBezTo>
                <a:cubicBezTo>
                  <a:pt x="165543" y="35835"/>
                  <a:pt x="179478" y="38451"/>
                  <a:pt x="192682" y="43690"/>
                </a:cubicBezTo>
                <a:cubicBezTo>
                  <a:pt x="205886" y="48930"/>
                  <a:pt x="217618" y="56162"/>
                  <a:pt x="227887" y="65380"/>
                </a:cubicBezTo>
                <a:cubicBezTo>
                  <a:pt x="238155" y="74597"/>
                  <a:pt x="246531" y="85496"/>
                  <a:pt x="253033" y="98069"/>
                </a:cubicBezTo>
                <a:cubicBezTo>
                  <a:pt x="259525" y="110642"/>
                  <a:pt x="263612" y="124267"/>
                  <a:pt x="265295" y="138934"/>
                </a:cubicBezTo>
                <a:lnTo>
                  <a:pt x="265917" y="152760"/>
                </a:lnTo>
                <a:cubicBezTo>
                  <a:pt x="269903" y="154854"/>
                  <a:pt x="273040" y="157789"/>
                  <a:pt x="275353" y="161565"/>
                </a:cubicBezTo>
                <a:cubicBezTo>
                  <a:pt x="277447" y="165543"/>
                  <a:pt x="278490" y="169630"/>
                  <a:pt x="278490" y="173818"/>
                </a:cubicBezTo>
                <a:lnTo>
                  <a:pt x="278490" y="203052"/>
                </a:lnTo>
                <a:cubicBezTo>
                  <a:pt x="278490" y="207459"/>
                  <a:pt x="277447" y="211647"/>
                  <a:pt x="275353" y="215625"/>
                </a:cubicBezTo>
                <a:cubicBezTo>
                  <a:pt x="273040" y="219611"/>
                  <a:pt x="269903" y="222647"/>
                  <a:pt x="265917" y="224741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648" y="263823"/>
                  <a:pt x="250728" y="265917"/>
                  <a:pt x="244858" y="265917"/>
                </a:cubicBezTo>
                <a:lnTo>
                  <a:pt x="147730" y="265917"/>
                </a:lnTo>
                <a:close/>
                <a:moveTo>
                  <a:pt x="106875" y="171624"/>
                </a:moveTo>
                <a:cubicBezTo>
                  <a:pt x="104982" y="169740"/>
                  <a:pt x="104040" y="167427"/>
                  <a:pt x="104040" y="164711"/>
                </a:cubicBezTo>
                <a:cubicBezTo>
                  <a:pt x="104040" y="161986"/>
                  <a:pt x="104982" y="159682"/>
                  <a:pt x="106875" y="157789"/>
                </a:cubicBezTo>
                <a:cubicBezTo>
                  <a:pt x="108759" y="155905"/>
                  <a:pt x="111063" y="154963"/>
                  <a:pt x="113788" y="154963"/>
                </a:cubicBezTo>
                <a:cubicBezTo>
                  <a:pt x="116723" y="154963"/>
                  <a:pt x="119027" y="155905"/>
                  <a:pt x="120701" y="157789"/>
                </a:cubicBezTo>
                <a:cubicBezTo>
                  <a:pt x="122584" y="159682"/>
                  <a:pt x="123526" y="161986"/>
                  <a:pt x="123526" y="164711"/>
                </a:cubicBezTo>
                <a:cubicBezTo>
                  <a:pt x="123526" y="167427"/>
                  <a:pt x="122584" y="169740"/>
                  <a:pt x="120701" y="171624"/>
                </a:cubicBezTo>
                <a:cubicBezTo>
                  <a:pt x="118817" y="173507"/>
                  <a:pt x="116513" y="174449"/>
                  <a:pt x="113788" y="174449"/>
                </a:cubicBezTo>
                <a:cubicBezTo>
                  <a:pt x="111063" y="174449"/>
                  <a:pt x="108759" y="173507"/>
                  <a:pt x="106875" y="171624"/>
                </a:cubicBezTo>
                <a:close/>
                <a:moveTo>
                  <a:pt x="181051" y="171624"/>
                </a:moveTo>
                <a:cubicBezTo>
                  <a:pt x="179168" y="169740"/>
                  <a:pt x="178226" y="167427"/>
                  <a:pt x="178226" y="164711"/>
                </a:cubicBezTo>
                <a:cubicBezTo>
                  <a:pt x="178226" y="161986"/>
                  <a:pt x="179168" y="159682"/>
                  <a:pt x="181051" y="157789"/>
                </a:cubicBezTo>
                <a:cubicBezTo>
                  <a:pt x="182935" y="155905"/>
                  <a:pt x="185239" y="154963"/>
                  <a:pt x="187964" y="154963"/>
                </a:cubicBezTo>
                <a:cubicBezTo>
                  <a:pt x="190689" y="154963"/>
                  <a:pt x="192993" y="155905"/>
                  <a:pt x="194886" y="157789"/>
                </a:cubicBezTo>
                <a:cubicBezTo>
                  <a:pt x="196770" y="159682"/>
                  <a:pt x="197712" y="161986"/>
                  <a:pt x="197712" y="164711"/>
                </a:cubicBezTo>
                <a:cubicBezTo>
                  <a:pt x="197712" y="167427"/>
                  <a:pt x="196770" y="169740"/>
                  <a:pt x="194886" y="171624"/>
                </a:cubicBezTo>
                <a:cubicBezTo>
                  <a:pt x="192993" y="173507"/>
                  <a:pt x="190689" y="174449"/>
                  <a:pt x="187964" y="174449"/>
                </a:cubicBezTo>
                <a:cubicBezTo>
                  <a:pt x="185029" y="174449"/>
                  <a:pt x="182725" y="173507"/>
                  <a:pt x="181051" y="171624"/>
                </a:cubicBezTo>
                <a:close/>
                <a:moveTo>
                  <a:pt x="76380" y="154963"/>
                </a:moveTo>
                <a:cubicBezTo>
                  <a:pt x="75127" y="133374"/>
                  <a:pt x="81830" y="114830"/>
                  <a:pt x="96497" y="99331"/>
                </a:cubicBezTo>
                <a:cubicBezTo>
                  <a:pt x="111374" y="83823"/>
                  <a:pt x="129708" y="76069"/>
                  <a:pt x="151507" y="76069"/>
                </a:cubicBezTo>
                <a:cubicBezTo>
                  <a:pt x="169530" y="76069"/>
                  <a:pt x="185139" y="82040"/>
                  <a:pt x="198343" y="93982"/>
                </a:cubicBezTo>
                <a:cubicBezTo>
                  <a:pt x="211537" y="105714"/>
                  <a:pt x="219611" y="120490"/>
                  <a:pt x="222547" y="138303"/>
                </a:cubicBezTo>
                <a:cubicBezTo>
                  <a:pt x="204314" y="138093"/>
                  <a:pt x="187653" y="133173"/>
                  <a:pt x="172566" y="123526"/>
                </a:cubicBezTo>
                <a:cubicBezTo>
                  <a:pt x="157478" y="113889"/>
                  <a:pt x="145636" y="101005"/>
                  <a:pt x="137050" y="84865"/>
                </a:cubicBezTo>
                <a:cubicBezTo>
                  <a:pt x="133694" y="101005"/>
                  <a:pt x="126571" y="115251"/>
                  <a:pt x="115672" y="127614"/>
                </a:cubicBezTo>
                <a:cubicBezTo>
                  <a:pt x="104982" y="139976"/>
                  <a:pt x="91888" y="149093"/>
                  <a:pt x="76380" y="15496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20654"/>
                </a:moveTo>
                <a:cubicBezTo>
                  <a:pt x="66431" y="218770"/>
                  <a:pt x="63706" y="216155"/>
                  <a:pt x="61612" y="212799"/>
                </a:cubicBezTo>
                <a:cubicBezTo>
                  <a:pt x="59719" y="209443"/>
                  <a:pt x="58778" y="205676"/>
                  <a:pt x="58778" y="201479"/>
                </a:cubicBezTo>
                <a:lnTo>
                  <a:pt x="58778" y="138934"/>
                </a:lnTo>
                <a:lnTo>
                  <a:pt x="28292" y="122584"/>
                </a:lnTo>
                <a:cubicBezTo>
                  <a:pt x="26408" y="121332"/>
                  <a:pt x="25045" y="119969"/>
                  <a:pt x="24204" y="118497"/>
                </a:cubicBezTo>
                <a:cubicBezTo>
                  <a:pt x="23153" y="116824"/>
                  <a:pt x="22631" y="115041"/>
                  <a:pt x="22631" y="113157"/>
                </a:cubicBezTo>
                <a:cubicBezTo>
                  <a:pt x="22631" y="111273"/>
                  <a:pt x="23153" y="109591"/>
                  <a:pt x="24204" y="108128"/>
                </a:cubicBezTo>
                <a:cubicBezTo>
                  <a:pt x="25045" y="106454"/>
                  <a:pt x="26408" y="104982"/>
                  <a:pt x="28292" y="103730"/>
                </a:cubicBezTo>
                <a:lnTo>
                  <a:pt x="140187" y="42437"/>
                </a:lnTo>
                <a:cubicBezTo>
                  <a:pt x="141869" y="41596"/>
                  <a:pt x="143543" y="40965"/>
                  <a:pt x="145216" y="40544"/>
                </a:cubicBezTo>
                <a:cubicBezTo>
                  <a:pt x="146898" y="40133"/>
                  <a:pt x="148672" y="39923"/>
                  <a:pt x="150565" y="39923"/>
                </a:cubicBezTo>
                <a:cubicBezTo>
                  <a:pt x="152449" y="39923"/>
                  <a:pt x="154232" y="40133"/>
                  <a:pt x="155905" y="40544"/>
                </a:cubicBezTo>
                <a:cubicBezTo>
                  <a:pt x="157579" y="40965"/>
                  <a:pt x="159261" y="41596"/>
                  <a:pt x="160934" y="42437"/>
                </a:cubicBezTo>
                <a:lnTo>
                  <a:pt x="285092" y="110011"/>
                </a:lnTo>
                <a:cubicBezTo>
                  <a:pt x="286975" y="111063"/>
                  <a:pt x="288447" y="112425"/>
                  <a:pt x="289490" y="114099"/>
                </a:cubicBezTo>
                <a:cubicBezTo>
                  <a:pt x="290331" y="115772"/>
                  <a:pt x="290752" y="117555"/>
                  <a:pt x="290752" y="119448"/>
                </a:cubicBezTo>
                <a:lnTo>
                  <a:pt x="290752" y="203372"/>
                </a:lnTo>
                <a:cubicBezTo>
                  <a:pt x="290752" y="206298"/>
                  <a:pt x="289810" y="208712"/>
                  <a:pt x="287926" y="210595"/>
                </a:cubicBezTo>
                <a:cubicBezTo>
                  <a:pt x="285823" y="212689"/>
                  <a:pt x="283309" y="213741"/>
                  <a:pt x="280382" y="213741"/>
                </a:cubicBezTo>
                <a:cubicBezTo>
                  <a:pt x="277447" y="213741"/>
                  <a:pt x="275033" y="212689"/>
                  <a:pt x="273150" y="210595"/>
                </a:cubicBezTo>
                <a:cubicBezTo>
                  <a:pt x="271266" y="208712"/>
                  <a:pt x="270324" y="206298"/>
                  <a:pt x="270324" y="203372"/>
                </a:cubicBezTo>
                <a:lnTo>
                  <a:pt x="270324" y="125099"/>
                </a:lnTo>
                <a:lnTo>
                  <a:pt x="242663" y="138934"/>
                </a:lnTo>
                <a:lnTo>
                  <a:pt x="242663" y="201479"/>
                </a:lnTo>
                <a:cubicBezTo>
                  <a:pt x="242663" y="205676"/>
                  <a:pt x="241612" y="209443"/>
                  <a:pt x="239518" y="212799"/>
                </a:cubicBezTo>
                <a:cubicBezTo>
                  <a:pt x="237424" y="216155"/>
                  <a:pt x="234699" y="218770"/>
                  <a:pt x="231343" y="220654"/>
                </a:cubicBezTo>
                <a:lnTo>
                  <a:pt x="160934" y="259004"/>
                </a:lnTo>
                <a:cubicBezTo>
                  <a:pt x="159261" y="260055"/>
                  <a:pt x="157579" y="260787"/>
                  <a:pt x="155905" y="261208"/>
                </a:cubicBezTo>
                <a:cubicBezTo>
                  <a:pt x="154232" y="261418"/>
                  <a:pt x="152449" y="261518"/>
                  <a:pt x="150565" y="261518"/>
                </a:cubicBezTo>
                <a:cubicBezTo>
                  <a:pt x="148672" y="261518"/>
                  <a:pt x="146898" y="261418"/>
                  <a:pt x="145216" y="261208"/>
                </a:cubicBezTo>
                <a:cubicBezTo>
                  <a:pt x="143543" y="260787"/>
                  <a:pt x="141869" y="260055"/>
                  <a:pt x="140187" y="259004"/>
                </a:cubicBezTo>
                <a:lnTo>
                  <a:pt x="69778" y="220654"/>
                </a:lnTo>
                <a:close/>
                <a:moveTo>
                  <a:pt x="150565" y="165964"/>
                </a:moveTo>
                <a:lnTo>
                  <a:pt x="247373" y="113157"/>
                </a:lnTo>
                <a:lnTo>
                  <a:pt x="150565" y="61292"/>
                </a:lnTo>
                <a:lnTo>
                  <a:pt x="54379" y="113157"/>
                </a:lnTo>
                <a:lnTo>
                  <a:pt x="150565" y="165964"/>
                </a:lnTo>
                <a:close/>
                <a:moveTo>
                  <a:pt x="150565" y="241402"/>
                </a:moveTo>
                <a:lnTo>
                  <a:pt x="221916" y="202110"/>
                </a:lnTo>
                <a:lnTo>
                  <a:pt x="221916" y="151507"/>
                </a:lnTo>
                <a:lnTo>
                  <a:pt x="160934" y="184197"/>
                </a:lnTo>
                <a:cubicBezTo>
                  <a:pt x="159261" y="185029"/>
                  <a:pt x="157579" y="185660"/>
                  <a:pt x="155905" y="186080"/>
                </a:cubicBezTo>
                <a:cubicBezTo>
                  <a:pt x="154232" y="186501"/>
                  <a:pt x="152449" y="186711"/>
                  <a:pt x="150565" y="186711"/>
                </a:cubicBezTo>
                <a:cubicBezTo>
                  <a:pt x="148672" y="186711"/>
                  <a:pt x="146898" y="186501"/>
                  <a:pt x="145216" y="186080"/>
                </a:cubicBezTo>
                <a:cubicBezTo>
                  <a:pt x="143753" y="185660"/>
                  <a:pt x="142180" y="185029"/>
                  <a:pt x="140507" y="184197"/>
                </a:cubicBezTo>
                <a:lnTo>
                  <a:pt x="79214" y="150876"/>
                </a:lnTo>
                <a:lnTo>
                  <a:pt x="79214" y="202110"/>
                </a:lnTo>
                <a:lnTo>
                  <a:pt x="150565" y="241402"/>
                </a:lnTo>
                <a:close/>
                <a:moveTo>
                  <a:pt x="150876" y="165964"/>
                </a:moveTo>
                <a:close/>
                <a:moveTo>
                  <a:pt x="150565" y="197081"/>
                </a:moveTo>
                <a:close/>
                <a:moveTo>
                  <a:pt x="150565" y="19708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07" y="257541"/>
                  <a:pt x="152760" y="257120"/>
                </a:cubicBezTo>
                <a:cubicBezTo>
                  <a:pt x="154232" y="256489"/>
                  <a:pt x="155384" y="255758"/>
                  <a:pt x="156216" y="254916"/>
                </a:cubicBezTo>
                <a:lnTo>
                  <a:pt x="261829" y="148992"/>
                </a:lnTo>
                <a:cubicBezTo>
                  <a:pt x="264554" y="146057"/>
                  <a:pt x="266648" y="142811"/>
                  <a:pt x="268120" y="139245"/>
                </a:cubicBezTo>
                <a:cubicBezTo>
                  <a:pt x="269583" y="135688"/>
                  <a:pt x="270324" y="131911"/>
                  <a:pt x="270324" y="127934"/>
                </a:cubicBezTo>
                <a:cubicBezTo>
                  <a:pt x="270324" y="124157"/>
                  <a:pt x="269583" y="120390"/>
                  <a:pt x="268120" y="116613"/>
                </a:cubicBezTo>
                <a:cubicBezTo>
                  <a:pt x="266648" y="112846"/>
                  <a:pt x="264554" y="109490"/>
                  <a:pt x="261829" y="106555"/>
                </a:cubicBezTo>
                <a:lnTo>
                  <a:pt x="207459" y="52176"/>
                </a:lnTo>
                <a:cubicBezTo>
                  <a:pt x="204524" y="49451"/>
                  <a:pt x="201269" y="47467"/>
                  <a:pt x="197712" y="46205"/>
                </a:cubicBezTo>
                <a:cubicBezTo>
                  <a:pt x="194145" y="44742"/>
                  <a:pt x="190479" y="44010"/>
                  <a:pt x="186711" y="44010"/>
                </a:cubicBezTo>
                <a:cubicBezTo>
                  <a:pt x="183145" y="44010"/>
                  <a:pt x="179588" y="44632"/>
                  <a:pt x="176022" y="45894"/>
                </a:cubicBezTo>
                <a:cubicBezTo>
                  <a:pt x="172456" y="47357"/>
                  <a:pt x="169319" y="49350"/>
                  <a:pt x="166595" y="51865"/>
                </a:cubicBezTo>
                <a:lnTo>
                  <a:pt x="161565" y="57205"/>
                </a:lnTo>
                <a:lnTo>
                  <a:pt x="186711" y="82351"/>
                </a:lnTo>
                <a:cubicBezTo>
                  <a:pt x="189436" y="85496"/>
                  <a:pt x="191951" y="89163"/>
                  <a:pt x="194255" y="93351"/>
                </a:cubicBezTo>
                <a:cubicBezTo>
                  <a:pt x="196349" y="97338"/>
                  <a:pt x="197401" y="101846"/>
                  <a:pt x="197401" y="106875"/>
                </a:cubicBezTo>
                <a:cubicBezTo>
                  <a:pt x="197401" y="115251"/>
                  <a:pt x="194145" y="122584"/>
                  <a:pt x="187653" y="128876"/>
                </a:cubicBezTo>
                <a:cubicBezTo>
                  <a:pt x="181152" y="135368"/>
                  <a:pt x="173718" y="138614"/>
                  <a:pt x="165333" y="138614"/>
                </a:cubicBezTo>
                <a:cubicBezTo>
                  <a:pt x="159883" y="138614"/>
                  <a:pt x="155274" y="137782"/>
                  <a:pt x="151507" y="136099"/>
                </a:cubicBezTo>
                <a:cubicBezTo>
                  <a:pt x="147941" y="134426"/>
                  <a:pt x="144594" y="132021"/>
                  <a:pt x="141449" y="128876"/>
                </a:cubicBezTo>
                <a:lnTo>
                  <a:pt x="118497" y="106244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215" y="138614"/>
                </a:lnTo>
                <a:cubicBezTo>
                  <a:pt x="114099" y="136730"/>
                  <a:pt x="116303" y="135788"/>
                  <a:pt x="118817" y="135788"/>
                </a:cubicBezTo>
                <a:cubicBezTo>
                  <a:pt x="121332" y="135788"/>
                  <a:pt x="123526" y="136840"/>
                  <a:pt x="125419" y="138934"/>
                </a:cubicBezTo>
                <a:cubicBezTo>
                  <a:pt x="127303" y="140818"/>
                  <a:pt x="128245" y="143021"/>
                  <a:pt x="128245" y="145536"/>
                </a:cubicBezTo>
                <a:cubicBezTo>
                  <a:pt x="128245" y="147840"/>
                  <a:pt x="127303" y="149934"/>
                  <a:pt x="125419" y="151818"/>
                </a:cubicBezTo>
                <a:lnTo>
                  <a:pt x="89895" y="187653"/>
                </a:lnTo>
                <a:cubicBezTo>
                  <a:pt x="8864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3993"/>
                  <a:pt x="99953" y="203372"/>
                </a:cubicBezTo>
                <a:cubicBezTo>
                  <a:pt x="101005" y="202951"/>
                  <a:pt x="102047" y="202320"/>
                  <a:pt x="103099" y="201479"/>
                </a:cubicBezTo>
                <a:lnTo>
                  <a:pt x="138934" y="165653"/>
                </a:lnTo>
                <a:cubicBezTo>
                  <a:pt x="140818" y="163760"/>
                  <a:pt x="143021" y="162818"/>
                  <a:pt x="145536" y="162818"/>
                </a:cubicBezTo>
                <a:cubicBezTo>
                  <a:pt x="148051" y="162818"/>
                  <a:pt x="150245" y="163760"/>
                  <a:pt x="152138" y="165653"/>
                </a:cubicBezTo>
                <a:cubicBezTo>
                  <a:pt x="154022" y="167536"/>
                  <a:pt x="154963" y="169740"/>
                  <a:pt x="154963" y="172255"/>
                </a:cubicBezTo>
                <a:cubicBezTo>
                  <a:pt x="154963" y="174769"/>
                  <a:pt x="154022" y="176964"/>
                  <a:pt x="152138" y="178847"/>
                </a:cubicBezTo>
                <a:lnTo>
                  <a:pt x="116303" y="214372"/>
                </a:lnTo>
                <a:cubicBezTo>
                  <a:pt x="115461" y="215204"/>
                  <a:pt x="114730" y="216356"/>
                  <a:pt x="114099" y="217828"/>
                </a:cubicBezTo>
                <a:cubicBezTo>
                  <a:pt x="11367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5333" y="192051"/>
                </a:lnTo>
                <a:cubicBezTo>
                  <a:pt x="167225" y="190168"/>
                  <a:pt x="169420" y="189327"/>
                  <a:pt x="171935" y="189537"/>
                </a:cubicBezTo>
                <a:cubicBezTo>
                  <a:pt x="174449" y="189537"/>
                  <a:pt x="176653" y="190378"/>
                  <a:pt x="178537" y="192051"/>
                </a:cubicBezTo>
                <a:cubicBezTo>
                  <a:pt x="180420" y="194145"/>
                  <a:pt x="181362" y="196450"/>
                  <a:pt x="181362" y="198964"/>
                </a:cubicBezTo>
                <a:cubicBezTo>
                  <a:pt x="181362" y="201269"/>
                  <a:pt x="180420" y="203372"/>
                  <a:pt x="178537" y="205255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8490"/>
                </a:moveTo>
                <a:cubicBezTo>
                  <a:pt x="142180" y="278490"/>
                  <a:pt x="135688" y="275874"/>
                  <a:pt x="129817" y="270635"/>
                </a:cubicBezTo>
                <a:cubicBezTo>
                  <a:pt x="124157" y="265395"/>
                  <a:pt x="120701" y="259004"/>
                  <a:pt x="119448" y="251460"/>
                </a:cubicBezTo>
                <a:cubicBezTo>
                  <a:pt x="112526" y="250207"/>
                  <a:pt x="106665" y="247162"/>
                  <a:pt x="101846" y="242343"/>
                </a:cubicBezTo>
                <a:cubicBezTo>
                  <a:pt x="97018" y="237525"/>
                  <a:pt x="93982" y="231654"/>
                  <a:pt x="92729" y="224741"/>
                </a:cubicBezTo>
                <a:cubicBezTo>
                  <a:pt x="85807" y="223489"/>
                  <a:pt x="80047" y="220444"/>
                  <a:pt x="75438" y="215625"/>
                </a:cubicBezTo>
                <a:cubicBezTo>
                  <a:pt x="70619" y="210595"/>
                  <a:pt x="67684" y="204734"/>
                  <a:pt x="66641" y="198022"/>
                </a:cubicBezTo>
                <a:cubicBezTo>
                  <a:pt x="58677" y="196770"/>
                  <a:pt x="52176" y="193414"/>
                  <a:pt x="47146" y="187964"/>
                </a:cubicBezTo>
                <a:cubicBezTo>
                  <a:pt x="42117" y="182313"/>
                  <a:pt x="39603" y="175711"/>
                  <a:pt x="39603" y="168167"/>
                </a:cubicBezTo>
                <a:cubicBezTo>
                  <a:pt x="39603" y="164391"/>
                  <a:pt x="40334" y="160624"/>
                  <a:pt x="41806" y="156847"/>
                </a:cubicBezTo>
                <a:cubicBezTo>
                  <a:pt x="43269" y="153080"/>
                  <a:pt x="45363" y="149824"/>
                  <a:pt x="48088" y="147109"/>
                </a:cubicBezTo>
                <a:lnTo>
                  <a:pt x="103409" y="91467"/>
                </a:lnTo>
                <a:cubicBezTo>
                  <a:pt x="107607" y="87490"/>
                  <a:pt x="112636" y="85496"/>
                  <a:pt x="118497" y="85496"/>
                </a:cubicBezTo>
                <a:cubicBezTo>
                  <a:pt x="124578" y="85496"/>
                  <a:pt x="129607" y="87490"/>
                  <a:pt x="133585" y="91467"/>
                </a:cubicBezTo>
                <a:lnTo>
                  <a:pt x="154332" y="112215"/>
                </a:lnTo>
                <a:cubicBezTo>
                  <a:pt x="156006" y="113889"/>
                  <a:pt x="157789" y="115251"/>
                  <a:pt x="159682" y="116303"/>
                </a:cubicBezTo>
                <a:cubicBezTo>
                  <a:pt x="161776" y="117135"/>
                  <a:pt x="163760" y="117555"/>
                  <a:pt x="165653" y="117555"/>
                </a:cubicBezTo>
                <a:cubicBezTo>
                  <a:pt x="168378" y="117555"/>
                  <a:pt x="170892" y="116403"/>
                  <a:pt x="173197" y="114099"/>
                </a:cubicBezTo>
                <a:cubicBezTo>
                  <a:pt x="175711" y="111584"/>
                  <a:pt x="176964" y="108969"/>
                  <a:pt x="176964" y="106244"/>
                </a:cubicBezTo>
                <a:cubicBezTo>
                  <a:pt x="176964" y="104982"/>
                  <a:pt x="176543" y="103620"/>
                  <a:pt x="175711" y="102157"/>
                </a:cubicBezTo>
                <a:cubicBezTo>
                  <a:pt x="174870" y="100483"/>
                  <a:pt x="173718" y="98801"/>
                  <a:pt x="172255" y="97128"/>
                </a:cubicBezTo>
                <a:lnTo>
                  <a:pt x="126992" y="52176"/>
                </a:lnTo>
                <a:cubicBezTo>
                  <a:pt x="124267" y="49451"/>
                  <a:pt x="121121" y="47357"/>
                  <a:pt x="117555" y="45894"/>
                </a:cubicBezTo>
                <a:cubicBezTo>
                  <a:pt x="113788" y="44632"/>
                  <a:pt x="110011" y="44010"/>
                  <a:pt x="106244" y="44010"/>
                </a:cubicBezTo>
                <a:cubicBezTo>
                  <a:pt x="102468" y="44010"/>
                  <a:pt x="98801" y="44632"/>
                  <a:pt x="95244" y="45894"/>
                </a:cubicBezTo>
                <a:cubicBezTo>
                  <a:pt x="91888" y="47357"/>
                  <a:pt x="88852" y="49350"/>
                  <a:pt x="86127" y="51865"/>
                </a:cubicBezTo>
                <a:lnTo>
                  <a:pt x="39292" y="99011"/>
                </a:lnTo>
                <a:cubicBezTo>
                  <a:pt x="35305" y="102998"/>
                  <a:pt x="32900" y="107817"/>
                  <a:pt x="32059" y="113468"/>
                </a:cubicBezTo>
                <a:cubicBezTo>
                  <a:pt x="31016" y="119338"/>
                  <a:pt x="31638" y="124788"/>
                  <a:pt x="33952" y="129817"/>
                </a:cubicBezTo>
                <a:cubicBezTo>
                  <a:pt x="34784" y="132542"/>
                  <a:pt x="34573" y="135157"/>
                  <a:pt x="33321" y="137672"/>
                </a:cubicBezTo>
                <a:cubicBezTo>
                  <a:pt x="32059" y="140187"/>
                  <a:pt x="30175" y="141869"/>
                  <a:pt x="27661" y="142701"/>
                </a:cubicBezTo>
                <a:cubicBezTo>
                  <a:pt x="25146" y="143753"/>
                  <a:pt x="22531" y="143643"/>
                  <a:pt x="19806" y="142390"/>
                </a:cubicBezTo>
                <a:cubicBezTo>
                  <a:pt x="17291" y="141128"/>
                  <a:pt x="15508" y="139144"/>
                  <a:pt x="14457" y="136419"/>
                </a:cubicBezTo>
                <a:cubicBezTo>
                  <a:pt x="11110" y="127193"/>
                  <a:pt x="10159" y="117976"/>
                  <a:pt x="11631" y="108759"/>
                </a:cubicBezTo>
                <a:cubicBezTo>
                  <a:pt x="13094" y="99532"/>
                  <a:pt x="17502" y="91367"/>
                  <a:pt x="24835" y="84244"/>
                </a:cubicBezTo>
                <a:lnTo>
                  <a:pt x="71351" y="37408"/>
                </a:lnTo>
                <a:cubicBezTo>
                  <a:pt x="76170" y="32790"/>
                  <a:pt x="81619" y="29334"/>
                  <a:pt x="87700" y="27030"/>
                </a:cubicBezTo>
                <a:cubicBezTo>
                  <a:pt x="93982" y="24725"/>
                  <a:pt x="100273" y="23573"/>
                  <a:pt x="106555" y="23573"/>
                </a:cubicBezTo>
                <a:cubicBezTo>
                  <a:pt x="113056" y="23573"/>
                  <a:pt x="119338" y="24725"/>
                  <a:pt x="125419" y="27030"/>
                </a:cubicBezTo>
                <a:cubicBezTo>
                  <a:pt x="131491" y="29334"/>
                  <a:pt x="136840" y="32790"/>
                  <a:pt x="141449" y="37408"/>
                </a:cubicBezTo>
                <a:lnTo>
                  <a:pt x="146789" y="42437"/>
                </a:lnTo>
                <a:lnTo>
                  <a:pt x="151818" y="37408"/>
                </a:lnTo>
                <a:cubicBezTo>
                  <a:pt x="156426" y="32790"/>
                  <a:pt x="161876" y="29334"/>
                  <a:pt x="168167" y="27030"/>
                </a:cubicBezTo>
                <a:cubicBezTo>
                  <a:pt x="174449" y="24725"/>
                  <a:pt x="180740" y="23573"/>
                  <a:pt x="187022" y="23573"/>
                </a:cubicBezTo>
                <a:cubicBezTo>
                  <a:pt x="193313" y="23573"/>
                  <a:pt x="199595" y="24835"/>
                  <a:pt x="205886" y="27350"/>
                </a:cubicBezTo>
                <a:cubicBezTo>
                  <a:pt x="211958" y="29654"/>
                  <a:pt x="217307" y="33110"/>
                  <a:pt x="221916" y="37719"/>
                </a:cubicBezTo>
                <a:lnTo>
                  <a:pt x="276606" y="92409"/>
                </a:lnTo>
                <a:cubicBezTo>
                  <a:pt x="281425" y="97228"/>
                  <a:pt x="284991" y="102788"/>
                  <a:pt x="287295" y="109070"/>
                </a:cubicBezTo>
                <a:cubicBezTo>
                  <a:pt x="289810" y="115361"/>
                  <a:pt x="291063" y="121643"/>
                  <a:pt x="291063" y="127934"/>
                </a:cubicBezTo>
                <a:cubicBezTo>
                  <a:pt x="291063" y="134426"/>
                  <a:pt x="289810" y="140818"/>
                  <a:pt x="287295" y="147109"/>
                </a:cubicBezTo>
                <a:cubicBezTo>
                  <a:pt x="284781" y="153391"/>
                  <a:pt x="281114" y="158941"/>
                  <a:pt x="276295" y="163760"/>
                </a:cubicBezTo>
                <a:lnTo>
                  <a:pt x="170682" y="269373"/>
                </a:lnTo>
                <a:cubicBezTo>
                  <a:pt x="167747" y="272308"/>
                  <a:pt x="164391" y="274512"/>
                  <a:pt x="160624" y="275975"/>
                </a:cubicBezTo>
                <a:cubicBezTo>
                  <a:pt x="157057" y="277447"/>
                  <a:pt x="153290" y="278179"/>
                  <a:pt x="149303" y="278179"/>
                </a:cubicBezTo>
                <a:close/>
                <a:moveTo>
                  <a:pt x="116613" y="10373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168"/>
                </a:lnTo>
                <a:cubicBezTo>
                  <a:pt x="141028" y="180631"/>
                  <a:pt x="141549" y="181892"/>
                  <a:pt x="142390" y="182935"/>
                </a:cubicBezTo>
                <a:cubicBezTo>
                  <a:pt x="143433" y="183776"/>
                  <a:pt x="144695" y="184197"/>
                  <a:pt x="146158" y="184197"/>
                </a:cubicBezTo>
                <a:lnTo>
                  <a:pt x="154963" y="184197"/>
                </a:lnTo>
                <a:cubicBezTo>
                  <a:pt x="156426" y="184197"/>
                  <a:pt x="157688" y="183776"/>
                  <a:pt x="158731" y="182935"/>
                </a:cubicBezTo>
                <a:cubicBezTo>
                  <a:pt x="159572" y="181892"/>
                  <a:pt x="160093" y="180631"/>
                  <a:pt x="160303" y="17916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2624" y="165964"/>
                </a:lnTo>
                <a:cubicBezTo>
                  <a:pt x="183877" y="166595"/>
                  <a:pt x="185139" y="166595"/>
                  <a:pt x="186391" y="165964"/>
                </a:cubicBezTo>
                <a:cubicBezTo>
                  <a:pt x="187443" y="165543"/>
                  <a:pt x="188385" y="164711"/>
                  <a:pt x="189226" y="163449"/>
                </a:cubicBezTo>
                <a:lnTo>
                  <a:pt x="193313" y="156536"/>
                </a:lnTo>
                <a:cubicBezTo>
                  <a:pt x="194145" y="155274"/>
                  <a:pt x="194465" y="154022"/>
                  <a:pt x="194255" y="152760"/>
                </a:cubicBezTo>
                <a:cubicBezTo>
                  <a:pt x="194045" y="151717"/>
                  <a:pt x="193414" y="150666"/>
                  <a:pt x="192371" y="149623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371" y="121963"/>
                </a:lnTo>
                <a:cubicBezTo>
                  <a:pt x="193414" y="120911"/>
                  <a:pt x="194045" y="119860"/>
                  <a:pt x="194255" y="118817"/>
                </a:cubicBezTo>
                <a:cubicBezTo>
                  <a:pt x="194465" y="117555"/>
                  <a:pt x="194145" y="116303"/>
                  <a:pt x="193313" y="115041"/>
                </a:cubicBezTo>
                <a:lnTo>
                  <a:pt x="189226" y="108128"/>
                </a:lnTo>
                <a:cubicBezTo>
                  <a:pt x="188385" y="106875"/>
                  <a:pt x="187443" y="106034"/>
                  <a:pt x="186391" y="105613"/>
                </a:cubicBezTo>
                <a:cubicBezTo>
                  <a:pt x="185139" y="104982"/>
                  <a:pt x="183877" y="104982"/>
                  <a:pt x="182624" y="105613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2409"/>
                </a:lnTo>
                <a:cubicBezTo>
                  <a:pt x="160093" y="90946"/>
                  <a:pt x="159572" y="89684"/>
                  <a:pt x="158731" y="88642"/>
                </a:cubicBezTo>
                <a:cubicBezTo>
                  <a:pt x="157688" y="87801"/>
                  <a:pt x="156536" y="87380"/>
                  <a:pt x="155274" y="87380"/>
                </a:cubicBezTo>
                <a:lnTo>
                  <a:pt x="146158" y="87380"/>
                </a:lnTo>
                <a:cubicBezTo>
                  <a:pt x="144695" y="87380"/>
                  <a:pt x="143433" y="87801"/>
                  <a:pt x="142390" y="88642"/>
                </a:cubicBezTo>
                <a:cubicBezTo>
                  <a:pt x="141549" y="89684"/>
                  <a:pt x="141028" y="90946"/>
                  <a:pt x="140818" y="92409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8497" y="105613"/>
                </a:lnTo>
                <a:cubicBezTo>
                  <a:pt x="117244" y="104982"/>
                  <a:pt x="115982" y="104982"/>
                  <a:pt x="114730" y="105613"/>
                </a:cubicBezTo>
                <a:cubicBezTo>
                  <a:pt x="113678" y="106034"/>
                  <a:pt x="112736" y="106875"/>
                  <a:pt x="111904" y="108128"/>
                </a:cubicBezTo>
                <a:lnTo>
                  <a:pt x="107817" y="115041"/>
                </a:lnTo>
                <a:cubicBezTo>
                  <a:pt x="106976" y="116303"/>
                  <a:pt x="106665" y="117555"/>
                  <a:pt x="106875" y="118817"/>
                </a:cubicBezTo>
                <a:cubicBezTo>
                  <a:pt x="107076" y="119860"/>
                  <a:pt x="107707" y="120911"/>
                  <a:pt x="108759" y="12196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759" y="149623"/>
                </a:lnTo>
                <a:cubicBezTo>
                  <a:pt x="107707" y="150666"/>
                  <a:pt x="107076" y="151717"/>
                  <a:pt x="106875" y="152760"/>
                </a:cubicBezTo>
                <a:cubicBezTo>
                  <a:pt x="106665" y="154022"/>
                  <a:pt x="106976" y="155274"/>
                  <a:pt x="107817" y="156536"/>
                </a:cubicBezTo>
                <a:lnTo>
                  <a:pt x="111904" y="163449"/>
                </a:lnTo>
                <a:cubicBezTo>
                  <a:pt x="112736" y="164711"/>
                  <a:pt x="113678" y="165543"/>
                  <a:pt x="114730" y="165964"/>
                </a:cubicBezTo>
                <a:cubicBezTo>
                  <a:pt x="115982" y="166595"/>
                  <a:pt x="117244" y="166595"/>
                  <a:pt x="118497" y="16596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3865" y="223168"/>
                </a:moveTo>
                <a:cubicBezTo>
                  <a:pt x="61923" y="212278"/>
                  <a:pt x="52596" y="199385"/>
                  <a:pt x="45894" y="184508"/>
                </a:cubicBezTo>
                <a:cubicBezTo>
                  <a:pt x="39392" y="169841"/>
                  <a:pt x="36146" y="154442"/>
                  <a:pt x="36146" y="138303"/>
                </a:cubicBezTo>
                <a:cubicBezTo>
                  <a:pt x="36146" y="106454"/>
                  <a:pt x="47256" y="79315"/>
                  <a:pt x="69467" y="56894"/>
                </a:cubicBezTo>
                <a:cubicBezTo>
                  <a:pt x="91888" y="34683"/>
                  <a:pt x="119027" y="23573"/>
                  <a:pt x="150876" y="23573"/>
                </a:cubicBezTo>
                <a:cubicBezTo>
                  <a:pt x="177485" y="23573"/>
                  <a:pt x="201067" y="31327"/>
                  <a:pt x="221596" y="46836"/>
                </a:cubicBezTo>
                <a:cubicBezTo>
                  <a:pt x="242133" y="62554"/>
                  <a:pt x="255438" y="82982"/>
                  <a:pt x="261518" y="108128"/>
                </a:cubicBezTo>
                <a:lnTo>
                  <a:pt x="279121" y="176964"/>
                </a:lnTo>
                <a:cubicBezTo>
                  <a:pt x="279962" y="180320"/>
                  <a:pt x="279331" y="183355"/>
                  <a:pt x="277237" y="186080"/>
                </a:cubicBezTo>
                <a:cubicBezTo>
                  <a:pt x="275143" y="188805"/>
                  <a:pt x="272308" y="190168"/>
                  <a:pt x="268751" y="190168"/>
                </a:cubicBezTo>
                <a:lnTo>
                  <a:pt x="240771" y="190168"/>
                </a:lnTo>
                <a:lnTo>
                  <a:pt x="240771" y="231654"/>
                </a:lnTo>
                <a:cubicBezTo>
                  <a:pt x="240771" y="237525"/>
                  <a:pt x="238677" y="242554"/>
                  <a:pt x="234489" y="246742"/>
                </a:cubicBezTo>
                <a:cubicBezTo>
                  <a:pt x="230292" y="250939"/>
                  <a:pt x="225162" y="253033"/>
                  <a:pt x="219081" y="253033"/>
                </a:cubicBezTo>
                <a:lnTo>
                  <a:pt x="190479" y="253033"/>
                </a:lnTo>
                <a:lnTo>
                  <a:pt x="190479" y="267489"/>
                </a:lnTo>
                <a:cubicBezTo>
                  <a:pt x="190479" y="270635"/>
                  <a:pt x="189327" y="273150"/>
                  <a:pt x="187022" y="275033"/>
                </a:cubicBezTo>
                <a:cubicBezTo>
                  <a:pt x="184928" y="277127"/>
                  <a:pt x="182414" y="278179"/>
                  <a:pt x="179478" y="278179"/>
                </a:cubicBezTo>
                <a:cubicBezTo>
                  <a:pt x="176543" y="278179"/>
                  <a:pt x="174029" y="277127"/>
                  <a:pt x="171935" y="275033"/>
                </a:cubicBezTo>
                <a:cubicBezTo>
                  <a:pt x="169841" y="273150"/>
                  <a:pt x="168789" y="270635"/>
                  <a:pt x="168789" y="267489"/>
                </a:cubicBezTo>
                <a:lnTo>
                  <a:pt x="168789" y="242343"/>
                </a:lnTo>
                <a:cubicBezTo>
                  <a:pt x="168789" y="239408"/>
                  <a:pt x="169841" y="236894"/>
                  <a:pt x="171935" y="234800"/>
                </a:cubicBezTo>
                <a:cubicBezTo>
                  <a:pt x="174029" y="232706"/>
                  <a:pt x="176543" y="231654"/>
                  <a:pt x="179478" y="231654"/>
                </a:cubicBezTo>
                <a:lnTo>
                  <a:pt x="219081" y="231654"/>
                </a:lnTo>
                <a:lnTo>
                  <a:pt x="219081" y="179478"/>
                </a:lnTo>
                <a:cubicBezTo>
                  <a:pt x="219081" y="176543"/>
                  <a:pt x="220133" y="174029"/>
                  <a:pt x="222227" y="171935"/>
                </a:cubicBezTo>
                <a:cubicBezTo>
                  <a:pt x="224321" y="169841"/>
                  <a:pt x="226835" y="168789"/>
                  <a:pt x="229770" y="168789"/>
                </a:cubicBezTo>
                <a:lnTo>
                  <a:pt x="254606" y="168789"/>
                </a:lnTo>
                <a:lnTo>
                  <a:pt x="240771" y="113468"/>
                </a:lnTo>
                <a:cubicBezTo>
                  <a:pt x="235741" y="93351"/>
                  <a:pt x="224851" y="76901"/>
                  <a:pt x="208081" y="64127"/>
                </a:cubicBezTo>
                <a:cubicBezTo>
                  <a:pt x="191320" y="51344"/>
                  <a:pt x="172255" y="44952"/>
                  <a:pt x="150876" y="44952"/>
                </a:cubicBezTo>
                <a:cubicBezTo>
                  <a:pt x="124889" y="44952"/>
                  <a:pt x="102888" y="53959"/>
                  <a:pt x="84865" y="71982"/>
                </a:cubicBezTo>
                <a:cubicBezTo>
                  <a:pt x="66641" y="89794"/>
                  <a:pt x="57525" y="111694"/>
                  <a:pt x="57525" y="137672"/>
                </a:cubicBezTo>
                <a:cubicBezTo>
                  <a:pt x="57525" y="150876"/>
                  <a:pt x="60250" y="163550"/>
                  <a:pt x="65690" y="175711"/>
                </a:cubicBezTo>
                <a:cubicBezTo>
                  <a:pt x="71140" y="187653"/>
                  <a:pt x="78894" y="198343"/>
                  <a:pt x="88953" y="207770"/>
                </a:cubicBezTo>
                <a:lnTo>
                  <a:pt x="95244" y="213741"/>
                </a:lnTo>
                <a:lnTo>
                  <a:pt x="95244" y="267489"/>
                </a:lnTo>
                <a:cubicBezTo>
                  <a:pt x="95244" y="270635"/>
                  <a:pt x="94192" y="273150"/>
                  <a:pt x="92098" y="275033"/>
                </a:cubicBezTo>
                <a:cubicBezTo>
                  <a:pt x="90004" y="277127"/>
                  <a:pt x="87490" y="278179"/>
                  <a:pt x="84555" y="278179"/>
                </a:cubicBezTo>
                <a:cubicBezTo>
                  <a:pt x="81409" y="278179"/>
                  <a:pt x="78794" y="277127"/>
                  <a:pt x="76700" y="275033"/>
                </a:cubicBezTo>
                <a:cubicBezTo>
                  <a:pt x="74807" y="273150"/>
                  <a:pt x="73865" y="270635"/>
                  <a:pt x="73865" y="267489"/>
                </a:cubicBezTo>
                <a:lnTo>
                  <a:pt x="73865" y="223168"/>
                </a:lnTo>
                <a:close/>
                <a:moveTo>
                  <a:pt x="156216" y="16156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952" y="278490"/>
                </a:moveTo>
                <a:cubicBezTo>
                  <a:pt x="39081" y="278490"/>
                  <a:pt x="34052" y="276295"/>
                  <a:pt x="29864" y="271888"/>
                </a:cubicBezTo>
                <a:cubicBezTo>
                  <a:pt x="25667" y="267700"/>
                  <a:pt x="23573" y="262671"/>
                  <a:pt x="23573" y="256800"/>
                </a:cubicBezTo>
                <a:lnTo>
                  <a:pt x="23573" y="138614"/>
                </a:lnTo>
                <a:cubicBezTo>
                  <a:pt x="23573" y="134216"/>
                  <a:pt x="24725" y="130238"/>
                  <a:pt x="27030" y="126672"/>
                </a:cubicBezTo>
                <a:cubicBezTo>
                  <a:pt x="29334" y="122905"/>
                  <a:pt x="32589" y="120180"/>
                  <a:pt x="36777" y="118497"/>
                </a:cubicBezTo>
                <a:lnTo>
                  <a:pt x="100584" y="91467"/>
                </a:lnTo>
                <a:cubicBezTo>
                  <a:pt x="104150" y="90004"/>
                  <a:pt x="107396" y="90315"/>
                  <a:pt x="110332" y="92409"/>
                </a:cubicBezTo>
                <a:cubicBezTo>
                  <a:pt x="113258" y="94302"/>
                  <a:pt x="114730" y="97018"/>
                  <a:pt x="114730" y="100584"/>
                </a:cubicBezTo>
                <a:lnTo>
                  <a:pt x="114730" y="110642"/>
                </a:lnTo>
                <a:lnTo>
                  <a:pt x="163138" y="91157"/>
                </a:lnTo>
                <a:cubicBezTo>
                  <a:pt x="166695" y="89684"/>
                  <a:pt x="170051" y="90105"/>
                  <a:pt x="173197" y="92409"/>
                </a:cubicBezTo>
                <a:cubicBezTo>
                  <a:pt x="176333" y="94503"/>
                  <a:pt x="177906" y="97438"/>
                  <a:pt x="177906" y="101215"/>
                </a:cubicBezTo>
                <a:lnTo>
                  <a:pt x="177906" y="124157"/>
                </a:lnTo>
                <a:lnTo>
                  <a:pt x="278490" y="124157"/>
                </a:lnTo>
                <a:lnTo>
                  <a:pt x="278490" y="256800"/>
                </a:lnTo>
                <a:cubicBezTo>
                  <a:pt x="278490" y="262671"/>
                  <a:pt x="276295" y="267700"/>
                  <a:pt x="271888" y="271888"/>
                </a:cubicBezTo>
                <a:cubicBezTo>
                  <a:pt x="267700" y="276295"/>
                  <a:pt x="262671" y="278490"/>
                  <a:pt x="256800" y="278490"/>
                </a:cubicBezTo>
                <a:lnTo>
                  <a:pt x="44952" y="278490"/>
                </a:lnTo>
                <a:close/>
                <a:moveTo>
                  <a:pt x="44952" y="256800"/>
                </a:moveTo>
                <a:lnTo>
                  <a:pt x="256800" y="256800"/>
                </a:lnTo>
                <a:lnTo>
                  <a:pt x="256800" y="145536"/>
                </a:lnTo>
                <a:lnTo>
                  <a:pt x="156847" y="145536"/>
                </a:lnTo>
                <a:lnTo>
                  <a:pt x="156847" y="116933"/>
                </a:lnTo>
                <a:lnTo>
                  <a:pt x="93982" y="142079"/>
                </a:lnTo>
                <a:lnTo>
                  <a:pt x="93982" y="117244"/>
                </a:lnTo>
                <a:lnTo>
                  <a:pt x="44952" y="138934"/>
                </a:lnTo>
                <a:lnTo>
                  <a:pt x="44952" y="256800"/>
                </a:lnTo>
                <a:close/>
                <a:moveTo>
                  <a:pt x="140507" y="226314"/>
                </a:moveTo>
                <a:lnTo>
                  <a:pt x="161245" y="226314"/>
                </a:lnTo>
                <a:lnTo>
                  <a:pt x="161245" y="176022"/>
                </a:lnTo>
                <a:lnTo>
                  <a:pt x="140507" y="176022"/>
                </a:lnTo>
                <a:lnTo>
                  <a:pt x="140507" y="226314"/>
                </a:lnTo>
                <a:close/>
                <a:moveTo>
                  <a:pt x="89584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89584" y="176022"/>
                </a:lnTo>
                <a:lnTo>
                  <a:pt x="89584" y="226314"/>
                </a:lnTo>
                <a:close/>
                <a:moveTo>
                  <a:pt x="191741" y="226314"/>
                </a:moveTo>
                <a:lnTo>
                  <a:pt x="212488" y="226314"/>
                </a:lnTo>
                <a:lnTo>
                  <a:pt x="212488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8490" y="124157"/>
                </a:moveTo>
                <a:lnTo>
                  <a:pt x="219712" y="124157"/>
                </a:lnTo>
                <a:lnTo>
                  <a:pt x="231343" y="33321"/>
                </a:lnTo>
                <a:cubicBezTo>
                  <a:pt x="231764" y="30596"/>
                  <a:pt x="232916" y="28292"/>
                  <a:pt x="234800" y="26408"/>
                </a:cubicBezTo>
                <a:cubicBezTo>
                  <a:pt x="236683" y="24725"/>
                  <a:pt x="238988" y="23893"/>
                  <a:pt x="241712" y="23893"/>
                </a:cubicBezTo>
                <a:lnTo>
                  <a:pt x="256178" y="23893"/>
                </a:lnTo>
                <a:cubicBezTo>
                  <a:pt x="258903" y="23893"/>
                  <a:pt x="261208" y="24725"/>
                  <a:pt x="263091" y="26408"/>
                </a:cubicBezTo>
                <a:cubicBezTo>
                  <a:pt x="264975" y="28292"/>
                  <a:pt x="266237" y="30486"/>
                  <a:pt x="266858" y="33001"/>
                </a:cubicBezTo>
                <a:lnTo>
                  <a:pt x="278490" y="1241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2554" y="245178"/>
                </a:moveTo>
                <a:cubicBezTo>
                  <a:pt x="237131" y="225473"/>
                  <a:pt x="261820" y="177256"/>
                  <a:pt x="251753" y="129580"/>
                </a:cubicBezTo>
                <a:cubicBezTo>
                  <a:pt x="241685" y="81894"/>
                  <a:pt x="199604" y="47777"/>
                  <a:pt x="150876" y="47777"/>
                </a:cubicBezTo>
                <a:cubicBezTo>
                  <a:pt x="102148" y="47777"/>
                  <a:pt x="60067" y="81894"/>
                  <a:pt x="49999" y="129580"/>
                </a:cubicBezTo>
                <a:cubicBezTo>
                  <a:pt x="39932" y="177256"/>
                  <a:pt x="64621" y="225473"/>
                  <a:pt x="109198" y="245178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2566"/>
                </a:moveTo>
                <a:lnTo>
                  <a:pt x="118497" y="129506"/>
                </a:lnTo>
                <a:cubicBezTo>
                  <a:pt x="118497" y="126571"/>
                  <a:pt x="119549" y="124057"/>
                  <a:pt x="121643" y="121963"/>
                </a:cubicBezTo>
                <a:cubicBezTo>
                  <a:pt x="123737" y="119860"/>
                  <a:pt x="126251" y="118817"/>
                  <a:pt x="129186" y="118817"/>
                </a:cubicBezTo>
                <a:lnTo>
                  <a:pt x="172255" y="118817"/>
                </a:lnTo>
                <a:cubicBezTo>
                  <a:pt x="175181" y="118817"/>
                  <a:pt x="177695" y="119860"/>
                  <a:pt x="179798" y="121963"/>
                </a:cubicBezTo>
                <a:cubicBezTo>
                  <a:pt x="181892" y="124057"/>
                  <a:pt x="182935" y="126571"/>
                  <a:pt x="182935" y="129506"/>
                </a:cubicBezTo>
                <a:lnTo>
                  <a:pt x="182935" y="172566"/>
                </a:lnTo>
                <a:cubicBezTo>
                  <a:pt x="182935" y="175501"/>
                  <a:pt x="181892" y="178015"/>
                  <a:pt x="179798" y="180109"/>
                </a:cubicBezTo>
                <a:cubicBezTo>
                  <a:pt x="177695" y="182203"/>
                  <a:pt x="175181" y="183255"/>
                  <a:pt x="172255" y="183255"/>
                </a:cubicBezTo>
                <a:lnTo>
                  <a:pt x="129186" y="183255"/>
                </a:lnTo>
                <a:cubicBezTo>
                  <a:pt x="126251" y="183255"/>
                  <a:pt x="123737" y="182203"/>
                  <a:pt x="121643" y="180109"/>
                </a:cubicBezTo>
                <a:cubicBezTo>
                  <a:pt x="119549" y="178015"/>
                  <a:pt x="118497" y="175501"/>
                  <a:pt x="118497" y="172566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1904" y="256800"/>
                </a:moveTo>
                <a:lnTo>
                  <a:pt x="111904" y="240771"/>
                </a:lnTo>
                <a:lnTo>
                  <a:pt x="82351" y="240771"/>
                </a:lnTo>
                <a:cubicBezTo>
                  <a:pt x="76700" y="240771"/>
                  <a:pt x="71671" y="238677"/>
                  <a:pt x="67263" y="234489"/>
                </a:cubicBezTo>
                <a:cubicBezTo>
                  <a:pt x="63075" y="230090"/>
                  <a:pt x="60981" y="225061"/>
                  <a:pt x="60981" y="219401"/>
                </a:cubicBezTo>
                <a:lnTo>
                  <a:pt x="60981" y="189857"/>
                </a:lnTo>
                <a:lnTo>
                  <a:pt x="44952" y="189857"/>
                </a:lnTo>
                <a:cubicBezTo>
                  <a:pt x="42017" y="189857"/>
                  <a:pt x="39603" y="188906"/>
                  <a:pt x="37719" y="187022"/>
                </a:cubicBezTo>
                <a:cubicBezTo>
                  <a:pt x="35835" y="185139"/>
                  <a:pt x="34894" y="182725"/>
                  <a:pt x="34894" y="179798"/>
                </a:cubicBezTo>
                <a:cubicBezTo>
                  <a:pt x="34894" y="177074"/>
                  <a:pt x="35835" y="174769"/>
                  <a:pt x="37719" y="172876"/>
                </a:cubicBezTo>
                <a:cubicBezTo>
                  <a:pt x="39603" y="170993"/>
                  <a:pt x="42017" y="170051"/>
                  <a:pt x="44952" y="170051"/>
                </a:cubicBezTo>
                <a:lnTo>
                  <a:pt x="60981" y="170051"/>
                </a:lnTo>
                <a:lnTo>
                  <a:pt x="60981" y="130448"/>
                </a:lnTo>
                <a:lnTo>
                  <a:pt x="44952" y="130448"/>
                </a:lnTo>
                <a:cubicBezTo>
                  <a:pt x="42017" y="130448"/>
                  <a:pt x="39603" y="129397"/>
                  <a:pt x="37719" y="127303"/>
                </a:cubicBezTo>
                <a:cubicBezTo>
                  <a:pt x="35835" y="125419"/>
                  <a:pt x="34894" y="123115"/>
                  <a:pt x="34894" y="120390"/>
                </a:cubicBezTo>
                <a:cubicBezTo>
                  <a:pt x="34894" y="117665"/>
                  <a:pt x="35835" y="115361"/>
                  <a:pt x="37719" y="113468"/>
                </a:cubicBezTo>
                <a:cubicBezTo>
                  <a:pt x="39603" y="111584"/>
                  <a:pt x="42017" y="110642"/>
                  <a:pt x="44952" y="110642"/>
                </a:cubicBezTo>
                <a:lnTo>
                  <a:pt x="60981" y="110642"/>
                </a:lnTo>
                <a:lnTo>
                  <a:pt x="60981" y="81098"/>
                </a:lnTo>
                <a:cubicBezTo>
                  <a:pt x="60981" y="75228"/>
                  <a:pt x="63075" y="70198"/>
                  <a:pt x="67263" y="66011"/>
                </a:cubicBezTo>
                <a:cubicBezTo>
                  <a:pt x="71671" y="61813"/>
                  <a:pt x="76700" y="59719"/>
                  <a:pt x="82351" y="59719"/>
                </a:cubicBezTo>
                <a:lnTo>
                  <a:pt x="111904" y="59719"/>
                </a:lnTo>
                <a:lnTo>
                  <a:pt x="111904" y="44632"/>
                </a:lnTo>
                <a:cubicBezTo>
                  <a:pt x="111904" y="41907"/>
                  <a:pt x="112846" y="39603"/>
                  <a:pt x="114730" y="37719"/>
                </a:cubicBezTo>
                <a:cubicBezTo>
                  <a:pt x="116613" y="35835"/>
                  <a:pt x="119027" y="34894"/>
                  <a:pt x="121963" y="34894"/>
                </a:cubicBezTo>
                <a:cubicBezTo>
                  <a:pt x="124678" y="34894"/>
                  <a:pt x="126992" y="35835"/>
                  <a:pt x="128876" y="37719"/>
                </a:cubicBezTo>
                <a:cubicBezTo>
                  <a:pt x="130759" y="39603"/>
                  <a:pt x="131701" y="41907"/>
                  <a:pt x="131701" y="44632"/>
                </a:cubicBezTo>
                <a:lnTo>
                  <a:pt x="131701" y="59719"/>
                </a:lnTo>
                <a:lnTo>
                  <a:pt x="171304" y="59719"/>
                </a:lnTo>
                <a:lnTo>
                  <a:pt x="171304" y="44632"/>
                </a:lnTo>
                <a:cubicBezTo>
                  <a:pt x="171304" y="41907"/>
                  <a:pt x="172355" y="39603"/>
                  <a:pt x="174449" y="37719"/>
                </a:cubicBezTo>
                <a:cubicBezTo>
                  <a:pt x="176333" y="35835"/>
                  <a:pt x="178637" y="34894"/>
                  <a:pt x="181362" y="34894"/>
                </a:cubicBezTo>
                <a:cubicBezTo>
                  <a:pt x="184087" y="34894"/>
                  <a:pt x="186391" y="35835"/>
                  <a:pt x="188284" y="37719"/>
                </a:cubicBezTo>
                <a:cubicBezTo>
                  <a:pt x="190168" y="39603"/>
                  <a:pt x="191110" y="41907"/>
                  <a:pt x="191110" y="44632"/>
                </a:cubicBezTo>
                <a:lnTo>
                  <a:pt x="191110" y="59719"/>
                </a:lnTo>
                <a:lnTo>
                  <a:pt x="220654" y="59719"/>
                </a:lnTo>
                <a:cubicBezTo>
                  <a:pt x="226524" y="59719"/>
                  <a:pt x="231554" y="61813"/>
                  <a:pt x="235741" y="66011"/>
                </a:cubicBezTo>
                <a:cubicBezTo>
                  <a:pt x="239939" y="70198"/>
                  <a:pt x="242033" y="75228"/>
                  <a:pt x="242033" y="81098"/>
                </a:cubicBezTo>
                <a:lnTo>
                  <a:pt x="242033" y="110642"/>
                </a:lnTo>
                <a:lnTo>
                  <a:pt x="257120" y="110642"/>
                </a:lnTo>
                <a:cubicBezTo>
                  <a:pt x="259845" y="110642"/>
                  <a:pt x="262149" y="111584"/>
                  <a:pt x="264033" y="113468"/>
                </a:cubicBezTo>
                <a:cubicBezTo>
                  <a:pt x="265917" y="115361"/>
                  <a:pt x="266858" y="117665"/>
                  <a:pt x="266858" y="120390"/>
                </a:cubicBezTo>
                <a:cubicBezTo>
                  <a:pt x="266858" y="123316"/>
                  <a:pt x="265917" y="125730"/>
                  <a:pt x="264033" y="127614"/>
                </a:cubicBezTo>
                <a:cubicBezTo>
                  <a:pt x="262149" y="129506"/>
                  <a:pt x="259845" y="130448"/>
                  <a:pt x="257120" y="130448"/>
                </a:cubicBezTo>
                <a:lnTo>
                  <a:pt x="242033" y="130448"/>
                </a:lnTo>
                <a:lnTo>
                  <a:pt x="242033" y="170051"/>
                </a:lnTo>
                <a:lnTo>
                  <a:pt x="257120" y="170051"/>
                </a:lnTo>
                <a:cubicBezTo>
                  <a:pt x="259845" y="170051"/>
                  <a:pt x="262149" y="170993"/>
                  <a:pt x="264033" y="172876"/>
                </a:cubicBezTo>
                <a:cubicBezTo>
                  <a:pt x="265917" y="174769"/>
                  <a:pt x="266858" y="177174"/>
                  <a:pt x="266858" y="180109"/>
                </a:cubicBezTo>
                <a:cubicBezTo>
                  <a:pt x="266858" y="182834"/>
                  <a:pt x="265917" y="185139"/>
                  <a:pt x="264033" y="187022"/>
                </a:cubicBezTo>
                <a:cubicBezTo>
                  <a:pt x="262149" y="188906"/>
                  <a:pt x="259845" y="189857"/>
                  <a:pt x="257120" y="189857"/>
                </a:cubicBezTo>
                <a:lnTo>
                  <a:pt x="242033" y="189857"/>
                </a:lnTo>
                <a:lnTo>
                  <a:pt x="242033" y="219401"/>
                </a:lnTo>
                <a:cubicBezTo>
                  <a:pt x="242033" y="225061"/>
                  <a:pt x="239939" y="230090"/>
                  <a:pt x="235741" y="234489"/>
                </a:cubicBezTo>
                <a:cubicBezTo>
                  <a:pt x="231554" y="238677"/>
                  <a:pt x="226524" y="240771"/>
                  <a:pt x="220654" y="240771"/>
                </a:cubicBezTo>
                <a:lnTo>
                  <a:pt x="191110" y="240771"/>
                </a:lnTo>
                <a:lnTo>
                  <a:pt x="191110" y="256800"/>
                </a:lnTo>
                <a:cubicBezTo>
                  <a:pt x="191110" y="259735"/>
                  <a:pt x="190168" y="262149"/>
                  <a:pt x="188284" y="264033"/>
                </a:cubicBezTo>
                <a:cubicBezTo>
                  <a:pt x="186391" y="265917"/>
                  <a:pt x="184087" y="266858"/>
                  <a:pt x="181362" y="266858"/>
                </a:cubicBezTo>
                <a:cubicBezTo>
                  <a:pt x="178436" y="266858"/>
                  <a:pt x="176022" y="265917"/>
                  <a:pt x="174138" y="264033"/>
                </a:cubicBezTo>
                <a:cubicBezTo>
                  <a:pt x="172255" y="262149"/>
                  <a:pt x="171304" y="259735"/>
                  <a:pt x="171304" y="256800"/>
                </a:cubicBezTo>
                <a:lnTo>
                  <a:pt x="171304" y="240771"/>
                </a:lnTo>
                <a:lnTo>
                  <a:pt x="131701" y="240771"/>
                </a:lnTo>
                <a:lnTo>
                  <a:pt x="131701" y="256800"/>
                </a:lnTo>
                <a:cubicBezTo>
                  <a:pt x="131701" y="259735"/>
                  <a:pt x="130759" y="262149"/>
                  <a:pt x="128876" y="264033"/>
                </a:cubicBezTo>
                <a:cubicBezTo>
                  <a:pt x="126992" y="265917"/>
                  <a:pt x="124578" y="266858"/>
                  <a:pt x="121643" y="266858"/>
                </a:cubicBezTo>
                <a:cubicBezTo>
                  <a:pt x="118918" y="266858"/>
                  <a:pt x="116613" y="265917"/>
                  <a:pt x="114730" y="264033"/>
                </a:cubicBezTo>
                <a:cubicBezTo>
                  <a:pt x="112846" y="262149"/>
                  <a:pt x="111904" y="259735"/>
                  <a:pt x="111904" y="256800"/>
                </a:cubicBezTo>
                <a:close/>
                <a:moveTo>
                  <a:pt x="220654" y="219401"/>
                </a:moveTo>
                <a:lnTo>
                  <a:pt x="220654" y="81098"/>
                </a:lnTo>
                <a:lnTo>
                  <a:pt x="82351" y="81098"/>
                </a:lnTo>
                <a:lnTo>
                  <a:pt x="82351" y="219401"/>
                </a:lnTo>
                <a:lnTo>
                  <a:pt x="220654" y="21940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467" y="265917"/>
                </a:moveTo>
                <a:cubicBezTo>
                  <a:pt x="41596" y="265917"/>
                  <a:pt x="36567" y="263823"/>
                  <a:pt x="32379" y="259635"/>
                </a:cubicBezTo>
                <a:cubicBezTo>
                  <a:pt x="28182" y="255236"/>
                  <a:pt x="26088" y="250207"/>
                  <a:pt x="26088" y="244547"/>
                </a:cubicBezTo>
                <a:lnTo>
                  <a:pt x="26088" y="57205"/>
                </a:lnTo>
                <a:cubicBezTo>
                  <a:pt x="26088" y="51344"/>
                  <a:pt x="28182" y="46314"/>
                  <a:pt x="32379" y="42117"/>
                </a:cubicBezTo>
                <a:cubicBezTo>
                  <a:pt x="36567" y="37929"/>
                  <a:pt x="41596" y="35835"/>
                  <a:pt x="47467" y="35835"/>
                </a:cubicBezTo>
                <a:lnTo>
                  <a:pt x="234489" y="35835"/>
                </a:lnTo>
                <a:cubicBezTo>
                  <a:pt x="240350" y="35835"/>
                  <a:pt x="245379" y="37929"/>
                  <a:pt x="249576" y="42117"/>
                </a:cubicBezTo>
                <a:cubicBezTo>
                  <a:pt x="253975" y="46314"/>
                  <a:pt x="256178" y="51344"/>
                  <a:pt x="256178" y="57205"/>
                </a:cubicBezTo>
                <a:lnTo>
                  <a:pt x="256178" y="75438"/>
                </a:lnTo>
                <a:lnTo>
                  <a:pt x="265917" y="75438"/>
                </a:lnTo>
                <a:cubicBezTo>
                  <a:pt x="268642" y="75438"/>
                  <a:pt x="270946" y="76380"/>
                  <a:pt x="272839" y="78263"/>
                </a:cubicBezTo>
                <a:cubicBezTo>
                  <a:pt x="274722" y="80156"/>
                  <a:pt x="275664" y="82461"/>
                  <a:pt x="275664" y="85186"/>
                </a:cubicBezTo>
                <a:cubicBezTo>
                  <a:pt x="275664" y="88112"/>
                  <a:pt x="274722" y="90526"/>
                  <a:pt x="272839" y="92409"/>
                </a:cubicBezTo>
                <a:cubicBezTo>
                  <a:pt x="270946" y="94302"/>
                  <a:pt x="268642" y="95244"/>
                  <a:pt x="265917" y="95244"/>
                </a:cubicBezTo>
                <a:lnTo>
                  <a:pt x="256178" y="95244"/>
                </a:lnTo>
                <a:lnTo>
                  <a:pt x="256178" y="141128"/>
                </a:lnTo>
                <a:lnTo>
                  <a:pt x="265917" y="141128"/>
                </a:lnTo>
                <a:cubicBezTo>
                  <a:pt x="268642" y="141128"/>
                  <a:pt x="270946" y="142079"/>
                  <a:pt x="272839" y="143963"/>
                </a:cubicBezTo>
                <a:cubicBezTo>
                  <a:pt x="274722" y="145847"/>
                  <a:pt x="275664" y="148151"/>
                  <a:pt x="275664" y="150876"/>
                </a:cubicBezTo>
                <a:cubicBezTo>
                  <a:pt x="275664" y="153811"/>
                  <a:pt x="274722" y="156216"/>
                  <a:pt x="272839" y="158109"/>
                </a:cubicBezTo>
                <a:cubicBezTo>
                  <a:pt x="270946" y="159782"/>
                  <a:pt x="268642" y="160624"/>
                  <a:pt x="265917" y="160624"/>
                </a:cubicBezTo>
                <a:lnTo>
                  <a:pt x="256178" y="160624"/>
                </a:lnTo>
                <a:lnTo>
                  <a:pt x="256178" y="206508"/>
                </a:lnTo>
                <a:lnTo>
                  <a:pt x="265917" y="206508"/>
                </a:lnTo>
                <a:cubicBezTo>
                  <a:pt x="268852" y="206508"/>
                  <a:pt x="271266" y="207459"/>
                  <a:pt x="273150" y="209343"/>
                </a:cubicBezTo>
                <a:cubicBezTo>
                  <a:pt x="274823" y="211226"/>
                  <a:pt x="275664" y="213640"/>
                  <a:pt x="275664" y="216566"/>
                </a:cubicBezTo>
                <a:cubicBezTo>
                  <a:pt x="275664" y="219291"/>
                  <a:pt x="274722" y="221596"/>
                  <a:pt x="272839" y="223489"/>
                </a:cubicBezTo>
                <a:cubicBezTo>
                  <a:pt x="270946" y="225372"/>
                  <a:pt x="268642" y="226314"/>
                  <a:pt x="265917" y="226314"/>
                </a:cubicBezTo>
                <a:lnTo>
                  <a:pt x="256178" y="226314"/>
                </a:lnTo>
                <a:lnTo>
                  <a:pt x="256178" y="244547"/>
                </a:lnTo>
                <a:cubicBezTo>
                  <a:pt x="256178" y="250207"/>
                  <a:pt x="253975" y="255236"/>
                  <a:pt x="249576" y="259635"/>
                </a:cubicBezTo>
                <a:cubicBezTo>
                  <a:pt x="245379" y="263823"/>
                  <a:pt x="240350" y="265917"/>
                  <a:pt x="234489" y="265917"/>
                </a:cubicBezTo>
                <a:lnTo>
                  <a:pt x="47467" y="265917"/>
                </a:lnTo>
                <a:close/>
                <a:moveTo>
                  <a:pt x="47467" y="244547"/>
                </a:moveTo>
                <a:lnTo>
                  <a:pt x="234489" y="244547"/>
                </a:lnTo>
                <a:lnTo>
                  <a:pt x="234489" y="57205"/>
                </a:lnTo>
                <a:lnTo>
                  <a:pt x="47467" y="57205"/>
                </a:lnTo>
                <a:lnTo>
                  <a:pt x="47467" y="244547"/>
                </a:lnTo>
                <a:close/>
                <a:moveTo>
                  <a:pt x="76380" y="226314"/>
                </a:moveTo>
                <a:lnTo>
                  <a:pt x="134536" y="226314"/>
                </a:lnTo>
                <a:cubicBezTo>
                  <a:pt x="137462" y="226314"/>
                  <a:pt x="139976" y="225262"/>
                  <a:pt x="142079" y="223168"/>
                </a:cubicBezTo>
                <a:cubicBezTo>
                  <a:pt x="144173" y="221074"/>
                  <a:pt x="145216" y="218560"/>
                  <a:pt x="145216" y="215625"/>
                </a:cubicBezTo>
                <a:lnTo>
                  <a:pt x="145216" y="174138"/>
                </a:lnTo>
                <a:cubicBezTo>
                  <a:pt x="145216" y="171203"/>
                  <a:pt x="144173" y="168689"/>
                  <a:pt x="142079" y="166595"/>
                </a:cubicBezTo>
                <a:cubicBezTo>
                  <a:pt x="139976" y="164501"/>
                  <a:pt x="137462" y="163449"/>
                  <a:pt x="134536" y="163449"/>
                </a:cubicBezTo>
                <a:lnTo>
                  <a:pt x="76380" y="163449"/>
                </a:lnTo>
                <a:cubicBezTo>
                  <a:pt x="73234" y="163449"/>
                  <a:pt x="70619" y="164501"/>
                  <a:pt x="68525" y="166595"/>
                </a:cubicBezTo>
                <a:cubicBezTo>
                  <a:pt x="66641" y="168689"/>
                  <a:pt x="65690" y="171203"/>
                  <a:pt x="65690" y="174138"/>
                </a:cubicBezTo>
                <a:lnTo>
                  <a:pt x="65690" y="215625"/>
                </a:lnTo>
                <a:cubicBezTo>
                  <a:pt x="65690" y="218560"/>
                  <a:pt x="66641" y="221074"/>
                  <a:pt x="68525" y="223168"/>
                </a:cubicBezTo>
                <a:cubicBezTo>
                  <a:pt x="70619" y="225262"/>
                  <a:pt x="73234" y="226314"/>
                  <a:pt x="76380" y="226314"/>
                </a:cubicBezTo>
                <a:close/>
                <a:moveTo>
                  <a:pt x="165022" y="120701"/>
                </a:moveTo>
                <a:lnTo>
                  <a:pt x="205886" y="120701"/>
                </a:lnTo>
                <a:cubicBezTo>
                  <a:pt x="208812" y="120701"/>
                  <a:pt x="211327" y="119649"/>
                  <a:pt x="213430" y="117555"/>
                </a:cubicBezTo>
                <a:cubicBezTo>
                  <a:pt x="215524" y="115672"/>
                  <a:pt x="216566" y="113258"/>
                  <a:pt x="216566" y="110332"/>
                </a:cubicBezTo>
                <a:lnTo>
                  <a:pt x="216566" y="86127"/>
                </a:lnTo>
                <a:cubicBezTo>
                  <a:pt x="216566" y="83192"/>
                  <a:pt x="215524" y="80678"/>
                  <a:pt x="213430" y="78584"/>
                </a:cubicBezTo>
                <a:cubicBezTo>
                  <a:pt x="211327" y="76490"/>
                  <a:pt x="208812" y="75438"/>
                  <a:pt x="205886" y="75438"/>
                </a:cubicBezTo>
                <a:lnTo>
                  <a:pt x="165333" y="75438"/>
                </a:lnTo>
                <a:cubicBezTo>
                  <a:pt x="162196" y="75438"/>
                  <a:pt x="159572" y="76490"/>
                  <a:pt x="157478" y="78584"/>
                </a:cubicBezTo>
                <a:cubicBezTo>
                  <a:pt x="155594" y="80678"/>
                  <a:pt x="154652" y="83192"/>
                  <a:pt x="154652" y="86127"/>
                </a:cubicBezTo>
                <a:lnTo>
                  <a:pt x="154652" y="110332"/>
                </a:lnTo>
                <a:cubicBezTo>
                  <a:pt x="154652" y="113258"/>
                  <a:pt x="155594" y="115672"/>
                  <a:pt x="157478" y="117555"/>
                </a:cubicBezTo>
                <a:cubicBezTo>
                  <a:pt x="159572" y="119649"/>
                  <a:pt x="162087" y="120701"/>
                  <a:pt x="165022" y="120701"/>
                </a:cubicBezTo>
                <a:close/>
                <a:moveTo>
                  <a:pt x="76380" y="154022"/>
                </a:moveTo>
                <a:lnTo>
                  <a:pt x="134536" y="154022"/>
                </a:lnTo>
                <a:cubicBezTo>
                  <a:pt x="137462" y="154022"/>
                  <a:pt x="139976" y="152970"/>
                  <a:pt x="142079" y="150876"/>
                </a:cubicBezTo>
                <a:cubicBezTo>
                  <a:pt x="144173" y="148782"/>
                  <a:pt x="145216" y="146267"/>
                  <a:pt x="145216" y="143332"/>
                </a:cubicBezTo>
                <a:lnTo>
                  <a:pt x="145216" y="86127"/>
                </a:lnTo>
                <a:cubicBezTo>
                  <a:pt x="145216" y="83192"/>
                  <a:pt x="144173" y="80678"/>
                  <a:pt x="142079" y="78584"/>
                </a:cubicBezTo>
                <a:cubicBezTo>
                  <a:pt x="139976" y="76490"/>
                  <a:pt x="137462" y="75438"/>
                  <a:pt x="134536" y="75438"/>
                </a:cubicBezTo>
                <a:lnTo>
                  <a:pt x="76380" y="75438"/>
                </a:lnTo>
                <a:cubicBezTo>
                  <a:pt x="73234" y="75438"/>
                  <a:pt x="70619" y="76490"/>
                  <a:pt x="68525" y="78584"/>
                </a:cubicBezTo>
                <a:cubicBezTo>
                  <a:pt x="66641" y="80678"/>
                  <a:pt x="65690" y="83192"/>
                  <a:pt x="65690" y="86127"/>
                </a:cubicBezTo>
                <a:lnTo>
                  <a:pt x="65690" y="143332"/>
                </a:lnTo>
                <a:cubicBezTo>
                  <a:pt x="65690" y="146267"/>
                  <a:pt x="66641" y="148782"/>
                  <a:pt x="68525" y="150876"/>
                </a:cubicBezTo>
                <a:cubicBezTo>
                  <a:pt x="70619" y="152970"/>
                  <a:pt x="73234" y="154022"/>
                  <a:pt x="76380" y="154022"/>
                </a:cubicBezTo>
                <a:close/>
                <a:moveTo>
                  <a:pt x="165333" y="226314"/>
                </a:moveTo>
                <a:lnTo>
                  <a:pt x="205886" y="226314"/>
                </a:lnTo>
                <a:cubicBezTo>
                  <a:pt x="208812" y="226314"/>
                  <a:pt x="211327" y="225262"/>
                  <a:pt x="213430" y="223168"/>
                </a:cubicBezTo>
                <a:cubicBezTo>
                  <a:pt x="215524" y="221074"/>
                  <a:pt x="216566" y="218560"/>
                  <a:pt x="216566" y="215625"/>
                </a:cubicBezTo>
                <a:lnTo>
                  <a:pt x="216566" y="140818"/>
                </a:lnTo>
                <a:cubicBezTo>
                  <a:pt x="216566" y="137882"/>
                  <a:pt x="215524" y="135368"/>
                  <a:pt x="213430" y="133274"/>
                </a:cubicBezTo>
                <a:cubicBezTo>
                  <a:pt x="211327" y="131180"/>
                  <a:pt x="208812" y="130128"/>
                  <a:pt x="205886" y="130128"/>
                </a:cubicBezTo>
                <a:lnTo>
                  <a:pt x="165333" y="130128"/>
                </a:lnTo>
                <a:cubicBezTo>
                  <a:pt x="162196" y="130128"/>
                  <a:pt x="159572" y="131180"/>
                  <a:pt x="157478" y="133274"/>
                </a:cubicBezTo>
                <a:cubicBezTo>
                  <a:pt x="155594" y="135368"/>
                  <a:pt x="154652" y="137882"/>
                  <a:pt x="154652" y="140818"/>
                </a:cubicBezTo>
                <a:lnTo>
                  <a:pt x="154652" y="215625"/>
                </a:lnTo>
                <a:cubicBezTo>
                  <a:pt x="154652" y="218560"/>
                  <a:pt x="155594" y="221074"/>
                  <a:pt x="157478" y="223168"/>
                </a:cubicBezTo>
                <a:cubicBezTo>
                  <a:pt x="159572" y="225262"/>
                  <a:pt x="162196" y="226314"/>
                  <a:pt x="165333" y="226314"/>
                </a:cubicBezTo>
                <a:close/>
                <a:moveTo>
                  <a:pt x="47467" y="57205"/>
                </a:moveTo>
                <a:lnTo>
                  <a:pt x="47467" y="244547"/>
                </a:lnTo>
                <a:lnTo>
                  <a:pt x="47467" y="5720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5295"/>
                </a:moveTo>
                <a:cubicBezTo>
                  <a:pt x="62554" y="265295"/>
                  <a:pt x="58778" y="263722"/>
                  <a:pt x="55632" y="260577"/>
                </a:cubicBezTo>
                <a:cubicBezTo>
                  <a:pt x="52496" y="257641"/>
                  <a:pt x="50923" y="253874"/>
                  <a:pt x="50923" y="249256"/>
                </a:cubicBezTo>
                <a:cubicBezTo>
                  <a:pt x="50923" y="244648"/>
                  <a:pt x="52496" y="240880"/>
                  <a:pt x="55632" y="237945"/>
                </a:cubicBezTo>
                <a:cubicBezTo>
                  <a:pt x="58778" y="234800"/>
                  <a:pt x="62554" y="233227"/>
                  <a:pt x="66952" y="233227"/>
                </a:cubicBezTo>
                <a:lnTo>
                  <a:pt x="92098" y="233227"/>
                </a:lnTo>
                <a:lnTo>
                  <a:pt x="59719" y="122905"/>
                </a:lnTo>
                <a:cubicBezTo>
                  <a:pt x="52386" y="119759"/>
                  <a:pt x="46625" y="115361"/>
                  <a:pt x="42437" y="109701"/>
                </a:cubicBezTo>
                <a:cubicBezTo>
                  <a:pt x="38240" y="103830"/>
                  <a:pt x="36146" y="96186"/>
                  <a:pt x="36146" y="86758"/>
                </a:cubicBezTo>
                <a:cubicBezTo>
                  <a:pt x="36146" y="76490"/>
                  <a:pt x="39923" y="67583"/>
                  <a:pt x="47467" y="60040"/>
                </a:cubicBezTo>
                <a:cubicBezTo>
                  <a:pt x="55010" y="52496"/>
                  <a:pt x="63917" y="48719"/>
                  <a:pt x="74185" y="48719"/>
                </a:cubicBezTo>
                <a:cubicBezTo>
                  <a:pt x="84033" y="48719"/>
                  <a:pt x="92098" y="51234"/>
                  <a:pt x="98380" y="56263"/>
                </a:cubicBezTo>
                <a:cubicBezTo>
                  <a:pt x="104882" y="61503"/>
                  <a:pt x="109280" y="68525"/>
                  <a:pt x="111584" y="77322"/>
                </a:cubicBezTo>
                <a:lnTo>
                  <a:pt x="154652" y="77322"/>
                </a:lnTo>
                <a:lnTo>
                  <a:pt x="154652" y="58778"/>
                </a:lnTo>
                <a:cubicBezTo>
                  <a:pt x="154652" y="56053"/>
                  <a:pt x="155695" y="53648"/>
                  <a:pt x="157789" y="51554"/>
                </a:cubicBezTo>
                <a:cubicBezTo>
                  <a:pt x="159682" y="49451"/>
                  <a:pt x="161986" y="48408"/>
                  <a:pt x="164711" y="48408"/>
                </a:cubicBezTo>
                <a:cubicBezTo>
                  <a:pt x="167015" y="48408"/>
                  <a:pt x="168999" y="49350"/>
                  <a:pt x="170682" y="51234"/>
                </a:cubicBezTo>
                <a:cubicBezTo>
                  <a:pt x="172145" y="52907"/>
                  <a:pt x="172876" y="54800"/>
                  <a:pt x="172876" y="56894"/>
                </a:cubicBezTo>
                <a:lnTo>
                  <a:pt x="196139" y="34894"/>
                </a:lnTo>
                <a:cubicBezTo>
                  <a:pt x="197812" y="33211"/>
                  <a:pt x="200116" y="32059"/>
                  <a:pt x="203052" y="31437"/>
                </a:cubicBezTo>
                <a:cubicBezTo>
                  <a:pt x="205777" y="30806"/>
                  <a:pt x="208611" y="31117"/>
                  <a:pt x="211537" y="32379"/>
                </a:cubicBezTo>
                <a:lnTo>
                  <a:pt x="261208" y="56263"/>
                </a:lnTo>
                <a:cubicBezTo>
                  <a:pt x="263301" y="57525"/>
                  <a:pt x="264765" y="59198"/>
                  <a:pt x="265606" y="61292"/>
                </a:cubicBezTo>
                <a:cubicBezTo>
                  <a:pt x="266447" y="63386"/>
                  <a:pt x="266237" y="65590"/>
                  <a:pt x="264975" y="67894"/>
                </a:cubicBezTo>
                <a:cubicBezTo>
                  <a:pt x="263722" y="70198"/>
                  <a:pt x="262040" y="71671"/>
                  <a:pt x="259946" y="72292"/>
                </a:cubicBezTo>
                <a:cubicBezTo>
                  <a:pt x="257641" y="72713"/>
                  <a:pt x="255438" y="72292"/>
                  <a:pt x="253344" y="71040"/>
                </a:cubicBezTo>
                <a:lnTo>
                  <a:pt x="205255" y="47777"/>
                </a:lnTo>
                <a:lnTo>
                  <a:pt x="175080" y="78263"/>
                </a:lnTo>
                <a:lnTo>
                  <a:pt x="175080" y="93982"/>
                </a:lnTo>
                <a:lnTo>
                  <a:pt x="205255" y="125730"/>
                </a:lnTo>
                <a:lnTo>
                  <a:pt x="253344" y="102157"/>
                </a:lnTo>
                <a:cubicBezTo>
                  <a:pt x="255648" y="100895"/>
                  <a:pt x="257852" y="100584"/>
                  <a:pt x="259946" y="101215"/>
                </a:cubicBezTo>
                <a:cubicBezTo>
                  <a:pt x="262040" y="101846"/>
                  <a:pt x="263722" y="103199"/>
                  <a:pt x="264975" y="105302"/>
                </a:cubicBezTo>
                <a:cubicBezTo>
                  <a:pt x="266237" y="107817"/>
                  <a:pt x="266447" y="110222"/>
                  <a:pt x="265606" y="112526"/>
                </a:cubicBezTo>
                <a:cubicBezTo>
                  <a:pt x="264765" y="114830"/>
                  <a:pt x="263192" y="116513"/>
                  <a:pt x="260887" y="117555"/>
                </a:cubicBezTo>
                <a:lnTo>
                  <a:pt x="212799" y="140187"/>
                </a:lnTo>
                <a:cubicBezTo>
                  <a:pt x="209654" y="141869"/>
                  <a:pt x="206618" y="142601"/>
                  <a:pt x="203683" y="142390"/>
                </a:cubicBezTo>
                <a:cubicBezTo>
                  <a:pt x="200747" y="142390"/>
                  <a:pt x="198233" y="141238"/>
                  <a:pt x="196139" y="138934"/>
                </a:cubicBezTo>
                <a:lnTo>
                  <a:pt x="172876" y="116933"/>
                </a:lnTo>
                <a:cubicBezTo>
                  <a:pt x="172876" y="119860"/>
                  <a:pt x="172145" y="121963"/>
                  <a:pt x="170682" y="123215"/>
                </a:cubicBezTo>
                <a:cubicBezTo>
                  <a:pt x="168999" y="124678"/>
                  <a:pt x="167015" y="125419"/>
                  <a:pt x="164711" y="125419"/>
                </a:cubicBezTo>
                <a:cubicBezTo>
                  <a:pt x="161986" y="125419"/>
                  <a:pt x="159682" y="124368"/>
                  <a:pt x="157789" y="122274"/>
                </a:cubicBezTo>
                <a:cubicBezTo>
                  <a:pt x="155695" y="120180"/>
                  <a:pt x="154652" y="117766"/>
                  <a:pt x="154652" y="115041"/>
                </a:cubicBezTo>
                <a:lnTo>
                  <a:pt x="154652" y="96186"/>
                </a:lnTo>
                <a:lnTo>
                  <a:pt x="110953" y="96186"/>
                </a:lnTo>
                <a:cubicBezTo>
                  <a:pt x="110743" y="98911"/>
                  <a:pt x="109911" y="101846"/>
                  <a:pt x="108439" y="104982"/>
                </a:cubicBezTo>
                <a:cubicBezTo>
                  <a:pt x="106765" y="108128"/>
                  <a:pt x="104982" y="110542"/>
                  <a:pt x="103099" y="112215"/>
                </a:cubicBezTo>
                <a:lnTo>
                  <a:pt x="165653" y="233227"/>
                </a:lnTo>
                <a:lnTo>
                  <a:pt x="201168" y="233227"/>
                </a:lnTo>
                <a:cubicBezTo>
                  <a:pt x="205777" y="233227"/>
                  <a:pt x="209654" y="234800"/>
                  <a:pt x="212799" y="237945"/>
                </a:cubicBezTo>
                <a:cubicBezTo>
                  <a:pt x="215945" y="240880"/>
                  <a:pt x="217517" y="244648"/>
                  <a:pt x="217517" y="249256"/>
                </a:cubicBezTo>
                <a:cubicBezTo>
                  <a:pt x="217517" y="253874"/>
                  <a:pt x="215945" y="257641"/>
                  <a:pt x="212799" y="260577"/>
                </a:cubicBezTo>
                <a:cubicBezTo>
                  <a:pt x="209654" y="263722"/>
                  <a:pt x="205777" y="265295"/>
                  <a:pt x="201168" y="265295"/>
                </a:cubicBezTo>
                <a:lnTo>
                  <a:pt x="66952" y="265295"/>
                </a:lnTo>
                <a:close/>
                <a:moveTo>
                  <a:pt x="86758" y="99331"/>
                </a:moveTo>
                <a:cubicBezTo>
                  <a:pt x="90105" y="95975"/>
                  <a:pt x="91787" y="91787"/>
                  <a:pt x="91787" y="86758"/>
                </a:cubicBezTo>
                <a:cubicBezTo>
                  <a:pt x="91787" y="81729"/>
                  <a:pt x="90105" y="77532"/>
                  <a:pt x="86758" y="74185"/>
                </a:cubicBezTo>
                <a:cubicBezTo>
                  <a:pt x="83402" y="70829"/>
                  <a:pt x="79214" y="69156"/>
                  <a:pt x="74185" y="69156"/>
                </a:cubicBezTo>
                <a:cubicBezTo>
                  <a:pt x="69156" y="69156"/>
                  <a:pt x="64959" y="70829"/>
                  <a:pt x="61612" y="74185"/>
                </a:cubicBezTo>
                <a:cubicBezTo>
                  <a:pt x="58256" y="77532"/>
                  <a:pt x="56583" y="81729"/>
                  <a:pt x="56583" y="86758"/>
                </a:cubicBezTo>
                <a:cubicBezTo>
                  <a:pt x="56583" y="91787"/>
                  <a:pt x="58256" y="95975"/>
                  <a:pt x="61612" y="99331"/>
                </a:cubicBezTo>
                <a:cubicBezTo>
                  <a:pt x="64959" y="102678"/>
                  <a:pt x="69156" y="104360"/>
                  <a:pt x="74185" y="104360"/>
                </a:cubicBezTo>
                <a:cubicBezTo>
                  <a:pt x="79214" y="104360"/>
                  <a:pt x="83402" y="102678"/>
                  <a:pt x="86758" y="99331"/>
                </a:cubicBezTo>
                <a:close/>
                <a:moveTo>
                  <a:pt x="112846" y="233227"/>
                </a:moveTo>
                <a:lnTo>
                  <a:pt x="144594" y="233227"/>
                </a:lnTo>
                <a:lnTo>
                  <a:pt x="86758" y="120701"/>
                </a:lnTo>
                <a:cubicBezTo>
                  <a:pt x="86127" y="121121"/>
                  <a:pt x="84975" y="121542"/>
                  <a:pt x="83293" y="121963"/>
                </a:cubicBezTo>
                <a:cubicBezTo>
                  <a:pt x="81830" y="122374"/>
                  <a:pt x="80678" y="122694"/>
                  <a:pt x="79836" y="122905"/>
                </a:cubicBezTo>
                <a:lnTo>
                  <a:pt x="112846" y="233227"/>
                </a:lnTo>
                <a:close/>
                <a:moveTo>
                  <a:pt x="144594" y="233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1292" y="267179"/>
                </a:moveTo>
                <a:cubicBezTo>
                  <a:pt x="50393" y="267179"/>
                  <a:pt x="41075" y="263402"/>
                  <a:pt x="33321" y="255858"/>
                </a:cubicBezTo>
                <a:cubicBezTo>
                  <a:pt x="25777" y="248314"/>
                  <a:pt x="22000" y="239097"/>
                  <a:pt x="22000" y="228198"/>
                </a:cubicBezTo>
                <a:cubicBezTo>
                  <a:pt x="22000" y="217307"/>
                  <a:pt x="25777" y="207980"/>
                  <a:pt x="33321" y="200226"/>
                </a:cubicBezTo>
                <a:cubicBezTo>
                  <a:pt x="41075" y="192682"/>
                  <a:pt x="50393" y="188906"/>
                  <a:pt x="61292" y="188906"/>
                </a:cubicBezTo>
                <a:lnTo>
                  <a:pt x="241091" y="188906"/>
                </a:lnTo>
                <a:cubicBezTo>
                  <a:pt x="251981" y="188906"/>
                  <a:pt x="261308" y="192682"/>
                  <a:pt x="269062" y="200226"/>
                </a:cubicBezTo>
                <a:cubicBezTo>
                  <a:pt x="276606" y="207980"/>
                  <a:pt x="280382" y="217307"/>
                  <a:pt x="280382" y="228198"/>
                </a:cubicBezTo>
                <a:cubicBezTo>
                  <a:pt x="280382" y="239097"/>
                  <a:pt x="276606" y="248314"/>
                  <a:pt x="269062" y="255858"/>
                </a:cubicBezTo>
                <a:cubicBezTo>
                  <a:pt x="261308" y="263402"/>
                  <a:pt x="251981" y="267179"/>
                  <a:pt x="241091" y="267179"/>
                </a:cubicBezTo>
                <a:lnTo>
                  <a:pt x="61292" y="267179"/>
                </a:lnTo>
                <a:close/>
                <a:moveTo>
                  <a:pt x="61292" y="246431"/>
                </a:moveTo>
                <a:lnTo>
                  <a:pt x="241091" y="246431"/>
                </a:lnTo>
                <a:cubicBezTo>
                  <a:pt x="246330" y="246431"/>
                  <a:pt x="250728" y="244648"/>
                  <a:pt x="254285" y="241091"/>
                </a:cubicBezTo>
                <a:cubicBezTo>
                  <a:pt x="257852" y="237525"/>
                  <a:pt x="259635" y="233227"/>
                  <a:pt x="259635" y="228198"/>
                </a:cubicBezTo>
                <a:cubicBezTo>
                  <a:pt x="259635" y="222958"/>
                  <a:pt x="257852" y="218560"/>
                  <a:pt x="254285" y="215003"/>
                </a:cubicBezTo>
                <a:cubicBezTo>
                  <a:pt x="250728" y="211437"/>
                  <a:pt x="246330" y="209654"/>
                  <a:pt x="241091" y="209654"/>
                </a:cubicBezTo>
                <a:lnTo>
                  <a:pt x="61292" y="209654"/>
                </a:lnTo>
                <a:cubicBezTo>
                  <a:pt x="56053" y="209654"/>
                  <a:pt x="51654" y="211437"/>
                  <a:pt x="48088" y="215003"/>
                </a:cubicBezTo>
                <a:cubicBezTo>
                  <a:pt x="44531" y="218560"/>
                  <a:pt x="42748" y="222958"/>
                  <a:pt x="42748" y="228198"/>
                </a:cubicBezTo>
                <a:cubicBezTo>
                  <a:pt x="42748" y="233227"/>
                  <a:pt x="44531" y="237525"/>
                  <a:pt x="48088" y="241091"/>
                </a:cubicBezTo>
                <a:cubicBezTo>
                  <a:pt x="51654" y="244648"/>
                  <a:pt x="56053" y="246431"/>
                  <a:pt x="61292" y="246431"/>
                </a:cubicBezTo>
                <a:close/>
                <a:moveTo>
                  <a:pt x="122905" y="165022"/>
                </a:moveTo>
                <a:cubicBezTo>
                  <a:pt x="119759" y="165022"/>
                  <a:pt x="117135" y="163970"/>
                  <a:pt x="115041" y="161876"/>
                </a:cubicBezTo>
                <a:cubicBezTo>
                  <a:pt x="112947" y="159782"/>
                  <a:pt x="111904" y="157167"/>
                  <a:pt x="111904" y="154022"/>
                </a:cubicBezTo>
                <a:lnTo>
                  <a:pt x="111904" y="46525"/>
                </a:lnTo>
                <a:cubicBezTo>
                  <a:pt x="111904" y="43379"/>
                  <a:pt x="112947" y="40755"/>
                  <a:pt x="115041" y="38661"/>
                </a:cubicBezTo>
                <a:cubicBezTo>
                  <a:pt x="117135" y="36777"/>
                  <a:pt x="119759" y="35835"/>
                  <a:pt x="122905" y="35835"/>
                </a:cubicBezTo>
                <a:lnTo>
                  <a:pt x="230401" y="35835"/>
                </a:lnTo>
                <a:cubicBezTo>
                  <a:pt x="233547" y="35835"/>
                  <a:pt x="236162" y="36777"/>
                  <a:pt x="238256" y="38661"/>
                </a:cubicBezTo>
                <a:cubicBezTo>
                  <a:pt x="240149" y="40755"/>
                  <a:pt x="241091" y="43379"/>
                  <a:pt x="241091" y="46525"/>
                </a:cubicBezTo>
                <a:lnTo>
                  <a:pt x="241091" y="154022"/>
                </a:lnTo>
                <a:cubicBezTo>
                  <a:pt x="241091" y="157167"/>
                  <a:pt x="240149" y="159782"/>
                  <a:pt x="238256" y="161876"/>
                </a:cubicBezTo>
                <a:cubicBezTo>
                  <a:pt x="236162" y="163970"/>
                  <a:pt x="233547" y="165022"/>
                  <a:pt x="230401" y="165022"/>
                </a:cubicBezTo>
                <a:lnTo>
                  <a:pt x="122905" y="165022"/>
                </a:lnTo>
                <a:close/>
                <a:moveTo>
                  <a:pt x="132963" y="143963"/>
                </a:moveTo>
                <a:lnTo>
                  <a:pt x="220343" y="143963"/>
                </a:lnTo>
                <a:lnTo>
                  <a:pt x="220343" y="56583"/>
                </a:lnTo>
                <a:lnTo>
                  <a:pt x="132963" y="56583"/>
                </a:lnTo>
                <a:lnTo>
                  <a:pt x="132963" y="143963"/>
                </a:lnTo>
                <a:close/>
                <a:moveTo>
                  <a:pt x="32059" y="136419"/>
                </a:moveTo>
                <a:cubicBezTo>
                  <a:pt x="28922" y="136419"/>
                  <a:pt x="26408" y="135478"/>
                  <a:pt x="24515" y="133585"/>
                </a:cubicBezTo>
                <a:cubicBezTo>
                  <a:pt x="22421" y="131491"/>
                  <a:pt x="21379" y="128976"/>
                  <a:pt x="21379" y="126041"/>
                </a:cubicBezTo>
                <a:cubicBezTo>
                  <a:pt x="21379" y="122905"/>
                  <a:pt x="22321" y="120390"/>
                  <a:pt x="24204" y="118497"/>
                </a:cubicBezTo>
                <a:cubicBezTo>
                  <a:pt x="26298" y="116403"/>
                  <a:pt x="28813" y="115361"/>
                  <a:pt x="31748" y="115361"/>
                </a:cubicBezTo>
                <a:lnTo>
                  <a:pt x="83613" y="115361"/>
                </a:lnTo>
                <a:cubicBezTo>
                  <a:pt x="86548" y="115361"/>
                  <a:pt x="89063" y="116403"/>
                  <a:pt x="91157" y="118497"/>
                </a:cubicBezTo>
                <a:cubicBezTo>
                  <a:pt x="93251" y="120390"/>
                  <a:pt x="94302" y="122905"/>
                  <a:pt x="94302" y="126041"/>
                </a:cubicBezTo>
                <a:cubicBezTo>
                  <a:pt x="94302" y="128976"/>
                  <a:pt x="93251" y="131491"/>
                  <a:pt x="91157" y="133585"/>
                </a:cubicBezTo>
                <a:cubicBezTo>
                  <a:pt x="89063" y="135478"/>
                  <a:pt x="86548" y="136419"/>
                  <a:pt x="83613" y="136419"/>
                </a:cubicBezTo>
                <a:lnTo>
                  <a:pt x="32059" y="136419"/>
                </a:lnTo>
                <a:close/>
                <a:moveTo>
                  <a:pt x="161565" y="99011"/>
                </a:moveTo>
                <a:lnTo>
                  <a:pt x="191741" y="99011"/>
                </a:lnTo>
                <a:cubicBezTo>
                  <a:pt x="194465" y="99011"/>
                  <a:pt x="196870" y="97969"/>
                  <a:pt x="198964" y="95866"/>
                </a:cubicBezTo>
                <a:cubicBezTo>
                  <a:pt x="200857" y="93982"/>
                  <a:pt x="201799" y="91577"/>
                  <a:pt x="201799" y="88642"/>
                </a:cubicBezTo>
                <a:cubicBezTo>
                  <a:pt x="201799" y="85917"/>
                  <a:pt x="200857" y="83503"/>
                  <a:pt x="198964" y="81409"/>
                </a:cubicBezTo>
                <a:cubicBezTo>
                  <a:pt x="196870" y="79525"/>
                  <a:pt x="194465" y="78584"/>
                  <a:pt x="191741" y="78584"/>
                </a:cubicBezTo>
                <a:lnTo>
                  <a:pt x="161565" y="78584"/>
                </a:lnTo>
                <a:cubicBezTo>
                  <a:pt x="158630" y="78584"/>
                  <a:pt x="156216" y="79525"/>
                  <a:pt x="154332" y="81409"/>
                </a:cubicBezTo>
                <a:cubicBezTo>
                  <a:pt x="152449" y="83293"/>
                  <a:pt x="151507" y="85707"/>
                  <a:pt x="151507" y="88642"/>
                </a:cubicBezTo>
                <a:cubicBezTo>
                  <a:pt x="151507" y="91577"/>
                  <a:pt x="152449" y="93982"/>
                  <a:pt x="154332" y="95866"/>
                </a:cubicBezTo>
                <a:cubicBezTo>
                  <a:pt x="156216" y="97969"/>
                  <a:pt x="158630" y="99011"/>
                  <a:pt x="161565" y="99011"/>
                </a:cubicBezTo>
                <a:close/>
                <a:moveTo>
                  <a:pt x="57525" y="95555"/>
                </a:moveTo>
                <a:cubicBezTo>
                  <a:pt x="54590" y="95555"/>
                  <a:pt x="52075" y="94503"/>
                  <a:pt x="49981" y="92409"/>
                </a:cubicBezTo>
                <a:cubicBezTo>
                  <a:pt x="48088" y="90526"/>
                  <a:pt x="47146" y="88011"/>
                  <a:pt x="47146" y="84865"/>
                </a:cubicBezTo>
                <a:cubicBezTo>
                  <a:pt x="47146" y="81930"/>
                  <a:pt x="48198" y="79525"/>
                  <a:pt x="50292" y="77642"/>
                </a:cubicBezTo>
                <a:cubicBezTo>
                  <a:pt x="52176" y="75539"/>
                  <a:pt x="54590" y="74496"/>
                  <a:pt x="57525" y="74496"/>
                </a:cubicBezTo>
                <a:lnTo>
                  <a:pt x="86127" y="74496"/>
                </a:lnTo>
                <a:cubicBezTo>
                  <a:pt x="89063" y="74496"/>
                  <a:pt x="91577" y="75539"/>
                  <a:pt x="93671" y="77642"/>
                </a:cubicBezTo>
                <a:cubicBezTo>
                  <a:pt x="95765" y="79525"/>
                  <a:pt x="96817" y="81930"/>
                  <a:pt x="96817" y="84865"/>
                </a:cubicBezTo>
                <a:cubicBezTo>
                  <a:pt x="96817" y="88011"/>
                  <a:pt x="95765" y="90526"/>
                  <a:pt x="93671" y="92409"/>
                </a:cubicBezTo>
                <a:cubicBezTo>
                  <a:pt x="91577" y="94503"/>
                  <a:pt x="89063" y="95555"/>
                  <a:pt x="86127" y="95555"/>
                </a:cubicBezTo>
                <a:lnTo>
                  <a:pt x="57525" y="95555"/>
                </a:lnTo>
                <a:close/>
                <a:moveTo>
                  <a:pt x="132963" y="143963"/>
                </a:moveTo>
                <a:lnTo>
                  <a:pt x="132963" y="56583"/>
                </a:lnTo>
                <a:lnTo>
                  <a:pt x="132963" y="14396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332" y="186711"/>
                </a:moveTo>
                <a:cubicBezTo>
                  <a:pt x="89584" y="186711"/>
                  <a:pt x="71872" y="179478"/>
                  <a:pt x="57205" y="165022"/>
                </a:cubicBezTo>
                <a:cubicBezTo>
                  <a:pt x="42748" y="150355"/>
                  <a:pt x="35515" y="132753"/>
                  <a:pt x="35515" y="112215"/>
                </a:cubicBezTo>
                <a:cubicBezTo>
                  <a:pt x="35515" y="108027"/>
                  <a:pt x="35835" y="104040"/>
                  <a:pt x="36466" y="100273"/>
                </a:cubicBezTo>
                <a:cubicBezTo>
                  <a:pt x="37088" y="96707"/>
                  <a:pt x="38240" y="92830"/>
                  <a:pt x="39923" y="88642"/>
                </a:cubicBezTo>
                <a:cubicBezTo>
                  <a:pt x="40544" y="86959"/>
                  <a:pt x="41596" y="85597"/>
                  <a:pt x="43059" y="84555"/>
                </a:cubicBezTo>
                <a:cubicBezTo>
                  <a:pt x="44321" y="83713"/>
                  <a:pt x="45683" y="83082"/>
                  <a:pt x="47146" y="82671"/>
                </a:cubicBezTo>
                <a:cubicBezTo>
                  <a:pt x="48829" y="82250"/>
                  <a:pt x="50502" y="82250"/>
                  <a:pt x="52176" y="82671"/>
                </a:cubicBezTo>
                <a:cubicBezTo>
                  <a:pt x="53648" y="83082"/>
                  <a:pt x="55111" y="83924"/>
                  <a:pt x="56583" y="85186"/>
                </a:cubicBezTo>
                <a:lnTo>
                  <a:pt x="91787" y="120390"/>
                </a:lnTo>
                <a:lnTo>
                  <a:pt x="120701" y="93351"/>
                </a:lnTo>
                <a:lnTo>
                  <a:pt x="83924" y="56583"/>
                </a:lnTo>
                <a:cubicBezTo>
                  <a:pt x="82461" y="55321"/>
                  <a:pt x="81519" y="53858"/>
                  <a:pt x="81098" y="52176"/>
                </a:cubicBezTo>
                <a:cubicBezTo>
                  <a:pt x="80678" y="50713"/>
                  <a:pt x="80678" y="49140"/>
                  <a:pt x="81098" y="47467"/>
                </a:cubicBezTo>
                <a:cubicBezTo>
                  <a:pt x="81519" y="45994"/>
                  <a:pt x="82250" y="44632"/>
                  <a:pt x="83293" y="43379"/>
                </a:cubicBezTo>
                <a:cubicBezTo>
                  <a:pt x="84134" y="42117"/>
                  <a:pt x="85496" y="41075"/>
                  <a:pt x="87380" y="40234"/>
                </a:cubicBezTo>
                <a:cubicBezTo>
                  <a:pt x="91367" y="38771"/>
                  <a:pt x="95134" y="37618"/>
                  <a:pt x="98700" y="36777"/>
                </a:cubicBezTo>
                <a:cubicBezTo>
                  <a:pt x="102257" y="35936"/>
                  <a:pt x="106134" y="35515"/>
                  <a:pt x="110332" y="35515"/>
                </a:cubicBezTo>
                <a:cubicBezTo>
                  <a:pt x="131701" y="35515"/>
                  <a:pt x="149824" y="42959"/>
                  <a:pt x="164711" y="57836"/>
                </a:cubicBezTo>
                <a:cubicBezTo>
                  <a:pt x="179588" y="72713"/>
                  <a:pt x="187022" y="90836"/>
                  <a:pt x="187022" y="112215"/>
                </a:cubicBezTo>
                <a:cubicBezTo>
                  <a:pt x="187022" y="117034"/>
                  <a:pt x="186501" y="121853"/>
                  <a:pt x="185449" y="126672"/>
                </a:cubicBezTo>
                <a:cubicBezTo>
                  <a:pt x="184407" y="131280"/>
                  <a:pt x="183145" y="135999"/>
                  <a:pt x="181682" y="140818"/>
                </a:cubicBezTo>
                <a:lnTo>
                  <a:pt x="252091" y="211226"/>
                </a:lnTo>
                <a:cubicBezTo>
                  <a:pt x="257952" y="217097"/>
                  <a:pt x="260887" y="224220"/>
                  <a:pt x="260887" y="232605"/>
                </a:cubicBezTo>
                <a:cubicBezTo>
                  <a:pt x="260677" y="240771"/>
                  <a:pt x="257541" y="247793"/>
                  <a:pt x="251460" y="253664"/>
                </a:cubicBezTo>
                <a:cubicBezTo>
                  <a:pt x="245590" y="259104"/>
                  <a:pt x="238677" y="261729"/>
                  <a:pt x="230712" y="261518"/>
                </a:cubicBezTo>
                <a:cubicBezTo>
                  <a:pt x="222748" y="261518"/>
                  <a:pt x="215945" y="258583"/>
                  <a:pt x="210285" y="252722"/>
                </a:cubicBezTo>
                <a:lnTo>
                  <a:pt x="139245" y="181362"/>
                </a:lnTo>
                <a:cubicBezTo>
                  <a:pt x="134426" y="183045"/>
                  <a:pt x="129708" y="184297"/>
                  <a:pt x="125099" y="185139"/>
                </a:cubicBezTo>
                <a:cubicBezTo>
                  <a:pt x="120490" y="186181"/>
                  <a:pt x="115571" y="186711"/>
                  <a:pt x="110332" y="186711"/>
                </a:cubicBezTo>
                <a:close/>
                <a:moveTo>
                  <a:pt x="110332" y="166274"/>
                </a:moveTo>
                <a:cubicBezTo>
                  <a:pt x="115571" y="166274"/>
                  <a:pt x="121121" y="165442"/>
                  <a:pt x="126992" y="163760"/>
                </a:cubicBezTo>
                <a:cubicBezTo>
                  <a:pt x="132853" y="162087"/>
                  <a:pt x="137992" y="159572"/>
                  <a:pt x="142390" y="156216"/>
                </a:cubicBezTo>
                <a:lnTo>
                  <a:pt x="225061" y="238576"/>
                </a:lnTo>
                <a:cubicBezTo>
                  <a:pt x="226735" y="240249"/>
                  <a:pt x="228829" y="241091"/>
                  <a:pt x="231343" y="241091"/>
                </a:cubicBezTo>
                <a:cubicBezTo>
                  <a:pt x="233858" y="241091"/>
                  <a:pt x="235952" y="240249"/>
                  <a:pt x="237634" y="238576"/>
                </a:cubicBezTo>
                <a:cubicBezTo>
                  <a:pt x="239308" y="236894"/>
                  <a:pt x="240149" y="234800"/>
                  <a:pt x="240149" y="232285"/>
                </a:cubicBezTo>
                <a:cubicBezTo>
                  <a:pt x="240149" y="229770"/>
                  <a:pt x="239308" y="227676"/>
                  <a:pt x="237634" y="226003"/>
                </a:cubicBezTo>
                <a:lnTo>
                  <a:pt x="156216" y="144905"/>
                </a:lnTo>
                <a:cubicBezTo>
                  <a:pt x="159572" y="140507"/>
                  <a:pt x="162087" y="135267"/>
                  <a:pt x="163760" y="129186"/>
                </a:cubicBezTo>
                <a:cubicBezTo>
                  <a:pt x="165442" y="123316"/>
                  <a:pt x="166274" y="117665"/>
                  <a:pt x="166274" y="112215"/>
                </a:cubicBezTo>
                <a:cubicBezTo>
                  <a:pt x="166274" y="96497"/>
                  <a:pt x="160514" y="83192"/>
                  <a:pt x="148992" y="72292"/>
                </a:cubicBezTo>
                <a:cubicBezTo>
                  <a:pt x="137251" y="61402"/>
                  <a:pt x="123947" y="55842"/>
                  <a:pt x="109070" y="55632"/>
                </a:cubicBezTo>
                <a:lnTo>
                  <a:pt x="140187" y="87069"/>
                </a:lnTo>
                <a:cubicBezTo>
                  <a:pt x="142281" y="89373"/>
                  <a:pt x="143332" y="91989"/>
                  <a:pt x="143332" y="94924"/>
                </a:cubicBezTo>
                <a:cubicBezTo>
                  <a:pt x="143122" y="97859"/>
                  <a:pt x="141970" y="100483"/>
                  <a:pt x="139876" y="102788"/>
                </a:cubicBezTo>
                <a:lnTo>
                  <a:pt x="99953" y="139876"/>
                </a:lnTo>
                <a:cubicBezTo>
                  <a:pt x="97859" y="141970"/>
                  <a:pt x="95344" y="143021"/>
                  <a:pt x="92409" y="143021"/>
                </a:cubicBezTo>
                <a:cubicBezTo>
                  <a:pt x="89273" y="143021"/>
                  <a:pt x="86758" y="141970"/>
                  <a:pt x="84865" y="139876"/>
                </a:cubicBezTo>
                <a:lnTo>
                  <a:pt x="55010" y="110642"/>
                </a:lnTo>
                <a:cubicBezTo>
                  <a:pt x="55632" y="126782"/>
                  <a:pt x="61402" y="140086"/>
                  <a:pt x="72292" y="150565"/>
                </a:cubicBezTo>
                <a:cubicBezTo>
                  <a:pt x="83192" y="161035"/>
                  <a:pt x="95866" y="166274"/>
                  <a:pt x="110332" y="166274"/>
                </a:cubicBezTo>
                <a:close/>
                <a:moveTo>
                  <a:pt x="148051" y="14867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5391" y="120390"/>
                </a:moveTo>
                <a:cubicBezTo>
                  <a:pt x="172456" y="120390"/>
                  <a:pt x="169941" y="119338"/>
                  <a:pt x="167847" y="117244"/>
                </a:cubicBezTo>
                <a:cubicBezTo>
                  <a:pt x="165964" y="115361"/>
                  <a:pt x="165022" y="112947"/>
                  <a:pt x="165022" y="110011"/>
                </a:cubicBezTo>
                <a:cubicBezTo>
                  <a:pt x="165022" y="107076"/>
                  <a:pt x="165964" y="104671"/>
                  <a:pt x="167847" y="102788"/>
                </a:cubicBezTo>
                <a:cubicBezTo>
                  <a:pt x="169941" y="100685"/>
                  <a:pt x="172456" y="99642"/>
                  <a:pt x="175391" y="99642"/>
                </a:cubicBezTo>
                <a:lnTo>
                  <a:pt x="229770" y="99642"/>
                </a:lnTo>
                <a:cubicBezTo>
                  <a:pt x="232495" y="99642"/>
                  <a:pt x="234909" y="100685"/>
                  <a:pt x="237003" y="102788"/>
                </a:cubicBezTo>
                <a:cubicBezTo>
                  <a:pt x="238887" y="104671"/>
                  <a:pt x="239829" y="107076"/>
                  <a:pt x="239829" y="110011"/>
                </a:cubicBezTo>
                <a:cubicBezTo>
                  <a:pt x="239829" y="112947"/>
                  <a:pt x="238887" y="115361"/>
                  <a:pt x="237003" y="117244"/>
                </a:cubicBezTo>
                <a:cubicBezTo>
                  <a:pt x="234909" y="119338"/>
                  <a:pt x="232495" y="120390"/>
                  <a:pt x="229770" y="120390"/>
                </a:cubicBezTo>
                <a:lnTo>
                  <a:pt x="175391" y="120390"/>
                </a:lnTo>
                <a:close/>
                <a:moveTo>
                  <a:pt x="175391" y="80778"/>
                </a:moveTo>
                <a:cubicBezTo>
                  <a:pt x="172456" y="80778"/>
                  <a:pt x="169941" y="79836"/>
                  <a:pt x="167847" y="77953"/>
                </a:cubicBezTo>
                <a:cubicBezTo>
                  <a:pt x="165964" y="75859"/>
                  <a:pt x="165022" y="73344"/>
                  <a:pt x="165022" y="70409"/>
                </a:cubicBezTo>
                <a:cubicBezTo>
                  <a:pt x="165022" y="67474"/>
                  <a:pt x="165964" y="65069"/>
                  <a:pt x="167847" y="63176"/>
                </a:cubicBezTo>
                <a:cubicBezTo>
                  <a:pt x="169941" y="61292"/>
                  <a:pt x="172456" y="60350"/>
                  <a:pt x="175391" y="60350"/>
                </a:cubicBezTo>
                <a:lnTo>
                  <a:pt x="258062" y="60350"/>
                </a:lnTo>
                <a:cubicBezTo>
                  <a:pt x="260787" y="60350"/>
                  <a:pt x="263192" y="61292"/>
                  <a:pt x="265295" y="63176"/>
                </a:cubicBezTo>
                <a:cubicBezTo>
                  <a:pt x="267179" y="65279"/>
                  <a:pt x="268120" y="67794"/>
                  <a:pt x="268120" y="70720"/>
                </a:cubicBezTo>
                <a:cubicBezTo>
                  <a:pt x="268120" y="73655"/>
                  <a:pt x="267179" y="76069"/>
                  <a:pt x="265295" y="77953"/>
                </a:cubicBezTo>
                <a:cubicBezTo>
                  <a:pt x="263192" y="79836"/>
                  <a:pt x="260787" y="80778"/>
                  <a:pt x="258062" y="80778"/>
                </a:cubicBezTo>
                <a:lnTo>
                  <a:pt x="175391" y="80778"/>
                </a:lnTo>
                <a:close/>
                <a:moveTo>
                  <a:pt x="49350" y="248314"/>
                </a:moveTo>
                <a:cubicBezTo>
                  <a:pt x="38030" y="236793"/>
                  <a:pt x="32379" y="222858"/>
                  <a:pt x="32379" y="206508"/>
                </a:cubicBezTo>
                <a:cubicBezTo>
                  <a:pt x="32379" y="196239"/>
                  <a:pt x="34784" y="186602"/>
                  <a:pt x="39603" y="177595"/>
                </a:cubicBezTo>
                <a:cubicBezTo>
                  <a:pt x="44632" y="168579"/>
                  <a:pt x="51654" y="161245"/>
                  <a:pt x="60661" y="155594"/>
                </a:cubicBezTo>
                <a:lnTo>
                  <a:pt x="60661" y="66641"/>
                </a:lnTo>
                <a:cubicBezTo>
                  <a:pt x="60661" y="58046"/>
                  <a:pt x="63597" y="50713"/>
                  <a:pt x="69467" y="44632"/>
                </a:cubicBezTo>
                <a:cubicBezTo>
                  <a:pt x="75539" y="38771"/>
                  <a:pt x="82771" y="35835"/>
                  <a:pt x="91157" y="35835"/>
                </a:cubicBezTo>
                <a:cubicBezTo>
                  <a:pt x="99743" y="35835"/>
                  <a:pt x="107076" y="38771"/>
                  <a:pt x="113157" y="44632"/>
                </a:cubicBezTo>
                <a:cubicBezTo>
                  <a:pt x="119027" y="50713"/>
                  <a:pt x="121963" y="58046"/>
                  <a:pt x="121963" y="66641"/>
                </a:cubicBezTo>
                <a:lnTo>
                  <a:pt x="121963" y="155594"/>
                </a:lnTo>
                <a:cubicBezTo>
                  <a:pt x="130970" y="161245"/>
                  <a:pt x="137992" y="168579"/>
                  <a:pt x="143021" y="177595"/>
                </a:cubicBezTo>
                <a:cubicBezTo>
                  <a:pt x="147840" y="186602"/>
                  <a:pt x="150245" y="196239"/>
                  <a:pt x="150245" y="206508"/>
                </a:cubicBezTo>
                <a:cubicBezTo>
                  <a:pt x="150245" y="222858"/>
                  <a:pt x="144594" y="236793"/>
                  <a:pt x="133274" y="248314"/>
                </a:cubicBezTo>
                <a:cubicBezTo>
                  <a:pt x="121752" y="259845"/>
                  <a:pt x="107817" y="265606"/>
                  <a:pt x="91467" y="265606"/>
                </a:cubicBezTo>
                <a:cubicBezTo>
                  <a:pt x="74917" y="265606"/>
                  <a:pt x="60872" y="259845"/>
                  <a:pt x="49350" y="248314"/>
                </a:cubicBezTo>
                <a:close/>
                <a:moveTo>
                  <a:pt x="53748" y="206508"/>
                </a:moveTo>
                <a:lnTo>
                  <a:pt x="128876" y="206508"/>
                </a:lnTo>
                <a:cubicBezTo>
                  <a:pt x="128876" y="197922"/>
                  <a:pt x="126882" y="190268"/>
                  <a:pt x="122905" y="183566"/>
                </a:cubicBezTo>
                <a:cubicBezTo>
                  <a:pt x="118707" y="177074"/>
                  <a:pt x="113157" y="172355"/>
                  <a:pt x="106244" y="169420"/>
                </a:cubicBezTo>
                <a:lnTo>
                  <a:pt x="100584" y="166905"/>
                </a:lnTo>
                <a:lnTo>
                  <a:pt x="100584" y="66641"/>
                </a:lnTo>
                <a:cubicBezTo>
                  <a:pt x="100584" y="63917"/>
                  <a:pt x="99743" y="61713"/>
                  <a:pt x="98069" y="60040"/>
                </a:cubicBezTo>
                <a:cubicBezTo>
                  <a:pt x="96186" y="58147"/>
                  <a:pt x="93982" y="57205"/>
                  <a:pt x="91467" y="57205"/>
                </a:cubicBezTo>
                <a:cubicBezTo>
                  <a:pt x="88743" y="57205"/>
                  <a:pt x="86438" y="58147"/>
                  <a:pt x="84555" y="60040"/>
                </a:cubicBezTo>
                <a:cubicBezTo>
                  <a:pt x="82881" y="61713"/>
                  <a:pt x="82040" y="63917"/>
                  <a:pt x="82040" y="66641"/>
                </a:cubicBezTo>
                <a:lnTo>
                  <a:pt x="82040" y="166905"/>
                </a:lnTo>
                <a:lnTo>
                  <a:pt x="76380" y="169420"/>
                </a:lnTo>
                <a:cubicBezTo>
                  <a:pt x="69467" y="172355"/>
                  <a:pt x="63917" y="177174"/>
                  <a:pt x="59719" y="183877"/>
                </a:cubicBezTo>
                <a:cubicBezTo>
                  <a:pt x="55742" y="190588"/>
                  <a:pt x="53748" y="198132"/>
                  <a:pt x="53748" y="20650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642" y="248314"/>
                </a:moveTo>
                <a:cubicBezTo>
                  <a:pt x="58147" y="228408"/>
                  <a:pt x="48408" y="203472"/>
                  <a:pt x="48408" y="173507"/>
                </a:cubicBezTo>
                <a:cubicBezTo>
                  <a:pt x="48408" y="160514"/>
                  <a:pt x="51234" y="147630"/>
                  <a:pt x="56894" y="134847"/>
                </a:cubicBezTo>
                <a:cubicBezTo>
                  <a:pt x="62554" y="122063"/>
                  <a:pt x="69888" y="109490"/>
                  <a:pt x="78894" y="97128"/>
                </a:cubicBezTo>
                <a:cubicBezTo>
                  <a:pt x="87910" y="84975"/>
                  <a:pt x="97759" y="73344"/>
                  <a:pt x="108439" y="62234"/>
                </a:cubicBezTo>
                <a:cubicBezTo>
                  <a:pt x="119338" y="51344"/>
                  <a:pt x="129918" y="41285"/>
                  <a:pt x="140187" y="32059"/>
                </a:cubicBezTo>
                <a:cubicBezTo>
                  <a:pt x="141869" y="30596"/>
                  <a:pt x="143543" y="29544"/>
                  <a:pt x="145216" y="28922"/>
                </a:cubicBezTo>
                <a:cubicBezTo>
                  <a:pt x="147109" y="28292"/>
                  <a:pt x="148992" y="27971"/>
                  <a:pt x="150876" y="27971"/>
                </a:cubicBezTo>
                <a:cubicBezTo>
                  <a:pt x="152760" y="27971"/>
                  <a:pt x="154652" y="28292"/>
                  <a:pt x="156536" y="28922"/>
                </a:cubicBezTo>
                <a:cubicBezTo>
                  <a:pt x="158209" y="29544"/>
                  <a:pt x="159883" y="30596"/>
                  <a:pt x="161565" y="32059"/>
                </a:cubicBezTo>
                <a:cubicBezTo>
                  <a:pt x="171834" y="41285"/>
                  <a:pt x="182414" y="51344"/>
                  <a:pt x="193313" y="62234"/>
                </a:cubicBezTo>
                <a:cubicBezTo>
                  <a:pt x="203993" y="73344"/>
                  <a:pt x="213842" y="84975"/>
                  <a:pt x="222858" y="97128"/>
                </a:cubicBezTo>
                <a:cubicBezTo>
                  <a:pt x="231864" y="109490"/>
                  <a:pt x="239198" y="122063"/>
                  <a:pt x="244858" y="134847"/>
                </a:cubicBezTo>
                <a:cubicBezTo>
                  <a:pt x="250518" y="147630"/>
                  <a:pt x="253344" y="160514"/>
                  <a:pt x="253344" y="173507"/>
                </a:cubicBezTo>
                <a:cubicBezTo>
                  <a:pt x="253344" y="203472"/>
                  <a:pt x="243605" y="228408"/>
                  <a:pt x="224110" y="248314"/>
                </a:cubicBezTo>
                <a:cubicBezTo>
                  <a:pt x="204624" y="268431"/>
                  <a:pt x="180210" y="278490"/>
                  <a:pt x="150876" y="278490"/>
                </a:cubicBezTo>
                <a:cubicBezTo>
                  <a:pt x="121542" y="278490"/>
                  <a:pt x="97128" y="268431"/>
                  <a:pt x="77642" y="248314"/>
                </a:cubicBezTo>
                <a:close/>
                <a:moveTo>
                  <a:pt x="208712" y="233227"/>
                </a:moveTo>
                <a:cubicBezTo>
                  <a:pt x="224220" y="217307"/>
                  <a:pt x="231974" y="197401"/>
                  <a:pt x="231974" y="173507"/>
                </a:cubicBezTo>
                <a:cubicBezTo>
                  <a:pt x="231974" y="157167"/>
                  <a:pt x="225061" y="138614"/>
                  <a:pt x="211226" y="117875"/>
                </a:cubicBezTo>
                <a:cubicBezTo>
                  <a:pt x="197401" y="96917"/>
                  <a:pt x="177284" y="74706"/>
                  <a:pt x="150876" y="51234"/>
                </a:cubicBezTo>
                <a:cubicBezTo>
                  <a:pt x="124477" y="74706"/>
                  <a:pt x="104360" y="96917"/>
                  <a:pt x="90526" y="117875"/>
                </a:cubicBezTo>
                <a:cubicBezTo>
                  <a:pt x="76700" y="138614"/>
                  <a:pt x="69778" y="157167"/>
                  <a:pt x="69778" y="173507"/>
                </a:cubicBezTo>
                <a:cubicBezTo>
                  <a:pt x="69778" y="197401"/>
                  <a:pt x="77532" y="217307"/>
                  <a:pt x="93040" y="233227"/>
                </a:cubicBezTo>
                <a:cubicBezTo>
                  <a:pt x="108338" y="249156"/>
                  <a:pt x="127614" y="257120"/>
                  <a:pt x="150876" y="257120"/>
                </a:cubicBezTo>
                <a:cubicBezTo>
                  <a:pt x="174138" y="257120"/>
                  <a:pt x="193414" y="249156"/>
                  <a:pt x="208712" y="233227"/>
                </a:cubicBezTo>
                <a:close/>
                <a:moveTo>
                  <a:pt x="150876" y="150565"/>
                </a:moveTo>
                <a:close/>
                <a:moveTo>
                  <a:pt x="150565" y="236062"/>
                </a:moveTo>
                <a:cubicBezTo>
                  <a:pt x="154122" y="236062"/>
                  <a:pt x="156847" y="235431"/>
                  <a:pt x="158731" y="234169"/>
                </a:cubicBezTo>
                <a:cubicBezTo>
                  <a:pt x="160834" y="232916"/>
                  <a:pt x="161876" y="231032"/>
                  <a:pt x="161876" y="228518"/>
                </a:cubicBezTo>
                <a:cubicBezTo>
                  <a:pt x="161876" y="226213"/>
                  <a:pt x="160934" y="224321"/>
                  <a:pt x="159051" y="222858"/>
                </a:cubicBezTo>
                <a:cubicBezTo>
                  <a:pt x="156957" y="221385"/>
                  <a:pt x="154022" y="220654"/>
                  <a:pt x="150245" y="220654"/>
                </a:cubicBezTo>
                <a:cubicBezTo>
                  <a:pt x="141238" y="220654"/>
                  <a:pt x="132433" y="217929"/>
                  <a:pt x="123846" y="212488"/>
                </a:cubicBezTo>
                <a:cubicBezTo>
                  <a:pt x="115251" y="207038"/>
                  <a:pt x="109701" y="197602"/>
                  <a:pt x="107186" y="184197"/>
                </a:cubicBezTo>
                <a:cubicBezTo>
                  <a:pt x="106765" y="182313"/>
                  <a:pt x="105824" y="180631"/>
                  <a:pt x="104360" y="179168"/>
                </a:cubicBezTo>
                <a:cubicBezTo>
                  <a:pt x="102888" y="177906"/>
                  <a:pt x="101215" y="177284"/>
                  <a:pt x="99331" y="177284"/>
                </a:cubicBezTo>
                <a:cubicBezTo>
                  <a:pt x="96606" y="177284"/>
                  <a:pt x="94613" y="178226"/>
                  <a:pt x="93351" y="180109"/>
                </a:cubicBezTo>
                <a:cubicBezTo>
                  <a:pt x="92098" y="181993"/>
                  <a:pt x="91678" y="183986"/>
                  <a:pt x="92098" y="186080"/>
                </a:cubicBezTo>
                <a:cubicBezTo>
                  <a:pt x="95244" y="203683"/>
                  <a:pt x="102678" y="216466"/>
                  <a:pt x="114419" y="224430"/>
                </a:cubicBezTo>
                <a:cubicBezTo>
                  <a:pt x="126151" y="232184"/>
                  <a:pt x="138202" y="236062"/>
                  <a:pt x="150565" y="2360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344" y="278490"/>
                  <a:pt x="46314" y="276396"/>
                  <a:pt x="42117" y="272208"/>
                </a:cubicBezTo>
                <a:cubicBezTo>
                  <a:pt x="37929" y="268011"/>
                  <a:pt x="35835" y="262981"/>
                  <a:pt x="35835" y="257120"/>
                </a:cubicBezTo>
                <a:lnTo>
                  <a:pt x="35835" y="105613"/>
                </a:lnTo>
                <a:cubicBezTo>
                  <a:pt x="32269" y="104150"/>
                  <a:pt x="29233" y="101636"/>
                  <a:pt x="26719" y="98069"/>
                </a:cubicBezTo>
                <a:cubicBezTo>
                  <a:pt x="24414" y="94714"/>
                  <a:pt x="23262" y="90836"/>
                  <a:pt x="23262" y="86438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741" y="25356"/>
                  <a:pt x="3877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86438"/>
                </a:lnTo>
                <a:cubicBezTo>
                  <a:pt x="278490" y="90836"/>
                  <a:pt x="277338" y="94714"/>
                  <a:pt x="275033" y="98069"/>
                </a:cubicBezTo>
                <a:cubicBezTo>
                  <a:pt x="272519" y="101636"/>
                  <a:pt x="269483" y="104150"/>
                  <a:pt x="265917" y="105613"/>
                </a:cubicBezTo>
                <a:lnTo>
                  <a:pt x="265917" y="257120"/>
                </a:lnTo>
                <a:cubicBezTo>
                  <a:pt x="265917" y="262981"/>
                  <a:pt x="263823" y="268011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107817"/>
                </a:moveTo>
                <a:lnTo>
                  <a:pt x="57205" y="257120"/>
                </a:lnTo>
                <a:lnTo>
                  <a:pt x="244547" y="257120"/>
                </a:lnTo>
                <a:lnTo>
                  <a:pt x="244547" y="107817"/>
                </a:lnTo>
                <a:lnTo>
                  <a:pt x="57205" y="107817"/>
                </a:lnTo>
                <a:close/>
                <a:moveTo>
                  <a:pt x="44632" y="86438"/>
                </a:moveTo>
                <a:lnTo>
                  <a:pt x="257120" y="8643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86438"/>
                </a:lnTo>
                <a:close/>
                <a:moveTo>
                  <a:pt x="122274" y="170993"/>
                </a:moveTo>
                <a:lnTo>
                  <a:pt x="179478" y="170993"/>
                </a:lnTo>
                <a:cubicBezTo>
                  <a:pt x="182414" y="170993"/>
                  <a:pt x="184828" y="170051"/>
                  <a:pt x="186711" y="168167"/>
                </a:cubicBezTo>
                <a:cubicBezTo>
                  <a:pt x="188595" y="166064"/>
                  <a:pt x="189537" y="163659"/>
                  <a:pt x="189537" y="160934"/>
                </a:cubicBezTo>
                <a:cubicBezTo>
                  <a:pt x="189537" y="157999"/>
                  <a:pt x="188595" y="155594"/>
                  <a:pt x="186711" y="153701"/>
                </a:cubicBezTo>
                <a:cubicBezTo>
                  <a:pt x="184828" y="151818"/>
                  <a:pt x="182414" y="150876"/>
                  <a:pt x="179478" y="150876"/>
                </a:cubicBezTo>
                <a:lnTo>
                  <a:pt x="122274" y="150876"/>
                </a:lnTo>
                <a:cubicBezTo>
                  <a:pt x="119549" y="150876"/>
                  <a:pt x="117135" y="151818"/>
                  <a:pt x="115041" y="153701"/>
                </a:cubicBezTo>
                <a:cubicBezTo>
                  <a:pt x="113157" y="155594"/>
                  <a:pt x="112215" y="157999"/>
                  <a:pt x="112215" y="160934"/>
                </a:cubicBezTo>
                <a:cubicBezTo>
                  <a:pt x="112215" y="163870"/>
                  <a:pt x="113157" y="166274"/>
                  <a:pt x="115041" y="168167"/>
                </a:cubicBezTo>
                <a:cubicBezTo>
                  <a:pt x="117135" y="170051"/>
                  <a:pt x="119549" y="170993"/>
                  <a:pt x="122274" y="170993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40187" y="276606"/>
                </a:moveTo>
                <a:lnTo>
                  <a:pt x="46525" y="222547"/>
                </a:lnTo>
                <a:cubicBezTo>
                  <a:pt x="43169" y="220654"/>
                  <a:pt x="40544" y="218039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713"/>
                  <a:pt x="43169" y="8109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098"/>
                  <a:pt x="261208" y="83713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8039"/>
                  <a:pt x="258583" y="22065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close/>
                <a:moveTo>
                  <a:pt x="202430" y="109070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120390" y="61612"/>
                </a:lnTo>
                <a:lnTo>
                  <a:pt x="202430" y="109070"/>
                </a:lnTo>
                <a:close/>
                <a:moveTo>
                  <a:pt x="150876" y="138934"/>
                </a:moveTo>
                <a:lnTo>
                  <a:pt x="181993" y="120701"/>
                </a:lnTo>
                <a:lnTo>
                  <a:pt x="99642" y="73234"/>
                </a:lnTo>
                <a:lnTo>
                  <a:pt x="68836" y="91157"/>
                </a:lnTo>
                <a:lnTo>
                  <a:pt x="150876" y="13893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50876" y="138934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68836" y="91157"/>
                </a:lnTo>
                <a:lnTo>
                  <a:pt x="150876" y="138934"/>
                </a:lnTo>
                <a:close/>
                <a:moveTo>
                  <a:pt x="46525" y="222547"/>
                </a:moveTo>
                <a:cubicBezTo>
                  <a:pt x="43169" y="220444"/>
                  <a:pt x="40544" y="217828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924"/>
                  <a:pt x="43169" y="8130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308"/>
                  <a:pt x="261208" y="83924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7828"/>
                  <a:pt x="258583" y="22044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lnTo>
                  <a:pt x="46525" y="22254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022"/>
                </a:moveTo>
                <a:lnTo>
                  <a:pt x="114730" y="141449"/>
                </a:lnTo>
                <a:cubicBezTo>
                  <a:pt x="112846" y="139355"/>
                  <a:pt x="110432" y="138303"/>
                  <a:pt x="107497" y="138303"/>
                </a:cubicBezTo>
                <a:cubicBezTo>
                  <a:pt x="104772" y="138303"/>
                  <a:pt x="102257" y="139245"/>
                  <a:pt x="99953" y="141128"/>
                </a:cubicBezTo>
                <a:cubicBezTo>
                  <a:pt x="97859" y="143232"/>
                  <a:pt x="96817" y="145746"/>
                  <a:pt x="96817" y="148672"/>
                </a:cubicBezTo>
                <a:cubicBezTo>
                  <a:pt x="96817" y="151397"/>
                  <a:pt x="97859" y="153912"/>
                  <a:pt x="99953" y="156216"/>
                </a:cubicBezTo>
                <a:lnTo>
                  <a:pt x="129817" y="185770"/>
                </a:lnTo>
                <a:cubicBezTo>
                  <a:pt x="131911" y="187863"/>
                  <a:pt x="134426" y="188906"/>
                  <a:pt x="137361" y="188906"/>
                </a:cubicBezTo>
                <a:cubicBezTo>
                  <a:pt x="140296" y="188906"/>
                  <a:pt x="142811" y="187863"/>
                  <a:pt x="144905" y="185770"/>
                </a:cubicBezTo>
                <a:lnTo>
                  <a:pt x="201799" y="129186"/>
                </a:lnTo>
                <a:cubicBezTo>
                  <a:pt x="203683" y="127303"/>
                  <a:pt x="204624" y="124889"/>
                  <a:pt x="204624" y="121963"/>
                </a:cubicBezTo>
                <a:cubicBezTo>
                  <a:pt x="204624" y="119027"/>
                  <a:pt x="203582" y="116613"/>
                  <a:pt x="201479" y="114730"/>
                </a:cubicBezTo>
                <a:cubicBezTo>
                  <a:pt x="199385" y="113056"/>
                  <a:pt x="196980" y="112215"/>
                  <a:pt x="194255" y="112215"/>
                </a:cubicBezTo>
                <a:cubicBezTo>
                  <a:pt x="191530" y="112425"/>
                  <a:pt x="189327" y="113367"/>
                  <a:pt x="187653" y="115041"/>
                </a:cubicBezTo>
                <a:lnTo>
                  <a:pt x="137361" y="165022"/>
                </a:lnTo>
                <a:close/>
                <a:moveTo>
                  <a:pt x="103099" y="276917"/>
                </a:moveTo>
                <a:lnTo>
                  <a:pt x="83613" y="243605"/>
                </a:lnTo>
                <a:lnTo>
                  <a:pt x="44952" y="235741"/>
                </a:lnTo>
                <a:cubicBezTo>
                  <a:pt x="42227" y="235321"/>
                  <a:pt x="40023" y="233958"/>
                  <a:pt x="38350" y="231654"/>
                </a:cubicBezTo>
                <a:cubicBezTo>
                  <a:pt x="36667" y="229350"/>
                  <a:pt x="36046" y="226835"/>
                  <a:pt x="36466" y="224110"/>
                </a:cubicBezTo>
                <a:lnTo>
                  <a:pt x="40865" y="186711"/>
                </a:lnTo>
                <a:lnTo>
                  <a:pt x="16029" y="158109"/>
                </a:lnTo>
                <a:cubicBezTo>
                  <a:pt x="14356" y="156006"/>
                  <a:pt x="13515" y="153601"/>
                  <a:pt x="13515" y="150876"/>
                </a:cubicBezTo>
                <a:cubicBezTo>
                  <a:pt x="13515" y="148151"/>
                  <a:pt x="14356" y="145746"/>
                  <a:pt x="16029" y="143643"/>
                </a:cubicBezTo>
                <a:lnTo>
                  <a:pt x="40865" y="115361"/>
                </a:lnTo>
                <a:lnTo>
                  <a:pt x="36466" y="77953"/>
                </a:lnTo>
                <a:cubicBezTo>
                  <a:pt x="36046" y="75228"/>
                  <a:pt x="36667" y="72713"/>
                  <a:pt x="38350" y="70409"/>
                </a:cubicBezTo>
                <a:cubicBezTo>
                  <a:pt x="40023" y="68105"/>
                  <a:pt x="42227" y="66641"/>
                  <a:pt x="44952" y="66011"/>
                </a:cubicBezTo>
                <a:lnTo>
                  <a:pt x="83613" y="58467"/>
                </a:lnTo>
                <a:lnTo>
                  <a:pt x="103099" y="24835"/>
                </a:lnTo>
                <a:cubicBezTo>
                  <a:pt x="104360" y="22531"/>
                  <a:pt x="106345" y="20958"/>
                  <a:pt x="109070" y="20117"/>
                </a:cubicBezTo>
                <a:cubicBezTo>
                  <a:pt x="111795" y="19065"/>
                  <a:pt x="114419" y="19175"/>
                  <a:pt x="116933" y="20428"/>
                </a:cubicBezTo>
                <a:lnTo>
                  <a:pt x="150876" y="36146"/>
                </a:lnTo>
                <a:lnTo>
                  <a:pt x="184828" y="20428"/>
                </a:lnTo>
                <a:cubicBezTo>
                  <a:pt x="187342" y="19175"/>
                  <a:pt x="189957" y="18965"/>
                  <a:pt x="192682" y="19806"/>
                </a:cubicBezTo>
                <a:cubicBezTo>
                  <a:pt x="195407" y="20638"/>
                  <a:pt x="197401" y="22211"/>
                  <a:pt x="198653" y="24515"/>
                </a:cubicBezTo>
                <a:lnTo>
                  <a:pt x="218459" y="58467"/>
                </a:lnTo>
                <a:lnTo>
                  <a:pt x="256800" y="66011"/>
                </a:lnTo>
                <a:cubicBezTo>
                  <a:pt x="259525" y="66641"/>
                  <a:pt x="261729" y="68105"/>
                  <a:pt x="263402" y="70409"/>
                </a:cubicBezTo>
                <a:cubicBezTo>
                  <a:pt x="265085" y="72713"/>
                  <a:pt x="265706" y="75228"/>
                  <a:pt x="265295" y="77953"/>
                </a:cubicBezTo>
                <a:lnTo>
                  <a:pt x="260887" y="115361"/>
                </a:lnTo>
                <a:lnTo>
                  <a:pt x="285723" y="143643"/>
                </a:lnTo>
                <a:cubicBezTo>
                  <a:pt x="287396" y="145746"/>
                  <a:pt x="288237" y="148151"/>
                  <a:pt x="288237" y="150876"/>
                </a:cubicBezTo>
                <a:cubicBezTo>
                  <a:pt x="288237" y="153601"/>
                  <a:pt x="287396" y="156006"/>
                  <a:pt x="285723" y="158109"/>
                </a:cubicBezTo>
                <a:lnTo>
                  <a:pt x="260887" y="186711"/>
                </a:lnTo>
                <a:lnTo>
                  <a:pt x="265295" y="224110"/>
                </a:lnTo>
                <a:cubicBezTo>
                  <a:pt x="265706" y="226835"/>
                  <a:pt x="265085" y="229350"/>
                  <a:pt x="263402" y="231654"/>
                </a:cubicBezTo>
                <a:cubicBezTo>
                  <a:pt x="261729" y="233958"/>
                  <a:pt x="259525" y="235321"/>
                  <a:pt x="256800" y="235741"/>
                </a:cubicBezTo>
                <a:lnTo>
                  <a:pt x="218459" y="243605"/>
                </a:lnTo>
                <a:lnTo>
                  <a:pt x="198653" y="277237"/>
                </a:lnTo>
                <a:cubicBezTo>
                  <a:pt x="197401" y="279541"/>
                  <a:pt x="195407" y="281114"/>
                  <a:pt x="192682" y="281946"/>
                </a:cubicBezTo>
                <a:cubicBezTo>
                  <a:pt x="189957" y="282787"/>
                  <a:pt x="187342" y="282577"/>
                  <a:pt x="184828" y="281324"/>
                </a:cubicBezTo>
                <a:lnTo>
                  <a:pt x="150876" y="265606"/>
                </a:lnTo>
                <a:lnTo>
                  <a:pt x="116933" y="281324"/>
                </a:lnTo>
                <a:cubicBezTo>
                  <a:pt x="114419" y="282577"/>
                  <a:pt x="111795" y="282687"/>
                  <a:pt x="109070" y="281635"/>
                </a:cubicBezTo>
                <a:cubicBezTo>
                  <a:pt x="106345" y="280794"/>
                  <a:pt x="104360" y="279221"/>
                  <a:pt x="103099" y="276917"/>
                </a:cubicBezTo>
                <a:close/>
                <a:moveTo>
                  <a:pt x="117555" y="257120"/>
                </a:moveTo>
                <a:lnTo>
                  <a:pt x="150876" y="242974"/>
                </a:lnTo>
                <a:lnTo>
                  <a:pt x="185139" y="257120"/>
                </a:lnTo>
                <a:lnTo>
                  <a:pt x="206197" y="226003"/>
                </a:lnTo>
                <a:lnTo>
                  <a:pt x="242663" y="216566"/>
                </a:lnTo>
                <a:lnTo>
                  <a:pt x="238887" y="179478"/>
                </a:lnTo>
                <a:lnTo>
                  <a:pt x="264033" y="150876"/>
                </a:lnTo>
                <a:lnTo>
                  <a:pt x="238887" y="121643"/>
                </a:lnTo>
                <a:lnTo>
                  <a:pt x="242663" y="84555"/>
                </a:lnTo>
                <a:lnTo>
                  <a:pt x="206197" y="75749"/>
                </a:lnTo>
                <a:lnTo>
                  <a:pt x="184508" y="44632"/>
                </a:lnTo>
                <a:lnTo>
                  <a:pt x="150876" y="58778"/>
                </a:lnTo>
                <a:lnTo>
                  <a:pt x="116613" y="44632"/>
                </a:lnTo>
                <a:lnTo>
                  <a:pt x="95866" y="75749"/>
                </a:lnTo>
                <a:lnTo>
                  <a:pt x="59409" y="84555"/>
                </a:lnTo>
                <a:lnTo>
                  <a:pt x="62865" y="121643"/>
                </a:lnTo>
                <a:lnTo>
                  <a:pt x="37719" y="150876"/>
                </a:lnTo>
                <a:lnTo>
                  <a:pt x="62865" y="179478"/>
                </a:lnTo>
                <a:lnTo>
                  <a:pt x="59409" y="217197"/>
                </a:lnTo>
                <a:lnTo>
                  <a:pt x="95555" y="226003"/>
                </a:lnTo>
                <a:lnTo>
                  <a:pt x="117555" y="257120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2853" y="278490"/>
                  <a:pt x="116092" y="275244"/>
                  <a:pt x="100584" y="268751"/>
                </a:cubicBezTo>
                <a:cubicBezTo>
                  <a:pt x="84865" y="262250"/>
                  <a:pt x="71351" y="253243"/>
                  <a:pt x="60040" y="241712"/>
                </a:cubicBezTo>
                <a:cubicBezTo>
                  <a:pt x="48509" y="230401"/>
                  <a:pt x="39502" y="216887"/>
                  <a:pt x="33001" y="201168"/>
                </a:cubicBezTo>
                <a:cubicBezTo>
                  <a:pt x="26508" y="185660"/>
                  <a:pt x="23262" y="168899"/>
                  <a:pt x="23262" y="150876"/>
                </a:cubicBezTo>
                <a:cubicBezTo>
                  <a:pt x="23262" y="133063"/>
                  <a:pt x="26508" y="116303"/>
                  <a:pt x="33001" y="100584"/>
                </a:cubicBezTo>
                <a:cubicBezTo>
                  <a:pt x="39502" y="85076"/>
                  <a:pt x="48509" y="71671"/>
                  <a:pt x="60040" y="60350"/>
                </a:cubicBezTo>
                <a:cubicBezTo>
                  <a:pt x="71351" y="48829"/>
                  <a:pt x="84865" y="39712"/>
                  <a:pt x="100584" y="33001"/>
                </a:cubicBezTo>
                <a:cubicBezTo>
                  <a:pt x="116092" y="26508"/>
                  <a:pt x="132853" y="23262"/>
                  <a:pt x="150876" y="23262"/>
                </a:cubicBezTo>
                <a:cubicBezTo>
                  <a:pt x="163239" y="23262"/>
                  <a:pt x="175181" y="25045"/>
                  <a:pt x="186711" y="28602"/>
                </a:cubicBezTo>
                <a:cubicBezTo>
                  <a:pt x="198233" y="31958"/>
                  <a:pt x="209233" y="37088"/>
                  <a:pt x="219712" y="44010"/>
                </a:cubicBezTo>
                <a:cubicBezTo>
                  <a:pt x="222227" y="45473"/>
                  <a:pt x="223799" y="47677"/>
                  <a:pt x="224430" y="50603"/>
                </a:cubicBezTo>
                <a:cubicBezTo>
                  <a:pt x="225061" y="53328"/>
                  <a:pt x="224430" y="55842"/>
                  <a:pt x="222547" y="58147"/>
                </a:cubicBezTo>
                <a:cubicBezTo>
                  <a:pt x="220654" y="60661"/>
                  <a:pt x="218350" y="62133"/>
                  <a:pt x="215625" y="62554"/>
                </a:cubicBezTo>
                <a:cubicBezTo>
                  <a:pt x="212689" y="62966"/>
                  <a:pt x="209864" y="62444"/>
                  <a:pt x="207139" y="60981"/>
                </a:cubicBezTo>
                <a:cubicBezTo>
                  <a:pt x="198754" y="55532"/>
                  <a:pt x="189857" y="51444"/>
                  <a:pt x="180420" y="48719"/>
                </a:cubicBezTo>
                <a:cubicBezTo>
                  <a:pt x="170782" y="45994"/>
                  <a:pt x="160934" y="44632"/>
                  <a:pt x="150876" y="44632"/>
                </a:cubicBezTo>
                <a:cubicBezTo>
                  <a:pt x="120701" y="44632"/>
                  <a:pt x="95454" y="54800"/>
                  <a:pt x="75127" y="75127"/>
                </a:cubicBezTo>
                <a:cubicBezTo>
                  <a:pt x="54800" y="95454"/>
                  <a:pt x="44632" y="120701"/>
                  <a:pt x="44632" y="150876"/>
                </a:cubicBezTo>
                <a:cubicBezTo>
                  <a:pt x="44632" y="181051"/>
                  <a:pt x="54800" y="206298"/>
                  <a:pt x="75127" y="226625"/>
                </a:cubicBezTo>
                <a:cubicBezTo>
                  <a:pt x="95454" y="246952"/>
                  <a:pt x="120701" y="257120"/>
                  <a:pt x="150876" y="257120"/>
                </a:cubicBezTo>
                <a:cubicBezTo>
                  <a:pt x="181051" y="257120"/>
                  <a:pt x="206298" y="246952"/>
                  <a:pt x="226625" y="226625"/>
                </a:cubicBezTo>
                <a:cubicBezTo>
                  <a:pt x="246952" y="206508"/>
                  <a:pt x="257120" y="181362"/>
                  <a:pt x="257120" y="151187"/>
                </a:cubicBezTo>
                <a:cubicBezTo>
                  <a:pt x="257120" y="147420"/>
                  <a:pt x="256910" y="143853"/>
                  <a:pt x="256489" y="140507"/>
                </a:cubicBezTo>
                <a:cubicBezTo>
                  <a:pt x="256279" y="136941"/>
                  <a:pt x="255758" y="133484"/>
                  <a:pt x="254916" y="130128"/>
                </a:cubicBezTo>
                <a:cubicBezTo>
                  <a:pt x="254496" y="126992"/>
                  <a:pt x="255026" y="124157"/>
                  <a:pt x="256489" y="121643"/>
                </a:cubicBezTo>
                <a:cubicBezTo>
                  <a:pt x="257952" y="119128"/>
                  <a:pt x="260156" y="117665"/>
                  <a:pt x="263091" y="117244"/>
                </a:cubicBezTo>
                <a:cubicBezTo>
                  <a:pt x="266237" y="116403"/>
                  <a:pt x="269062" y="116933"/>
                  <a:pt x="271577" y="118817"/>
                </a:cubicBezTo>
                <a:cubicBezTo>
                  <a:pt x="274302" y="120701"/>
                  <a:pt x="275874" y="123115"/>
                  <a:pt x="276295" y="126041"/>
                </a:cubicBezTo>
                <a:cubicBezTo>
                  <a:pt x="276917" y="130028"/>
                  <a:pt x="277447" y="134115"/>
                  <a:pt x="277868" y="138303"/>
                </a:cubicBezTo>
                <a:cubicBezTo>
                  <a:pt x="278279" y="142281"/>
                  <a:pt x="278490" y="146478"/>
                  <a:pt x="278490" y="150876"/>
                </a:cubicBezTo>
                <a:cubicBezTo>
                  <a:pt x="278490" y="168899"/>
                  <a:pt x="275244" y="185660"/>
                  <a:pt x="268751" y="201168"/>
                </a:cubicBezTo>
                <a:cubicBezTo>
                  <a:pt x="262040" y="216887"/>
                  <a:pt x="252923" y="230401"/>
                  <a:pt x="241402" y="241712"/>
                </a:cubicBezTo>
                <a:cubicBezTo>
                  <a:pt x="230090" y="253243"/>
                  <a:pt x="216676" y="262250"/>
                  <a:pt x="201168" y="268751"/>
                </a:cubicBezTo>
                <a:cubicBezTo>
                  <a:pt x="185449" y="275244"/>
                  <a:pt x="168689" y="278490"/>
                  <a:pt x="150876" y="278490"/>
                </a:cubicBezTo>
                <a:close/>
                <a:moveTo>
                  <a:pt x="132332" y="177595"/>
                </a:moveTo>
                <a:lnTo>
                  <a:pt x="255236" y="54690"/>
                </a:lnTo>
                <a:cubicBezTo>
                  <a:pt x="257330" y="52596"/>
                  <a:pt x="259845" y="51554"/>
                  <a:pt x="262780" y="51554"/>
                </a:cubicBezTo>
                <a:cubicBezTo>
                  <a:pt x="265917" y="51554"/>
                  <a:pt x="268642" y="52596"/>
                  <a:pt x="270946" y="54690"/>
                </a:cubicBezTo>
                <a:cubicBezTo>
                  <a:pt x="273250" y="56995"/>
                  <a:pt x="274402" y="59619"/>
                  <a:pt x="274402" y="62554"/>
                </a:cubicBezTo>
                <a:cubicBezTo>
                  <a:pt x="274402" y="65690"/>
                  <a:pt x="273250" y="68415"/>
                  <a:pt x="270946" y="70720"/>
                </a:cubicBezTo>
                <a:lnTo>
                  <a:pt x="139876" y="201479"/>
                </a:lnTo>
                <a:cubicBezTo>
                  <a:pt x="137571" y="203783"/>
                  <a:pt x="134947" y="204944"/>
                  <a:pt x="132021" y="204944"/>
                </a:cubicBezTo>
                <a:cubicBezTo>
                  <a:pt x="129296" y="204944"/>
                  <a:pt x="126782" y="203783"/>
                  <a:pt x="124477" y="201479"/>
                </a:cubicBezTo>
                <a:lnTo>
                  <a:pt x="87069" y="163760"/>
                </a:lnTo>
                <a:cubicBezTo>
                  <a:pt x="84975" y="161666"/>
                  <a:pt x="84033" y="159051"/>
                  <a:pt x="84244" y="155905"/>
                </a:cubicBezTo>
                <a:cubicBezTo>
                  <a:pt x="84244" y="152970"/>
                  <a:pt x="85286" y="150355"/>
                  <a:pt x="87380" y="148051"/>
                </a:cubicBezTo>
                <a:cubicBezTo>
                  <a:pt x="89474" y="145947"/>
                  <a:pt x="92098" y="144905"/>
                  <a:pt x="95244" y="144905"/>
                </a:cubicBezTo>
                <a:cubicBezTo>
                  <a:pt x="98380" y="144905"/>
                  <a:pt x="101005" y="145947"/>
                  <a:pt x="103099" y="148051"/>
                </a:cubicBezTo>
                <a:lnTo>
                  <a:pt x="132332" y="17759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117" y="265917"/>
                </a:moveTo>
                <a:cubicBezTo>
                  <a:pt x="36466" y="265917"/>
                  <a:pt x="31437" y="263823"/>
                  <a:pt x="27030" y="259635"/>
                </a:cubicBezTo>
                <a:cubicBezTo>
                  <a:pt x="22842" y="255236"/>
                  <a:pt x="20748" y="250207"/>
                  <a:pt x="20748" y="244547"/>
                </a:cubicBezTo>
                <a:lnTo>
                  <a:pt x="20748" y="57205"/>
                </a:lnTo>
                <a:cubicBezTo>
                  <a:pt x="20748" y="51344"/>
                  <a:pt x="22842" y="46314"/>
                  <a:pt x="27030" y="42117"/>
                </a:cubicBezTo>
                <a:cubicBezTo>
                  <a:pt x="31437" y="37929"/>
                  <a:pt x="36466" y="35835"/>
                  <a:pt x="42117" y="35835"/>
                </a:cubicBezTo>
                <a:lnTo>
                  <a:pt x="259635" y="35835"/>
                </a:lnTo>
                <a:cubicBezTo>
                  <a:pt x="265496" y="35835"/>
                  <a:pt x="270525" y="37929"/>
                  <a:pt x="274722" y="42117"/>
                </a:cubicBezTo>
                <a:cubicBezTo>
                  <a:pt x="278910" y="46314"/>
                  <a:pt x="281004" y="51344"/>
                  <a:pt x="281004" y="57205"/>
                </a:cubicBezTo>
                <a:lnTo>
                  <a:pt x="281004" y="244547"/>
                </a:lnTo>
                <a:cubicBezTo>
                  <a:pt x="281004" y="250207"/>
                  <a:pt x="278910" y="255236"/>
                  <a:pt x="274722" y="259635"/>
                </a:cubicBezTo>
                <a:cubicBezTo>
                  <a:pt x="270525" y="263823"/>
                  <a:pt x="265496" y="265917"/>
                  <a:pt x="259635" y="265917"/>
                </a:cubicBezTo>
                <a:lnTo>
                  <a:pt x="42117" y="265917"/>
                </a:lnTo>
                <a:close/>
                <a:moveTo>
                  <a:pt x="42117" y="244547"/>
                </a:moveTo>
                <a:lnTo>
                  <a:pt x="259635" y="244547"/>
                </a:lnTo>
                <a:lnTo>
                  <a:pt x="259635" y="57205"/>
                </a:lnTo>
                <a:lnTo>
                  <a:pt x="42117" y="57205"/>
                </a:lnTo>
                <a:lnTo>
                  <a:pt x="42117" y="244547"/>
                </a:lnTo>
                <a:close/>
                <a:moveTo>
                  <a:pt x="114730" y="213741"/>
                </a:moveTo>
                <a:cubicBezTo>
                  <a:pt x="118287" y="213741"/>
                  <a:pt x="121332" y="212589"/>
                  <a:pt x="123846" y="210285"/>
                </a:cubicBezTo>
                <a:cubicBezTo>
                  <a:pt x="126151" y="207770"/>
                  <a:pt x="127303" y="204734"/>
                  <a:pt x="127303" y="201168"/>
                </a:cubicBezTo>
                <a:cubicBezTo>
                  <a:pt x="127303" y="197602"/>
                  <a:pt x="126151" y="194676"/>
                  <a:pt x="123846" y="192371"/>
                </a:cubicBezTo>
                <a:cubicBezTo>
                  <a:pt x="121332" y="189857"/>
                  <a:pt x="118287" y="188595"/>
                  <a:pt x="114730" y="188595"/>
                </a:cubicBezTo>
                <a:lnTo>
                  <a:pt x="77642" y="188595"/>
                </a:lnTo>
                <a:cubicBezTo>
                  <a:pt x="74076" y="188595"/>
                  <a:pt x="71040" y="189857"/>
                  <a:pt x="68525" y="192371"/>
                </a:cubicBezTo>
                <a:cubicBezTo>
                  <a:pt x="66221" y="194676"/>
                  <a:pt x="65069" y="197602"/>
                  <a:pt x="65069" y="201168"/>
                </a:cubicBezTo>
                <a:cubicBezTo>
                  <a:pt x="65069" y="204734"/>
                  <a:pt x="66221" y="207770"/>
                  <a:pt x="68525" y="210285"/>
                </a:cubicBezTo>
                <a:cubicBezTo>
                  <a:pt x="71040" y="212589"/>
                  <a:pt x="74076" y="213741"/>
                  <a:pt x="77642" y="213741"/>
                </a:cubicBezTo>
                <a:lnTo>
                  <a:pt x="114730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5391" y="181051"/>
                </a:lnTo>
                <a:cubicBezTo>
                  <a:pt x="177485" y="183145"/>
                  <a:pt x="180000" y="184197"/>
                  <a:pt x="182935" y="184197"/>
                </a:cubicBezTo>
                <a:cubicBezTo>
                  <a:pt x="185870" y="184197"/>
                  <a:pt x="188385" y="183145"/>
                  <a:pt x="190479" y="181051"/>
                </a:cubicBezTo>
                <a:lnTo>
                  <a:pt x="236062" y="135478"/>
                </a:lnTo>
                <a:cubicBezTo>
                  <a:pt x="238576" y="132963"/>
                  <a:pt x="239829" y="130028"/>
                  <a:pt x="239829" y="126672"/>
                </a:cubicBezTo>
                <a:cubicBezTo>
                  <a:pt x="239829" y="123316"/>
                  <a:pt x="238576" y="120390"/>
                  <a:pt x="236062" y="117875"/>
                </a:cubicBezTo>
                <a:cubicBezTo>
                  <a:pt x="233547" y="115361"/>
                  <a:pt x="230502" y="114099"/>
                  <a:pt x="226945" y="114099"/>
                </a:cubicBezTo>
                <a:cubicBezTo>
                  <a:pt x="223589" y="114099"/>
                  <a:pt x="220654" y="115461"/>
                  <a:pt x="218139" y="118186"/>
                </a:cubicBezTo>
                <a:lnTo>
                  <a:pt x="182935" y="153080"/>
                </a:lnTo>
                <a:close/>
                <a:moveTo>
                  <a:pt x="114730" y="163449"/>
                </a:moveTo>
                <a:cubicBezTo>
                  <a:pt x="118287" y="163449"/>
                  <a:pt x="121332" y="162297"/>
                  <a:pt x="123846" y="159993"/>
                </a:cubicBezTo>
                <a:cubicBezTo>
                  <a:pt x="126151" y="157478"/>
                  <a:pt x="127303" y="154442"/>
                  <a:pt x="127303" y="150876"/>
                </a:cubicBezTo>
                <a:cubicBezTo>
                  <a:pt x="127303" y="147310"/>
                  <a:pt x="126151" y="144384"/>
                  <a:pt x="123846" y="142079"/>
                </a:cubicBezTo>
                <a:cubicBezTo>
                  <a:pt x="121332" y="139565"/>
                  <a:pt x="118287" y="138303"/>
                  <a:pt x="114730" y="138303"/>
                </a:cubicBezTo>
                <a:lnTo>
                  <a:pt x="77642" y="138303"/>
                </a:lnTo>
                <a:cubicBezTo>
                  <a:pt x="74076" y="138303"/>
                  <a:pt x="71040" y="139565"/>
                  <a:pt x="68525" y="142079"/>
                </a:cubicBezTo>
                <a:cubicBezTo>
                  <a:pt x="66221" y="144384"/>
                  <a:pt x="65069" y="147310"/>
                  <a:pt x="65069" y="150876"/>
                </a:cubicBezTo>
                <a:cubicBezTo>
                  <a:pt x="65069" y="154442"/>
                  <a:pt x="66221" y="157478"/>
                  <a:pt x="68525" y="159993"/>
                </a:cubicBezTo>
                <a:cubicBezTo>
                  <a:pt x="71040" y="162297"/>
                  <a:pt x="74076" y="163449"/>
                  <a:pt x="77642" y="163449"/>
                </a:cubicBezTo>
                <a:lnTo>
                  <a:pt x="114730" y="163449"/>
                </a:lnTo>
                <a:close/>
                <a:moveTo>
                  <a:pt x="114730" y="113157"/>
                </a:moveTo>
                <a:cubicBezTo>
                  <a:pt x="118287" y="113157"/>
                  <a:pt x="121332" y="112005"/>
                  <a:pt x="123846" y="109701"/>
                </a:cubicBezTo>
                <a:cubicBezTo>
                  <a:pt x="126151" y="107186"/>
                  <a:pt x="127303" y="104150"/>
                  <a:pt x="127303" y="100584"/>
                </a:cubicBezTo>
                <a:cubicBezTo>
                  <a:pt x="127303" y="97018"/>
                  <a:pt x="126151" y="94092"/>
                  <a:pt x="123846" y="91787"/>
                </a:cubicBezTo>
                <a:cubicBezTo>
                  <a:pt x="121332" y="89273"/>
                  <a:pt x="118287" y="88011"/>
                  <a:pt x="114730" y="88011"/>
                </a:cubicBezTo>
                <a:lnTo>
                  <a:pt x="77642" y="88011"/>
                </a:lnTo>
                <a:cubicBezTo>
                  <a:pt x="74076" y="88011"/>
                  <a:pt x="71040" y="89273"/>
                  <a:pt x="68525" y="91787"/>
                </a:cubicBezTo>
                <a:cubicBezTo>
                  <a:pt x="66221" y="94092"/>
                  <a:pt x="65069" y="97018"/>
                  <a:pt x="65069" y="100584"/>
                </a:cubicBezTo>
                <a:cubicBezTo>
                  <a:pt x="65069" y="104150"/>
                  <a:pt x="66221" y="107186"/>
                  <a:pt x="68525" y="109701"/>
                </a:cubicBezTo>
                <a:cubicBezTo>
                  <a:pt x="71040" y="112005"/>
                  <a:pt x="74076" y="113157"/>
                  <a:pt x="77642" y="113157"/>
                </a:cubicBezTo>
                <a:lnTo>
                  <a:pt x="114730" y="113157"/>
                </a:lnTo>
                <a:close/>
                <a:moveTo>
                  <a:pt x="42117" y="244547"/>
                </a:moveTo>
                <a:lnTo>
                  <a:pt x="42117" y="57205"/>
                </a:lnTo>
                <a:lnTo>
                  <a:pt x="42117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098" y="205886"/>
                </a:moveTo>
                <a:lnTo>
                  <a:pt x="118817" y="157167"/>
                </a:lnTo>
                <a:cubicBezTo>
                  <a:pt x="120911" y="155064"/>
                  <a:pt x="123426" y="154022"/>
                  <a:pt x="126361" y="154022"/>
                </a:cubicBezTo>
                <a:cubicBezTo>
                  <a:pt x="129296" y="154232"/>
                  <a:pt x="131811" y="155384"/>
                  <a:pt x="133905" y="157478"/>
                </a:cubicBezTo>
                <a:cubicBezTo>
                  <a:pt x="135999" y="159572"/>
                  <a:pt x="137050" y="162087"/>
                  <a:pt x="137050" y="165022"/>
                </a:cubicBezTo>
                <a:cubicBezTo>
                  <a:pt x="137050" y="167957"/>
                  <a:pt x="135999" y="170472"/>
                  <a:pt x="133905" y="172566"/>
                </a:cubicBezTo>
                <a:lnTo>
                  <a:pt x="77642" y="228829"/>
                </a:lnTo>
                <a:cubicBezTo>
                  <a:pt x="75539" y="230923"/>
                  <a:pt x="73024" y="231974"/>
                  <a:pt x="70098" y="231974"/>
                </a:cubicBezTo>
                <a:cubicBezTo>
                  <a:pt x="67163" y="231974"/>
                  <a:pt x="64648" y="230923"/>
                  <a:pt x="62554" y="228829"/>
                </a:cubicBezTo>
                <a:lnTo>
                  <a:pt x="31117" y="197401"/>
                </a:lnTo>
                <a:cubicBezTo>
                  <a:pt x="29023" y="195298"/>
                  <a:pt x="27971" y="192783"/>
                  <a:pt x="27971" y="189857"/>
                </a:cubicBezTo>
                <a:cubicBezTo>
                  <a:pt x="27971" y="186922"/>
                  <a:pt x="29023" y="184407"/>
                  <a:pt x="31117" y="182313"/>
                </a:cubicBezTo>
                <a:cubicBezTo>
                  <a:pt x="33211" y="180210"/>
                  <a:pt x="35726" y="179168"/>
                  <a:pt x="38661" y="179168"/>
                </a:cubicBezTo>
                <a:cubicBezTo>
                  <a:pt x="41596" y="179378"/>
                  <a:pt x="44111" y="180420"/>
                  <a:pt x="46205" y="182313"/>
                </a:cubicBezTo>
                <a:lnTo>
                  <a:pt x="70098" y="205886"/>
                </a:lnTo>
                <a:close/>
                <a:moveTo>
                  <a:pt x="70098" y="105302"/>
                </a:moveTo>
                <a:lnTo>
                  <a:pt x="118817" y="56583"/>
                </a:lnTo>
                <a:cubicBezTo>
                  <a:pt x="120911" y="54480"/>
                  <a:pt x="123426" y="53438"/>
                  <a:pt x="126361" y="53438"/>
                </a:cubicBezTo>
                <a:cubicBezTo>
                  <a:pt x="129296" y="53648"/>
                  <a:pt x="131811" y="54800"/>
                  <a:pt x="133905" y="56894"/>
                </a:cubicBezTo>
                <a:cubicBezTo>
                  <a:pt x="135999" y="58988"/>
                  <a:pt x="137050" y="61503"/>
                  <a:pt x="137050" y="64438"/>
                </a:cubicBezTo>
                <a:cubicBezTo>
                  <a:pt x="137050" y="67373"/>
                  <a:pt x="135999" y="69888"/>
                  <a:pt x="133905" y="71982"/>
                </a:cubicBezTo>
                <a:lnTo>
                  <a:pt x="77642" y="128245"/>
                </a:lnTo>
                <a:cubicBezTo>
                  <a:pt x="75539" y="130339"/>
                  <a:pt x="73024" y="131390"/>
                  <a:pt x="70098" y="131390"/>
                </a:cubicBezTo>
                <a:cubicBezTo>
                  <a:pt x="67163" y="131390"/>
                  <a:pt x="64648" y="130339"/>
                  <a:pt x="62554" y="128245"/>
                </a:cubicBezTo>
                <a:lnTo>
                  <a:pt x="31117" y="96817"/>
                </a:lnTo>
                <a:cubicBezTo>
                  <a:pt x="29023" y="94714"/>
                  <a:pt x="27971" y="92199"/>
                  <a:pt x="27971" y="89273"/>
                </a:cubicBezTo>
                <a:cubicBezTo>
                  <a:pt x="27971" y="86338"/>
                  <a:pt x="29023" y="83823"/>
                  <a:pt x="31117" y="81729"/>
                </a:cubicBezTo>
                <a:cubicBezTo>
                  <a:pt x="33211" y="79626"/>
                  <a:pt x="35726" y="78584"/>
                  <a:pt x="38661" y="78584"/>
                </a:cubicBezTo>
                <a:cubicBezTo>
                  <a:pt x="41596" y="78794"/>
                  <a:pt x="44111" y="79836"/>
                  <a:pt x="46205" y="81729"/>
                </a:cubicBezTo>
                <a:lnTo>
                  <a:pt x="70098" y="105302"/>
                </a:lnTo>
                <a:close/>
                <a:moveTo>
                  <a:pt x="174449" y="211857"/>
                </a:moveTo>
                <a:cubicBezTo>
                  <a:pt x="171514" y="211857"/>
                  <a:pt x="168999" y="210806"/>
                  <a:pt x="166905" y="208712"/>
                </a:cubicBezTo>
                <a:cubicBezTo>
                  <a:pt x="164811" y="206618"/>
                  <a:pt x="163760" y="204103"/>
                  <a:pt x="163760" y="201168"/>
                </a:cubicBezTo>
                <a:cubicBezTo>
                  <a:pt x="163760" y="198022"/>
                  <a:pt x="164811" y="195508"/>
                  <a:pt x="166905" y="193624"/>
                </a:cubicBezTo>
                <a:cubicBezTo>
                  <a:pt x="168999" y="191530"/>
                  <a:pt x="171514" y="190479"/>
                  <a:pt x="174449" y="190479"/>
                </a:cubicBezTo>
                <a:lnTo>
                  <a:pt x="267489" y="190479"/>
                </a:lnTo>
                <a:cubicBezTo>
                  <a:pt x="270425" y="190479"/>
                  <a:pt x="272939" y="191530"/>
                  <a:pt x="275033" y="193624"/>
                </a:cubicBezTo>
                <a:cubicBezTo>
                  <a:pt x="277127" y="195718"/>
                  <a:pt x="278179" y="198233"/>
                  <a:pt x="278179" y="201168"/>
                </a:cubicBezTo>
                <a:cubicBezTo>
                  <a:pt x="278179" y="204314"/>
                  <a:pt x="277127" y="206828"/>
                  <a:pt x="275033" y="208712"/>
                </a:cubicBezTo>
                <a:cubicBezTo>
                  <a:pt x="272939" y="210806"/>
                  <a:pt x="270425" y="211857"/>
                  <a:pt x="267489" y="211857"/>
                </a:cubicBezTo>
                <a:lnTo>
                  <a:pt x="174449" y="211857"/>
                </a:lnTo>
                <a:close/>
                <a:moveTo>
                  <a:pt x="174449" y="111273"/>
                </a:moveTo>
                <a:cubicBezTo>
                  <a:pt x="171514" y="111273"/>
                  <a:pt x="168999" y="110222"/>
                  <a:pt x="166905" y="108128"/>
                </a:cubicBezTo>
                <a:cubicBezTo>
                  <a:pt x="164811" y="106034"/>
                  <a:pt x="163760" y="103519"/>
                  <a:pt x="163760" y="100584"/>
                </a:cubicBezTo>
                <a:cubicBezTo>
                  <a:pt x="163760" y="97438"/>
                  <a:pt x="164811" y="94924"/>
                  <a:pt x="166905" y="93040"/>
                </a:cubicBezTo>
                <a:cubicBezTo>
                  <a:pt x="168999" y="90946"/>
                  <a:pt x="171514" y="89895"/>
                  <a:pt x="174449" y="89895"/>
                </a:cubicBezTo>
                <a:lnTo>
                  <a:pt x="267489" y="89895"/>
                </a:lnTo>
                <a:cubicBezTo>
                  <a:pt x="270425" y="89895"/>
                  <a:pt x="272939" y="90946"/>
                  <a:pt x="275033" y="93040"/>
                </a:cubicBezTo>
                <a:cubicBezTo>
                  <a:pt x="277127" y="95134"/>
                  <a:pt x="278179" y="97649"/>
                  <a:pt x="278179" y="100584"/>
                </a:cubicBezTo>
                <a:cubicBezTo>
                  <a:pt x="278179" y="103730"/>
                  <a:pt x="277127" y="106244"/>
                  <a:pt x="275033" y="108128"/>
                </a:cubicBezTo>
                <a:cubicBezTo>
                  <a:pt x="272939" y="110222"/>
                  <a:pt x="270425" y="111273"/>
                  <a:pt x="267489" y="111273"/>
                </a:cubicBezTo>
                <a:lnTo>
                  <a:pt x="174449" y="11127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507" y="162507"/>
                </a:moveTo>
                <a:cubicBezTo>
                  <a:pt x="168378" y="156426"/>
                  <a:pt x="171304" y="149203"/>
                  <a:pt x="171304" y="140818"/>
                </a:cubicBezTo>
                <a:cubicBezTo>
                  <a:pt x="171304" y="132222"/>
                  <a:pt x="168378" y="124889"/>
                  <a:pt x="162507" y="118817"/>
                </a:cubicBezTo>
                <a:cubicBezTo>
                  <a:pt x="156637" y="112947"/>
                  <a:pt x="149413" y="110011"/>
                  <a:pt x="140818" y="110011"/>
                </a:cubicBezTo>
                <a:cubicBezTo>
                  <a:pt x="132222" y="110011"/>
                  <a:pt x="124889" y="112947"/>
                  <a:pt x="118817" y="118817"/>
                </a:cubicBezTo>
                <a:cubicBezTo>
                  <a:pt x="112947" y="124678"/>
                  <a:pt x="110011" y="131911"/>
                  <a:pt x="110011" y="140507"/>
                </a:cubicBezTo>
                <a:cubicBezTo>
                  <a:pt x="110011" y="149093"/>
                  <a:pt x="112947" y="156426"/>
                  <a:pt x="118817" y="162507"/>
                </a:cubicBezTo>
                <a:cubicBezTo>
                  <a:pt x="124889" y="168378"/>
                  <a:pt x="132222" y="171304"/>
                  <a:pt x="140818" y="171304"/>
                </a:cubicBezTo>
                <a:cubicBezTo>
                  <a:pt x="149413" y="171304"/>
                  <a:pt x="156637" y="168378"/>
                  <a:pt x="162507" y="162507"/>
                </a:cubicBezTo>
                <a:close/>
                <a:moveTo>
                  <a:pt x="140818" y="191741"/>
                </a:moveTo>
                <a:cubicBezTo>
                  <a:pt x="126571" y="191741"/>
                  <a:pt x="114519" y="186711"/>
                  <a:pt x="104671" y="176653"/>
                </a:cubicBezTo>
                <a:cubicBezTo>
                  <a:pt x="94613" y="166805"/>
                  <a:pt x="89584" y="154753"/>
                  <a:pt x="89584" y="140507"/>
                </a:cubicBezTo>
                <a:cubicBezTo>
                  <a:pt x="89584" y="126462"/>
                  <a:pt x="94613" y="114519"/>
                  <a:pt x="104671" y="104671"/>
                </a:cubicBezTo>
                <a:cubicBezTo>
                  <a:pt x="114730" y="94613"/>
                  <a:pt x="126782" y="89584"/>
                  <a:pt x="140818" y="89584"/>
                </a:cubicBezTo>
                <a:cubicBezTo>
                  <a:pt x="154854" y="89584"/>
                  <a:pt x="166805" y="94613"/>
                  <a:pt x="176653" y="104671"/>
                </a:cubicBezTo>
                <a:cubicBezTo>
                  <a:pt x="186711" y="114519"/>
                  <a:pt x="191741" y="126571"/>
                  <a:pt x="191741" y="140818"/>
                </a:cubicBezTo>
                <a:cubicBezTo>
                  <a:pt x="191741" y="145216"/>
                  <a:pt x="191009" y="149824"/>
                  <a:pt x="189537" y="154652"/>
                </a:cubicBezTo>
                <a:cubicBezTo>
                  <a:pt x="187863" y="159261"/>
                  <a:pt x="185660" y="163970"/>
                  <a:pt x="182935" y="168789"/>
                </a:cubicBezTo>
                <a:lnTo>
                  <a:pt x="208401" y="194255"/>
                </a:lnTo>
                <a:cubicBezTo>
                  <a:pt x="210495" y="196349"/>
                  <a:pt x="211437" y="198754"/>
                  <a:pt x="211226" y="201479"/>
                </a:cubicBezTo>
                <a:cubicBezTo>
                  <a:pt x="211226" y="204204"/>
                  <a:pt x="210175" y="206508"/>
                  <a:pt x="208081" y="208401"/>
                </a:cubicBezTo>
                <a:cubicBezTo>
                  <a:pt x="206197" y="210495"/>
                  <a:pt x="203893" y="211537"/>
                  <a:pt x="201168" y="211537"/>
                </a:cubicBezTo>
                <a:cubicBezTo>
                  <a:pt x="198233" y="211537"/>
                  <a:pt x="195828" y="210495"/>
                  <a:pt x="193935" y="208401"/>
                </a:cubicBezTo>
                <a:lnTo>
                  <a:pt x="168478" y="183255"/>
                </a:lnTo>
                <a:cubicBezTo>
                  <a:pt x="163870" y="185980"/>
                  <a:pt x="159261" y="188074"/>
                  <a:pt x="154652" y="189537"/>
                </a:cubicBezTo>
                <a:cubicBezTo>
                  <a:pt x="150035" y="191009"/>
                  <a:pt x="145426" y="191741"/>
                  <a:pt x="140818" y="191741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201799"/>
                </a:lnTo>
                <a:cubicBezTo>
                  <a:pt x="35835" y="198864"/>
                  <a:pt x="36878" y="196349"/>
                  <a:pt x="38981" y="194255"/>
                </a:cubicBezTo>
                <a:cubicBezTo>
                  <a:pt x="41075" y="192161"/>
                  <a:pt x="43589" y="191110"/>
                  <a:pt x="46525" y="191110"/>
                </a:cubicBezTo>
                <a:cubicBezTo>
                  <a:pt x="49661" y="191110"/>
                  <a:pt x="52176" y="192161"/>
                  <a:pt x="54068" y="194255"/>
                </a:cubicBezTo>
                <a:cubicBezTo>
                  <a:pt x="56162" y="196349"/>
                  <a:pt x="57205" y="198864"/>
                  <a:pt x="57205" y="201799"/>
                </a:cubicBezTo>
                <a:lnTo>
                  <a:pt x="57205" y="244547"/>
                </a:lnTo>
                <a:lnTo>
                  <a:pt x="99953" y="244547"/>
                </a:lnTo>
                <a:cubicBezTo>
                  <a:pt x="102888" y="244547"/>
                  <a:pt x="105403" y="245590"/>
                  <a:pt x="107497" y="247693"/>
                </a:cubicBezTo>
                <a:cubicBezTo>
                  <a:pt x="109591" y="249787"/>
                  <a:pt x="110642" y="252301"/>
                  <a:pt x="110642" y="255236"/>
                </a:cubicBezTo>
                <a:cubicBezTo>
                  <a:pt x="110642" y="258373"/>
                  <a:pt x="109591" y="260887"/>
                  <a:pt x="107497" y="262780"/>
                </a:cubicBezTo>
                <a:cubicBezTo>
                  <a:pt x="105403" y="264874"/>
                  <a:pt x="102888" y="265917"/>
                  <a:pt x="99953" y="265917"/>
                </a:cubicBezTo>
                <a:lnTo>
                  <a:pt x="57205" y="265917"/>
                </a:lnTo>
                <a:close/>
                <a:moveTo>
                  <a:pt x="244547" y="265917"/>
                </a:moveTo>
                <a:lnTo>
                  <a:pt x="201799" y="265917"/>
                </a:lnTo>
                <a:cubicBezTo>
                  <a:pt x="198864" y="265917"/>
                  <a:pt x="196349" y="264874"/>
                  <a:pt x="194255" y="262780"/>
                </a:cubicBezTo>
                <a:cubicBezTo>
                  <a:pt x="192161" y="260677"/>
                  <a:pt x="191110" y="258163"/>
                  <a:pt x="191110" y="255236"/>
                </a:cubicBezTo>
                <a:cubicBezTo>
                  <a:pt x="191110" y="252091"/>
                  <a:pt x="192161" y="249576"/>
                  <a:pt x="194255" y="247693"/>
                </a:cubicBezTo>
                <a:cubicBezTo>
                  <a:pt x="196349" y="245590"/>
                  <a:pt x="198864" y="244547"/>
                  <a:pt x="201799" y="244547"/>
                </a:cubicBezTo>
                <a:lnTo>
                  <a:pt x="244547" y="244547"/>
                </a:lnTo>
                <a:lnTo>
                  <a:pt x="244547" y="201799"/>
                </a:lnTo>
                <a:cubicBezTo>
                  <a:pt x="244547" y="198864"/>
                  <a:pt x="245590" y="196349"/>
                  <a:pt x="247693" y="194255"/>
                </a:cubicBezTo>
                <a:cubicBezTo>
                  <a:pt x="249787" y="192161"/>
                  <a:pt x="252301" y="191110"/>
                  <a:pt x="255236" y="191110"/>
                </a:cubicBezTo>
                <a:cubicBezTo>
                  <a:pt x="258373" y="191110"/>
                  <a:pt x="260887" y="192161"/>
                  <a:pt x="262780" y="194255"/>
                </a:cubicBezTo>
                <a:cubicBezTo>
                  <a:pt x="264874" y="196349"/>
                  <a:pt x="265917" y="198864"/>
                  <a:pt x="265917" y="201799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close/>
                <a:moveTo>
                  <a:pt x="35835" y="99953"/>
                </a:move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99953" y="35835"/>
                </a:lnTo>
                <a:cubicBezTo>
                  <a:pt x="102888" y="35835"/>
                  <a:pt x="105403" y="36878"/>
                  <a:pt x="107497" y="38981"/>
                </a:cubicBezTo>
                <a:cubicBezTo>
                  <a:pt x="109591" y="41075"/>
                  <a:pt x="110642" y="43589"/>
                  <a:pt x="110642" y="46525"/>
                </a:cubicBezTo>
                <a:cubicBezTo>
                  <a:pt x="110642" y="49661"/>
                  <a:pt x="109591" y="52176"/>
                  <a:pt x="107497" y="54068"/>
                </a:cubicBezTo>
                <a:cubicBezTo>
                  <a:pt x="105403" y="56162"/>
                  <a:pt x="102888" y="57205"/>
                  <a:pt x="99953" y="57205"/>
                </a:cubicBezTo>
                <a:lnTo>
                  <a:pt x="57205" y="57205"/>
                </a:lnTo>
                <a:lnTo>
                  <a:pt x="57205" y="99953"/>
                </a:lnTo>
                <a:cubicBezTo>
                  <a:pt x="57205" y="102888"/>
                  <a:pt x="56162" y="105403"/>
                  <a:pt x="54068" y="107497"/>
                </a:cubicBezTo>
                <a:cubicBezTo>
                  <a:pt x="51965" y="109591"/>
                  <a:pt x="49451" y="110642"/>
                  <a:pt x="46525" y="110642"/>
                </a:cubicBezTo>
                <a:cubicBezTo>
                  <a:pt x="43379" y="110642"/>
                  <a:pt x="40865" y="109591"/>
                  <a:pt x="38981" y="107497"/>
                </a:cubicBezTo>
                <a:cubicBezTo>
                  <a:pt x="36878" y="105403"/>
                  <a:pt x="35835" y="102888"/>
                  <a:pt x="35835" y="99953"/>
                </a:cubicBezTo>
                <a:close/>
                <a:moveTo>
                  <a:pt x="244547" y="99953"/>
                </a:moveTo>
                <a:lnTo>
                  <a:pt x="244547" y="57205"/>
                </a:lnTo>
                <a:lnTo>
                  <a:pt x="201799" y="57205"/>
                </a:lnTo>
                <a:cubicBezTo>
                  <a:pt x="198864" y="57205"/>
                  <a:pt x="196349" y="56162"/>
                  <a:pt x="194255" y="54068"/>
                </a:cubicBezTo>
                <a:cubicBezTo>
                  <a:pt x="192161" y="51965"/>
                  <a:pt x="191110" y="49451"/>
                  <a:pt x="191110" y="46525"/>
                </a:cubicBezTo>
                <a:cubicBezTo>
                  <a:pt x="191110" y="43379"/>
                  <a:pt x="192161" y="40865"/>
                  <a:pt x="194255" y="38981"/>
                </a:cubicBezTo>
                <a:cubicBezTo>
                  <a:pt x="196349" y="36878"/>
                  <a:pt x="198864" y="35835"/>
                  <a:pt x="201799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99953"/>
                </a:lnTo>
                <a:cubicBezTo>
                  <a:pt x="265917" y="102888"/>
                  <a:pt x="264874" y="105403"/>
                  <a:pt x="262780" y="107497"/>
                </a:cubicBezTo>
                <a:cubicBezTo>
                  <a:pt x="260677" y="109591"/>
                  <a:pt x="258163" y="110642"/>
                  <a:pt x="255236" y="110642"/>
                </a:cubicBezTo>
                <a:cubicBezTo>
                  <a:pt x="252091" y="110642"/>
                  <a:pt x="249576" y="109591"/>
                  <a:pt x="247693" y="107497"/>
                </a:cubicBezTo>
                <a:cubicBezTo>
                  <a:pt x="245590" y="105403"/>
                  <a:pt x="244547" y="102888"/>
                  <a:pt x="244547" y="9995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7303" y="244227"/>
                </a:moveTo>
                <a:lnTo>
                  <a:pt x="127303" y="213430"/>
                </a:lnTo>
                <a:lnTo>
                  <a:pt x="122584" y="213430"/>
                </a:lnTo>
                <a:cubicBezTo>
                  <a:pt x="105613" y="213220"/>
                  <a:pt x="91257" y="207139"/>
                  <a:pt x="79525" y="195197"/>
                </a:cubicBezTo>
                <a:cubicBezTo>
                  <a:pt x="67794" y="183255"/>
                  <a:pt x="61923" y="168789"/>
                  <a:pt x="61923" y="151818"/>
                </a:cubicBezTo>
                <a:cubicBezTo>
                  <a:pt x="61923" y="139245"/>
                  <a:pt x="65480" y="127723"/>
                  <a:pt x="72613" y="117244"/>
                </a:cubicBezTo>
                <a:cubicBezTo>
                  <a:pt x="79736" y="106976"/>
                  <a:pt x="89163" y="99532"/>
                  <a:pt x="100895" y="94924"/>
                </a:cubicBezTo>
                <a:cubicBezTo>
                  <a:pt x="101736" y="86548"/>
                  <a:pt x="105302" y="79626"/>
                  <a:pt x="111584" y="74185"/>
                </a:cubicBezTo>
                <a:cubicBezTo>
                  <a:pt x="118086" y="68735"/>
                  <a:pt x="125629" y="66111"/>
                  <a:pt x="134216" y="66321"/>
                </a:cubicBezTo>
                <a:lnTo>
                  <a:pt x="131070" y="57836"/>
                </a:lnTo>
                <a:cubicBezTo>
                  <a:pt x="130028" y="55111"/>
                  <a:pt x="130128" y="52496"/>
                  <a:pt x="131390" y="49981"/>
                </a:cubicBezTo>
                <a:cubicBezTo>
                  <a:pt x="132853" y="47467"/>
                  <a:pt x="134847" y="45574"/>
                  <a:pt x="137361" y="44321"/>
                </a:cubicBezTo>
                <a:lnTo>
                  <a:pt x="141128" y="42748"/>
                </a:lnTo>
                <a:lnTo>
                  <a:pt x="140818" y="41495"/>
                </a:lnTo>
                <a:cubicBezTo>
                  <a:pt x="139766" y="38771"/>
                  <a:pt x="139976" y="36046"/>
                  <a:pt x="141449" y="33321"/>
                </a:cubicBezTo>
                <a:cubicBezTo>
                  <a:pt x="142701" y="30596"/>
                  <a:pt x="145216" y="28502"/>
                  <a:pt x="148992" y="27030"/>
                </a:cubicBezTo>
                <a:cubicBezTo>
                  <a:pt x="151717" y="25987"/>
                  <a:pt x="154543" y="25987"/>
                  <a:pt x="157478" y="27030"/>
                </a:cubicBezTo>
                <a:cubicBezTo>
                  <a:pt x="160203" y="28292"/>
                  <a:pt x="162087" y="30386"/>
                  <a:pt x="163138" y="33321"/>
                </a:cubicBezTo>
                <a:lnTo>
                  <a:pt x="163760" y="34894"/>
                </a:lnTo>
                <a:lnTo>
                  <a:pt x="167536" y="33632"/>
                </a:lnTo>
                <a:cubicBezTo>
                  <a:pt x="170051" y="32790"/>
                  <a:pt x="172566" y="32900"/>
                  <a:pt x="175080" y="33952"/>
                </a:cubicBezTo>
                <a:cubicBezTo>
                  <a:pt x="177595" y="34994"/>
                  <a:pt x="179378" y="36777"/>
                  <a:pt x="180420" y="39292"/>
                </a:cubicBezTo>
                <a:lnTo>
                  <a:pt x="209974" y="115982"/>
                </a:lnTo>
                <a:cubicBezTo>
                  <a:pt x="211016" y="118918"/>
                  <a:pt x="210916" y="121643"/>
                  <a:pt x="209654" y="124157"/>
                </a:cubicBezTo>
                <a:cubicBezTo>
                  <a:pt x="208611" y="126672"/>
                  <a:pt x="206718" y="128455"/>
                  <a:pt x="203993" y="129506"/>
                </a:cubicBezTo>
                <a:lnTo>
                  <a:pt x="199595" y="131070"/>
                </a:lnTo>
                <a:lnTo>
                  <a:pt x="200226" y="132643"/>
                </a:lnTo>
                <a:cubicBezTo>
                  <a:pt x="201269" y="135578"/>
                  <a:pt x="201067" y="138404"/>
                  <a:pt x="199595" y="141128"/>
                </a:cubicBezTo>
                <a:cubicBezTo>
                  <a:pt x="198343" y="143853"/>
                  <a:pt x="195828" y="145847"/>
                  <a:pt x="192051" y="147109"/>
                </a:cubicBezTo>
                <a:cubicBezTo>
                  <a:pt x="189327" y="148151"/>
                  <a:pt x="186602" y="148051"/>
                  <a:pt x="183877" y="146789"/>
                </a:cubicBezTo>
                <a:cubicBezTo>
                  <a:pt x="181152" y="145536"/>
                  <a:pt x="179268" y="143543"/>
                  <a:pt x="178226" y="140818"/>
                </a:cubicBezTo>
                <a:lnTo>
                  <a:pt x="177595" y="138934"/>
                </a:lnTo>
                <a:lnTo>
                  <a:pt x="172876" y="140507"/>
                </a:lnTo>
                <a:cubicBezTo>
                  <a:pt x="170152" y="141549"/>
                  <a:pt x="167637" y="141549"/>
                  <a:pt x="165333" y="140507"/>
                </a:cubicBezTo>
                <a:cubicBezTo>
                  <a:pt x="162818" y="139455"/>
                  <a:pt x="161035" y="137571"/>
                  <a:pt x="159993" y="134847"/>
                </a:cubicBezTo>
                <a:lnTo>
                  <a:pt x="155594" y="123215"/>
                </a:lnTo>
                <a:cubicBezTo>
                  <a:pt x="152449" y="126361"/>
                  <a:pt x="148883" y="128665"/>
                  <a:pt x="144905" y="130128"/>
                </a:cubicBezTo>
                <a:cubicBezTo>
                  <a:pt x="140918" y="131600"/>
                  <a:pt x="136630" y="132332"/>
                  <a:pt x="132021" y="132332"/>
                </a:cubicBezTo>
                <a:cubicBezTo>
                  <a:pt x="126361" y="132122"/>
                  <a:pt x="121121" y="130448"/>
                  <a:pt x="116303" y="127303"/>
                </a:cubicBezTo>
                <a:cubicBezTo>
                  <a:pt x="111484" y="124157"/>
                  <a:pt x="107707" y="120180"/>
                  <a:pt x="104982" y="115361"/>
                </a:cubicBezTo>
                <a:cubicBezTo>
                  <a:pt x="98069" y="118707"/>
                  <a:pt x="92620" y="123737"/>
                  <a:pt x="88642" y="130448"/>
                </a:cubicBezTo>
                <a:cubicBezTo>
                  <a:pt x="84655" y="136941"/>
                  <a:pt x="82671" y="144064"/>
                  <a:pt x="82671" y="151818"/>
                </a:cubicBezTo>
                <a:cubicBezTo>
                  <a:pt x="82671" y="163138"/>
                  <a:pt x="86649" y="172776"/>
                  <a:pt x="94613" y="180740"/>
                </a:cubicBezTo>
                <a:cubicBezTo>
                  <a:pt x="102577" y="188696"/>
                  <a:pt x="112215" y="192682"/>
                  <a:pt x="123526" y="192682"/>
                </a:cubicBezTo>
                <a:lnTo>
                  <a:pt x="223168" y="192682"/>
                </a:lnTo>
                <a:cubicBezTo>
                  <a:pt x="226104" y="192682"/>
                  <a:pt x="228518" y="193725"/>
                  <a:pt x="230401" y="195828"/>
                </a:cubicBezTo>
                <a:cubicBezTo>
                  <a:pt x="232495" y="197712"/>
                  <a:pt x="233547" y="200116"/>
                  <a:pt x="233547" y="203052"/>
                </a:cubicBezTo>
                <a:cubicBezTo>
                  <a:pt x="233547" y="205987"/>
                  <a:pt x="232495" y="208401"/>
                  <a:pt x="230401" y="210285"/>
                </a:cubicBezTo>
                <a:cubicBezTo>
                  <a:pt x="228518" y="212379"/>
                  <a:pt x="226104" y="213430"/>
                  <a:pt x="223168" y="213430"/>
                </a:cubicBezTo>
                <a:lnTo>
                  <a:pt x="160624" y="213430"/>
                </a:lnTo>
                <a:lnTo>
                  <a:pt x="160624" y="244227"/>
                </a:lnTo>
                <a:lnTo>
                  <a:pt x="229460" y="244227"/>
                </a:lnTo>
                <a:cubicBezTo>
                  <a:pt x="232395" y="244227"/>
                  <a:pt x="234800" y="245279"/>
                  <a:pt x="236683" y="247373"/>
                </a:cubicBezTo>
                <a:cubicBezTo>
                  <a:pt x="238786" y="249256"/>
                  <a:pt x="239829" y="251670"/>
                  <a:pt x="239829" y="254606"/>
                </a:cubicBezTo>
                <a:cubicBezTo>
                  <a:pt x="239829" y="257541"/>
                  <a:pt x="238786" y="259946"/>
                  <a:pt x="236683" y="261829"/>
                </a:cubicBezTo>
                <a:cubicBezTo>
                  <a:pt x="234800" y="263932"/>
                  <a:pt x="232395" y="264975"/>
                  <a:pt x="229460" y="264975"/>
                </a:cubicBezTo>
                <a:lnTo>
                  <a:pt x="72292" y="264975"/>
                </a:lnTo>
                <a:cubicBezTo>
                  <a:pt x="69357" y="264975"/>
                  <a:pt x="66952" y="263932"/>
                  <a:pt x="65069" y="261829"/>
                </a:cubicBezTo>
                <a:cubicBezTo>
                  <a:pt x="62966" y="259946"/>
                  <a:pt x="61923" y="257541"/>
                  <a:pt x="61923" y="254606"/>
                </a:cubicBezTo>
                <a:cubicBezTo>
                  <a:pt x="61923" y="251670"/>
                  <a:pt x="62966" y="249256"/>
                  <a:pt x="65069" y="247373"/>
                </a:cubicBezTo>
                <a:cubicBezTo>
                  <a:pt x="66952" y="245279"/>
                  <a:pt x="69357" y="244227"/>
                  <a:pt x="72292" y="244227"/>
                </a:cubicBezTo>
                <a:lnTo>
                  <a:pt x="127303" y="244227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5917"/>
                </a:moveTo>
                <a:cubicBezTo>
                  <a:pt x="44422" y="265917"/>
                  <a:pt x="37618" y="261518"/>
                  <a:pt x="33632" y="252722"/>
                </a:cubicBezTo>
                <a:cubicBezTo>
                  <a:pt x="29654" y="243706"/>
                  <a:pt x="30907" y="235531"/>
                  <a:pt x="37408" y="228198"/>
                </a:cubicBezTo>
                <a:lnTo>
                  <a:pt x="115041" y="140818"/>
                </a:lnTo>
                <a:lnTo>
                  <a:pt x="115041" y="57836"/>
                </a:lnTo>
                <a:lnTo>
                  <a:pt x="100584" y="57836"/>
                </a:lnTo>
                <a:cubicBezTo>
                  <a:pt x="97438" y="57836"/>
                  <a:pt x="94823" y="56784"/>
                  <a:pt x="92729" y="54690"/>
                </a:cubicBezTo>
                <a:cubicBezTo>
                  <a:pt x="90626" y="52596"/>
                  <a:pt x="89584" y="50082"/>
                  <a:pt x="89584" y="47146"/>
                </a:cubicBezTo>
                <a:cubicBezTo>
                  <a:pt x="89584" y="44010"/>
                  <a:pt x="90626" y="41495"/>
                  <a:pt x="92729" y="39603"/>
                </a:cubicBezTo>
                <a:cubicBezTo>
                  <a:pt x="94823" y="37509"/>
                  <a:pt x="97438" y="36466"/>
                  <a:pt x="100584" y="36466"/>
                </a:cubicBezTo>
                <a:lnTo>
                  <a:pt x="201168" y="36466"/>
                </a:lnTo>
                <a:cubicBezTo>
                  <a:pt x="204314" y="36466"/>
                  <a:pt x="206929" y="37509"/>
                  <a:pt x="209023" y="39603"/>
                </a:cubicBezTo>
                <a:cubicBezTo>
                  <a:pt x="211126" y="41697"/>
                  <a:pt x="212168" y="44211"/>
                  <a:pt x="212168" y="47146"/>
                </a:cubicBezTo>
                <a:cubicBezTo>
                  <a:pt x="212168" y="50292"/>
                  <a:pt x="211126" y="52807"/>
                  <a:pt x="209023" y="54690"/>
                </a:cubicBezTo>
                <a:cubicBezTo>
                  <a:pt x="206929" y="56784"/>
                  <a:pt x="204314" y="57836"/>
                  <a:pt x="201168" y="57836"/>
                </a:cubicBezTo>
                <a:lnTo>
                  <a:pt x="186711" y="57836"/>
                </a:lnTo>
                <a:lnTo>
                  <a:pt x="186711" y="140818"/>
                </a:lnTo>
                <a:lnTo>
                  <a:pt x="264344" y="228198"/>
                </a:lnTo>
                <a:cubicBezTo>
                  <a:pt x="270845" y="235531"/>
                  <a:pt x="272098" y="243706"/>
                  <a:pt x="268120" y="252722"/>
                </a:cubicBezTo>
                <a:cubicBezTo>
                  <a:pt x="264134" y="261518"/>
                  <a:pt x="257330" y="265917"/>
                  <a:pt x="247693" y="265917"/>
                </a:cubicBezTo>
                <a:lnTo>
                  <a:pt x="54068" y="265917"/>
                </a:lnTo>
                <a:close/>
                <a:moveTo>
                  <a:pt x="51865" y="244547"/>
                </a:moveTo>
                <a:lnTo>
                  <a:pt x="249887" y="244547"/>
                </a:lnTo>
                <a:lnTo>
                  <a:pt x="165333" y="148672"/>
                </a:lnTo>
                <a:lnTo>
                  <a:pt x="165333" y="57836"/>
                </a:lnTo>
                <a:lnTo>
                  <a:pt x="136419" y="57836"/>
                </a:lnTo>
                <a:lnTo>
                  <a:pt x="136419" y="148672"/>
                </a:lnTo>
                <a:lnTo>
                  <a:pt x="51865" y="244547"/>
                </a:lnTo>
                <a:close/>
                <a:moveTo>
                  <a:pt x="150245" y="15118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36840" y="265917"/>
                  <a:pt x="123737" y="262570"/>
                  <a:pt x="111584" y="255858"/>
                </a:cubicBezTo>
                <a:cubicBezTo>
                  <a:pt x="99642" y="249156"/>
                  <a:pt x="90736" y="239408"/>
                  <a:pt x="84865" y="226625"/>
                </a:cubicBezTo>
                <a:lnTo>
                  <a:pt x="58147" y="226625"/>
                </a:lnTo>
                <a:cubicBezTo>
                  <a:pt x="55422" y="226625"/>
                  <a:pt x="53117" y="225683"/>
                  <a:pt x="51234" y="223799"/>
                </a:cubicBezTo>
                <a:cubicBezTo>
                  <a:pt x="49350" y="221916"/>
                  <a:pt x="48408" y="219611"/>
                  <a:pt x="48408" y="216887"/>
                </a:cubicBezTo>
                <a:cubicBezTo>
                  <a:pt x="48408" y="213951"/>
                  <a:pt x="49350" y="211537"/>
                  <a:pt x="51234" y="209654"/>
                </a:cubicBezTo>
                <a:cubicBezTo>
                  <a:pt x="53117" y="207980"/>
                  <a:pt x="55422" y="207139"/>
                  <a:pt x="58147" y="207139"/>
                </a:cubicBezTo>
                <a:lnTo>
                  <a:pt x="77322" y="207139"/>
                </a:lnTo>
                <a:cubicBezTo>
                  <a:pt x="75859" y="201689"/>
                  <a:pt x="75127" y="196239"/>
                  <a:pt x="75127" y="190799"/>
                </a:cubicBezTo>
                <a:lnTo>
                  <a:pt x="75127" y="174449"/>
                </a:lnTo>
                <a:lnTo>
                  <a:pt x="57836" y="174449"/>
                </a:lnTo>
                <a:cubicBezTo>
                  <a:pt x="55111" y="174449"/>
                  <a:pt x="52807" y="173507"/>
                  <a:pt x="50923" y="171624"/>
                </a:cubicBezTo>
                <a:cubicBezTo>
                  <a:pt x="49039" y="169740"/>
                  <a:pt x="48088" y="167427"/>
                  <a:pt x="48088" y="164711"/>
                </a:cubicBezTo>
                <a:cubicBezTo>
                  <a:pt x="48088" y="161776"/>
                  <a:pt x="49039" y="159362"/>
                  <a:pt x="50923" y="157478"/>
                </a:cubicBezTo>
                <a:cubicBezTo>
                  <a:pt x="52807" y="155805"/>
                  <a:pt x="55111" y="154963"/>
                  <a:pt x="57836" y="154963"/>
                </a:cubicBezTo>
                <a:lnTo>
                  <a:pt x="75127" y="154963"/>
                </a:lnTo>
                <a:cubicBezTo>
                  <a:pt x="75127" y="148883"/>
                  <a:pt x="75228" y="143021"/>
                  <a:pt x="75438" y="137361"/>
                </a:cubicBezTo>
                <a:cubicBezTo>
                  <a:pt x="75438" y="131491"/>
                  <a:pt x="76279" y="125629"/>
                  <a:pt x="77953" y="119759"/>
                </a:cubicBezTo>
                <a:lnTo>
                  <a:pt x="58147" y="119759"/>
                </a:lnTo>
                <a:cubicBezTo>
                  <a:pt x="55422" y="119759"/>
                  <a:pt x="53117" y="118817"/>
                  <a:pt x="51234" y="116933"/>
                </a:cubicBezTo>
                <a:cubicBezTo>
                  <a:pt x="49350" y="115041"/>
                  <a:pt x="48408" y="112736"/>
                  <a:pt x="48408" y="110011"/>
                </a:cubicBezTo>
                <a:cubicBezTo>
                  <a:pt x="48408" y="107076"/>
                  <a:pt x="49350" y="104671"/>
                  <a:pt x="51234" y="102788"/>
                </a:cubicBezTo>
                <a:cubicBezTo>
                  <a:pt x="53117" y="101105"/>
                  <a:pt x="55422" y="100273"/>
                  <a:pt x="58147" y="100273"/>
                </a:cubicBezTo>
                <a:lnTo>
                  <a:pt x="86438" y="100273"/>
                </a:lnTo>
                <a:cubicBezTo>
                  <a:pt x="89163" y="94192"/>
                  <a:pt x="92940" y="88852"/>
                  <a:pt x="97759" y="84244"/>
                </a:cubicBezTo>
                <a:cubicBezTo>
                  <a:pt x="102788" y="79836"/>
                  <a:pt x="108228" y="76170"/>
                  <a:pt x="114099" y="73234"/>
                </a:cubicBezTo>
                <a:lnTo>
                  <a:pt x="96497" y="55952"/>
                </a:lnTo>
                <a:cubicBezTo>
                  <a:pt x="94613" y="54068"/>
                  <a:pt x="93671" y="51865"/>
                  <a:pt x="93671" y="49350"/>
                </a:cubicBezTo>
                <a:cubicBezTo>
                  <a:pt x="93671" y="46836"/>
                  <a:pt x="94613" y="44632"/>
                  <a:pt x="96497" y="42748"/>
                </a:cubicBezTo>
                <a:cubicBezTo>
                  <a:pt x="98380" y="40865"/>
                  <a:pt x="100584" y="39923"/>
                  <a:pt x="103099" y="39923"/>
                </a:cubicBezTo>
                <a:cubicBezTo>
                  <a:pt x="105613" y="39923"/>
                  <a:pt x="107817" y="40865"/>
                  <a:pt x="109701" y="42748"/>
                </a:cubicBezTo>
                <a:lnTo>
                  <a:pt x="132643" y="65690"/>
                </a:lnTo>
                <a:cubicBezTo>
                  <a:pt x="138724" y="63386"/>
                  <a:pt x="144795" y="62234"/>
                  <a:pt x="150876" y="62234"/>
                </a:cubicBezTo>
                <a:cubicBezTo>
                  <a:pt x="157167" y="62024"/>
                  <a:pt x="163449" y="63075"/>
                  <a:pt x="169740" y="65380"/>
                </a:cubicBezTo>
                <a:lnTo>
                  <a:pt x="192682" y="42437"/>
                </a:lnTo>
                <a:cubicBezTo>
                  <a:pt x="194356" y="40544"/>
                  <a:pt x="196559" y="39603"/>
                  <a:pt x="199284" y="39603"/>
                </a:cubicBezTo>
                <a:cubicBezTo>
                  <a:pt x="201799" y="39603"/>
                  <a:pt x="203993" y="40544"/>
                  <a:pt x="205886" y="42437"/>
                </a:cubicBezTo>
                <a:cubicBezTo>
                  <a:pt x="207770" y="44321"/>
                  <a:pt x="208712" y="46525"/>
                  <a:pt x="208712" y="49039"/>
                </a:cubicBezTo>
                <a:cubicBezTo>
                  <a:pt x="208712" y="51554"/>
                  <a:pt x="207770" y="53748"/>
                  <a:pt x="205886" y="55632"/>
                </a:cubicBezTo>
                <a:lnTo>
                  <a:pt x="188906" y="72613"/>
                </a:lnTo>
                <a:cubicBezTo>
                  <a:pt x="194776" y="75749"/>
                  <a:pt x="200016" y="79736"/>
                  <a:pt x="204624" y="84555"/>
                </a:cubicBezTo>
                <a:cubicBezTo>
                  <a:pt x="209233" y="89373"/>
                  <a:pt x="213220" y="94714"/>
                  <a:pt x="216566" y="100584"/>
                </a:cubicBezTo>
                <a:lnTo>
                  <a:pt x="243916" y="100584"/>
                </a:lnTo>
                <a:cubicBezTo>
                  <a:pt x="246641" y="100584"/>
                  <a:pt x="248945" y="101526"/>
                  <a:pt x="250829" y="103409"/>
                </a:cubicBezTo>
                <a:cubicBezTo>
                  <a:pt x="252722" y="105302"/>
                  <a:pt x="253664" y="107607"/>
                  <a:pt x="253664" y="110332"/>
                </a:cubicBezTo>
                <a:cubicBezTo>
                  <a:pt x="253664" y="113056"/>
                  <a:pt x="252722" y="115361"/>
                  <a:pt x="250829" y="117244"/>
                </a:cubicBezTo>
                <a:cubicBezTo>
                  <a:pt x="248945" y="118918"/>
                  <a:pt x="246641" y="119759"/>
                  <a:pt x="243916" y="119759"/>
                </a:cubicBezTo>
                <a:lnTo>
                  <a:pt x="223799" y="119759"/>
                </a:lnTo>
                <a:cubicBezTo>
                  <a:pt x="225683" y="125629"/>
                  <a:pt x="226625" y="131491"/>
                  <a:pt x="226625" y="137361"/>
                </a:cubicBezTo>
                <a:cubicBezTo>
                  <a:pt x="226415" y="143232"/>
                  <a:pt x="226314" y="149093"/>
                  <a:pt x="226314" y="154963"/>
                </a:cubicBezTo>
                <a:lnTo>
                  <a:pt x="243916" y="154963"/>
                </a:lnTo>
                <a:cubicBezTo>
                  <a:pt x="246641" y="154963"/>
                  <a:pt x="248945" y="155905"/>
                  <a:pt x="250829" y="157789"/>
                </a:cubicBezTo>
                <a:cubicBezTo>
                  <a:pt x="252722" y="159682"/>
                  <a:pt x="253664" y="161986"/>
                  <a:pt x="253664" y="164711"/>
                </a:cubicBezTo>
                <a:cubicBezTo>
                  <a:pt x="253664" y="167637"/>
                  <a:pt x="252722" y="170051"/>
                  <a:pt x="250829" y="171935"/>
                </a:cubicBezTo>
                <a:cubicBezTo>
                  <a:pt x="248945" y="173608"/>
                  <a:pt x="246641" y="174449"/>
                  <a:pt x="243916" y="174449"/>
                </a:cubicBezTo>
                <a:lnTo>
                  <a:pt x="226314" y="174449"/>
                </a:lnTo>
                <a:cubicBezTo>
                  <a:pt x="226314" y="180109"/>
                  <a:pt x="226415" y="185559"/>
                  <a:pt x="226625" y="190799"/>
                </a:cubicBezTo>
                <a:cubicBezTo>
                  <a:pt x="226625" y="196239"/>
                  <a:pt x="225893" y="201689"/>
                  <a:pt x="224430" y="207139"/>
                </a:cubicBezTo>
                <a:lnTo>
                  <a:pt x="243916" y="207139"/>
                </a:lnTo>
                <a:cubicBezTo>
                  <a:pt x="246641" y="207139"/>
                  <a:pt x="248945" y="208081"/>
                  <a:pt x="250829" y="209974"/>
                </a:cubicBezTo>
                <a:cubicBezTo>
                  <a:pt x="252722" y="211857"/>
                  <a:pt x="253664" y="214162"/>
                  <a:pt x="253664" y="216887"/>
                </a:cubicBezTo>
                <a:cubicBezTo>
                  <a:pt x="253664" y="219822"/>
                  <a:pt x="252722" y="222227"/>
                  <a:pt x="250829" y="224110"/>
                </a:cubicBezTo>
                <a:cubicBezTo>
                  <a:pt x="248945" y="225793"/>
                  <a:pt x="246641" y="226625"/>
                  <a:pt x="243916" y="226625"/>
                </a:cubicBezTo>
                <a:lnTo>
                  <a:pt x="217197" y="226625"/>
                </a:lnTo>
                <a:cubicBezTo>
                  <a:pt x="211537" y="239408"/>
                  <a:pt x="202631" y="249156"/>
                  <a:pt x="190479" y="255858"/>
                </a:cubicBezTo>
                <a:cubicBezTo>
                  <a:pt x="178326" y="262570"/>
                  <a:pt x="165122" y="265917"/>
                  <a:pt x="150876" y="265917"/>
                </a:cubicBezTo>
                <a:close/>
                <a:moveTo>
                  <a:pt x="150876" y="244547"/>
                </a:moveTo>
                <a:cubicBezTo>
                  <a:pt x="165964" y="244547"/>
                  <a:pt x="178747" y="239198"/>
                  <a:pt x="189226" y="228518"/>
                </a:cubicBezTo>
                <a:cubicBezTo>
                  <a:pt x="199705" y="218039"/>
                  <a:pt x="204944" y="205255"/>
                  <a:pt x="204944" y="190168"/>
                </a:cubicBezTo>
                <a:lnTo>
                  <a:pt x="204944" y="138934"/>
                </a:lnTo>
                <a:cubicBezTo>
                  <a:pt x="204944" y="123846"/>
                  <a:pt x="199705" y="111063"/>
                  <a:pt x="189226" y="100584"/>
                </a:cubicBezTo>
                <a:cubicBezTo>
                  <a:pt x="178747" y="89895"/>
                  <a:pt x="165964" y="84555"/>
                  <a:pt x="150876" y="84555"/>
                </a:cubicBezTo>
                <a:cubicBezTo>
                  <a:pt x="135788" y="84555"/>
                  <a:pt x="123005" y="89895"/>
                  <a:pt x="112526" y="100584"/>
                </a:cubicBezTo>
                <a:cubicBezTo>
                  <a:pt x="102047" y="111063"/>
                  <a:pt x="96817" y="123846"/>
                  <a:pt x="96817" y="138934"/>
                </a:cubicBezTo>
                <a:lnTo>
                  <a:pt x="96817" y="190168"/>
                </a:lnTo>
                <a:cubicBezTo>
                  <a:pt x="96817" y="205255"/>
                  <a:pt x="102047" y="218039"/>
                  <a:pt x="112526" y="228518"/>
                </a:cubicBezTo>
                <a:cubicBezTo>
                  <a:pt x="123005" y="239198"/>
                  <a:pt x="135788" y="244547"/>
                  <a:pt x="150876" y="244547"/>
                </a:cubicBezTo>
                <a:close/>
                <a:moveTo>
                  <a:pt x="135478" y="201479"/>
                </a:moveTo>
                <a:lnTo>
                  <a:pt x="166274" y="201479"/>
                </a:lnTo>
                <a:cubicBezTo>
                  <a:pt x="168999" y="201479"/>
                  <a:pt x="171304" y="200537"/>
                  <a:pt x="173197" y="198653"/>
                </a:cubicBezTo>
                <a:cubicBezTo>
                  <a:pt x="175080" y="196770"/>
                  <a:pt x="176022" y="194465"/>
                  <a:pt x="176022" y="191741"/>
                </a:cubicBezTo>
                <a:cubicBezTo>
                  <a:pt x="176022" y="188805"/>
                  <a:pt x="175080" y="186391"/>
                  <a:pt x="173197" y="184508"/>
                </a:cubicBezTo>
                <a:cubicBezTo>
                  <a:pt x="171304" y="182834"/>
                  <a:pt x="168999" y="181993"/>
                  <a:pt x="166274" y="181993"/>
                </a:cubicBezTo>
                <a:lnTo>
                  <a:pt x="135478" y="181993"/>
                </a:lnTo>
                <a:cubicBezTo>
                  <a:pt x="132753" y="181993"/>
                  <a:pt x="130448" y="182935"/>
                  <a:pt x="128555" y="184828"/>
                </a:cubicBezTo>
                <a:cubicBezTo>
                  <a:pt x="126672" y="186711"/>
                  <a:pt x="125730" y="189016"/>
                  <a:pt x="125730" y="191741"/>
                </a:cubicBezTo>
                <a:cubicBezTo>
                  <a:pt x="125730" y="194676"/>
                  <a:pt x="126672" y="197081"/>
                  <a:pt x="128555" y="198964"/>
                </a:cubicBezTo>
                <a:cubicBezTo>
                  <a:pt x="130448" y="200647"/>
                  <a:pt x="132753" y="201479"/>
                  <a:pt x="135478" y="201479"/>
                </a:cubicBezTo>
                <a:close/>
                <a:moveTo>
                  <a:pt x="135478" y="147109"/>
                </a:moveTo>
                <a:lnTo>
                  <a:pt x="166274" y="147109"/>
                </a:lnTo>
                <a:cubicBezTo>
                  <a:pt x="168999" y="147109"/>
                  <a:pt x="171304" y="146158"/>
                  <a:pt x="173197" y="144274"/>
                </a:cubicBezTo>
                <a:cubicBezTo>
                  <a:pt x="175080" y="142390"/>
                  <a:pt x="176022" y="140086"/>
                  <a:pt x="176022" y="137361"/>
                </a:cubicBezTo>
                <a:cubicBezTo>
                  <a:pt x="176022" y="134426"/>
                  <a:pt x="175080" y="132021"/>
                  <a:pt x="173197" y="130128"/>
                </a:cubicBezTo>
                <a:cubicBezTo>
                  <a:pt x="171304" y="128455"/>
                  <a:pt x="168999" y="127614"/>
                  <a:pt x="166274" y="127614"/>
                </a:cubicBezTo>
                <a:lnTo>
                  <a:pt x="135478" y="127614"/>
                </a:lnTo>
                <a:cubicBezTo>
                  <a:pt x="132753" y="127614"/>
                  <a:pt x="130448" y="128555"/>
                  <a:pt x="128555" y="130448"/>
                </a:cubicBezTo>
                <a:cubicBezTo>
                  <a:pt x="126672" y="132332"/>
                  <a:pt x="125730" y="134636"/>
                  <a:pt x="125730" y="137361"/>
                </a:cubicBezTo>
                <a:cubicBezTo>
                  <a:pt x="125730" y="140296"/>
                  <a:pt x="126672" y="142701"/>
                  <a:pt x="128555" y="144594"/>
                </a:cubicBezTo>
                <a:cubicBezTo>
                  <a:pt x="130448" y="146267"/>
                  <a:pt x="132753" y="147109"/>
                  <a:pt x="135478" y="14710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45178"/>
                </a:moveTo>
                <a:lnTo>
                  <a:pt x="140187" y="200857"/>
                </a:lnTo>
                <a:cubicBezTo>
                  <a:pt x="128876" y="198553"/>
                  <a:pt x="118817" y="193624"/>
                  <a:pt x="110011" y="186080"/>
                </a:cubicBezTo>
                <a:cubicBezTo>
                  <a:pt x="101005" y="178747"/>
                  <a:pt x="94823" y="169530"/>
                  <a:pt x="91467" y="158420"/>
                </a:cubicBezTo>
                <a:cubicBezTo>
                  <a:pt x="74917" y="157368"/>
                  <a:pt x="60981" y="151086"/>
                  <a:pt x="49661" y="139565"/>
                </a:cubicBezTo>
                <a:cubicBezTo>
                  <a:pt x="38350" y="128245"/>
                  <a:pt x="32690" y="114419"/>
                  <a:pt x="32690" y="98069"/>
                </a:cubicBezTo>
                <a:lnTo>
                  <a:pt x="32690" y="84244"/>
                </a:lnTo>
                <a:cubicBezTo>
                  <a:pt x="32690" y="78373"/>
                  <a:pt x="34683" y="73344"/>
                  <a:pt x="38661" y="69156"/>
                </a:cubicBezTo>
                <a:cubicBezTo>
                  <a:pt x="42849" y="64959"/>
                  <a:pt x="47988" y="62865"/>
                  <a:pt x="54068" y="62865"/>
                </a:cubicBezTo>
                <a:lnTo>
                  <a:pt x="86758" y="62865"/>
                </a:lnTo>
                <a:lnTo>
                  <a:pt x="86758" y="54068"/>
                </a:lnTo>
                <a:cubicBezTo>
                  <a:pt x="86758" y="48829"/>
                  <a:pt x="88532" y="44321"/>
                  <a:pt x="92098" y="40544"/>
                </a:cubicBezTo>
                <a:cubicBezTo>
                  <a:pt x="95866" y="36987"/>
                  <a:pt x="100374" y="35204"/>
                  <a:pt x="105613" y="35204"/>
                </a:cubicBezTo>
                <a:lnTo>
                  <a:pt x="196139" y="35204"/>
                </a:lnTo>
                <a:cubicBezTo>
                  <a:pt x="201378" y="35204"/>
                  <a:pt x="205886" y="36987"/>
                  <a:pt x="209654" y="40544"/>
                </a:cubicBezTo>
                <a:cubicBezTo>
                  <a:pt x="213220" y="44321"/>
                  <a:pt x="215003" y="48829"/>
                  <a:pt x="215003" y="54068"/>
                </a:cubicBezTo>
                <a:lnTo>
                  <a:pt x="215003" y="62865"/>
                </a:lnTo>
                <a:lnTo>
                  <a:pt x="247693" y="62865"/>
                </a:lnTo>
                <a:cubicBezTo>
                  <a:pt x="253554" y="62865"/>
                  <a:pt x="258583" y="64959"/>
                  <a:pt x="262780" y="69156"/>
                </a:cubicBezTo>
                <a:cubicBezTo>
                  <a:pt x="267179" y="73344"/>
                  <a:pt x="269373" y="78373"/>
                  <a:pt x="269373" y="84244"/>
                </a:cubicBezTo>
                <a:lnTo>
                  <a:pt x="269373" y="98069"/>
                </a:lnTo>
                <a:cubicBezTo>
                  <a:pt x="269373" y="114419"/>
                  <a:pt x="263612" y="128245"/>
                  <a:pt x="252091" y="139565"/>
                </a:cubicBezTo>
                <a:cubicBezTo>
                  <a:pt x="240771" y="151086"/>
                  <a:pt x="226945" y="157368"/>
                  <a:pt x="210595" y="158420"/>
                </a:cubicBezTo>
                <a:cubicBezTo>
                  <a:pt x="207038" y="169530"/>
                  <a:pt x="200747" y="178747"/>
                  <a:pt x="191741" y="186080"/>
                </a:cubicBezTo>
                <a:cubicBezTo>
                  <a:pt x="182935" y="193624"/>
                  <a:pt x="172876" y="198553"/>
                  <a:pt x="161565" y="200857"/>
                </a:cubicBezTo>
                <a:lnTo>
                  <a:pt x="161565" y="245178"/>
                </a:lnTo>
                <a:lnTo>
                  <a:pt x="197712" y="245178"/>
                </a:lnTo>
                <a:cubicBezTo>
                  <a:pt x="200857" y="245178"/>
                  <a:pt x="203472" y="246220"/>
                  <a:pt x="205566" y="248314"/>
                </a:cubicBezTo>
                <a:cubicBezTo>
                  <a:pt x="207459" y="250408"/>
                  <a:pt x="208401" y="252923"/>
                  <a:pt x="208401" y="255858"/>
                </a:cubicBezTo>
                <a:cubicBezTo>
                  <a:pt x="208401" y="259004"/>
                  <a:pt x="207459" y="261518"/>
                  <a:pt x="205566" y="263402"/>
                </a:cubicBezTo>
                <a:cubicBezTo>
                  <a:pt x="203472" y="265496"/>
                  <a:pt x="200857" y="266548"/>
                  <a:pt x="197712" y="266548"/>
                </a:cubicBezTo>
                <a:lnTo>
                  <a:pt x="104040" y="266548"/>
                </a:lnTo>
                <a:cubicBezTo>
                  <a:pt x="100895" y="266548"/>
                  <a:pt x="98280" y="265496"/>
                  <a:pt x="96186" y="263402"/>
                </a:cubicBezTo>
                <a:cubicBezTo>
                  <a:pt x="94302" y="261308"/>
                  <a:pt x="93351" y="258793"/>
                  <a:pt x="93351" y="255858"/>
                </a:cubicBezTo>
                <a:cubicBezTo>
                  <a:pt x="93351" y="252722"/>
                  <a:pt x="94302" y="250207"/>
                  <a:pt x="96186" y="248314"/>
                </a:cubicBezTo>
                <a:cubicBezTo>
                  <a:pt x="98280" y="246220"/>
                  <a:pt x="100895" y="245178"/>
                  <a:pt x="104040" y="245178"/>
                </a:cubicBezTo>
                <a:lnTo>
                  <a:pt x="140187" y="245178"/>
                </a:lnTo>
                <a:close/>
                <a:moveTo>
                  <a:pt x="86758" y="136419"/>
                </a:moveTo>
                <a:lnTo>
                  <a:pt x="86758" y="84244"/>
                </a:lnTo>
                <a:lnTo>
                  <a:pt x="54068" y="84244"/>
                </a:lnTo>
                <a:lnTo>
                  <a:pt x="54068" y="98069"/>
                </a:lnTo>
                <a:cubicBezTo>
                  <a:pt x="54068" y="107497"/>
                  <a:pt x="57104" y="115772"/>
                  <a:pt x="63176" y="122905"/>
                </a:cubicBezTo>
                <a:cubicBezTo>
                  <a:pt x="69467" y="129817"/>
                  <a:pt x="77322" y="134325"/>
                  <a:pt x="86758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5003" y="136419"/>
                </a:moveTo>
                <a:cubicBezTo>
                  <a:pt x="224430" y="134325"/>
                  <a:pt x="232285" y="129817"/>
                  <a:pt x="238576" y="122905"/>
                </a:cubicBezTo>
                <a:cubicBezTo>
                  <a:pt x="244648" y="115772"/>
                  <a:pt x="247693" y="107497"/>
                  <a:pt x="247693" y="98069"/>
                </a:cubicBezTo>
                <a:lnTo>
                  <a:pt x="247693" y="84244"/>
                </a:lnTo>
                <a:lnTo>
                  <a:pt x="215003" y="84244"/>
                </a:lnTo>
                <a:lnTo>
                  <a:pt x="215003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2468" y="223168"/>
                </a:moveTo>
                <a:lnTo>
                  <a:pt x="150876" y="194255"/>
                </a:lnTo>
                <a:lnTo>
                  <a:pt x="199284" y="223489"/>
                </a:lnTo>
                <a:lnTo>
                  <a:pt x="186080" y="168789"/>
                </a:lnTo>
                <a:lnTo>
                  <a:pt x="228829" y="132021"/>
                </a:lnTo>
                <a:lnTo>
                  <a:pt x="172566" y="126992"/>
                </a:lnTo>
                <a:lnTo>
                  <a:pt x="150876" y="75438"/>
                </a:lnTo>
                <a:lnTo>
                  <a:pt x="129186" y="126672"/>
                </a:lnTo>
                <a:lnTo>
                  <a:pt x="73234" y="131701"/>
                </a:lnTo>
                <a:lnTo>
                  <a:pt x="115672" y="168478"/>
                </a:lnTo>
                <a:lnTo>
                  <a:pt x="102468" y="223168"/>
                </a:lnTo>
                <a:close/>
                <a:moveTo>
                  <a:pt x="150876" y="219401"/>
                </a:moveTo>
                <a:lnTo>
                  <a:pt x="92409" y="254606"/>
                </a:lnTo>
                <a:cubicBezTo>
                  <a:pt x="90315" y="255858"/>
                  <a:pt x="88221" y="256389"/>
                  <a:pt x="86127" y="256178"/>
                </a:cubicBezTo>
                <a:cubicBezTo>
                  <a:pt x="84033" y="256178"/>
                  <a:pt x="82141" y="255547"/>
                  <a:pt x="80467" y="254285"/>
                </a:cubicBezTo>
                <a:cubicBezTo>
                  <a:pt x="78794" y="253033"/>
                  <a:pt x="77532" y="251460"/>
                  <a:pt x="76700" y="249576"/>
                </a:cubicBezTo>
                <a:cubicBezTo>
                  <a:pt x="75859" y="247693"/>
                  <a:pt x="75648" y="245590"/>
                  <a:pt x="76069" y="243285"/>
                </a:cubicBezTo>
                <a:lnTo>
                  <a:pt x="91787" y="176333"/>
                </a:lnTo>
                <a:lnTo>
                  <a:pt x="39923" y="131390"/>
                </a:lnTo>
                <a:cubicBezTo>
                  <a:pt x="38030" y="129708"/>
                  <a:pt x="36878" y="127824"/>
                  <a:pt x="36466" y="125730"/>
                </a:cubicBezTo>
                <a:cubicBezTo>
                  <a:pt x="36046" y="123846"/>
                  <a:pt x="36146" y="121853"/>
                  <a:pt x="36777" y="119759"/>
                </a:cubicBezTo>
                <a:cubicBezTo>
                  <a:pt x="37198" y="117875"/>
                  <a:pt x="38240" y="116303"/>
                  <a:pt x="39923" y="115041"/>
                </a:cubicBezTo>
                <a:cubicBezTo>
                  <a:pt x="41596" y="113788"/>
                  <a:pt x="43589" y="113056"/>
                  <a:pt x="45894" y="112846"/>
                </a:cubicBezTo>
                <a:lnTo>
                  <a:pt x="114419" y="106875"/>
                </a:lnTo>
                <a:lnTo>
                  <a:pt x="140818" y="43690"/>
                </a:lnTo>
                <a:cubicBezTo>
                  <a:pt x="141869" y="41386"/>
                  <a:pt x="143332" y="39712"/>
                  <a:pt x="145216" y="38661"/>
                </a:cubicBezTo>
                <a:cubicBezTo>
                  <a:pt x="147109" y="37618"/>
                  <a:pt x="148992" y="37088"/>
                  <a:pt x="150876" y="37088"/>
                </a:cubicBezTo>
                <a:cubicBezTo>
                  <a:pt x="152760" y="37088"/>
                  <a:pt x="154652" y="37618"/>
                  <a:pt x="156536" y="38661"/>
                </a:cubicBezTo>
                <a:cubicBezTo>
                  <a:pt x="158420" y="39712"/>
                  <a:pt x="159883" y="41386"/>
                  <a:pt x="160934" y="43690"/>
                </a:cubicBezTo>
                <a:lnTo>
                  <a:pt x="187342" y="106875"/>
                </a:lnTo>
                <a:lnTo>
                  <a:pt x="255858" y="112846"/>
                </a:lnTo>
                <a:cubicBezTo>
                  <a:pt x="258163" y="113056"/>
                  <a:pt x="260156" y="113788"/>
                  <a:pt x="261829" y="115041"/>
                </a:cubicBezTo>
                <a:cubicBezTo>
                  <a:pt x="263512" y="116303"/>
                  <a:pt x="264554" y="117875"/>
                  <a:pt x="264975" y="119759"/>
                </a:cubicBezTo>
                <a:cubicBezTo>
                  <a:pt x="265606" y="121853"/>
                  <a:pt x="265706" y="123846"/>
                  <a:pt x="265295" y="125730"/>
                </a:cubicBezTo>
                <a:cubicBezTo>
                  <a:pt x="264874" y="127824"/>
                  <a:pt x="263722" y="129708"/>
                  <a:pt x="261829" y="131390"/>
                </a:cubicBezTo>
                <a:lnTo>
                  <a:pt x="209974" y="176333"/>
                </a:lnTo>
                <a:lnTo>
                  <a:pt x="225683" y="243285"/>
                </a:lnTo>
                <a:cubicBezTo>
                  <a:pt x="226104" y="245590"/>
                  <a:pt x="225893" y="247693"/>
                  <a:pt x="225061" y="249576"/>
                </a:cubicBezTo>
                <a:cubicBezTo>
                  <a:pt x="224220" y="251460"/>
                  <a:pt x="222958" y="253033"/>
                  <a:pt x="221285" y="254285"/>
                </a:cubicBezTo>
                <a:cubicBezTo>
                  <a:pt x="219611" y="255547"/>
                  <a:pt x="217719" y="256178"/>
                  <a:pt x="215625" y="256178"/>
                </a:cubicBezTo>
                <a:cubicBezTo>
                  <a:pt x="213531" y="256389"/>
                  <a:pt x="211437" y="255858"/>
                  <a:pt x="209343" y="254606"/>
                </a:cubicBezTo>
                <a:lnTo>
                  <a:pt x="150876" y="219401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18607" y="265917"/>
                  <a:pt x="91367" y="260887"/>
                  <a:pt x="69156" y="250829"/>
                </a:cubicBezTo>
                <a:cubicBezTo>
                  <a:pt x="46936" y="240771"/>
                  <a:pt x="35835" y="228408"/>
                  <a:pt x="35835" y="213741"/>
                </a:cubicBezTo>
                <a:lnTo>
                  <a:pt x="35835" y="88011"/>
                </a:lnTo>
                <a:cubicBezTo>
                  <a:pt x="35835" y="73554"/>
                  <a:pt x="47046" y="61292"/>
                  <a:pt x="69467" y="51234"/>
                </a:cubicBezTo>
                <a:cubicBezTo>
                  <a:pt x="91888" y="40965"/>
                  <a:pt x="119027" y="35835"/>
                  <a:pt x="150876" y="35835"/>
                </a:cubicBezTo>
                <a:cubicBezTo>
                  <a:pt x="182514" y="35835"/>
                  <a:pt x="209654" y="40965"/>
                  <a:pt x="232285" y="51234"/>
                </a:cubicBezTo>
                <a:cubicBezTo>
                  <a:pt x="254706" y="61292"/>
                  <a:pt x="265917" y="73554"/>
                  <a:pt x="265917" y="88011"/>
                </a:cubicBezTo>
                <a:lnTo>
                  <a:pt x="265917" y="213741"/>
                </a:lnTo>
                <a:cubicBezTo>
                  <a:pt x="265917" y="228408"/>
                  <a:pt x="254816" y="240771"/>
                  <a:pt x="232605" y="250829"/>
                </a:cubicBezTo>
                <a:cubicBezTo>
                  <a:pt x="210385" y="260887"/>
                  <a:pt x="183145" y="265917"/>
                  <a:pt x="150876" y="265917"/>
                </a:cubicBezTo>
                <a:close/>
                <a:moveTo>
                  <a:pt x="150876" y="110642"/>
                </a:moveTo>
                <a:cubicBezTo>
                  <a:pt x="168899" y="110642"/>
                  <a:pt x="187342" y="107817"/>
                  <a:pt x="206197" y="102157"/>
                </a:cubicBezTo>
                <a:cubicBezTo>
                  <a:pt x="225061" y="96707"/>
                  <a:pt x="237314" y="90526"/>
                  <a:pt x="242974" y="83613"/>
                </a:cubicBezTo>
                <a:cubicBezTo>
                  <a:pt x="237104" y="76901"/>
                  <a:pt x="224741" y="70720"/>
                  <a:pt x="205886" y="65069"/>
                </a:cubicBezTo>
                <a:cubicBezTo>
                  <a:pt x="186812" y="59409"/>
                  <a:pt x="168478" y="56583"/>
                  <a:pt x="150876" y="56583"/>
                </a:cubicBezTo>
                <a:cubicBezTo>
                  <a:pt x="132433" y="56583"/>
                  <a:pt x="113998" y="59299"/>
                  <a:pt x="95555" y="64749"/>
                </a:cubicBezTo>
                <a:cubicBezTo>
                  <a:pt x="76901" y="70198"/>
                  <a:pt x="64538" y="76490"/>
                  <a:pt x="58467" y="83613"/>
                </a:cubicBezTo>
                <a:cubicBezTo>
                  <a:pt x="64538" y="90946"/>
                  <a:pt x="76700" y="97228"/>
                  <a:pt x="94924" y="102468"/>
                </a:cubicBezTo>
                <a:cubicBezTo>
                  <a:pt x="113367" y="10791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058" y="177384"/>
                  <a:pt x="176653" y="176333"/>
                </a:cubicBezTo>
                <a:cubicBezTo>
                  <a:pt x="185449" y="175290"/>
                  <a:pt x="193835" y="173818"/>
                  <a:pt x="201799" y="171935"/>
                </a:cubicBezTo>
                <a:cubicBezTo>
                  <a:pt x="209974" y="170051"/>
                  <a:pt x="217719" y="167747"/>
                  <a:pt x="225061" y="165022"/>
                </a:cubicBezTo>
                <a:cubicBezTo>
                  <a:pt x="232395" y="162297"/>
                  <a:pt x="239097" y="159151"/>
                  <a:pt x="245178" y="155594"/>
                </a:cubicBezTo>
                <a:lnTo>
                  <a:pt x="245178" y="109390"/>
                </a:lnTo>
                <a:cubicBezTo>
                  <a:pt x="238887" y="112736"/>
                  <a:pt x="232075" y="115772"/>
                  <a:pt x="224741" y="118497"/>
                </a:cubicBezTo>
                <a:cubicBezTo>
                  <a:pt x="217408" y="121222"/>
                  <a:pt x="209654" y="123526"/>
                  <a:pt x="201479" y="125419"/>
                </a:cubicBezTo>
                <a:cubicBezTo>
                  <a:pt x="193524" y="127303"/>
                  <a:pt x="185239" y="128766"/>
                  <a:pt x="176653" y="129817"/>
                </a:cubicBezTo>
                <a:cubicBezTo>
                  <a:pt x="168058" y="130860"/>
                  <a:pt x="159362" y="131390"/>
                  <a:pt x="150565" y="131390"/>
                </a:cubicBezTo>
                <a:cubicBezTo>
                  <a:pt x="141759" y="131390"/>
                  <a:pt x="133063" y="130860"/>
                  <a:pt x="124477" y="129817"/>
                </a:cubicBezTo>
                <a:cubicBezTo>
                  <a:pt x="115672" y="128766"/>
                  <a:pt x="107186" y="127303"/>
                  <a:pt x="99011" y="125419"/>
                </a:cubicBezTo>
                <a:cubicBezTo>
                  <a:pt x="91047" y="123526"/>
                  <a:pt x="83402" y="121222"/>
                  <a:pt x="76069" y="118497"/>
                </a:cubicBezTo>
                <a:cubicBezTo>
                  <a:pt x="68946" y="115772"/>
                  <a:pt x="62444" y="112736"/>
                  <a:pt x="56583" y="109390"/>
                </a:cubicBezTo>
                <a:lnTo>
                  <a:pt x="56583" y="155594"/>
                </a:lnTo>
                <a:cubicBezTo>
                  <a:pt x="62234" y="159151"/>
                  <a:pt x="68735" y="162297"/>
                  <a:pt x="76069" y="165022"/>
                </a:cubicBezTo>
                <a:cubicBezTo>
                  <a:pt x="83192" y="167747"/>
                  <a:pt x="90736" y="170051"/>
                  <a:pt x="98700" y="171935"/>
                </a:cubicBezTo>
                <a:cubicBezTo>
                  <a:pt x="106875" y="173818"/>
                  <a:pt x="115361" y="175290"/>
                  <a:pt x="124157" y="176333"/>
                </a:cubicBezTo>
                <a:cubicBezTo>
                  <a:pt x="132963" y="177384"/>
                  <a:pt x="14175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203" y="244227"/>
                  <a:pt x="181682" y="242343"/>
                </a:cubicBezTo>
                <a:cubicBezTo>
                  <a:pt x="192371" y="240670"/>
                  <a:pt x="202110" y="238366"/>
                  <a:pt x="210916" y="235431"/>
                </a:cubicBezTo>
                <a:cubicBezTo>
                  <a:pt x="219922" y="232495"/>
                  <a:pt x="227466" y="229249"/>
                  <a:pt x="233547" y="225683"/>
                </a:cubicBezTo>
                <a:cubicBezTo>
                  <a:pt x="239829" y="222126"/>
                  <a:pt x="243706" y="218459"/>
                  <a:pt x="245178" y="214683"/>
                </a:cubicBezTo>
                <a:lnTo>
                  <a:pt x="245178" y="176964"/>
                </a:lnTo>
                <a:cubicBezTo>
                  <a:pt x="239097" y="180530"/>
                  <a:pt x="232395" y="183566"/>
                  <a:pt x="225061" y="186080"/>
                </a:cubicBezTo>
                <a:cubicBezTo>
                  <a:pt x="217929" y="188805"/>
                  <a:pt x="210285" y="191110"/>
                  <a:pt x="202110" y="192993"/>
                </a:cubicBezTo>
                <a:cubicBezTo>
                  <a:pt x="193935" y="194886"/>
                  <a:pt x="185559" y="196239"/>
                  <a:pt x="176964" y="197081"/>
                </a:cubicBezTo>
                <a:cubicBezTo>
                  <a:pt x="168378" y="198132"/>
                  <a:pt x="159572" y="198653"/>
                  <a:pt x="150565" y="198653"/>
                </a:cubicBezTo>
                <a:cubicBezTo>
                  <a:pt x="141549" y="198653"/>
                  <a:pt x="132753" y="198132"/>
                  <a:pt x="124157" y="197081"/>
                </a:cubicBezTo>
                <a:cubicBezTo>
                  <a:pt x="115361" y="196239"/>
                  <a:pt x="106875" y="194886"/>
                  <a:pt x="98700" y="192993"/>
                </a:cubicBezTo>
                <a:cubicBezTo>
                  <a:pt x="90736" y="191110"/>
                  <a:pt x="83192" y="188805"/>
                  <a:pt x="76069" y="186080"/>
                </a:cubicBezTo>
                <a:cubicBezTo>
                  <a:pt x="68946" y="183355"/>
                  <a:pt x="62444" y="180320"/>
                  <a:pt x="56583" y="176964"/>
                </a:cubicBezTo>
                <a:lnTo>
                  <a:pt x="56583" y="215003"/>
                </a:lnTo>
                <a:cubicBezTo>
                  <a:pt x="57836" y="218560"/>
                  <a:pt x="61503" y="222126"/>
                  <a:pt x="67583" y="225683"/>
                </a:cubicBezTo>
                <a:cubicBezTo>
                  <a:pt x="73865" y="229460"/>
                  <a:pt x="81519" y="232706"/>
                  <a:pt x="90526" y="235431"/>
                </a:cubicBezTo>
                <a:cubicBezTo>
                  <a:pt x="99331" y="238366"/>
                  <a:pt x="109070" y="240670"/>
                  <a:pt x="119759" y="242343"/>
                </a:cubicBezTo>
                <a:cubicBezTo>
                  <a:pt x="130238" y="24422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4185"/>
                </a:moveTo>
                <a:cubicBezTo>
                  <a:pt x="85807" y="74185"/>
                  <a:pt x="82141" y="75648"/>
                  <a:pt x="79214" y="78584"/>
                </a:cubicBezTo>
                <a:cubicBezTo>
                  <a:pt x="76069" y="81729"/>
                  <a:pt x="74496" y="85496"/>
                  <a:pt x="74496" y="89895"/>
                </a:cubicBezTo>
                <a:cubicBezTo>
                  <a:pt x="74496" y="94302"/>
                  <a:pt x="76069" y="97969"/>
                  <a:pt x="79214" y="100895"/>
                </a:cubicBezTo>
                <a:cubicBezTo>
                  <a:pt x="82141" y="104040"/>
                  <a:pt x="85807" y="105613"/>
                  <a:pt x="90215" y="105613"/>
                </a:cubicBezTo>
                <a:cubicBezTo>
                  <a:pt x="94613" y="105613"/>
                  <a:pt x="98380" y="104040"/>
                  <a:pt x="101526" y="100895"/>
                </a:cubicBezTo>
                <a:cubicBezTo>
                  <a:pt x="104461" y="97969"/>
                  <a:pt x="105924" y="94302"/>
                  <a:pt x="105924" y="89895"/>
                </a:cubicBezTo>
                <a:cubicBezTo>
                  <a:pt x="105924" y="85496"/>
                  <a:pt x="104360" y="81729"/>
                  <a:pt x="101215" y="78584"/>
                </a:cubicBezTo>
                <a:cubicBezTo>
                  <a:pt x="98280" y="75648"/>
                  <a:pt x="94613" y="74185"/>
                  <a:pt x="90215" y="74185"/>
                </a:cubicBezTo>
                <a:close/>
                <a:moveTo>
                  <a:pt x="90215" y="208081"/>
                </a:moveTo>
                <a:cubicBezTo>
                  <a:pt x="85807" y="208081"/>
                  <a:pt x="82141" y="209654"/>
                  <a:pt x="79214" y="212799"/>
                </a:cubicBezTo>
                <a:cubicBezTo>
                  <a:pt x="76069" y="215734"/>
                  <a:pt x="74496" y="219401"/>
                  <a:pt x="74496" y="223799"/>
                </a:cubicBezTo>
                <a:cubicBezTo>
                  <a:pt x="74496" y="228198"/>
                  <a:pt x="76069" y="231974"/>
                  <a:pt x="79214" y="235120"/>
                </a:cubicBezTo>
                <a:cubicBezTo>
                  <a:pt x="82141" y="238046"/>
                  <a:pt x="85807" y="239518"/>
                  <a:pt x="90215" y="239518"/>
                </a:cubicBezTo>
                <a:cubicBezTo>
                  <a:pt x="94613" y="239518"/>
                  <a:pt x="98380" y="237945"/>
                  <a:pt x="101526" y="234800"/>
                </a:cubicBezTo>
                <a:cubicBezTo>
                  <a:pt x="104461" y="231864"/>
                  <a:pt x="105924" y="228198"/>
                  <a:pt x="105924" y="223799"/>
                </a:cubicBezTo>
                <a:cubicBezTo>
                  <a:pt x="105924" y="219401"/>
                  <a:pt x="104360" y="215734"/>
                  <a:pt x="101215" y="212799"/>
                </a:cubicBezTo>
                <a:cubicBezTo>
                  <a:pt x="98280" y="209654"/>
                  <a:pt x="94613" y="208081"/>
                  <a:pt x="90215" y="208081"/>
                </a:cubicBezTo>
                <a:close/>
                <a:moveTo>
                  <a:pt x="47777" y="33952"/>
                </a:moveTo>
                <a:lnTo>
                  <a:pt x="253664" y="33952"/>
                </a:lnTo>
                <a:cubicBezTo>
                  <a:pt x="257431" y="33952"/>
                  <a:pt x="260366" y="34994"/>
                  <a:pt x="262460" y="37088"/>
                </a:cubicBezTo>
                <a:cubicBezTo>
                  <a:pt x="264765" y="39392"/>
                  <a:pt x="265917" y="42437"/>
                  <a:pt x="265917" y="46205"/>
                </a:cubicBezTo>
                <a:lnTo>
                  <a:pt x="265917" y="131701"/>
                </a:lnTo>
                <a:cubicBezTo>
                  <a:pt x="265917" y="135688"/>
                  <a:pt x="264765" y="139144"/>
                  <a:pt x="262460" y="142079"/>
                </a:cubicBezTo>
                <a:cubicBezTo>
                  <a:pt x="260366" y="144795"/>
                  <a:pt x="257431" y="146158"/>
                  <a:pt x="253664" y="146158"/>
                </a:cubicBezTo>
                <a:lnTo>
                  <a:pt x="47777" y="146158"/>
                </a:lnTo>
                <a:cubicBezTo>
                  <a:pt x="44211" y="146158"/>
                  <a:pt x="41386" y="144795"/>
                  <a:pt x="39292" y="142079"/>
                </a:cubicBezTo>
                <a:cubicBezTo>
                  <a:pt x="36987" y="139144"/>
                  <a:pt x="35835" y="135688"/>
                  <a:pt x="35835" y="131701"/>
                </a:cubicBezTo>
                <a:lnTo>
                  <a:pt x="35835" y="46205"/>
                </a:lnTo>
                <a:cubicBezTo>
                  <a:pt x="35835" y="42437"/>
                  <a:pt x="36987" y="39392"/>
                  <a:pt x="39292" y="37088"/>
                </a:cubicBezTo>
                <a:cubicBezTo>
                  <a:pt x="41386" y="34994"/>
                  <a:pt x="44211" y="33952"/>
                  <a:pt x="47777" y="33952"/>
                </a:cubicBez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244547" y="124788"/>
                </a:lnTo>
                <a:lnTo>
                  <a:pt x="244547" y="55321"/>
                </a:lnTo>
                <a:lnTo>
                  <a:pt x="57205" y="55321"/>
                </a:lnTo>
                <a:close/>
                <a:moveTo>
                  <a:pt x="47777" y="167536"/>
                </a:moveTo>
                <a:lnTo>
                  <a:pt x="252402" y="167536"/>
                </a:lnTo>
                <a:cubicBezTo>
                  <a:pt x="255968" y="167536"/>
                  <a:pt x="259104" y="168999"/>
                  <a:pt x="261829" y="171935"/>
                </a:cubicBezTo>
                <a:cubicBezTo>
                  <a:pt x="264554" y="174870"/>
                  <a:pt x="265917" y="178226"/>
                  <a:pt x="265917" y="181993"/>
                </a:cubicBezTo>
                <a:lnTo>
                  <a:pt x="265917" y="265917"/>
                </a:lnTo>
                <a:cubicBezTo>
                  <a:pt x="265917" y="270525"/>
                  <a:pt x="264554" y="273991"/>
                  <a:pt x="261829" y="276295"/>
                </a:cubicBezTo>
                <a:cubicBezTo>
                  <a:pt x="259104" y="278810"/>
                  <a:pt x="255968" y="280062"/>
                  <a:pt x="252402" y="280062"/>
                </a:cubicBezTo>
                <a:lnTo>
                  <a:pt x="49350" y="280062"/>
                </a:lnTo>
                <a:cubicBezTo>
                  <a:pt x="45574" y="280062"/>
                  <a:pt x="42437" y="278810"/>
                  <a:pt x="39923" y="276295"/>
                </a:cubicBezTo>
                <a:cubicBezTo>
                  <a:pt x="37198" y="273991"/>
                  <a:pt x="35835" y="270525"/>
                  <a:pt x="35835" y="265917"/>
                </a:cubicBezTo>
                <a:lnTo>
                  <a:pt x="35835" y="181993"/>
                </a:lnTo>
                <a:cubicBezTo>
                  <a:pt x="35835" y="178226"/>
                  <a:pt x="36987" y="174870"/>
                  <a:pt x="39292" y="171935"/>
                </a:cubicBezTo>
                <a:cubicBezTo>
                  <a:pt x="41386" y="168999"/>
                  <a:pt x="44211" y="167536"/>
                  <a:pt x="47777" y="167536"/>
                </a:cubicBez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244547" y="258693"/>
                </a:lnTo>
                <a:lnTo>
                  <a:pt x="244547" y="188906"/>
                </a:lnTo>
                <a:lnTo>
                  <a:pt x="57205" y="188906"/>
                </a:ln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57205" y="55321"/>
                </a:ln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57205" y="1889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3344"/>
                </a:moveTo>
                <a:cubicBezTo>
                  <a:pt x="60040" y="253344"/>
                  <a:pt x="44010" y="246742"/>
                  <a:pt x="30806" y="233547"/>
                </a:cubicBezTo>
                <a:cubicBezTo>
                  <a:pt x="17602" y="220343"/>
                  <a:pt x="11000" y="204204"/>
                  <a:pt x="11000" y="185139"/>
                </a:cubicBezTo>
                <a:cubicBezTo>
                  <a:pt x="11000" y="168579"/>
                  <a:pt x="16240" y="153912"/>
                  <a:pt x="26719" y="141128"/>
                </a:cubicBezTo>
                <a:cubicBezTo>
                  <a:pt x="37198" y="128345"/>
                  <a:pt x="50603" y="120701"/>
                  <a:pt x="66952" y="118186"/>
                </a:cubicBezTo>
                <a:cubicBezTo>
                  <a:pt x="71351" y="97649"/>
                  <a:pt x="81409" y="80988"/>
                  <a:pt x="97128" y="68205"/>
                </a:cubicBezTo>
                <a:cubicBezTo>
                  <a:pt x="112846" y="55221"/>
                  <a:pt x="130970" y="48719"/>
                  <a:pt x="151507" y="48719"/>
                </a:cubicBezTo>
                <a:cubicBezTo>
                  <a:pt x="175181" y="48719"/>
                  <a:pt x="195197" y="57315"/>
                  <a:pt x="211537" y="74496"/>
                </a:cubicBezTo>
                <a:cubicBezTo>
                  <a:pt x="227887" y="91467"/>
                  <a:pt x="236272" y="112005"/>
                  <a:pt x="236683" y="136099"/>
                </a:cubicBezTo>
                <a:lnTo>
                  <a:pt x="236683" y="143643"/>
                </a:lnTo>
                <a:cubicBezTo>
                  <a:pt x="251981" y="143643"/>
                  <a:pt x="264874" y="148883"/>
                  <a:pt x="275353" y="159362"/>
                </a:cubicBezTo>
                <a:cubicBezTo>
                  <a:pt x="285823" y="169841"/>
                  <a:pt x="291063" y="182834"/>
                  <a:pt x="291063" y="198343"/>
                </a:cubicBezTo>
                <a:cubicBezTo>
                  <a:pt x="291063" y="213430"/>
                  <a:pt x="285613" y="226415"/>
                  <a:pt x="274722" y="237314"/>
                </a:cubicBezTo>
                <a:cubicBezTo>
                  <a:pt x="264033" y="248004"/>
                  <a:pt x="251149" y="253344"/>
                  <a:pt x="236062" y="253344"/>
                </a:cubicBezTo>
                <a:lnTo>
                  <a:pt x="78894" y="253344"/>
                </a:lnTo>
                <a:close/>
                <a:moveTo>
                  <a:pt x="78894" y="231974"/>
                </a:moveTo>
                <a:lnTo>
                  <a:pt x="236062" y="231974"/>
                </a:lnTo>
                <a:cubicBezTo>
                  <a:pt x="245068" y="231974"/>
                  <a:pt x="252923" y="228618"/>
                  <a:pt x="259635" y="221916"/>
                </a:cubicBezTo>
                <a:cubicBezTo>
                  <a:pt x="266127" y="215414"/>
                  <a:pt x="269373" y="207560"/>
                  <a:pt x="269373" y="198343"/>
                </a:cubicBezTo>
                <a:cubicBezTo>
                  <a:pt x="269373" y="189116"/>
                  <a:pt x="266127" y="181262"/>
                  <a:pt x="259635" y="174769"/>
                </a:cubicBezTo>
                <a:cubicBezTo>
                  <a:pt x="252923" y="168058"/>
                  <a:pt x="245068" y="164711"/>
                  <a:pt x="236062" y="164711"/>
                </a:cubicBezTo>
                <a:lnTo>
                  <a:pt x="215314" y="164711"/>
                </a:lnTo>
                <a:lnTo>
                  <a:pt x="215314" y="137672"/>
                </a:lnTo>
                <a:cubicBezTo>
                  <a:pt x="215314" y="118817"/>
                  <a:pt x="209023" y="102788"/>
                  <a:pt x="196450" y="89584"/>
                </a:cubicBezTo>
                <a:cubicBezTo>
                  <a:pt x="183877" y="76590"/>
                  <a:pt x="168478" y="70098"/>
                  <a:pt x="150245" y="70098"/>
                </a:cubicBezTo>
                <a:cubicBezTo>
                  <a:pt x="132021" y="70098"/>
                  <a:pt x="116513" y="76700"/>
                  <a:pt x="103730" y="89895"/>
                </a:cubicBezTo>
                <a:cubicBezTo>
                  <a:pt x="91157" y="103099"/>
                  <a:pt x="84865" y="119238"/>
                  <a:pt x="84865" y="138303"/>
                </a:cubicBezTo>
                <a:lnTo>
                  <a:pt x="77953" y="138303"/>
                </a:lnTo>
                <a:cubicBezTo>
                  <a:pt x="65169" y="138303"/>
                  <a:pt x="54379" y="142811"/>
                  <a:pt x="45574" y="151818"/>
                </a:cubicBezTo>
                <a:cubicBezTo>
                  <a:pt x="36777" y="160834"/>
                  <a:pt x="32379" y="171935"/>
                  <a:pt x="32379" y="185139"/>
                </a:cubicBezTo>
                <a:cubicBezTo>
                  <a:pt x="32379" y="198132"/>
                  <a:pt x="36878" y="209132"/>
                  <a:pt x="45894" y="218139"/>
                </a:cubicBezTo>
                <a:cubicBezTo>
                  <a:pt x="54901" y="227366"/>
                  <a:pt x="65901" y="231974"/>
                  <a:pt x="78894" y="23197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0748" y="266858"/>
                </a:moveTo>
                <a:cubicBezTo>
                  <a:pt x="17813" y="266858"/>
                  <a:pt x="15398" y="265917"/>
                  <a:pt x="13515" y="264033"/>
                </a:cubicBezTo>
                <a:cubicBezTo>
                  <a:pt x="11841" y="262149"/>
                  <a:pt x="11000" y="259735"/>
                  <a:pt x="11000" y="256800"/>
                </a:cubicBezTo>
                <a:cubicBezTo>
                  <a:pt x="11000" y="254075"/>
                  <a:pt x="11841" y="251771"/>
                  <a:pt x="13515" y="249887"/>
                </a:cubicBezTo>
                <a:cubicBezTo>
                  <a:pt x="15398" y="248004"/>
                  <a:pt x="17813" y="247062"/>
                  <a:pt x="20748" y="247062"/>
                </a:cubicBezTo>
                <a:lnTo>
                  <a:pt x="281004" y="247062"/>
                </a:lnTo>
                <a:cubicBezTo>
                  <a:pt x="283939" y="247062"/>
                  <a:pt x="286354" y="248004"/>
                  <a:pt x="288237" y="249887"/>
                </a:cubicBezTo>
                <a:cubicBezTo>
                  <a:pt x="290121" y="251771"/>
                  <a:pt x="291063" y="254185"/>
                  <a:pt x="291063" y="257120"/>
                </a:cubicBezTo>
                <a:cubicBezTo>
                  <a:pt x="291063" y="259845"/>
                  <a:pt x="290121" y="262149"/>
                  <a:pt x="288237" y="264033"/>
                </a:cubicBezTo>
                <a:cubicBezTo>
                  <a:pt x="286354" y="265917"/>
                  <a:pt x="283939" y="266858"/>
                  <a:pt x="281004" y="266858"/>
                </a:cubicBezTo>
                <a:lnTo>
                  <a:pt x="20748" y="266858"/>
                </a:lnTo>
                <a:close/>
                <a:moveTo>
                  <a:pt x="44632" y="228198"/>
                </a:moveTo>
                <a:cubicBezTo>
                  <a:pt x="38981" y="228198"/>
                  <a:pt x="33952" y="226104"/>
                  <a:pt x="29544" y="221916"/>
                </a:cubicBezTo>
                <a:cubicBezTo>
                  <a:pt x="25356" y="217517"/>
                  <a:pt x="23262" y="212488"/>
                  <a:pt x="23262" y="206828"/>
                </a:cubicBezTo>
                <a:lnTo>
                  <a:pt x="23262" y="57205"/>
                </a:lnTo>
                <a:cubicBezTo>
                  <a:pt x="23262" y="51344"/>
                  <a:pt x="25356" y="46314"/>
                  <a:pt x="29544" y="42117"/>
                </a:cubicBezTo>
                <a:cubicBezTo>
                  <a:pt x="33952" y="37929"/>
                  <a:pt x="38981" y="35835"/>
                  <a:pt x="44632" y="35835"/>
                </a:cubicBezTo>
                <a:lnTo>
                  <a:pt x="257120" y="35835"/>
                </a:lnTo>
                <a:cubicBezTo>
                  <a:pt x="262981" y="35835"/>
                  <a:pt x="268011" y="37929"/>
                  <a:pt x="272208" y="42117"/>
                </a:cubicBezTo>
                <a:cubicBezTo>
                  <a:pt x="276396" y="46314"/>
                  <a:pt x="278490" y="51344"/>
                  <a:pt x="278490" y="57205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44632" y="228198"/>
                </a:lnTo>
                <a:close/>
                <a:moveTo>
                  <a:pt x="44632" y="206828"/>
                </a:moveTo>
                <a:lnTo>
                  <a:pt x="257120" y="206828"/>
                </a:lnTo>
                <a:lnTo>
                  <a:pt x="257120" y="57205"/>
                </a:lnTo>
                <a:lnTo>
                  <a:pt x="44632" y="57205"/>
                </a:lnTo>
                <a:lnTo>
                  <a:pt x="44632" y="206828"/>
                </a:lnTo>
                <a:close/>
                <a:moveTo>
                  <a:pt x="44632" y="206828"/>
                </a:moveTo>
                <a:lnTo>
                  <a:pt x="44632" y="57205"/>
                </a:lnTo>
                <a:lnTo>
                  <a:pt x="44632" y="20682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117" y="150245"/>
                </a:moveTo>
                <a:lnTo>
                  <a:pt x="107497" y="204624"/>
                </a:lnTo>
                <a:cubicBezTo>
                  <a:pt x="109801" y="206718"/>
                  <a:pt x="110853" y="209233"/>
                  <a:pt x="110642" y="212168"/>
                </a:cubicBezTo>
                <a:cubicBezTo>
                  <a:pt x="110432" y="214893"/>
                  <a:pt x="109280" y="217408"/>
                  <a:pt x="107186" y="219712"/>
                </a:cubicBezTo>
                <a:cubicBezTo>
                  <a:pt x="105092" y="221806"/>
                  <a:pt x="102577" y="222858"/>
                  <a:pt x="99642" y="222858"/>
                </a:cubicBezTo>
                <a:cubicBezTo>
                  <a:pt x="96707" y="222858"/>
                  <a:pt x="94192" y="221806"/>
                  <a:pt x="92098" y="219712"/>
                </a:cubicBezTo>
                <a:lnTo>
                  <a:pt x="30175" y="157789"/>
                </a:lnTo>
                <a:cubicBezTo>
                  <a:pt x="28922" y="156746"/>
                  <a:pt x="28081" y="155594"/>
                  <a:pt x="27661" y="154332"/>
                </a:cubicBezTo>
                <a:cubicBezTo>
                  <a:pt x="27030" y="153080"/>
                  <a:pt x="26719" y="151717"/>
                  <a:pt x="26719" y="150245"/>
                </a:cubicBezTo>
                <a:cubicBezTo>
                  <a:pt x="26719" y="148782"/>
                  <a:pt x="27030" y="147420"/>
                  <a:pt x="27661" y="146158"/>
                </a:cubicBezTo>
                <a:cubicBezTo>
                  <a:pt x="28081" y="144905"/>
                  <a:pt x="28922" y="143753"/>
                  <a:pt x="30175" y="142701"/>
                </a:cubicBezTo>
                <a:lnTo>
                  <a:pt x="93040" y="79836"/>
                </a:lnTo>
                <a:cubicBezTo>
                  <a:pt x="95134" y="77742"/>
                  <a:pt x="97649" y="76700"/>
                  <a:pt x="100584" y="76700"/>
                </a:cubicBezTo>
                <a:cubicBezTo>
                  <a:pt x="103519" y="76700"/>
                  <a:pt x="106034" y="77742"/>
                  <a:pt x="108128" y="79836"/>
                </a:cubicBezTo>
                <a:cubicBezTo>
                  <a:pt x="110222" y="81930"/>
                  <a:pt x="111273" y="84445"/>
                  <a:pt x="111273" y="87380"/>
                </a:cubicBezTo>
                <a:cubicBezTo>
                  <a:pt x="111273" y="90526"/>
                  <a:pt x="110222" y="93141"/>
                  <a:pt x="108128" y="95244"/>
                </a:cubicBezTo>
                <a:lnTo>
                  <a:pt x="53117" y="150245"/>
                </a:lnTo>
                <a:close/>
                <a:moveTo>
                  <a:pt x="248635" y="150245"/>
                </a:moveTo>
                <a:lnTo>
                  <a:pt x="194255" y="95866"/>
                </a:lnTo>
                <a:cubicBezTo>
                  <a:pt x="191951" y="93772"/>
                  <a:pt x="190899" y="91257"/>
                  <a:pt x="191110" y="88322"/>
                </a:cubicBezTo>
                <a:cubicBezTo>
                  <a:pt x="191320" y="85597"/>
                  <a:pt x="192472" y="83082"/>
                  <a:pt x="194566" y="80778"/>
                </a:cubicBezTo>
                <a:cubicBezTo>
                  <a:pt x="196660" y="78684"/>
                  <a:pt x="199175" y="77642"/>
                  <a:pt x="202110" y="77642"/>
                </a:cubicBezTo>
                <a:cubicBezTo>
                  <a:pt x="205045" y="77642"/>
                  <a:pt x="207660" y="78684"/>
                  <a:pt x="209974" y="80778"/>
                </a:cubicBezTo>
                <a:lnTo>
                  <a:pt x="271888" y="142701"/>
                </a:lnTo>
                <a:cubicBezTo>
                  <a:pt x="272939" y="143753"/>
                  <a:pt x="273671" y="144905"/>
                  <a:pt x="274091" y="146158"/>
                </a:cubicBezTo>
                <a:cubicBezTo>
                  <a:pt x="274722" y="147420"/>
                  <a:pt x="275033" y="148782"/>
                  <a:pt x="275033" y="150245"/>
                </a:cubicBezTo>
                <a:cubicBezTo>
                  <a:pt x="275033" y="151717"/>
                  <a:pt x="274722" y="153080"/>
                  <a:pt x="274091" y="154332"/>
                </a:cubicBezTo>
                <a:cubicBezTo>
                  <a:pt x="273671" y="155594"/>
                  <a:pt x="272939" y="156746"/>
                  <a:pt x="271888" y="157789"/>
                </a:cubicBezTo>
                <a:lnTo>
                  <a:pt x="209023" y="220654"/>
                </a:lnTo>
                <a:cubicBezTo>
                  <a:pt x="206718" y="222748"/>
                  <a:pt x="204204" y="223799"/>
                  <a:pt x="201479" y="223799"/>
                </a:cubicBezTo>
                <a:cubicBezTo>
                  <a:pt x="198553" y="223799"/>
                  <a:pt x="196038" y="222647"/>
                  <a:pt x="193935" y="220343"/>
                </a:cubicBezTo>
                <a:cubicBezTo>
                  <a:pt x="191631" y="218249"/>
                  <a:pt x="190479" y="215734"/>
                  <a:pt x="190479" y="212799"/>
                </a:cubicBezTo>
                <a:cubicBezTo>
                  <a:pt x="190479" y="209864"/>
                  <a:pt x="191631" y="207249"/>
                  <a:pt x="193935" y="204944"/>
                </a:cubicBezTo>
                <a:lnTo>
                  <a:pt x="248635" y="15024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5770"/>
                </a:moveTo>
                <a:lnTo>
                  <a:pt x="115982" y="150876"/>
                </a:lnTo>
                <a:lnTo>
                  <a:pt x="150876" y="115982"/>
                </a:lnTo>
                <a:lnTo>
                  <a:pt x="185770" y="150876"/>
                </a:lnTo>
                <a:lnTo>
                  <a:pt x="150876" y="185770"/>
                </a:lnTo>
                <a:close/>
                <a:moveTo>
                  <a:pt x="124157" y="89895"/>
                </a:moveTo>
                <a:lnTo>
                  <a:pt x="96817" y="62865"/>
                </a:lnTo>
                <a:lnTo>
                  <a:pt x="135788" y="23893"/>
                </a:lnTo>
                <a:cubicBezTo>
                  <a:pt x="137882" y="21790"/>
                  <a:pt x="140296" y="20217"/>
                  <a:pt x="143021" y="19175"/>
                </a:cubicBezTo>
                <a:cubicBezTo>
                  <a:pt x="145536" y="18123"/>
                  <a:pt x="148151" y="17602"/>
                  <a:pt x="150876" y="17602"/>
                </a:cubicBezTo>
                <a:cubicBezTo>
                  <a:pt x="153601" y="17602"/>
                  <a:pt x="156216" y="18123"/>
                  <a:pt x="158731" y="19175"/>
                </a:cubicBezTo>
                <a:cubicBezTo>
                  <a:pt x="161456" y="20217"/>
                  <a:pt x="163870" y="21790"/>
                  <a:pt x="165964" y="23893"/>
                </a:cubicBezTo>
                <a:lnTo>
                  <a:pt x="204944" y="62865"/>
                </a:lnTo>
                <a:lnTo>
                  <a:pt x="177595" y="89895"/>
                </a:lnTo>
                <a:lnTo>
                  <a:pt x="150876" y="63176"/>
                </a:lnTo>
                <a:lnTo>
                  <a:pt x="124157" y="89895"/>
                </a:lnTo>
                <a:close/>
                <a:moveTo>
                  <a:pt x="62865" y="204944"/>
                </a:moveTo>
                <a:lnTo>
                  <a:pt x="23893" y="165964"/>
                </a:lnTo>
                <a:cubicBezTo>
                  <a:pt x="21790" y="163870"/>
                  <a:pt x="20217" y="161456"/>
                  <a:pt x="19175" y="158731"/>
                </a:cubicBezTo>
                <a:cubicBezTo>
                  <a:pt x="18123" y="156216"/>
                  <a:pt x="17602" y="153601"/>
                  <a:pt x="17602" y="150876"/>
                </a:cubicBezTo>
                <a:cubicBezTo>
                  <a:pt x="17602" y="148151"/>
                  <a:pt x="18123" y="145536"/>
                  <a:pt x="19175" y="143021"/>
                </a:cubicBezTo>
                <a:cubicBezTo>
                  <a:pt x="20217" y="140296"/>
                  <a:pt x="21790" y="137882"/>
                  <a:pt x="23893" y="135788"/>
                </a:cubicBezTo>
                <a:lnTo>
                  <a:pt x="62865" y="96817"/>
                </a:lnTo>
                <a:lnTo>
                  <a:pt x="89895" y="124157"/>
                </a:lnTo>
                <a:lnTo>
                  <a:pt x="63176" y="150876"/>
                </a:lnTo>
                <a:lnTo>
                  <a:pt x="89895" y="177595"/>
                </a:lnTo>
                <a:lnTo>
                  <a:pt x="62865" y="204944"/>
                </a:lnTo>
                <a:close/>
                <a:moveTo>
                  <a:pt x="238887" y="204944"/>
                </a:moveTo>
                <a:lnTo>
                  <a:pt x="211857" y="177595"/>
                </a:lnTo>
                <a:lnTo>
                  <a:pt x="238576" y="150876"/>
                </a:lnTo>
                <a:lnTo>
                  <a:pt x="211857" y="124157"/>
                </a:lnTo>
                <a:lnTo>
                  <a:pt x="238887" y="96817"/>
                </a:lnTo>
                <a:lnTo>
                  <a:pt x="277868" y="135788"/>
                </a:lnTo>
                <a:cubicBezTo>
                  <a:pt x="279962" y="137882"/>
                  <a:pt x="281535" y="140296"/>
                  <a:pt x="282577" y="143021"/>
                </a:cubicBezTo>
                <a:cubicBezTo>
                  <a:pt x="283629" y="145536"/>
                  <a:pt x="284150" y="148151"/>
                  <a:pt x="284150" y="150876"/>
                </a:cubicBezTo>
                <a:cubicBezTo>
                  <a:pt x="284150" y="153601"/>
                  <a:pt x="283629" y="156216"/>
                  <a:pt x="282577" y="158731"/>
                </a:cubicBezTo>
                <a:cubicBezTo>
                  <a:pt x="281535" y="161456"/>
                  <a:pt x="279962" y="163870"/>
                  <a:pt x="277868" y="165964"/>
                </a:cubicBezTo>
                <a:lnTo>
                  <a:pt x="238887" y="204944"/>
                </a:lnTo>
                <a:close/>
                <a:moveTo>
                  <a:pt x="135788" y="277868"/>
                </a:moveTo>
                <a:lnTo>
                  <a:pt x="96817" y="238887"/>
                </a:lnTo>
                <a:lnTo>
                  <a:pt x="124157" y="211857"/>
                </a:lnTo>
                <a:lnTo>
                  <a:pt x="150876" y="238576"/>
                </a:lnTo>
                <a:lnTo>
                  <a:pt x="177595" y="211857"/>
                </a:lnTo>
                <a:lnTo>
                  <a:pt x="204944" y="238887"/>
                </a:lnTo>
                <a:lnTo>
                  <a:pt x="165964" y="277868"/>
                </a:lnTo>
                <a:cubicBezTo>
                  <a:pt x="163870" y="279962"/>
                  <a:pt x="161456" y="281535"/>
                  <a:pt x="158731" y="282577"/>
                </a:cubicBezTo>
                <a:cubicBezTo>
                  <a:pt x="156216" y="283629"/>
                  <a:pt x="153601" y="284150"/>
                  <a:pt x="150876" y="284150"/>
                </a:cubicBezTo>
                <a:cubicBezTo>
                  <a:pt x="148151" y="284150"/>
                  <a:pt x="145536" y="283629"/>
                  <a:pt x="143021" y="282577"/>
                </a:cubicBezTo>
                <a:cubicBezTo>
                  <a:pt x="140296" y="281535"/>
                  <a:pt x="137882" y="279962"/>
                  <a:pt x="135788" y="2778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183566"/>
                </a:moveTo>
                <a:cubicBezTo>
                  <a:pt x="35204" y="183566"/>
                  <a:pt x="27240" y="180320"/>
                  <a:pt x="20748" y="173818"/>
                </a:cubicBezTo>
                <a:cubicBezTo>
                  <a:pt x="14246" y="167326"/>
                  <a:pt x="11000" y="159362"/>
                  <a:pt x="11000" y="149934"/>
                </a:cubicBezTo>
                <a:cubicBezTo>
                  <a:pt x="11000" y="140507"/>
                  <a:pt x="14246" y="132542"/>
                  <a:pt x="20748" y="126041"/>
                </a:cubicBezTo>
                <a:cubicBezTo>
                  <a:pt x="27240" y="119549"/>
                  <a:pt x="35204" y="116303"/>
                  <a:pt x="44632" y="116303"/>
                </a:cubicBezTo>
                <a:lnTo>
                  <a:pt x="44632" y="76069"/>
                </a:lnTo>
                <a:cubicBezTo>
                  <a:pt x="44632" y="71040"/>
                  <a:pt x="46525" y="66641"/>
                  <a:pt x="50292" y="62865"/>
                </a:cubicBezTo>
                <a:cubicBezTo>
                  <a:pt x="54068" y="59098"/>
                  <a:pt x="58467" y="57205"/>
                  <a:pt x="63496" y="57205"/>
                </a:cubicBezTo>
                <a:lnTo>
                  <a:pt x="117244" y="57205"/>
                </a:lnTo>
                <a:cubicBezTo>
                  <a:pt x="117244" y="47777"/>
                  <a:pt x="120490" y="39813"/>
                  <a:pt x="126992" y="33321"/>
                </a:cubicBezTo>
                <a:cubicBezTo>
                  <a:pt x="133484" y="26819"/>
                  <a:pt x="141449" y="23573"/>
                  <a:pt x="150876" y="23573"/>
                </a:cubicBezTo>
                <a:cubicBezTo>
                  <a:pt x="160303" y="23573"/>
                  <a:pt x="168268" y="26819"/>
                  <a:pt x="174769" y="33321"/>
                </a:cubicBezTo>
                <a:cubicBezTo>
                  <a:pt x="181262" y="39813"/>
                  <a:pt x="184508" y="47777"/>
                  <a:pt x="184508" y="57205"/>
                </a:cubicBezTo>
                <a:lnTo>
                  <a:pt x="238576" y="57205"/>
                </a:lnTo>
                <a:cubicBezTo>
                  <a:pt x="243605" y="57205"/>
                  <a:pt x="248004" y="59098"/>
                  <a:pt x="251771" y="62865"/>
                </a:cubicBezTo>
                <a:cubicBezTo>
                  <a:pt x="255547" y="66641"/>
                  <a:pt x="257431" y="71040"/>
                  <a:pt x="257431" y="76069"/>
                </a:cubicBezTo>
                <a:lnTo>
                  <a:pt x="257431" y="116303"/>
                </a:lnTo>
                <a:cubicBezTo>
                  <a:pt x="266858" y="116303"/>
                  <a:pt x="274823" y="119549"/>
                  <a:pt x="281324" y="126041"/>
                </a:cubicBezTo>
                <a:cubicBezTo>
                  <a:pt x="287817" y="132542"/>
                  <a:pt x="291063" y="140507"/>
                  <a:pt x="291063" y="149934"/>
                </a:cubicBezTo>
                <a:cubicBezTo>
                  <a:pt x="291063" y="159362"/>
                  <a:pt x="287716" y="167326"/>
                  <a:pt x="281004" y="173818"/>
                </a:cubicBezTo>
                <a:cubicBezTo>
                  <a:pt x="274512" y="180320"/>
                  <a:pt x="266648" y="183566"/>
                  <a:pt x="257431" y="183566"/>
                </a:cubicBezTo>
                <a:lnTo>
                  <a:pt x="257431" y="247062"/>
                </a:lnTo>
                <a:cubicBezTo>
                  <a:pt x="257431" y="252091"/>
                  <a:pt x="255547" y="256489"/>
                  <a:pt x="251771" y="260266"/>
                </a:cubicBezTo>
                <a:cubicBezTo>
                  <a:pt x="248004" y="264033"/>
                  <a:pt x="243605" y="265917"/>
                  <a:pt x="238576" y="265917"/>
                </a:cubicBezTo>
                <a:lnTo>
                  <a:pt x="63496" y="265917"/>
                </a:lnTo>
                <a:cubicBezTo>
                  <a:pt x="58467" y="265917"/>
                  <a:pt x="54068" y="264033"/>
                  <a:pt x="50292" y="260266"/>
                </a:cubicBezTo>
                <a:cubicBezTo>
                  <a:pt x="46525" y="256489"/>
                  <a:pt x="44632" y="252091"/>
                  <a:pt x="44632" y="247062"/>
                </a:cubicBezTo>
                <a:lnTo>
                  <a:pt x="44632" y="183566"/>
                </a:lnTo>
                <a:close/>
                <a:moveTo>
                  <a:pt x="117555" y="147730"/>
                </a:moveTo>
                <a:cubicBezTo>
                  <a:pt x="120070" y="145216"/>
                  <a:pt x="121332" y="142180"/>
                  <a:pt x="121332" y="138614"/>
                </a:cubicBezTo>
                <a:cubicBezTo>
                  <a:pt x="121332" y="135057"/>
                  <a:pt x="120070" y="132021"/>
                  <a:pt x="117555" y="129506"/>
                </a:cubicBezTo>
                <a:cubicBezTo>
                  <a:pt x="114830" y="126992"/>
                  <a:pt x="111694" y="125730"/>
                  <a:pt x="108128" y="125730"/>
                </a:cubicBezTo>
                <a:cubicBezTo>
                  <a:pt x="104562" y="125730"/>
                  <a:pt x="101526" y="126992"/>
                  <a:pt x="99011" y="129506"/>
                </a:cubicBezTo>
                <a:cubicBezTo>
                  <a:pt x="96497" y="132021"/>
                  <a:pt x="95244" y="135057"/>
                  <a:pt x="95244" y="138614"/>
                </a:cubicBezTo>
                <a:cubicBezTo>
                  <a:pt x="95244" y="142390"/>
                  <a:pt x="96497" y="145536"/>
                  <a:pt x="99011" y="148051"/>
                </a:cubicBezTo>
                <a:cubicBezTo>
                  <a:pt x="101526" y="150565"/>
                  <a:pt x="104671" y="151818"/>
                  <a:pt x="108439" y="151818"/>
                </a:cubicBezTo>
                <a:cubicBezTo>
                  <a:pt x="112005" y="151818"/>
                  <a:pt x="115041" y="150455"/>
                  <a:pt x="117555" y="147730"/>
                </a:cubicBezTo>
                <a:close/>
                <a:moveTo>
                  <a:pt x="202741" y="147730"/>
                </a:moveTo>
                <a:cubicBezTo>
                  <a:pt x="205255" y="145216"/>
                  <a:pt x="206508" y="142180"/>
                  <a:pt x="206508" y="138614"/>
                </a:cubicBezTo>
                <a:cubicBezTo>
                  <a:pt x="206508" y="135057"/>
                  <a:pt x="205255" y="132021"/>
                  <a:pt x="202741" y="129506"/>
                </a:cubicBezTo>
                <a:cubicBezTo>
                  <a:pt x="200226" y="126992"/>
                  <a:pt x="197081" y="125730"/>
                  <a:pt x="193313" y="125730"/>
                </a:cubicBezTo>
                <a:cubicBezTo>
                  <a:pt x="189747" y="125730"/>
                  <a:pt x="186711" y="126992"/>
                  <a:pt x="184197" y="129506"/>
                </a:cubicBezTo>
                <a:cubicBezTo>
                  <a:pt x="181682" y="132021"/>
                  <a:pt x="180420" y="135057"/>
                  <a:pt x="180420" y="138614"/>
                </a:cubicBezTo>
                <a:cubicBezTo>
                  <a:pt x="180420" y="142390"/>
                  <a:pt x="181682" y="145536"/>
                  <a:pt x="184197" y="148051"/>
                </a:cubicBezTo>
                <a:cubicBezTo>
                  <a:pt x="186922" y="150565"/>
                  <a:pt x="190058" y="151818"/>
                  <a:pt x="193624" y="151818"/>
                </a:cubicBezTo>
                <a:cubicBezTo>
                  <a:pt x="197190" y="151818"/>
                  <a:pt x="200226" y="150455"/>
                  <a:pt x="202741" y="147730"/>
                </a:cubicBezTo>
                <a:close/>
                <a:moveTo>
                  <a:pt x="108759" y="212168"/>
                </a:moveTo>
                <a:lnTo>
                  <a:pt x="192993" y="212168"/>
                </a:lnTo>
                <a:cubicBezTo>
                  <a:pt x="195718" y="212168"/>
                  <a:pt x="198022" y="211226"/>
                  <a:pt x="199915" y="209343"/>
                </a:cubicBezTo>
                <a:cubicBezTo>
                  <a:pt x="201799" y="207459"/>
                  <a:pt x="202741" y="205045"/>
                  <a:pt x="202741" y="202110"/>
                </a:cubicBezTo>
                <a:cubicBezTo>
                  <a:pt x="202741" y="199385"/>
                  <a:pt x="201799" y="197081"/>
                  <a:pt x="199915" y="195197"/>
                </a:cubicBezTo>
                <a:cubicBezTo>
                  <a:pt x="198022" y="193313"/>
                  <a:pt x="195718" y="192371"/>
                  <a:pt x="192993" y="192371"/>
                </a:cubicBezTo>
                <a:lnTo>
                  <a:pt x="108759" y="192371"/>
                </a:lnTo>
                <a:cubicBezTo>
                  <a:pt x="106034" y="192371"/>
                  <a:pt x="103730" y="193313"/>
                  <a:pt x="101846" y="195197"/>
                </a:cubicBezTo>
                <a:cubicBezTo>
                  <a:pt x="99953" y="197081"/>
                  <a:pt x="99011" y="199495"/>
                  <a:pt x="99011" y="202430"/>
                </a:cubicBezTo>
                <a:cubicBezTo>
                  <a:pt x="99011" y="205146"/>
                  <a:pt x="99953" y="207459"/>
                  <a:pt x="101846" y="209343"/>
                </a:cubicBezTo>
                <a:cubicBezTo>
                  <a:pt x="103730" y="211226"/>
                  <a:pt x="106034" y="212168"/>
                  <a:pt x="108759" y="212168"/>
                </a:cubicBezTo>
                <a:close/>
                <a:moveTo>
                  <a:pt x="66011" y="244227"/>
                </a:moveTo>
                <a:lnTo>
                  <a:pt x="235741" y="244227"/>
                </a:lnTo>
                <a:lnTo>
                  <a:pt x="235741" y="78584"/>
                </a:lnTo>
                <a:lnTo>
                  <a:pt x="66011" y="78584"/>
                </a:lnTo>
                <a:lnTo>
                  <a:pt x="66011" y="244227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5606"/>
                </a:moveTo>
                <a:cubicBezTo>
                  <a:pt x="110332" y="265606"/>
                  <a:pt x="101316" y="261729"/>
                  <a:pt x="93982" y="253975"/>
                </a:cubicBezTo>
                <a:cubicBezTo>
                  <a:pt x="86438" y="246431"/>
                  <a:pt x="81930" y="237735"/>
                  <a:pt x="80467" y="227887"/>
                </a:cubicBezTo>
                <a:cubicBezTo>
                  <a:pt x="67474" y="227256"/>
                  <a:pt x="56473" y="222126"/>
                  <a:pt x="47467" y="212488"/>
                </a:cubicBezTo>
                <a:cubicBezTo>
                  <a:pt x="38661" y="203052"/>
                  <a:pt x="34263" y="191210"/>
                  <a:pt x="34263" y="176964"/>
                </a:cubicBezTo>
                <a:cubicBezTo>
                  <a:pt x="34263" y="172145"/>
                  <a:pt x="34894" y="167536"/>
                  <a:pt x="36146" y="163138"/>
                </a:cubicBezTo>
                <a:cubicBezTo>
                  <a:pt x="37408" y="158520"/>
                  <a:pt x="39182" y="154232"/>
                  <a:pt x="41495" y="150245"/>
                </a:cubicBezTo>
                <a:cubicBezTo>
                  <a:pt x="39182" y="146267"/>
                  <a:pt x="37408" y="142079"/>
                  <a:pt x="36146" y="137672"/>
                </a:cubicBezTo>
                <a:cubicBezTo>
                  <a:pt x="34894" y="133274"/>
                  <a:pt x="34263" y="128555"/>
                  <a:pt x="34263" y="123526"/>
                </a:cubicBezTo>
                <a:cubicBezTo>
                  <a:pt x="34263" y="110743"/>
                  <a:pt x="38771" y="99743"/>
                  <a:pt x="47777" y="90526"/>
                </a:cubicBezTo>
                <a:cubicBezTo>
                  <a:pt x="56583" y="81308"/>
                  <a:pt x="67163" y="75959"/>
                  <a:pt x="79525" y="74496"/>
                </a:cubicBezTo>
                <a:cubicBezTo>
                  <a:pt x="80367" y="63807"/>
                  <a:pt x="84655" y="54690"/>
                  <a:pt x="92409" y="47146"/>
                </a:cubicBezTo>
                <a:cubicBezTo>
                  <a:pt x="100163" y="39813"/>
                  <a:pt x="109390" y="36146"/>
                  <a:pt x="120070" y="36146"/>
                </a:cubicBezTo>
                <a:cubicBezTo>
                  <a:pt x="126571" y="36146"/>
                  <a:pt x="132222" y="37298"/>
                  <a:pt x="137050" y="39603"/>
                </a:cubicBezTo>
                <a:cubicBezTo>
                  <a:pt x="141869" y="41907"/>
                  <a:pt x="146478" y="45263"/>
                  <a:pt x="150876" y="49661"/>
                </a:cubicBezTo>
                <a:cubicBezTo>
                  <a:pt x="155274" y="45263"/>
                  <a:pt x="159883" y="41907"/>
                  <a:pt x="164711" y="39603"/>
                </a:cubicBezTo>
                <a:cubicBezTo>
                  <a:pt x="169530" y="37298"/>
                  <a:pt x="175080" y="36146"/>
                  <a:pt x="181362" y="36146"/>
                </a:cubicBezTo>
                <a:cubicBezTo>
                  <a:pt x="191841" y="36146"/>
                  <a:pt x="200958" y="39813"/>
                  <a:pt x="208712" y="47146"/>
                </a:cubicBezTo>
                <a:cubicBezTo>
                  <a:pt x="216466" y="54690"/>
                  <a:pt x="220764" y="63807"/>
                  <a:pt x="221596" y="74496"/>
                </a:cubicBezTo>
                <a:cubicBezTo>
                  <a:pt x="234169" y="75539"/>
                  <a:pt x="244968" y="80678"/>
                  <a:pt x="253975" y="89895"/>
                </a:cubicBezTo>
                <a:cubicBezTo>
                  <a:pt x="262981" y="99331"/>
                  <a:pt x="267489" y="110542"/>
                  <a:pt x="267489" y="123526"/>
                </a:cubicBezTo>
                <a:cubicBezTo>
                  <a:pt x="267489" y="128766"/>
                  <a:pt x="266858" y="133585"/>
                  <a:pt x="265606" y="137992"/>
                </a:cubicBezTo>
                <a:cubicBezTo>
                  <a:pt x="264134" y="142601"/>
                  <a:pt x="262149" y="146789"/>
                  <a:pt x="259635" y="150565"/>
                </a:cubicBezTo>
                <a:cubicBezTo>
                  <a:pt x="261939" y="154963"/>
                  <a:pt x="263722" y="159471"/>
                  <a:pt x="264975" y="164080"/>
                </a:cubicBezTo>
                <a:cubicBezTo>
                  <a:pt x="266237" y="168689"/>
                  <a:pt x="266858" y="173297"/>
                  <a:pt x="266858" y="177906"/>
                </a:cubicBezTo>
                <a:cubicBezTo>
                  <a:pt x="266858" y="191741"/>
                  <a:pt x="262570" y="203262"/>
                  <a:pt x="253975" y="212488"/>
                </a:cubicBezTo>
                <a:cubicBezTo>
                  <a:pt x="245178" y="221495"/>
                  <a:pt x="234379" y="226415"/>
                  <a:pt x="221596" y="227256"/>
                </a:cubicBezTo>
                <a:cubicBezTo>
                  <a:pt x="220133" y="237104"/>
                  <a:pt x="215625" y="246010"/>
                  <a:pt x="208081" y="253975"/>
                </a:cubicBezTo>
                <a:cubicBezTo>
                  <a:pt x="200327" y="261729"/>
                  <a:pt x="191210" y="265606"/>
                  <a:pt x="180740" y="265606"/>
                </a:cubicBezTo>
                <a:cubicBezTo>
                  <a:pt x="174449" y="265606"/>
                  <a:pt x="168999" y="264554"/>
                  <a:pt x="164391" y="262460"/>
                </a:cubicBezTo>
                <a:cubicBezTo>
                  <a:pt x="159782" y="260577"/>
                  <a:pt x="155274" y="257541"/>
                  <a:pt x="150876" y="253344"/>
                </a:cubicBezTo>
                <a:cubicBezTo>
                  <a:pt x="146478" y="257541"/>
                  <a:pt x="141970" y="260577"/>
                  <a:pt x="137361" y="262460"/>
                </a:cubicBezTo>
                <a:cubicBezTo>
                  <a:pt x="132753" y="264554"/>
                  <a:pt x="127303" y="265606"/>
                  <a:pt x="121012" y="265606"/>
                </a:cubicBezTo>
                <a:close/>
                <a:moveTo>
                  <a:pt x="161245" y="75438"/>
                </a:moveTo>
                <a:lnTo>
                  <a:pt x="161245" y="226945"/>
                </a:lnTo>
                <a:cubicBezTo>
                  <a:pt x="161245" y="231974"/>
                  <a:pt x="163239" y="236162"/>
                  <a:pt x="167225" y="239518"/>
                </a:cubicBezTo>
                <a:cubicBezTo>
                  <a:pt x="170993" y="243075"/>
                  <a:pt x="175601" y="244858"/>
                  <a:pt x="181051" y="244858"/>
                </a:cubicBezTo>
                <a:cubicBezTo>
                  <a:pt x="186291" y="244858"/>
                  <a:pt x="190799" y="242554"/>
                  <a:pt x="194566" y="237945"/>
                </a:cubicBezTo>
                <a:cubicBezTo>
                  <a:pt x="198343" y="233337"/>
                  <a:pt x="200436" y="228618"/>
                  <a:pt x="200857" y="223799"/>
                </a:cubicBezTo>
                <a:cubicBezTo>
                  <a:pt x="196450" y="222126"/>
                  <a:pt x="192262" y="220032"/>
                  <a:pt x="188284" y="217517"/>
                </a:cubicBezTo>
                <a:cubicBezTo>
                  <a:pt x="184508" y="214793"/>
                  <a:pt x="181262" y="211437"/>
                  <a:pt x="178537" y="207459"/>
                </a:cubicBezTo>
                <a:cubicBezTo>
                  <a:pt x="176863" y="204944"/>
                  <a:pt x="176232" y="202320"/>
                  <a:pt x="176653" y="199595"/>
                </a:cubicBezTo>
                <a:cubicBezTo>
                  <a:pt x="177074" y="197081"/>
                  <a:pt x="178537" y="194886"/>
                  <a:pt x="181051" y="192993"/>
                </a:cubicBezTo>
                <a:cubicBezTo>
                  <a:pt x="183566" y="191110"/>
                  <a:pt x="186181" y="190378"/>
                  <a:pt x="188906" y="190799"/>
                </a:cubicBezTo>
                <a:cubicBezTo>
                  <a:pt x="191631" y="191420"/>
                  <a:pt x="193935" y="192993"/>
                  <a:pt x="195828" y="195508"/>
                </a:cubicBezTo>
                <a:cubicBezTo>
                  <a:pt x="198343" y="199074"/>
                  <a:pt x="201479" y="201799"/>
                  <a:pt x="205255" y="203683"/>
                </a:cubicBezTo>
                <a:cubicBezTo>
                  <a:pt x="209233" y="205566"/>
                  <a:pt x="213531" y="206508"/>
                  <a:pt x="218139" y="206508"/>
                </a:cubicBezTo>
                <a:cubicBezTo>
                  <a:pt x="225893" y="206508"/>
                  <a:pt x="232495" y="203893"/>
                  <a:pt x="237945" y="198653"/>
                </a:cubicBezTo>
                <a:cubicBezTo>
                  <a:pt x="243395" y="193414"/>
                  <a:pt x="246120" y="186501"/>
                  <a:pt x="246120" y="177906"/>
                </a:cubicBezTo>
                <a:cubicBezTo>
                  <a:pt x="246120" y="176022"/>
                  <a:pt x="245910" y="174029"/>
                  <a:pt x="245489" y="171935"/>
                </a:cubicBezTo>
                <a:cubicBezTo>
                  <a:pt x="245068" y="170051"/>
                  <a:pt x="244648" y="168058"/>
                  <a:pt x="244227" y="165964"/>
                </a:cubicBezTo>
                <a:cubicBezTo>
                  <a:pt x="240670" y="168268"/>
                  <a:pt x="236793" y="170051"/>
                  <a:pt x="232605" y="171304"/>
                </a:cubicBezTo>
                <a:cubicBezTo>
                  <a:pt x="228198" y="172566"/>
                  <a:pt x="223799" y="173197"/>
                  <a:pt x="219401" y="173197"/>
                </a:cubicBezTo>
                <a:cubicBezTo>
                  <a:pt x="216466" y="173197"/>
                  <a:pt x="213951" y="172255"/>
                  <a:pt x="211857" y="170362"/>
                </a:cubicBezTo>
                <a:cubicBezTo>
                  <a:pt x="209974" y="168478"/>
                  <a:pt x="209023" y="165964"/>
                  <a:pt x="209023" y="162818"/>
                </a:cubicBezTo>
                <a:cubicBezTo>
                  <a:pt x="209023" y="159883"/>
                  <a:pt x="209974" y="157368"/>
                  <a:pt x="211857" y="155274"/>
                </a:cubicBezTo>
                <a:cubicBezTo>
                  <a:pt x="213951" y="153391"/>
                  <a:pt x="216466" y="152449"/>
                  <a:pt x="219401" y="152449"/>
                </a:cubicBezTo>
                <a:cubicBezTo>
                  <a:pt x="226945" y="152449"/>
                  <a:pt x="233437" y="149623"/>
                  <a:pt x="238887" y="143963"/>
                </a:cubicBezTo>
                <a:cubicBezTo>
                  <a:pt x="244127" y="138303"/>
                  <a:pt x="246742" y="131491"/>
                  <a:pt x="246742" y="123526"/>
                </a:cubicBezTo>
                <a:cubicBezTo>
                  <a:pt x="246742" y="115982"/>
                  <a:pt x="243916" y="109390"/>
                  <a:pt x="238256" y="103730"/>
                </a:cubicBezTo>
                <a:cubicBezTo>
                  <a:pt x="232605" y="98280"/>
                  <a:pt x="226104" y="95344"/>
                  <a:pt x="218770" y="94924"/>
                </a:cubicBezTo>
                <a:cubicBezTo>
                  <a:pt x="216676" y="100374"/>
                  <a:pt x="213640" y="105092"/>
                  <a:pt x="209654" y="109070"/>
                </a:cubicBezTo>
                <a:cubicBezTo>
                  <a:pt x="205466" y="113056"/>
                  <a:pt x="200747" y="116092"/>
                  <a:pt x="195508" y="118186"/>
                </a:cubicBezTo>
                <a:cubicBezTo>
                  <a:pt x="192783" y="119238"/>
                  <a:pt x="190058" y="119128"/>
                  <a:pt x="187342" y="117875"/>
                </a:cubicBezTo>
                <a:cubicBezTo>
                  <a:pt x="184828" y="116613"/>
                  <a:pt x="183045" y="114620"/>
                  <a:pt x="181993" y="111904"/>
                </a:cubicBezTo>
                <a:cubicBezTo>
                  <a:pt x="181152" y="109179"/>
                  <a:pt x="181362" y="106454"/>
                  <a:pt x="182624" y="103730"/>
                </a:cubicBezTo>
                <a:cubicBezTo>
                  <a:pt x="183877" y="101215"/>
                  <a:pt x="185870" y="99432"/>
                  <a:pt x="188595" y="98380"/>
                </a:cubicBezTo>
                <a:cubicBezTo>
                  <a:pt x="192161" y="97128"/>
                  <a:pt x="195087" y="94613"/>
                  <a:pt x="197401" y="90836"/>
                </a:cubicBezTo>
                <a:cubicBezTo>
                  <a:pt x="199705" y="87069"/>
                  <a:pt x="200857" y="82881"/>
                  <a:pt x="200857" y="78263"/>
                </a:cubicBezTo>
                <a:cubicBezTo>
                  <a:pt x="200857" y="72402"/>
                  <a:pt x="198864" y="67373"/>
                  <a:pt x="194886" y="63176"/>
                </a:cubicBezTo>
                <a:cubicBezTo>
                  <a:pt x="191110" y="58988"/>
                  <a:pt x="186501" y="56894"/>
                  <a:pt x="181051" y="56894"/>
                </a:cubicBezTo>
                <a:cubicBezTo>
                  <a:pt x="175601" y="56894"/>
                  <a:pt x="170993" y="58778"/>
                  <a:pt x="167225" y="62554"/>
                </a:cubicBezTo>
                <a:cubicBezTo>
                  <a:pt x="163239" y="66111"/>
                  <a:pt x="161245" y="70409"/>
                  <a:pt x="161245" y="75438"/>
                </a:cubicBezTo>
                <a:close/>
                <a:moveTo>
                  <a:pt x="140507" y="226945"/>
                </a:moveTo>
                <a:lnTo>
                  <a:pt x="140507" y="75438"/>
                </a:lnTo>
                <a:cubicBezTo>
                  <a:pt x="140507" y="70409"/>
                  <a:pt x="138614" y="66111"/>
                  <a:pt x="134847" y="62554"/>
                </a:cubicBezTo>
                <a:cubicBezTo>
                  <a:pt x="131070" y="58778"/>
                  <a:pt x="126361" y="56894"/>
                  <a:pt x="120701" y="56894"/>
                </a:cubicBezTo>
                <a:cubicBezTo>
                  <a:pt x="115251" y="56894"/>
                  <a:pt x="110542" y="58988"/>
                  <a:pt x="106555" y="63176"/>
                </a:cubicBezTo>
                <a:cubicBezTo>
                  <a:pt x="102577" y="67373"/>
                  <a:pt x="100584" y="72402"/>
                  <a:pt x="100584" y="78263"/>
                </a:cubicBezTo>
                <a:cubicBezTo>
                  <a:pt x="100584" y="82881"/>
                  <a:pt x="101736" y="87069"/>
                  <a:pt x="104040" y="90836"/>
                </a:cubicBezTo>
                <a:cubicBezTo>
                  <a:pt x="106134" y="94403"/>
                  <a:pt x="109070" y="96817"/>
                  <a:pt x="112846" y="98069"/>
                </a:cubicBezTo>
                <a:cubicBezTo>
                  <a:pt x="115571" y="99121"/>
                  <a:pt x="117555" y="100895"/>
                  <a:pt x="118817" y="103409"/>
                </a:cubicBezTo>
                <a:cubicBezTo>
                  <a:pt x="120070" y="106134"/>
                  <a:pt x="120280" y="108759"/>
                  <a:pt x="119448" y="111273"/>
                </a:cubicBezTo>
                <a:cubicBezTo>
                  <a:pt x="118186" y="113998"/>
                  <a:pt x="116193" y="116092"/>
                  <a:pt x="113468" y="117555"/>
                </a:cubicBezTo>
                <a:cubicBezTo>
                  <a:pt x="110743" y="118817"/>
                  <a:pt x="108027" y="118918"/>
                  <a:pt x="105302" y="117875"/>
                </a:cubicBezTo>
                <a:cubicBezTo>
                  <a:pt x="100063" y="115982"/>
                  <a:pt x="95454" y="113056"/>
                  <a:pt x="91467" y="109070"/>
                </a:cubicBezTo>
                <a:cubicBezTo>
                  <a:pt x="87700" y="105092"/>
                  <a:pt x="84655" y="100374"/>
                  <a:pt x="82351" y="94924"/>
                </a:cubicBezTo>
                <a:cubicBezTo>
                  <a:pt x="75228" y="95765"/>
                  <a:pt x="68946" y="98801"/>
                  <a:pt x="63496" y="104040"/>
                </a:cubicBezTo>
                <a:cubicBezTo>
                  <a:pt x="57836" y="109490"/>
                  <a:pt x="55010" y="115982"/>
                  <a:pt x="55010" y="123526"/>
                </a:cubicBezTo>
                <a:cubicBezTo>
                  <a:pt x="55010" y="131491"/>
                  <a:pt x="57735" y="138303"/>
                  <a:pt x="63176" y="143963"/>
                </a:cubicBezTo>
                <a:cubicBezTo>
                  <a:pt x="68415" y="149623"/>
                  <a:pt x="74807" y="152449"/>
                  <a:pt x="82351" y="152449"/>
                </a:cubicBezTo>
                <a:cubicBezTo>
                  <a:pt x="85286" y="152449"/>
                  <a:pt x="87801" y="153391"/>
                  <a:pt x="89895" y="155274"/>
                </a:cubicBezTo>
                <a:cubicBezTo>
                  <a:pt x="91787" y="157368"/>
                  <a:pt x="92729" y="159883"/>
                  <a:pt x="92729" y="162818"/>
                </a:cubicBezTo>
                <a:cubicBezTo>
                  <a:pt x="92729" y="165964"/>
                  <a:pt x="91787" y="168478"/>
                  <a:pt x="89895" y="170362"/>
                </a:cubicBezTo>
                <a:cubicBezTo>
                  <a:pt x="87801" y="172255"/>
                  <a:pt x="85286" y="173197"/>
                  <a:pt x="82351" y="173197"/>
                </a:cubicBezTo>
                <a:cubicBezTo>
                  <a:pt x="77742" y="173197"/>
                  <a:pt x="73344" y="172566"/>
                  <a:pt x="69156" y="171304"/>
                </a:cubicBezTo>
                <a:cubicBezTo>
                  <a:pt x="64749" y="170051"/>
                  <a:pt x="60771" y="168268"/>
                  <a:pt x="57205" y="165964"/>
                </a:cubicBezTo>
                <a:cubicBezTo>
                  <a:pt x="56583" y="167637"/>
                  <a:pt x="56053" y="169530"/>
                  <a:pt x="55632" y="171624"/>
                </a:cubicBezTo>
                <a:cubicBezTo>
                  <a:pt x="55221" y="173507"/>
                  <a:pt x="55010" y="175391"/>
                  <a:pt x="55010" y="177284"/>
                </a:cubicBezTo>
                <a:cubicBezTo>
                  <a:pt x="55010" y="186080"/>
                  <a:pt x="57735" y="193313"/>
                  <a:pt x="63176" y="198964"/>
                </a:cubicBezTo>
                <a:cubicBezTo>
                  <a:pt x="68415" y="204414"/>
                  <a:pt x="74917" y="207139"/>
                  <a:pt x="82671" y="207139"/>
                </a:cubicBezTo>
                <a:cubicBezTo>
                  <a:pt x="87069" y="207139"/>
                  <a:pt x="91257" y="206197"/>
                  <a:pt x="95244" y="204314"/>
                </a:cubicBezTo>
                <a:cubicBezTo>
                  <a:pt x="99222" y="202220"/>
                  <a:pt x="102468" y="199385"/>
                  <a:pt x="104982" y="195828"/>
                </a:cubicBezTo>
                <a:cubicBezTo>
                  <a:pt x="106875" y="193524"/>
                  <a:pt x="109280" y="192161"/>
                  <a:pt x="112215" y="191741"/>
                </a:cubicBezTo>
                <a:cubicBezTo>
                  <a:pt x="114940" y="191110"/>
                  <a:pt x="117455" y="191741"/>
                  <a:pt x="119759" y="193624"/>
                </a:cubicBezTo>
                <a:cubicBezTo>
                  <a:pt x="122063" y="195298"/>
                  <a:pt x="123526" y="197602"/>
                  <a:pt x="124157" y="200537"/>
                </a:cubicBezTo>
                <a:cubicBezTo>
                  <a:pt x="124578" y="203262"/>
                  <a:pt x="123947" y="205777"/>
                  <a:pt x="122274" y="208081"/>
                </a:cubicBezTo>
                <a:cubicBezTo>
                  <a:pt x="119549" y="211857"/>
                  <a:pt x="116403" y="215003"/>
                  <a:pt x="112846" y="217517"/>
                </a:cubicBezTo>
                <a:cubicBezTo>
                  <a:pt x="109070" y="220233"/>
                  <a:pt x="105092" y="222336"/>
                  <a:pt x="100895" y="223799"/>
                </a:cubicBezTo>
                <a:cubicBezTo>
                  <a:pt x="101316" y="228618"/>
                  <a:pt x="103409" y="233337"/>
                  <a:pt x="107186" y="237945"/>
                </a:cubicBezTo>
                <a:cubicBezTo>
                  <a:pt x="110953" y="242554"/>
                  <a:pt x="115571" y="244858"/>
                  <a:pt x="121012" y="244858"/>
                </a:cubicBezTo>
                <a:cubicBezTo>
                  <a:pt x="126462" y="244858"/>
                  <a:pt x="131070" y="243075"/>
                  <a:pt x="134847" y="239518"/>
                </a:cubicBezTo>
                <a:cubicBezTo>
                  <a:pt x="138614" y="236162"/>
                  <a:pt x="140507" y="231974"/>
                  <a:pt x="140507" y="226945"/>
                </a:cubicBezTo>
                <a:close/>
                <a:moveTo>
                  <a:pt x="150876" y="15150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525" y="280693"/>
                </a:moveTo>
                <a:cubicBezTo>
                  <a:pt x="39182" y="273570"/>
                  <a:pt x="35515" y="264765"/>
                  <a:pt x="35515" y="254285"/>
                </a:cubicBezTo>
                <a:cubicBezTo>
                  <a:pt x="35515" y="243605"/>
                  <a:pt x="39182" y="234699"/>
                  <a:pt x="46525" y="227576"/>
                </a:cubicBezTo>
                <a:cubicBezTo>
                  <a:pt x="53858" y="220233"/>
                  <a:pt x="62764" y="216566"/>
                  <a:pt x="73234" y="216566"/>
                </a:cubicBezTo>
                <a:cubicBezTo>
                  <a:pt x="76170" y="216566"/>
                  <a:pt x="78794" y="216887"/>
                  <a:pt x="81098" y="217517"/>
                </a:cubicBezTo>
                <a:cubicBezTo>
                  <a:pt x="83402" y="217929"/>
                  <a:pt x="85707" y="218670"/>
                  <a:pt x="88011" y="219712"/>
                </a:cubicBezTo>
                <a:lnTo>
                  <a:pt x="113468" y="187342"/>
                </a:lnTo>
                <a:cubicBezTo>
                  <a:pt x="109701" y="182514"/>
                  <a:pt x="106765" y="177074"/>
                  <a:pt x="104671" y="170993"/>
                </a:cubicBezTo>
                <a:cubicBezTo>
                  <a:pt x="102577" y="164912"/>
                  <a:pt x="102047" y="158630"/>
                  <a:pt x="103099" y="152138"/>
                </a:cubicBezTo>
                <a:lnTo>
                  <a:pt x="66321" y="139245"/>
                </a:lnTo>
                <a:cubicBezTo>
                  <a:pt x="62966" y="144484"/>
                  <a:pt x="58677" y="148572"/>
                  <a:pt x="53438" y="151507"/>
                </a:cubicBezTo>
                <a:cubicBezTo>
                  <a:pt x="47988" y="154652"/>
                  <a:pt x="41806" y="156216"/>
                  <a:pt x="34894" y="156216"/>
                </a:cubicBezTo>
                <a:cubicBezTo>
                  <a:pt x="24625" y="156216"/>
                  <a:pt x="15819" y="152549"/>
                  <a:pt x="8486" y="145216"/>
                </a:cubicBezTo>
                <a:cubicBezTo>
                  <a:pt x="1152" y="137882"/>
                  <a:pt x="-2515" y="128976"/>
                  <a:pt x="-2515" y="118497"/>
                </a:cubicBezTo>
                <a:cubicBezTo>
                  <a:pt x="-2515" y="108228"/>
                  <a:pt x="1152" y="99432"/>
                  <a:pt x="8486" y="92098"/>
                </a:cubicBezTo>
                <a:cubicBezTo>
                  <a:pt x="15819" y="84765"/>
                  <a:pt x="24625" y="81098"/>
                  <a:pt x="34894" y="81098"/>
                </a:cubicBezTo>
                <a:cubicBezTo>
                  <a:pt x="45363" y="81098"/>
                  <a:pt x="54270" y="84765"/>
                  <a:pt x="61612" y="92098"/>
                </a:cubicBezTo>
                <a:cubicBezTo>
                  <a:pt x="68946" y="99432"/>
                  <a:pt x="72613" y="108228"/>
                  <a:pt x="72613" y="118497"/>
                </a:cubicBezTo>
                <a:lnTo>
                  <a:pt x="72613" y="119759"/>
                </a:lnTo>
                <a:lnTo>
                  <a:pt x="109390" y="132963"/>
                </a:lnTo>
                <a:cubicBezTo>
                  <a:pt x="113157" y="126251"/>
                  <a:pt x="117766" y="121121"/>
                  <a:pt x="123215" y="117555"/>
                </a:cubicBezTo>
                <a:cubicBezTo>
                  <a:pt x="128455" y="113998"/>
                  <a:pt x="134216" y="111484"/>
                  <a:pt x="140507" y="110011"/>
                </a:cubicBezTo>
                <a:lnTo>
                  <a:pt x="140507" y="70720"/>
                </a:lnTo>
                <a:cubicBezTo>
                  <a:pt x="132332" y="68415"/>
                  <a:pt x="125730" y="63807"/>
                  <a:pt x="120701" y="56894"/>
                </a:cubicBezTo>
                <a:cubicBezTo>
                  <a:pt x="115882" y="49771"/>
                  <a:pt x="113468" y="42328"/>
                  <a:pt x="113468" y="34573"/>
                </a:cubicBezTo>
                <a:cubicBezTo>
                  <a:pt x="113468" y="24094"/>
                  <a:pt x="117034" y="15188"/>
                  <a:pt x="124157" y="7855"/>
                </a:cubicBezTo>
                <a:cubicBezTo>
                  <a:pt x="131491" y="521"/>
                  <a:pt x="140397" y="-3146"/>
                  <a:pt x="150876" y="-3146"/>
                </a:cubicBezTo>
                <a:cubicBezTo>
                  <a:pt x="161355" y="-3146"/>
                  <a:pt x="170261" y="521"/>
                  <a:pt x="177595" y="7855"/>
                </a:cubicBezTo>
                <a:cubicBezTo>
                  <a:pt x="184928" y="15188"/>
                  <a:pt x="188595" y="24094"/>
                  <a:pt x="188595" y="34573"/>
                </a:cubicBezTo>
                <a:cubicBezTo>
                  <a:pt x="188595" y="42328"/>
                  <a:pt x="185980" y="49771"/>
                  <a:pt x="180740" y="56894"/>
                </a:cubicBezTo>
                <a:cubicBezTo>
                  <a:pt x="175711" y="63807"/>
                  <a:pt x="169210" y="68415"/>
                  <a:pt x="161245" y="70720"/>
                </a:cubicBezTo>
                <a:lnTo>
                  <a:pt x="161245" y="110011"/>
                </a:lnTo>
                <a:cubicBezTo>
                  <a:pt x="167536" y="111484"/>
                  <a:pt x="173407" y="113998"/>
                  <a:pt x="178847" y="117555"/>
                </a:cubicBezTo>
                <a:cubicBezTo>
                  <a:pt x="184297" y="121121"/>
                  <a:pt x="188906" y="126251"/>
                  <a:pt x="192682" y="132963"/>
                </a:cubicBezTo>
                <a:lnTo>
                  <a:pt x="229139" y="119759"/>
                </a:lnTo>
                <a:lnTo>
                  <a:pt x="229139" y="118497"/>
                </a:lnTo>
                <a:cubicBezTo>
                  <a:pt x="229139" y="108228"/>
                  <a:pt x="232806" y="99432"/>
                  <a:pt x="240149" y="92098"/>
                </a:cubicBezTo>
                <a:cubicBezTo>
                  <a:pt x="247482" y="84765"/>
                  <a:pt x="256389" y="81098"/>
                  <a:pt x="266858" y="81098"/>
                </a:cubicBezTo>
                <a:cubicBezTo>
                  <a:pt x="277127" y="81098"/>
                  <a:pt x="285933" y="84655"/>
                  <a:pt x="293266" y="91787"/>
                </a:cubicBezTo>
                <a:cubicBezTo>
                  <a:pt x="300600" y="99121"/>
                  <a:pt x="304267" y="108027"/>
                  <a:pt x="304267" y="118497"/>
                </a:cubicBezTo>
                <a:cubicBezTo>
                  <a:pt x="304267" y="129186"/>
                  <a:pt x="300600" y="138093"/>
                  <a:pt x="293266" y="145216"/>
                </a:cubicBezTo>
                <a:cubicBezTo>
                  <a:pt x="285933" y="152549"/>
                  <a:pt x="277127" y="156216"/>
                  <a:pt x="266858" y="156216"/>
                </a:cubicBezTo>
                <a:cubicBezTo>
                  <a:pt x="259946" y="156216"/>
                  <a:pt x="253764" y="154652"/>
                  <a:pt x="248314" y="151507"/>
                </a:cubicBezTo>
                <a:cubicBezTo>
                  <a:pt x="242865" y="148572"/>
                  <a:pt x="238576" y="144484"/>
                  <a:pt x="235431" y="139245"/>
                </a:cubicBezTo>
                <a:lnTo>
                  <a:pt x="198653" y="152138"/>
                </a:lnTo>
                <a:cubicBezTo>
                  <a:pt x="199705" y="158630"/>
                  <a:pt x="199175" y="164912"/>
                  <a:pt x="197081" y="170993"/>
                </a:cubicBezTo>
                <a:cubicBezTo>
                  <a:pt x="195197" y="177074"/>
                  <a:pt x="192262" y="182514"/>
                  <a:pt x="188284" y="187342"/>
                </a:cubicBezTo>
                <a:lnTo>
                  <a:pt x="214052" y="219712"/>
                </a:lnTo>
                <a:cubicBezTo>
                  <a:pt x="216155" y="218670"/>
                  <a:pt x="218350" y="217929"/>
                  <a:pt x="220654" y="217517"/>
                </a:cubicBezTo>
                <a:cubicBezTo>
                  <a:pt x="223168" y="216887"/>
                  <a:pt x="225793" y="216566"/>
                  <a:pt x="228518" y="216566"/>
                </a:cubicBezTo>
                <a:cubicBezTo>
                  <a:pt x="238988" y="216566"/>
                  <a:pt x="247894" y="220233"/>
                  <a:pt x="255236" y="227576"/>
                </a:cubicBezTo>
                <a:cubicBezTo>
                  <a:pt x="262570" y="234699"/>
                  <a:pt x="266237" y="243605"/>
                  <a:pt x="266237" y="254285"/>
                </a:cubicBezTo>
                <a:cubicBezTo>
                  <a:pt x="266237" y="264765"/>
                  <a:pt x="262570" y="273570"/>
                  <a:pt x="255236" y="280693"/>
                </a:cubicBezTo>
                <a:cubicBezTo>
                  <a:pt x="248104" y="288027"/>
                  <a:pt x="239198" y="291694"/>
                  <a:pt x="228518" y="291694"/>
                </a:cubicBezTo>
                <a:cubicBezTo>
                  <a:pt x="218039" y="291694"/>
                  <a:pt x="209233" y="288027"/>
                  <a:pt x="202110" y="280693"/>
                </a:cubicBezTo>
                <a:cubicBezTo>
                  <a:pt x="194776" y="273360"/>
                  <a:pt x="191110" y="264554"/>
                  <a:pt x="191110" y="254285"/>
                </a:cubicBezTo>
                <a:cubicBezTo>
                  <a:pt x="191110" y="249887"/>
                  <a:pt x="191741" y="245910"/>
                  <a:pt x="192993" y="242343"/>
                </a:cubicBezTo>
                <a:cubicBezTo>
                  <a:pt x="194045" y="238786"/>
                  <a:pt x="195618" y="235431"/>
                  <a:pt x="197712" y="232285"/>
                </a:cubicBezTo>
                <a:lnTo>
                  <a:pt x="172255" y="200226"/>
                </a:lnTo>
                <a:cubicBezTo>
                  <a:pt x="165543" y="203582"/>
                  <a:pt x="158319" y="205255"/>
                  <a:pt x="150565" y="205255"/>
                </a:cubicBezTo>
                <a:cubicBezTo>
                  <a:pt x="143021" y="205255"/>
                  <a:pt x="135889" y="203582"/>
                  <a:pt x="129186" y="200226"/>
                </a:cubicBezTo>
                <a:lnTo>
                  <a:pt x="104040" y="232605"/>
                </a:lnTo>
                <a:cubicBezTo>
                  <a:pt x="106134" y="235741"/>
                  <a:pt x="107707" y="239097"/>
                  <a:pt x="108759" y="242663"/>
                </a:cubicBezTo>
                <a:cubicBezTo>
                  <a:pt x="110011" y="246010"/>
                  <a:pt x="110642" y="249887"/>
                  <a:pt x="110642" y="254285"/>
                </a:cubicBezTo>
                <a:cubicBezTo>
                  <a:pt x="110642" y="264554"/>
                  <a:pt x="106976" y="273360"/>
                  <a:pt x="99642" y="280693"/>
                </a:cubicBezTo>
                <a:cubicBezTo>
                  <a:pt x="92519" y="288027"/>
                  <a:pt x="83713" y="291694"/>
                  <a:pt x="73234" y="291694"/>
                </a:cubicBezTo>
                <a:cubicBezTo>
                  <a:pt x="62554" y="291694"/>
                  <a:pt x="53648" y="288027"/>
                  <a:pt x="46525" y="280693"/>
                </a:cubicBezTo>
                <a:close/>
                <a:moveTo>
                  <a:pt x="34894" y="135478"/>
                </a:moveTo>
                <a:cubicBezTo>
                  <a:pt x="39712" y="135478"/>
                  <a:pt x="43800" y="133905"/>
                  <a:pt x="47146" y="130759"/>
                </a:cubicBezTo>
                <a:cubicBezTo>
                  <a:pt x="50292" y="127403"/>
                  <a:pt x="51865" y="123316"/>
                  <a:pt x="51865" y="118497"/>
                </a:cubicBezTo>
                <a:cubicBezTo>
                  <a:pt x="51865" y="113678"/>
                  <a:pt x="50292" y="109701"/>
                  <a:pt x="47146" y="106555"/>
                </a:cubicBezTo>
                <a:cubicBezTo>
                  <a:pt x="43800" y="103199"/>
                  <a:pt x="39712" y="101526"/>
                  <a:pt x="34894" y="101526"/>
                </a:cubicBezTo>
                <a:cubicBezTo>
                  <a:pt x="30075" y="101526"/>
                  <a:pt x="26088" y="103199"/>
                  <a:pt x="22942" y="106555"/>
                </a:cubicBezTo>
                <a:cubicBezTo>
                  <a:pt x="19596" y="109701"/>
                  <a:pt x="17913" y="113678"/>
                  <a:pt x="17913" y="118497"/>
                </a:cubicBezTo>
                <a:cubicBezTo>
                  <a:pt x="17913" y="123316"/>
                  <a:pt x="19596" y="127403"/>
                  <a:pt x="22942" y="130759"/>
                </a:cubicBezTo>
                <a:cubicBezTo>
                  <a:pt x="26088" y="133905"/>
                  <a:pt x="30075" y="135478"/>
                  <a:pt x="34894" y="135478"/>
                </a:cubicBezTo>
                <a:close/>
                <a:moveTo>
                  <a:pt x="85186" y="266237"/>
                </a:moveTo>
                <a:cubicBezTo>
                  <a:pt x="88532" y="263091"/>
                  <a:pt x="90215" y="259104"/>
                  <a:pt x="90215" y="254285"/>
                </a:cubicBezTo>
                <a:cubicBezTo>
                  <a:pt x="90215" y="249467"/>
                  <a:pt x="88532" y="245379"/>
                  <a:pt x="85186" y="242033"/>
                </a:cubicBezTo>
                <a:cubicBezTo>
                  <a:pt x="81830" y="238887"/>
                  <a:pt x="77852" y="237314"/>
                  <a:pt x="73234" y="237314"/>
                </a:cubicBezTo>
                <a:cubicBezTo>
                  <a:pt x="68415" y="237314"/>
                  <a:pt x="64328" y="238887"/>
                  <a:pt x="60981" y="242033"/>
                </a:cubicBezTo>
                <a:cubicBezTo>
                  <a:pt x="57836" y="245379"/>
                  <a:pt x="56263" y="249467"/>
                  <a:pt x="56263" y="254285"/>
                </a:cubicBezTo>
                <a:cubicBezTo>
                  <a:pt x="56263" y="259104"/>
                  <a:pt x="57836" y="263091"/>
                  <a:pt x="60981" y="266237"/>
                </a:cubicBezTo>
                <a:cubicBezTo>
                  <a:pt x="64328" y="269583"/>
                  <a:pt x="68415" y="271266"/>
                  <a:pt x="73234" y="271266"/>
                </a:cubicBezTo>
                <a:cubicBezTo>
                  <a:pt x="78053" y="271266"/>
                  <a:pt x="82040" y="269583"/>
                  <a:pt x="85186" y="266237"/>
                </a:cubicBezTo>
                <a:close/>
                <a:moveTo>
                  <a:pt x="163138" y="46525"/>
                </a:moveTo>
                <a:cubicBezTo>
                  <a:pt x="166274" y="43379"/>
                  <a:pt x="167847" y="39392"/>
                  <a:pt x="167847" y="34573"/>
                </a:cubicBezTo>
                <a:cubicBezTo>
                  <a:pt x="167847" y="29755"/>
                  <a:pt x="166174" y="25667"/>
                  <a:pt x="162818" y="22321"/>
                </a:cubicBezTo>
                <a:cubicBezTo>
                  <a:pt x="159682" y="19175"/>
                  <a:pt x="155695" y="17602"/>
                  <a:pt x="150876" y="17602"/>
                </a:cubicBezTo>
                <a:cubicBezTo>
                  <a:pt x="146057" y="17602"/>
                  <a:pt x="142079" y="19175"/>
                  <a:pt x="138934" y="22321"/>
                </a:cubicBezTo>
                <a:cubicBezTo>
                  <a:pt x="135578" y="25667"/>
                  <a:pt x="133905" y="29755"/>
                  <a:pt x="133905" y="34573"/>
                </a:cubicBezTo>
                <a:cubicBezTo>
                  <a:pt x="133905" y="39392"/>
                  <a:pt x="135578" y="43379"/>
                  <a:pt x="138934" y="46525"/>
                </a:cubicBezTo>
                <a:cubicBezTo>
                  <a:pt x="142079" y="49871"/>
                  <a:pt x="146057" y="51554"/>
                  <a:pt x="150876" y="51554"/>
                </a:cubicBezTo>
                <a:cubicBezTo>
                  <a:pt x="155695" y="51554"/>
                  <a:pt x="159782" y="49871"/>
                  <a:pt x="163138" y="46525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711" y="133063"/>
                  <a:pt x="158420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332"/>
                  <a:pt x="124157" y="149623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0771" y="266237"/>
                </a:moveTo>
                <a:cubicBezTo>
                  <a:pt x="243916" y="263091"/>
                  <a:pt x="245489" y="259104"/>
                  <a:pt x="245489" y="254285"/>
                </a:cubicBezTo>
                <a:cubicBezTo>
                  <a:pt x="245489" y="249467"/>
                  <a:pt x="243916" y="245379"/>
                  <a:pt x="240771" y="242033"/>
                </a:cubicBezTo>
                <a:cubicBezTo>
                  <a:pt x="237424" y="238887"/>
                  <a:pt x="233337" y="237314"/>
                  <a:pt x="228518" y="237314"/>
                </a:cubicBezTo>
                <a:cubicBezTo>
                  <a:pt x="223699" y="237314"/>
                  <a:pt x="219712" y="238887"/>
                  <a:pt x="216566" y="242033"/>
                </a:cubicBezTo>
                <a:cubicBezTo>
                  <a:pt x="213220" y="245379"/>
                  <a:pt x="211537" y="249467"/>
                  <a:pt x="211537" y="254285"/>
                </a:cubicBezTo>
                <a:cubicBezTo>
                  <a:pt x="211537" y="259104"/>
                  <a:pt x="213220" y="263091"/>
                  <a:pt x="216566" y="266237"/>
                </a:cubicBezTo>
                <a:cubicBezTo>
                  <a:pt x="219922" y="269583"/>
                  <a:pt x="223900" y="271266"/>
                  <a:pt x="228518" y="271266"/>
                </a:cubicBezTo>
                <a:cubicBezTo>
                  <a:pt x="233337" y="271266"/>
                  <a:pt x="237424" y="269583"/>
                  <a:pt x="240771" y="266237"/>
                </a:cubicBezTo>
                <a:close/>
                <a:moveTo>
                  <a:pt x="278810" y="130759"/>
                </a:moveTo>
                <a:cubicBezTo>
                  <a:pt x="282156" y="127403"/>
                  <a:pt x="283839" y="123316"/>
                  <a:pt x="283839" y="118497"/>
                </a:cubicBezTo>
                <a:cubicBezTo>
                  <a:pt x="283839" y="113678"/>
                  <a:pt x="282156" y="109701"/>
                  <a:pt x="278810" y="106555"/>
                </a:cubicBezTo>
                <a:cubicBezTo>
                  <a:pt x="275664" y="103199"/>
                  <a:pt x="271677" y="101526"/>
                  <a:pt x="266858" y="101526"/>
                </a:cubicBezTo>
                <a:cubicBezTo>
                  <a:pt x="262040" y="101526"/>
                  <a:pt x="257952" y="103199"/>
                  <a:pt x="254606" y="106555"/>
                </a:cubicBezTo>
                <a:cubicBezTo>
                  <a:pt x="251460" y="109701"/>
                  <a:pt x="249887" y="113678"/>
                  <a:pt x="249887" y="118497"/>
                </a:cubicBezTo>
                <a:cubicBezTo>
                  <a:pt x="249887" y="123316"/>
                  <a:pt x="251460" y="127403"/>
                  <a:pt x="254606" y="130759"/>
                </a:cubicBezTo>
                <a:cubicBezTo>
                  <a:pt x="257952" y="133905"/>
                  <a:pt x="262040" y="135478"/>
                  <a:pt x="266858" y="135478"/>
                </a:cubicBezTo>
                <a:cubicBezTo>
                  <a:pt x="271677" y="135478"/>
                  <a:pt x="275664" y="133905"/>
                  <a:pt x="278810" y="130759"/>
                </a:cubicBezTo>
                <a:close/>
                <a:moveTo>
                  <a:pt x="150876" y="34573"/>
                </a:moveTo>
                <a:close/>
                <a:moveTo>
                  <a:pt x="34894" y="118497"/>
                </a:moveTo>
                <a:close/>
                <a:moveTo>
                  <a:pt x="150876" y="157167"/>
                </a:moveTo>
                <a:close/>
                <a:moveTo>
                  <a:pt x="266858" y="118497"/>
                </a:moveTo>
                <a:close/>
                <a:moveTo>
                  <a:pt x="73234" y="254285"/>
                </a:moveTo>
                <a:close/>
                <a:moveTo>
                  <a:pt x="228518" y="25428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146" y="256800"/>
                </a:moveTo>
                <a:lnTo>
                  <a:pt x="36146" y="212799"/>
                </a:lnTo>
                <a:cubicBezTo>
                  <a:pt x="36146" y="206929"/>
                  <a:pt x="38240" y="201900"/>
                  <a:pt x="42437" y="197712"/>
                </a:cubicBezTo>
                <a:cubicBezTo>
                  <a:pt x="46625" y="193524"/>
                  <a:pt x="51654" y="191420"/>
                  <a:pt x="57525" y="191420"/>
                </a:cubicBezTo>
                <a:lnTo>
                  <a:pt x="74185" y="191420"/>
                </a:lnTo>
                <a:lnTo>
                  <a:pt x="74185" y="162196"/>
                </a:lnTo>
                <a:cubicBezTo>
                  <a:pt x="74185" y="156116"/>
                  <a:pt x="76279" y="150977"/>
                  <a:pt x="80467" y="146789"/>
                </a:cubicBezTo>
                <a:cubicBezTo>
                  <a:pt x="84655" y="142601"/>
                  <a:pt x="89684" y="140507"/>
                  <a:pt x="95555" y="140507"/>
                </a:cubicBezTo>
                <a:lnTo>
                  <a:pt x="140507" y="140507"/>
                </a:lnTo>
                <a:lnTo>
                  <a:pt x="140507" y="110332"/>
                </a:lnTo>
                <a:lnTo>
                  <a:pt x="123846" y="110332"/>
                </a:lnTo>
                <a:cubicBezTo>
                  <a:pt x="117976" y="110332"/>
                  <a:pt x="112947" y="108228"/>
                  <a:pt x="108759" y="104040"/>
                </a:cubicBezTo>
                <a:cubicBezTo>
                  <a:pt x="104562" y="99852"/>
                  <a:pt x="102468" y="94823"/>
                  <a:pt x="102468" y="88953"/>
                </a:cubicBezTo>
                <a:lnTo>
                  <a:pt x="102468" y="44952"/>
                </a:lnTo>
                <a:cubicBezTo>
                  <a:pt x="102468" y="39081"/>
                  <a:pt x="104562" y="34052"/>
                  <a:pt x="108759" y="29864"/>
                </a:cubicBezTo>
                <a:cubicBezTo>
                  <a:pt x="112947" y="25667"/>
                  <a:pt x="117976" y="23573"/>
                  <a:pt x="123846" y="23573"/>
                </a:cubicBezTo>
                <a:lnTo>
                  <a:pt x="177906" y="23573"/>
                </a:lnTo>
                <a:cubicBezTo>
                  <a:pt x="183776" y="23573"/>
                  <a:pt x="188805" y="25667"/>
                  <a:pt x="192993" y="29864"/>
                </a:cubicBezTo>
                <a:cubicBezTo>
                  <a:pt x="197190" y="34052"/>
                  <a:pt x="199284" y="39081"/>
                  <a:pt x="199284" y="44952"/>
                </a:cubicBezTo>
                <a:lnTo>
                  <a:pt x="199284" y="88953"/>
                </a:lnTo>
                <a:cubicBezTo>
                  <a:pt x="199284" y="94823"/>
                  <a:pt x="197190" y="99852"/>
                  <a:pt x="192993" y="104040"/>
                </a:cubicBezTo>
                <a:cubicBezTo>
                  <a:pt x="188805" y="108228"/>
                  <a:pt x="183776" y="110332"/>
                  <a:pt x="177906" y="110332"/>
                </a:cubicBezTo>
                <a:lnTo>
                  <a:pt x="161245" y="110332"/>
                </a:lnTo>
                <a:lnTo>
                  <a:pt x="161245" y="140507"/>
                </a:lnTo>
                <a:lnTo>
                  <a:pt x="206197" y="140507"/>
                </a:lnTo>
                <a:cubicBezTo>
                  <a:pt x="212068" y="140507"/>
                  <a:pt x="217097" y="142601"/>
                  <a:pt x="221285" y="146789"/>
                </a:cubicBezTo>
                <a:cubicBezTo>
                  <a:pt x="225473" y="150977"/>
                  <a:pt x="227576" y="156116"/>
                  <a:pt x="227576" y="162196"/>
                </a:cubicBezTo>
                <a:lnTo>
                  <a:pt x="227576" y="191420"/>
                </a:lnTo>
                <a:lnTo>
                  <a:pt x="244227" y="191420"/>
                </a:lnTo>
                <a:cubicBezTo>
                  <a:pt x="250098" y="191420"/>
                  <a:pt x="255127" y="193524"/>
                  <a:pt x="259315" y="197712"/>
                </a:cubicBezTo>
                <a:cubicBezTo>
                  <a:pt x="263722" y="201900"/>
                  <a:pt x="265917" y="206929"/>
                  <a:pt x="265917" y="212799"/>
                </a:cubicBezTo>
                <a:lnTo>
                  <a:pt x="265917" y="256800"/>
                </a:lnTo>
                <a:cubicBezTo>
                  <a:pt x="265917" y="262671"/>
                  <a:pt x="263722" y="267700"/>
                  <a:pt x="259315" y="271888"/>
                </a:cubicBezTo>
                <a:cubicBezTo>
                  <a:pt x="255127" y="276295"/>
                  <a:pt x="250098" y="278490"/>
                  <a:pt x="244227" y="278490"/>
                </a:cubicBezTo>
                <a:lnTo>
                  <a:pt x="190799" y="278490"/>
                </a:lnTo>
                <a:cubicBezTo>
                  <a:pt x="184928" y="278490"/>
                  <a:pt x="179899" y="276295"/>
                  <a:pt x="175711" y="271888"/>
                </a:cubicBezTo>
                <a:cubicBezTo>
                  <a:pt x="171514" y="267700"/>
                  <a:pt x="169420" y="262671"/>
                  <a:pt x="169420" y="256800"/>
                </a:cubicBezTo>
                <a:lnTo>
                  <a:pt x="169420" y="212488"/>
                </a:lnTo>
                <a:cubicBezTo>
                  <a:pt x="169420" y="206618"/>
                  <a:pt x="171413" y="201589"/>
                  <a:pt x="175391" y="197401"/>
                </a:cubicBezTo>
                <a:cubicBezTo>
                  <a:pt x="179588" y="193414"/>
                  <a:pt x="184617" y="191420"/>
                  <a:pt x="190479" y="191420"/>
                </a:cubicBezTo>
                <a:lnTo>
                  <a:pt x="207139" y="191420"/>
                </a:lnTo>
                <a:lnTo>
                  <a:pt x="207139" y="161245"/>
                </a:lnTo>
                <a:lnTo>
                  <a:pt x="94613" y="161245"/>
                </a:lnTo>
                <a:lnTo>
                  <a:pt x="94613" y="191420"/>
                </a:lnTo>
                <a:lnTo>
                  <a:pt x="111273" y="191420"/>
                </a:lnTo>
                <a:cubicBezTo>
                  <a:pt x="117135" y="191420"/>
                  <a:pt x="122164" y="193414"/>
                  <a:pt x="126361" y="197401"/>
                </a:cubicBezTo>
                <a:cubicBezTo>
                  <a:pt x="130339" y="201589"/>
                  <a:pt x="132332" y="206618"/>
                  <a:pt x="132332" y="212488"/>
                </a:cubicBezTo>
                <a:lnTo>
                  <a:pt x="132332" y="256800"/>
                </a:lnTo>
                <a:cubicBezTo>
                  <a:pt x="132332" y="262671"/>
                  <a:pt x="130238" y="267700"/>
                  <a:pt x="126041" y="271888"/>
                </a:cubicBezTo>
                <a:cubicBezTo>
                  <a:pt x="121853" y="276295"/>
                  <a:pt x="116824" y="278490"/>
                  <a:pt x="110953" y="278490"/>
                </a:cubicBezTo>
                <a:lnTo>
                  <a:pt x="57525" y="278490"/>
                </a:lnTo>
                <a:cubicBezTo>
                  <a:pt x="51654" y="278490"/>
                  <a:pt x="46625" y="276295"/>
                  <a:pt x="42437" y="271888"/>
                </a:cubicBezTo>
                <a:cubicBezTo>
                  <a:pt x="38030" y="267700"/>
                  <a:pt x="35835" y="262671"/>
                  <a:pt x="35835" y="256800"/>
                </a:cubicBezTo>
                <a:close/>
                <a:moveTo>
                  <a:pt x="122905" y="89895"/>
                </a:moveTo>
                <a:lnTo>
                  <a:pt x="178847" y="89895"/>
                </a:lnTo>
                <a:lnTo>
                  <a:pt x="178847" y="44010"/>
                </a:lnTo>
                <a:lnTo>
                  <a:pt x="122905" y="44010"/>
                </a:lnTo>
                <a:lnTo>
                  <a:pt x="122905" y="89895"/>
                </a:lnTo>
                <a:close/>
                <a:moveTo>
                  <a:pt x="56583" y="257751"/>
                </a:moveTo>
                <a:lnTo>
                  <a:pt x="111904" y="257751"/>
                </a:lnTo>
                <a:lnTo>
                  <a:pt x="111904" y="211857"/>
                </a:lnTo>
                <a:lnTo>
                  <a:pt x="56583" y="211857"/>
                </a:lnTo>
                <a:lnTo>
                  <a:pt x="56583" y="257751"/>
                </a:lnTo>
                <a:close/>
                <a:moveTo>
                  <a:pt x="189857" y="257751"/>
                </a:moveTo>
                <a:lnTo>
                  <a:pt x="245178" y="257751"/>
                </a:lnTo>
                <a:lnTo>
                  <a:pt x="245178" y="211857"/>
                </a:lnTo>
                <a:lnTo>
                  <a:pt x="189857" y="211857"/>
                </a:lnTo>
                <a:lnTo>
                  <a:pt x="189857" y="257751"/>
                </a:lnTo>
                <a:close/>
                <a:moveTo>
                  <a:pt x="150876" y="89895"/>
                </a:moveTo>
                <a:close/>
                <a:moveTo>
                  <a:pt x="111904" y="211857"/>
                </a:moveTo>
                <a:close/>
                <a:moveTo>
                  <a:pt x="189857" y="2118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818"/>
                </a:moveTo>
                <a:cubicBezTo>
                  <a:pt x="70409" y="164811"/>
                  <a:pt x="72823" y="176123"/>
                  <a:pt x="77642" y="185770"/>
                </a:cubicBezTo>
                <a:cubicBezTo>
                  <a:pt x="82461" y="195197"/>
                  <a:pt x="89063" y="203472"/>
                  <a:pt x="97438" y="210595"/>
                </a:cubicBezTo>
                <a:lnTo>
                  <a:pt x="106244" y="216566"/>
                </a:lnTo>
                <a:lnTo>
                  <a:pt x="106244" y="188906"/>
                </a:lnTo>
                <a:cubicBezTo>
                  <a:pt x="106244" y="186181"/>
                  <a:pt x="107186" y="183877"/>
                  <a:pt x="109070" y="181993"/>
                </a:cubicBezTo>
                <a:cubicBezTo>
                  <a:pt x="110953" y="180109"/>
                  <a:pt x="113367" y="179168"/>
                  <a:pt x="116303" y="179168"/>
                </a:cubicBezTo>
                <a:cubicBezTo>
                  <a:pt x="119027" y="179168"/>
                  <a:pt x="121332" y="180109"/>
                  <a:pt x="123215" y="181993"/>
                </a:cubicBezTo>
                <a:cubicBezTo>
                  <a:pt x="125099" y="183877"/>
                  <a:pt x="126041" y="186181"/>
                  <a:pt x="126041" y="188906"/>
                </a:cubicBezTo>
                <a:lnTo>
                  <a:pt x="126041" y="242033"/>
                </a:lnTo>
                <a:cubicBezTo>
                  <a:pt x="126041" y="244968"/>
                  <a:pt x="124998" y="247482"/>
                  <a:pt x="122905" y="249576"/>
                </a:cubicBezTo>
                <a:cubicBezTo>
                  <a:pt x="120801" y="251670"/>
                  <a:pt x="118287" y="252722"/>
                  <a:pt x="115361" y="252722"/>
                </a:cubicBezTo>
                <a:lnTo>
                  <a:pt x="62554" y="252722"/>
                </a:lnTo>
                <a:cubicBezTo>
                  <a:pt x="59619" y="252722"/>
                  <a:pt x="57205" y="251771"/>
                  <a:pt x="55321" y="249887"/>
                </a:cubicBezTo>
                <a:cubicBezTo>
                  <a:pt x="53438" y="248004"/>
                  <a:pt x="52496" y="245590"/>
                  <a:pt x="52496" y="242663"/>
                </a:cubicBezTo>
                <a:cubicBezTo>
                  <a:pt x="52496" y="239939"/>
                  <a:pt x="53438" y="237634"/>
                  <a:pt x="55321" y="235741"/>
                </a:cubicBezTo>
                <a:cubicBezTo>
                  <a:pt x="57205" y="233858"/>
                  <a:pt x="59619" y="232916"/>
                  <a:pt x="62554" y="232916"/>
                </a:cubicBezTo>
                <a:lnTo>
                  <a:pt x="91787" y="232916"/>
                </a:lnTo>
                <a:lnTo>
                  <a:pt x="87700" y="229770"/>
                </a:lnTo>
                <a:cubicBezTo>
                  <a:pt x="74286" y="218670"/>
                  <a:pt x="64438" y="206828"/>
                  <a:pt x="58147" y="194255"/>
                </a:cubicBezTo>
                <a:cubicBezTo>
                  <a:pt x="51865" y="181682"/>
                  <a:pt x="48719" y="167536"/>
                  <a:pt x="48719" y="151818"/>
                </a:cubicBezTo>
                <a:cubicBezTo>
                  <a:pt x="48719" y="131701"/>
                  <a:pt x="54169" y="113367"/>
                  <a:pt x="65069" y="96817"/>
                </a:cubicBezTo>
                <a:cubicBezTo>
                  <a:pt x="75749" y="80257"/>
                  <a:pt x="90004" y="67794"/>
                  <a:pt x="107817" y="59409"/>
                </a:cubicBezTo>
                <a:cubicBezTo>
                  <a:pt x="110332" y="58357"/>
                  <a:pt x="112736" y="58467"/>
                  <a:pt x="115041" y="59719"/>
                </a:cubicBezTo>
                <a:cubicBezTo>
                  <a:pt x="117345" y="60981"/>
                  <a:pt x="118918" y="62966"/>
                  <a:pt x="119759" y="65690"/>
                </a:cubicBezTo>
                <a:cubicBezTo>
                  <a:pt x="120801" y="68205"/>
                  <a:pt x="120701" y="70829"/>
                  <a:pt x="119448" y="73554"/>
                </a:cubicBezTo>
                <a:cubicBezTo>
                  <a:pt x="118186" y="76279"/>
                  <a:pt x="116303" y="78373"/>
                  <a:pt x="113788" y="79836"/>
                </a:cubicBezTo>
                <a:cubicBezTo>
                  <a:pt x="100584" y="86758"/>
                  <a:pt x="90004" y="96707"/>
                  <a:pt x="82040" y="109701"/>
                </a:cubicBezTo>
                <a:cubicBezTo>
                  <a:pt x="74286" y="122484"/>
                  <a:pt x="70409" y="136520"/>
                  <a:pt x="70409" y="151818"/>
                </a:cubicBezTo>
                <a:close/>
                <a:moveTo>
                  <a:pt x="231343" y="149934"/>
                </a:moveTo>
                <a:cubicBezTo>
                  <a:pt x="231343" y="140086"/>
                  <a:pt x="228929" y="130028"/>
                  <a:pt x="224110" y="119759"/>
                </a:cubicBezTo>
                <a:cubicBezTo>
                  <a:pt x="219291" y="109701"/>
                  <a:pt x="213009" y="100685"/>
                  <a:pt x="205255" y="92729"/>
                </a:cubicBezTo>
                <a:lnTo>
                  <a:pt x="196450" y="85186"/>
                </a:lnTo>
                <a:lnTo>
                  <a:pt x="196450" y="112846"/>
                </a:lnTo>
                <a:cubicBezTo>
                  <a:pt x="196450" y="115571"/>
                  <a:pt x="195508" y="117875"/>
                  <a:pt x="193624" y="119759"/>
                </a:cubicBezTo>
                <a:cubicBezTo>
                  <a:pt x="191741" y="121643"/>
                  <a:pt x="189436" y="122584"/>
                  <a:pt x="186711" y="122584"/>
                </a:cubicBezTo>
                <a:cubicBezTo>
                  <a:pt x="183776" y="122584"/>
                  <a:pt x="181362" y="121643"/>
                  <a:pt x="179478" y="119759"/>
                </a:cubicBezTo>
                <a:cubicBezTo>
                  <a:pt x="177595" y="117875"/>
                  <a:pt x="176653" y="115571"/>
                  <a:pt x="176653" y="112846"/>
                </a:cubicBezTo>
                <a:lnTo>
                  <a:pt x="176653" y="59719"/>
                </a:lnTo>
                <a:cubicBezTo>
                  <a:pt x="176653" y="56784"/>
                  <a:pt x="177695" y="54270"/>
                  <a:pt x="179798" y="52176"/>
                </a:cubicBezTo>
                <a:cubicBezTo>
                  <a:pt x="181892" y="50082"/>
                  <a:pt x="184407" y="49039"/>
                  <a:pt x="187342" y="49039"/>
                </a:cubicBezTo>
                <a:lnTo>
                  <a:pt x="240149" y="49039"/>
                </a:lnTo>
                <a:cubicBezTo>
                  <a:pt x="243075" y="49039"/>
                  <a:pt x="245489" y="49981"/>
                  <a:pt x="247373" y="51865"/>
                </a:cubicBezTo>
                <a:cubicBezTo>
                  <a:pt x="249256" y="53748"/>
                  <a:pt x="250207" y="56162"/>
                  <a:pt x="250207" y="59098"/>
                </a:cubicBezTo>
                <a:cubicBezTo>
                  <a:pt x="250207" y="61813"/>
                  <a:pt x="249256" y="64127"/>
                  <a:pt x="247373" y="66011"/>
                </a:cubicBezTo>
                <a:cubicBezTo>
                  <a:pt x="245489" y="67894"/>
                  <a:pt x="243075" y="68836"/>
                  <a:pt x="240149" y="68836"/>
                </a:cubicBezTo>
                <a:lnTo>
                  <a:pt x="210916" y="68836"/>
                </a:lnTo>
                <a:lnTo>
                  <a:pt x="214683" y="72613"/>
                </a:lnTo>
                <a:cubicBezTo>
                  <a:pt x="227466" y="84555"/>
                  <a:pt x="237003" y="97338"/>
                  <a:pt x="243285" y="110953"/>
                </a:cubicBezTo>
                <a:cubicBezTo>
                  <a:pt x="249787" y="124368"/>
                  <a:pt x="253033" y="137361"/>
                  <a:pt x="253033" y="149934"/>
                </a:cubicBezTo>
                <a:cubicBezTo>
                  <a:pt x="253033" y="169841"/>
                  <a:pt x="247793" y="187964"/>
                  <a:pt x="237314" y="204314"/>
                </a:cubicBezTo>
                <a:cubicBezTo>
                  <a:pt x="227046" y="220654"/>
                  <a:pt x="213110" y="233227"/>
                  <a:pt x="195508" y="242033"/>
                </a:cubicBezTo>
                <a:cubicBezTo>
                  <a:pt x="192993" y="243285"/>
                  <a:pt x="190479" y="243395"/>
                  <a:pt x="187964" y="242343"/>
                </a:cubicBezTo>
                <a:cubicBezTo>
                  <a:pt x="185239" y="241091"/>
                  <a:pt x="183355" y="238988"/>
                  <a:pt x="182313" y="236062"/>
                </a:cubicBezTo>
                <a:cubicBezTo>
                  <a:pt x="181262" y="233547"/>
                  <a:pt x="181362" y="230923"/>
                  <a:pt x="182624" y="228198"/>
                </a:cubicBezTo>
                <a:cubicBezTo>
                  <a:pt x="183877" y="225473"/>
                  <a:pt x="185770" y="223379"/>
                  <a:pt x="188284" y="221916"/>
                </a:cubicBezTo>
                <a:cubicBezTo>
                  <a:pt x="201689" y="215204"/>
                  <a:pt x="212168" y="205356"/>
                  <a:pt x="219712" y="192371"/>
                </a:cubicBezTo>
                <a:cubicBezTo>
                  <a:pt x="227466" y="179378"/>
                  <a:pt x="231343" y="165232"/>
                  <a:pt x="231343" y="14993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409" y="153080"/>
                </a:moveTo>
                <a:cubicBezTo>
                  <a:pt x="90526" y="154753"/>
                  <a:pt x="89584" y="156957"/>
                  <a:pt x="89584" y="159682"/>
                </a:cubicBezTo>
                <a:lnTo>
                  <a:pt x="89584" y="205255"/>
                </a:lnTo>
                <a:cubicBezTo>
                  <a:pt x="89584" y="207980"/>
                  <a:pt x="90526" y="210175"/>
                  <a:pt x="92409" y="211857"/>
                </a:cubicBezTo>
                <a:cubicBezTo>
                  <a:pt x="94302" y="213741"/>
                  <a:pt x="96497" y="214683"/>
                  <a:pt x="99011" y="214683"/>
                </a:cubicBezTo>
                <a:cubicBezTo>
                  <a:pt x="101736" y="214683"/>
                  <a:pt x="104040" y="213741"/>
                  <a:pt x="105924" y="211857"/>
                </a:cubicBezTo>
                <a:cubicBezTo>
                  <a:pt x="107607" y="210175"/>
                  <a:pt x="108439" y="207980"/>
                  <a:pt x="108439" y="205255"/>
                </a:cubicBezTo>
                <a:lnTo>
                  <a:pt x="108439" y="159682"/>
                </a:lnTo>
                <a:cubicBezTo>
                  <a:pt x="108439" y="156957"/>
                  <a:pt x="107497" y="154753"/>
                  <a:pt x="105613" y="153080"/>
                </a:cubicBezTo>
                <a:cubicBezTo>
                  <a:pt x="103940" y="151187"/>
                  <a:pt x="101736" y="150245"/>
                  <a:pt x="99011" y="150245"/>
                </a:cubicBezTo>
                <a:cubicBezTo>
                  <a:pt x="96286" y="150245"/>
                  <a:pt x="94092" y="151187"/>
                  <a:pt x="92409" y="153080"/>
                </a:cubicBezTo>
                <a:close/>
                <a:moveTo>
                  <a:pt x="196139" y="85496"/>
                </a:moveTo>
                <a:cubicBezTo>
                  <a:pt x="194255" y="87170"/>
                  <a:pt x="193313" y="89373"/>
                  <a:pt x="193313" y="92098"/>
                </a:cubicBezTo>
                <a:lnTo>
                  <a:pt x="193313" y="205255"/>
                </a:lnTo>
                <a:cubicBezTo>
                  <a:pt x="193313" y="207980"/>
                  <a:pt x="194255" y="210175"/>
                  <a:pt x="196139" y="211857"/>
                </a:cubicBezTo>
                <a:cubicBezTo>
                  <a:pt x="197812" y="213741"/>
                  <a:pt x="200016" y="214683"/>
                  <a:pt x="202741" y="214683"/>
                </a:cubicBezTo>
                <a:cubicBezTo>
                  <a:pt x="205466" y="214683"/>
                  <a:pt x="207660" y="213741"/>
                  <a:pt x="209343" y="211857"/>
                </a:cubicBezTo>
                <a:cubicBezTo>
                  <a:pt x="211226" y="210175"/>
                  <a:pt x="212168" y="207980"/>
                  <a:pt x="212168" y="205255"/>
                </a:cubicBezTo>
                <a:lnTo>
                  <a:pt x="212168" y="92098"/>
                </a:lnTo>
                <a:cubicBezTo>
                  <a:pt x="212168" y="89373"/>
                  <a:pt x="211226" y="87170"/>
                  <a:pt x="209343" y="85496"/>
                </a:cubicBezTo>
                <a:cubicBezTo>
                  <a:pt x="207459" y="83613"/>
                  <a:pt x="205255" y="82671"/>
                  <a:pt x="202741" y="82671"/>
                </a:cubicBezTo>
                <a:cubicBezTo>
                  <a:pt x="200016" y="82671"/>
                  <a:pt x="197812" y="83613"/>
                  <a:pt x="196139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603" y="262149"/>
                </a:moveTo>
                <a:cubicBezTo>
                  <a:pt x="37509" y="260266"/>
                  <a:pt x="36466" y="257751"/>
                  <a:pt x="36466" y="254606"/>
                </a:cubicBezTo>
                <a:lnTo>
                  <a:pt x="36466" y="239518"/>
                </a:lnTo>
                <a:cubicBezTo>
                  <a:pt x="36466" y="236583"/>
                  <a:pt x="37509" y="234068"/>
                  <a:pt x="39603" y="231974"/>
                </a:cubicBezTo>
                <a:cubicBezTo>
                  <a:pt x="41495" y="229880"/>
                  <a:pt x="44010" y="228829"/>
                  <a:pt x="47146" y="228829"/>
                </a:cubicBezTo>
                <a:cubicBezTo>
                  <a:pt x="50082" y="228829"/>
                  <a:pt x="52596" y="229880"/>
                  <a:pt x="54690" y="231974"/>
                </a:cubicBezTo>
                <a:cubicBezTo>
                  <a:pt x="56583" y="234068"/>
                  <a:pt x="57525" y="236583"/>
                  <a:pt x="57525" y="239518"/>
                </a:cubicBezTo>
                <a:lnTo>
                  <a:pt x="57525" y="254606"/>
                </a:lnTo>
                <a:cubicBezTo>
                  <a:pt x="57525" y="257751"/>
                  <a:pt x="56583" y="260266"/>
                  <a:pt x="54690" y="262149"/>
                </a:cubicBezTo>
                <a:cubicBezTo>
                  <a:pt x="52596" y="264243"/>
                  <a:pt x="49981" y="265295"/>
                  <a:pt x="46836" y="265295"/>
                </a:cubicBezTo>
                <a:cubicBezTo>
                  <a:pt x="43900" y="265295"/>
                  <a:pt x="41495" y="264243"/>
                  <a:pt x="39603" y="262149"/>
                </a:cubicBezTo>
                <a:close/>
                <a:moveTo>
                  <a:pt x="91467" y="262149"/>
                </a:moveTo>
                <a:cubicBezTo>
                  <a:pt x="89373" y="260266"/>
                  <a:pt x="88322" y="257751"/>
                  <a:pt x="88322" y="254606"/>
                </a:cubicBezTo>
                <a:lnTo>
                  <a:pt x="88322" y="191420"/>
                </a:lnTo>
                <a:cubicBezTo>
                  <a:pt x="88322" y="188494"/>
                  <a:pt x="89373" y="185980"/>
                  <a:pt x="91467" y="183877"/>
                </a:cubicBezTo>
                <a:cubicBezTo>
                  <a:pt x="93561" y="181993"/>
                  <a:pt x="96076" y="181051"/>
                  <a:pt x="99011" y="181051"/>
                </a:cubicBezTo>
                <a:cubicBezTo>
                  <a:pt x="101946" y="181051"/>
                  <a:pt x="104461" y="181993"/>
                  <a:pt x="106555" y="183877"/>
                </a:cubicBezTo>
                <a:cubicBezTo>
                  <a:pt x="108649" y="185980"/>
                  <a:pt x="109701" y="188494"/>
                  <a:pt x="109701" y="191420"/>
                </a:cubicBezTo>
                <a:lnTo>
                  <a:pt x="109701" y="254606"/>
                </a:lnTo>
                <a:cubicBezTo>
                  <a:pt x="109701" y="257751"/>
                  <a:pt x="108649" y="260266"/>
                  <a:pt x="106555" y="262149"/>
                </a:cubicBezTo>
                <a:cubicBezTo>
                  <a:pt x="104461" y="264243"/>
                  <a:pt x="101946" y="265295"/>
                  <a:pt x="99011" y="265295"/>
                </a:cubicBezTo>
                <a:cubicBezTo>
                  <a:pt x="95866" y="265295"/>
                  <a:pt x="93351" y="264243"/>
                  <a:pt x="91467" y="262149"/>
                </a:cubicBezTo>
                <a:close/>
                <a:moveTo>
                  <a:pt x="143332" y="262149"/>
                </a:moveTo>
                <a:cubicBezTo>
                  <a:pt x="141238" y="260266"/>
                  <a:pt x="140187" y="257751"/>
                  <a:pt x="140187" y="254606"/>
                </a:cubicBezTo>
                <a:lnTo>
                  <a:pt x="140187" y="210285"/>
                </a:lnTo>
                <a:cubicBezTo>
                  <a:pt x="140187" y="207349"/>
                  <a:pt x="141238" y="204835"/>
                  <a:pt x="143332" y="202741"/>
                </a:cubicBezTo>
                <a:cubicBezTo>
                  <a:pt x="145426" y="200647"/>
                  <a:pt x="147941" y="199595"/>
                  <a:pt x="150876" y="199595"/>
                </a:cubicBezTo>
                <a:cubicBezTo>
                  <a:pt x="154022" y="199595"/>
                  <a:pt x="156536" y="200647"/>
                  <a:pt x="158420" y="202741"/>
                </a:cubicBezTo>
                <a:cubicBezTo>
                  <a:pt x="160514" y="204835"/>
                  <a:pt x="161565" y="207349"/>
                  <a:pt x="161565" y="210285"/>
                </a:cubicBezTo>
                <a:lnTo>
                  <a:pt x="161565" y="254606"/>
                </a:lnTo>
                <a:cubicBezTo>
                  <a:pt x="161565" y="257751"/>
                  <a:pt x="160514" y="260266"/>
                  <a:pt x="158420" y="262149"/>
                </a:cubicBezTo>
                <a:cubicBezTo>
                  <a:pt x="156326" y="264243"/>
                  <a:pt x="153811" y="265295"/>
                  <a:pt x="150876" y="265295"/>
                </a:cubicBezTo>
                <a:cubicBezTo>
                  <a:pt x="147941" y="265295"/>
                  <a:pt x="145426" y="264243"/>
                  <a:pt x="143332" y="262149"/>
                </a:cubicBezTo>
                <a:close/>
                <a:moveTo>
                  <a:pt x="195197" y="262149"/>
                </a:moveTo>
                <a:cubicBezTo>
                  <a:pt x="193313" y="260266"/>
                  <a:pt x="192371" y="257751"/>
                  <a:pt x="192371" y="254606"/>
                </a:cubicBezTo>
                <a:lnTo>
                  <a:pt x="192371" y="177595"/>
                </a:lnTo>
                <a:cubicBezTo>
                  <a:pt x="192371" y="174660"/>
                  <a:pt x="193313" y="172145"/>
                  <a:pt x="195197" y="170051"/>
                </a:cubicBezTo>
                <a:cubicBezTo>
                  <a:pt x="197291" y="167957"/>
                  <a:pt x="199915" y="166905"/>
                  <a:pt x="203052" y="166905"/>
                </a:cubicBezTo>
                <a:cubicBezTo>
                  <a:pt x="205987" y="166905"/>
                  <a:pt x="208401" y="167957"/>
                  <a:pt x="210285" y="170051"/>
                </a:cubicBezTo>
                <a:cubicBezTo>
                  <a:pt x="212379" y="172145"/>
                  <a:pt x="213430" y="174660"/>
                  <a:pt x="213430" y="177595"/>
                </a:cubicBezTo>
                <a:lnTo>
                  <a:pt x="213430" y="254606"/>
                </a:lnTo>
                <a:cubicBezTo>
                  <a:pt x="213430" y="257751"/>
                  <a:pt x="212379" y="260266"/>
                  <a:pt x="210285" y="262149"/>
                </a:cubicBezTo>
                <a:cubicBezTo>
                  <a:pt x="208401" y="264243"/>
                  <a:pt x="205886" y="265295"/>
                  <a:pt x="202741" y="265295"/>
                </a:cubicBezTo>
                <a:cubicBezTo>
                  <a:pt x="199806" y="265295"/>
                  <a:pt x="197291" y="264243"/>
                  <a:pt x="195197" y="262149"/>
                </a:cubicBezTo>
                <a:close/>
                <a:moveTo>
                  <a:pt x="247062" y="262149"/>
                </a:moveTo>
                <a:cubicBezTo>
                  <a:pt x="245178" y="260266"/>
                  <a:pt x="244227" y="257751"/>
                  <a:pt x="244227" y="254606"/>
                </a:cubicBezTo>
                <a:lnTo>
                  <a:pt x="244227" y="139876"/>
                </a:lnTo>
                <a:cubicBezTo>
                  <a:pt x="244227" y="136941"/>
                  <a:pt x="245279" y="134426"/>
                  <a:pt x="247373" y="132332"/>
                </a:cubicBezTo>
                <a:cubicBezTo>
                  <a:pt x="249256" y="130238"/>
                  <a:pt x="251771" y="129186"/>
                  <a:pt x="254916" y="129186"/>
                </a:cubicBezTo>
                <a:cubicBezTo>
                  <a:pt x="257852" y="129186"/>
                  <a:pt x="260266" y="130238"/>
                  <a:pt x="262149" y="132332"/>
                </a:cubicBezTo>
                <a:cubicBezTo>
                  <a:pt x="264243" y="134426"/>
                  <a:pt x="265295" y="136941"/>
                  <a:pt x="265295" y="139876"/>
                </a:cubicBezTo>
                <a:lnTo>
                  <a:pt x="265295" y="254606"/>
                </a:lnTo>
                <a:cubicBezTo>
                  <a:pt x="265295" y="257751"/>
                  <a:pt x="264243" y="260266"/>
                  <a:pt x="262149" y="262149"/>
                </a:cubicBezTo>
                <a:cubicBezTo>
                  <a:pt x="260266" y="264243"/>
                  <a:pt x="257751" y="265295"/>
                  <a:pt x="254606" y="265295"/>
                </a:cubicBezTo>
                <a:cubicBezTo>
                  <a:pt x="251670" y="265295"/>
                  <a:pt x="249156" y="264243"/>
                  <a:pt x="247062" y="262149"/>
                </a:cubicBezTo>
                <a:close/>
                <a:moveTo>
                  <a:pt x="176022" y="145216"/>
                </a:moveTo>
                <a:cubicBezTo>
                  <a:pt x="173297" y="145216"/>
                  <a:pt x="170572" y="144695"/>
                  <a:pt x="167847" y="143643"/>
                </a:cubicBezTo>
                <a:cubicBezTo>
                  <a:pt x="165333" y="142601"/>
                  <a:pt x="162928" y="141028"/>
                  <a:pt x="160624" y="138934"/>
                </a:cubicBezTo>
                <a:lnTo>
                  <a:pt x="125730" y="104040"/>
                </a:lnTo>
                <a:lnTo>
                  <a:pt x="55010" y="174138"/>
                </a:lnTo>
                <a:cubicBezTo>
                  <a:pt x="52907" y="176443"/>
                  <a:pt x="50393" y="177485"/>
                  <a:pt x="47467" y="177284"/>
                </a:cubicBezTo>
                <a:cubicBezTo>
                  <a:pt x="44321" y="177284"/>
                  <a:pt x="41697" y="176123"/>
                  <a:pt x="39603" y="173818"/>
                </a:cubicBezTo>
                <a:cubicBezTo>
                  <a:pt x="37719" y="171724"/>
                  <a:pt x="36667" y="169319"/>
                  <a:pt x="36466" y="166595"/>
                </a:cubicBezTo>
                <a:cubicBezTo>
                  <a:pt x="36466" y="163659"/>
                  <a:pt x="37509" y="161145"/>
                  <a:pt x="39603" y="159051"/>
                </a:cubicBezTo>
                <a:lnTo>
                  <a:pt x="110642" y="88642"/>
                </a:lnTo>
                <a:cubicBezTo>
                  <a:pt x="112947" y="86338"/>
                  <a:pt x="115361" y="84765"/>
                  <a:pt x="117875" y="83924"/>
                </a:cubicBezTo>
                <a:cubicBezTo>
                  <a:pt x="120390" y="82881"/>
                  <a:pt x="123005" y="82351"/>
                  <a:pt x="125730" y="82351"/>
                </a:cubicBezTo>
                <a:cubicBezTo>
                  <a:pt x="128455" y="82351"/>
                  <a:pt x="131070" y="82881"/>
                  <a:pt x="133585" y="83924"/>
                </a:cubicBezTo>
                <a:cubicBezTo>
                  <a:pt x="136310" y="84765"/>
                  <a:pt x="138724" y="86338"/>
                  <a:pt x="140818" y="88642"/>
                </a:cubicBezTo>
                <a:lnTo>
                  <a:pt x="176022" y="123846"/>
                </a:lnTo>
                <a:lnTo>
                  <a:pt x="247062" y="52807"/>
                </a:lnTo>
                <a:cubicBezTo>
                  <a:pt x="249156" y="50713"/>
                  <a:pt x="251670" y="49661"/>
                  <a:pt x="254606" y="49661"/>
                </a:cubicBezTo>
                <a:cubicBezTo>
                  <a:pt x="257541" y="49661"/>
                  <a:pt x="260055" y="50713"/>
                  <a:pt x="262149" y="52807"/>
                </a:cubicBezTo>
                <a:cubicBezTo>
                  <a:pt x="264033" y="54901"/>
                  <a:pt x="265085" y="57415"/>
                  <a:pt x="265295" y="60350"/>
                </a:cubicBezTo>
                <a:cubicBezTo>
                  <a:pt x="265295" y="63075"/>
                  <a:pt x="264243" y="65590"/>
                  <a:pt x="262149" y="67894"/>
                </a:cubicBezTo>
                <a:lnTo>
                  <a:pt x="191110" y="138934"/>
                </a:lnTo>
                <a:cubicBezTo>
                  <a:pt x="189226" y="141028"/>
                  <a:pt x="186922" y="142601"/>
                  <a:pt x="184197" y="143643"/>
                </a:cubicBezTo>
                <a:cubicBezTo>
                  <a:pt x="181472" y="144695"/>
                  <a:pt x="178747" y="145216"/>
                  <a:pt x="176022" y="14521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165022"/>
                </a:moveTo>
                <a:cubicBezTo>
                  <a:pt x="16240" y="163550"/>
                  <a:pt x="14877" y="161355"/>
                  <a:pt x="14457" y="158420"/>
                </a:cubicBezTo>
                <a:cubicBezTo>
                  <a:pt x="14036" y="155485"/>
                  <a:pt x="14566" y="152869"/>
                  <a:pt x="16029" y="150565"/>
                </a:cubicBezTo>
                <a:lnTo>
                  <a:pt x="59409" y="82671"/>
                </a:lnTo>
                <a:cubicBezTo>
                  <a:pt x="62764" y="77221"/>
                  <a:pt x="67583" y="74286"/>
                  <a:pt x="73865" y="73865"/>
                </a:cubicBezTo>
                <a:cubicBezTo>
                  <a:pt x="80367" y="73234"/>
                  <a:pt x="85707" y="75337"/>
                  <a:pt x="89895" y="80156"/>
                </a:cubicBezTo>
                <a:lnTo>
                  <a:pt x="111904" y="104982"/>
                </a:lnTo>
                <a:lnTo>
                  <a:pt x="148361" y="46525"/>
                </a:lnTo>
                <a:cubicBezTo>
                  <a:pt x="152138" y="40654"/>
                  <a:pt x="157478" y="37618"/>
                  <a:pt x="164391" y="37408"/>
                </a:cubicBezTo>
                <a:cubicBezTo>
                  <a:pt x="171304" y="37198"/>
                  <a:pt x="176754" y="39923"/>
                  <a:pt x="180740" y="45574"/>
                </a:cubicBezTo>
                <a:lnTo>
                  <a:pt x="203993" y="78584"/>
                </a:lnTo>
                <a:lnTo>
                  <a:pt x="241712" y="19806"/>
                </a:lnTo>
                <a:cubicBezTo>
                  <a:pt x="243395" y="17291"/>
                  <a:pt x="245800" y="15719"/>
                  <a:pt x="248945" y="15088"/>
                </a:cubicBezTo>
                <a:cubicBezTo>
                  <a:pt x="251881" y="14457"/>
                  <a:pt x="254606" y="15088"/>
                  <a:pt x="257120" y="16971"/>
                </a:cubicBezTo>
                <a:cubicBezTo>
                  <a:pt x="259635" y="18654"/>
                  <a:pt x="260997" y="20958"/>
                  <a:pt x="261208" y="23893"/>
                </a:cubicBezTo>
                <a:cubicBezTo>
                  <a:pt x="261619" y="26609"/>
                  <a:pt x="261098" y="29233"/>
                  <a:pt x="259635" y="31748"/>
                </a:cubicBezTo>
                <a:lnTo>
                  <a:pt x="220343" y="92098"/>
                </a:lnTo>
                <a:cubicBezTo>
                  <a:pt x="216566" y="97969"/>
                  <a:pt x="211327" y="101005"/>
                  <a:pt x="204624" y="101215"/>
                </a:cubicBezTo>
                <a:cubicBezTo>
                  <a:pt x="197712" y="101425"/>
                  <a:pt x="192262" y="98801"/>
                  <a:pt x="188284" y="93351"/>
                </a:cubicBezTo>
                <a:lnTo>
                  <a:pt x="165333" y="60661"/>
                </a:lnTo>
                <a:lnTo>
                  <a:pt x="128876" y="118497"/>
                </a:lnTo>
                <a:cubicBezTo>
                  <a:pt x="125309" y="123947"/>
                  <a:pt x="120280" y="126992"/>
                  <a:pt x="113788" y="127614"/>
                </a:cubicBezTo>
                <a:cubicBezTo>
                  <a:pt x="107497" y="128034"/>
                  <a:pt x="102157" y="125940"/>
                  <a:pt x="97759" y="121332"/>
                </a:cubicBezTo>
                <a:lnTo>
                  <a:pt x="75749" y="96497"/>
                </a:lnTo>
                <a:lnTo>
                  <a:pt x="33632" y="162507"/>
                </a:lnTo>
                <a:cubicBezTo>
                  <a:pt x="31958" y="165022"/>
                  <a:pt x="29654" y="166595"/>
                  <a:pt x="26719" y="167225"/>
                </a:cubicBezTo>
                <a:cubicBezTo>
                  <a:pt x="23784" y="167847"/>
                  <a:pt x="21059" y="167116"/>
                  <a:pt x="18544" y="165022"/>
                </a:cubicBezTo>
                <a:close/>
                <a:moveTo>
                  <a:pt x="184828" y="233227"/>
                </a:moveTo>
                <a:cubicBezTo>
                  <a:pt x="194676" y="233227"/>
                  <a:pt x="203052" y="229770"/>
                  <a:pt x="209974" y="222858"/>
                </a:cubicBezTo>
                <a:cubicBezTo>
                  <a:pt x="217097" y="216155"/>
                  <a:pt x="220654" y="207871"/>
                  <a:pt x="220654" y="198022"/>
                </a:cubicBezTo>
                <a:cubicBezTo>
                  <a:pt x="220654" y="188174"/>
                  <a:pt x="217197" y="179798"/>
                  <a:pt x="210285" y="172876"/>
                </a:cubicBezTo>
                <a:cubicBezTo>
                  <a:pt x="203372" y="166174"/>
                  <a:pt x="194987" y="162818"/>
                  <a:pt x="185139" y="162818"/>
                </a:cubicBezTo>
                <a:cubicBezTo>
                  <a:pt x="175290" y="162818"/>
                  <a:pt x="167015" y="166274"/>
                  <a:pt x="160303" y="173197"/>
                </a:cubicBezTo>
                <a:cubicBezTo>
                  <a:pt x="153601" y="180109"/>
                  <a:pt x="150245" y="188494"/>
                  <a:pt x="150245" y="198343"/>
                </a:cubicBezTo>
                <a:cubicBezTo>
                  <a:pt x="150245" y="207980"/>
                  <a:pt x="153601" y="216256"/>
                  <a:pt x="160303" y="223168"/>
                </a:cubicBezTo>
                <a:cubicBezTo>
                  <a:pt x="167015" y="229880"/>
                  <a:pt x="175181" y="233227"/>
                  <a:pt x="184828" y="233227"/>
                </a:cubicBezTo>
                <a:close/>
                <a:moveTo>
                  <a:pt x="184828" y="254606"/>
                </a:moveTo>
                <a:cubicBezTo>
                  <a:pt x="169319" y="254606"/>
                  <a:pt x="156006" y="249046"/>
                  <a:pt x="144905" y="237945"/>
                </a:cubicBezTo>
                <a:cubicBezTo>
                  <a:pt x="134005" y="227046"/>
                  <a:pt x="128555" y="213741"/>
                  <a:pt x="128555" y="198022"/>
                </a:cubicBezTo>
                <a:cubicBezTo>
                  <a:pt x="128555" y="182514"/>
                  <a:pt x="134005" y="169109"/>
                  <a:pt x="144905" y="157789"/>
                </a:cubicBezTo>
                <a:cubicBezTo>
                  <a:pt x="156006" y="146688"/>
                  <a:pt x="169420" y="141128"/>
                  <a:pt x="185139" y="141128"/>
                </a:cubicBezTo>
                <a:cubicBezTo>
                  <a:pt x="200857" y="141128"/>
                  <a:pt x="214262" y="146688"/>
                  <a:pt x="225372" y="157789"/>
                </a:cubicBezTo>
                <a:cubicBezTo>
                  <a:pt x="236473" y="168899"/>
                  <a:pt x="242033" y="182414"/>
                  <a:pt x="242033" y="198343"/>
                </a:cubicBezTo>
                <a:cubicBezTo>
                  <a:pt x="242033" y="204204"/>
                  <a:pt x="241191" y="209864"/>
                  <a:pt x="239518" y="215314"/>
                </a:cubicBezTo>
                <a:cubicBezTo>
                  <a:pt x="237634" y="220553"/>
                  <a:pt x="235120" y="225473"/>
                  <a:pt x="231974" y="230090"/>
                </a:cubicBezTo>
                <a:lnTo>
                  <a:pt x="258062" y="255858"/>
                </a:lnTo>
                <a:cubicBezTo>
                  <a:pt x="260366" y="258163"/>
                  <a:pt x="261518" y="260677"/>
                  <a:pt x="261518" y="263402"/>
                </a:cubicBezTo>
                <a:cubicBezTo>
                  <a:pt x="261518" y="266337"/>
                  <a:pt x="260366" y="268852"/>
                  <a:pt x="258062" y="270946"/>
                </a:cubicBezTo>
                <a:cubicBezTo>
                  <a:pt x="255968" y="273040"/>
                  <a:pt x="253453" y="274091"/>
                  <a:pt x="250518" y="274091"/>
                </a:cubicBezTo>
                <a:cubicBezTo>
                  <a:pt x="247793" y="274302"/>
                  <a:pt x="245379" y="273250"/>
                  <a:pt x="243285" y="270946"/>
                </a:cubicBezTo>
                <a:lnTo>
                  <a:pt x="216887" y="244858"/>
                </a:lnTo>
                <a:cubicBezTo>
                  <a:pt x="212278" y="247793"/>
                  <a:pt x="207349" y="250207"/>
                  <a:pt x="202110" y="252091"/>
                </a:cubicBezTo>
                <a:cubicBezTo>
                  <a:pt x="196660" y="253764"/>
                  <a:pt x="190899" y="254606"/>
                  <a:pt x="184828" y="25460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8459" y="253344"/>
                </a:moveTo>
                <a:cubicBezTo>
                  <a:pt x="215314" y="253344"/>
                  <a:pt x="212689" y="252301"/>
                  <a:pt x="210595" y="250207"/>
                </a:cubicBezTo>
                <a:cubicBezTo>
                  <a:pt x="208501" y="248104"/>
                  <a:pt x="207459" y="245590"/>
                  <a:pt x="207459" y="242663"/>
                </a:cubicBezTo>
                <a:lnTo>
                  <a:pt x="207459" y="173507"/>
                </a:lnTo>
                <a:cubicBezTo>
                  <a:pt x="207459" y="170362"/>
                  <a:pt x="208501" y="167747"/>
                  <a:pt x="210595" y="165653"/>
                </a:cubicBezTo>
                <a:cubicBezTo>
                  <a:pt x="212689" y="163550"/>
                  <a:pt x="215314" y="162507"/>
                  <a:pt x="218459" y="162507"/>
                </a:cubicBezTo>
                <a:lnTo>
                  <a:pt x="242663" y="162507"/>
                </a:lnTo>
                <a:cubicBezTo>
                  <a:pt x="245590" y="162507"/>
                  <a:pt x="248104" y="163550"/>
                  <a:pt x="250207" y="165653"/>
                </a:cubicBezTo>
                <a:cubicBezTo>
                  <a:pt x="252301" y="167747"/>
                  <a:pt x="253344" y="170362"/>
                  <a:pt x="253344" y="173507"/>
                </a:cubicBezTo>
                <a:lnTo>
                  <a:pt x="253344" y="242663"/>
                </a:lnTo>
                <a:cubicBezTo>
                  <a:pt x="253344" y="245590"/>
                  <a:pt x="252301" y="248104"/>
                  <a:pt x="250207" y="250207"/>
                </a:cubicBezTo>
                <a:cubicBezTo>
                  <a:pt x="248104" y="252301"/>
                  <a:pt x="245590" y="253344"/>
                  <a:pt x="242663" y="253344"/>
                </a:cubicBezTo>
                <a:lnTo>
                  <a:pt x="218459" y="253344"/>
                </a:lnTo>
                <a:close/>
                <a:moveTo>
                  <a:pt x="138614" y="253344"/>
                </a:moveTo>
                <a:cubicBezTo>
                  <a:pt x="135688" y="253344"/>
                  <a:pt x="133173" y="252301"/>
                  <a:pt x="131070" y="250207"/>
                </a:cubicBezTo>
                <a:cubicBezTo>
                  <a:pt x="128976" y="248104"/>
                  <a:pt x="127934" y="245590"/>
                  <a:pt x="127934" y="242663"/>
                </a:cubicBezTo>
                <a:lnTo>
                  <a:pt x="127934" y="59098"/>
                </a:lnTo>
                <a:cubicBezTo>
                  <a:pt x="127934" y="56162"/>
                  <a:pt x="128976" y="53648"/>
                  <a:pt x="131070" y="51554"/>
                </a:cubicBezTo>
                <a:cubicBezTo>
                  <a:pt x="133173" y="49451"/>
                  <a:pt x="135688" y="48408"/>
                  <a:pt x="138614" y="48408"/>
                </a:cubicBezTo>
                <a:lnTo>
                  <a:pt x="163138" y="48408"/>
                </a:lnTo>
                <a:cubicBezTo>
                  <a:pt x="166064" y="48408"/>
                  <a:pt x="168579" y="49451"/>
                  <a:pt x="170682" y="51554"/>
                </a:cubicBezTo>
                <a:cubicBezTo>
                  <a:pt x="172776" y="53648"/>
                  <a:pt x="173818" y="56162"/>
                  <a:pt x="173818" y="59098"/>
                </a:cubicBezTo>
                <a:lnTo>
                  <a:pt x="173818" y="242663"/>
                </a:lnTo>
                <a:cubicBezTo>
                  <a:pt x="173818" y="245590"/>
                  <a:pt x="172776" y="248104"/>
                  <a:pt x="170682" y="250207"/>
                </a:cubicBezTo>
                <a:cubicBezTo>
                  <a:pt x="168579" y="252301"/>
                  <a:pt x="166064" y="253344"/>
                  <a:pt x="163138" y="253344"/>
                </a:cubicBezTo>
                <a:lnTo>
                  <a:pt x="138614" y="253344"/>
                </a:lnTo>
                <a:close/>
                <a:moveTo>
                  <a:pt x="59098" y="253344"/>
                </a:moveTo>
                <a:cubicBezTo>
                  <a:pt x="56162" y="253344"/>
                  <a:pt x="53648" y="252301"/>
                  <a:pt x="51554" y="250207"/>
                </a:cubicBezTo>
                <a:cubicBezTo>
                  <a:pt x="49451" y="248104"/>
                  <a:pt x="48408" y="245590"/>
                  <a:pt x="48408" y="242663"/>
                </a:cubicBezTo>
                <a:lnTo>
                  <a:pt x="48408" y="121963"/>
                </a:lnTo>
                <a:cubicBezTo>
                  <a:pt x="48408" y="119027"/>
                  <a:pt x="49451" y="116513"/>
                  <a:pt x="51554" y="114419"/>
                </a:cubicBezTo>
                <a:cubicBezTo>
                  <a:pt x="53648" y="112316"/>
                  <a:pt x="56162" y="111273"/>
                  <a:pt x="59098" y="111273"/>
                </a:cubicBezTo>
                <a:lnTo>
                  <a:pt x="83293" y="111273"/>
                </a:lnTo>
                <a:cubicBezTo>
                  <a:pt x="86438" y="111273"/>
                  <a:pt x="89063" y="112316"/>
                  <a:pt x="91157" y="114419"/>
                </a:cubicBezTo>
                <a:cubicBezTo>
                  <a:pt x="93251" y="116513"/>
                  <a:pt x="94302" y="119027"/>
                  <a:pt x="94302" y="121963"/>
                </a:cubicBezTo>
                <a:lnTo>
                  <a:pt x="94302" y="242663"/>
                </a:lnTo>
                <a:cubicBezTo>
                  <a:pt x="94302" y="245590"/>
                  <a:pt x="93251" y="248104"/>
                  <a:pt x="91157" y="250207"/>
                </a:cubicBezTo>
                <a:cubicBezTo>
                  <a:pt x="89063" y="252301"/>
                  <a:pt x="86438" y="253344"/>
                  <a:pt x="83293" y="253344"/>
                </a:cubicBezTo>
                <a:lnTo>
                  <a:pt x="59098" y="25334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44547"/>
                </a:moveTo>
                <a:lnTo>
                  <a:pt x="101215" y="244547"/>
                </a:lnTo>
                <a:lnTo>
                  <a:pt x="101215" y="132643"/>
                </a:lnTo>
                <a:lnTo>
                  <a:pt x="44632" y="132643"/>
                </a:lnTo>
                <a:lnTo>
                  <a:pt x="44632" y="244547"/>
                </a:lnTo>
                <a:close/>
                <a:moveTo>
                  <a:pt x="122584" y="244547"/>
                </a:moveTo>
                <a:lnTo>
                  <a:pt x="179168" y="244547"/>
                </a:lnTo>
                <a:lnTo>
                  <a:pt x="179168" y="57205"/>
                </a:lnTo>
                <a:lnTo>
                  <a:pt x="122584" y="57205"/>
                </a:lnTo>
                <a:lnTo>
                  <a:pt x="122584" y="244547"/>
                </a:lnTo>
                <a:close/>
                <a:moveTo>
                  <a:pt x="200537" y="244547"/>
                </a:moveTo>
                <a:lnTo>
                  <a:pt x="257120" y="244547"/>
                </a:lnTo>
                <a:lnTo>
                  <a:pt x="257120" y="157789"/>
                </a:lnTo>
                <a:lnTo>
                  <a:pt x="200537" y="157789"/>
                </a:lnTo>
                <a:lnTo>
                  <a:pt x="200537" y="244547"/>
                </a:lnTo>
                <a:close/>
                <a:moveTo>
                  <a:pt x="23262" y="244547"/>
                </a:moveTo>
                <a:lnTo>
                  <a:pt x="23262" y="132643"/>
                </a:lnTo>
                <a:cubicBezTo>
                  <a:pt x="23262" y="126782"/>
                  <a:pt x="25356" y="121752"/>
                  <a:pt x="29544" y="117555"/>
                </a:cubicBezTo>
                <a:cubicBezTo>
                  <a:pt x="33741" y="113367"/>
                  <a:pt x="38771" y="111273"/>
                  <a:pt x="44632" y="111273"/>
                </a:cubicBezTo>
                <a:lnTo>
                  <a:pt x="101215" y="111273"/>
                </a:lnTo>
                <a:lnTo>
                  <a:pt x="101215" y="57205"/>
                </a:lnTo>
                <a:cubicBezTo>
                  <a:pt x="101215" y="51344"/>
                  <a:pt x="103309" y="46314"/>
                  <a:pt x="107497" y="42117"/>
                </a:cubicBezTo>
                <a:cubicBezTo>
                  <a:pt x="111694" y="37929"/>
                  <a:pt x="116723" y="35835"/>
                  <a:pt x="122584" y="35835"/>
                </a:cubicBezTo>
                <a:lnTo>
                  <a:pt x="179168" y="35835"/>
                </a:lnTo>
                <a:cubicBezTo>
                  <a:pt x="185029" y="35835"/>
                  <a:pt x="190058" y="37929"/>
                  <a:pt x="194255" y="42117"/>
                </a:cubicBezTo>
                <a:cubicBezTo>
                  <a:pt x="198443" y="46314"/>
                  <a:pt x="200537" y="51344"/>
                  <a:pt x="200537" y="57205"/>
                </a:cubicBezTo>
                <a:lnTo>
                  <a:pt x="200537" y="136419"/>
                </a:lnTo>
                <a:lnTo>
                  <a:pt x="257120" y="136419"/>
                </a:lnTo>
                <a:cubicBezTo>
                  <a:pt x="262981" y="136419"/>
                  <a:pt x="268011" y="138513"/>
                  <a:pt x="272208" y="142701"/>
                </a:cubicBezTo>
                <a:cubicBezTo>
                  <a:pt x="276396" y="146898"/>
                  <a:pt x="278490" y="151928"/>
                  <a:pt x="278490" y="157789"/>
                </a:cubicBezTo>
                <a:lnTo>
                  <a:pt x="278490" y="244547"/>
                </a:lnTo>
                <a:cubicBezTo>
                  <a:pt x="278490" y="250408"/>
                  <a:pt x="276396" y="255438"/>
                  <a:pt x="272208" y="259635"/>
                </a:cubicBezTo>
                <a:cubicBezTo>
                  <a:pt x="268011" y="263823"/>
                  <a:pt x="262981" y="265917"/>
                  <a:pt x="257120" y="265917"/>
                </a:cubicBezTo>
                <a:lnTo>
                  <a:pt x="44632" y="265917"/>
                </a:lnTo>
                <a:cubicBezTo>
                  <a:pt x="38771" y="265917"/>
                  <a:pt x="33741" y="263823"/>
                  <a:pt x="29544" y="259635"/>
                </a:cubicBezTo>
                <a:cubicBezTo>
                  <a:pt x="25356" y="255438"/>
                  <a:pt x="23262" y="250408"/>
                  <a:pt x="23262" y="2445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565" y="140187"/>
                </a:moveTo>
                <a:lnTo>
                  <a:pt x="256489" y="140187"/>
                </a:lnTo>
                <a:cubicBezTo>
                  <a:pt x="254185" y="115251"/>
                  <a:pt x="244017" y="93671"/>
                  <a:pt x="226003" y="75438"/>
                </a:cubicBezTo>
                <a:cubicBezTo>
                  <a:pt x="208191" y="56995"/>
                  <a:pt x="186711" y="46936"/>
                  <a:pt x="161565" y="45263"/>
                </a:cubicBezTo>
                <a:lnTo>
                  <a:pt x="161565" y="140187"/>
                </a:lnTo>
                <a:close/>
                <a:moveTo>
                  <a:pt x="140187" y="256489"/>
                </a:moveTo>
                <a:lnTo>
                  <a:pt x="140187" y="45263"/>
                </a:lnTo>
                <a:cubicBezTo>
                  <a:pt x="113157" y="47777"/>
                  <a:pt x="90526" y="59198"/>
                  <a:pt x="72292" y="79525"/>
                </a:cubicBezTo>
                <a:cubicBezTo>
                  <a:pt x="53858" y="99852"/>
                  <a:pt x="44632" y="123636"/>
                  <a:pt x="44632" y="150876"/>
                </a:cubicBezTo>
                <a:cubicBezTo>
                  <a:pt x="44632" y="178116"/>
                  <a:pt x="53858" y="201900"/>
                  <a:pt x="72292" y="222227"/>
                </a:cubicBezTo>
                <a:cubicBezTo>
                  <a:pt x="90526" y="242554"/>
                  <a:pt x="113157" y="253975"/>
                  <a:pt x="140187" y="256489"/>
                </a:cubicBezTo>
                <a:close/>
                <a:moveTo>
                  <a:pt x="161565" y="256489"/>
                </a:moveTo>
                <a:cubicBezTo>
                  <a:pt x="186711" y="254606"/>
                  <a:pt x="208191" y="244547"/>
                  <a:pt x="226003" y="226314"/>
                </a:cubicBezTo>
                <a:cubicBezTo>
                  <a:pt x="243816" y="208081"/>
                  <a:pt x="253975" y="186501"/>
                  <a:pt x="256489" y="161565"/>
                </a:cubicBezTo>
                <a:lnTo>
                  <a:pt x="161565" y="161565"/>
                </a:lnTo>
                <a:lnTo>
                  <a:pt x="161565" y="256489"/>
                </a:lnTo>
                <a:close/>
                <a:moveTo>
                  <a:pt x="150876" y="150876"/>
                </a:move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689"/>
                  <a:pt x="275143" y="185349"/>
                  <a:pt x="268431" y="200857"/>
                </a:cubicBezTo>
                <a:cubicBezTo>
                  <a:pt x="261729" y="216356"/>
                  <a:pt x="252612" y="22977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547" y="265606"/>
                </a:moveTo>
                <a:lnTo>
                  <a:pt x="57205" y="265606"/>
                </a:lnTo>
                <a:cubicBezTo>
                  <a:pt x="51554" y="265606"/>
                  <a:pt x="46525" y="263512"/>
                  <a:pt x="42117" y="259315"/>
                </a:cubicBezTo>
                <a:cubicBezTo>
                  <a:pt x="37929" y="254916"/>
                  <a:pt x="35835" y="249887"/>
                  <a:pt x="35835" y="24422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227"/>
                </a:lnTo>
                <a:cubicBezTo>
                  <a:pt x="265917" y="249887"/>
                  <a:pt x="263823" y="254916"/>
                  <a:pt x="259635" y="259315"/>
                </a:cubicBezTo>
                <a:cubicBezTo>
                  <a:pt x="255438" y="263512"/>
                  <a:pt x="250408" y="265606"/>
                  <a:pt x="244547" y="265606"/>
                </a:cubicBezTo>
                <a:close/>
                <a:moveTo>
                  <a:pt x="57205" y="100895"/>
                </a:moveTo>
                <a:lnTo>
                  <a:pt x="244547" y="100895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100895"/>
                </a:lnTo>
                <a:close/>
                <a:moveTo>
                  <a:pt x="97759" y="119759"/>
                </a:moveTo>
                <a:lnTo>
                  <a:pt x="57205" y="119759"/>
                </a:lnTo>
                <a:lnTo>
                  <a:pt x="57205" y="244227"/>
                </a:lnTo>
                <a:lnTo>
                  <a:pt x="97759" y="244227"/>
                </a:lnTo>
                <a:lnTo>
                  <a:pt x="97759" y="119759"/>
                </a:lnTo>
                <a:close/>
                <a:moveTo>
                  <a:pt x="203993" y="119759"/>
                </a:moveTo>
                <a:lnTo>
                  <a:pt x="203993" y="244227"/>
                </a:lnTo>
                <a:lnTo>
                  <a:pt x="244547" y="244227"/>
                </a:lnTo>
                <a:lnTo>
                  <a:pt x="244547" y="119759"/>
                </a:lnTo>
                <a:lnTo>
                  <a:pt x="203993" y="119759"/>
                </a:lnTo>
                <a:close/>
                <a:moveTo>
                  <a:pt x="185139" y="119759"/>
                </a:moveTo>
                <a:lnTo>
                  <a:pt x="116613" y="119759"/>
                </a:lnTo>
                <a:lnTo>
                  <a:pt x="116613" y="244227"/>
                </a:lnTo>
                <a:lnTo>
                  <a:pt x="185139" y="244227"/>
                </a:lnTo>
                <a:lnTo>
                  <a:pt x="185139" y="11975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1117" y="223799"/>
                </a:moveTo>
                <a:cubicBezTo>
                  <a:pt x="29023" y="221705"/>
                  <a:pt x="27971" y="219081"/>
                  <a:pt x="27971" y="215945"/>
                </a:cubicBezTo>
                <a:cubicBezTo>
                  <a:pt x="27761" y="213009"/>
                  <a:pt x="28813" y="210495"/>
                  <a:pt x="31117" y="208401"/>
                </a:cubicBezTo>
                <a:lnTo>
                  <a:pt x="102157" y="137672"/>
                </a:lnTo>
                <a:cubicBezTo>
                  <a:pt x="106345" y="133484"/>
                  <a:pt x="111374" y="131390"/>
                  <a:pt x="117244" y="131390"/>
                </a:cubicBezTo>
                <a:cubicBezTo>
                  <a:pt x="123115" y="131390"/>
                  <a:pt x="128144" y="133484"/>
                  <a:pt x="132332" y="137672"/>
                </a:cubicBezTo>
                <a:lnTo>
                  <a:pt x="169740" y="175080"/>
                </a:lnTo>
                <a:lnTo>
                  <a:pt x="242663" y="102157"/>
                </a:lnTo>
                <a:lnTo>
                  <a:pt x="214052" y="102157"/>
                </a:lnTo>
                <a:cubicBezTo>
                  <a:pt x="211126" y="102157"/>
                  <a:pt x="208611" y="101105"/>
                  <a:pt x="206508" y="99011"/>
                </a:cubicBezTo>
                <a:cubicBezTo>
                  <a:pt x="204414" y="96917"/>
                  <a:pt x="203372" y="94302"/>
                  <a:pt x="203372" y="91157"/>
                </a:cubicBezTo>
                <a:cubicBezTo>
                  <a:pt x="203372" y="88221"/>
                  <a:pt x="204414" y="85707"/>
                  <a:pt x="206508" y="83613"/>
                </a:cubicBezTo>
                <a:cubicBezTo>
                  <a:pt x="208611" y="81519"/>
                  <a:pt x="211126" y="80467"/>
                  <a:pt x="214052" y="80467"/>
                </a:cubicBezTo>
                <a:lnTo>
                  <a:pt x="267809" y="80467"/>
                </a:lnTo>
                <a:cubicBezTo>
                  <a:pt x="270736" y="80467"/>
                  <a:pt x="273250" y="81519"/>
                  <a:pt x="275353" y="83613"/>
                </a:cubicBezTo>
                <a:cubicBezTo>
                  <a:pt x="277447" y="85707"/>
                  <a:pt x="278490" y="88322"/>
                  <a:pt x="278490" y="91467"/>
                </a:cubicBezTo>
                <a:lnTo>
                  <a:pt x="278490" y="144905"/>
                </a:lnTo>
                <a:cubicBezTo>
                  <a:pt x="278490" y="147840"/>
                  <a:pt x="277548" y="150355"/>
                  <a:pt x="275664" y="152449"/>
                </a:cubicBezTo>
                <a:cubicBezTo>
                  <a:pt x="273570" y="154543"/>
                  <a:pt x="271056" y="155594"/>
                  <a:pt x="268120" y="155594"/>
                </a:cubicBezTo>
                <a:cubicBezTo>
                  <a:pt x="265185" y="155594"/>
                  <a:pt x="262671" y="154543"/>
                  <a:pt x="260577" y="152449"/>
                </a:cubicBezTo>
                <a:cubicBezTo>
                  <a:pt x="258483" y="150355"/>
                  <a:pt x="257431" y="147840"/>
                  <a:pt x="257431" y="144905"/>
                </a:cubicBezTo>
                <a:lnTo>
                  <a:pt x="257431" y="117555"/>
                </a:lnTo>
                <a:lnTo>
                  <a:pt x="184508" y="190479"/>
                </a:lnTo>
                <a:cubicBezTo>
                  <a:pt x="180320" y="194465"/>
                  <a:pt x="175290" y="196450"/>
                  <a:pt x="169420" y="196450"/>
                </a:cubicBezTo>
                <a:cubicBezTo>
                  <a:pt x="163550" y="196450"/>
                  <a:pt x="158520" y="194465"/>
                  <a:pt x="154332" y="190479"/>
                </a:cubicBezTo>
                <a:lnTo>
                  <a:pt x="116933" y="153391"/>
                </a:lnTo>
                <a:lnTo>
                  <a:pt x="46525" y="223799"/>
                </a:lnTo>
                <a:cubicBezTo>
                  <a:pt x="44211" y="225893"/>
                  <a:pt x="41596" y="226945"/>
                  <a:pt x="38661" y="226945"/>
                </a:cubicBezTo>
                <a:cubicBezTo>
                  <a:pt x="35726" y="226945"/>
                  <a:pt x="33211" y="225893"/>
                  <a:pt x="31117" y="22379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2663" y="206508"/>
                </a:moveTo>
                <a:lnTo>
                  <a:pt x="169740" y="133585"/>
                </a:lnTo>
                <a:lnTo>
                  <a:pt x="132332" y="170993"/>
                </a:lnTo>
                <a:cubicBezTo>
                  <a:pt x="128144" y="175181"/>
                  <a:pt x="123115" y="177284"/>
                  <a:pt x="117244" y="177284"/>
                </a:cubicBezTo>
                <a:cubicBezTo>
                  <a:pt x="111374" y="177284"/>
                  <a:pt x="106345" y="175181"/>
                  <a:pt x="102157" y="170993"/>
                </a:cubicBezTo>
                <a:lnTo>
                  <a:pt x="31117" y="99953"/>
                </a:lnTo>
                <a:cubicBezTo>
                  <a:pt x="28813" y="97649"/>
                  <a:pt x="27761" y="95034"/>
                  <a:pt x="27971" y="92098"/>
                </a:cubicBezTo>
                <a:cubicBezTo>
                  <a:pt x="27971" y="89163"/>
                  <a:pt x="29023" y="86649"/>
                  <a:pt x="31117" y="84555"/>
                </a:cubicBezTo>
                <a:cubicBezTo>
                  <a:pt x="33211" y="82461"/>
                  <a:pt x="35726" y="81409"/>
                  <a:pt x="38661" y="81409"/>
                </a:cubicBezTo>
                <a:cubicBezTo>
                  <a:pt x="41596" y="81409"/>
                  <a:pt x="44211" y="82461"/>
                  <a:pt x="46525" y="84555"/>
                </a:cubicBezTo>
                <a:lnTo>
                  <a:pt x="116933" y="155274"/>
                </a:lnTo>
                <a:lnTo>
                  <a:pt x="154332" y="117875"/>
                </a:lnTo>
                <a:cubicBezTo>
                  <a:pt x="158520" y="113678"/>
                  <a:pt x="163550" y="111584"/>
                  <a:pt x="169420" y="111584"/>
                </a:cubicBezTo>
                <a:cubicBezTo>
                  <a:pt x="175290" y="111584"/>
                  <a:pt x="180320" y="113678"/>
                  <a:pt x="184508" y="117875"/>
                </a:cubicBezTo>
                <a:lnTo>
                  <a:pt x="257431" y="190799"/>
                </a:lnTo>
                <a:lnTo>
                  <a:pt x="257431" y="163138"/>
                </a:lnTo>
                <a:cubicBezTo>
                  <a:pt x="257431" y="160203"/>
                  <a:pt x="258483" y="157789"/>
                  <a:pt x="260577" y="155905"/>
                </a:cubicBezTo>
                <a:cubicBezTo>
                  <a:pt x="262671" y="153811"/>
                  <a:pt x="265185" y="152760"/>
                  <a:pt x="268120" y="152760"/>
                </a:cubicBezTo>
                <a:cubicBezTo>
                  <a:pt x="271056" y="152760"/>
                  <a:pt x="273570" y="153811"/>
                  <a:pt x="275664" y="155905"/>
                </a:cubicBezTo>
                <a:cubicBezTo>
                  <a:pt x="277548" y="157789"/>
                  <a:pt x="278490" y="160203"/>
                  <a:pt x="278490" y="163138"/>
                </a:cubicBezTo>
                <a:lnTo>
                  <a:pt x="278490" y="217197"/>
                </a:lnTo>
                <a:cubicBezTo>
                  <a:pt x="278490" y="220343"/>
                  <a:pt x="277447" y="222858"/>
                  <a:pt x="275353" y="224741"/>
                </a:cubicBezTo>
                <a:cubicBezTo>
                  <a:pt x="273250" y="226835"/>
                  <a:pt x="270736" y="227887"/>
                  <a:pt x="267809" y="227887"/>
                </a:cubicBezTo>
                <a:lnTo>
                  <a:pt x="214052" y="227887"/>
                </a:lnTo>
                <a:cubicBezTo>
                  <a:pt x="211126" y="227887"/>
                  <a:pt x="208611" y="226835"/>
                  <a:pt x="206508" y="224741"/>
                </a:cubicBezTo>
                <a:cubicBezTo>
                  <a:pt x="204414" y="222858"/>
                  <a:pt x="203372" y="220343"/>
                  <a:pt x="203372" y="217197"/>
                </a:cubicBezTo>
                <a:cubicBezTo>
                  <a:pt x="203372" y="214262"/>
                  <a:pt x="204414" y="211748"/>
                  <a:pt x="206508" y="209654"/>
                </a:cubicBezTo>
                <a:cubicBezTo>
                  <a:pt x="208611" y="207560"/>
                  <a:pt x="211126" y="206508"/>
                  <a:pt x="214052" y="206508"/>
                </a:cubicBezTo>
                <a:lnTo>
                  <a:pt x="242663" y="20650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7256"/>
                </a:moveTo>
                <a:cubicBezTo>
                  <a:pt x="28813" y="227256"/>
                  <a:pt x="23153" y="224851"/>
                  <a:pt x="18544" y="220032"/>
                </a:cubicBezTo>
                <a:cubicBezTo>
                  <a:pt x="13935" y="215414"/>
                  <a:pt x="11631" y="209864"/>
                  <a:pt x="11631" y="203372"/>
                </a:cubicBezTo>
                <a:cubicBezTo>
                  <a:pt x="11631" y="196870"/>
                  <a:pt x="13935" y="191320"/>
                  <a:pt x="18544" y="186711"/>
                </a:cubicBezTo>
                <a:cubicBezTo>
                  <a:pt x="23363" y="182103"/>
                  <a:pt x="28922" y="179798"/>
                  <a:pt x="35204" y="179798"/>
                </a:cubicBezTo>
                <a:cubicBezTo>
                  <a:pt x="36466" y="179798"/>
                  <a:pt x="37618" y="179798"/>
                  <a:pt x="38661" y="179798"/>
                </a:cubicBezTo>
                <a:cubicBezTo>
                  <a:pt x="39923" y="180000"/>
                  <a:pt x="41495" y="180320"/>
                  <a:pt x="43379" y="180740"/>
                </a:cubicBezTo>
                <a:lnTo>
                  <a:pt x="103099" y="121012"/>
                </a:lnTo>
                <a:cubicBezTo>
                  <a:pt x="102678" y="119128"/>
                  <a:pt x="102367" y="117665"/>
                  <a:pt x="102157" y="116613"/>
                </a:cubicBezTo>
                <a:cubicBezTo>
                  <a:pt x="102157" y="115361"/>
                  <a:pt x="102157" y="114209"/>
                  <a:pt x="102157" y="113157"/>
                </a:cubicBezTo>
                <a:cubicBezTo>
                  <a:pt x="102157" y="106665"/>
                  <a:pt x="104461" y="101105"/>
                  <a:pt x="109070" y="96497"/>
                </a:cubicBezTo>
                <a:cubicBezTo>
                  <a:pt x="113678" y="91888"/>
                  <a:pt x="119238" y="89584"/>
                  <a:pt x="125730" y="89584"/>
                </a:cubicBezTo>
                <a:cubicBezTo>
                  <a:pt x="132222" y="89584"/>
                  <a:pt x="137782" y="91888"/>
                  <a:pt x="142390" y="96497"/>
                </a:cubicBezTo>
                <a:cubicBezTo>
                  <a:pt x="147209" y="101105"/>
                  <a:pt x="149623" y="106665"/>
                  <a:pt x="149623" y="113157"/>
                </a:cubicBezTo>
                <a:cubicBezTo>
                  <a:pt x="149623" y="113788"/>
                  <a:pt x="149203" y="116303"/>
                  <a:pt x="148361" y="120701"/>
                </a:cubicBezTo>
                <a:lnTo>
                  <a:pt x="180740" y="153391"/>
                </a:lnTo>
                <a:cubicBezTo>
                  <a:pt x="182624" y="152970"/>
                  <a:pt x="184087" y="152659"/>
                  <a:pt x="185139" y="152449"/>
                </a:cubicBezTo>
                <a:cubicBezTo>
                  <a:pt x="186391" y="152449"/>
                  <a:pt x="187543" y="152449"/>
                  <a:pt x="188595" y="152449"/>
                </a:cubicBezTo>
                <a:cubicBezTo>
                  <a:pt x="189647" y="152449"/>
                  <a:pt x="190799" y="152449"/>
                  <a:pt x="192051" y="152449"/>
                </a:cubicBezTo>
                <a:cubicBezTo>
                  <a:pt x="193103" y="152659"/>
                  <a:pt x="194566" y="152970"/>
                  <a:pt x="196450" y="153391"/>
                </a:cubicBezTo>
                <a:lnTo>
                  <a:pt x="243605" y="106244"/>
                </a:lnTo>
                <a:cubicBezTo>
                  <a:pt x="243185" y="104360"/>
                  <a:pt x="242865" y="102888"/>
                  <a:pt x="242663" y="101846"/>
                </a:cubicBezTo>
                <a:cubicBezTo>
                  <a:pt x="242663" y="100584"/>
                  <a:pt x="242663" y="99331"/>
                  <a:pt x="242663" y="98069"/>
                </a:cubicBezTo>
                <a:cubicBezTo>
                  <a:pt x="242663" y="91577"/>
                  <a:pt x="244968" y="86018"/>
                  <a:pt x="249576" y="81409"/>
                </a:cubicBezTo>
                <a:cubicBezTo>
                  <a:pt x="254185" y="76800"/>
                  <a:pt x="259845" y="74496"/>
                  <a:pt x="266548" y="74496"/>
                </a:cubicBezTo>
                <a:cubicBezTo>
                  <a:pt x="273040" y="74496"/>
                  <a:pt x="278599" y="76800"/>
                  <a:pt x="283208" y="81409"/>
                </a:cubicBezTo>
                <a:cubicBezTo>
                  <a:pt x="287817" y="86228"/>
                  <a:pt x="290121" y="91888"/>
                  <a:pt x="290121" y="98380"/>
                </a:cubicBezTo>
                <a:cubicBezTo>
                  <a:pt x="290121" y="104882"/>
                  <a:pt x="287817" y="110432"/>
                  <a:pt x="283208" y="115041"/>
                </a:cubicBezTo>
                <a:cubicBezTo>
                  <a:pt x="278599" y="119649"/>
                  <a:pt x="273040" y="121963"/>
                  <a:pt x="266548" y="121963"/>
                </a:cubicBezTo>
                <a:cubicBezTo>
                  <a:pt x="265295" y="121963"/>
                  <a:pt x="264033" y="121963"/>
                  <a:pt x="262780" y="121963"/>
                </a:cubicBezTo>
                <a:cubicBezTo>
                  <a:pt x="261729" y="121752"/>
                  <a:pt x="260266" y="121432"/>
                  <a:pt x="258373" y="121012"/>
                </a:cubicBezTo>
                <a:lnTo>
                  <a:pt x="211226" y="168167"/>
                </a:lnTo>
                <a:cubicBezTo>
                  <a:pt x="211647" y="170051"/>
                  <a:pt x="211958" y="171514"/>
                  <a:pt x="212168" y="172566"/>
                </a:cubicBezTo>
                <a:cubicBezTo>
                  <a:pt x="212379" y="173818"/>
                  <a:pt x="212488" y="174970"/>
                  <a:pt x="212488" y="176022"/>
                </a:cubicBezTo>
                <a:cubicBezTo>
                  <a:pt x="212488" y="182514"/>
                  <a:pt x="210074" y="188074"/>
                  <a:pt x="205255" y="192682"/>
                </a:cubicBezTo>
                <a:cubicBezTo>
                  <a:pt x="200647" y="197501"/>
                  <a:pt x="195087" y="199915"/>
                  <a:pt x="188595" y="199915"/>
                </a:cubicBezTo>
                <a:cubicBezTo>
                  <a:pt x="182103" y="199915"/>
                  <a:pt x="176543" y="197501"/>
                  <a:pt x="171935" y="192682"/>
                </a:cubicBezTo>
                <a:cubicBezTo>
                  <a:pt x="167326" y="188074"/>
                  <a:pt x="165022" y="182514"/>
                  <a:pt x="165022" y="176022"/>
                </a:cubicBezTo>
                <a:cubicBezTo>
                  <a:pt x="165022" y="174970"/>
                  <a:pt x="165022" y="173818"/>
                  <a:pt x="165022" y="172566"/>
                </a:cubicBezTo>
                <a:cubicBezTo>
                  <a:pt x="165232" y="171514"/>
                  <a:pt x="165543" y="170051"/>
                  <a:pt x="165964" y="168167"/>
                </a:cubicBezTo>
                <a:lnTo>
                  <a:pt x="133585" y="135788"/>
                </a:lnTo>
                <a:cubicBezTo>
                  <a:pt x="131701" y="136209"/>
                  <a:pt x="130238" y="136520"/>
                  <a:pt x="129186" y="136730"/>
                </a:cubicBezTo>
                <a:cubicBezTo>
                  <a:pt x="127934" y="136941"/>
                  <a:pt x="126782" y="137050"/>
                  <a:pt x="125730" y="137050"/>
                </a:cubicBezTo>
                <a:cubicBezTo>
                  <a:pt x="125099" y="137050"/>
                  <a:pt x="122584" y="136630"/>
                  <a:pt x="118186" y="135788"/>
                </a:cubicBezTo>
                <a:lnTo>
                  <a:pt x="58147" y="195828"/>
                </a:lnTo>
                <a:cubicBezTo>
                  <a:pt x="58567" y="197501"/>
                  <a:pt x="58887" y="198964"/>
                  <a:pt x="59098" y="200226"/>
                </a:cubicBezTo>
                <a:cubicBezTo>
                  <a:pt x="59098" y="201269"/>
                  <a:pt x="59098" y="202430"/>
                  <a:pt x="59098" y="203683"/>
                </a:cubicBezTo>
                <a:cubicBezTo>
                  <a:pt x="59098" y="209974"/>
                  <a:pt x="56784" y="215524"/>
                  <a:pt x="52176" y="220343"/>
                </a:cubicBezTo>
                <a:cubicBezTo>
                  <a:pt x="47567" y="224952"/>
                  <a:pt x="42017" y="227256"/>
                  <a:pt x="35515" y="2272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72" y="206508"/>
                </a:moveTo>
                <a:cubicBezTo>
                  <a:pt x="157899" y="206097"/>
                  <a:pt x="164601" y="202631"/>
                  <a:pt x="168789" y="196139"/>
                </a:cubicBezTo>
                <a:lnTo>
                  <a:pt x="224110" y="110011"/>
                </a:lnTo>
                <a:cubicBezTo>
                  <a:pt x="225793" y="107497"/>
                  <a:pt x="225582" y="105193"/>
                  <a:pt x="223489" y="103099"/>
                </a:cubicBezTo>
                <a:cubicBezTo>
                  <a:pt x="221385" y="101005"/>
                  <a:pt x="219081" y="100794"/>
                  <a:pt x="216566" y="102468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665" y="206718"/>
                  <a:pt x="148672" y="206508"/>
                </a:cubicBezTo>
                <a:close/>
                <a:moveTo>
                  <a:pt x="150245" y="48719"/>
                </a:moveTo>
                <a:cubicBezTo>
                  <a:pt x="159471" y="48719"/>
                  <a:pt x="169210" y="49981"/>
                  <a:pt x="179478" y="52496"/>
                </a:cubicBezTo>
                <a:cubicBezTo>
                  <a:pt x="189747" y="54800"/>
                  <a:pt x="199915" y="58778"/>
                  <a:pt x="209974" y="64438"/>
                </a:cubicBezTo>
                <a:cubicBezTo>
                  <a:pt x="212488" y="65901"/>
                  <a:pt x="214052" y="68105"/>
                  <a:pt x="214683" y="71040"/>
                </a:cubicBezTo>
                <a:cubicBezTo>
                  <a:pt x="215103" y="73765"/>
                  <a:pt x="214372" y="76490"/>
                  <a:pt x="212488" y="79214"/>
                </a:cubicBezTo>
                <a:cubicBezTo>
                  <a:pt x="210806" y="81930"/>
                  <a:pt x="208611" y="83503"/>
                  <a:pt x="205886" y="83924"/>
                </a:cubicBezTo>
                <a:cubicBezTo>
                  <a:pt x="203372" y="84344"/>
                  <a:pt x="200747" y="83924"/>
                  <a:pt x="198022" y="82671"/>
                </a:cubicBezTo>
                <a:cubicBezTo>
                  <a:pt x="189647" y="78263"/>
                  <a:pt x="181152" y="75127"/>
                  <a:pt x="172566" y="73234"/>
                </a:cubicBezTo>
                <a:cubicBezTo>
                  <a:pt x="164181" y="71140"/>
                  <a:pt x="156746" y="70098"/>
                  <a:pt x="150245" y="70098"/>
                </a:cubicBezTo>
                <a:cubicBezTo>
                  <a:pt x="121121" y="70098"/>
                  <a:pt x="96186" y="80568"/>
                  <a:pt x="75438" y="101526"/>
                </a:cubicBezTo>
                <a:cubicBezTo>
                  <a:pt x="54901" y="122274"/>
                  <a:pt x="44632" y="147520"/>
                  <a:pt x="44632" y="177284"/>
                </a:cubicBezTo>
                <a:cubicBezTo>
                  <a:pt x="44632" y="186711"/>
                  <a:pt x="45894" y="196139"/>
                  <a:pt x="48408" y="205566"/>
                </a:cubicBezTo>
                <a:cubicBezTo>
                  <a:pt x="51133" y="215003"/>
                  <a:pt x="54800" y="223799"/>
                  <a:pt x="59409" y="231974"/>
                </a:cubicBezTo>
                <a:lnTo>
                  <a:pt x="240771" y="231974"/>
                </a:lnTo>
                <a:cubicBezTo>
                  <a:pt x="245379" y="224430"/>
                  <a:pt x="248945" y="215734"/>
                  <a:pt x="251460" y="205886"/>
                </a:cubicBezTo>
                <a:cubicBezTo>
                  <a:pt x="254185" y="196038"/>
                  <a:pt x="255547" y="186291"/>
                  <a:pt x="255547" y="176653"/>
                </a:cubicBezTo>
                <a:cubicBezTo>
                  <a:pt x="255547" y="169740"/>
                  <a:pt x="254606" y="162196"/>
                  <a:pt x="252722" y="154022"/>
                </a:cubicBezTo>
                <a:cubicBezTo>
                  <a:pt x="251039" y="145847"/>
                  <a:pt x="248104" y="137992"/>
                  <a:pt x="243916" y="130448"/>
                </a:cubicBezTo>
                <a:cubicBezTo>
                  <a:pt x="242453" y="127723"/>
                  <a:pt x="241923" y="124889"/>
                  <a:pt x="242343" y="121963"/>
                </a:cubicBezTo>
                <a:cubicBezTo>
                  <a:pt x="242764" y="118817"/>
                  <a:pt x="244337" y="116403"/>
                  <a:pt x="247062" y="114730"/>
                </a:cubicBezTo>
                <a:cubicBezTo>
                  <a:pt x="249576" y="112846"/>
                  <a:pt x="252301" y="112316"/>
                  <a:pt x="255236" y="113157"/>
                </a:cubicBezTo>
                <a:cubicBezTo>
                  <a:pt x="258163" y="114209"/>
                  <a:pt x="260366" y="116092"/>
                  <a:pt x="261829" y="118817"/>
                </a:cubicBezTo>
                <a:cubicBezTo>
                  <a:pt x="266447" y="128245"/>
                  <a:pt x="270004" y="137571"/>
                  <a:pt x="272519" y="146789"/>
                </a:cubicBezTo>
                <a:cubicBezTo>
                  <a:pt x="275033" y="156216"/>
                  <a:pt x="276505" y="165543"/>
                  <a:pt x="276917" y="174769"/>
                </a:cubicBezTo>
                <a:cubicBezTo>
                  <a:pt x="277338" y="187342"/>
                  <a:pt x="276085" y="199284"/>
                  <a:pt x="273150" y="210595"/>
                </a:cubicBezTo>
                <a:cubicBezTo>
                  <a:pt x="270214" y="221916"/>
                  <a:pt x="265816" y="232395"/>
                  <a:pt x="259946" y="242033"/>
                </a:cubicBezTo>
                <a:cubicBezTo>
                  <a:pt x="257221" y="247272"/>
                  <a:pt x="254285" y="250408"/>
                  <a:pt x="251149" y="251460"/>
                </a:cubicBezTo>
                <a:cubicBezTo>
                  <a:pt x="248214" y="252722"/>
                  <a:pt x="244437" y="253344"/>
                  <a:pt x="239829" y="253344"/>
                </a:cubicBezTo>
                <a:lnTo>
                  <a:pt x="60350" y="253344"/>
                </a:lnTo>
                <a:cubicBezTo>
                  <a:pt x="56373" y="253344"/>
                  <a:pt x="52496" y="252402"/>
                  <a:pt x="48719" y="250518"/>
                </a:cubicBezTo>
                <a:cubicBezTo>
                  <a:pt x="44952" y="248424"/>
                  <a:pt x="42227" y="245590"/>
                  <a:pt x="40544" y="242033"/>
                </a:cubicBezTo>
                <a:cubicBezTo>
                  <a:pt x="34894" y="231974"/>
                  <a:pt x="30596" y="221596"/>
                  <a:pt x="27661" y="210916"/>
                </a:cubicBezTo>
                <a:cubicBezTo>
                  <a:pt x="24725" y="200436"/>
                  <a:pt x="23262" y="189226"/>
                  <a:pt x="23262" y="177284"/>
                </a:cubicBezTo>
                <a:cubicBezTo>
                  <a:pt x="23262" y="159682"/>
                  <a:pt x="26609" y="143021"/>
                  <a:pt x="33321" y="127303"/>
                </a:cubicBezTo>
                <a:cubicBezTo>
                  <a:pt x="40023" y="111795"/>
                  <a:pt x="49140" y="98170"/>
                  <a:pt x="60661" y="86438"/>
                </a:cubicBezTo>
                <a:cubicBezTo>
                  <a:pt x="72192" y="74917"/>
                  <a:pt x="85597" y="65690"/>
                  <a:pt x="100895" y="58778"/>
                </a:cubicBezTo>
                <a:cubicBezTo>
                  <a:pt x="116403" y="52075"/>
                  <a:pt x="132853" y="48719"/>
                  <a:pt x="150245" y="48719"/>
                </a:cubicBezTo>
                <a:close/>
                <a:moveTo>
                  <a:pt x="148361" y="153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993" y="110953"/>
                </a:moveTo>
                <a:lnTo>
                  <a:pt x="159993" y="44952"/>
                </a:lnTo>
                <a:cubicBezTo>
                  <a:pt x="159993" y="42017"/>
                  <a:pt x="160934" y="39502"/>
                  <a:pt x="162818" y="37408"/>
                </a:cubicBezTo>
                <a:cubicBezTo>
                  <a:pt x="164912" y="35305"/>
                  <a:pt x="167536" y="34263"/>
                  <a:pt x="170682" y="34263"/>
                </a:cubicBezTo>
                <a:lnTo>
                  <a:pt x="256800" y="34263"/>
                </a:lnTo>
                <a:cubicBezTo>
                  <a:pt x="259735" y="34263"/>
                  <a:pt x="262250" y="35305"/>
                  <a:pt x="264344" y="37408"/>
                </a:cubicBezTo>
                <a:cubicBezTo>
                  <a:pt x="266447" y="39502"/>
                  <a:pt x="267489" y="42017"/>
                  <a:pt x="267489" y="44952"/>
                </a:cubicBezTo>
                <a:lnTo>
                  <a:pt x="267489" y="110953"/>
                </a:lnTo>
                <a:cubicBezTo>
                  <a:pt x="267489" y="114099"/>
                  <a:pt x="266447" y="116723"/>
                  <a:pt x="264344" y="118817"/>
                </a:cubicBezTo>
                <a:cubicBezTo>
                  <a:pt x="262250" y="120701"/>
                  <a:pt x="259735" y="121643"/>
                  <a:pt x="256800" y="121643"/>
                </a:cubicBezTo>
                <a:lnTo>
                  <a:pt x="170682" y="121643"/>
                </a:lnTo>
                <a:cubicBezTo>
                  <a:pt x="167536" y="121643"/>
                  <a:pt x="164912" y="120701"/>
                  <a:pt x="162818" y="118817"/>
                </a:cubicBezTo>
                <a:cubicBezTo>
                  <a:pt x="160934" y="116723"/>
                  <a:pt x="159993" y="114099"/>
                  <a:pt x="159993" y="110953"/>
                </a:cubicBezTo>
                <a:close/>
                <a:moveTo>
                  <a:pt x="34263" y="150876"/>
                </a:moveTo>
                <a:lnTo>
                  <a:pt x="34263" y="44952"/>
                </a:lnTo>
                <a:cubicBezTo>
                  <a:pt x="34263" y="42017"/>
                  <a:pt x="35305" y="39502"/>
                  <a:pt x="37408" y="37408"/>
                </a:cubicBezTo>
                <a:cubicBezTo>
                  <a:pt x="39502" y="35305"/>
                  <a:pt x="42017" y="34263"/>
                  <a:pt x="44952" y="34263"/>
                </a:cubicBezTo>
                <a:lnTo>
                  <a:pt x="131070" y="34263"/>
                </a:lnTo>
                <a:cubicBezTo>
                  <a:pt x="134216" y="34263"/>
                  <a:pt x="136840" y="35305"/>
                  <a:pt x="138934" y="37408"/>
                </a:cubicBezTo>
                <a:cubicBezTo>
                  <a:pt x="140818" y="39502"/>
                  <a:pt x="141759" y="42017"/>
                  <a:pt x="141759" y="44952"/>
                </a:cubicBezTo>
                <a:lnTo>
                  <a:pt x="141759" y="150876"/>
                </a:lnTo>
                <a:cubicBezTo>
                  <a:pt x="141759" y="154022"/>
                  <a:pt x="140818" y="156637"/>
                  <a:pt x="138934" y="158731"/>
                </a:cubicBezTo>
                <a:cubicBezTo>
                  <a:pt x="136840" y="160834"/>
                  <a:pt x="134216" y="161876"/>
                  <a:pt x="131070" y="161876"/>
                </a:cubicBezTo>
                <a:lnTo>
                  <a:pt x="44952" y="161876"/>
                </a:lnTo>
                <a:cubicBezTo>
                  <a:pt x="42017" y="161876"/>
                  <a:pt x="39502" y="160834"/>
                  <a:pt x="37408" y="158731"/>
                </a:cubicBezTo>
                <a:cubicBezTo>
                  <a:pt x="35305" y="156637"/>
                  <a:pt x="34263" y="154022"/>
                  <a:pt x="34263" y="150876"/>
                </a:cubicBezTo>
                <a:close/>
                <a:moveTo>
                  <a:pt x="159993" y="256489"/>
                </a:moveTo>
                <a:lnTo>
                  <a:pt x="159993" y="150565"/>
                </a:lnTo>
                <a:cubicBezTo>
                  <a:pt x="159993" y="147420"/>
                  <a:pt x="160934" y="144905"/>
                  <a:pt x="162818" y="143021"/>
                </a:cubicBezTo>
                <a:cubicBezTo>
                  <a:pt x="164912" y="140918"/>
                  <a:pt x="167536" y="139876"/>
                  <a:pt x="170682" y="139876"/>
                </a:cubicBezTo>
                <a:lnTo>
                  <a:pt x="256800" y="139876"/>
                </a:lnTo>
                <a:cubicBezTo>
                  <a:pt x="259735" y="139876"/>
                  <a:pt x="262250" y="140918"/>
                  <a:pt x="264344" y="143021"/>
                </a:cubicBezTo>
                <a:cubicBezTo>
                  <a:pt x="266447" y="144905"/>
                  <a:pt x="267489" y="147420"/>
                  <a:pt x="267489" y="150565"/>
                </a:cubicBezTo>
                <a:lnTo>
                  <a:pt x="267489" y="256489"/>
                </a:lnTo>
                <a:cubicBezTo>
                  <a:pt x="267489" y="259635"/>
                  <a:pt x="266447" y="262149"/>
                  <a:pt x="264344" y="264033"/>
                </a:cubicBezTo>
                <a:cubicBezTo>
                  <a:pt x="262250" y="266127"/>
                  <a:pt x="259735" y="267179"/>
                  <a:pt x="256800" y="267179"/>
                </a:cubicBezTo>
                <a:lnTo>
                  <a:pt x="170682" y="267179"/>
                </a:lnTo>
                <a:cubicBezTo>
                  <a:pt x="167536" y="267179"/>
                  <a:pt x="164912" y="266127"/>
                  <a:pt x="162818" y="264033"/>
                </a:cubicBezTo>
                <a:cubicBezTo>
                  <a:pt x="160934" y="262149"/>
                  <a:pt x="159993" y="259635"/>
                  <a:pt x="159993" y="256489"/>
                </a:cubicBezTo>
                <a:close/>
                <a:moveTo>
                  <a:pt x="34263" y="256489"/>
                </a:moveTo>
                <a:lnTo>
                  <a:pt x="34263" y="190479"/>
                </a:lnTo>
                <a:cubicBezTo>
                  <a:pt x="34263" y="187543"/>
                  <a:pt x="35305" y="185029"/>
                  <a:pt x="37408" y="182935"/>
                </a:cubicBezTo>
                <a:cubicBezTo>
                  <a:pt x="39502" y="180841"/>
                  <a:pt x="42017" y="179798"/>
                  <a:pt x="44952" y="179798"/>
                </a:cubicBezTo>
                <a:lnTo>
                  <a:pt x="131070" y="179798"/>
                </a:lnTo>
                <a:cubicBezTo>
                  <a:pt x="134216" y="179798"/>
                  <a:pt x="136840" y="180841"/>
                  <a:pt x="138934" y="182935"/>
                </a:cubicBezTo>
                <a:cubicBezTo>
                  <a:pt x="140818" y="185029"/>
                  <a:pt x="141759" y="187543"/>
                  <a:pt x="141759" y="190479"/>
                </a:cubicBezTo>
                <a:lnTo>
                  <a:pt x="141759" y="256489"/>
                </a:lnTo>
                <a:cubicBezTo>
                  <a:pt x="141759" y="259635"/>
                  <a:pt x="140818" y="262149"/>
                  <a:pt x="138934" y="264033"/>
                </a:cubicBezTo>
                <a:cubicBezTo>
                  <a:pt x="136840" y="266127"/>
                  <a:pt x="134216" y="267179"/>
                  <a:pt x="131070" y="267179"/>
                </a:cubicBezTo>
                <a:lnTo>
                  <a:pt x="44952" y="267179"/>
                </a:lnTo>
                <a:cubicBezTo>
                  <a:pt x="42017" y="267179"/>
                  <a:pt x="39502" y="266127"/>
                  <a:pt x="37408" y="264033"/>
                </a:cubicBezTo>
                <a:cubicBezTo>
                  <a:pt x="35305" y="262149"/>
                  <a:pt x="34263" y="259635"/>
                  <a:pt x="34263" y="256489"/>
                </a:cubicBezTo>
                <a:close/>
                <a:moveTo>
                  <a:pt x="55952" y="140187"/>
                </a:moveTo>
                <a:lnTo>
                  <a:pt x="120390" y="140187"/>
                </a:lnTo>
                <a:lnTo>
                  <a:pt x="120390" y="55632"/>
                </a:lnTo>
                <a:lnTo>
                  <a:pt x="55952" y="55632"/>
                </a:lnTo>
                <a:lnTo>
                  <a:pt x="55952" y="140187"/>
                </a:lnTo>
                <a:close/>
                <a:moveTo>
                  <a:pt x="181362" y="245800"/>
                </a:moveTo>
                <a:lnTo>
                  <a:pt x="246120" y="245800"/>
                </a:lnTo>
                <a:lnTo>
                  <a:pt x="246120" y="161245"/>
                </a:lnTo>
                <a:lnTo>
                  <a:pt x="181362" y="161245"/>
                </a:lnTo>
                <a:lnTo>
                  <a:pt x="181362" y="245800"/>
                </a:lnTo>
                <a:close/>
                <a:moveTo>
                  <a:pt x="181362" y="100273"/>
                </a:moveTo>
                <a:lnTo>
                  <a:pt x="246120" y="100273"/>
                </a:lnTo>
                <a:lnTo>
                  <a:pt x="246120" y="55632"/>
                </a:lnTo>
                <a:lnTo>
                  <a:pt x="181362" y="55632"/>
                </a:lnTo>
                <a:lnTo>
                  <a:pt x="181362" y="100273"/>
                </a:lnTo>
                <a:close/>
                <a:moveTo>
                  <a:pt x="55952" y="245800"/>
                </a:moveTo>
                <a:lnTo>
                  <a:pt x="120390" y="245800"/>
                </a:lnTo>
                <a:lnTo>
                  <a:pt x="120390" y="201168"/>
                </a:lnTo>
                <a:lnTo>
                  <a:pt x="55952" y="201168"/>
                </a:lnTo>
                <a:lnTo>
                  <a:pt x="55952" y="245800"/>
                </a:lnTo>
                <a:close/>
                <a:moveTo>
                  <a:pt x="120390" y="140187"/>
                </a:moveTo>
                <a:close/>
                <a:moveTo>
                  <a:pt x="181362" y="100273"/>
                </a:moveTo>
                <a:close/>
                <a:moveTo>
                  <a:pt x="181362" y="161245"/>
                </a:moveTo>
                <a:close/>
                <a:moveTo>
                  <a:pt x="120390" y="20116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7595"/>
                </a:moveTo>
                <a:lnTo>
                  <a:pt x="102788" y="148051"/>
                </a:lnTo>
                <a:cubicBezTo>
                  <a:pt x="100685" y="145947"/>
                  <a:pt x="98170" y="144905"/>
                  <a:pt x="95244" y="144905"/>
                </a:cubicBezTo>
                <a:cubicBezTo>
                  <a:pt x="92098" y="144905"/>
                  <a:pt x="89373" y="146057"/>
                  <a:pt x="87069" y="148361"/>
                </a:cubicBezTo>
                <a:cubicBezTo>
                  <a:pt x="84975" y="150666"/>
                  <a:pt x="83924" y="153290"/>
                  <a:pt x="83924" y="156216"/>
                </a:cubicBezTo>
                <a:cubicBezTo>
                  <a:pt x="83924" y="159151"/>
                  <a:pt x="84975" y="161666"/>
                  <a:pt x="87069" y="163760"/>
                </a:cubicBezTo>
                <a:lnTo>
                  <a:pt x="124477" y="201479"/>
                </a:lnTo>
                <a:cubicBezTo>
                  <a:pt x="126782" y="203783"/>
                  <a:pt x="129296" y="204944"/>
                  <a:pt x="132021" y="204944"/>
                </a:cubicBezTo>
                <a:cubicBezTo>
                  <a:pt x="134947" y="204944"/>
                  <a:pt x="137571" y="203783"/>
                  <a:pt x="139876" y="201479"/>
                </a:cubicBezTo>
                <a:lnTo>
                  <a:pt x="214052" y="127303"/>
                </a:lnTo>
                <a:cubicBezTo>
                  <a:pt x="216356" y="124998"/>
                  <a:pt x="217517" y="122374"/>
                  <a:pt x="217517" y="119448"/>
                </a:cubicBezTo>
                <a:cubicBezTo>
                  <a:pt x="217517" y="116303"/>
                  <a:pt x="216356" y="113578"/>
                  <a:pt x="214052" y="111273"/>
                </a:cubicBezTo>
                <a:cubicBezTo>
                  <a:pt x="211748" y="109179"/>
                  <a:pt x="209023" y="108228"/>
                  <a:pt x="205886" y="108439"/>
                </a:cubicBezTo>
                <a:cubicBezTo>
                  <a:pt x="202741" y="108439"/>
                  <a:pt x="200116" y="109490"/>
                  <a:pt x="198022" y="111584"/>
                </a:cubicBezTo>
                <a:lnTo>
                  <a:pt x="132332" y="177595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711"/>
                </a:moveTo>
                <a:lnTo>
                  <a:pt x="190479" y="204314"/>
                </a:lnTo>
                <a:cubicBezTo>
                  <a:pt x="192573" y="206408"/>
                  <a:pt x="194886" y="207459"/>
                  <a:pt x="197401" y="207459"/>
                </a:cubicBezTo>
                <a:cubicBezTo>
                  <a:pt x="200116" y="207459"/>
                  <a:pt x="202430" y="206408"/>
                  <a:pt x="204314" y="204314"/>
                </a:cubicBezTo>
                <a:cubicBezTo>
                  <a:pt x="206408" y="202220"/>
                  <a:pt x="207459" y="199915"/>
                  <a:pt x="207459" y="197401"/>
                </a:cubicBezTo>
                <a:cubicBezTo>
                  <a:pt x="207459" y="194676"/>
                  <a:pt x="206408" y="192371"/>
                  <a:pt x="204314" y="190479"/>
                </a:cubicBezTo>
                <a:lnTo>
                  <a:pt x="164711" y="150876"/>
                </a:lnTo>
                <a:lnTo>
                  <a:pt x="204314" y="111273"/>
                </a:lnTo>
                <a:cubicBezTo>
                  <a:pt x="206408" y="109179"/>
                  <a:pt x="207459" y="106875"/>
                  <a:pt x="207459" y="104360"/>
                </a:cubicBezTo>
                <a:cubicBezTo>
                  <a:pt x="207459" y="101636"/>
                  <a:pt x="206408" y="99331"/>
                  <a:pt x="204314" y="97438"/>
                </a:cubicBezTo>
                <a:cubicBezTo>
                  <a:pt x="202430" y="95344"/>
                  <a:pt x="200116" y="94302"/>
                  <a:pt x="197401" y="94302"/>
                </a:cubicBezTo>
                <a:cubicBezTo>
                  <a:pt x="194886" y="94302"/>
                  <a:pt x="192573" y="95344"/>
                  <a:pt x="190479" y="97438"/>
                </a:cubicBezTo>
                <a:lnTo>
                  <a:pt x="150876" y="137050"/>
                </a:lnTo>
                <a:lnTo>
                  <a:pt x="111273" y="97438"/>
                </a:lnTo>
                <a:cubicBezTo>
                  <a:pt x="109179" y="95344"/>
                  <a:pt x="106875" y="94302"/>
                  <a:pt x="104360" y="94302"/>
                </a:cubicBezTo>
                <a:cubicBezTo>
                  <a:pt x="101846" y="94302"/>
                  <a:pt x="99532" y="95344"/>
                  <a:pt x="97438" y="97438"/>
                </a:cubicBezTo>
                <a:cubicBezTo>
                  <a:pt x="95344" y="99331"/>
                  <a:pt x="94302" y="101636"/>
                  <a:pt x="94302" y="104360"/>
                </a:cubicBezTo>
                <a:cubicBezTo>
                  <a:pt x="94302" y="106875"/>
                  <a:pt x="95344" y="109179"/>
                  <a:pt x="97438" y="111273"/>
                </a:cubicBezTo>
                <a:lnTo>
                  <a:pt x="137050" y="150876"/>
                </a:lnTo>
                <a:lnTo>
                  <a:pt x="97438" y="190479"/>
                </a:lnTo>
                <a:cubicBezTo>
                  <a:pt x="95344" y="192573"/>
                  <a:pt x="94302" y="194886"/>
                  <a:pt x="94302" y="197401"/>
                </a:cubicBezTo>
                <a:cubicBezTo>
                  <a:pt x="94302" y="199915"/>
                  <a:pt x="95344" y="202220"/>
                  <a:pt x="97438" y="204314"/>
                </a:cubicBezTo>
                <a:cubicBezTo>
                  <a:pt x="99532" y="206408"/>
                  <a:pt x="101846" y="207459"/>
                  <a:pt x="104360" y="207459"/>
                </a:cubicBezTo>
                <a:cubicBezTo>
                  <a:pt x="107076" y="207459"/>
                  <a:pt x="109390" y="206408"/>
                  <a:pt x="111273" y="204314"/>
                </a:cubicBezTo>
                <a:lnTo>
                  <a:pt x="150876" y="164711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50876" y="257120"/>
                </a:moveTo>
                <a:cubicBezTo>
                  <a:pt x="163449" y="257120"/>
                  <a:pt x="175501" y="255026"/>
                  <a:pt x="187022" y="250829"/>
                </a:cubicBezTo>
                <a:cubicBezTo>
                  <a:pt x="198553" y="246851"/>
                  <a:pt x="208922" y="240771"/>
                  <a:pt x="218139" y="232605"/>
                </a:cubicBezTo>
                <a:lnTo>
                  <a:pt x="68836" y="83613"/>
                </a:lnTo>
                <a:cubicBezTo>
                  <a:pt x="61082" y="93040"/>
                  <a:pt x="55111" y="103519"/>
                  <a:pt x="50923" y="115041"/>
                </a:cubicBezTo>
                <a:cubicBezTo>
                  <a:pt x="46726" y="126571"/>
                  <a:pt x="44632" y="138513"/>
                  <a:pt x="44632" y="150876"/>
                </a:cubicBezTo>
                <a:cubicBezTo>
                  <a:pt x="44632" y="180420"/>
                  <a:pt x="54901" y="205566"/>
                  <a:pt x="75438" y="226314"/>
                </a:cubicBezTo>
                <a:cubicBezTo>
                  <a:pt x="96186" y="246851"/>
                  <a:pt x="121332" y="257120"/>
                  <a:pt x="150876" y="257120"/>
                </a:cubicBezTo>
                <a:close/>
                <a:moveTo>
                  <a:pt x="232605" y="218139"/>
                </a:moveTo>
                <a:cubicBezTo>
                  <a:pt x="240149" y="208712"/>
                  <a:pt x="246120" y="198233"/>
                  <a:pt x="250518" y="186711"/>
                </a:cubicBezTo>
                <a:cubicBezTo>
                  <a:pt x="254916" y="175181"/>
                  <a:pt x="257120" y="163239"/>
                  <a:pt x="257120" y="150876"/>
                </a:cubicBezTo>
                <a:cubicBezTo>
                  <a:pt x="257120" y="121121"/>
                  <a:pt x="246851" y="95975"/>
                  <a:pt x="226314" y="75438"/>
                </a:cubicBezTo>
                <a:cubicBezTo>
                  <a:pt x="205566" y="54901"/>
                  <a:pt x="180420" y="44632"/>
                  <a:pt x="150876" y="44632"/>
                </a:cubicBezTo>
                <a:cubicBezTo>
                  <a:pt x="138513" y="44632"/>
                  <a:pt x="126571" y="46726"/>
                  <a:pt x="115041" y="50923"/>
                </a:cubicBezTo>
                <a:cubicBezTo>
                  <a:pt x="103519" y="55111"/>
                  <a:pt x="93040" y="61192"/>
                  <a:pt x="83613" y="69156"/>
                </a:cubicBezTo>
                <a:lnTo>
                  <a:pt x="232605" y="21813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9544" y="264975"/>
                </a:moveTo>
                <a:cubicBezTo>
                  <a:pt x="27450" y="264975"/>
                  <a:pt x="25567" y="264454"/>
                  <a:pt x="23893" y="263402"/>
                </a:cubicBezTo>
                <a:cubicBezTo>
                  <a:pt x="22421" y="262570"/>
                  <a:pt x="21168" y="261308"/>
                  <a:pt x="20117" y="259635"/>
                </a:cubicBezTo>
                <a:cubicBezTo>
                  <a:pt x="19276" y="257952"/>
                  <a:pt x="18754" y="256279"/>
                  <a:pt x="18544" y="254606"/>
                </a:cubicBezTo>
                <a:cubicBezTo>
                  <a:pt x="18544" y="252722"/>
                  <a:pt x="19065" y="250829"/>
                  <a:pt x="20117" y="248945"/>
                </a:cubicBezTo>
                <a:lnTo>
                  <a:pt x="141449" y="39292"/>
                </a:lnTo>
                <a:cubicBezTo>
                  <a:pt x="142701" y="37408"/>
                  <a:pt x="144064" y="36046"/>
                  <a:pt x="145536" y="35204"/>
                </a:cubicBezTo>
                <a:cubicBezTo>
                  <a:pt x="147209" y="34363"/>
                  <a:pt x="148992" y="33952"/>
                  <a:pt x="150876" y="33952"/>
                </a:cubicBezTo>
                <a:cubicBezTo>
                  <a:pt x="152760" y="33952"/>
                  <a:pt x="154543" y="34363"/>
                  <a:pt x="156216" y="35204"/>
                </a:cubicBezTo>
                <a:cubicBezTo>
                  <a:pt x="157688" y="36046"/>
                  <a:pt x="159051" y="37408"/>
                  <a:pt x="160303" y="39292"/>
                </a:cubicBezTo>
                <a:lnTo>
                  <a:pt x="281635" y="248945"/>
                </a:lnTo>
                <a:cubicBezTo>
                  <a:pt x="282687" y="250829"/>
                  <a:pt x="283208" y="252722"/>
                  <a:pt x="283208" y="254606"/>
                </a:cubicBezTo>
                <a:cubicBezTo>
                  <a:pt x="282998" y="256279"/>
                  <a:pt x="282476" y="257952"/>
                  <a:pt x="281635" y="259635"/>
                </a:cubicBezTo>
                <a:cubicBezTo>
                  <a:pt x="280584" y="261308"/>
                  <a:pt x="279331" y="262570"/>
                  <a:pt x="277868" y="263402"/>
                </a:cubicBezTo>
                <a:cubicBezTo>
                  <a:pt x="276185" y="264454"/>
                  <a:pt x="274302" y="264975"/>
                  <a:pt x="272208" y="264975"/>
                </a:cubicBezTo>
                <a:lnTo>
                  <a:pt x="29544" y="264975"/>
                </a:lnTo>
                <a:close/>
                <a:moveTo>
                  <a:pt x="46836" y="244227"/>
                </a:moveTo>
                <a:lnTo>
                  <a:pt x="254916" y="244227"/>
                </a:lnTo>
                <a:lnTo>
                  <a:pt x="150876" y="64438"/>
                </a:lnTo>
                <a:lnTo>
                  <a:pt x="46836" y="244227"/>
                </a:lnTo>
                <a:close/>
                <a:moveTo>
                  <a:pt x="159051" y="224430"/>
                </a:moveTo>
                <a:cubicBezTo>
                  <a:pt x="160934" y="222547"/>
                  <a:pt x="161876" y="220233"/>
                  <a:pt x="161876" y="217517"/>
                </a:cubicBezTo>
                <a:cubicBezTo>
                  <a:pt x="161876" y="214582"/>
                  <a:pt x="160934" y="212278"/>
                  <a:pt x="159051" y="210595"/>
                </a:cubicBezTo>
                <a:cubicBezTo>
                  <a:pt x="157167" y="208712"/>
                  <a:pt x="154854" y="207770"/>
                  <a:pt x="152138" y="207770"/>
                </a:cubicBezTo>
                <a:cubicBezTo>
                  <a:pt x="149413" y="207770"/>
                  <a:pt x="147109" y="208712"/>
                  <a:pt x="145216" y="210595"/>
                </a:cubicBezTo>
                <a:cubicBezTo>
                  <a:pt x="143332" y="212278"/>
                  <a:pt x="142390" y="214582"/>
                  <a:pt x="142390" y="217517"/>
                </a:cubicBezTo>
                <a:cubicBezTo>
                  <a:pt x="142390" y="220233"/>
                  <a:pt x="143332" y="222547"/>
                  <a:pt x="145216" y="224430"/>
                </a:cubicBezTo>
                <a:cubicBezTo>
                  <a:pt x="147109" y="226314"/>
                  <a:pt x="149413" y="227256"/>
                  <a:pt x="152138" y="227256"/>
                </a:cubicBezTo>
                <a:cubicBezTo>
                  <a:pt x="154854" y="227256"/>
                  <a:pt x="157167" y="226314"/>
                  <a:pt x="159051" y="224430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2021"/>
                </a:lnTo>
                <a:cubicBezTo>
                  <a:pt x="161565" y="129296"/>
                  <a:pt x="160724" y="126992"/>
                  <a:pt x="159051" y="125099"/>
                </a:cubicBezTo>
                <a:cubicBezTo>
                  <a:pt x="157167" y="123426"/>
                  <a:pt x="154854" y="122584"/>
                  <a:pt x="152138" y="122584"/>
                </a:cubicBezTo>
                <a:cubicBezTo>
                  <a:pt x="149413" y="122584"/>
                  <a:pt x="147209" y="123426"/>
                  <a:pt x="145536" y="125099"/>
                </a:cubicBezTo>
                <a:cubicBezTo>
                  <a:pt x="143643" y="126992"/>
                  <a:pt x="142701" y="129296"/>
                  <a:pt x="142701" y="132021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33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2168"/>
                </a:moveTo>
                <a:cubicBezTo>
                  <a:pt x="161666" y="209864"/>
                  <a:pt x="162818" y="207038"/>
                  <a:pt x="162818" y="203683"/>
                </a:cubicBezTo>
                <a:cubicBezTo>
                  <a:pt x="162818" y="200327"/>
                  <a:pt x="161666" y="197501"/>
                  <a:pt x="159362" y="195197"/>
                </a:cubicBezTo>
                <a:cubicBezTo>
                  <a:pt x="157268" y="192682"/>
                  <a:pt x="154442" y="191420"/>
                  <a:pt x="150876" y="191420"/>
                </a:cubicBezTo>
                <a:cubicBezTo>
                  <a:pt x="147520" y="191420"/>
                  <a:pt x="144695" y="192573"/>
                  <a:pt x="142390" y="194886"/>
                </a:cubicBezTo>
                <a:cubicBezTo>
                  <a:pt x="140086" y="197401"/>
                  <a:pt x="138934" y="200327"/>
                  <a:pt x="138934" y="203683"/>
                </a:cubicBezTo>
                <a:cubicBezTo>
                  <a:pt x="138934" y="207038"/>
                  <a:pt x="140086" y="209864"/>
                  <a:pt x="142390" y="212168"/>
                </a:cubicBezTo>
                <a:cubicBezTo>
                  <a:pt x="144484" y="214473"/>
                  <a:pt x="147310" y="215625"/>
                  <a:pt x="150876" y="215625"/>
                </a:cubicBezTo>
                <a:cubicBezTo>
                  <a:pt x="154232" y="215625"/>
                  <a:pt x="157057" y="214473"/>
                  <a:pt x="159362" y="212168"/>
                </a:cubicBezTo>
                <a:close/>
                <a:moveTo>
                  <a:pt x="159362" y="162507"/>
                </a:moveTo>
                <a:cubicBezTo>
                  <a:pt x="161456" y="160624"/>
                  <a:pt x="162507" y="158109"/>
                  <a:pt x="162507" y="154963"/>
                </a:cubicBezTo>
                <a:lnTo>
                  <a:pt x="162507" y="95555"/>
                </a:lnTo>
                <a:cubicBezTo>
                  <a:pt x="162507" y="92620"/>
                  <a:pt x="161456" y="90105"/>
                  <a:pt x="159362" y="88011"/>
                </a:cubicBezTo>
                <a:cubicBezTo>
                  <a:pt x="157268" y="85917"/>
                  <a:pt x="154753" y="84865"/>
                  <a:pt x="151818" y="84865"/>
                </a:cubicBezTo>
                <a:cubicBezTo>
                  <a:pt x="148672" y="84865"/>
                  <a:pt x="146158" y="85917"/>
                  <a:pt x="144274" y="88011"/>
                </a:cubicBezTo>
                <a:cubicBezTo>
                  <a:pt x="142180" y="90105"/>
                  <a:pt x="141128" y="92620"/>
                  <a:pt x="141128" y="95555"/>
                </a:cubicBezTo>
                <a:lnTo>
                  <a:pt x="141128" y="154963"/>
                </a:lnTo>
                <a:cubicBezTo>
                  <a:pt x="141128" y="158109"/>
                  <a:pt x="142180" y="160624"/>
                  <a:pt x="144274" y="162507"/>
                </a:cubicBezTo>
                <a:cubicBezTo>
                  <a:pt x="146368" y="164601"/>
                  <a:pt x="148883" y="165653"/>
                  <a:pt x="151818" y="165653"/>
                </a:cubicBezTo>
                <a:cubicBezTo>
                  <a:pt x="154963" y="165653"/>
                  <a:pt x="157478" y="164601"/>
                  <a:pt x="159362" y="162507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374" y="23262"/>
                  <a:pt x="151187" y="23262"/>
                </a:cubicBezTo>
                <a:cubicBezTo>
                  <a:pt x="1687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7179"/>
                </a:moveTo>
                <a:cubicBezTo>
                  <a:pt x="144384" y="267179"/>
                  <a:pt x="138824" y="264765"/>
                  <a:pt x="134216" y="259946"/>
                </a:cubicBezTo>
                <a:cubicBezTo>
                  <a:pt x="129607" y="255337"/>
                  <a:pt x="127303" y="249787"/>
                  <a:pt x="127303" y="243285"/>
                </a:cubicBezTo>
                <a:cubicBezTo>
                  <a:pt x="127303" y="236793"/>
                  <a:pt x="129607" y="231243"/>
                  <a:pt x="134216" y="226625"/>
                </a:cubicBezTo>
                <a:cubicBezTo>
                  <a:pt x="138824" y="222016"/>
                  <a:pt x="144384" y="219712"/>
                  <a:pt x="150876" y="219712"/>
                </a:cubicBezTo>
                <a:cubicBezTo>
                  <a:pt x="157368" y="219712"/>
                  <a:pt x="162928" y="222016"/>
                  <a:pt x="167536" y="226625"/>
                </a:cubicBezTo>
                <a:cubicBezTo>
                  <a:pt x="172355" y="231243"/>
                  <a:pt x="174769" y="236793"/>
                  <a:pt x="174769" y="243285"/>
                </a:cubicBezTo>
                <a:cubicBezTo>
                  <a:pt x="174769" y="249787"/>
                  <a:pt x="172355" y="255438"/>
                  <a:pt x="167536" y="260266"/>
                </a:cubicBezTo>
                <a:cubicBezTo>
                  <a:pt x="162928" y="264874"/>
                  <a:pt x="157368" y="267179"/>
                  <a:pt x="150876" y="267179"/>
                </a:cubicBezTo>
                <a:close/>
                <a:moveTo>
                  <a:pt x="150876" y="188284"/>
                </a:moveTo>
                <a:cubicBezTo>
                  <a:pt x="144594" y="188284"/>
                  <a:pt x="139245" y="185980"/>
                  <a:pt x="134847" y="181362"/>
                </a:cubicBezTo>
                <a:cubicBezTo>
                  <a:pt x="130238" y="176964"/>
                  <a:pt x="127934" y="171624"/>
                  <a:pt x="127934" y="165333"/>
                </a:cubicBezTo>
                <a:lnTo>
                  <a:pt x="127934" y="58147"/>
                </a:lnTo>
                <a:cubicBezTo>
                  <a:pt x="127934" y="51654"/>
                  <a:pt x="130238" y="46205"/>
                  <a:pt x="134847" y="41806"/>
                </a:cubicBezTo>
                <a:cubicBezTo>
                  <a:pt x="139245" y="37408"/>
                  <a:pt x="144594" y="35204"/>
                  <a:pt x="150876" y="35204"/>
                </a:cubicBezTo>
                <a:cubicBezTo>
                  <a:pt x="157167" y="35204"/>
                  <a:pt x="162507" y="37408"/>
                  <a:pt x="166905" y="41806"/>
                </a:cubicBezTo>
                <a:cubicBezTo>
                  <a:pt x="171514" y="46205"/>
                  <a:pt x="173818" y="51654"/>
                  <a:pt x="173818" y="58147"/>
                </a:cubicBezTo>
                <a:lnTo>
                  <a:pt x="173818" y="165333"/>
                </a:lnTo>
                <a:cubicBezTo>
                  <a:pt x="173818" y="171624"/>
                  <a:pt x="171514" y="176964"/>
                  <a:pt x="166905" y="181362"/>
                </a:cubicBezTo>
                <a:cubicBezTo>
                  <a:pt x="162507" y="185980"/>
                  <a:pt x="157167" y="188284"/>
                  <a:pt x="150876" y="1882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051" y="211537"/>
                </a:moveTo>
                <a:cubicBezTo>
                  <a:pt x="161145" y="209654"/>
                  <a:pt x="162196" y="207249"/>
                  <a:pt x="162196" y="204314"/>
                </a:cubicBezTo>
                <a:lnTo>
                  <a:pt x="162196" y="148672"/>
                </a:lnTo>
                <a:cubicBezTo>
                  <a:pt x="162196" y="145746"/>
                  <a:pt x="161145" y="143232"/>
                  <a:pt x="159051" y="141128"/>
                </a:cubicBezTo>
                <a:cubicBezTo>
                  <a:pt x="157167" y="139245"/>
                  <a:pt x="154753" y="138303"/>
                  <a:pt x="151818" y="138303"/>
                </a:cubicBezTo>
                <a:cubicBezTo>
                  <a:pt x="148883" y="138303"/>
                  <a:pt x="146478" y="139245"/>
                  <a:pt x="144594" y="141128"/>
                </a:cubicBezTo>
                <a:cubicBezTo>
                  <a:pt x="142491" y="143232"/>
                  <a:pt x="141449" y="145746"/>
                  <a:pt x="141449" y="148672"/>
                </a:cubicBezTo>
                <a:lnTo>
                  <a:pt x="141449" y="204314"/>
                </a:lnTo>
                <a:cubicBezTo>
                  <a:pt x="141449" y="207249"/>
                  <a:pt x="142491" y="209654"/>
                  <a:pt x="144594" y="211537"/>
                </a:cubicBezTo>
                <a:cubicBezTo>
                  <a:pt x="146478" y="213640"/>
                  <a:pt x="148883" y="214683"/>
                  <a:pt x="151818" y="214683"/>
                </a:cubicBezTo>
                <a:cubicBezTo>
                  <a:pt x="154753" y="214683"/>
                  <a:pt x="157167" y="213640"/>
                  <a:pt x="159051" y="211537"/>
                </a:cubicBezTo>
                <a:close/>
                <a:moveTo>
                  <a:pt x="159051" y="112846"/>
                </a:moveTo>
                <a:cubicBezTo>
                  <a:pt x="161355" y="110743"/>
                  <a:pt x="162507" y="108128"/>
                  <a:pt x="162507" y="104982"/>
                </a:cubicBezTo>
                <a:cubicBezTo>
                  <a:pt x="162507" y="101636"/>
                  <a:pt x="161355" y="98801"/>
                  <a:pt x="159051" y="96497"/>
                </a:cubicBezTo>
                <a:cubicBezTo>
                  <a:pt x="156957" y="94192"/>
                  <a:pt x="154232" y="93040"/>
                  <a:pt x="150876" y="93040"/>
                </a:cubicBezTo>
                <a:cubicBezTo>
                  <a:pt x="147520" y="93040"/>
                  <a:pt x="144795" y="94192"/>
                  <a:pt x="142701" y="96497"/>
                </a:cubicBezTo>
                <a:cubicBezTo>
                  <a:pt x="140397" y="98801"/>
                  <a:pt x="139245" y="101636"/>
                  <a:pt x="139245" y="104982"/>
                </a:cubicBezTo>
                <a:cubicBezTo>
                  <a:pt x="139245" y="108128"/>
                  <a:pt x="140397" y="110743"/>
                  <a:pt x="142701" y="112846"/>
                </a:cubicBezTo>
                <a:cubicBezTo>
                  <a:pt x="145006" y="115150"/>
                  <a:pt x="147730" y="116303"/>
                  <a:pt x="150876" y="116303"/>
                </a:cubicBezTo>
                <a:cubicBezTo>
                  <a:pt x="154022" y="116303"/>
                  <a:pt x="156746" y="115150"/>
                  <a:pt x="159051" y="11284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934" y="220343"/>
                </a:moveTo>
                <a:cubicBezTo>
                  <a:pt x="163239" y="218039"/>
                  <a:pt x="164391" y="215103"/>
                  <a:pt x="164391" y="211537"/>
                </a:cubicBezTo>
                <a:cubicBezTo>
                  <a:pt x="164391" y="207980"/>
                  <a:pt x="163239" y="205045"/>
                  <a:pt x="160934" y="202741"/>
                </a:cubicBezTo>
                <a:cubicBezTo>
                  <a:pt x="158420" y="200226"/>
                  <a:pt x="155384" y="198964"/>
                  <a:pt x="151818" y="198964"/>
                </a:cubicBezTo>
                <a:cubicBezTo>
                  <a:pt x="148462" y="198964"/>
                  <a:pt x="145536" y="200226"/>
                  <a:pt x="143021" y="202741"/>
                </a:cubicBezTo>
                <a:cubicBezTo>
                  <a:pt x="140717" y="205045"/>
                  <a:pt x="139565" y="207980"/>
                  <a:pt x="139565" y="211537"/>
                </a:cubicBezTo>
                <a:cubicBezTo>
                  <a:pt x="139565" y="215103"/>
                  <a:pt x="140717" y="218039"/>
                  <a:pt x="143021" y="220343"/>
                </a:cubicBezTo>
                <a:cubicBezTo>
                  <a:pt x="145536" y="222858"/>
                  <a:pt x="148462" y="224110"/>
                  <a:pt x="151818" y="224110"/>
                </a:cubicBezTo>
                <a:cubicBezTo>
                  <a:pt x="155384" y="224110"/>
                  <a:pt x="158420" y="222858"/>
                  <a:pt x="160934" y="220343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  <a:moveTo>
                  <a:pt x="151507" y="95555"/>
                </a:moveTo>
                <a:cubicBezTo>
                  <a:pt x="157579" y="95555"/>
                  <a:pt x="162928" y="97438"/>
                  <a:pt x="167536" y="101215"/>
                </a:cubicBezTo>
                <a:cubicBezTo>
                  <a:pt x="172145" y="104772"/>
                  <a:pt x="174449" y="109490"/>
                  <a:pt x="174449" y="115361"/>
                </a:cubicBezTo>
                <a:cubicBezTo>
                  <a:pt x="174449" y="120600"/>
                  <a:pt x="172876" y="125209"/>
                  <a:pt x="169740" y="129186"/>
                </a:cubicBezTo>
                <a:cubicBezTo>
                  <a:pt x="166595" y="133173"/>
                  <a:pt x="163028" y="136840"/>
                  <a:pt x="159051" y="140187"/>
                </a:cubicBezTo>
                <a:cubicBezTo>
                  <a:pt x="154232" y="144173"/>
                  <a:pt x="150035" y="148672"/>
                  <a:pt x="146478" y="153701"/>
                </a:cubicBezTo>
                <a:cubicBezTo>
                  <a:pt x="142912" y="158520"/>
                  <a:pt x="141128" y="164080"/>
                  <a:pt x="141128" y="170362"/>
                </a:cubicBezTo>
                <a:cubicBezTo>
                  <a:pt x="141128" y="172666"/>
                  <a:pt x="142079" y="174559"/>
                  <a:pt x="143963" y="176022"/>
                </a:cubicBezTo>
                <a:cubicBezTo>
                  <a:pt x="145636" y="177485"/>
                  <a:pt x="147730" y="178226"/>
                  <a:pt x="150245" y="178226"/>
                </a:cubicBezTo>
                <a:cubicBezTo>
                  <a:pt x="152970" y="178226"/>
                  <a:pt x="155174" y="177384"/>
                  <a:pt x="156847" y="175711"/>
                </a:cubicBezTo>
                <a:cubicBezTo>
                  <a:pt x="158731" y="173818"/>
                  <a:pt x="159993" y="171624"/>
                  <a:pt x="160624" y="169109"/>
                </a:cubicBezTo>
                <a:cubicBezTo>
                  <a:pt x="161245" y="164711"/>
                  <a:pt x="162928" y="160834"/>
                  <a:pt x="165653" y="157478"/>
                </a:cubicBezTo>
                <a:cubicBezTo>
                  <a:pt x="168167" y="153912"/>
                  <a:pt x="171203" y="150775"/>
                  <a:pt x="174769" y="148051"/>
                </a:cubicBezTo>
                <a:cubicBezTo>
                  <a:pt x="179798" y="143853"/>
                  <a:pt x="183986" y="138934"/>
                  <a:pt x="187342" y="133274"/>
                </a:cubicBezTo>
                <a:cubicBezTo>
                  <a:pt x="190689" y="127614"/>
                  <a:pt x="192371" y="121432"/>
                  <a:pt x="192371" y="114730"/>
                </a:cubicBezTo>
                <a:cubicBezTo>
                  <a:pt x="192371" y="104251"/>
                  <a:pt x="188385" y="95454"/>
                  <a:pt x="180420" y="88322"/>
                </a:cubicBezTo>
                <a:cubicBezTo>
                  <a:pt x="172666" y="81199"/>
                  <a:pt x="163449" y="77642"/>
                  <a:pt x="152760" y="77642"/>
                </a:cubicBezTo>
                <a:cubicBezTo>
                  <a:pt x="145216" y="77642"/>
                  <a:pt x="137882" y="79214"/>
                  <a:pt x="130759" y="82351"/>
                </a:cubicBezTo>
                <a:cubicBezTo>
                  <a:pt x="123846" y="85496"/>
                  <a:pt x="118086" y="90215"/>
                  <a:pt x="113468" y="96497"/>
                </a:cubicBezTo>
                <a:cubicBezTo>
                  <a:pt x="112005" y="98591"/>
                  <a:pt x="111374" y="100895"/>
                  <a:pt x="111584" y="103409"/>
                </a:cubicBezTo>
                <a:cubicBezTo>
                  <a:pt x="111584" y="106134"/>
                  <a:pt x="112636" y="108228"/>
                  <a:pt x="114730" y="109701"/>
                </a:cubicBezTo>
                <a:cubicBezTo>
                  <a:pt x="117244" y="111374"/>
                  <a:pt x="119860" y="111904"/>
                  <a:pt x="122584" y="111273"/>
                </a:cubicBezTo>
                <a:cubicBezTo>
                  <a:pt x="125309" y="110642"/>
                  <a:pt x="127614" y="109179"/>
                  <a:pt x="129506" y="106875"/>
                </a:cubicBezTo>
                <a:cubicBezTo>
                  <a:pt x="132021" y="103309"/>
                  <a:pt x="135267" y="100483"/>
                  <a:pt x="139245" y="98380"/>
                </a:cubicBezTo>
                <a:cubicBezTo>
                  <a:pt x="143021" y="96497"/>
                  <a:pt x="147109" y="95555"/>
                  <a:pt x="151507" y="95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61876"/>
                </a:moveTo>
                <a:cubicBezTo>
                  <a:pt x="98490" y="158941"/>
                  <a:pt x="99953" y="155274"/>
                  <a:pt x="99953" y="150876"/>
                </a:cubicBezTo>
                <a:cubicBezTo>
                  <a:pt x="99953" y="146478"/>
                  <a:pt x="98490" y="142811"/>
                  <a:pt x="95555" y="139876"/>
                </a:cubicBezTo>
                <a:cubicBezTo>
                  <a:pt x="92409" y="136730"/>
                  <a:pt x="88642" y="135157"/>
                  <a:pt x="84244" y="135157"/>
                </a:cubicBezTo>
                <a:cubicBezTo>
                  <a:pt x="79836" y="135157"/>
                  <a:pt x="76170" y="136730"/>
                  <a:pt x="73234" y="139876"/>
                </a:cubicBezTo>
                <a:cubicBezTo>
                  <a:pt x="70098" y="142811"/>
                  <a:pt x="68525" y="146478"/>
                  <a:pt x="68525" y="150876"/>
                </a:cubicBezTo>
                <a:cubicBezTo>
                  <a:pt x="68525" y="155274"/>
                  <a:pt x="70098" y="159051"/>
                  <a:pt x="73234" y="162196"/>
                </a:cubicBezTo>
                <a:cubicBezTo>
                  <a:pt x="76170" y="165122"/>
                  <a:pt x="79836" y="166595"/>
                  <a:pt x="84244" y="166595"/>
                </a:cubicBezTo>
                <a:cubicBezTo>
                  <a:pt x="88642" y="166595"/>
                  <a:pt x="92409" y="165022"/>
                  <a:pt x="95555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8198" y="161876"/>
                </a:moveTo>
                <a:cubicBezTo>
                  <a:pt x="231343" y="158941"/>
                  <a:pt x="232916" y="155274"/>
                  <a:pt x="232916" y="150876"/>
                </a:cubicBezTo>
                <a:cubicBezTo>
                  <a:pt x="232916" y="146478"/>
                  <a:pt x="231343" y="142811"/>
                  <a:pt x="228198" y="139876"/>
                </a:cubicBezTo>
                <a:cubicBezTo>
                  <a:pt x="225262" y="136730"/>
                  <a:pt x="221596" y="135157"/>
                  <a:pt x="217197" y="135157"/>
                </a:cubicBezTo>
                <a:cubicBezTo>
                  <a:pt x="212799" y="135157"/>
                  <a:pt x="209023" y="136730"/>
                  <a:pt x="205886" y="139876"/>
                </a:cubicBezTo>
                <a:cubicBezTo>
                  <a:pt x="202951" y="142811"/>
                  <a:pt x="201479" y="146478"/>
                  <a:pt x="201479" y="150876"/>
                </a:cubicBezTo>
                <a:cubicBezTo>
                  <a:pt x="201479" y="155274"/>
                  <a:pt x="202951" y="159051"/>
                  <a:pt x="205886" y="162196"/>
                </a:cubicBezTo>
                <a:cubicBezTo>
                  <a:pt x="209023" y="165122"/>
                  <a:pt x="212799" y="166595"/>
                  <a:pt x="217197" y="166595"/>
                </a:cubicBezTo>
                <a:cubicBezTo>
                  <a:pt x="221596" y="166595"/>
                  <a:pt x="225262" y="165022"/>
                  <a:pt x="228198" y="16187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38" y="257120"/>
                </a:moveTo>
                <a:lnTo>
                  <a:pt x="204314" y="257120"/>
                </a:lnTo>
                <a:lnTo>
                  <a:pt x="204314" y="217828"/>
                </a:lnTo>
                <a:cubicBezTo>
                  <a:pt x="204314" y="202951"/>
                  <a:pt x="199074" y="190378"/>
                  <a:pt x="188595" y="180109"/>
                </a:cubicBezTo>
                <a:cubicBezTo>
                  <a:pt x="178326" y="169841"/>
                  <a:pt x="165753" y="164711"/>
                  <a:pt x="150876" y="164711"/>
                </a:cubicBezTo>
                <a:cubicBezTo>
                  <a:pt x="135999" y="164711"/>
                  <a:pt x="123426" y="169841"/>
                  <a:pt x="113157" y="180109"/>
                </a:cubicBezTo>
                <a:cubicBezTo>
                  <a:pt x="102678" y="190378"/>
                  <a:pt x="97438" y="202951"/>
                  <a:pt x="97438" y="217828"/>
                </a:cubicBezTo>
                <a:lnTo>
                  <a:pt x="97438" y="257120"/>
                </a:lnTo>
                <a:close/>
                <a:moveTo>
                  <a:pt x="188595" y="121332"/>
                </a:moveTo>
                <a:cubicBezTo>
                  <a:pt x="199074" y="111063"/>
                  <a:pt x="204314" y="98490"/>
                  <a:pt x="204314" y="83613"/>
                </a:cubicBezTo>
                <a:lnTo>
                  <a:pt x="204314" y="44632"/>
                </a:lnTo>
                <a:lnTo>
                  <a:pt x="97438" y="44632"/>
                </a:lnTo>
                <a:lnTo>
                  <a:pt x="97438" y="83613"/>
                </a:lnTo>
                <a:cubicBezTo>
                  <a:pt x="97438" y="98490"/>
                  <a:pt x="102678" y="111063"/>
                  <a:pt x="113157" y="121332"/>
                </a:cubicBezTo>
                <a:cubicBezTo>
                  <a:pt x="123426" y="131811"/>
                  <a:pt x="135999" y="137050"/>
                  <a:pt x="150876" y="137050"/>
                </a:cubicBezTo>
                <a:cubicBezTo>
                  <a:pt x="165753" y="137050"/>
                  <a:pt x="178326" y="131811"/>
                  <a:pt x="188595" y="121332"/>
                </a:cubicBezTo>
                <a:close/>
                <a:moveTo>
                  <a:pt x="59098" y="278490"/>
                </a:moveTo>
                <a:cubicBezTo>
                  <a:pt x="55952" y="278490"/>
                  <a:pt x="53438" y="277447"/>
                  <a:pt x="51554" y="275353"/>
                </a:cubicBezTo>
                <a:cubicBezTo>
                  <a:pt x="49451" y="273460"/>
                  <a:pt x="48408" y="270946"/>
                  <a:pt x="48408" y="267809"/>
                </a:cubicBezTo>
                <a:cubicBezTo>
                  <a:pt x="48408" y="264664"/>
                  <a:pt x="49451" y="262149"/>
                  <a:pt x="51554" y="260266"/>
                </a:cubicBezTo>
                <a:cubicBezTo>
                  <a:pt x="53438" y="258163"/>
                  <a:pt x="55952" y="257120"/>
                  <a:pt x="59098" y="257120"/>
                </a:cubicBezTo>
                <a:lnTo>
                  <a:pt x="76069" y="257120"/>
                </a:lnTo>
                <a:lnTo>
                  <a:pt x="76069" y="217828"/>
                </a:lnTo>
                <a:cubicBezTo>
                  <a:pt x="76069" y="203161"/>
                  <a:pt x="80156" y="189747"/>
                  <a:pt x="88322" y="177595"/>
                </a:cubicBezTo>
                <a:cubicBezTo>
                  <a:pt x="96497" y="165442"/>
                  <a:pt x="107287" y="156536"/>
                  <a:pt x="120701" y="150876"/>
                </a:cubicBezTo>
                <a:cubicBezTo>
                  <a:pt x="107287" y="145006"/>
                  <a:pt x="96497" y="135999"/>
                  <a:pt x="88322" y="123846"/>
                </a:cubicBezTo>
                <a:cubicBezTo>
                  <a:pt x="80156" y="111694"/>
                  <a:pt x="76069" y="98280"/>
                  <a:pt x="76069" y="83613"/>
                </a:cubicBezTo>
                <a:lnTo>
                  <a:pt x="76069" y="44632"/>
                </a:lnTo>
                <a:lnTo>
                  <a:pt x="59098" y="44632"/>
                </a:lnTo>
                <a:cubicBezTo>
                  <a:pt x="55952" y="44632"/>
                  <a:pt x="53438" y="43589"/>
                  <a:pt x="51554" y="41495"/>
                </a:cubicBezTo>
                <a:cubicBezTo>
                  <a:pt x="49451" y="39603"/>
                  <a:pt x="48408" y="37088"/>
                  <a:pt x="48408" y="33952"/>
                </a:cubicBezTo>
                <a:cubicBezTo>
                  <a:pt x="48408" y="30806"/>
                  <a:pt x="49451" y="28292"/>
                  <a:pt x="51554" y="26408"/>
                </a:cubicBezTo>
                <a:cubicBezTo>
                  <a:pt x="53438" y="24305"/>
                  <a:pt x="55952" y="23262"/>
                  <a:pt x="59098" y="23262"/>
                </a:cubicBezTo>
                <a:lnTo>
                  <a:pt x="242663" y="23262"/>
                </a:lnTo>
                <a:cubicBezTo>
                  <a:pt x="245800" y="23262"/>
                  <a:pt x="248314" y="24305"/>
                  <a:pt x="250207" y="26408"/>
                </a:cubicBezTo>
                <a:cubicBezTo>
                  <a:pt x="252301" y="28292"/>
                  <a:pt x="253344" y="30806"/>
                  <a:pt x="253344" y="33952"/>
                </a:cubicBezTo>
                <a:cubicBezTo>
                  <a:pt x="253344" y="37088"/>
                  <a:pt x="252301" y="39603"/>
                  <a:pt x="250207" y="41495"/>
                </a:cubicBezTo>
                <a:cubicBezTo>
                  <a:pt x="248314" y="43589"/>
                  <a:pt x="245800" y="44632"/>
                  <a:pt x="242663" y="44632"/>
                </a:cubicBezTo>
                <a:lnTo>
                  <a:pt x="225683" y="44632"/>
                </a:lnTo>
                <a:lnTo>
                  <a:pt x="225683" y="83613"/>
                </a:lnTo>
                <a:cubicBezTo>
                  <a:pt x="225683" y="98280"/>
                  <a:pt x="221596" y="111694"/>
                  <a:pt x="213430" y="123846"/>
                </a:cubicBezTo>
                <a:cubicBezTo>
                  <a:pt x="205255" y="135999"/>
                  <a:pt x="194465" y="145006"/>
                  <a:pt x="181051" y="150876"/>
                </a:cubicBezTo>
                <a:cubicBezTo>
                  <a:pt x="194465" y="156536"/>
                  <a:pt x="205255" y="165442"/>
                  <a:pt x="213430" y="177595"/>
                </a:cubicBezTo>
                <a:cubicBezTo>
                  <a:pt x="221596" y="189747"/>
                  <a:pt x="225683" y="203161"/>
                  <a:pt x="225683" y="217828"/>
                </a:cubicBezTo>
                <a:lnTo>
                  <a:pt x="225683" y="257120"/>
                </a:lnTo>
                <a:lnTo>
                  <a:pt x="242663" y="257120"/>
                </a:lnTo>
                <a:cubicBezTo>
                  <a:pt x="245800" y="257120"/>
                  <a:pt x="248314" y="258163"/>
                  <a:pt x="250207" y="260266"/>
                </a:cubicBezTo>
                <a:cubicBezTo>
                  <a:pt x="252301" y="262149"/>
                  <a:pt x="253344" y="264664"/>
                  <a:pt x="253344" y="267809"/>
                </a:cubicBezTo>
                <a:cubicBezTo>
                  <a:pt x="253344" y="270946"/>
                  <a:pt x="252301" y="273460"/>
                  <a:pt x="250207" y="275353"/>
                </a:cubicBezTo>
                <a:cubicBezTo>
                  <a:pt x="248314" y="277447"/>
                  <a:pt x="245800" y="278490"/>
                  <a:pt x="242663" y="278490"/>
                </a:cubicBezTo>
                <a:lnTo>
                  <a:pt x="59098" y="2784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240771"/>
                </a:moveTo>
                <a:cubicBezTo>
                  <a:pt x="56162" y="240771"/>
                  <a:pt x="53648" y="239728"/>
                  <a:pt x="51554" y="237634"/>
                </a:cubicBezTo>
                <a:cubicBezTo>
                  <a:pt x="49451" y="235531"/>
                  <a:pt x="48408" y="233017"/>
                  <a:pt x="48408" y="230090"/>
                </a:cubicBezTo>
                <a:cubicBezTo>
                  <a:pt x="48408" y="226945"/>
                  <a:pt x="49451" y="224430"/>
                  <a:pt x="51554" y="222547"/>
                </a:cubicBezTo>
                <a:cubicBezTo>
                  <a:pt x="53648" y="220444"/>
                  <a:pt x="56162" y="219401"/>
                  <a:pt x="59098" y="219401"/>
                </a:cubicBezTo>
                <a:lnTo>
                  <a:pt x="72923" y="219401"/>
                </a:lnTo>
                <a:lnTo>
                  <a:pt x="72923" y="125730"/>
                </a:lnTo>
                <a:cubicBezTo>
                  <a:pt x="72923" y="107707"/>
                  <a:pt x="78163" y="91467"/>
                  <a:pt x="88642" y="77011"/>
                </a:cubicBezTo>
                <a:cubicBezTo>
                  <a:pt x="99331" y="62554"/>
                  <a:pt x="113367" y="53538"/>
                  <a:pt x="130759" y="49981"/>
                </a:cubicBezTo>
                <a:lnTo>
                  <a:pt x="130759" y="43379"/>
                </a:lnTo>
                <a:cubicBezTo>
                  <a:pt x="130759" y="37719"/>
                  <a:pt x="132753" y="32900"/>
                  <a:pt x="136730" y="28922"/>
                </a:cubicBezTo>
                <a:cubicBezTo>
                  <a:pt x="140507" y="25146"/>
                  <a:pt x="145216" y="23262"/>
                  <a:pt x="150876" y="23262"/>
                </a:cubicBezTo>
                <a:cubicBezTo>
                  <a:pt x="156536" y="23262"/>
                  <a:pt x="161245" y="25146"/>
                  <a:pt x="165022" y="28922"/>
                </a:cubicBezTo>
                <a:cubicBezTo>
                  <a:pt x="168999" y="32900"/>
                  <a:pt x="170993" y="37719"/>
                  <a:pt x="170993" y="43379"/>
                </a:cubicBezTo>
                <a:lnTo>
                  <a:pt x="170993" y="49981"/>
                </a:lnTo>
                <a:cubicBezTo>
                  <a:pt x="188385" y="53538"/>
                  <a:pt x="202430" y="62554"/>
                  <a:pt x="213110" y="77011"/>
                </a:cubicBezTo>
                <a:cubicBezTo>
                  <a:pt x="223589" y="91467"/>
                  <a:pt x="228829" y="107707"/>
                  <a:pt x="228829" y="125730"/>
                </a:cubicBezTo>
                <a:lnTo>
                  <a:pt x="228829" y="219401"/>
                </a:lnTo>
                <a:lnTo>
                  <a:pt x="242663" y="219401"/>
                </a:lnTo>
                <a:cubicBezTo>
                  <a:pt x="245590" y="219401"/>
                  <a:pt x="248104" y="220444"/>
                  <a:pt x="250207" y="222547"/>
                </a:cubicBezTo>
                <a:cubicBezTo>
                  <a:pt x="252301" y="224641"/>
                  <a:pt x="253344" y="227155"/>
                  <a:pt x="253344" y="230090"/>
                </a:cubicBezTo>
                <a:cubicBezTo>
                  <a:pt x="253344" y="233227"/>
                  <a:pt x="252301" y="235741"/>
                  <a:pt x="250207" y="237634"/>
                </a:cubicBezTo>
                <a:cubicBezTo>
                  <a:pt x="248104" y="239728"/>
                  <a:pt x="245590" y="240771"/>
                  <a:pt x="242663" y="240771"/>
                </a:cubicBezTo>
                <a:lnTo>
                  <a:pt x="59098" y="240771"/>
                </a:lnTo>
                <a:close/>
                <a:moveTo>
                  <a:pt x="150876" y="144274"/>
                </a:moveTo>
                <a:close/>
                <a:moveTo>
                  <a:pt x="150876" y="279121"/>
                </a:moveTo>
                <a:cubicBezTo>
                  <a:pt x="143753" y="279121"/>
                  <a:pt x="137672" y="276606"/>
                  <a:pt x="132643" y="271577"/>
                </a:cubicBezTo>
                <a:cubicBezTo>
                  <a:pt x="127614" y="266548"/>
                  <a:pt x="125099" y="260467"/>
                  <a:pt x="125099" y="253344"/>
                </a:cubicBezTo>
                <a:lnTo>
                  <a:pt x="176653" y="253344"/>
                </a:lnTo>
                <a:cubicBezTo>
                  <a:pt x="176653" y="260467"/>
                  <a:pt x="174138" y="266548"/>
                  <a:pt x="169109" y="271577"/>
                </a:cubicBezTo>
                <a:cubicBezTo>
                  <a:pt x="164080" y="276606"/>
                  <a:pt x="157999" y="279121"/>
                  <a:pt x="150876" y="279121"/>
                </a:cubicBezTo>
                <a:close/>
                <a:moveTo>
                  <a:pt x="94302" y="219401"/>
                </a:moveTo>
                <a:lnTo>
                  <a:pt x="207459" y="219401"/>
                </a:lnTo>
                <a:lnTo>
                  <a:pt x="207459" y="125730"/>
                </a:lnTo>
                <a:cubicBezTo>
                  <a:pt x="207459" y="110011"/>
                  <a:pt x="202009" y="96606"/>
                  <a:pt x="191110" y="85496"/>
                </a:cubicBezTo>
                <a:cubicBezTo>
                  <a:pt x="180000" y="74597"/>
                  <a:pt x="166595" y="69156"/>
                  <a:pt x="150876" y="69156"/>
                </a:cubicBezTo>
                <a:cubicBezTo>
                  <a:pt x="135157" y="69156"/>
                  <a:pt x="121853" y="74597"/>
                  <a:pt x="110953" y="85496"/>
                </a:cubicBezTo>
                <a:cubicBezTo>
                  <a:pt x="99852" y="96606"/>
                  <a:pt x="94302" y="110011"/>
                  <a:pt x="94302" y="125730"/>
                </a:cubicBezTo>
                <a:lnTo>
                  <a:pt x="94302" y="21940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196" y="146478"/>
                </a:moveTo>
                <a:lnTo>
                  <a:pt x="162196" y="94613"/>
                </a:lnTo>
                <a:cubicBezTo>
                  <a:pt x="162196" y="91467"/>
                  <a:pt x="161145" y="88953"/>
                  <a:pt x="159051" y="87069"/>
                </a:cubicBezTo>
                <a:cubicBezTo>
                  <a:pt x="157167" y="85186"/>
                  <a:pt x="154753" y="84244"/>
                  <a:pt x="151818" y="84244"/>
                </a:cubicBezTo>
                <a:cubicBezTo>
                  <a:pt x="148883" y="84244"/>
                  <a:pt x="146478" y="85186"/>
                  <a:pt x="144594" y="87069"/>
                </a:cubicBezTo>
                <a:cubicBezTo>
                  <a:pt x="142491" y="88953"/>
                  <a:pt x="141449" y="91467"/>
                  <a:pt x="141449" y="94613"/>
                </a:cubicBezTo>
                <a:lnTo>
                  <a:pt x="141449" y="150876"/>
                </a:lnTo>
                <a:cubicBezTo>
                  <a:pt x="141449" y="152138"/>
                  <a:pt x="141759" y="153391"/>
                  <a:pt x="142390" y="154652"/>
                </a:cubicBezTo>
                <a:cubicBezTo>
                  <a:pt x="142811" y="155905"/>
                  <a:pt x="143433" y="157057"/>
                  <a:pt x="144274" y="158109"/>
                </a:cubicBezTo>
                <a:lnTo>
                  <a:pt x="188595" y="203993"/>
                </a:lnTo>
                <a:cubicBezTo>
                  <a:pt x="190689" y="206298"/>
                  <a:pt x="193313" y="207459"/>
                  <a:pt x="196450" y="207459"/>
                </a:cubicBezTo>
                <a:cubicBezTo>
                  <a:pt x="199385" y="207249"/>
                  <a:pt x="201900" y="206097"/>
                  <a:pt x="203993" y="203993"/>
                </a:cubicBezTo>
                <a:cubicBezTo>
                  <a:pt x="206097" y="202110"/>
                  <a:pt x="207139" y="199595"/>
                  <a:pt x="207139" y="196450"/>
                </a:cubicBezTo>
                <a:cubicBezTo>
                  <a:pt x="207139" y="193524"/>
                  <a:pt x="206097" y="191009"/>
                  <a:pt x="203993" y="188906"/>
                </a:cubicBezTo>
                <a:lnTo>
                  <a:pt x="162196" y="146478"/>
                </a:lnTo>
                <a:close/>
                <a:moveTo>
                  <a:pt x="150876" y="278490"/>
                </a:moveTo>
                <a:cubicBezTo>
                  <a:pt x="133484" y="278490"/>
                  <a:pt x="117034" y="275143"/>
                  <a:pt x="101526" y="268431"/>
                </a:cubicBezTo>
                <a:cubicBezTo>
                  <a:pt x="858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484"/>
                  <a:pt x="26609" y="11693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933" y="26609"/>
                  <a:pt x="133484" y="23262"/>
                  <a:pt x="150876" y="23262"/>
                </a:cubicBezTo>
                <a:cubicBezTo>
                  <a:pt x="168268" y="23262"/>
                  <a:pt x="184828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933"/>
                  <a:pt x="278490" y="133484"/>
                  <a:pt x="278490" y="150876"/>
                </a:cubicBezTo>
                <a:cubicBezTo>
                  <a:pt x="278490" y="168268"/>
                  <a:pt x="275143" y="184828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  <a:moveTo>
                  <a:pt x="150876" y="150876"/>
                </a:moveTo>
                <a:close/>
                <a:moveTo>
                  <a:pt x="150876" y="257120"/>
                </a:moveTo>
                <a:cubicBezTo>
                  <a:pt x="180000" y="257120"/>
                  <a:pt x="204944" y="246742"/>
                  <a:pt x="225683" y="226003"/>
                </a:cubicBezTo>
                <a:cubicBezTo>
                  <a:pt x="246641" y="205255"/>
                  <a:pt x="257120" y="180210"/>
                  <a:pt x="257120" y="150876"/>
                </a:cubicBezTo>
                <a:cubicBezTo>
                  <a:pt x="257120" y="121752"/>
                  <a:pt x="246641" y="96707"/>
                  <a:pt x="225683" y="75749"/>
                </a:cubicBezTo>
                <a:cubicBezTo>
                  <a:pt x="204944" y="55010"/>
                  <a:pt x="180000" y="44632"/>
                  <a:pt x="150876" y="44632"/>
                </a:cubicBezTo>
                <a:cubicBezTo>
                  <a:pt x="121752" y="44632"/>
                  <a:pt x="96707" y="55010"/>
                  <a:pt x="75749" y="75749"/>
                </a:cubicBezTo>
                <a:cubicBezTo>
                  <a:pt x="55010" y="96707"/>
                  <a:pt x="44632" y="12175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707" y="246742"/>
                  <a:pt x="121752" y="257120"/>
                  <a:pt x="150876" y="2571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31437"/>
                </a:moveTo>
                <a:cubicBezTo>
                  <a:pt x="118707" y="31437"/>
                  <a:pt x="116303" y="30486"/>
                  <a:pt x="114419" y="28602"/>
                </a:cubicBezTo>
                <a:cubicBezTo>
                  <a:pt x="112526" y="26508"/>
                  <a:pt x="111584" y="23994"/>
                  <a:pt x="111584" y="21059"/>
                </a:cubicBezTo>
                <a:cubicBezTo>
                  <a:pt x="111584" y="18123"/>
                  <a:pt x="112526" y="15719"/>
                  <a:pt x="114419" y="13835"/>
                </a:cubicBezTo>
                <a:cubicBezTo>
                  <a:pt x="116303" y="11942"/>
                  <a:pt x="118707" y="11000"/>
                  <a:pt x="121643" y="11000"/>
                </a:cubicBezTo>
                <a:lnTo>
                  <a:pt x="180109" y="11000"/>
                </a:lnTo>
                <a:cubicBezTo>
                  <a:pt x="183045" y="11000"/>
                  <a:pt x="185449" y="11942"/>
                  <a:pt x="187342" y="13835"/>
                </a:cubicBezTo>
                <a:cubicBezTo>
                  <a:pt x="189436" y="15719"/>
                  <a:pt x="190479" y="18123"/>
                  <a:pt x="190479" y="21059"/>
                </a:cubicBezTo>
                <a:cubicBezTo>
                  <a:pt x="190479" y="23994"/>
                  <a:pt x="189436" y="26508"/>
                  <a:pt x="187342" y="28602"/>
                </a:cubicBezTo>
                <a:cubicBezTo>
                  <a:pt x="185449" y="30486"/>
                  <a:pt x="183045" y="31437"/>
                  <a:pt x="180109" y="31437"/>
                </a:cubicBezTo>
                <a:lnTo>
                  <a:pt x="121643" y="31437"/>
                </a:lnTo>
                <a:close/>
                <a:moveTo>
                  <a:pt x="158109" y="170682"/>
                </a:moveTo>
                <a:cubicBezTo>
                  <a:pt x="160203" y="168579"/>
                  <a:pt x="161245" y="166064"/>
                  <a:pt x="161245" y="163138"/>
                </a:cubicBezTo>
                <a:lnTo>
                  <a:pt x="161245" y="111273"/>
                </a:lnTo>
                <a:cubicBezTo>
                  <a:pt x="161245" y="108338"/>
                  <a:pt x="160203" y="105924"/>
                  <a:pt x="158109" y="104040"/>
                </a:cubicBezTo>
                <a:cubicBezTo>
                  <a:pt x="156216" y="102157"/>
                  <a:pt x="153811" y="101215"/>
                  <a:pt x="150876" y="101215"/>
                </a:cubicBezTo>
                <a:cubicBezTo>
                  <a:pt x="147941" y="101215"/>
                  <a:pt x="145536" y="102157"/>
                  <a:pt x="143643" y="104040"/>
                </a:cubicBezTo>
                <a:cubicBezTo>
                  <a:pt x="141549" y="105924"/>
                  <a:pt x="140507" y="108338"/>
                  <a:pt x="140507" y="111273"/>
                </a:cubicBezTo>
                <a:lnTo>
                  <a:pt x="140507" y="163138"/>
                </a:lnTo>
                <a:cubicBezTo>
                  <a:pt x="140507" y="166064"/>
                  <a:pt x="141549" y="168579"/>
                  <a:pt x="143643" y="170682"/>
                </a:cubicBezTo>
                <a:cubicBezTo>
                  <a:pt x="145536" y="172566"/>
                  <a:pt x="147941" y="173507"/>
                  <a:pt x="150876" y="173507"/>
                </a:cubicBezTo>
                <a:cubicBezTo>
                  <a:pt x="153811" y="173507"/>
                  <a:pt x="156216" y="172566"/>
                  <a:pt x="158109" y="170682"/>
                </a:cubicBezTo>
                <a:close/>
                <a:moveTo>
                  <a:pt x="106244" y="270635"/>
                </a:moveTo>
                <a:cubicBezTo>
                  <a:pt x="92199" y="264554"/>
                  <a:pt x="80047" y="256279"/>
                  <a:pt x="69778" y="245800"/>
                </a:cubicBezTo>
                <a:cubicBezTo>
                  <a:pt x="59299" y="235531"/>
                  <a:pt x="51024" y="223379"/>
                  <a:pt x="44952" y="209343"/>
                </a:cubicBezTo>
                <a:cubicBezTo>
                  <a:pt x="38871" y="195508"/>
                  <a:pt x="35835" y="180631"/>
                  <a:pt x="35835" y="164711"/>
                </a:cubicBezTo>
                <a:cubicBezTo>
                  <a:pt x="35835" y="148992"/>
                  <a:pt x="38871" y="134115"/>
                  <a:pt x="44952" y="120070"/>
                </a:cubicBezTo>
                <a:cubicBezTo>
                  <a:pt x="51024" y="106034"/>
                  <a:pt x="59299" y="93881"/>
                  <a:pt x="69778" y="83613"/>
                </a:cubicBezTo>
                <a:cubicBezTo>
                  <a:pt x="80047" y="73134"/>
                  <a:pt x="92199" y="64858"/>
                  <a:pt x="106244" y="58778"/>
                </a:cubicBezTo>
                <a:cubicBezTo>
                  <a:pt x="120280" y="52706"/>
                  <a:pt x="135157" y="49661"/>
                  <a:pt x="150876" y="49661"/>
                </a:cubicBezTo>
                <a:cubicBezTo>
                  <a:pt x="164912" y="49661"/>
                  <a:pt x="178226" y="51965"/>
                  <a:pt x="190799" y="56583"/>
                </a:cubicBezTo>
                <a:cubicBezTo>
                  <a:pt x="203372" y="61402"/>
                  <a:pt x="214473" y="67995"/>
                  <a:pt x="224110" y="76380"/>
                </a:cubicBezTo>
                <a:lnTo>
                  <a:pt x="233547" y="66952"/>
                </a:lnTo>
                <a:cubicBezTo>
                  <a:pt x="235641" y="64858"/>
                  <a:pt x="238046" y="63807"/>
                  <a:pt x="240771" y="63807"/>
                </a:cubicBezTo>
                <a:cubicBezTo>
                  <a:pt x="243496" y="63807"/>
                  <a:pt x="245910" y="64858"/>
                  <a:pt x="248004" y="66952"/>
                </a:cubicBezTo>
                <a:cubicBezTo>
                  <a:pt x="250098" y="69046"/>
                  <a:pt x="251149" y="71460"/>
                  <a:pt x="251149" y="74185"/>
                </a:cubicBezTo>
                <a:cubicBezTo>
                  <a:pt x="251149" y="76901"/>
                  <a:pt x="250098" y="79315"/>
                  <a:pt x="248004" y="81409"/>
                </a:cubicBezTo>
                <a:lnTo>
                  <a:pt x="238576" y="90836"/>
                </a:lnTo>
                <a:cubicBezTo>
                  <a:pt x="246120" y="99432"/>
                  <a:pt x="252612" y="109701"/>
                  <a:pt x="258062" y="121643"/>
                </a:cubicBezTo>
                <a:cubicBezTo>
                  <a:pt x="263301" y="133795"/>
                  <a:pt x="265917" y="148151"/>
                  <a:pt x="265917" y="164711"/>
                </a:cubicBezTo>
                <a:cubicBezTo>
                  <a:pt x="265917" y="180631"/>
                  <a:pt x="262881" y="195508"/>
                  <a:pt x="256800" y="209343"/>
                </a:cubicBezTo>
                <a:cubicBezTo>
                  <a:pt x="250728" y="223379"/>
                  <a:pt x="242453" y="235531"/>
                  <a:pt x="231974" y="245800"/>
                </a:cubicBezTo>
                <a:cubicBezTo>
                  <a:pt x="221705" y="256279"/>
                  <a:pt x="209553" y="264554"/>
                  <a:pt x="195508" y="270635"/>
                </a:cubicBezTo>
                <a:cubicBezTo>
                  <a:pt x="181472" y="276707"/>
                  <a:pt x="166595" y="279752"/>
                  <a:pt x="150876" y="279752"/>
                </a:cubicBezTo>
                <a:cubicBezTo>
                  <a:pt x="134947" y="279752"/>
                  <a:pt x="120070" y="276707"/>
                  <a:pt x="106244" y="270635"/>
                </a:cubicBezTo>
                <a:close/>
                <a:moveTo>
                  <a:pt x="217197" y="231032"/>
                </a:moveTo>
                <a:cubicBezTo>
                  <a:pt x="235431" y="212799"/>
                  <a:pt x="244547" y="190689"/>
                  <a:pt x="244547" y="164711"/>
                </a:cubicBezTo>
                <a:cubicBezTo>
                  <a:pt x="244547" y="138724"/>
                  <a:pt x="235431" y="116613"/>
                  <a:pt x="217197" y="98380"/>
                </a:cubicBezTo>
                <a:cubicBezTo>
                  <a:pt x="198964" y="80156"/>
                  <a:pt x="176863" y="71040"/>
                  <a:pt x="150876" y="71040"/>
                </a:cubicBezTo>
                <a:cubicBezTo>
                  <a:pt x="124889" y="71040"/>
                  <a:pt x="102788" y="80156"/>
                  <a:pt x="84555" y="98380"/>
                </a:cubicBezTo>
                <a:cubicBezTo>
                  <a:pt x="66321" y="116613"/>
                  <a:pt x="57205" y="138724"/>
                  <a:pt x="57205" y="164711"/>
                </a:cubicBezTo>
                <a:cubicBezTo>
                  <a:pt x="57205" y="190689"/>
                  <a:pt x="66321" y="212799"/>
                  <a:pt x="84555" y="231032"/>
                </a:cubicBezTo>
                <a:cubicBezTo>
                  <a:pt x="102788" y="249256"/>
                  <a:pt x="124889" y="258373"/>
                  <a:pt x="150876" y="258373"/>
                </a:cubicBezTo>
                <a:cubicBezTo>
                  <a:pt x="176863" y="258373"/>
                  <a:pt x="198964" y="249256"/>
                  <a:pt x="217197" y="231032"/>
                </a:cubicBezTo>
                <a:close/>
                <a:moveTo>
                  <a:pt x="150876" y="16502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150876" y="176333"/>
                </a:moveTo>
                <a:cubicBezTo>
                  <a:pt x="147109" y="176333"/>
                  <a:pt x="144064" y="175080"/>
                  <a:pt x="141759" y="172566"/>
                </a:cubicBezTo>
                <a:cubicBezTo>
                  <a:pt x="139245" y="170261"/>
                  <a:pt x="137992" y="167225"/>
                  <a:pt x="137992" y="163449"/>
                </a:cubicBezTo>
                <a:cubicBezTo>
                  <a:pt x="137992" y="159883"/>
                  <a:pt x="139144" y="156847"/>
                  <a:pt x="141449" y="154332"/>
                </a:cubicBezTo>
                <a:cubicBezTo>
                  <a:pt x="143963" y="151818"/>
                  <a:pt x="147109" y="150565"/>
                  <a:pt x="150876" y="150565"/>
                </a:cubicBezTo>
                <a:cubicBezTo>
                  <a:pt x="154652" y="150565"/>
                  <a:pt x="157789" y="151818"/>
                  <a:pt x="160303" y="154332"/>
                </a:cubicBezTo>
                <a:cubicBezTo>
                  <a:pt x="162608" y="156637"/>
                  <a:pt x="163760" y="159682"/>
                  <a:pt x="163760" y="163449"/>
                </a:cubicBezTo>
                <a:cubicBezTo>
                  <a:pt x="163760" y="167015"/>
                  <a:pt x="162608" y="170051"/>
                  <a:pt x="160303" y="172566"/>
                </a:cubicBezTo>
                <a:cubicBezTo>
                  <a:pt x="157789" y="175080"/>
                  <a:pt x="154652" y="176333"/>
                  <a:pt x="150876" y="176333"/>
                </a:cubicBezTo>
                <a:close/>
                <a:moveTo>
                  <a:pt x="91467" y="172566"/>
                </a:moveTo>
                <a:cubicBezTo>
                  <a:pt x="88953" y="170261"/>
                  <a:pt x="87700" y="167225"/>
                  <a:pt x="87700" y="163449"/>
                </a:cubicBezTo>
                <a:cubicBezTo>
                  <a:pt x="87700" y="159883"/>
                  <a:pt x="88953" y="156847"/>
                  <a:pt x="91467" y="154332"/>
                </a:cubicBezTo>
                <a:cubicBezTo>
                  <a:pt x="93772" y="151818"/>
                  <a:pt x="96817" y="150565"/>
                  <a:pt x="100584" y="150565"/>
                </a:cubicBezTo>
                <a:cubicBezTo>
                  <a:pt x="104150" y="150565"/>
                  <a:pt x="107186" y="151818"/>
                  <a:pt x="109701" y="154332"/>
                </a:cubicBezTo>
                <a:cubicBezTo>
                  <a:pt x="112215" y="156637"/>
                  <a:pt x="113468" y="159682"/>
                  <a:pt x="113468" y="163449"/>
                </a:cubicBezTo>
                <a:cubicBezTo>
                  <a:pt x="113468" y="167015"/>
                  <a:pt x="112215" y="170051"/>
                  <a:pt x="109701" y="172566"/>
                </a:cubicBezTo>
                <a:cubicBezTo>
                  <a:pt x="107396" y="175080"/>
                  <a:pt x="104360" y="176333"/>
                  <a:pt x="100584" y="176333"/>
                </a:cubicBezTo>
                <a:cubicBezTo>
                  <a:pt x="97018" y="176333"/>
                  <a:pt x="93982" y="175080"/>
                  <a:pt x="91467" y="172566"/>
                </a:cubicBezTo>
                <a:close/>
                <a:moveTo>
                  <a:pt x="201168" y="176333"/>
                </a:moveTo>
                <a:cubicBezTo>
                  <a:pt x="197602" y="176333"/>
                  <a:pt x="194566" y="175080"/>
                  <a:pt x="192051" y="172566"/>
                </a:cubicBezTo>
                <a:cubicBezTo>
                  <a:pt x="189537" y="170261"/>
                  <a:pt x="188284" y="167225"/>
                  <a:pt x="188284" y="163449"/>
                </a:cubicBezTo>
                <a:cubicBezTo>
                  <a:pt x="188284" y="159883"/>
                  <a:pt x="189537" y="156847"/>
                  <a:pt x="192051" y="154332"/>
                </a:cubicBezTo>
                <a:cubicBezTo>
                  <a:pt x="194566" y="151818"/>
                  <a:pt x="197602" y="150565"/>
                  <a:pt x="201168" y="150565"/>
                </a:cubicBezTo>
                <a:cubicBezTo>
                  <a:pt x="204734" y="150565"/>
                  <a:pt x="207770" y="151818"/>
                  <a:pt x="210285" y="154332"/>
                </a:cubicBezTo>
                <a:cubicBezTo>
                  <a:pt x="212799" y="156637"/>
                  <a:pt x="214052" y="159682"/>
                  <a:pt x="214052" y="163449"/>
                </a:cubicBezTo>
                <a:cubicBezTo>
                  <a:pt x="214052" y="167015"/>
                  <a:pt x="212900" y="170051"/>
                  <a:pt x="210595" y="172566"/>
                </a:cubicBezTo>
                <a:cubicBezTo>
                  <a:pt x="208081" y="175080"/>
                  <a:pt x="204944" y="176333"/>
                  <a:pt x="201168" y="176333"/>
                </a:cubicBezTo>
                <a:close/>
                <a:moveTo>
                  <a:pt x="150876" y="226625"/>
                </a:moveTo>
                <a:cubicBezTo>
                  <a:pt x="147109" y="226625"/>
                  <a:pt x="144064" y="225372"/>
                  <a:pt x="141759" y="222858"/>
                </a:cubicBezTo>
                <a:cubicBezTo>
                  <a:pt x="139245" y="220343"/>
                  <a:pt x="137992" y="217307"/>
                  <a:pt x="137992" y="213741"/>
                </a:cubicBezTo>
                <a:cubicBezTo>
                  <a:pt x="137992" y="210175"/>
                  <a:pt x="139144" y="207139"/>
                  <a:pt x="141449" y="204624"/>
                </a:cubicBezTo>
                <a:cubicBezTo>
                  <a:pt x="143963" y="202110"/>
                  <a:pt x="147109" y="200857"/>
                  <a:pt x="150876" y="200857"/>
                </a:cubicBezTo>
                <a:cubicBezTo>
                  <a:pt x="154652" y="200857"/>
                  <a:pt x="157789" y="202009"/>
                  <a:pt x="160303" y="204314"/>
                </a:cubicBezTo>
                <a:cubicBezTo>
                  <a:pt x="162608" y="206828"/>
                  <a:pt x="163760" y="209974"/>
                  <a:pt x="163760" y="213741"/>
                </a:cubicBezTo>
                <a:cubicBezTo>
                  <a:pt x="163760" y="217307"/>
                  <a:pt x="162608" y="220343"/>
                  <a:pt x="160303" y="222858"/>
                </a:cubicBezTo>
                <a:cubicBezTo>
                  <a:pt x="157789" y="225372"/>
                  <a:pt x="154652" y="226625"/>
                  <a:pt x="150876" y="226625"/>
                </a:cubicBezTo>
                <a:close/>
                <a:moveTo>
                  <a:pt x="91467" y="222858"/>
                </a:moveTo>
                <a:cubicBezTo>
                  <a:pt x="88953" y="220343"/>
                  <a:pt x="87700" y="217307"/>
                  <a:pt x="87700" y="213741"/>
                </a:cubicBezTo>
                <a:cubicBezTo>
                  <a:pt x="87700" y="210175"/>
                  <a:pt x="88953" y="207139"/>
                  <a:pt x="91467" y="204624"/>
                </a:cubicBezTo>
                <a:cubicBezTo>
                  <a:pt x="93772" y="202110"/>
                  <a:pt x="96817" y="200857"/>
                  <a:pt x="100584" y="200857"/>
                </a:cubicBezTo>
                <a:cubicBezTo>
                  <a:pt x="104150" y="200857"/>
                  <a:pt x="107186" y="202009"/>
                  <a:pt x="109701" y="204314"/>
                </a:cubicBezTo>
                <a:cubicBezTo>
                  <a:pt x="112215" y="206828"/>
                  <a:pt x="113468" y="209974"/>
                  <a:pt x="113468" y="213741"/>
                </a:cubicBezTo>
                <a:cubicBezTo>
                  <a:pt x="113468" y="217307"/>
                  <a:pt x="112215" y="220343"/>
                  <a:pt x="109701" y="222858"/>
                </a:cubicBezTo>
                <a:cubicBezTo>
                  <a:pt x="107396" y="225372"/>
                  <a:pt x="104360" y="226625"/>
                  <a:pt x="100584" y="226625"/>
                </a:cubicBezTo>
                <a:cubicBezTo>
                  <a:pt x="97018" y="226625"/>
                  <a:pt x="93982" y="225372"/>
                  <a:pt x="91467" y="222858"/>
                </a:cubicBezTo>
                <a:close/>
                <a:moveTo>
                  <a:pt x="201168" y="226625"/>
                </a:moveTo>
                <a:cubicBezTo>
                  <a:pt x="197602" y="226625"/>
                  <a:pt x="194566" y="225372"/>
                  <a:pt x="192051" y="222858"/>
                </a:cubicBezTo>
                <a:cubicBezTo>
                  <a:pt x="189537" y="220343"/>
                  <a:pt x="188284" y="217307"/>
                  <a:pt x="188284" y="213741"/>
                </a:cubicBezTo>
                <a:cubicBezTo>
                  <a:pt x="188284" y="210175"/>
                  <a:pt x="189537" y="207139"/>
                  <a:pt x="192051" y="204624"/>
                </a:cubicBezTo>
                <a:cubicBezTo>
                  <a:pt x="194566" y="202110"/>
                  <a:pt x="197602" y="200857"/>
                  <a:pt x="201168" y="200857"/>
                </a:cubicBezTo>
                <a:cubicBezTo>
                  <a:pt x="204734" y="200857"/>
                  <a:pt x="207770" y="202009"/>
                  <a:pt x="210285" y="204314"/>
                </a:cubicBezTo>
                <a:cubicBezTo>
                  <a:pt x="212799" y="206828"/>
                  <a:pt x="214052" y="209974"/>
                  <a:pt x="214052" y="213741"/>
                </a:cubicBezTo>
                <a:cubicBezTo>
                  <a:pt x="214052" y="217307"/>
                  <a:pt x="212900" y="220343"/>
                  <a:pt x="210595" y="222858"/>
                </a:cubicBezTo>
                <a:cubicBezTo>
                  <a:pt x="208081" y="225372"/>
                  <a:pt x="204944" y="226625"/>
                  <a:pt x="201168" y="2266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052"/>
                </a:moveTo>
                <a:lnTo>
                  <a:pt x="187022" y="151818"/>
                </a:lnTo>
                <a:cubicBezTo>
                  <a:pt x="189116" y="149934"/>
                  <a:pt x="191420" y="148992"/>
                  <a:pt x="193935" y="148992"/>
                </a:cubicBezTo>
                <a:cubicBezTo>
                  <a:pt x="196660" y="149203"/>
                  <a:pt x="198964" y="150245"/>
                  <a:pt x="200857" y="152138"/>
                </a:cubicBezTo>
                <a:cubicBezTo>
                  <a:pt x="202741" y="154232"/>
                  <a:pt x="203683" y="156536"/>
                  <a:pt x="203683" y="159051"/>
                </a:cubicBezTo>
                <a:cubicBezTo>
                  <a:pt x="203683" y="161776"/>
                  <a:pt x="202741" y="164080"/>
                  <a:pt x="200857" y="165964"/>
                </a:cubicBezTo>
                <a:lnTo>
                  <a:pt x="143643" y="223168"/>
                </a:lnTo>
                <a:cubicBezTo>
                  <a:pt x="141549" y="225262"/>
                  <a:pt x="139035" y="226314"/>
                  <a:pt x="136099" y="226314"/>
                </a:cubicBezTo>
                <a:cubicBezTo>
                  <a:pt x="133173" y="226314"/>
                  <a:pt x="130659" y="225262"/>
                  <a:pt x="128555" y="223168"/>
                </a:cubicBezTo>
                <a:lnTo>
                  <a:pt x="99011" y="193935"/>
                </a:lnTo>
                <a:cubicBezTo>
                  <a:pt x="97128" y="192051"/>
                  <a:pt x="96186" y="189747"/>
                  <a:pt x="96186" y="187022"/>
                </a:cubicBezTo>
                <a:cubicBezTo>
                  <a:pt x="96186" y="184508"/>
                  <a:pt x="97128" y="182203"/>
                  <a:pt x="99011" y="180109"/>
                </a:cubicBezTo>
                <a:cubicBezTo>
                  <a:pt x="100895" y="178226"/>
                  <a:pt x="103199" y="177284"/>
                  <a:pt x="105924" y="177284"/>
                </a:cubicBezTo>
                <a:cubicBezTo>
                  <a:pt x="108439" y="177485"/>
                  <a:pt x="110743" y="178436"/>
                  <a:pt x="112846" y="180109"/>
                </a:cubicBezTo>
                <a:lnTo>
                  <a:pt x="136099" y="203052"/>
                </a:ln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011" y="223168"/>
                </a:moveTo>
                <a:lnTo>
                  <a:pt x="191741" y="223168"/>
                </a:lnTo>
                <a:cubicBezTo>
                  <a:pt x="194465" y="223168"/>
                  <a:pt x="196770" y="222227"/>
                  <a:pt x="198653" y="220343"/>
                </a:cubicBezTo>
                <a:cubicBezTo>
                  <a:pt x="200537" y="218459"/>
                  <a:pt x="201479" y="216155"/>
                  <a:pt x="201479" y="213430"/>
                </a:cubicBezTo>
                <a:cubicBezTo>
                  <a:pt x="201479" y="210705"/>
                  <a:pt x="200537" y="208401"/>
                  <a:pt x="198653" y="206508"/>
                </a:cubicBezTo>
                <a:cubicBezTo>
                  <a:pt x="196770" y="204624"/>
                  <a:pt x="194465" y="203683"/>
                  <a:pt x="191741" y="203683"/>
                </a:cubicBezTo>
                <a:lnTo>
                  <a:pt x="110011" y="203683"/>
                </a:lnTo>
                <a:cubicBezTo>
                  <a:pt x="107287" y="203683"/>
                  <a:pt x="104982" y="204624"/>
                  <a:pt x="103099" y="206508"/>
                </a:cubicBezTo>
                <a:cubicBezTo>
                  <a:pt x="101215" y="208401"/>
                  <a:pt x="100273" y="210705"/>
                  <a:pt x="100273" y="213430"/>
                </a:cubicBezTo>
                <a:cubicBezTo>
                  <a:pt x="100273" y="216356"/>
                  <a:pt x="101215" y="218770"/>
                  <a:pt x="103099" y="220654"/>
                </a:cubicBezTo>
                <a:cubicBezTo>
                  <a:pt x="104982" y="222336"/>
                  <a:pt x="107287" y="223168"/>
                  <a:pt x="110011" y="223168"/>
                </a:cubicBezTo>
                <a:close/>
                <a:moveTo>
                  <a:pt x="110011" y="169740"/>
                </a:moveTo>
                <a:lnTo>
                  <a:pt x="191741" y="169740"/>
                </a:lnTo>
                <a:cubicBezTo>
                  <a:pt x="194465" y="169740"/>
                  <a:pt x="196770" y="168789"/>
                  <a:pt x="198653" y="166905"/>
                </a:cubicBezTo>
                <a:cubicBezTo>
                  <a:pt x="200537" y="165022"/>
                  <a:pt x="201479" y="162717"/>
                  <a:pt x="201479" y="159993"/>
                </a:cubicBezTo>
                <a:cubicBezTo>
                  <a:pt x="201479" y="157268"/>
                  <a:pt x="200537" y="154963"/>
                  <a:pt x="198653" y="153080"/>
                </a:cubicBezTo>
                <a:cubicBezTo>
                  <a:pt x="196770" y="151187"/>
                  <a:pt x="194465" y="150245"/>
                  <a:pt x="191741" y="150245"/>
                </a:cubicBezTo>
                <a:lnTo>
                  <a:pt x="110011" y="150245"/>
                </a:lnTo>
                <a:cubicBezTo>
                  <a:pt x="107287" y="150245"/>
                  <a:pt x="104982" y="151187"/>
                  <a:pt x="103099" y="153080"/>
                </a:cubicBezTo>
                <a:cubicBezTo>
                  <a:pt x="101215" y="154963"/>
                  <a:pt x="100273" y="157268"/>
                  <a:pt x="100273" y="159993"/>
                </a:cubicBezTo>
                <a:cubicBezTo>
                  <a:pt x="100273" y="162928"/>
                  <a:pt x="101215" y="165333"/>
                  <a:pt x="103099" y="167225"/>
                </a:cubicBezTo>
                <a:cubicBezTo>
                  <a:pt x="104982" y="168899"/>
                  <a:pt x="107287" y="169740"/>
                  <a:pt x="110011" y="169740"/>
                </a:cubicBez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74449" y="23262"/>
                </a:lnTo>
                <a:cubicBezTo>
                  <a:pt x="177384" y="23262"/>
                  <a:pt x="180210" y="23893"/>
                  <a:pt x="182935" y="25146"/>
                </a:cubicBezTo>
                <a:cubicBezTo>
                  <a:pt x="185660" y="26198"/>
                  <a:pt x="187964" y="27661"/>
                  <a:pt x="189857" y="29544"/>
                </a:cubicBezTo>
                <a:lnTo>
                  <a:pt x="247062" y="86758"/>
                </a:lnTo>
                <a:cubicBezTo>
                  <a:pt x="248945" y="88642"/>
                  <a:pt x="250408" y="90946"/>
                  <a:pt x="251460" y="93671"/>
                </a:cubicBezTo>
                <a:cubicBezTo>
                  <a:pt x="252722" y="96396"/>
                  <a:pt x="253344" y="99222"/>
                  <a:pt x="253344" y="102157"/>
                </a:cubicBez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172566" y="92409"/>
                </a:moveTo>
                <a:lnTo>
                  <a:pt x="172566" y="44632"/>
                </a:lnTo>
                <a:lnTo>
                  <a:pt x="69778" y="44632"/>
                </a:lnTo>
                <a:lnTo>
                  <a:pt x="69778" y="257120"/>
                </a:lnTo>
                <a:lnTo>
                  <a:pt x="231974" y="257120"/>
                </a:lnTo>
                <a:lnTo>
                  <a:pt x="231974" y="103099"/>
                </a:lnTo>
                <a:lnTo>
                  <a:pt x="183255" y="103099"/>
                </a:lnTo>
                <a:cubicBezTo>
                  <a:pt x="180109" y="103099"/>
                  <a:pt x="177595" y="102047"/>
                  <a:pt x="175711" y="99953"/>
                </a:cubicBezTo>
                <a:cubicBezTo>
                  <a:pt x="173608" y="98069"/>
                  <a:pt x="172566" y="95555"/>
                  <a:pt x="172566" y="92409"/>
                </a:cubicBezTo>
                <a:close/>
                <a:moveTo>
                  <a:pt x="69778" y="44632"/>
                </a:moveTo>
                <a:lnTo>
                  <a:pt x="69778" y="103099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96817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284"/>
                  <a:pt x="170993" y="197401"/>
                </a:cubicBezTo>
                <a:cubicBezTo>
                  <a:pt x="169319" y="195718"/>
                  <a:pt x="167116" y="194886"/>
                  <a:pt x="164391" y="194886"/>
                </a:cubicBezTo>
                <a:lnTo>
                  <a:pt x="96817" y="194886"/>
                </a:lnTo>
                <a:cubicBezTo>
                  <a:pt x="94092" y="194886"/>
                  <a:pt x="91888" y="195828"/>
                  <a:pt x="90215" y="197712"/>
                </a:cubicBezTo>
                <a:cubicBezTo>
                  <a:pt x="88322" y="199385"/>
                  <a:pt x="87380" y="201589"/>
                  <a:pt x="87380" y="204314"/>
                </a:cubicBezTo>
                <a:cubicBezTo>
                  <a:pt x="87380" y="207038"/>
                  <a:pt x="88322" y="209233"/>
                  <a:pt x="90215" y="210916"/>
                </a:cubicBezTo>
                <a:cubicBezTo>
                  <a:pt x="91888" y="212799"/>
                  <a:pt x="94092" y="213741"/>
                  <a:pt x="96817" y="213741"/>
                </a:cubicBezTo>
                <a:close/>
                <a:moveTo>
                  <a:pt x="96817" y="160303"/>
                </a:moveTo>
                <a:lnTo>
                  <a:pt x="204944" y="160303"/>
                </a:lnTo>
                <a:cubicBezTo>
                  <a:pt x="207660" y="160303"/>
                  <a:pt x="209864" y="159362"/>
                  <a:pt x="211537" y="157478"/>
                </a:cubicBezTo>
                <a:cubicBezTo>
                  <a:pt x="213430" y="155805"/>
                  <a:pt x="214372" y="153601"/>
                  <a:pt x="214372" y="150876"/>
                </a:cubicBezTo>
                <a:cubicBezTo>
                  <a:pt x="214372" y="148151"/>
                  <a:pt x="213430" y="145947"/>
                  <a:pt x="211537" y="144274"/>
                </a:cubicBezTo>
                <a:cubicBezTo>
                  <a:pt x="209864" y="142390"/>
                  <a:pt x="207660" y="141449"/>
                  <a:pt x="204944" y="141449"/>
                </a:cubicBezTo>
                <a:lnTo>
                  <a:pt x="96817" y="141449"/>
                </a:lnTo>
                <a:cubicBezTo>
                  <a:pt x="94092" y="141449"/>
                  <a:pt x="91888" y="142390"/>
                  <a:pt x="90215" y="144274"/>
                </a:cubicBezTo>
                <a:cubicBezTo>
                  <a:pt x="88322" y="145947"/>
                  <a:pt x="87380" y="148151"/>
                  <a:pt x="87380" y="150876"/>
                </a:cubicBezTo>
                <a:cubicBezTo>
                  <a:pt x="87380" y="153601"/>
                  <a:pt x="88322" y="155905"/>
                  <a:pt x="90215" y="157789"/>
                </a:cubicBezTo>
                <a:cubicBezTo>
                  <a:pt x="91888" y="159471"/>
                  <a:pt x="94092" y="160303"/>
                  <a:pt x="96817" y="160303"/>
                </a:cubicBezTo>
                <a:close/>
                <a:moveTo>
                  <a:pt x="96817" y="106875"/>
                </a:moveTo>
                <a:lnTo>
                  <a:pt x="204944" y="106875"/>
                </a:lnTo>
                <a:cubicBezTo>
                  <a:pt x="207660" y="106875"/>
                  <a:pt x="209864" y="105924"/>
                  <a:pt x="211537" y="104040"/>
                </a:cubicBezTo>
                <a:cubicBezTo>
                  <a:pt x="213430" y="102367"/>
                  <a:pt x="214372" y="100163"/>
                  <a:pt x="214372" y="97438"/>
                </a:cubicBezTo>
                <a:cubicBezTo>
                  <a:pt x="214372" y="94714"/>
                  <a:pt x="213430" y="92519"/>
                  <a:pt x="211537" y="90836"/>
                </a:cubicBezTo>
                <a:cubicBezTo>
                  <a:pt x="209864" y="88953"/>
                  <a:pt x="207660" y="88011"/>
                  <a:pt x="204944" y="88011"/>
                </a:cubicBezTo>
                <a:lnTo>
                  <a:pt x="96817" y="88011"/>
                </a:lnTo>
                <a:cubicBezTo>
                  <a:pt x="94092" y="88011"/>
                  <a:pt x="91888" y="88953"/>
                  <a:pt x="90215" y="90836"/>
                </a:cubicBezTo>
                <a:cubicBezTo>
                  <a:pt x="88322" y="92729"/>
                  <a:pt x="87380" y="94924"/>
                  <a:pt x="87380" y="97438"/>
                </a:cubicBezTo>
                <a:cubicBezTo>
                  <a:pt x="87380" y="100163"/>
                  <a:pt x="88322" y="102468"/>
                  <a:pt x="90215" y="104360"/>
                </a:cubicBezTo>
                <a:cubicBezTo>
                  <a:pt x="91888" y="106034"/>
                  <a:pt x="94092" y="106875"/>
                  <a:pt x="96817" y="1068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176964"/>
                </a:moveTo>
                <a:cubicBezTo>
                  <a:pt x="56162" y="176964"/>
                  <a:pt x="53648" y="175921"/>
                  <a:pt x="51554" y="173818"/>
                </a:cubicBezTo>
                <a:cubicBezTo>
                  <a:pt x="49451" y="171724"/>
                  <a:pt x="48408" y="169210"/>
                  <a:pt x="48408" y="166274"/>
                </a:cubicBezTo>
                <a:cubicBezTo>
                  <a:pt x="48408" y="163138"/>
                  <a:pt x="49451" y="160624"/>
                  <a:pt x="51554" y="158731"/>
                </a:cubicBezTo>
                <a:cubicBezTo>
                  <a:pt x="53648" y="156637"/>
                  <a:pt x="56162" y="155594"/>
                  <a:pt x="59098" y="155594"/>
                </a:cubicBezTo>
                <a:lnTo>
                  <a:pt x="135478" y="155594"/>
                </a:lnTo>
                <a:cubicBezTo>
                  <a:pt x="138404" y="155594"/>
                  <a:pt x="140918" y="156637"/>
                  <a:pt x="143021" y="158731"/>
                </a:cubicBezTo>
                <a:cubicBezTo>
                  <a:pt x="145115" y="160834"/>
                  <a:pt x="146158" y="163348"/>
                  <a:pt x="146158" y="166274"/>
                </a:cubicBezTo>
                <a:cubicBezTo>
                  <a:pt x="146158" y="169420"/>
                  <a:pt x="145115" y="171935"/>
                  <a:pt x="143021" y="173818"/>
                </a:cubicBezTo>
                <a:cubicBezTo>
                  <a:pt x="140918" y="175921"/>
                  <a:pt x="138404" y="176964"/>
                  <a:pt x="135478" y="176964"/>
                </a:cubicBezTo>
                <a:lnTo>
                  <a:pt x="59098" y="176964"/>
                </a:lnTo>
                <a:close/>
                <a:moveTo>
                  <a:pt x="59098" y="123526"/>
                </a:moveTo>
                <a:cubicBezTo>
                  <a:pt x="56162" y="123526"/>
                  <a:pt x="53648" y="122484"/>
                  <a:pt x="51554" y="120390"/>
                </a:cubicBezTo>
                <a:cubicBezTo>
                  <a:pt x="49451" y="118287"/>
                  <a:pt x="48408" y="115672"/>
                  <a:pt x="48408" y="112526"/>
                </a:cubicBezTo>
                <a:cubicBezTo>
                  <a:pt x="48408" y="109591"/>
                  <a:pt x="49451" y="107076"/>
                  <a:pt x="51554" y="104982"/>
                </a:cubicBezTo>
                <a:cubicBezTo>
                  <a:pt x="53648" y="103099"/>
                  <a:pt x="56162" y="102157"/>
                  <a:pt x="59098" y="102157"/>
                </a:cubicBezTo>
                <a:lnTo>
                  <a:pt x="187964" y="102157"/>
                </a:lnTo>
                <a:cubicBezTo>
                  <a:pt x="191110" y="102157"/>
                  <a:pt x="193624" y="103099"/>
                  <a:pt x="195508" y="104982"/>
                </a:cubicBezTo>
                <a:cubicBezTo>
                  <a:pt x="197602" y="107076"/>
                  <a:pt x="198653" y="109701"/>
                  <a:pt x="198653" y="112846"/>
                </a:cubicBezTo>
                <a:cubicBezTo>
                  <a:pt x="198653" y="115772"/>
                  <a:pt x="197602" y="118287"/>
                  <a:pt x="195508" y="120390"/>
                </a:cubicBezTo>
                <a:cubicBezTo>
                  <a:pt x="193624" y="122484"/>
                  <a:pt x="191110" y="123526"/>
                  <a:pt x="187964" y="123526"/>
                </a:cubicBezTo>
                <a:lnTo>
                  <a:pt x="59098" y="123526"/>
                </a:lnTo>
                <a:close/>
                <a:moveTo>
                  <a:pt x="59098" y="69778"/>
                </a:moveTo>
                <a:cubicBezTo>
                  <a:pt x="56162" y="69778"/>
                  <a:pt x="53648" y="68735"/>
                  <a:pt x="51554" y="66641"/>
                </a:cubicBezTo>
                <a:cubicBezTo>
                  <a:pt x="49451" y="64538"/>
                  <a:pt x="48408" y="62024"/>
                  <a:pt x="48408" y="59098"/>
                </a:cubicBezTo>
                <a:cubicBezTo>
                  <a:pt x="48408" y="55952"/>
                  <a:pt x="49451" y="5343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87964" y="48408"/>
                </a:lnTo>
                <a:cubicBezTo>
                  <a:pt x="191110" y="48408"/>
                  <a:pt x="193624" y="49451"/>
                  <a:pt x="195508" y="51554"/>
                </a:cubicBezTo>
                <a:cubicBezTo>
                  <a:pt x="197602" y="53648"/>
                  <a:pt x="198653" y="56162"/>
                  <a:pt x="198653" y="59098"/>
                </a:cubicBezTo>
                <a:cubicBezTo>
                  <a:pt x="198653" y="62234"/>
                  <a:pt x="197602" y="64749"/>
                  <a:pt x="195508" y="66641"/>
                </a:cubicBezTo>
                <a:cubicBezTo>
                  <a:pt x="193624" y="68735"/>
                  <a:pt x="191110" y="69778"/>
                  <a:pt x="187964" y="69778"/>
                </a:cubicBezTo>
                <a:lnTo>
                  <a:pt x="59098" y="69778"/>
                </a:lnTo>
                <a:close/>
                <a:moveTo>
                  <a:pt x="163138" y="242663"/>
                </a:moveTo>
                <a:lnTo>
                  <a:pt x="163138" y="217517"/>
                </a:lnTo>
                <a:cubicBezTo>
                  <a:pt x="163138" y="216045"/>
                  <a:pt x="163348" y="214683"/>
                  <a:pt x="163760" y="213430"/>
                </a:cubicBezTo>
                <a:cubicBezTo>
                  <a:pt x="164391" y="2121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7003" y="140296"/>
                  <a:pt x="239518" y="139245"/>
                </a:cubicBezTo>
                <a:cubicBezTo>
                  <a:pt x="242033" y="138404"/>
                  <a:pt x="244547" y="137992"/>
                  <a:pt x="247062" y="137992"/>
                </a:cubicBezTo>
                <a:cubicBezTo>
                  <a:pt x="249576" y="137992"/>
                  <a:pt x="252091" y="138513"/>
                  <a:pt x="254606" y="139565"/>
                </a:cubicBezTo>
                <a:cubicBezTo>
                  <a:pt x="257120" y="140607"/>
                  <a:pt x="259315" y="142079"/>
                  <a:pt x="261208" y="143963"/>
                </a:cubicBezTo>
                <a:lnTo>
                  <a:pt x="272839" y="155594"/>
                </a:lnTo>
                <a:cubicBezTo>
                  <a:pt x="274933" y="157478"/>
                  <a:pt x="276396" y="159682"/>
                  <a:pt x="277237" y="162196"/>
                </a:cubicBezTo>
                <a:cubicBezTo>
                  <a:pt x="278069" y="164711"/>
                  <a:pt x="278490" y="167116"/>
                  <a:pt x="278490" y="169420"/>
                </a:cubicBezTo>
                <a:cubicBezTo>
                  <a:pt x="278490" y="171935"/>
                  <a:pt x="277968" y="174449"/>
                  <a:pt x="276917" y="176964"/>
                </a:cubicBezTo>
                <a:cubicBezTo>
                  <a:pt x="276085" y="179689"/>
                  <a:pt x="274613" y="181993"/>
                  <a:pt x="272519" y="183877"/>
                </a:cubicBezTo>
                <a:lnTo>
                  <a:pt x="206508" y="250207"/>
                </a:lnTo>
                <a:cubicBezTo>
                  <a:pt x="205466" y="251460"/>
                  <a:pt x="204314" y="252301"/>
                  <a:pt x="203052" y="252722"/>
                </a:cubicBezTo>
                <a:cubicBezTo>
                  <a:pt x="201799" y="253133"/>
                  <a:pt x="200436" y="253344"/>
                  <a:pt x="198964" y="253344"/>
                </a:cubicBezTo>
                <a:lnTo>
                  <a:pt x="173818" y="253344"/>
                </a:lnTo>
                <a:cubicBezTo>
                  <a:pt x="170892" y="253344"/>
                  <a:pt x="168378" y="252301"/>
                  <a:pt x="166274" y="250207"/>
                </a:cubicBezTo>
                <a:cubicBezTo>
                  <a:pt x="164181" y="248104"/>
                  <a:pt x="163138" y="245590"/>
                  <a:pt x="163138" y="242663"/>
                </a:cubicBezTo>
                <a:close/>
                <a:moveTo>
                  <a:pt x="258693" y="169420"/>
                </a:moveTo>
                <a:lnTo>
                  <a:pt x="247062" y="157789"/>
                </a:lnTo>
                <a:lnTo>
                  <a:pt x="258693" y="169420"/>
                </a:lnTo>
                <a:close/>
                <a:moveTo>
                  <a:pt x="183255" y="233227"/>
                </a:moveTo>
                <a:lnTo>
                  <a:pt x="195197" y="233227"/>
                </a:lnTo>
                <a:lnTo>
                  <a:pt x="232916" y="195197"/>
                </a:lnTo>
                <a:lnTo>
                  <a:pt x="227256" y="189226"/>
                </a:lnTo>
                <a:lnTo>
                  <a:pt x="221285" y="183566"/>
                </a:lnTo>
                <a:lnTo>
                  <a:pt x="183255" y="221285"/>
                </a:lnTo>
                <a:lnTo>
                  <a:pt x="183255" y="233227"/>
                </a:lnTo>
                <a:close/>
                <a:moveTo>
                  <a:pt x="227256" y="189226"/>
                </a:moveTo>
                <a:lnTo>
                  <a:pt x="221285" y="183566"/>
                </a:lnTo>
                <a:lnTo>
                  <a:pt x="232916" y="195197"/>
                </a:lnTo>
                <a:lnTo>
                  <a:pt x="227256" y="1892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98069" y="213110"/>
                </a:moveTo>
                <a:lnTo>
                  <a:pt x="164391" y="213110"/>
                </a:lnTo>
                <a:cubicBezTo>
                  <a:pt x="166905" y="213110"/>
                  <a:pt x="169109" y="212168"/>
                  <a:pt x="170993" y="210285"/>
                </a:cubicBezTo>
                <a:cubicBezTo>
                  <a:pt x="172876" y="208611"/>
                  <a:pt x="173818" y="206408"/>
                  <a:pt x="173818" y="203683"/>
                </a:cubicBezTo>
                <a:cubicBezTo>
                  <a:pt x="173818" y="200958"/>
                  <a:pt x="172876" y="198653"/>
                  <a:pt x="170993" y="196770"/>
                </a:cubicBezTo>
                <a:cubicBezTo>
                  <a:pt x="169109" y="195087"/>
                  <a:pt x="166905" y="194255"/>
                  <a:pt x="164391" y="194255"/>
                </a:cubicBezTo>
                <a:lnTo>
                  <a:pt x="98069" y="194255"/>
                </a:lnTo>
                <a:cubicBezTo>
                  <a:pt x="95344" y="194255"/>
                  <a:pt x="93141" y="195197"/>
                  <a:pt x="91467" y="197081"/>
                </a:cubicBezTo>
                <a:cubicBezTo>
                  <a:pt x="89584" y="198754"/>
                  <a:pt x="88642" y="200958"/>
                  <a:pt x="88642" y="203683"/>
                </a:cubicBezTo>
                <a:cubicBezTo>
                  <a:pt x="88642" y="206408"/>
                  <a:pt x="89584" y="208611"/>
                  <a:pt x="91467" y="210285"/>
                </a:cubicBezTo>
                <a:cubicBezTo>
                  <a:pt x="93141" y="212168"/>
                  <a:pt x="95344" y="213110"/>
                  <a:pt x="98069" y="213110"/>
                </a:cubicBezTo>
                <a:close/>
                <a:moveTo>
                  <a:pt x="98069" y="160303"/>
                </a:moveTo>
                <a:lnTo>
                  <a:pt x="203683" y="160303"/>
                </a:lnTo>
                <a:cubicBezTo>
                  <a:pt x="206408" y="160303"/>
                  <a:pt x="208611" y="159362"/>
                  <a:pt x="210285" y="157478"/>
                </a:cubicBezTo>
                <a:cubicBezTo>
                  <a:pt x="212168" y="155805"/>
                  <a:pt x="213110" y="153601"/>
                  <a:pt x="213110" y="150876"/>
                </a:cubicBezTo>
                <a:cubicBezTo>
                  <a:pt x="213110" y="148151"/>
                  <a:pt x="212168" y="145947"/>
                  <a:pt x="210285" y="144274"/>
                </a:cubicBezTo>
                <a:cubicBezTo>
                  <a:pt x="208611" y="142390"/>
                  <a:pt x="206408" y="141449"/>
                  <a:pt x="203683" y="141449"/>
                </a:cubicBezTo>
                <a:lnTo>
                  <a:pt x="98069" y="141449"/>
                </a:lnTo>
                <a:cubicBezTo>
                  <a:pt x="95344" y="141449"/>
                  <a:pt x="93141" y="142390"/>
                  <a:pt x="91467" y="144274"/>
                </a:cubicBezTo>
                <a:cubicBezTo>
                  <a:pt x="89584" y="145947"/>
                  <a:pt x="88642" y="148151"/>
                  <a:pt x="88642" y="150876"/>
                </a:cubicBezTo>
                <a:cubicBezTo>
                  <a:pt x="88642" y="153601"/>
                  <a:pt x="89584" y="155905"/>
                  <a:pt x="91467" y="157789"/>
                </a:cubicBezTo>
                <a:cubicBezTo>
                  <a:pt x="93141" y="159471"/>
                  <a:pt x="95344" y="160303"/>
                  <a:pt x="98069" y="160303"/>
                </a:cubicBezTo>
                <a:close/>
                <a:moveTo>
                  <a:pt x="98069" y="107497"/>
                </a:moveTo>
                <a:lnTo>
                  <a:pt x="203683" y="107497"/>
                </a:lnTo>
                <a:cubicBezTo>
                  <a:pt x="206408" y="107497"/>
                  <a:pt x="208611" y="106555"/>
                  <a:pt x="210285" y="104671"/>
                </a:cubicBezTo>
                <a:cubicBezTo>
                  <a:pt x="212168" y="102998"/>
                  <a:pt x="213110" y="100794"/>
                  <a:pt x="213110" y="98069"/>
                </a:cubicBezTo>
                <a:cubicBezTo>
                  <a:pt x="213110" y="95344"/>
                  <a:pt x="212168" y="93141"/>
                  <a:pt x="210285" y="91467"/>
                </a:cubicBezTo>
                <a:cubicBezTo>
                  <a:pt x="208611" y="89584"/>
                  <a:pt x="206408" y="88642"/>
                  <a:pt x="203683" y="88642"/>
                </a:cubicBezTo>
                <a:lnTo>
                  <a:pt x="98069" y="88642"/>
                </a:lnTo>
                <a:cubicBezTo>
                  <a:pt x="95344" y="88642"/>
                  <a:pt x="93141" y="89584"/>
                  <a:pt x="91467" y="91467"/>
                </a:cubicBezTo>
                <a:cubicBezTo>
                  <a:pt x="89584" y="93141"/>
                  <a:pt x="88642" y="95344"/>
                  <a:pt x="88642" y="98069"/>
                </a:cubicBezTo>
                <a:cubicBezTo>
                  <a:pt x="88642" y="100794"/>
                  <a:pt x="89584" y="103099"/>
                  <a:pt x="91467" y="104982"/>
                </a:cubicBezTo>
                <a:cubicBezTo>
                  <a:pt x="93141" y="106665"/>
                  <a:pt x="95344" y="107497"/>
                  <a:pt x="98069" y="107497"/>
                </a:cubicBez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0051"/>
                </a:moveTo>
                <a:lnTo>
                  <a:pt x="102788" y="140187"/>
                </a:lnTo>
                <a:cubicBezTo>
                  <a:pt x="100685" y="138093"/>
                  <a:pt x="98280" y="137050"/>
                  <a:pt x="95555" y="137050"/>
                </a:cubicBezTo>
                <a:cubicBezTo>
                  <a:pt x="92620" y="137050"/>
                  <a:pt x="90105" y="138093"/>
                  <a:pt x="88011" y="140187"/>
                </a:cubicBezTo>
                <a:cubicBezTo>
                  <a:pt x="85917" y="142281"/>
                  <a:pt x="84865" y="144695"/>
                  <a:pt x="84865" y="147420"/>
                </a:cubicBezTo>
                <a:cubicBezTo>
                  <a:pt x="85076" y="150355"/>
                  <a:pt x="86127" y="152869"/>
                  <a:pt x="88011" y="154963"/>
                </a:cubicBezTo>
                <a:lnTo>
                  <a:pt x="125099" y="192682"/>
                </a:lnTo>
                <a:cubicBezTo>
                  <a:pt x="127403" y="194776"/>
                  <a:pt x="129918" y="195828"/>
                  <a:pt x="132643" y="195828"/>
                </a:cubicBezTo>
                <a:cubicBezTo>
                  <a:pt x="135578" y="195828"/>
                  <a:pt x="138202" y="194776"/>
                  <a:pt x="140507" y="192682"/>
                </a:cubicBezTo>
                <a:lnTo>
                  <a:pt x="213430" y="119759"/>
                </a:lnTo>
                <a:cubicBezTo>
                  <a:pt x="215524" y="117665"/>
                  <a:pt x="216566" y="115150"/>
                  <a:pt x="216566" y="112215"/>
                </a:cubicBezTo>
                <a:cubicBezTo>
                  <a:pt x="216566" y="109280"/>
                  <a:pt x="215524" y="106765"/>
                  <a:pt x="213430" y="104671"/>
                </a:cubicBezTo>
                <a:cubicBezTo>
                  <a:pt x="211327" y="102577"/>
                  <a:pt x="208812" y="101526"/>
                  <a:pt x="205886" y="101526"/>
                </a:cubicBezTo>
                <a:cubicBezTo>
                  <a:pt x="202951" y="101526"/>
                  <a:pt x="200436" y="102577"/>
                  <a:pt x="198343" y="104671"/>
                </a:cubicBezTo>
                <a:lnTo>
                  <a:pt x="132963" y="170051"/>
                </a:lnTo>
                <a:close/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128" y="226003"/>
                </a:moveTo>
                <a:lnTo>
                  <a:pt x="141128" y="233227"/>
                </a:lnTo>
                <a:cubicBezTo>
                  <a:pt x="141128" y="234699"/>
                  <a:pt x="141659" y="235952"/>
                  <a:pt x="142701" y="237003"/>
                </a:cubicBezTo>
                <a:cubicBezTo>
                  <a:pt x="143753" y="238046"/>
                  <a:pt x="145006" y="238576"/>
                  <a:pt x="146478" y="238576"/>
                </a:cubicBezTo>
                <a:lnTo>
                  <a:pt x="155594" y="238576"/>
                </a:lnTo>
                <a:cubicBezTo>
                  <a:pt x="156847" y="238576"/>
                  <a:pt x="157999" y="238046"/>
                  <a:pt x="159051" y="237003"/>
                </a:cubicBezTo>
                <a:cubicBezTo>
                  <a:pt x="160093" y="235952"/>
                  <a:pt x="160624" y="234699"/>
                  <a:pt x="160624" y="233227"/>
                </a:cubicBezTo>
                <a:lnTo>
                  <a:pt x="160624" y="226003"/>
                </a:lnTo>
                <a:lnTo>
                  <a:pt x="179168" y="226003"/>
                </a:lnTo>
                <a:cubicBezTo>
                  <a:pt x="182103" y="226003"/>
                  <a:pt x="184508" y="225061"/>
                  <a:pt x="186391" y="223168"/>
                </a:cubicBezTo>
                <a:cubicBezTo>
                  <a:pt x="188074" y="221495"/>
                  <a:pt x="188906" y="219191"/>
                  <a:pt x="188906" y="216256"/>
                </a:cubicBezTo>
                <a:lnTo>
                  <a:pt x="188906" y="175080"/>
                </a:lnTo>
                <a:cubicBezTo>
                  <a:pt x="188906" y="172145"/>
                  <a:pt x="188074" y="169740"/>
                  <a:pt x="186391" y="167847"/>
                </a:cubicBezTo>
                <a:cubicBezTo>
                  <a:pt x="184508" y="165964"/>
                  <a:pt x="182103" y="165022"/>
                  <a:pt x="179168" y="165022"/>
                </a:cubicBezTo>
                <a:lnTo>
                  <a:pt x="132332" y="165022"/>
                </a:lnTo>
                <a:lnTo>
                  <a:pt x="132332" y="143643"/>
                </a:lnTo>
                <a:lnTo>
                  <a:pt x="179168" y="143643"/>
                </a:lnTo>
                <a:cubicBezTo>
                  <a:pt x="182103" y="143643"/>
                  <a:pt x="184407" y="142601"/>
                  <a:pt x="186080" y="140507"/>
                </a:cubicBezTo>
                <a:cubicBezTo>
                  <a:pt x="187964" y="138614"/>
                  <a:pt x="188906" y="136310"/>
                  <a:pt x="188906" y="133585"/>
                </a:cubicBezTo>
                <a:cubicBezTo>
                  <a:pt x="188906" y="130860"/>
                  <a:pt x="187964" y="128555"/>
                  <a:pt x="186080" y="126672"/>
                </a:cubicBezTo>
                <a:cubicBezTo>
                  <a:pt x="184407" y="124788"/>
                  <a:pt x="182103" y="123846"/>
                  <a:pt x="179168" y="123846"/>
                </a:cubicBezTo>
                <a:lnTo>
                  <a:pt x="160624" y="123846"/>
                </a:lnTo>
                <a:lnTo>
                  <a:pt x="160624" y="116613"/>
                </a:lnTo>
                <a:cubicBezTo>
                  <a:pt x="160624" y="115150"/>
                  <a:pt x="160093" y="113889"/>
                  <a:pt x="159051" y="112846"/>
                </a:cubicBezTo>
                <a:cubicBezTo>
                  <a:pt x="157999" y="111795"/>
                  <a:pt x="156746" y="111273"/>
                  <a:pt x="155274" y="111273"/>
                </a:cubicBezTo>
                <a:lnTo>
                  <a:pt x="146158" y="111273"/>
                </a:lnTo>
                <a:cubicBezTo>
                  <a:pt x="144905" y="111273"/>
                  <a:pt x="143753" y="111795"/>
                  <a:pt x="142701" y="112846"/>
                </a:cubicBezTo>
                <a:cubicBezTo>
                  <a:pt x="141659" y="113889"/>
                  <a:pt x="141128" y="115150"/>
                  <a:pt x="141128" y="116613"/>
                </a:cubicBezTo>
                <a:lnTo>
                  <a:pt x="141128" y="123846"/>
                </a:lnTo>
                <a:lnTo>
                  <a:pt x="122584" y="123846"/>
                </a:lnTo>
                <a:cubicBezTo>
                  <a:pt x="119649" y="123846"/>
                  <a:pt x="117345" y="124788"/>
                  <a:pt x="115672" y="126672"/>
                </a:cubicBezTo>
                <a:cubicBezTo>
                  <a:pt x="113788" y="128555"/>
                  <a:pt x="112846" y="130860"/>
                  <a:pt x="112846" y="133585"/>
                </a:cubicBezTo>
                <a:lnTo>
                  <a:pt x="112846" y="175080"/>
                </a:lnTo>
                <a:cubicBezTo>
                  <a:pt x="112846" y="177805"/>
                  <a:pt x="113788" y="180109"/>
                  <a:pt x="115672" y="181993"/>
                </a:cubicBezTo>
                <a:cubicBezTo>
                  <a:pt x="117345" y="183877"/>
                  <a:pt x="119649" y="184828"/>
                  <a:pt x="122584" y="184828"/>
                </a:cubicBezTo>
                <a:lnTo>
                  <a:pt x="169420" y="184828"/>
                </a:lnTo>
                <a:lnTo>
                  <a:pt x="169420" y="206508"/>
                </a:lnTo>
                <a:lnTo>
                  <a:pt x="122584" y="206508"/>
                </a:lnTo>
                <a:cubicBezTo>
                  <a:pt x="119860" y="206508"/>
                  <a:pt x="117555" y="207459"/>
                  <a:pt x="115672" y="209343"/>
                </a:cubicBezTo>
                <a:cubicBezTo>
                  <a:pt x="113788" y="211226"/>
                  <a:pt x="112846" y="213531"/>
                  <a:pt x="112846" y="216256"/>
                </a:cubicBezTo>
                <a:cubicBezTo>
                  <a:pt x="112846" y="219191"/>
                  <a:pt x="113788" y="221495"/>
                  <a:pt x="115672" y="223168"/>
                </a:cubicBezTo>
                <a:cubicBezTo>
                  <a:pt x="117555" y="225061"/>
                  <a:pt x="119860" y="226003"/>
                  <a:pt x="122584" y="226003"/>
                </a:cubicBezTo>
                <a:lnTo>
                  <a:pt x="141128" y="226003"/>
                </a:ln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82313" y="23262"/>
                </a:lnTo>
                <a:lnTo>
                  <a:pt x="253344" y="94302"/>
                </a:ln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7120"/>
                </a:moveTo>
                <a:lnTo>
                  <a:pt x="231974" y="257120"/>
                </a:lnTo>
                <a:lnTo>
                  <a:pt x="231974" y="102468"/>
                </a:lnTo>
                <a:lnTo>
                  <a:pt x="184828" y="102468"/>
                </a:lnTo>
                <a:cubicBezTo>
                  <a:pt x="181892" y="102468"/>
                  <a:pt x="179378" y="101425"/>
                  <a:pt x="177284" y="99331"/>
                </a:cubicBezTo>
                <a:cubicBezTo>
                  <a:pt x="175181" y="97228"/>
                  <a:pt x="174138" y="94714"/>
                  <a:pt x="174138" y="91787"/>
                </a:cubicBezTo>
                <a:lnTo>
                  <a:pt x="174138" y="44632"/>
                </a:lnTo>
                <a:lnTo>
                  <a:pt x="69778" y="44632"/>
                </a:lnTo>
                <a:lnTo>
                  <a:pt x="69778" y="257120"/>
                </a:lnTo>
                <a:close/>
                <a:moveTo>
                  <a:pt x="69778" y="44632"/>
                </a:moveTo>
                <a:lnTo>
                  <a:pt x="69778" y="102468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149"/>
                  <a:pt x="29544" y="246742"/>
                </a:cubicBezTo>
                <a:cubicBezTo>
                  <a:pt x="25356" y="242343"/>
                  <a:pt x="23262" y="237424"/>
                  <a:pt x="23262" y="231974"/>
                </a:cubicBezTo>
                <a:lnTo>
                  <a:pt x="23262" y="69778"/>
                </a:lnTo>
                <a:cubicBezTo>
                  <a:pt x="23262" y="64127"/>
                  <a:pt x="25356" y="59198"/>
                  <a:pt x="29544" y="55010"/>
                </a:cubicBezTo>
                <a:cubicBezTo>
                  <a:pt x="33952" y="50603"/>
                  <a:pt x="38981" y="48408"/>
                  <a:pt x="44632" y="48408"/>
                </a:cubicBezTo>
                <a:lnTo>
                  <a:pt x="122584" y="48408"/>
                </a:lnTo>
                <a:cubicBezTo>
                  <a:pt x="125520" y="48408"/>
                  <a:pt x="128345" y="48930"/>
                  <a:pt x="131070" y="49981"/>
                </a:cubicBezTo>
                <a:cubicBezTo>
                  <a:pt x="133795" y="51234"/>
                  <a:pt x="136099" y="52807"/>
                  <a:pt x="137992" y="54690"/>
                </a:cubicBezTo>
                <a:lnTo>
                  <a:pt x="151187" y="68205"/>
                </a:lnTo>
                <a:lnTo>
                  <a:pt x="257120" y="68205"/>
                </a:lnTo>
                <a:cubicBezTo>
                  <a:pt x="262780" y="68205"/>
                  <a:pt x="267700" y="70308"/>
                  <a:pt x="271888" y="74496"/>
                </a:cubicBezTo>
                <a:cubicBezTo>
                  <a:pt x="276295" y="78894"/>
                  <a:pt x="278490" y="83924"/>
                  <a:pt x="278490" y="89584"/>
                </a:cubicBezTo>
                <a:lnTo>
                  <a:pt x="278490" y="231974"/>
                </a:lnTo>
                <a:cubicBezTo>
                  <a:pt x="278490" y="237424"/>
                  <a:pt x="276295" y="242343"/>
                  <a:pt x="271888" y="246742"/>
                </a:cubicBezTo>
                <a:cubicBezTo>
                  <a:pt x="267700" y="251149"/>
                  <a:pt x="262780" y="253344"/>
                  <a:pt x="257120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57120" y="231974"/>
                </a:lnTo>
                <a:lnTo>
                  <a:pt x="257120" y="89584"/>
                </a:lnTo>
                <a:lnTo>
                  <a:pt x="142390" y="89584"/>
                </a:lnTo>
                <a:lnTo>
                  <a:pt x="122584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9654"/>
                </a:moveTo>
                <a:cubicBezTo>
                  <a:pt x="89273" y="209654"/>
                  <a:pt x="100163" y="210916"/>
                  <a:pt x="110642" y="213430"/>
                </a:cubicBezTo>
                <a:cubicBezTo>
                  <a:pt x="121332" y="216155"/>
                  <a:pt x="131811" y="220133"/>
                  <a:pt x="142079" y="225372"/>
                </a:cubicBezTo>
                <a:lnTo>
                  <a:pt x="142079" y="91157"/>
                </a:lnTo>
                <a:cubicBezTo>
                  <a:pt x="132643" y="84865"/>
                  <a:pt x="122374" y="79946"/>
                  <a:pt x="111273" y="76380"/>
                </a:cubicBezTo>
                <a:cubicBezTo>
                  <a:pt x="100374" y="73024"/>
                  <a:pt x="89273" y="71351"/>
                  <a:pt x="77953" y="71351"/>
                </a:cubicBezTo>
                <a:cubicBezTo>
                  <a:pt x="69988" y="71351"/>
                  <a:pt x="62234" y="72292"/>
                  <a:pt x="54690" y="74185"/>
                </a:cubicBezTo>
                <a:cubicBezTo>
                  <a:pt x="46936" y="76279"/>
                  <a:pt x="39182" y="78794"/>
                  <a:pt x="31437" y="81729"/>
                </a:cubicBezTo>
                <a:lnTo>
                  <a:pt x="31437" y="218139"/>
                </a:lnTo>
                <a:cubicBezTo>
                  <a:pt x="37929" y="215204"/>
                  <a:pt x="45363" y="213009"/>
                  <a:pt x="53748" y="211537"/>
                </a:cubicBezTo>
                <a:cubicBezTo>
                  <a:pt x="61923" y="210285"/>
                  <a:pt x="69988" y="209654"/>
                  <a:pt x="77953" y="209654"/>
                </a:cubicBezTo>
                <a:close/>
                <a:moveTo>
                  <a:pt x="160934" y="225372"/>
                </a:moveTo>
                <a:cubicBezTo>
                  <a:pt x="171413" y="220133"/>
                  <a:pt x="181682" y="216155"/>
                  <a:pt x="191741" y="213430"/>
                </a:cubicBezTo>
                <a:cubicBezTo>
                  <a:pt x="201799" y="210916"/>
                  <a:pt x="212488" y="209654"/>
                  <a:pt x="223799" y="209654"/>
                </a:cubicBezTo>
                <a:cubicBezTo>
                  <a:pt x="231764" y="209654"/>
                  <a:pt x="240039" y="210285"/>
                  <a:pt x="248635" y="211537"/>
                </a:cubicBezTo>
                <a:cubicBezTo>
                  <a:pt x="257010" y="212799"/>
                  <a:pt x="264243" y="214473"/>
                  <a:pt x="270324" y="216566"/>
                </a:cubicBezTo>
                <a:lnTo>
                  <a:pt x="270324" y="81729"/>
                </a:lnTo>
                <a:cubicBezTo>
                  <a:pt x="263192" y="77953"/>
                  <a:pt x="255648" y="75337"/>
                  <a:pt x="247693" y="73865"/>
                </a:cubicBezTo>
                <a:cubicBezTo>
                  <a:pt x="239728" y="72192"/>
                  <a:pt x="231764" y="71351"/>
                  <a:pt x="223799" y="71351"/>
                </a:cubicBezTo>
                <a:cubicBezTo>
                  <a:pt x="212488" y="71351"/>
                  <a:pt x="201589" y="73024"/>
                  <a:pt x="191110" y="76380"/>
                </a:cubicBezTo>
                <a:cubicBezTo>
                  <a:pt x="180420" y="79946"/>
                  <a:pt x="170362" y="84865"/>
                  <a:pt x="160934" y="91157"/>
                </a:cubicBezTo>
                <a:lnTo>
                  <a:pt x="160934" y="225372"/>
                </a:lnTo>
                <a:close/>
                <a:moveTo>
                  <a:pt x="147109" y="251460"/>
                </a:moveTo>
                <a:cubicBezTo>
                  <a:pt x="145636" y="251250"/>
                  <a:pt x="144274" y="250619"/>
                  <a:pt x="143021" y="249576"/>
                </a:cubicBezTo>
                <a:cubicBezTo>
                  <a:pt x="133173" y="243496"/>
                  <a:pt x="122795" y="238786"/>
                  <a:pt x="111904" y="235431"/>
                </a:cubicBezTo>
                <a:cubicBezTo>
                  <a:pt x="100794" y="232075"/>
                  <a:pt x="89474" y="230401"/>
                  <a:pt x="77953" y="230401"/>
                </a:cubicBezTo>
                <a:cubicBezTo>
                  <a:pt x="70409" y="230401"/>
                  <a:pt x="62966" y="231343"/>
                  <a:pt x="55632" y="233227"/>
                </a:cubicBezTo>
                <a:cubicBezTo>
                  <a:pt x="48509" y="235120"/>
                  <a:pt x="41285" y="237424"/>
                  <a:pt x="33952" y="240149"/>
                </a:cubicBezTo>
                <a:cubicBezTo>
                  <a:pt x="28712" y="242663"/>
                  <a:pt x="23573" y="242343"/>
                  <a:pt x="18544" y="239198"/>
                </a:cubicBezTo>
                <a:cubicBezTo>
                  <a:pt x="13305" y="236062"/>
                  <a:pt x="10689" y="231444"/>
                  <a:pt x="10689" y="225372"/>
                </a:cubicBezTo>
                <a:lnTo>
                  <a:pt x="10689" y="79836"/>
                </a:lnTo>
                <a:cubicBezTo>
                  <a:pt x="10689" y="76279"/>
                  <a:pt x="11521" y="72923"/>
                  <a:pt x="13204" y="69778"/>
                </a:cubicBezTo>
                <a:cubicBezTo>
                  <a:pt x="14877" y="66641"/>
                  <a:pt x="17392" y="64227"/>
                  <a:pt x="20748" y="62554"/>
                </a:cubicBezTo>
                <a:cubicBezTo>
                  <a:pt x="29755" y="58357"/>
                  <a:pt x="38981" y="55321"/>
                  <a:pt x="48408" y="53438"/>
                </a:cubicBezTo>
                <a:cubicBezTo>
                  <a:pt x="58046" y="51554"/>
                  <a:pt x="67894" y="50603"/>
                  <a:pt x="77953" y="50603"/>
                </a:cubicBezTo>
                <a:cubicBezTo>
                  <a:pt x="91157" y="50603"/>
                  <a:pt x="103940" y="52386"/>
                  <a:pt x="116303" y="55952"/>
                </a:cubicBezTo>
                <a:cubicBezTo>
                  <a:pt x="128876" y="59509"/>
                  <a:pt x="140607" y="65069"/>
                  <a:pt x="151507" y="72613"/>
                </a:cubicBezTo>
                <a:cubicBezTo>
                  <a:pt x="162196" y="65069"/>
                  <a:pt x="173718" y="59509"/>
                  <a:pt x="186080" y="55952"/>
                </a:cubicBezTo>
                <a:cubicBezTo>
                  <a:pt x="198233" y="52386"/>
                  <a:pt x="210806" y="50603"/>
                  <a:pt x="223799" y="50603"/>
                </a:cubicBezTo>
                <a:cubicBezTo>
                  <a:pt x="233858" y="50603"/>
                  <a:pt x="243605" y="51554"/>
                  <a:pt x="253033" y="53438"/>
                </a:cubicBezTo>
                <a:cubicBezTo>
                  <a:pt x="262460" y="55532"/>
                  <a:pt x="271677" y="58567"/>
                  <a:pt x="280693" y="62554"/>
                </a:cubicBezTo>
                <a:cubicBezTo>
                  <a:pt x="284049" y="64227"/>
                  <a:pt x="286564" y="66641"/>
                  <a:pt x="288237" y="69778"/>
                </a:cubicBezTo>
                <a:cubicBezTo>
                  <a:pt x="290121" y="72713"/>
                  <a:pt x="291063" y="76069"/>
                  <a:pt x="291063" y="79836"/>
                </a:cubicBezTo>
                <a:lnTo>
                  <a:pt x="291063" y="226003"/>
                </a:lnTo>
                <a:cubicBezTo>
                  <a:pt x="291063" y="232285"/>
                  <a:pt x="288338" y="237003"/>
                  <a:pt x="282897" y="240149"/>
                </a:cubicBezTo>
                <a:cubicBezTo>
                  <a:pt x="277658" y="243285"/>
                  <a:pt x="272519" y="243285"/>
                  <a:pt x="267489" y="240149"/>
                </a:cubicBezTo>
                <a:cubicBezTo>
                  <a:pt x="260366" y="237214"/>
                  <a:pt x="253243" y="234909"/>
                  <a:pt x="246120" y="233227"/>
                </a:cubicBezTo>
                <a:cubicBezTo>
                  <a:pt x="238786" y="231343"/>
                  <a:pt x="231343" y="230401"/>
                  <a:pt x="223799" y="230401"/>
                </a:cubicBezTo>
                <a:cubicBezTo>
                  <a:pt x="212488" y="230401"/>
                  <a:pt x="201479" y="232075"/>
                  <a:pt x="190799" y="235431"/>
                </a:cubicBezTo>
                <a:cubicBezTo>
                  <a:pt x="180109" y="238988"/>
                  <a:pt x="169941" y="243706"/>
                  <a:pt x="160303" y="249576"/>
                </a:cubicBezTo>
                <a:cubicBezTo>
                  <a:pt x="159261" y="250619"/>
                  <a:pt x="157999" y="251250"/>
                  <a:pt x="156536" y="251460"/>
                </a:cubicBezTo>
                <a:cubicBezTo>
                  <a:pt x="155064" y="251881"/>
                  <a:pt x="153491" y="252091"/>
                  <a:pt x="151818" y="252091"/>
                </a:cubicBezTo>
                <a:cubicBezTo>
                  <a:pt x="150144" y="252091"/>
                  <a:pt x="148572" y="251881"/>
                  <a:pt x="147109" y="251460"/>
                </a:cubicBezTo>
                <a:close/>
                <a:moveTo>
                  <a:pt x="86758" y="150245"/>
                </a:moveTo>
                <a:close/>
                <a:moveTo>
                  <a:pt x="176022" y="112526"/>
                </a:moveTo>
                <a:cubicBezTo>
                  <a:pt x="176022" y="111484"/>
                  <a:pt x="176443" y="110332"/>
                  <a:pt x="177284" y="109070"/>
                </a:cubicBezTo>
                <a:cubicBezTo>
                  <a:pt x="178116" y="108027"/>
                  <a:pt x="179058" y="107287"/>
                  <a:pt x="180109" y="106875"/>
                </a:cubicBezTo>
                <a:cubicBezTo>
                  <a:pt x="186391" y="104562"/>
                  <a:pt x="192783" y="102788"/>
                  <a:pt x="199284" y="101526"/>
                </a:cubicBezTo>
                <a:cubicBezTo>
                  <a:pt x="205777" y="100273"/>
                  <a:pt x="212689" y="99642"/>
                  <a:pt x="220032" y="99642"/>
                </a:cubicBezTo>
                <a:cubicBezTo>
                  <a:pt x="224641" y="99642"/>
                  <a:pt x="229139" y="99852"/>
                  <a:pt x="233547" y="100273"/>
                </a:cubicBezTo>
                <a:cubicBezTo>
                  <a:pt x="237945" y="100895"/>
                  <a:pt x="242243" y="101736"/>
                  <a:pt x="246431" y="102788"/>
                </a:cubicBezTo>
                <a:cubicBezTo>
                  <a:pt x="247693" y="103199"/>
                  <a:pt x="248845" y="103940"/>
                  <a:pt x="249887" y="104982"/>
                </a:cubicBezTo>
                <a:cubicBezTo>
                  <a:pt x="250939" y="106244"/>
                  <a:pt x="251460" y="107497"/>
                  <a:pt x="251460" y="108759"/>
                </a:cubicBezTo>
                <a:cubicBezTo>
                  <a:pt x="251460" y="111273"/>
                  <a:pt x="250728" y="113157"/>
                  <a:pt x="249256" y="114419"/>
                </a:cubicBezTo>
                <a:cubicBezTo>
                  <a:pt x="247583" y="115672"/>
                  <a:pt x="245590" y="115982"/>
                  <a:pt x="243285" y="115361"/>
                </a:cubicBezTo>
                <a:cubicBezTo>
                  <a:pt x="239728" y="114309"/>
                  <a:pt x="235952" y="113468"/>
                  <a:pt x="231974" y="112846"/>
                </a:cubicBezTo>
                <a:cubicBezTo>
                  <a:pt x="228198" y="112425"/>
                  <a:pt x="224220" y="112215"/>
                  <a:pt x="220032" y="112215"/>
                </a:cubicBezTo>
                <a:cubicBezTo>
                  <a:pt x="213951" y="112215"/>
                  <a:pt x="208081" y="112736"/>
                  <a:pt x="202430" y="113788"/>
                </a:cubicBezTo>
                <a:cubicBezTo>
                  <a:pt x="196770" y="114830"/>
                  <a:pt x="191210" y="116513"/>
                  <a:pt x="185770" y="118817"/>
                </a:cubicBezTo>
                <a:cubicBezTo>
                  <a:pt x="182834" y="119860"/>
                  <a:pt x="180530" y="119860"/>
                  <a:pt x="178847" y="118817"/>
                </a:cubicBezTo>
                <a:cubicBezTo>
                  <a:pt x="176964" y="117555"/>
                  <a:pt x="176022" y="115461"/>
                  <a:pt x="176022" y="112526"/>
                </a:cubicBezTo>
                <a:close/>
                <a:moveTo>
                  <a:pt x="176022" y="181682"/>
                </a:moveTo>
                <a:cubicBezTo>
                  <a:pt x="176022" y="180631"/>
                  <a:pt x="176443" y="179478"/>
                  <a:pt x="177284" y="178226"/>
                </a:cubicBezTo>
                <a:cubicBezTo>
                  <a:pt x="178116" y="176964"/>
                  <a:pt x="179058" y="176123"/>
                  <a:pt x="180109" y="175711"/>
                </a:cubicBezTo>
                <a:cubicBezTo>
                  <a:pt x="186391" y="173407"/>
                  <a:pt x="192783" y="171624"/>
                  <a:pt x="199284" y="170362"/>
                </a:cubicBezTo>
                <a:cubicBezTo>
                  <a:pt x="205777" y="169319"/>
                  <a:pt x="212689" y="168789"/>
                  <a:pt x="220032" y="168789"/>
                </a:cubicBezTo>
                <a:cubicBezTo>
                  <a:pt x="224641" y="168789"/>
                  <a:pt x="229139" y="168999"/>
                  <a:pt x="233547" y="169420"/>
                </a:cubicBezTo>
                <a:cubicBezTo>
                  <a:pt x="237945" y="170051"/>
                  <a:pt x="242243" y="170892"/>
                  <a:pt x="246431" y="171935"/>
                </a:cubicBezTo>
                <a:cubicBezTo>
                  <a:pt x="247693" y="172355"/>
                  <a:pt x="248845" y="173087"/>
                  <a:pt x="249887" y="174138"/>
                </a:cubicBezTo>
                <a:cubicBezTo>
                  <a:pt x="250939" y="175391"/>
                  <a:pt x="251460" y="176653"/>
                  <a:pt x="251460" y="177906"/>
                </a:cubicBezTo>
                <a:cubicBezTo>
                  <a:pt x="251460" y="180420"/>
                  <a:pt x="250728" y="182313"/>
                  <a:pt x="249256" y="183566"/>
                </a:cubicBezTo>
                <a:cubicBezTo>
                  <a:pt x="247583" y="184828"/>
                  <a:pt x="245590" y="185139"/>
                  <a:pt x="243285" y="184508"/>
                </a:cubicBezTo>
                <a:cubicBezTo>
                  <a:pt x="239728" y="183465"/>
                  <a:pt x="235952" y="182624"/>
                  <a:pt x="231974" y="181993"/>
                </a:cubicBezTo>
                <a:cubicBezTo>
                  <a:pt x="228198" y="181572"/>
                  <a:pt x="224220" y="181362"/>
                  <a:pt x="220032" y="181362"/>
                </a:cubicBezTo>
                <a:cubicBezTo>
                  <a:pt x="213951" y="181362"/>
                  <a:pt x="208081" y="181892"/>
                  <a:pt x="202430" y="182935"/>
                </a:cubicBezTo>
                <a:cubicBezTo>
                  <a:pt x="196770" y="183776"/>
                  <a:pt x="191210" y="185349"/>
                  <a:pt x="185770" y="187653"/>
                </a:cubicBezTo>
                <a:cubicBezTo>
                  <a:pt x="182834" y="188696"/>
                  <a:pt x="180530" y="188696"/>
                  <a:pt x="178847" y="187653"/>
                </a:cubicBezTo>
                <a:cubicBezTo>
                  <a:pt x="176964" y="186602"/>
                  <a:pt x="176022" y="184617"/>
                  <a:pt x="176022" y="181682"/>
                </a:cubicBezTo>
                <a:close/>
                <a:moveTo>
                  <a:pt x="176022" y="147109"/>
                </a:moveTo>
                <a:cubicBezTo>
                  <a:pt x="176022" y="146057"/>
                  <a:pt x="176443" y="144905"/>
                  <a:pt x="177284" y="143643"/>
                </a:cubicBezTo>
                <a:cubicBezTo>
                  <a:pt x="178116" y="142601"/>
                  <a:pt x="179058" y="141869"/>
                  <a:pt x="180109" y="141449"/>
                </a:cubicBezTo>
                <a:cubicBezTo>
                  <a:pt x="186391" y="139144"/>
                  <a:pt x="192783" y="137361"/>
                  <a:pt x="199284" y="136099"/>
                </a:cubicBezTo>
                <a:cubicBezTo>
                  <a:pt x="205777" y="134847"/>
                  <a:pt x="212689" y="134216"/>
                  <a:pt x="220032" y="134216"/>
                </a:cubicBezTo>
                <a:cubicBezTo>
                  <a:pt x="224641" y="134216"/>
                  <a:pt x="229139" y="134426"/>
                  <a:pt x="233547" y="134847"/>
                </a:cubicBezTo>
                <a:cubicBezTo>
                  <a:pt x="237945" y="135478"/>
                  <a:pt x="242243" y="136310"/>
                  <a:pt x="246431" y="137361"/>
                </a:cubicBezTo>
                <a:cubicBezTo>
                  <a:pt x="247693" y="137782"/>
                  <a:pt x="248845" y="138513"/>
                  <a:pt x="249887" y="139565"/>
                </a:cubicBezTo>
                <a:cubicBezTo>
                  <a:pt x="250939" y="140818"/>
                  <a:pt x="251460" y="142079"/>
                  <a:pt x="251460" y="143332"/>
                </a:cubicBezTo>
                <a:cubicBezTo>
                  <a:pt x="251460" y="145847"/>
                  <a:pt x="250728" y="147730"/>
                  <a:pt x="249256" y="148992"/>
                </a:cubicBezTo>
                <a:cubicBezTo>
                  <a:pt x="247583" y="150245"/>
                  <a:pt x="245590" y="150565"/>
                  <a:pt x="243285" y="149934"/>
                </a:cubicBezTo>
                <a:cubicBezTo>
                  <a:pt x="239728" y="148883"/>
                  <a:pt x="235952" y="148051"/>
                  <a:pt x="231974" y="147420"/>
                </a:cubicBezTo>
                <a:cubicBezTo>
                  <a:pt x="228198" y="146999"/>
                  <a:pt x="224220" y="146789"/>
                  <a:pt x="220032" y="146789"/>
                </a:cubicBezTo>
                <a:cubicBezTo>
                  <a:pt x="213951" y="146789"/>
                  <a:pt x="208081" y="147310"/>
                  <a:pt x="202430" y="148361"/>
                </a:cubicBezTo>
                <a:cubicBezTo>
                  <a:pt x="196770" y="149413"/>
                  <a:pt x="191210" y="151086"/>
                  <a:pt x="185770" y="153391"/>
                </a:cubicBezTo>
                <a:cubicBezTo>
                  <a:pt x="182834" y="154442"/>
                  <a:pt x="180530" y="154442"/>
                  <a:pt x="178847" y="153391"/>
                </a:cubicBezTo>
                <a:cubicBezTo>
                  <a:pt x="176964" y="152138"/>
                  <a:pt x="176022" y="150035"/>
                  <a:pt x="176022" y="14710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420" y="276917"/>
                </a:moveTo>
                <a:cubicBezTo>
                  <a:pt x="146158" y="276707"/>
                  <a:pt x="145006" y="276396"/>
                  <a:pt x="143963" y="275975"/>
                </a:cubicBezTo>
                <a:cubicBezTo>
                  <a:pt x="114620" y="266127"/>
                  <a:pt x="91367" y="248314"/>
                  <a:pt x="74185" y="222547"/>
                </a:cubicBezTo>
                <a:cubicBezTo>
                  <a:pt x="56995" y="196559"/>
                  <a:pt x="48408" y="168268"/>
                  <a:pt x="48408" y="137672"/>
                </a:cubicBezTo>
                <a:lnTo>
                  <a:pt x="48408" y="76700"/>
                </a:lnTo>
                <a:cubicBezTo>
                  <a:pt x="48408" y="72082"/>
                  <a:pt x="49661" y="67894"/>
                  <a:pt x="52176" y="64127"/>
                </a:cubicBezTo>
                <a:cubicBezTo>
                  <a:pt x="54690" y="60350"/>
                  <a:pt x="58046" y="57735"/>
                  <a:pt x="62234" y="56263"/>
                </a:cubicBezTo>
                <a:lnTo>
                  <a:pt x="143332" y="25777"/>
                </a:lnTo>
                <a:cubicBezTo>
                  <a:pt x="145847" y="24936"/>
                  <a:pt x="148361" y="24515"/>
                  <a:pt x="150876" y="24515"/>
                </a:cubicBezTo>
                <a:cubicBezTo>
                  <a:pt x="153391" y="24515"/>
                  <a:pt x="155905" y="24936"/>
                  <a:pt x="158420" y="25777"/>
                </a:cubicBezTo>
                <a:lnTo>
                  <a:pt x="239518" y="56263"/>
                </a:lnTo>
                <a:cubicBezTo>
                  <a:pt x="243706" y="57735"/>
                  <a:pt x="247062" y="60350"/>
                  <a:pt x="249576" y="64127"/>
                </a:cubicBezTo>
                <a:cubicBezTo>
                  <a:pt x="252091" y="67894"/>
                  <a:pt x="253344" y="72082"/>
                  <a:pt x="253344" y="76700"/>
                </a:cubicBezTo>
                <a:lnTo>
                  <a:pt x="253344" y="137672"/>
                </a:lnTo>
                <a:cubicBezTo>
                  <a:pt x="253344" y="152760"/>
                  <a:pt x="251460" y="167747"/>
                  <a:pt x="247693" y="182624"/>
                </a:cubicBezTo>
                <a:cubicBezTo>
                  <a:pt x="243916" y="197291"/>
                  <a:pt x="237525" y="211016"/>
                  <a:pt x="228518" y="223799"/>
                </a:cubicBezTo>
                <a:cubicBezTo>
                  <a:pt x="226835" y="226104"/>
                  <a:pt x="224641" y="227466"/>
                  <a:pt x="221916" y="227887"/>
                </a:cubicBezTo>
                <a:cubicBezTo>
                  <a:pt x="218981" y="228097"/>
                  <a:pt x="216466" y="227256"/>
                  <a:pt x="214372" y="225372"/>
                </a:cubicBezTo>
                <a:lnTo>
                  <a:pt x="176653" y="189226"/>
                </a:lnTo>
                <a:cubicBezTo>
                  <a:pt x="172666" y="191320"/>
                  <a:pt x="168478" y="193103"/>
                  <a:pt x="164080" y="194566"/>
                </a:cubicBezTo>
                <a:cubicBezTo>
                  <a:pt x="159682" y="196038"/>
                  <a:pt x="155274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776" y="167637"/>
                  <a:pt x="192893" y="171514"/>
                  <a:pt x="190168" y="175080"/>
                </a:cubicBezTo>
                <a:lnTo>
                  <a:pt x="217197" y="200857"/>
                </a:lnTo>
                <a:cubicBezTo>
                  <a:pt x="222227" y="191841"/>
                  <a:pt x="225893" y="181892"/>
                  <a:pt x="228198" y="170993"/>
                </a:cubicBezTo>
                <a:cubicBezTo>
                  <a:pt x="230712" y="160093"/>
                  <a:pt x="231974" y="148992"/>
                  <a:pt x="231974" y="137672"/>
                </a:cubicBezTo>
                <a:lnTo>
                  <a:pt x="231974" y="75749"/>
                </a:lnTo>
                <a:lnTo>
                  <a:pt x="150876" y="46205"/>
                </a:lnTo>
                <a:lnTo>
                  <a:pt x="69778" y="75749"/>
                </a:lnTo>
                <a:lnTo>
                  <a:pt x="69778" y="137672"/>
                </a:lnTo>
                <a:cubicBezTo>
                  <a:pt x="69778" y="164912"/>
                  <a:pt x="77322" y="189436"/>
                  <a:pt x="92409" y="211226"/>
                </a:cubicBezTo>
                <a:cubicBezTo>
                  <a:pt x="107497" y="233227"/>
                  <a:pt x="126992" y="248314"/>
                  <a:pt x="150876" y="256489"/>
                </a:cubicBezTo>
                <a:cubicBezTo>
                  <a:pt x="155274" y="255438"/>
                  <a:pt x="160514" y="253133"/>
                  <a:pt x="166595" y="249576"/>
                </a:cubicBezTo>
                <a:cubicBezTo>
                  <a:pt x="172666" y="246220"/>
                  <a:pt x="178226" y="242554"/>
                  <a:pt x="183255" y="238576"/>
                </a:cubicBezTo>
                <a:cubicBezTo>
                  <a:pt x="185770" y="236894"/>
                  <a:pt x="188494" y="236272"/>
                  <a:pt x="191420" y="236683"/>
                </a:cubicBezTo>
                <a:cubicBezTo>
                  <a:pt x="194145" y="236894"/>
                  <a:pt x="196450" y="238256"/>
                  <a:pt x="198343" y="240771"/>
                </a:cubicBezTo>
                <a:cubicBezTo>
                  <a:pt x="200226" y="243285"/>
                  <a:pt x="200857" y="246120"/>
                  <a:pt x="200226" y="249256"/>
                </a:cubicBezTo>
                <a:cubicBezTo>
                  <a:pt x="199806" y="252192"/>
                  <a:pt x="198233" y="254606"/>
                  <a:pt x="195508" y="256489"/>
                </a:cubicBezTo>
                <a:cubicBezTo>
                  <a:pt x="189857" y="260677"/>
                  <a:pt x="183877" y="264344"/>
                  <a:pt x="177595" y="267489"/>
                </a:cubicBezTo>
                <a:cubicBezTo>
                  <a:pt x="171304" y="270635"/>
                  <a:pt x="164811" y="273570"/>
                  <a:pt x="158109" y="276295"/>
                </a:cubicBezTo>
                <a:cubicBezTo>
                  <a:pt x="156847" y="276505"/>
                  <a:pt x="15559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70051" y="169420"/>
                </a:moveTo>
                <a:cubicBezTo>
                  <a:pt x="175290" y="164181"/>
                  <a:pt x="177906" y="157688"/>
                  <a:pt x="177906" y="149934"/>
                </a:cubicBezTo>
                <a:cubicBezTo>
                  <a:pt x="177906" y="142390"/>
                  <a:pt x="175290" y="135999"/>
                  <a:pt x="170051" y="130759"/>
                </a:cubicBezTo>
                <a:cubicBezTo>
                  <a:pt x="164601" y="125520"/>
                  <a:pt x="158209" y="122905"/>
                  <a:pt x="150876" y="122905"/>
                </a:cubicBezTo>
                <a:cubicBezTo>
                  <a:pt x="143332" y="122905"/>
                  <a:pt x="136941" y="125520"/>
                  <a:pt x="131701" y="130759"/>
                </a:cubicBezTo>
                <a:cubicBezTo>
                  <a:pt x="126462" y="135999"/>
                  <a:pt x="123846" y="142491"/>
                  <a:pt x="123846" y="150245"/>
                </a:cubicBezTo>
                <a:cubicBezTo>
                  <a:pt x="123846" y="157789"/>
                  <a:pt x="126462" y="164181"/>
                  <a:pt x="131701" y="169420"/>
                </a:cubicBezTo>
                <a:cubicBezTo>
                  <a:pt x="137151" y="174449"/>
                  <a:pt x="143543" y="176964"/>
                  <a:pt x="150876" y="176964"/>
                </a:cubicBezTo>
                <a:cubicBezTo>
                  <a:pt x="158420" y="176964"/>
                  <a:pt x="164811" y="174449"/>
                  <a:pt x="170051" y="169420"/>
                </a:cubicBezTo>
                <a:close/>
                <a:moveTo>
                  <a:pt x="152138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2351" y="168789"/>
                </a:moveTo>
                <a:lnTo>
                  <a:pt x="82351" y="255236"/>
                </a:lnTo>
                <a:cubicBezTo>
                  <a:pt x="82351" y="258163"/>
                  <a:pt x="81308" y="260677"/>
                  <a:pt x="79214" y="262780"/>
                </a:cubicBezTo>
                <a:cubicBezTo>
                  <a:pt x="77111" y="264874"/>
                  <a:pt x="74597" y="265917"/>
                  <a:pt x="71671" y="265917"/>
                </a:cubicBezTo>
                <a:cubicBezTo>
                  <a:pt x="68525" y="265917"/>
                  <a:pt x="66011" y="264874"/>
                  <a:pt x="64127" y="262780"/>
                </a:cubicBezTo>
                <a:cubicBezTo>
                  <a:pt x="62024" y="260677"/>
                  <a:pt x="60981" y="258163"/>
                  <a:pt x="60981" y="255236"/>
                </a:cubicBezTo>
                <a:lnTo>
                  <a:pt x="60981" y="59098"/>
                </a:lnTo>
                <a:cubicBezTo>
                  <a:pt x="60981" y="56162"/>
                  <a:pt x="62024" y="53648"/>
                  <a:pt x="64127" y="51554"/>
                </a:cubicBezTo>
                <a:cubicBezTo>
                  <a:pt x="66221" y="49451"/>
                  <a:pt x="68735" y="48408"/>
                  <a:pt x="71671" y="48408"/>
                </a:cubicBezTo>
                <a:lnTo>
                  <a:pt x="163760" y="48408"/>
                </a:lnTo>
                <a:cubicBezTo>
                  <a:pt x="166274" y="48408"/>
                  <a:pt x="168478" y="49140"/>
                  <a:pt x="170362" y="50603"/>
                </a:cubicBezTo>
                <a:cubicBezTo>
                  <a:pt x="172456" y="52285"/>
                  <a:pt x="173718" y="54379"/>
                  <a:pt x="174138" y="56894"/>
                </a:cubicBezTo>
                <a:lnTo>
                  <a:pt x="178226" y="75438"/>
                </a:lnTo>
                <a:lnTo>
                  <a:pt x="242663" y="75438"/>
                </a:lnTo>
                <a:cubicBezTo>
                  <a:pt x="245590" y="75438"/>
                  <a:pt x="248104" y="76490"/>
                  <a:pt x="250207" y="78584"/>
                </a:cubicBezTo>
                <a:cubicBezTo>
                  <a:pt x="252301" y="80678"/>
                  <a:pt x="253344" y="83192"/>
                  <a:pt x="253344" y="86127"/>
                </a:cubicBezTo>
                <a:lnTo>
                  <a:pt x="253344" y="184828"/>
                </a:lnTo>
                <a:cubicBezTo>
                  <a:pt x="253344" y="187754"/>
                  <a:pt x="252301" y="190268"/>
                  <a:pt x="250207" y="192371"/>
                </a:cubicBezTo>
                <a:cubicBezTo>
                  <a:pt x="248104" y="194465"/>
                  <a:pt x="245590" y="195508"/>
                  <a:pt x="242663" y="195508"/>
                </a:cubicBezTo>
                <a:lnTo>
                  <a:pt x="177906" y="195508"/>
                </a:lnTo>
                <a:cubicBezTo>
                  <a:pt x="175391" y="195508"/>
                  <a:pt x="173197" y="194776"/>
                  <a:pt x="171304" y="193313"/>
                </a:cubicBezTo>
                <a:cubicBezTo>
                  <a:pt x="169420" y="191841"/>
                  <a:pt x="168167" y="189857"/>
                  <a:pt x="167536" y="187342"/>
                </a:cubicBezTo>
                <a:lnTo>
                  <a:pt x="163449" y="168789"/>
                </a:lnTo>
                <a:lnTo>
                  <a:pt x="82351" y="168789"/>
                </a:lnTo>
                <a:close/>
                <a:moveTo>
                  <a:pt x="187653" y="174138"/>
                </a:moveTo>
                <a:lnTo>
                  <a:pt x="231974" y="174138"/>
                </a:lnTo>
                <a:lnTo>
                  <a:pt x="231974" y="96817"/>
                </a:lnTo>
                <a:lnTo>
                  <a:pt x="168478" y="96817"/>
                </a:lnTo>
                <a:cubicBezTo>
                  <a:pt x="166174" y="96817"/>
                  <a:pt x="163970" y="96076"/>
                  <a:pt x="161876" y="94613"/>
                </a:cubicBezTo>
                <a:cubicBezTo>
                  <a:pt x="159993" y="92940"/>
                  <a:pt x="158731" y="90836"/>
                  <a:pt x="158109" y="88322"/>
                </a:cubicBezTo>
                <a:lnTo>
                  <a:pt x="154022" y="69778"/>
                </a:lnTo>
                <a:lnTo>
                  <a:pt x="82351" y="69778"/>
                </a:lnTo>
                <a:lnTo>
                  <a:pt x="82351" y="147420"/>
                </a:lnTo>
                <a:lnTo>
                  <a:pt x="173197" y="147420"/>
                </a:lnTo>
                <a:cubicBezTo>
                  <a:pt x="175501" y="147420"/>
                  <a:pt x="177695" y="148151"/>
                  <a:pt x="179798" y="149623"/>
                </a:cubicBezTo>
                <a:cubicBezTo>
                  <a:pt x="181682" y="151086"/>
                  <a:pt x="182935" y="153080"/>
                  <a:pt x="183566" y="155594"/>
                </a:cubicBezTo>
                <a:lnTo>
                  <a:pt x="187653" y="174138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507"/>
                </a:moveTo>
                <a:cubicBezTo>
                  <a:pt x="70409" y="155485"/>
                  <a:pt x="70720" y="159471"/>
                  <a:pt x="71351" y="163449"/>
                </a:cubicBezTo>
                <a:cubicBezTo>
                  <a:pt x="71771" y="167225"/>
                  <a:pt x="72503" y="170892"/>
                  <a:pt x="73554" y="174449"/>
                </a:cubicBezTo>
                <a:cubicBezTo>
                  <a:pt x="74185" y="177384"/>
                  <a:pt x="73975" y="180210"/>
                  <a:pt x="72923" y="182935"/>
                </a:cubicBezTo>
                <a:cubicBezTo>
                  <a:pt x="72082" y="185870"/>
                  <a:pt x="70308" y="187964"/>
                  <a:pt x="67583" y="189226"/>
                </a:cubicBezTo>
                <a:cubicBezTo>
                  <a:pt x="65069" y="190479"/>
                  <a:pt x="62444" y="190588"/>
                  <a:pt x="59719" y="189537"/>
                </a:cubicBezTo>
                <a:cubicBezTo>
                  <a:pt x="56784" y="188494"/>
                  <a:pt x="54901" y="186602"/>
                  <a:pt x="54068" y="183877"/>
                </a:cubicBezTo>
                <a:cubicBezTo>
                  <a:pt x="52176" y="178637"/>
                  <a:pt x="50923" y="173297"/>
                  <a:pt x="50292" y="167847"/>
                </a:cubicBezTo>
                <a:cubicBezTo>
                  <a:pt x="49451" y="162608"/>
                  <a:pt x="49039" y="157167"/>
                  <a:pt x="49039" y="151507"/>
                </a:cubicBezTo>
                <a:cubicBezTo>
                  <a:pt x="49039" y="123846"/>
                  <a:pt x="58988" y="99953"/>
                  <a:pt x="78894" y="79836"/>
                </a:cubicBezTo>
                <a:cubicBezTo>
                  <a:pt x="99011" y="59719"/>
                  <a:pt x="122795" y="49661"/>
                  <a:pt x="150245" y="49661"/>
                </a:cubicBezTo>
                <a:lnTo>
                  <a:pt x="163760" y="49661"/>
                </a:lnTo>
                <a:lnTo>
                  <a:pt x="145847" y="31748"/>
                </a:lnTo>
                <a:cubicBezTo>
                  <a:pt x="143963" y="29864"/>
                  <a:pt x="143021" y="27761"/>
                  <a:pt x="143021" y="25457"/>
                </a:cubicBezTo>
                <a:cubicBezTo>
                  <a:pt x="143021" y="22942"/>
                  <a:pt x="143963" y="20848"/>
                  <a:pt x="145847" y="19175"/>
                </a:cubicBezTo>
                <a:cubicBezTo>
                  <a:pt x="147730" y="17291"/>
                  <a:pt x="149934" y="16349"/>
                  <a:pt x="152449" y="16349"/>
                </a:cubicBezTo>
                <a:cubicBezTo>
                  <a:pt x="154963" y="16349"/>
                  <a:pt x="157057" y="17291"/>
                  <a:pt x="158731" y="19175"/>
                </a:cubicBezTo>
                <a:lnTo>
                  <a:pt x="192682" y="52807"/>
                </a:lnTo>
                <a:cubicBezTo>
                  <a:pt x="194987" y="54901"/>
                  <a:pt x="196139" y="57415"/>
                  <a:pt x="196139" y="60350"/>
                </a:cubicBezTo>
                <a:cubicBezTo>
                  <a:pt x="196139" y="63286"/>
                  <a:pt x="194987" y="65800"/>
                  <a:pt x="192682" y="67894"/>
                </a:cubicBezTo>
                <a:lnTo>
                  <a:pt x="159051" y="101526"/>
                </a:lnTo>
                <a:cubicBezTo>
                  <a:pt x="157368" y="103409"/>
                  <a:pt x="155174" y="104360"/>
                  <a:pt x="152449" y="104360"/>
                </a:cubicBezTo>
                <a:cubicBezTo>
                  <a:pt x="149934" y="104360"/>
                  <a:pt x="147730" y="103409"/>
                  <a:pt x="145847" y="101526"/>
                </a:cubicBezTo>
                <a:cubicBezTo>
                  <a:pt x="143963" y="99852"/>
                  <a:pt x="143122" y="97649"/>
                  <a:pt x="143332" y="94924"/>
                </a:cubicBezTo>
                <a:cubicBezTo>
                  <a:pt x="143332" y="92409"/>
                  <a:pt x="144173" y="90215"/>
                  <a:pt x="145847" y="88322"/>
                </a:cubicBezTo>
                <a:lnTo>
                  <a:pt x="163138" y="71040"/>
                </a:lnTo>
                <a:lnTo>
                  <a:pt x="150565" y="71040"/>
                </a:lnTo>
                <a:cubicBezTo>
                  <a:pt x="128555" y="71040"/>
                  <a:pt x="109701" y="78894"/>
                  <a:pt x="93982" y="94613"/>
                </a:cubicBezTo>
                <a:cubicBezTo>
                  <a:pt x="78263" y="110542"/>
                  <a:pt x="70409" y="129506"/>
                  <a:pt x="70409" y="151507"/>
                </a:cubicBezTo>
                <a:close/>
                <a:moveTo>
                  <a:pt x="231343" y="151187"/>
                </a:moveTo>
                <a:cubicBezTo>
                  <a:pt x="231343" y="147209"/>
                  <a:pt x="231133" y="143232"/>
                  <a:pt x="230712" y="139245"/>
                </a:cubicBezTo>
                <a:cubicBezTo>
                  <a:pt x="230090" y="135478"/>
                  <a:pt x="229249" y="131701"/>
                  <a:pt x="228198" y="127934"/>
                </a:cubicBezTo>
                <a:cubicBezTo>
                  <a:pt x="227366" y="124998"/>
                  <a:pt x="227466" y="122164"/>
                  <a:pt x="228518" y="119448"/>
                </a:cubicBezTo>
                <a:cubicBezTo>
                  <a:pt x="229350" y="116513"/>
                  <a:pt x="231133" y="114419"/>
                  <a:pt x="233858" y="113157"/>
                </a:cubicBezTo>
                <a:cubicBezTo>
                  <a:pt x="236372" y="111904"/>
                  <a:pt x="238988" y="111795"/>
                  <a:pt x="241712" y="112846"/>
                </a:cubicBezTo>
                <a:cubicBezTo>
                  <a:pt x="244227" y="113889"/>
                  <a:pt x="246010" y="115672"/>
                  <a:pt x="247062" y="118186"/>
                </a:cubicBezTo>
                <a:cubicBezTo>
                  <a:pt x="249156" y="123636"/>
                  <a:pt x="250619" y="129086"/>
                  <a:pt x="251460" y="134536"/>
                </a:cubicBezTo>
                <a:cubicBezTo>
                  <a:pt x="252301" y="139976"/>
                  <a:pt x="252722" y="145536"/>
                  <a:pt x="252722" y="151187"/>
                </a:cubicBezTo>
                <a:cubicBezTo>
                  <a:pt x="252722" y="178847"/>
                  <a:pt x="242764" y="202741"/>
                  <a:pt x="222858" y="222858"/>
                </a:cubicBezTo>
                <a:cubicBezTo>
                  <a:pt x="202741" y="242974"/>
                  <a:pt x="178957" y="253033"/>
                  <a:pt x="151507" y="253033"/>
                </a:cubicBezTo>
                <a:lnTo>
                  <a:pt x="137361" y="253033"/>
                </a:lnTo>
                <a:lnTo>
                  <a:pt x="155274" y="270946"/>
                </a:lnTo>
                <a:cubicBezTo>
                  <a:pt x="157167" y="272839"/>
                  <a:pt x="157999" y="274933"/>
                  <a:pt x="157789" y="277237"/>
                </a:cubicBezTo>
                <a:cubicBezTo>
                  <a:pt x="157789" y="279752"/>
                  <a:pt x="156957" y="281846"/>
                  <a:pt x="155274" y="283519"/>
                </a:cubicBezTo>
                <a:cubicBezTo>
                  <a:pt x="153391" y="285412"/>
                  <a:pt x="151187" y="286354"/>
                  <a:pt x="148672" y="286354"/>
                </a:cubicBezTo>
                <a:cubicBezTo>
                  <a:pt x="146158" y="286354"/>
                  <a:pt x="144064" y="285412"/>
                  <a:pt x="142390" y="283519"/>
                </a:cubicBezTo>
                <a:lnTo>
                  <a:pt x="108439" y="249887"/>
                </a:lnTo>
                <a:cubicBezTo>
                  <a:pt x="106134" y="247793"/>
                  <a:pt x="104982" y="245279"/>
                  <a:pt x="104982" y="242343"/>
                </a:cubicBezTo>
                <a:cubicBezTo>
                  <a:pt x="104982" y="239408"/>
                  <a:pt x="106134" y="236894"/>
                  <a:pt x="108439" y="234800"/>
                </a:cubicBezTo>
                <a:lnTo>
                  <a:pt x="142390" y="200857"/>
                </a:lnTo>
                <a:cubicBezTo>
                  <a:pt x="144064" y="198964"/>
                  <a:pt x="146158" y="198022"/>
                  <a:pt x="148672" y="198022"/>
                </a:cubicBezTo>
                <a:cubicBezTo>
                  <a:pt x="151187" y="198022"/>
                  <a:pt x="153391" y="198964"/>
                  <a:pt x="155274" y="200857"/>
                </a:cubicBezTo>
                <a:cubicBezTo>
                  <a:pt x="157167" y="202530"/>
                  <a:pt x="158109" y="204624"/>
                  <a:pt x="158109" y="207139"/>
                </a:cubicBezTo>
                <a:cubicBezTo>
                  <a:pt x="158109" y="209654"/>
                  <a:pt x="157167" y="211857"/>
                  <a:pt x="155274" y="213741"/>
                </a:cubicBezTo>
                <a:lnTo>
                  <a:pt x="137361" y="231654"/>
                </a:lnTo>
                <a:lnTo>
                  <a:pt x="151187" y="231654"/>
                </a:lnTo>
                <a:cubicBezTo>
                  <a:pt x="173197" y="231654"/>
                  <a:pt x="192051" y="223799"/>
                  <a:pt x="207770" y="208081"/>
                </a:cubicBezTo>
                <a:cubicBezTo>
                  <a:pt x="223489" y="192161"/>
                  <a:pt x="231343" y="173197"/>
                  <a:pt x="231343" y="15118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0584" y="270004"/>
                </a:moveTo>
                <a:cubicBezTo>
                  <a:pt x="84865" y="263301"/>
                  <a:pt x="71140" y="254075"/>
                  <a:pt x="59409" y="242343"/>
                </a:cubicBezTo>
                <a:cubicBezTo>
                  <a:pt x="47878" y="230612"/>
                  <a:pt x="38661" y="216887"/>
                  <a:pt x="31748" y="201168"/>
                </a:cubicBezTo>
                <a:cubicBezTo>
                  <a:pt x="25045" y="185449"/>
                  <a:pt x="21690" y="168689"/>
                  <a:pt x="21690" y="150876"/>
                </a:cubicBezTo>
                <a:cubicBezTo>
                  <a:pt x="21690" y="133063"/>
                  <a:pt x="25045" y="116303"/>
                  <a:pt x="31748" y="100584"/>
                </a:cubicBezTo>
                <a:cubicBezTo>
                  <a:pt x="38661" y="84865"/>
                  <a:pt x="47878" y="71140"/>
                  <a:pt x="59409" y="59409"/>
                </a:cubicBezTo>
                <a:cubicBezTo>
                  <a:pt x="71140" y="47878"/>
                  <a:pt x="84865" y="38661"/>
                  <a:pt x="100584" y="31748"/>
                </a:cubicBezTo>
                <a:cubicBezTo>
                  <a:pt x="116303" y="25045"/>
                  <a:pt x="133063" y="21690"/>
                  <a:pt x="150876" y="21690"/>
                </a:cubicBezTo>
                <a:cubicBezTo>
                  <a:pt x="168689" y="21690"/>
                  <a:pt x="185449" y="25045"/>
                  <a:pt x="201168" y="31748"/>
                </a:cubicBezTo>
                <a:cubicBezTo>
                  <a:pt x="216887" y="38661"/>
                  <a:pt x="230612" y="47878"/>
                  <a:pt x="242343" y="59409"/>
                </a:cubicBezTo>
                <a:cubicBezTo>
                  <a:pt x="253874" y="71140"/>
                  <a:pt x="263091" y="84865"/>
                  <a:pt x="270004" y="100584"/>
                </a:cubicBezTo>
                <a:cubicBezTo>
                  <a:pt x="276707" y="116303"/>
                  <a:pt x="280062" y="133063"/>
                  <a:pt x="280062" y="150876"/>
                </a:cubicBezTo>
                <a:cubicBezTo>
                  <a:pt x="280062" y="168689"/>
                  <a:pt x="276707" y="185449"/>
                  <a:pt x="270004" y="201168"/>
                </a:cubicBezTo>
                <a:cubicBezTo>
                  <a:pt x="263091" y="216887"/>
                  <a:pt x="253874" y="230612"/>
                  <a:pt x="242343" y="242343"/>
                </a:cubicBezTo>
                <a:cubicBezTo>
                  <a:pt x="230612" y="254075"/>
                  <a:pt x="216887" y="263301"/>
                  <a:pt x="201168" y="270004"/>
                </a:cubicBezTo>
                <a:cubicBezTo>
                  <a:pt x="185449" y="276707"/>
                  <a:pt x="168689" y="280062"/>
                  <a:pt x="150876" y="280062"/>
                </a:cubicBezTo>
                <a:cubicBezTo>
                  <a:pt x="133063" y="280062"/>
                  <a:pt x="116303" y="276707"/>
                  <a:pt x="100584" y="270004"/>
                </a:cubicBezTo>
                <a:close/>
                <a:moveTo>
                  <a:pt x="227887" y="227887"/>
                </a:moveTo>
                <a:cubicBezTo>
                  <a:pt x="249046" y="206718"/>
                  <a:pt x="259635" y="181051"/>
                  <a:pt x="259635" y="150876"/>
                </a:cubicBezTo>
                <a:cubicBezTo>
                  <a:pt x="259635" y="120701"/>
                  <a:pt x="249046" y="95034"/>
                  <a:pt x="227887" y="73865"/>
                </a:cubicBezTo>
                <a:cubicBezTo>
                  <a:pt x="206718" y="52907"/>
                  <a:pt x="181051" y="42437"/>
                  <a:pt x="150876" y="42437"/>
                </a:cubicBezTo>
                <a:cubicBezTo>
                  <a:pt x="120701" y="42437"/>
                  <a:pt x="95034" y="52907"/>
                  <a:pt x="73865" y="73865"/>
                </a:cubicBezTo>
                <a:cubicBezTo>
                  <a:pt x="52907" y="95034"/>
                  <a:pt x="42437" y="120701"/>
                  <a:pt x="42437" y="150876"/>
                </a:cubicBezTo>
                <a:cubicBezTo>
                  <a:pt x="42437" y="181051"/>
                  <a:pt x="52907" y="206718"/>
                  <a:pt x="73865" y="227887"/>
                </a:cubicBezTo>
                <a:cubicBezTo>
                  <a:pt x="95034" y="249046"/>
                  <a:pt x="120701" y="259635"/>
                  <a:pt x="150876" y="259635"/>
                </a:cubicBezTo>
                <a:cubicBezTo>
                  <a:pt x="181051" y="259635"/>
                  <a:pt x="206718" y="249046"/>
                  <a:pt x="227887" y="227887"/>
                </a:cubicBezTo>
                <a:close/>
                <a:moveTo>
                  <a:pt x="95555" y="206197"/>
                </a:moveTo>
                <a:cubicBezTo>
                  <a:pt x="80467" y="191110"/>
                  <a:pt x="72923" y="172666"/>
                  <a:pt x="72923" y="150876"/>
                </a:cubicBezTo>
                <a:cubicBezTo>
                  <a:pt x="72923" y="129296"/>
                  <a:pt x="80467" y="110853"/>
                  <a:pt x="95555" y="95555"/>
                </a:cubicBezTo>
                <a:cubicBezTo>
                  <a:pt x="110642" y="80467"/>
                  <a:pt x="129086" y="72923"/>
                  <a:pt x="150876" y="72923"/>
                </a:cubicBezTo>
                <a:cubicBezTo>
                  <a:pt x="172666" y="72923"/>
                  <a:pt x="191110" y="80467"/>
                  <a:pt x="206197" y="95555"/>
                </a:cubicBezTo>
                <a:cubicBezTo>
                  <a:pt x="221285" y="110853"/>
                  <a:pt x="228829" y="129296"/>
                  <a:pt x="228829" y="150876"/>
                </a:cubicBezTo>
                <a:cubicBezTo>
                  <a:pt x="228829" y="172666"/>
                  <a:pt x="221285" y="191110"/>
                  <a:pt x="206197" y="206197"/>
                </a:cubicBezTo>
                <a:cubicBezTo>
                  <a:pt x="191110" y="221285"/>
                  <a:pt x="172666" y="228829"/>
                  <a:pt x="150876" y="228829"/>
                </a:cubicBezTo>
                <a:cubicBezTo>
                  <a:pt x="129086" y="228829"/>
                  <a:pt x="110642" y="221285"/>
                  <a:pt x="95555" y="206197"/>
                </a:cubicBezTo>
                <a:close/>
                <a:moveTo>
                  <a:pt x="191420" y="191741"/>
                </a:moveTo>
                <a:cubicBezTo>
                  <a:pt x="202741" y="180631"/>
                  <a:pt x="208401" y="167015"/>
                  <a:pt x="208401" y="150876"/>
                </a:cubicBezTo>
                <a:cubicBezTo>
                  <a:pt x="208401" y="134947"/>
                  <a:pt x="202741" y="121432"/>
                  <a:pt x="191420" y="110332"/>
                </a:cubicBezTo>
                <a:cubicBezTo>
                  <a:pt x="180320" y="99011"/>
                  <a:pt x="166805" y="93351"/>
                  <a:pt x="150876" y="93351"/>
                </a:cubicBezTo>
                <a:cubicBezTo>
                  <a:pt x="134947" y="93351"/>
                  <a:pt x="121432" y="99011"/>
                  <a:pt x="110332" y="110332"/>
                </a:cubicBezTo>
                <a:cubicBezTo>
                  <a:pt x="99011" y="121432"/>
                  <a:pt x="93351" y="134947"/>
                  <a:pt x="93351" y="150876"/>
                </a:cubicBezTo>
                <a:cubicBezTo>
                  <a:pt x="93351" y="167015"/>
                  <a:pt x="99011" y="180631"/>
                  <a:pt x="110332" y="191741"/>
                </a:cubicBezTo>
                <a:cubicBezTo>
                  <a:pt x="121432" y="202841"/>
                  <a:pt x="134947" y="208401"/>
                  <a:pt x="150876" y="208401"/>
                </a:cubicBezTo>
                <a:cubicBezTo>
                  <a:pt x="166805" y="208401"/>
                  <a:pt x="180320" y="202841"/>
                  <a:pt x="191420" y="191741"/>
                </a:cubicBezTo>
                <a:close/>
                <a:moveTo>
                  <a:pt x="132021" y="170051"/>
                </a:moveTo>
                <a:cubicBezTo>
                  <a:pt x="126571" y="164811"/>
                  <a:pt x="123846" y="158420"/>
                  <a:pt x="123846" y="150876"/>
                </a:cubicBezTo>
                <a:cubicBezTo>
                  <a:pt x="123846" y="143543"/>
                  <a:pt x="126571" y="137251"/>
                  <a:pt x="132021" y="132021"/>
                </a:cubicBezTo>
                <a:cubicBezTo>
                  <a:pt x="137251" y="126571"/>
                  <a:pt x="143543" y="123846"/>
                  <a:pt x="150876" y="123846"/>
                </a:cubicBezTo>
                <a:cubicBezTo>
                  <a:pt x="158209" y="123846"/>
                  <a:pt x="164501" y="126571"/>
                  <a:pt x="169740" y="132021"/>
                </a:cubicBezTo>
                <a:cubicBezTo>
                  <a:pt x="174970" y="137251"/>
                  <a:pt x="177595" y="143543"/>
                  <a:pt x="177595" y="150876"/>
                </a:cubicBezTo>
                <a:cubicBezTo>
                  <a:pt x="177595" y="158420"/>
                  <a:pt x="174970" y="164811"/>
                  <a:pt x="169740" y="170051"/>
                </a:cubicBezTo>
                <a:cubicBezTo>
                  <a:pt x="164501" y="175080"/>
                  <a:pt x="158209" y="177595"/>
                  <a:pt x="150876" y="177595"/>
                </a:cubicBezTo>
                <a:cubicBezTo>
                  <a:pt x="143543" y="177595"/>
                  <a:pt x="137251" y="175080"/>
                  <a:pt x="132021" y="17005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2208"/>
                </a:moveTo>
                <a:cubicBezTo>
                  <a:pt x="127303" y="267179"/>
                  <a:pt x="124788" y="260887"/>
                  <a:pt x="124788" y="253344"/>
                </a:cubicBezTo>
                <a:lnTo>
                  <a:pt x="176964" y="253344"/>
                </a:lnTo>
                <a:cubicBezTo>
                  <a:pt x="176964" y="260887"/>
                  <a:pt x="174449" y="267179"/>
                  <a:pt x="169420" y="272208"/>
                </a:cubicBezTo>
                <a:cubicBezTo>
                  <a:pt x="164391" y="277447"/>
                  <a:pt x="158209" y="280062"/>
                  <a:pt x="150876" y="280062"/>
                </a:cubicBezTo>
                <a:cubicBezTo>
                  <a:pt x="143543" y="280062"/>
                  <a:pt x="137361" y="277447"/>
                  <a:pt x="132332" y="272208"/>
                </a:cubicBezTo>
                <a:close/>
                <a:moveTo>
                  <a:pt x="109390" y="233227"/>
                </a:moveTo>
                <a:cubicBezTo>
                  <a:pt x="106454" y="233227"/>
                  <a:pt x="104040" y="232285"/>
                  <a:pt x="102157" y="230401"/>
                </a:cubicBezTo>
                <a:cubicBezTo>
                  <a:pt x="100273" y="228518"/>
                  <a:pt x="99331" y="226213"/>
                  <a:pt x="99331" y="223489"/>
                </a:cubicBezTo>
                <a:cubicBezTo>
                  <a:pt x="99331" y="220553"/>
                  <a:pt x="100273" y="218139"/>
                  <a:pt x="102157" y="216256"/>
                </a:cubicBezTo>
                <a:cubicBezTo>
                  <a:pt x="104040" y="214372"/>
                  <a:pt x="106454" y="213430"/>
                  <a:pt x="109390" y="213430"/>
                </a:cubicBezTo>
                <a:lnTo>
                  <a:pt x="192371" y="213430"/>
                </a:lnTo>
                <a:cubicBezTo>
                  <a:pt x="195298" y="213430"/>
                  <a:pt x="197712" y="214372"/>
                  <a:pt x="199595" y="216256"/>
                </a:cubicBezTo>
                <a:cubicBezTo>
                  <a:pt x="201479" y="218139"/>
                  <a:pt x="202430" y="220553"/>
                  <a:pt x="202430" y="223489"/>
                </a:cubicBezTo>
                <a:cubicBezTo>
                  <a:pt x="202430" y="226213"/>
                  <a:pt x="201479" y="228518"/>
                  <a:pt x="199595" y="230401"/>
                </a:cubicBezTo>
                <a:cubicBezTo>
                  <a:pt x="197712" y="232285"/>
                  <a:pt x="195298" y="233227"/>
                  <a:pt x="192371" y="233227"/>
                </a:cubicBezTo>
                <a:lnTo>
                  <a:pt x="109390" y="233227"/>
                </a:lnTo>
                <a:close/>
                <a:moveTo>
                  <a:pt x="100895" y="193935"/>
                </a:moveTo>
                <a:cubicBezTo>
                  <a:pt x="86859" y="184718"/>
                  <a:pt x="75648" y="173197"/>
                  <a:pt x="67263" y="159362"/>
                </a:cubicBezTo>
                <a:cubicBezTo>
                  <a:pt x="58887" y="145536"/>
                  <a:pt x="54690" y="129918"/>
                  <a:pt x="54690" y="112526"/>
                </a:cubicBezTo>
                <a:cubicBezTo>
                  <a:pt x="54690" y="86548"/>
                  <a:pt x="64227" y="64017"/>
                  <a:pt x="83293" y="44952"/>
                </a:cubicBezTo>
                <a:cubicBezTo>
                  <a:pt x="102157" y="25878"/>
                  <a:pt x="124678" y="16349"/>
                  <a:pt x="150876" y="16349"/>
                </a:cubicBezTo>
                <a:cubicBezTo>
                  <a:pt x="176863" y="16349"/>
                  <a:pt x="199385" y="25878"/>
                  <a:pt x="218459" y="44952"/>
                </a:cubicBezTo>
                <a:cubicBezTo>
                  <a:pt x="237525" y="64017"/>
                  <a:pt x="247062" y="86548"/>
                  <a:pt x="247062" y="112526"/>
                </a:cubicBezTo>
                <a:cubicBezTo>
                  <a:pt x="247062" y="129918"/>
                  <a:pt x="242974" y="145536"/>
                  <a:pt x="234800" y="159362"/>
                </a:cubicBezTo>
                <a:cubicBezTo>
                  <a:pt x="226415" y="173197"/>
                  <a:pt x="215103" y="184718"/>
                  <a:pt x="200857" y="193935"/>
                </a:cubicBezTo>
                <a:lnTo>
                  <a:pt x="100895" y="193935"/>
                </a:lnTo>
                <a:close/>
                <a:moveTo>
                  <a:pt x="108759" y="172566"/>
                </a:moveTo>
                <a:lnTo>
                  <a:pt x="193313" y="172566"/>
                </a:lnTo>
                <a:cubicBezTo>
                  <a:pt x="203372" y="165863"/>
                  <a:pt x="211226" y="157268"/>
                  <a:pt x="216887" y="146789"/>
                </a:cubicBezTo>
                <a:cubicBezTo>
                  <a:pt x="222748" y="136310"/>
                  <a:pt x="225683" y="124889"/>
                  <a:pt x="225683" y="112526"/>
                </a:cubicBezTo>
                <a:cubicBezTo>
                  <a:pt x="225683" y="91989"/>
                  <a:pt x="218350" y="74386"/>
                  <a:pt x="203683" y="59719"/>
                </a:cubicBezTo>
                <a:cubicBezTo>
                  <a:pt x="189016" y="45052"/>
                  <a:pt x="171413" y="37719"/>
                  <a:pt x="150876" y="37719"/>
                </a:cubicBezTo>
                <a:cubicBezTo>
                  <a:pt x="130339" y="37719"/>
                  <a:pt x="112736" y="45052"/>
                  <a:pt x="98069" y="59719"/>
                </a:cubicBezTo>
                <a:cubicBezTo>
                  <a:pt x="83402" y="74386"/>
                  <a:pt x="76069" y="91989"/>
                  <a:pt x="76069" y="112526"/>
                </a:cubicBezTo>
                <a:cubicBezTo>
                  <a:pt x="76069" y="124889"/>
                  <a:pt x="79004" y="136310"/>
                  <a:pt x="84865" y="146789"/>
                </a:cubicBezTo>
                <a:cubicBezTo>
                  <a:pt x="90736" y="157268"/>
                  <a:pt x="98700" y="165863"/>
                  <a:pt x="108759" y="172566"/>
                </a:cubicBezTo>
                <a:close/>
                <a:moveTo>
                  <a:pt x="150876" y="17256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39565"/>
                </a:moveTo>
                <a:cubicBezTo>
                  <a:pt x="95555" y="132433"/>
                  <a:pt x="99432" y="125419"/>
                  <a:pt x="103409" y="118497"/>
                </a:cubicBezTo>
                <a:cubicBezTo>
                  <a:pt x="107396" y="111374"/>
                  <a:pt x="111694" y="104671"/>
                  <a:pt x="116303" y="98380"/>
                </a:cubicBezTo>
                <a:lnTo>
                  <a:pt x="92409" y="93351"/>
                </a:lnTo>
                <a:lnTo>
                  <a:pt x="60040" y="126041"/>
                </a:lnTo>
                <a:lnTo>
                  <a:pt x="91787" y="139565"/>
                </a:lnTo>
                <a:close/>
                <a:moveTo>
                  <a:pt x="253975" y="43690"/>
                </a:moveTo>
                <a:cubicBezTo>
                  <a:pt x="232605" y="44952"/>
                  <a:pt x="213531" y="49560"/>
                  <a:pt x="196770" y="57525"/>
                </a:cubicBezTo>
                <a:cubicBezTo>
                  <a:pt x="180210" y="65480"/>
                  <a:pt x="163870" y="77431"/>
                  <a:pt x="147730" y="93351"/>
                </a:cubicBezTo>
                <a:cubicBezTo>
                  <a:pt x="141238" y="99852"/>
                  <a:pt x="134636" y="108228"/>
                  <a:pt x="127934" y="118497"/>
                </a:cubicBezTo>
                <a:cubicBezTo>
                  <a:pt x="121012" y="128766"/>
                  <a:pt x="114730" y="140086"/>
                  <a:pt x="109070" y="152449"/>
                </a:cubicBezTo>
                <a:lnTo>
                  <a:pt x="150565" y="193624"/>
                </a:lnTo>
                <a:cubicBezTo>
                  <a:pt x="162717" y="187964"/>
                  <a:pt x="173928" y="181783"/>
                  <a:pt x="184197" y="175080"/>
                </a:cubicBezTo>
                <a:cubicBezTo>
                  <a:pt x="194465" y="168378"/>
                  <a:pt x="202841" y="161776"/>
                  <a:pt x="209343" y="155274"/>
                </a:cubicBezTo>
                <a:cubicBezTo>
                  <a:pt x="225262" y="139144"/>
                  <a:pt x="237214" y="122694"/>
                  <a:pt x="245178" y="105924"/>
                </a:cubicBezTo>
                <a:cubicBezTo>
                  <a:pt x="253133" y="89373"/>
                  <a:pt x="257751" y="70409"/>
                  <a:pt x="259004" y="49039"/>
                </a:cubicBezTo>
                <a:cubicBezTo>
                  <a:pt x="259214" y="48198"/>
                  <a:pt x="259104" y="47467"/>
                  <a:pt x="258693" y="46836"/>
                </a:cubicBezTo>
                <a:cubicBezTo>
                  <a:pt x="258483" y="45994"/>
                  <a:pt x="258163" y="45363"/>
                  <a:pt x="257751" y="44952"/>
                </a:cubicBezTo>
                <a:cubicBezTo>
                  <a:pt x="257330" y="44531"/>
                  <a:pt x="256800" y="44211"/>
                  <a:pt x="256178" y="44010"/>
                </a:cubicBezTo>
                <a:cubicBezTo>
                  <a:pt x="255547" y="43589"/>
                  <a:pt x="254816" y="43480"/>
                  <a:pt x="253975" y="43690"/>
                </a:cubicBezTo>
                <a:close/>
                <a:moveTo>
                  <a:pt x="175080" y="106555"/>
                </a:moveTo>
                <a:cubicBezTo>
                  <a:pt x="175080" y="100483"/>
                  <a:pt x="177074" y="95454"/>
                  <a:pt x="181051" y="91467"/>
                </a:cubicBezTo>
                <a:cubicBezTo>
                  <a:pt x="185239" y="87279"/>
                  <a:pt x="190378" y="85186"/>
                  <a:pt x="196450" y="85186"/>
                </a:cubicBezTo>
                <a:cubicBezTo>
                  <a:pt x="202530" y="85186"/>
                  <a:pt x="207560" y="87279"/>
                  <a:pt x="211537" y="91467"/>
                </a:cubicBezTo>
                <a:cubicBezTo>
                  <a:pt x="215734" y="95454"/>
                  <a:pt x="217828" y="100483"/>
                  <a:pt x="217828" y="106555"/>
                </a:cubicBezTo>
                <a:cubicBezTo>
                  <a:pt x="217828" y="112636"/>
                  <a:pt x="215734" y="117766"/>
                  <a:pt x="211537" y="121963"/>
                </a:cubicBezTo>
                <a:cubicBezTo>
                  <a:pt x="207560" y="125940"/>
                  <a:pt x="202530" y="127934"/>
                  <a:pt x="196450" y="127934"/>
                </a:cubicBezTo>
                <a:cubicBezTo>
                  <a:pt x="190378" y="127934"/>
                  <a:pt x="185239" y="125940"/>
                  <a:pt x="181051" y="121963"/>
                </a:cubicBezTo>
                <a:cubicBezTo>
                  <a:pt x="177074" y="117766"/>
                  <a:pt x="175080" y="112636"/>
                  <a:pt x="175080" y="106555"/>
                </a:cubicBezTo>
                <a:close/>
                <a:moveTo>
                  <a:pt x="163138" y="211226"/>
                </a:moveTo>
                <a:lnTo>
                  <a:pt x="176653" y="242663"/>
                </a:lnTo>
                <a:lnTo>
                  <a:pt x="209343" y="210285"/>
                </a:lnTo>
                <a:lnTo>
                  <a:pt x="204624" y="186391"/>
                </a:lnTo>
                <a:cubicBezTo>
                  <a:pt x="198343" y="190799"/>
                  <a:pt x="191631" y="195087"/>
                  <a:pt x="184508" y="199284"/>
                </a:cubicBezTo>
                <a:cubicBezTo>
                  <a:pt x="177384" y="203472"/>
                  <a:pt x="170261" y="207459"/>
                  <a:pt x="163138" y="211226"/>
                </a:cubicBezTo>
                <a:close/>
                <a:moveTo>
                  <a:pt x="281324" y="32690"/>
                </a:moveTo>
                <a:cubicBezTo>
                  <a:pt x="281946" y="59930"/>
                  <a:pt x="277658" y="84655"/>
                  <a:pt x="268431" y="106875"/>
                </a:cubicBezTo>
                <a:cubicBezTo>
                  <a:pt x="259004" y="129296"/>
                  <a:pt x="244547" y="150245"/>
                  <a:pt x="225061" y="169740"/>
                </a:cubicBezTo>
                <a:cubicBezTo>
                  <a:pt x="224851" y="170152"/>
                  <a:pt x="224531" y="170472"/>
                  <a:pt x="224110" y="170682"/>
                </a:cubicBezTo>
                <a:cubicBezTo>
                  <a:pt x="223900" y="170892"/>
                  <a:pt x="223699" y="171093"/>
                  <a:pt x="223489" y="171304"/>
                </a:cubicBezTo>
                <a:lnTo>
                  <a:pt x="230401" y="206197"/>
                </a:lnTo>
                <a:cubicBezTo>
                  <a:pt x="231032" y="209763"/>
                  <a:pt x="230822" y="213220"/>
                  <a:pt x="229770" y="216566"/>
                </a:cubicBezTo>
                <a:cubicBezTo>
                  <a:pt x="228929" y="219922"/>
                  <a:pt x="227155" y="222858"/>
                  <a:pt x="224430" y="225372"/>
                </a:cubicBezTo>
                <a:lnTo>
                  <a:pt x="180740" y="269373"/>
                </a:lnTo>
                <a:cubicBezTo>
                  <a:pt x="178015" y="271888"/>
                  <a:pt x="174870" y="272839"/>
                  <a:pt x="171304" y="272208"/>
                </a:cubicBezTo>
                <a:cubicBezTo>
                  <a:pt x="167536" y="271366"/>
                  <a:pt x="164912" y="269163"/>
                  <a:pt x="163449" y="265606"/>
                </a:cubicBezTo>
                <a:lnTo>
                  <a:pt x="141759" y="215314"/>
                </a:lnTo>
                <a:lnTo>
                  <a:pt x="87700" y="160934"/>
                </a:lnTo>
                <a:lnTo>
                  <a:pt x="37088" y="139565"/>
                </a:lnTo>
                <a:cubicBezTo>
                  <a:pt x="33531" y="138093"/>
                  <a:pt x="31437" y="135478"/>
                  <a:pt x="30806" y="131701"/>
                </a:cubicBezTo>
                <a:cubicBezTo>
                  <a:pt x="30175" y="127934"/>
                  <a:pt x="31117" y="124678"/>
                  <a:pt x="33632" y="121963"/>
                </a:cubicBezTo>
                <a:lnTo>
                  <a:pt x="77322" y="78584"/>
                </a:lnTo>
                <a:cubicBezTo>
                  <a:pt x="79836" y="75859"/>
                  <a:pt x="82771" y="73975"/>
                  <a:pt x="86127" y="72923"/>
                </a:cubicBezTo>
                <a:cubicBezTo>
                  <a:pt x="89474" y="71872"/>
                  <a:pt x="92940" y="71671"/>
                  <a:pt x="96497" y="72292"/>
                </a:cubicBezTo>
                <a:lnTo>
                  <a:pt x="131390" y="79214"/>
                </a:lnTo>
                <a:cubicBezTo>
                  <a:pt x="131600" y="79004"/>
                  <a:pt x="131911" y="78794"/>
                  <a:pt x="132332" y="78584"/>
                </a:cubicBezTo>
                <a:cubicBezTo>
                  <a:pt x="132542" y="78373"/>
                  <a:pt x="132753" y="78163"/>
                  <a:pt x="132963" y="77953"/>
                </a:cubicBezTo>
                <a:cubicBezTo>
                  <a:pt x="152659" y="58467"/>
                  <a:pt x="173608" y="44111"/>
                  <a:pt x="195828" y="34894"/>
                </a:cubicBezTo>
                <a:cubicBezTo>
                  <a:pt x="218039" y="25667"/>
                  <a:pt x="242764" y="21269"/>
                  <a:pt x="270004" y="21690"/>
                </a:cubicBezTo>
                <a:cubicBezTo>
                  <a:pt x="271476" y="21690"/>
                  <a:pt x="272839" y="21900"/>
                  <a:pt x="274091" y="22321"/>
                </a:cubicBezTo>
                <a:cubicBezTo>
                  <a:pt x="275353" y="22942"/>
                  <a:pt x="276606" y="23893"/>
                  <a:pt x="277868" y="25146"/>
                </a:cubicBezTo>
                <a:cubicBezTo>
                  <a:pt x="279121" y="26198"/>
                  <a:pt x="280062" y="27350"/>
                  <a:pt x="280693" y="28602"/>
                </a:cubicBezTo>
                <a:cubicBezTo>
                  <a:pt x="281114" y="29864"/>
                  <a:pt x="281324" y="31227"/>
                  <a:pt x="281324" y="32690"/>
                </a:cubicBezTo>
                <a:close/>
                <a:moveTo>
                  <a:pt x="44632" y="199915"/>
                </a:moveTo>
                <a:cubicBezTo>
                  <a:pt x="52386" y="192161"/>
                  <a:pt x="61713" y="188284"/>
                  <a:pt x="72613" y="188284"/>
                </a:cubicBezTo>
                <a:cubicBezTo>
                  <a:pt x="83713" y="188074"/>
                  <a:pt x="93040" y="191841"/>
                  <a:pt x="100584" y="199595"/>
                </a:cubicBezTo>
                <a:cubicBezTo>
                  <a:pt x="108338" y="207349"/>
                  <a:pt x="112215" y="216676"/>
                  <a:pt x="112215" y="227576"/>
                </a:cubicBezTo>
                <a:cubicBezTo>
                  <a:pt x="112005" y="238677"/>
                  <a:pt x="108027" y="248104"/>
                  <a:pt x="100273" y="255858"/>
                </a:cubicBezTo>
                <a:cubicBezTo>
                  <a:pt x="90215" y="266127"/>
                  <a:pt x="77953" y="272308"/>
                  <a:pt x="63496" y="274402"/>
                </a:cubicBezTo>
                <a:cubicBezTo>
                  <a:pt x="49240" y="276505"/>
                  <a:pt x="34894" y="278389"/>
                  <a:pt x="20428" y="280062"/>
                </a:cubicBezTo>
                <a:cubicBezTo>
                  <a:pt x="22321" y="265606"/>
                  <a:pt x="24204" y="251149"/>
                  <a:pt x="26088" y="236683"/>
                </a:cubicBezTo>
                <a:cubicBezTo>
                  <a:pt x="28182" y="222437"/>
                  <a:pt x="34363" y="210175"/>
                  <a:pt x="44632" y="199915"/>
                </a:cubicBezTo>
                <a:close/>
                <a:moveTo>
                  <a:pt x="59719" y="215314"/>
                </a:moveTo>
                <a:cubicBezTo>
                  <a:pt x="54901" y="220553"/>
                  <a:pt x="51755" y="226524"/>
                  <a:pt x="50292" y="233227"/>
                </a:cubicBezTo>
                <a:cubicBezTo>
                  <a:pt x="48829" y="240149"/>
                  <a:pt x="47467" y="247062"/>
                  <a:pt x="46205" y="253975"/>
                </a:cubicBezTo>
                <a:cubicBezTo>
                  <a:pt x="53328" y="252722"/>
                  <a:pt x="60250" y="251460"/>
                  <a:pt x="66952" y="250207"/>
                </a:cubicBezTo>
                <a:cubicBezTo>
                  <a:pt x="73865" y="248735"/>
                  <a:pt x="79946" y="245590"/>
                  <a:pt x="85186" y="240771"/>
                </a:cubicBezTo>
                <a:cubicBezTo>
                  <a:pt x="89163" y="237424"/>
                  <a:pt x="91157" y="233126"/>
                  <a:pt x="91157" y="227887"/>
                </a:cubicBezTo>
                <a:cubicBezTo>
                  <a:pt x="91157" y="222858"/>
                  <a:pt x="89373" y="218459"/>
                  <a:pt x="85807" y="214683"/>
                </a:cubicBezTo>
                <a:cubicBezTo>
                  <a:pt x="81830" y="211126"/>
                  <a:pt x="77322" y="209343"/>
                  <a:pt x="72292" y="209343"/>
                </a:cubicBezTo>
                <a:cubicBezTo>
                  <a:pt x="67263" y="209343"/>
                  <a:pt x="63075" y="211327"/>
                  <a:pt x="59719" y="21531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4477" y="248635"/>
                </a:moveTo>
                <a:lnTo>
                  <a:pt x="210916" y="144594"/>
                </a:lnTo>
                <a:lnTo>
                  <a:pt x="154963" y="144594"/>
                </a:lnTo>
                <a:lnTo>
                  <a:pt x="165964" y="56263"/>
                </a:lnTo>
                <a:lnTo>
                  <a:pt x="87380" y="169740"/>
                </a:lnTo>
                <a:lnTo>
                  <a:pt x="135478" y="169740"/>
                </a:lnTo>
                <a:lnTo>
                  <a:pt x="124477" y="248635"/>
                </a:lnTo>
                <a:close/>
                <a:moveTo>
                  <a:pt x="111584" y="190799"/>
                </a:moveTo>
                <a:lnTo>
                  <a:pt x="67894" y="190799"/>
                </a:lnTo>
                <a:cubicBezTo>
                  <a:pt x="63496" y="190799"/>
                  <a:pt x="60350" y="188906"/>
                  <a:pt x="58467" y="185139"/>
                </a:cubicBezTo>
                <a:cubicBezTo>
                  <a:pt x="56373" y="181152"/>
                  <a:pt x="56583" y="177384"/>
                  <a:pt x="59098" y="173818"/>
                </a:cubicBezTo>
                <a:lnTo>
                  <a:pt x="168478" y="16349"/>
                </a:lnTo>
                <a:cubicBezTo>
                  <a:pt x="170152" y="14036"/>
                  <a:pt x="172355" y="12363"/>
                  <a:pt x="175080" y="11320"/>
                </a:cubicBezTo>
                <a:cubicBezTo>
                  <a:pt x="177595" y="10479"/>
                  <a:pt x="180210" y="10580"/>
                  <a:pt x="182935" y="11631"/>
                </a:cubicBezTo>
                <a:cubicBezTo>
                  <a:pt x="185660" y="12884"/>
                  <a:pt x="187754" y="14667"/>
                  <a:pt x="189226" y="16971"/>
                </a:cubicBezTo>
                <a:cubicBezTo>
                  <a:pt x="190899" y="19486"/>
                  <a:pt x="191530" y="22211"/>
                  <a:pt x="191110" y="25146"/>
                </a:cubicBezTo>
                <a:lnTo>
                  <a:pt x="178537" y="123526"/>
                </a:lnTo>
                <a:lnTo>
                  <a:pt x="232605" y="123526"/>
                </a:lnTo>
                <a:cubicBezTo>
                  <a:pt x="237214" y="123526"/>
                  <a:pt x="240460" y="125520"/>
                  <a:pt x="242343" y="129506"/>
                </a:cubicBezTo>
                <a:cubicBezTo>
                  <a:pt x="244227" y="133694"/>
                  <a:pt x="243816" y="137571"/>
                  <a:pt x="241091" y="141128"/>
                </a:cubicBezTo>
                <a:lnTo>
                  <a:pt x="121332" y="284461"/>
                </a:lnTo>
                <a:cubicBezTo>
                  <a:pt x="119649" y="286765"/>
                  <a:pt x="117455" y="288237"/>
                  <a:pt x="114730" y="288868"/>
                </a:cubicBezTo>
                <a:cubicBezTo>
                  <a:pt x="111795" y="289490"/>
                  <a:pt x="109179" y="289280"/>
                  <a:pt x="106875" y="288237"/>
                </a:cubicBezTo>
                <a:cubicBezTo>
                  <a:pt x="104360" y="287186"/>
                  <a:pt x="102367" y="285412"/>
                  <a:pt x="100895" y="282897"/>
                </a:cubicBezTo>
                <a:cubicBezTo>
                  <a:pt x="99432" y="280584"/>
                  <a:pt x="98911" y="277968"/>
                  <a:pt x="99331" y="275033"/>
                </a:cubicBezTo>
                <a:lnTo>
                  <a:pt x="111584" y="190799"/>
                </a:lnTo>
                <a:close/>
                <a:moveTo>
                  <a:pt x="148992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1390" y="278490"/>
                </a:moveTo>
                <a:cubicBezTo>
                  <a:pt x="128245" y="278490"/>
                  <a:pt x="125419" y="277548"/>
                  <a:pt x="122905" y="275664"/>
                </a:cubicBezTo>
                <a:cubicBezTo>
                  <a:pt x="120390" y="273570"/>
                  <a:pt x="118918" y="270946"/>
                  <a:pt x="118497" y="267809"/>
                </a:cubicBezTo>
                <a:lnTo>
                  <a:pt x="113788" y="238256"/>
                </a:lnTo>
                <a:cubicBezTo>
                  <a:pt x="110222" y="237003"/>
                  <a:pt x="106345" y="235120"/>
                  <a:pt x="102157" y="232605"/>
                </a:cubicBezTo>
                <a:cubicBezTo>
                  <a:pt x="97969" y="230292"/>
                  <a:pt x="94302" y="227887"/>
                  <a:pt x="91157" y="225372"/>
                </a:cubicBezTo>
                <a:lnTo>
                  <a:pt x="64438" y="237945"/>
                </a:lnTo>
                <a:cubicBezTo>
                  <a:pt x="61292" y="239198"/>
                  <a:pt x="58147" y="239408"/>
                  <a:pt x="55010" y="238576"/>
                </a:cubicBezTo>
                <a:cubicBezTo>
                  <a:pt x="51865" y="237525"/>
                  <a:pt x="49451" y="235531"/>
                  <a:pt x="47777" y="232605"/>
                </a:cubicBezTo>
                <a:lnTo>
                  <a:pt x="28292" y="198022"/>
                </a:lnTo>
                <a:cubicBezTo>
                  <a:pt x="26609" y="195087"/>
                  <a:pt x="26088" y="192051"/>
                  <a:pt x="26719" y="188906"/>
                </a:cubicBezTo>
                <a:cubicBezTo>
                  <a:pt x="27560" y="185980"/>
                  <a:pt x="29334" y="183465"/>
                  <a:pt x="32059" y="181362"/>
                </a:cubicBezTo>
                <a:lnTo>
                  <a:pt x="57205" y="162818"/>
                </a:lnTo>
                <a:cubicBezTo>
                  <a:pt x="56784" y="161145"/>
                  <a:pt x="56473" y="159151"/>
                  <a:pt x="56263" y="156847"/>
                </a:cubicBezTo>
                <a:cubicBezTo>
                  <a:pt x="56263" y="154543"/>
                  <a:pt x="56263" y="152549"/>
                  <a:pt x="56263" y="150876"/>
                </a:cubicBezTo>
                <a:cubicBezTo>
                  <a:pt x="56263" y="149203"/>
                  <a:pt x="56263" y="147209"/>
                  <a:pt x="56263" y="144905"/>
                </a:cubicBezTo>
                <a:cubicBezTo>
                  <a:pt x="56473" y="142601"/>
                  <a:pt x="56784" y="140607"/>
                  <a:pt x="57205" y="138934"/>
                </a:cubicBezTo>
                <a:lnTo>
                  <a:pt x="32059" y="120390"/>
                </a:lnTo>
                <a:cubicBezTo>
                  <a:pt x="29334" y="118497"/>
                  <a:pt x="27560" y="115982"/>
                  <a:pt x="26719" y="112846"/>
                </a:cubicBezTo>
                <a:cubicBezTo>
                  <a:pt x="26088" y="109701"/>
                  <a:pt x="26609" y="106665"/>
                  <a:pt x="28292" y="103730"/>
                </a:cubicBezTo>
                <a:lnTo>
                  <a:pt x="47777" y="69156"/>
                </a:lnTo>
                <a:cubicBezTo>
                  <a:pt x="49451" y="66431"/>
                  <a:pt x="51865" y="64538"/>
                  <a:pt x="55010" y="63496"/>
                </a:cubicBezTo>
                <a:cubicBezTo>
                  <a:pt x="58147" y="62444"/>
                  <a:pt x="61192" y="62554"/>
                  <a:pt x="64127" y="63807"/>
                </a:cubicBezTo>
                <a:lnTo>
                  <a:pt x="91467" y="76380"/>
                </a:lnTo>
                <a:cubicBezTo>
                  <a:pt x="94403" y="73865"/>
                  <a:pt x="97969" y="71460"/>
                  <a:pt x="102157" y="69156"/>
                </a:cubicBezTo>
                <a:cubicBezTo>
                  <a:pt x="106345" y="66843"/>
                  <a:pt x="110332" y="65069"/>
                  <a:pt x="114099" y="63807"/>
                </a:cubicBezTo>
                <a:lnTo>
                  <a:pt x="118817" y="33952"/>
                </a:lnTo>
                <a:cubicBezTo>
                  <a:pt x="119238" y="30806"/>
                  <a:pt x="120600" y="28182"/>
                  <a:pt x="122905" y="26088"/>
                </a:cubicBezTo>
                <a:cubicBezTo>
                  <a:pt x="125419" y="24204"/>
                  <a:pt x="128245" y="23262"/>
                  <a:pt x="131390" y="23262"/>
                </a:cubicBezTo>
                <a:lnTo>
                  <a:pt x="170362" y="23262"/>
                </a:lnTo>
                <a:cubicBezTo>
                  <a:pt x="173507" y="23262"/>
                  <a:pt x="176333" y="24204"/>
                  <a:pt x="178847" y="26088"/>
                </a:cubicBezTo>
                <a:cubicBezTo>
                  <a:pt x="181362" y="28182"/>
                  <a:pt x="182834" y="30806"/>
                  <a:pt x="183255" y="33952"/>
                </a:cubicBezTo>
                <a:lnTo>
                  <a:pt x="187964" y="63496"/>
                </a:lnTo>
                <a:cubicBezTo>
                  <a:pt x="191530" y="64959"/>
                  <a:pt x="195407" y="66742"/>
                  <a:pt x="199595" y="68836"/>
                </a:cubicBezTo>
                <a:cubicBezTo>
                  <a:pt x="203993" y="71140"/>
                  <a:pt x="207660" y="73655"/>
                  <a:pt x="210595" y="76380"/>
                </a:cubicBezTo>
                <a:lnTo>
                  <a:pt x="237314" y="63807"/>
                </a:lnTo>
                <a:cubicBezTo>
                  <a:pt x="240460" y="62554"/>
                  <a:pt x="243605" y="62444"/>
                  <a:pt x="246742" y="63496"/>
                </a:cubicBezTo>
                <a:cubicBezTo>
                  <a:pt x="249677" y="64538"/>
                  <a:pt x="251981" y="66431"/>
                  <a:pt x="253664" y="69156"/>
                </a:cubicBezTo>
                <a:lnTo>
                  <a:pt x="273460" y="103730"/>
                </a:lnTo>
                <a:cubicBezTo>
                  <a:pt x="275143" y="106665"/>
                  <a:pt x="275664" y="109701"/>
                  <a:pt x="275033" y="112846"/>
                </a:cubicBezTo>
                <a:cubicBezTo>
                  <a:pt x="274192" y="116193"/>
                  <a:pt x="272418" y="118707"/>
                  <a:pt x="269693" y="120390"/>
                </a:cubicBezTo>
                <a:lnTo>
                  <a:pt x="244547" y="138303"/>
                </a:lnTo>
                <a:cubicBezTo>
                  <a:pt x="244968" y="140187"/>
                  <a:pt x="245279" y="142281"/>
                  <a:pt x="245489" y="144594"/>
                </a:cubicBezTo>
                <a:cubicBezTo>
                  <a:pt x="245489" y="146898"/>
                  <a:pt x="245489" y="148992"/>
                  <a:pt x="245489" y="150876"/>
                </a:cubicBezTo>
                <a:cubicBezTo>
                  <a:pt x="245489" y="152760"/>
                  <a:pt x="245489" y="154854"/>
                  <a:pt x="245489" y="157167"/>
                </a:cubicBezTo>
                <a:cubicBezTo>
                  <a:pt x="245279" y="159261"/>
                  <a:pt x="244968" y="161245"/>
                  <a:pt x="244547" y="163138"/>
                </a:cubicBezTo>
                <a:lnTo>
                  <a:pt x="269693" y="181362"/>
                </a:lnTo>
                <a:cubicBezTo>
                  <a:pt x="272418" y="183045"/>
                  <a:pt x="274192" y="185559"/>
                  <a:pt x="275033" y="188906"/>
                </a:cubicBezTo>
                <a:cubicBezTo>
                  <a:pt x="275664" y="192051"/>
                  <a:pt x="275143" y="195087"/>
                  <a:pt x="273460" y="198022"/>
                </a:cubicBezTo>
                <a:lnTo>
                  <a:pt x="253975" y="232605"/>
                </a:lnTo>
                <a:cubicBezTo>
                  <a:pt x="252301" y="235531"/>
                  <a:pt x="249887" y="237424"/>
                  <a:pt x="246742" y="238256"/>
                </a:cubicBezTo>
                <a:cubicBezTo>
                  <a:pt x="243605" y="239308"/>
                  <a:pt x="240560" y="239198"/>
                  <a:pt x="237634" y="237945"/>
                </a:cubicBezTo>
                <a:lnTo>
                  <a:pt x="210285" y="225372"/>
                </a:lnTo>
                <a:cubicBezTo>
                  <a:pt x="207349" y="227887"/>
                  <a:pt x="203783" y="230401"/>
                  <a:pt x="199595" y="232916"/>
                </a:cubicBezTo>
                <a:cubicBezTo>
                  <a:pt x="195618" y="235431"/>
                  <a:pt x="191741" y="237214"/>
                  <a:pt x="187964" y="238256"/>
                </a:cubicBezTo>
                <a:lnTo>
                  <a:pt x="183255" y="267809"/>
                </a:lnTo>
                <a:cubicBezTo>
                  <a:pt x="182834" y="270946"/>
                  <a:pt x="181362" y="273570"/>
                  <a:pt x="178847" y="275664"/>
                </a:cubicBezTo>
                <a:cubicBezTo>
                  <a:pt x="176333" y="277548"/>
                  <a:pt x="173507" y="278490"/>
                  <a:pt x="170362" y="278490"/>
                </a:cubicBezTo>
                <a:lnTo>
                  <a:pt x="131390" y="278490"/>
                </a:lnTo>
                <a:close/>
                <a:moveTo>
                  <a:pt x="137672" y="257120"/>
                </a:moveTo>
                <a:lnTo>
                  <a:pt x="164080" y="257120"/>
                </a:lnTo>
                <a:lnTo>
                  <a:pt x="168478" y="221916"/>
                </a:lnTo>
                <a:cubicBezTo>
                  <a:pt x="175391" y="220233"/>
                  <a:pt x="181993" y="217618"/>
                  <a:pt x="188284" y="214052"/>
                </a:cubicBezTo>
                <a:cubicBezTo>
                  <a:pt x="194566" y="210495"/>
                  <a:pt x="200226" y="206097"/>
                  <a:pt x="205255" y="200857"/>
                </a:cubicBezTo>
                <a:lnTo>
                  <a:pt x="238576" y="215314"/>
                </a:lnTo>
                <a:lnTo>
                  <a:pt x="250518" y="193624"/>
                </a:lnTo>
                <a:lnTo>
                  <a:pt x="220974" y="172255"/>
                </a:lnTo>
                <a:cubicBezTo>
                  <a:pt x="221806" y="168689"/>
                  <a:pt x="222547" y="165122"/>
                  <a:pt x="223168" y="161565"/>
                </a:cubicBezTo>
                <a:cubicBezTo>
                  <a:pt x="223799" y="157999"/>
                  <a:pt x="224110" y="154442"/>
                  <a:pt x="224110" y="150876"/>
                </a:cubicBezTo>
                <a:cubicBezTo>
                  <a:pt x="224110" y="147310"/>
                  <a:pt x="223799" y="143753"/>
                  <a:pt x="223168" y="140187"/>
                </a:cubicBezTo>
                <a:cubicBezTo>
                  <a:pt x="222748" y="136630"/>
                  <a:pt x="222016" y="133063"/>
                  <a:pt x="220974" y="129506"/>
                </a:cubicBezTo>
                <a:lnTo>
                  <a:pt x="250518" y="108128"/>
                </a:lnTo>
                <a:lnTo>
                  <a:pt x="238576" y="86438"/>
                </a:lnTo>
                <a:lnTo>
                  <a:pt x="205255" y="100895"/>
                </a:lnTo>
                <a:cubicBezTo>
                  <a:pt x="200436" y="95244"/>
                  <a:pt x="194987" y="90526"/>
                  <a:pt x="188906" y="86758"/>
                </a:cubicBezTo>
                <a:cubicBezTo>
                  <a:pt x="182624" y="82982"/>
                  <a:pt x="175812" y="80678"/>
                  <a:pt x="168478" y="79836"/>
                </a:cubicBezTo>
                <a:lnTo>
                  <a:pt x="164080" y="44632"/>
                </a:lnTo>
                <a:lnTo>
                  <a:pt x="137672" y="44632"/>
                </a:lnTo>
                <a:lnTo>
                  <a:pt x="133274" y="79836"/>
                </a:lnTo>
                <a:cubicBezTo>
                  <a:pt x="126151" y="81098"/>
                  <a:pt x="119448" y="83613"/>
                  <a:pt x="113157" y="87380"/>
                </a:cubicBezTo>
                <a:cubicBezTo>
                  <a:pt x="106875" y="90946"/>
                  <a:pt x="101215" y="95454"/>
                  <a:pt x="96186" y="100895"/>
                </a:cubicBezTo>
                <a:lnTo>
                  <a:pt x="63176" y="86438"/>
                </a:lnTo>
                <a:lnTo>
                  <a:pt x="51234" y="108128"/>
                </a:lnTo>
                <a:lnTo>
                  <a:pt x="80467" y="129506"/>
                </a:lnTo>
                <a:cubicBezTo>
                  <a:pt x="79626" y="133063"/>
                  <a:pt x="79004" y="136630"/>
                  <a:pt x="78584" y="140187"/>
                </a:cubicBezTo>
                <a:cubicBezTo>
                  <a:pt x="77953" y="143753"/>
                  <a:pt x="77642" y="147310"/>
                  <a:pt x="77642" y="150876"/>
                </a:cubicBezTo>
                <a:cubicBezTo>
                  <a:pt x="77642" y="154442"/>
                  <a:pt x="77953" y="157999"/>
                  <a:pt x="78584" y="161565"/>
                </a:cubicBezTo>
                <a:cubicBezTo>
                  <a:pt x="79004" y="165122"/>
                  <a:pt x="79626" y="168689"/>
                  <a:pt x="80467" y="172255"/>
                </a:cubicBezTo>
                <a:lnTo>
                  <a:pt x="51234" y="193624"/>
                </a:lnTo>
                <a:lnTo>
                  <a:pt x="63176" y="215314"/>
                </a:lnTo>
                <a:lnTo>
                  <a:pt x="96186" y="200857"/>
                </a:lnTo>
                <a:cubicBezTo>
                  <a:pt x="101425" y="206097"/>
                  <a:pt x="107186" y="210495"/>
                  <a:pt x="113468" y="214052"/>
                </a:cubicBezTo>
                <a:cubicBezTo>
                  <a:pt x="119759" y="217618"/>
                  <a:pt x="126361" y="220233"/>
                  <a:pt x="133274" y="221916"/>
                </a:cubicBezTo>
                <a:lnTo>
                  <a:pt x="137672" y="257120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62780"/>
                </a:moveTo>
                <a:cubicBezTo>
                  <a:pt x="134847" y="260887"/>
                  <a:pt x="133905" y="258483"/>
                  <a:pt x="133905" y="255547"/>
                </a:cubicBezTo>
                <a:lnTo>
                  <a:pt x="133905" y="203683"/>
                </a:lnTo>
                <a:cubicBezTo>
                  <a:pt x="133905" y="200747"/>
                  <a:pt x="134847" y="198233"/>
                  <a:pt x="136730" y="196139"/>
                </a:cubicBezTo>
                <a:cubicBezTo>
                  <a:pt x="138824" y="194255"/>
                  <a:pt x="141339" y="193313"/>
                  <a:pt x="144274" y="193313"/>
                </a:cubicBezTo>
                <a:cubicBezTo>
                  <a:pt x="147209" y="193313"/>
                  <a:pt x="149623" y="194255"/>
                  <a:pt x="151507" y="196139"/>
                </a:cubicBezTo>
                <a:cubicBezTo>
                  <a:pt x="153391" y="198233"/>
                  <a:pt x="154332" y="200747"/>
                  <a:pt x="154332" y="203683"/>
                </a:cubicBezTo>
                <a:lnTo>
                  <a:pt x="154332" y="219401"/>
                </a:lnTo>
                <a:lnTo>
                  <a:pt x="254916" y="219401"/>
                </a:lnTo>
                <a:cubicBezTo>
                  <a:pt x="257852" y="219401"/>
                  <a:pt x="260366" y="220343"/>
                  <a:pt x="262460" y="222227"/>
                </a:cubicBezTo>
                <a:cubicBezTo>
                  <a:pt x="264344" y="224321"/>
                  <a:pt x="265295" y="226835"/>
                  <a:pt x="265295" y="229770"/>
                </a:cubicBezTo>
                <a:cubicBezTo>
                  <a:pt x="265295" y="232706"/>
                  <a:pt x="264344" y="235120"/>
                  <a:pt x="262460" y="237003"/>
                </a:cubicBezTo>
                <a:cubicBezTo>
                  <a:pt x="260366" y="239097"/>
                  <a:pt x="257852" y="240149"/>
                  <a:pt x="254916" y="240149"/>
                </a:cubicBezTo>
                <a:lnTo>
                  <a:pt x="154332" y="240149"/>
                </a:lnTo>
                <a:lnTo>
                  <a:pt x="154332" y="255547"/>
                </a:lnTo>
                <a:cubicBezTo>
                  <a:pt x="154332" y="258483"/>
                  <a:pt x="153391" y="260887"/>
                  <a:pt x="151507" y="262780"/>
                </a:cubicBezTo>
                <a:cubicBezTo>
                  <a:pt x="149413" y="264874"/>
                  <a:pt x="146898" y="265917"/>
                  <a:pt x="143963" y="265917"/>
                </a:cubicBezTo>
                <a:cubicBezTo>
                  <a:pt x="141028" y="265917"/>
                  <a:pt x="138614" y="264874"/>
                  <a:pt x="136730" y="262780"/>
                </a:cubicBezTo>
                <a:close/>
                <a:moveTo>
                  <a:pt x="46836" y="240149"/>
                </a:moveTo>
                <a:cubicBezTo>
                  <a:pt x="43900" y="240149"/>
                  <a:pt x="41386" y="239097"/>
                  <a:pt x="39292" y="237003"/>
                </a:cubicBezTo>
                <a:cubicBezTo>
                  <a:pt x="37408" y="234909"/>
                  <a:pt x="36466" y="232395"/>
                  <a:pt x="36466" y="229460"/>
                </a:cubicBezTo>
                <a:cubicBezTo>
                  <a:pt x="36466" y="226524"/>
                  <a:pt x="37408" y="224110"/>
                  <a:pt x="39292" y="222227"/>
                </a:cubicBezTo>
                <a:cubicBezTo>
                  <a:pt x="41386" y="220343"/>
                  <a:pt x="43900" y="219401"/>
                  <a:pt x="46836" y="219401"/>
                </a:cubicBezTo>
                <a:lnTo>
                  <a:pt x="105613" y="219401"/>
                </a:lnTo>
                <a:cubicBezTo>
                  <a:pt x="108548" y="219401"/>
                  <a:pt x="110953" y="220343"/>
                  <a:pt x="112846" y="222227"/>
                </a:cubicBezTo>
                <a:cubicBezTo>
                  <a:pt x="114730" y="224321"/>
                  <a:pt x="115672" y="226835"/>
                  <a:pt x="115672" y="229770"/>
                </a:cubicBezTo>
                <a:cubicBezTo>
                  <a:pt x="115672" y="232706"/>
                  <a:pt x="114730" y="235120"/>
                  <a:pt x="112846" y="237003"/>
                </a:cubicBezTo>
                <a:cubicBezTo>
                  <a:pt x="110953" y="239097"/>
                  <a:pt x="108548" y="240149"/>
                  <a:pt x="105613" y="240149"/>
                </a:cubicBezTo>
                <a:lnTo>
                  <a:pt x="46836" y="240149"/>
                </a:lnTo>
                <a:close/>
                <a:moveTo>
                  <a:pt x="98069" y="183877"/>
                </a:moveTo>
                <a:cubicBezTo>
                  <a:pt x="96186" y="181993"/>
                  <a:pt x="95244" y="179588"/>
                  <a:pt x="95244" y="176653"/>
                </a:cubicBezTo>
                <a:lnTo>
                  <a:pt x="95244" y="161245"/>
                </a:lnTo>
                <a:lnTo>
                  <a:pt x="46836" y="161245"/>
                </a:lnTo>
                <a:cubicBezTo>
                  <a:pt x="43900" y="161245"/>
                  <a:pt x="41386" y="160203"/>
                  <a:pt x="39292" y="158109"/>
                </a:cubicBezTo>
                <a:cubicBezTo>
                  <a:pt x="37408" y="156216"/>
                  <a:pt x="36466" y="153811"/>
                  <a:pt x="36466" y="150876"/>
                </a:cubicBezTo>
                <a:cubicBezTo>
                  <a:pt x="36466" y="147941"/>
                  <a:pt x="37408" y="145536"/>
                  <a:pt x="39292" y="143643"/>
                </a:cubicBezTo>
                <a:cubicBezTo>
                  <a:pt x="41386" y="141549"/>
                  <a:pt x="43900" y="140507"/>
                  <a:pt x="46836" y="140507"/>
                </a:cubicBezTo>
                <a:lnTo>
                  <a:pt x="95244" y="140507"/>
                </a:lnTo>
                <a:lnTo>
                  <a:pt x="95244" y="124477"/>
                </a:lnTo>
                <a:cubicBezTo>
                  <a:pt x="95244" y="121542"/>
                  <a:pt x="96186" y="119128"/>
                  <a:pt x="98069" y="117244"/>
                </a:cubicBezTo>
                <a:cubicBezTo>
                  <a:pt x="100163" y="115150"/>
                  <a:pt x="102678" y="114099"/>
                  <a:pt x="105613" y="114099"/>
                </a:cubicBezTo>
                <a:cubicBezTo>
                  <a:pt x="108548" y="114099"/>
                  <a:pt x="110953" y="115150"/>
                  <a:pt x="112846" y="117244"/>
                </a:cubicBezTo>
                <a:cubicBezTo>
                  <a:pt x="114730" y="119128"/>
                  <a:pt x="115672" y="121542"/>
                  <a:pt x="115672" y="124477"/>
                </a:cubicBezTo>
                <a:lnTo>
                  <a:pt x="115672" y="176653"/>
                </a:lnTo>
                <a:cubicBezTo>
                  <a:pt x="115672" y="179588"/>
                  <a:pt x="114730" y="181993"/>
                  <a:pt x="112846" y="183877"/>
                </a:cubicBezTo>
                <a:cubicBezTo>
                  <a:pt x="110953" y="185980"/>
                  <a:pt x="108548" y="187022"/>
                  <a:pt x="105613" y="187022"/>
                </a:cubicBezTo>
                <a:cubicBezTo>
                  <a:pt x="102678" y="187022"/>
                  <a:pt x="100163" y="185980"/>
                  <a:pt x="98069" y="183877"/>
                </a:cubicBezTo>
                <a:close/>
                <a:moveTo>
                  <a:pt x="143963" y="161245"/>
                </a:moveTo>
                <a:cubicBezTo>
                  <a:pt x="141028" y="161245"/>
                  <a:pt x="138614" y="160203"/>
                  <a:pt x="136730" y="158109"/>
                </a:cubicBezTo>
                <a:cubicBezTo>
                  <a:pt x="134847" y="156216"/>
                  <a:pt x="133905" y="153811"/>
                  <a:pt x="133905" y="150876"/>
                </a:cubicBezTo>
                <a:cubicBezTo>
                  <a:pt x="133905" y="147941"/>
                  <a:pt x="134847" y="145536"/>
                  <a:pt x="136730" y="143643"/>
                </a:cubicBezTo>
                <a:cubicBezTo>
                  <a:pt x="138614" y="141549"/>
                  <a:pt x="141028" y="140507"/>
                  <a:pt x="143963" y="140507"/>
                </a:cubicBezTo>
                <a:lnTo>
                  <a:pt x="254916" y="140507"/>
                </a:lnTo>
                <a:cubicBezTo>
                  <a:pt x="257852" y="140507"/>
                  <a:pt x="260366" y="141549"/>
                  <a:pt x="262460" y="143643"/>
                </a:cubicBezTo>
                <a:cubicBezTo>
                  <a:pt x="264344" y="145536"/>
                  <a:pt x="265295" y="147941"/>
                  <a:pt x="265295" y="150876"/>
                </a:cubicBezTo>
                <a:cubicBezTo>
                  <a:pt x="265295" y="153811"/>
                  <a:pt x="264344" y="156216"/>
                  <a:pt x="262460" y="158109"/>
                </a:cubicBezTo>
                <a:cubicBezTo>
                  <a:pt x="260366" y="160203"/>
                  <a:pt x="257852" y="161245"/>
                  <a:pt x="254916" y="161245"/>
                </a:cubicBezTo>
                <a:lnTo>
                  <a:pt x="143963" y="161245"/>
                </a:lnTo>
                <a:close/>
                <a:moveTo>
                  <a:pt x="188906" y="105613"/>
                </a:moveTo>
                <a:cubicBezTo>
                  <a:pt x="187022" y="103519"/>
                  <a:pt x="186080" y="101005"/>
                  <a:pt x="186080" y="98069"/>
                </a:cubicBezTo>
                <a:lnTo>
                  <a:pt x="186080" y="46205"/>
                </a:lnTo>
                <a:cubicBezTo>
                  <a:pt x="186080" y="43269"/>
                  <a:pt x="187022" y="40865"/>
                  <a:pt x="188906" y="38981"/>
                </a:cubicBezTo>
                <a:cubicBezTo>
                  <a:pt x="191009" y="37088"/>
                  <a:pt x="193524" y="36146"/>
                  <a:pt x="196450" y="36146"/>
                </a:cubicBezTo>
                <a:cubicBezTo>
                  <a:pt x="199385" y="36146"/>
                  <a:pt x="201799" y="37088"/>
                  <a:pt x="203683" y="38981"/>
                </a:cubicBezTo>
                <a:cubicBezTo>
                  <a:pt x="205566" y="40865"/>
                  <a:pt x="206508" y="43269"/>
                  <a:pt x="206508" y="46205"/>
                </a:cubicBezTo>
                <a:lnTo>
                  <a:pt x="206508" y="61923"/>
                </a:lnTo>
                <a:lnTo>
                  <a:pt x="254916" y="61923"/>
                </a:lnTo>
                <a:cubicBezTo>
                  <a:pt x="257852" y="61923"/>
                  <a:pt x="260366" y="62865"/>
                  <a:pt x="262460" y="64749"/>
                </a:cubicBezTo>
                <a:cubicBezTo>
                  <a:pt x="264344" y="66641"/>
                  <a:pt x="265295" y="69046"/>
                  <a:pt x="265295" y="71982"/>
                </a:cubicBezTo>
                <a:cubicBezTo>
                  <a:pt x="265295" y="74917"/>
                  <a:pt x="264344" y="77431"/>
                  <a:pt x="262460" y="79525"/>
                </a:cubicBezTo>
                <a:cubicBezTo>
                  <a:pt x="260366" y="81409"/>
                  <a:pt x="257852" y="82351"/>
                  <a:pt x="254916" y="82351"/>
                </a:cubicBezTo>
                <a:lnTo>
                  <a:pt x="206508" y="82351"/>
                </a:lnTo>
                <a:lnTo>
                  <a:pt x="206508" y="98069"/>
                </a:lnTo>
                <a:cubicBezTo>
                  <a:pt x="206508" y="101005"/>
                  <a:pt x="205566" y="103519"/>
                  <a:pt x="203683" y="105613"/>
                </a:cubicBezTo>
                <a:cubicBezTo>
                  <a:pt x="201589" y="107497"/>
                  <a:pt x="199074" y="108439"/>
                  <a:pt x="196139" y="108439"/>
                </a:cubicBezTo>
                <a:cubicBezTo>
                  <a:pt x="193204" y="108439"/>
                  <a:pt x="190799" y="107497"/>
                  <a:pt x="188906" y="105613"/>
                </a:cubicBezTo>
                <a:close/>
                <a:moveTo>
                  <a:pt x="46836" y="82351"/>
                </a:moveTo>
                <a:cubicBezTo>
                  <a:pt x="43900" y="82351"/>
                  <a:pt x="41386" y="81308"/>
                  <a:pt x="39292" y="79214"/>
                </a:cubicBezTo>
                <a:cubicBezTo>
                  <a:pt x="37408" y="77322"/>
                  <a:pt x="36466" y="74917"/>
                  <a:pt x="36466" y="71982"/>
                </a:cubicBezTo>
                <a:cubicBezTo>
                  <a:pt x="36466" y="69046"/>
                  <a:pt x="37408" y="66641"/>
                  <a:pt x="39292" y="64749"/>
                </a:cubicBezTo>
                <a:cubicBezTo>
                  <a:pt x="41386" y="62865"/>
                  <a:pt x="43900" y="61923"/>
                  <a:pt x="46836" y="61923"/>
                </a:cubicBezTo>
                <a:lnTo>
                  <a:pt x="157789" y="61923"/>
                </a:lnTo>
                <a:cubicBezTo>
                  <a:pt x="160724" y="61923"/>
                  <a:pt x="163138" y="62865"/>
                  <a:pt x="165022" y="64749"/>
                </a:cubicBezTo>
                <a:cubicBezTo>
                  <a:pt x="166905" y="66641"/>
                  <a:pt x="167847" y="69046"/>
                  <a:pt x="167847" y="71982"/>
                </a:cubicBezTo>
                <a:cubicBezTo>
                  <a:pt x="167847" y="74917"/>
                  <a:pt x="166905" y="77431"/>
                  <a:pt x="165022" y="79525"/>
                </a:cubicBezTo>
                <a:cubicBezTo>
                  <a:pt x="163138" y="81409"/>
                  <a:pt x="160724" y="82351"/>
                  <a:pt x="157789" y="82351"/>
                </a:cubicBezTo>
                <a:lnTo>
                  <a:pt x="46836" y="823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3344"/>
                </a:moveTo>
                <a:cubicBezTo>
                  <a:pt x="134325" y="253344"/>
                  <a:pt x="130860" y="251981"/>
                  <a:pt x="127934" y="249256"/>
                </a:cubicBezTo>
                <a:cubicBezTo>
                  <a:pt x="125209" y="246330"/>
                  <a:pt x="123846" y="242865"/>
                  <a:pt x="123846" y="238887"/>
                </a:cubicBezTo>
                <a:lnTo>
                  <a:pt x="123846" y="164080"/>
                </a:lnTo>
                <a:lnTo>
                  <a:pt x="49039" y="68836"/>
                </a:lnTo>
                <a:cubicBezTo>
                  <a:pt x="45683" y="64438"/>
                  <a:pt x="45263" y="59930"/>
                  <a:pt x="47777" y="55321"/>
                </a:cubicBezTo>
                <a:cubicBezTo>
                  <a:pt x="50082" y="50713"/>
                  <a:pt x="53858" y="48408"/>
                  <a:pt x="59098" y="48408"/>
                </a:cubicBezTo>
                <a:lnTo>
                  <a:pt x="242663" y="48408"/>
                </a:lnTo>
                <a:cubicBezTo>
                  <a:pt x="247894" y="48408"/>
                  <a:pt x="251670" y="50713"/>
                  <a:pt x="253975" y="55321"/>
                </a:cubicBezTo>
                <a:cubicBezTo>
                  <a:pt x="256489" y="59930"/>
                  <a:pt x="256069" y="64438"/>
                  <a:pt x="252722" y="68836"/>
                </a:cubicBezTo>
                <a:lnTo>
                  <a:pt x="177906" y="164080"/>
                </a:lnTo>
                <a:lnTo>
                  <a:pt x="177906" y="239518"/>
                </a:lnTo>
                <a:cubicBezTo>
                  <a:pt x="177906" y="243496"/>
                  <a:pt x="176653" y="246742"/>
                  <a:pt x="174138" y="249256"/>
                </a:cubicBezTo>
                <a:cubicBezTo>
                  <a:pt x="171413" y="251981"/>
                  <a:pt x="168058" y="253344"/>
                  <a:pt x="164080" y="253344"/>
                </a:cubicBezTo>
                <a:lnTo>
                  <a:pt x="138303" y="253344"/>
                </a:lnTo>
                <a:close/>
                <a:moveTo>
                  <a:pt x="150876" y="163449"/>
                </a:moveTo>
                <a:lnTo>
                  <a:pt x="224741" y="69778"/>
                </a:lnTo>
                <a:lnTo>
                  <a:pt x="77011" y="69778"/>
                </a:lnTo>
                <a:lnTo>
                  <a:pt x="150876" y="163449"/>
                </a:ln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99595"/>
                </a:moveTo>
                <a:cubicBezTo>
                  <a:pt x="95454" y="199595"/>
                  <a:pt x="75959" y="191631"/>
                  <a:pt x="60040" y="175711"/>
                </a:cubicBezTo>
                <a:cubicBezTo>
                  <a:pt x="44111" y="159782"/>
                  <a:pt x="36146" y="140507"/>
                  <a:pt x="36146" y="117875"/>
                </a:cubicBezTo>
                <a:cubicBezTo>
                  <a:pt x="36146" y="95244"/>
                  <a:pt x="44111" y="75959"/>
                  <a:pt x="60040" y="60040"/>
                </a:cubicBezTo>
                <a:cubicBezTo>
                  <a:pt x="75959" y="44111"/>
                  <a:pt x="95244" y="36146"/>
                  <a:pt x="117875" y="36146"/>
                </a:cubicBezTo>
                <a:cubicBezTo>
                  <a:pt x="140507" y="36146"/>
                  <a:pt x="159782" y="44111"/>
                  <a:pt x="175711" y="60040"/>
                </a:cubicBezTo>
                <a:cubicBezTo>
                  <a:pt x="191631" y="75959"/>
                  <a:pt x="199595" y="95244"/>
                  <a:pt x="199595" y="117875"/>
                </a:cubicBezTo>
                <a:cubicBezTo>
                  <a:pt x="199595" y="126882"/>
                  <a:pt x="198132" y="135578"/>
                  <a:pt x="195197" y="143963"/>
                </a:cubicBezTo>
                <a:cubicBezTo>
                  <a:pt x="192262" y="152339"/>
                  <a:pt x="187964" y="160203"/>
                  <a:pt x="182313" y="167536"/>
                </a:cubicBezTo>
                <a:lnTo>
                  <a:pt x="258062" y="242343"/>
                </a:lnTo>
                <a:cubicBezTo>
                  <a:pt x="260156" y="244437"/>
                  <a:pt x="261208" y="247062"/>
                  <a:pt x="261208" y="250207"/>
                </a:cubicBezTo>
                <a:cubicBezTo>
                  <a:pt x="261208" y="253344"/>
                  <a:pt x="260156" y="255968"/>
                  <a:pt x="258062" y="258062"/>
                </a:cubicBezTo>
                <a:cubicBezTo>
                  <a:pt x="255758" y="260156"/>
                  <a:pt x="253033" y="261208"/>
                  <a:pt x="249887" y="261208"/>
                </a:cubicBezTo>
                <a:cubicBezTo>
                  <a:pt x="246952" y="261208"/>
                  <a:pt x="244437" y="260156"/>
                  <a:pt x="242343" y="258062"/>
                </a:cubicBezTo>
                <a:lnTo>
                  <a:pt x="166905" y="182935"/>
                </a:lnTo>
                <a:cubicBezTo>
                  <a:pt x="160834" y="188174"/>
                  <a:pt x="153601" y="192262"/>
                  <a:pt x="145216" y="195197"/>
                </a:cubicBezTo>
                <a:cubicBezTo>
                  <a:pt x="136840" y="198132"/>
                  <a:pt x="127934" y="199595"/>
                  <a:pt x="118497" y="199595"/>
                </a:cubicBezTo>
                <a:close/>
                <a:moveTo>
                  <a:pt x="118186" y="178226"/>
                </a:moveTo>
                <a:cubicBezTo>
                  <a:pt x="134737" y="178226"/>
                  <a:pt x="148883" y="172355"/>
                  <a:pt x="160624" y="160624"/>
                </a:cubicBezTo>
                <a:cubicBezTo>
                  <a:pt x="172355" y="148883"/>
                  <a:pt x="178226" y="134636"/>
                  <a:pt x="178226" y="117875"/>
                </a:cubicBezTo>
                <a:cubicBezTo>
                  <a:pt x="178226" y="101105"/>
                  <a:pt x="172355" y="86859"/>
                  <a:pt x="160624" y="75127"/>
                </a:cubicBezTo>
                <a:cubicBezTo>
                  <a:pt x="148883" y="63386"/>
                  <a:pt x="134737" y="57525"/>
                  <a:pt x="118186" y="57525"/>
                </a:cubicBezTo>
                <a:cubicBezTo>
                  <a:pt x="101215" y="57525"/>
                  <a:pt x="86859" y="63386"/>
                  <a:pt x="75127" y="75127"/>
                </a:cubicBezTo>
                <a:cubicBezTo>
                  <a:pt x="63386" y="86859"/>
                  <a:pt x="57525" y="101105"/>
                  <a:pt x="57525" y="117875"/>
                </a:cubicBezTo>
                <a:cubicBezTo>
                  <a:pt x="57525" y="134636"/>
                  <a:pt x="63386" y="148883"/>
                  <a:pt x="75127" y="160624"/>
                </a:cubicBezTo>
                <a:cubicBezTo>
                  <a:pt x="86859" y="172355"/>
                  <a:pt x="101215" y="178226"/>
                  <a:pt x="118186" y="1782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78490"/>
                </a:moveTo>
                <a:cubicBezTo>
                  <a:pt x="63917" y="278490"/>
                  <a:pt x="58887" y="276295"/>
                  <a:pt x="54690" y="271888"/>
                </a:cubicBezTo>
                <a:cubicBezTo>
                  <a:pt x="50502" y="267700"/>
                  <a:pt x="48408" y="262671"/>
                  <a:pt x="48408" y="256800"/>
                </a:cubicBezTo>
                <a:lnTo>
                  <a:pt x="48408" y="121963"/>
                </a:lnTo>
                <a:cubicBezTo>
                  <a:pt x="48408" y="115882"/>
                  <a:pt x="50502" y="110743"/>
                  <a:pt x="54690" y="106555"/>
                </a:cubicBezTo>
                <a:cubicBezTo>
                  <a:pt x="58887" y="102367"/>
                  <a:pt x="63917" y="100273"/>
                  <a:pt x="69778" y="100273"/>
                </a:cubicBezTo>
                <a:lnTo>
                  <a:pt x="90215" y="100273"/>
                </a:lnTo>
                <a:lnTo>
                  <a:pt x="90215" y="71982"/>
                </a:lnTo>
                <a:cubicBezTo>
                  <a:pt x="90215" y="55010"/>
                  <a:pt x="96186" y="40654"/>
                  <a:pt x="108128" y="28922"/>
                </a:cubicBezTo>
                <a:cubicBezTo>
                  <a:pt x="119860" y="16971"/>
                  <a:pt x="134115" y="11000"/>
                  <a:pt x="150876" y="11000"/>
                </a:cubicBezTo>
                <a:cubicBezTo>
                  <a:pt x="167637" y="11000"/>
                  <a:pt x="181892" y="16971"/>
                  <a:pt x="193624" y="28922"/>
                </a:cubicBezTo>
                <a:cubicBezTo>
                  <a:pt x="205566" y="40654"/>
                  <a:pt x="211537" y="55010"/>
                  <a:pt x="211537" y="71982"/>
                </a:cubicBezTo>
                <a:lnTo>
                  <a:pt x="211537" y="100273"/>
                </a:lnTo>
                <a:lnTo>
                  <a:pt x="231974" y="100273"/>
                </a:lnTo>
                <a:cubicBezTo>
                  <a:pt x="237835" y="100273"/>
                  <a:pt x="242865" y="102367"/>
                  <a:pt x="247062" y="106555"/>
                </a:cubicBezTo>
                <a:cubicBezTo>
                  <a:pt x="251250" y="110743"/>
                  <a:pt x="253344" y="115882"/>
                  <a:pt x="253344" y="121963"/>
                </a:cubicBezTo>
                <a:lnTo>
                  <a:pt x="253344" y="256800"/>
                </a:lnTo>
                <a:cubicBezTo>
                  <a:pt x="253344" y="262671"/>
                  <a:pt x="251250" y="267700"/>
                  <a:pt x="247062" y="271888"/>
                </a:cubicBezTo>
                <a:cubicBezTo>
                  <a:pt x="242865" y="276295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6800"/>
                </a:moveTo>
                <a:lnTo>
                  <a:pt x="231974" y="256800"/>
                </a:lnTo>
                <a:lnTo>
                  <a:pt x="231974" y="121963"/>
                </a:lnTo>
                <a:lnTo>
                  <a:pt x="69778" y="121963"/>
                </a:lnTo>
                <a:lnTo>
                  <a:pt x="69778" y="256800"/>
                </a:lnTo>
                <a:close/>
                <a:moveTo>
                  <a:pt x="168167" y="206508"/>
                </a:moveTo>
                <a:cubicBezTo>
                  <a:pt x="172776" y="201900"/>
                  <a:pt x="175080" y="196450"/>
                  <a:pt x="175080" y="190168"/>
                </a:cubicBezTo>
                <a:cubicBezTo>
                  <a:pt x="175080" y="183877"/>
                  <a:pt x="172666" y="178116"/>
                  <a:pt x="167847" y="172876"/>
                </a:cubicBezTo>
                <a:cubicBezTo>
                  <a:pt x="163239" y="167847"/>
                  <a:pt x="157579" y="165333"/>
                  <a:pt x="150876" y="165333"/>
                </a:cubicBezTo>
                <a:cubicBezTo>
                  <a:pt x="144173" y="165333"/>
                  <a:pt x="138513" y="167847"/>
                  <a:pt x="133905" y="172876"/>
                </a:cubicBezTo>
                <a:cubicBezTo>
                  <a:pt x="129086" y="178116"/>
                  <a:pt x="126672" y="183877"/>
                  <a:pt x="126672" y="190168"/>
                </a:cubicBezTo>
                <a:cubicBezTo>
                  <a:pt x="126672" y="19666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327"/>
                  <a:pt x="168167" y="206508"/>
                </a:cubicBezTo>
                <a:close/>
                <a:moveTo>
                  <a:pt x="111904" y="100273"/>
                </a:moveTo>
                <a:lnTo>
                  <a:pt x="190168" y="100273"/>
                </a:lnTo>
                <a:lnTo>
                  <a:pt x="190168" y="71982"/>
                </a:lnTo>
                <a:cubicBezTo>
                  <a:pt x="190168" y="60872"/>
                  <a:pt x="186291" y="51554"/>
                  <a:pt x="178537" y="44010"/>
                </a:cubicBezTo>
                <a:cubicBezTo>
                  <a:pt x="170993" y="36466"/>
                  <a:pt x="161776" y="32690"/>
                  <a:pt x="150876" y="32690"/>
                </a:cubicBezTo>
                <a:cubicBezTo>
                  <a:pt x="139976" y="32690"/>
                  <a:pt x="130759" y="36466"/>
                  <a:pt x="123215" y="44010"/>
                </a:cubicBezTo>
                <a:cubicBezTo>
                  <a:pt x="115672" y="51554"/>
                  <a:pt x="111904" y="60872"/>
                  <a:pt x="111904" y="71982"/>
                </a:cubicBezTo>
                <a:lnTo>
                  <a:pt x="111904" y="100273"/>
                </a:lnTo>
                <a:close/>
                <a:moveTo>
                  <a:pt x="69778" y="256800"/>
                </a:moveTo>
                <a:lnTo>
                  <a:pt x="69778" y="121963"/>
                </a:lnTo>
                <a:lnTo>
                  <a:pt x="69778" y="25680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6489"/>
                </a:moveTo>
                <a:cubicBezTo>
                  <a:pt x="172876" y="248945"/>
                  <a:pt x="191110" y="235531"/>
                  <a:pt x="205566" y="216256"/>
                </a:cubicBezTo>
                <a:cubicBezTo>
                  <a:pt x="220032" y="196770"/>
                  <a:pt x="228518" y="174970"/>
                  <a:pt x="231032" y="150876"/>
                </a:cubicBezTo>
                <a:lnTo>
                  <a:pt x="150876" y="150876"/>
                </a:lnTo>
                <a:lnTo>
                  <a:pt x="150876" y="46205"/>
                </a:lnTo>
                <a:lnTo>
                  <a:pt x="69778" y="76700"/>
                </a:lnTo>
                <a:lnTo>
                  <a:pt x="69778" y="137672"/>
                </a:lnTo>
                <a:cubicBezTo>
                  <a:pt x="69778" y="140187"/>
                  <a:pt x="69888" y="142390"/>
                  <a:pt x="70098" y="144274"/>
                </a:cubicBezTo>
                <a:cubicBezTo>
                  <a:pt x="70098" y="145947"/>
                  <a:pt x="70308" y="148151"/>
                  <a:pt x="70720" y="150876"/>
                </a:cubicBezTo>
                <a:lnTo>
                  <a:pt x="150876" y="150876"/>
                </a:lnTo>
                <a:lnTo>
                  <a:pt x="150876" y="256489"/>
                </a:lnTo>
                <a:close/>
                <a:moveTo>
                  <a:pt x="147420" y="276917"/>
                </a:moveTo>
                <a:cubicBezTo>
                  <a:pt x="146368" y="276707"/>
                  <a:pt x="145216" y="27629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901" y="60250"/>
                  <a:pt x="58256" y="57625"/>
                  <a:pt x="62234" y="55952"/>
                </a:cubicBezTo>
                <a:lnTo>
                  <a:pt x="143332" y="25777"/>
                </a:lnTo>
                <a:cubicBezTo>
                  <a:pt x="145847" y="24725"/>
                  <a:pt x="148361" y="24204"/>
                  <a:pt x="150876" y="24204"/>
                </a:cubicBezTo>
                <a:cubicBezTo>
                  <a:pt x="153391" y="24204"/>
                  <a:pt x="155905" y="24725"/>
                  <a:pt x="158420" y="25777"/>
                </a:cubicBezTo>
                <a:lnTo>
                  <a:pt x="239518" y="55952"/>
                </a:lnTo>
                <a:cubicBezTo>
                  <a:pt x="243496" y="57625"/>
                  <a:pt x="246851" y="6025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536" y="276295"/>
                  <a:pt x="15538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022"/>
                </a:moveTo>
                <a:lnTo>
                  <a:pt x="113468" y="140507"/>
                </a:lnTo>
                <a:cubicBezTo>
                  <a:pt x="111374" y="138614"/>
                  <a:pt x="108969" y="137672"/>
                  <a:pt x="106244" y="137672"/>
                </a:cubicBezTo>
                <a:cubicBezTo>
                  <a:pt x="103309" y="137672"/>
                  <a:pt x="100895" y="138614"/>
                  <a:pt x="99011" y="140507"/>
                </a:cubicBezTo>
                <a:cubicBezTo>
                  <a:pt x="97128" y="142390"/>
                  <a:pt x="96186" y="144795"/>
                  <a:pt x="96186" y="147730"/>
                </a:cubicBezTo>
                <a:cubicBezTo>
                  <a:pt x="96186" y="150455"/>
                  <a:pt x="97128" y="152869"/>
                  <a:pt x="99011" y="154963"/>
                </a:cubicBezTo>
                <a:lnTo>
                  <a:pt x="129506" y="185770"/>
                </a:lnTo>
                <a:cubicBezTo>
                  <a:pt x="131600" y="187863"/>
                  <a:pt x="134115" y="188906"/>
                  <a:pt x="137050" y="188906"/>
                </a:cubicBezTo>
                <a:cubicBezTo>
                  <a:pt x="139976" y="188906"/>
                  <a:pt x="142491" y="187863"/>
                  <a:pt x="144594" y="185770"/>
                </a:cubicBezTo>
                <a:lnTo>
                  <a:pt x="202430" y="127934"/>
                </a:lnTo>
                <a:cubicBezTo>
                  <a:pt x="204314" y="126041"/>
                  <a:pt x="205255" y="123737"/>
                  <a:pt x="205255" y="121012"/>
                </a:cubicBezTo>
                <a:cubicBezTo>
                  <a:pt x="205255" y="118287"/>
                  <a:pt x="204314" y="115982"/>
                  <a:pt x="202430" y="114099"/>
                </a:cubicBezTo>
                <a:cubicBezTo>
                  <a:pt x="200537" y="112425"/>
                  <a:pt x="198233" y="111584"/>
                  <a:pt x="195508" y="111584"/>
                </a:cubicBezTo>
                <a:cubicBezTo>
                  <a:pt x="192573" y="111795"/>
                  <a:pt x="190268" y="112736"/>
                  <a:pt x="188595" y="114419"/>
                </a:cubicBezTo>
                <a:lnTo>
                  <a:pt x="137992" y="165022"/>
                </a:lnTo>
                <a:close/>
                <a:moveTo>
                  <a:pt x="147420" y="276917"/>
                </a:moveTo>
                <a:cubicBezTo>
                  <a:pt x="146158" y="276505"/>
                  <a:pt x="145006" y="27608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690" y="60040"/>
                  <a:pt x="58046" y="57415"/>
                  <a:pt x="62234" y="55952"/>
                </a:cubicBezTo>
                <a:lnTo>
                  <a:pt x="143332" y="25457"/>
                </a:lnTo>
                <a:cubicBezTo>
                  <a:pt x="145847" y="24625"/>
                  <a:pt x="148361" y="24204"/>
                  <a:pt x="150876" y="24204"/>
                </a:cubicBezTo>
                <a:cubicBezTo>
                  <a:pt x="153391" y="24204"/>
                  <a:pt x="155905" y="24625"/>
                  <a:pt x="158420" y="25457"/>
                </a:cubicBezTo>
                <a:lnTo>
                  <a:pt x="239518" y="55952"/>
                </a:lnTo>
                <a:cubicBezTo>
                  <a:pt x="243706" y="57415"/>
                  <a:pt x="247062" y="6004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746" y="276085"/>
                  <a:pt x="155594" y="276505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50876" y="256178"/>
                </a:moveTo>
                <a:cubicBezTo>
                  <a:pt x="174769" y="248004"/>
                  <a:pt x="194255" y="232916"/>
                  <a:pt x="209343" y="210916"/>
                </a:cubicBezTo>
                <a:cubicBezTo>
                  <a:pt x="224430" y="189116"/>
                  <a:pt x="231974" y="164601"/>
                  <a:pt x="231974" y="137361"/>
                </a:cubicBezTo>
                <a:lnTo>
                  <a:pt x="231974" y="76380"/>
                </a:lnTo>
                <a:lnTo>
                  <a:pt x="150876" y="45574"/>
                </a:lnTo>
                <a:lnTo>
                  <a:pt x="69778" y="76380"/>
                </a:lnTo>
                <a:lnTo>
                  <a:pt x="69778" y="137361"/>
                </a:lnTo>
                <a:cubicBezTo>
                  <a:pt x="69778" y="164601"/>
                  <a:pt x="77322" y="189116"/>
                  <a:pt x="92409" y="210916"/>
                </a:cubicBezTo>
                <a:cubicBezTo>
                  <a:pt x="107497" y="232916"/>
                  <a:pt x="126992" y="248004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166595"/>
                </a:moveTo>
                <a:cubicBezTo>
                  <a:pt x="67894" y="162196"/>
                  <a:pt x="65690" y="156957"/>
                  <a:pt x="65690" y="150876"/>
                </a:cubicBezTo>
                <a:cubicBezTo>
                  <a:pt x="65690" y="144795"/>
                  <a:pt x="67894" y="139565"/>
                  <a:pt x="72292" y="135157"/>
                </a:cubicBezTo>
                <a:cubicBezTo>
                  <a:pt x="76700" y="130759"/>
                  <a:pt x="81930" y="128555"/>
                  <a:pt x="88011" y="128555"/>
                </a:cubicBezTo>
                <a:cubicBezTo>
                  <a:pt x="94092" y="128555"/>
                  <a:pt x="99331" y="130759"/>
                  <a:pt x="103730" y="135157"/>
                </a:cubicBezTo>
                <a:cubicBezTo>
                  <a:pt x="108128" y="139565"/>
                  <a:pt x="110332" y="144795"/>
                  <a:pt x="110332" y="150876"/>
                </a:cubicBezTo>
                <a:cubicBezTo>
                  <a:pt x="110332" y="156957"/>
                  <a:pt x="108128" y="162196"/>
                  <a:pt x="103730" y="166595"/>
                </a:cubicBezTo>
                <a:cubicBezTo>
                  <a:pt x="99331" y="170993"/>
                  <a:pt x="94092" y="173197"/>
                  <a:pt x="88011" y="173197"/>
                </a:cubicBezTo>
                <a:cubicBezTo>
                  <a:pt x="81930" y="173197"/>
                  <a:pt x="76700" y="170993"/>
                  <a:pt x="72292" y="166595"/>
                </a:cubicBezTo>
                <a:close/>
                <a:moveTo>
                  <a:pt x="88011" y="228198"/>
                </a:moveTo>
                <a:cubicBezTo>
                  <a:pt x="66641" y="228198"/>
                  <a:pt x="48408" y="220654"/>
                  <a:pt x="33321" y="205566"/>
                </a:cubicBezTo>
                <a:cubicBezTo>
                  <a:pt x="18443" y="190479"/>
                  <a:pt x="11000" y="172255"/>
                  <a:pt x="11000" y="150876"/>
                </a:cubicBezTo>
                <a:cubicBezTo>
                  <a:pt x="11000" y="129506"/>
                  <a:pt x="18443" y="111273"/>
                  <a:pt x="33321" y="96186"/>
                </a:cubicBezTo>
                <a:cubicBezTo>
                  <a:pt x="48408" y="81308"/>
                  <a:pt x="66641" y="73865"/>
                  <a:pt x="88011" y="73865"/>
                </a:cubicBezTo>
                <a:cubicBezTo>
                  <a:pt x="103519" y="73865"/>
                  <a:pt x="117034" y="77431"/>
                  <a:pt x="128555" y="84555"/>
                </a:cubicBezTo>
                <a:cubicBezTo>
                  <a:pt x="140296" y="91888"/>
                  <a:pt x="149413" y="102888"/>
                  <a:pt x="155905" y="117555"/>
                </a:cubicBezTo>
                <a:lnTo>
                  <a:pt x="263091" y="117555"/>
                </a:lnTo>
                <a:cubicBezTo>
                  <a:pt x="264554" y="117555"/>
                  <a:pt x="265917" y="117875"/>
                  <a:pt x="267179" y="118497"/>
                </a:cubicBezTo>
                <a:cubicBezTo>
                  <a:pt x="268221" y="118918"/>
                  <a:pt x="269373" y="119759"/>
                  <a:pt x="270635" y="121012"/>
                </a:cubicBezTo>
                <a:lnTo>
                  <a:pt x="296092" y="146158"/>
                </a:lnTo>
                <a:cubicBezTo>
                  <a:pt x="297143" y="147420"/>
                  <a:pt x="297985" y="148672"/>
                  <a:pt x="298606" y="149934"/>
                </a:cubicBezTo>
                <a:cubicBezTo>
                  <a:pt x="299027" y="151187"/>
                  <a:pt x="299237" y="152549"/>
                  <a:pt x="299237" y="154022"/>
                </a:cubicBezTo>
                <a:cubicBezTo>
                  <a:pt x="299237" y="155485"/>
                  <a:pt x="298927" y="156847"/>
                  <a:pt x="298296" y="158109"/>
                </a:cubicBezTo>
                <a:cubicBezTo>
                  <a:pt x="297665" y="159151"/>
                  <a:pt x="296823" y="160303"/>
                  <a:pt x="295781" y="161565"/>
                </a:cubicBezTo>
                <a:lnTo>
                  <a:pt x="257120" y="197081"/>
                </a:lnTo>
                <a:cubicBezTo>
                  <a:pt x="256069" y="198132"/>
                  <a:pt x="254916" y="198864"/>
                  <a:pt x="253664" y="199284"/>
                </a:cubicBezTo>
                <a:cubicBezTo>
                  <a:pt x="252612" y="199705"/>
                  <a:pt x="251460" y="199915"/>
                  <a:pt x="250207" y="199915"/>
                </a:cubicBezTo>
                <a:cubicBezTo>
                  <a:pt x="248945" y="199915"/>
                  <a:pt x="247793" y="199806"/>
                  <a:pt x="246742" y="199595"/>
                </a:cubicBezTo>
                <a:cubicBezTo>
                  <a:pt x="245699" y="199385"/>
                  <a:pt x="244547" y="198864"/>
                  <a:pt x="243285" y="198022"/>
                </a:cubicBezTo>
                <a:lnTo>
                  <a:pt x="222547" y="182935"/>
                </a:lnTo>
                <a:lnTo>
                  <a:pt x="201168" y="198343"/>
                </a:lnTo>
                <a:cubicBezTo>
                  <a:pt x="200327" y="199175"/>
                  <a:pt x="199385" y="199705"/>
                  <a:pt x="198343" y="199915"/>
                </a:cubicBezTo>
                <a:cubicBezTo>
                  <a:pt x="197081" y="200116"/>
                  <a:pt x="195928" y="200226"/>
                  <a:pt x="194886" y="200226"/>
                </a:cubicBezTo>
                <a:cubicBezTo>
                  <a:pt x="193624" y="200226"/>
                  <a:pt x="192472" y="200116"/>
                  <a:pt x="191420" y="199915"/>
                </a:cubicBezTo>
                <a:cubicBezTo>
                  <a:pt x="190378" y="199495"/>
                  <a:pt x="189327" y="198964"/>
                  <a:pt x="188284" y="198343"/>
                </a:cubicBezTo>
                <a:lnTo>
                  <a:pt x="170993" y="184197"/>
                </a:lnTo>
                <a:lnTo>
                  <a:pt x="155905" y="184197"/>
                </a:lnTo>
                <a:cubicBezTo>
                  <a:pt x="150666" y="196770"/>
                  <a:pt x="142281" y="207249"/>
                  <a:pt x="130759" y="215625"/>
                </a:cubicBezTo>
                <a:cubicBezTo>
                  <a:pt x="119238" y="224010"/>
                  <a:pt x="104982" y="228198"/>
                  <a:pt x="88011" y="228198"/>
                </a:cubicBezTo>
                <a:close/>
                <a:moveTo>
                  <a:pt x="88011" y="207459"/>
                </a:moveTo>
                <a:cubicBezTo>
                  <a:pt x="100374" y="207459"/>
                  <a:pt x="111694" y="203372"/>
                  <a:pt x="121963" y="195197"/>
                </a:cubicBezTo>
                <a:cubicBezTo>
                  <a:pt x="132222" y="187022"/>
                  <a:pt x="138724" y="176443"/>
                  <a:pt x="141449" y="163449"/>
                </a:cubicBezTo>
                <a:lnTo>
                  <a:pt x="178537" y="163449"/>
                </a:lnTo>
                <a:lnTo>
                  <a:pt x="195197" y="177595"/>
                </a:lnTo>
                <a:cubicBezTo>
                  <a:pt x="194987" y="177595"/>
                  <a:pt x="194987" y="177595"/>
                  <a:pt x="195197" y="177595"/>
                </a:cubicBezTo>
                <a:cubicBezTo>
                  <a:pt x="195407" y="177384"/>
                  <a:pt x="195407" y="177384"/>
                  <a:pt x="195197" y="177595"/>
                </a:cubicBezTo>
                <a:lnTo>
                  <a:pt x="222858" y="157789"/>
                </a:lnTo>
                <a:lnTo>
                  <a:pt x="248635" y="176964"/>
                </a:lnTo>
                <a:lnTo>
                  <a:pt x="248314" y="176964"/>
                </a:lnTo>
                <a:lnTo>
                  <a:pt x="248635" y="176964"/>
                </a:lnTo>
                <a:lnTo>
                  <a:pt x="274402" y="153701"/>
                </a:lnTo>
                <a:lnTo>
                  <a:pt x="259004" y="138303"/>
                </a:lnTo>
                <a:lnTo>
                  <a:pt x="141449" y="138303"/>
                </a:lnTo>
                <a:cubicBezTo>
                  <a:pt x="139144" y="126361"/>
                  <a:pt x="132963" y="115982"/>
                  <a:pt x="122905" y="107186"/>
                </a:cubicBezTo>
                <a:cubicBezTo>
                  <a:pt x="11263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4127" y="201799"/>
                </a:moveTo>
                <a:lnTo>
                  <a:pt x="93351" y="230712"/>
                </a:lnTo>
                <a:cubicBezTo>
                  <a:pt x="95454" y="233017"/>
                  <a:pt x="96497" y="235531"/>
                  <a:pt x="96497" y="238256"/>
                </a:cubicBezTo>
                <a:cubicBezTo>
                  <a:pt x="96497" y="241191"/>
                  <a:pt x="95454" y="243706"/>
                  <a:pt x="93351" y="245800"/>
                </a:cubicBezTo>
                <a:cubicBezTo>
                  <a:pt x="91257" y="248104"/>
                  <a:pt x="88743" y="249256"/>
                  <a:pt x="85807" y="249256"/>
                </a:cubicBezTo>
                <a:cubicBezTo>
                  <a:pt x="82881" y="249256"/>
                  <a:pt x="80367" y="248104"/>
                  <a:pt x="78263" y="245800"/>
                </a:cubicBezTo>
                <a:lnTo>
                  <a:pt x="30806" y="198343"/>
                </a:lnTo>
                <a:cubicBezTo>
                  <a:pt x="29544" y="197291"/>
                  <a:pt x="28712" y="196139"/>
                  <a:pt x="28292" y="194886"/>
                </a:cubicBezTo>
                <a:cubicBezTo>
                  <a:pt x="27661" y="193624"/>
                  <a:pt x="27350" y="192262"/>
                  <a:pt x="27350" y="190799"/>
                </a:cubicBezTo>
                <a:cubicBezTo>
                  <a:pt x="27350" y="189537"/>
                  <a:pt x="27661" y="188284"/>
                  <a:pt x="28292" y="187022"/>
                </a:cubicBezTo>
                <a:cubicBezTo>
                  <a:pt x="28712" y="185770"/>
                  <a:pt x="29544" y="184508"/>
                  <a:pt x="30806" y="183255"/>
                </a:cubicBezTo>
                <a:lnTo>
                  <a:pt x="78263" y="135788"/>
                </a:lnTo>
                <a:cubicBezTo>
                  <a:pt x="80367" y="133694"/>
                  <a:pt x="82881" y="132643"/>
                  <a:pt x="85807" y="132643"/>
                </a:cubicBezTo>
                <a:cubicBezTo>
                  <a:pt x="88743" y="132643"/>
                  <a:pt x="91257" y="133694"/>
                  <a:pt x="93351" y="135788"/>
                </a:cubicBezTo>
                <a:cubicBezTo>
                  <a:pt x="95454" y="138093"/>
                  <a:pt x="96497" y="140607"/>
                  <a:pt x="96497" y="143332"/>
                </a:cubicBezTo>
                <a:cubicBezTo>
                  <a:pt x="96497" y="146267"/>
                  <a:pt x="95454" y="148782"/>
                  <a:pt x="93351" y="150876"/>
                </a:cubicBezTo>
                <a:lnTo>
                  <a:pt x="64127" y="180109"/>
                </a:lnTo>
                <a:lnTo>
                  <a:pt x="149623" y="180109"/>
                </a:lnTo>
                <a:cubicBezTo>
                  <a:pt x="152760" y="180109"/>
                  <a:pt x="155384" y="181152"/>
                  <a:pt x="157478" y="183255"/>
                </a:cubicBezTo>
                <a:cubicBezTo>
                  <a:pt x="159362" y="185349"/>
                  <a:pt x="160303" y="187863"/>
                  <a:pt x="160303" y="190799"/>
                </a:cubicBezTo>
                <a:cubicBezTo>
                  <a:pt x="160303" y="193935"/>
                  <a:pt x="159362" y="196559"/>
                  <a:pt x="157478" y="198653"/>
                </a:cubicBezTo>
                <a:cubicBezTo>
                  <a:pt x="155384" y="200747"/>
                  <a:pt x="152760" y="201799"/>
                  <a:pt x="149623" y="201799"/>
                </a:cubicBezTo>
                <a:lnTo>
                  <a:pt x="64127" y="201799"/>
                </a:lnTo>
                <a:close/>
                <a:moveTo>
                  <a:pt x="237634" y="121643"/>
                </a:moveTo>
                <a:lnTo>
                  <a:pt x="152138" y="121643"/>
                </a:lnTo>
                <a:cubicBezTo>
                  <a:pt x="148992" y="121643"/>
                  <a:pt x="146368" y="120600"/>
                  <a:pt x="144274" y="118497"/>
                </a:cubicBezTo>
                <a:cubicBezTo>
                  <a:pt x="142390" y="116403"/>
                  <a:pt x="141449" y="113889"/>
                  <a:pt x="141449" y="110953"/>
                </a:cubicBezTo>
                <a:cubicBezTo>
                  <a:pt x="141449" y="107817"/>
                  <a:pt x="142390" y="105193"/>
                  <a:pt x="144274" y="103099"/>
                </a:cubicBezTo>
                <a:cubicBezTo>
                  <a:pt x="146368" y="101005"/>
                  <a:pt x="148992" y="99953"/>
                  <a:pt x="152138" y="99953"/>
                </a:cubicBezTo>
                <a:lnTo>
                  <a:pt x="237634" y="99953"/>
                </a:lnTo>
                <a:lnTo>
                  <a:pt x="208401" y="70720"/>
                </a:lnTo>
                <a:cubicBezTo>
                  <a:pt x="206298" y="68626"/>
                  <a:pt x="205255" y="66221"/>
                  <a:pt x="205255" y="63496"/>
                </a:cubicBezTo>
                <a:cubicBezTo>
                  <a:pt x="205255" y="60561"/>
                  <a:pt x="206298" y="58046"/>
                  <a:pt x="208401" y="55952"/>
                </a:cubicBezTo>
                <a:cubicBezTo>
                  <a:pt x="210495" y="53648"/>
                  <a:pt x="213009" y="52496"/>
                  <a:pt x="215945" y="52496"/>
                </a:cubicBezTo>
                <a:cubicBezTo>
                  <a:pt x="218871" y="52496"/>
                  <a:pt x="221385" y="53648"/>
                  <a:pt x="223489" y="55952"/>
                </a:cubicBezTo>
                <a:lnTo>
                  <a:pt x="270946" y="103409"/>
                </a:lnTo>
                <a:cubicBezTo>
                  <a:pt x="272208" y="104461"/>
                  <a:pt x="273040" y="105613"/>
                  <a:pt x="273460" y="106875"/>
                </a:cubicBezTo>
                <a:cubicBezTo>
                  <a:pt x="274091" y="108128"/>
                  <a:pt x="274402" y="109490"/>
                  <a:pt x="274402" y="110953"/>
                </a:cubicBezTo>
                <a:cubicBezTo>
                  <a:pt x="274402" y="112215"/>
                  <a:pt x="274091" y="113468"/>
                  <a:pt x="273460" y="114730"/>
                </a:cubicBezTo>
                <a:cubicBezTo>
                  <a:pt x="273040" y="115982"/>
                  <a:pt x="272208" y="117244"/>
                  <a:pt x="270946" y="118497"/>
                </a:cubicBezTo>
                <a:lnTo>
                  <a:pt x="223489" y="165653"/>
                </a:lnTo>
                <a:cubicBezTo>
                  <a:pt x="221385" y="167957"/>
                  <a:pt x="218871" y="169109"/>
                  <a:pt x="215945" y="169109"/>
                </a:cubicBezTo>
                <a:cubicBezTo>
                  <a:pt x="213009" y="169109"/>
                  <a:pt x="210495" y="167957"/>
                  <a:pt x="208401" y="165653"/>
                </a:cubicBezTo>
                <a:cubicBezTo>
                  <a:pt x="206298" y="163550"/>
                  <a:pt x="205255" y="161145"/>
                  <a:pt x="205255" y="158420"/>
                </a:cubicBezTo>
                <a:cubicBezTo>
                  <a:pt x="205255" y="155485"/>
                  <a:pt x="206298" y="152970"/>
                  <a:pt x="208401" y="150876"/>
                </a:cubicBezTo>
                <a:lnTo>
                  <a:pt x="237634" y="12164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67809"/>
                </a:moveTo>
                <a:lnTo>
                  <a:pt x="140187" y="217517"/>
                </a:lnTo>
                <a:cubicBezTo>
                  <a:pt x="140187" y="207660"/>
                  <a:pt x="138614" y="199385"/>
                  <a:pt x="135478" y="192682"/>
                </a:cubicBezTo>
                <a:cubicBezTo>
                  <a:pt x="132332" y="185980"/>
                  <a:pt x="127193" y="179168"/>
                  <a:pt x="120070" y="172255"/>
                </a:cubicBezTo>
                <a:lnTo>
                  <a:pt x="135478" y="156847"/>
                </a:lnTo>
                <a:cubicBezTo>
                  <a:pt x="137992" y="158941"/>
                  <a:pt x="140717" y="161986"/>
                  <a:pt x="143643" y="165964"/>
                </a:cubicBezTo>
                <a:cubicBezTo>
                  <a:pt x="146578" y="169740"/>
                  <a:pt x="148992" y="173197"/>
                  <a:pt x="150876" y="176333"/>
                </a:cubicBezTo>
                <a:cubicBezTo>
                  <a:pt x="154442" y="171093"/>
                  <a:pt x="157899" y="166485"/>
                  <a:pt x="161245" y="162507"/>
                </a:cubicBezTo>
                <a:cubicBezTo>
                  <a:pt x="164601" y="158520"/>
                  <a:pt x="167847" y="155174"/>
                  <a:pt x="170993" y="152449"/>
                </a:cubicBezTo>
                <a:cubicBezTo>
                  <a:pt x="183776" y="142601"/>
                  <a:pt x="192783" y="130659"/>
                  <a:pt x="198022" y="116613"/>
                </a:cubicBezTo>
                <a:cubicBezTo>
                  <a:pt x="203262" y="102577"/>
                  <a:pt x="205255" y="85076"/>
                  <a:pt x="203993" y="64127"/>
                </a:cubicBezTo>
                <a:lnTo>
                  <a:pt x="183255" y="84865"/>
                </a:lnTo>
                <a:cubicBezTo>
                  <a:pt x="181152" y="86959"/>
                  <a:pt x="178637" y="88011"/>
                  <a:pt x="175711" y="88011"/>
                </a:cubicBezTo>
                <a:cubicBezTo>
                  <a:pt x="172986" y="88011"/>
                  <a:pt x="170472" y="86959"/>
                  <a:pt x="168167" y="84865"/>
                </a:cubicBezTo>
                <a:cubicBezTo>
                  <a:pt x="166064" y="82561"/>
                  <a:pt x="165022" y="80047"/>
                  <a:pt x="165022" y="77322"/>
                </a:cubicBezTo>
                <a:cubicBezTo>
                  <a:pt x="165022" y="74386"/>
                  <a:pt x="166064" y="71872"/>
                  <a:pt x="168167" y="69778"/>
                </a:cubicBezTo>
                <a:lnTo>
                  <a:pt x="207459" y="30806"/>
                </a:lnTo>
                <a:cubicBezTo>
                  <a:pt x="208501" y="29544"/>
                  <a:pt x="209654" y="28712"/>
                  <a:pt x="210916" y="28292"/>
                </a:cubicBezTo>
                <a:cubicBezTo>
                  <a:pt x="212168" y="27661"/>
                  <a:pt x="213531" y="27350"/>
                  <a:pt x="215003" y="27350"/>
                </a:cubicBezTo>
                <a:cubicBezTo>
                  <a:pt x="216256" y="27350"/>
                  <a:pt x="217517" y="27661"/>
                  <a:pt x="218770" y="28292"/>
                </a:cubicBezTo>
                <a:cubicBezTo>
                  <a:pt x="220032" y="28712"/>
                  <a:pt x="221184" y="29544"/>
                  <a:pt x="222227" y="30806"/>
                </a:cubicBezTo>
                <a:lnTo>
                  <a:pt x="261518" y="69778"/>
                </a:lnTo>
                <a:cubicBezTo>
                  <a:pt x="263612" y="71872"/>
                  <a:pt x="264664" y="74386"/>
                  <a:pt x="264664" y="77322"/>
                </a:cubicBezTo>
                <a:cubicBezTo>
                  <a:pt x="264664" y="80047"/>
                  <a:pt x="263612" y="82561"/>
                  <a:pt x="261518" y="84865"/>
                </a:cubicBezTo>
                <a:cubicBezTo>
                  <a:pt x="259214" y="86959"/>
                  <a:pt x="256700" y="88011"/>
                  <a:pt x="253975" y="88011"/>
                </a:cubicBezTo>
                <a:cubicBezTo>
                  <a:pt x="251039" y="88011"/>
                  <a:pt x="248525" y="86959"/>
                  <a:pt x="246431" y="84865"/>
                </a:cubicBezTo>
                <a:lnTo>
                  <a:pt x="225683" y="64127"/>
                </a:lnTo>
                <a:cubicBezTo>
                  <a:pt x="226524" y="89474"/>
                  <a:pt x="223900" y="109801"/>
                  <a:pt x="217828" y="125099"/>
                </a:cubicBezTo>
                <a:cubicBezTo>
                  <a:pt x="211748" y="140397"/>
                  <a:pt x="200857" y="155064"/>
                  <a:pt x="185139" y="169109"/>
                </a:cubicBezTo>
                <a:cubicBezTo>
                  <a:pt x="175501" y="177695"/>
                  <a:pt x="169210" y="185559"/>
                  <a:pt x="166274" y="192682"/>
                </a:cubicBezTo>
                <a:cubicBezTo>
                  <a:pt x="163138" y="199595"/>
                  <a:pt x="161565" y="207871"/>
                  <a:pt x="161565" y="217517"/>
                </a:cubicBezTo>
                <a:lnTo>
                  <a:pt x="161565" y="267809"/>
                </a:lnTo>
                <a:cubicBezTo>
                  <a:pt x="161565" y="270946"/>
                  <a:pt x="160514" y="273460"/>
                  <a:pt x="158420" y="275353"/>
                </a:cubicBezTo>
                <a:cubicBezTo>
                  <a:pt x="156536" y="277447"/>
                  <a:pt x="154022" y="278490"/>
                  <a:pt x="150876" y="278490"/>
                </a:cubicBezTo>
                <a:cubicBezTo>
                  <a:pt x="147730" y="278490"/>
                  <a:pt x="145216" y="277447"/>
                  <a:pt x="143332" y="275353"/>
                </a:cubicBezTo>
                <a:cubicBezTo>
                  <a:pt x="141238" y="273460"/>
                  <a:pt x="140187" y="270946"/>
                  <a:pt x="140187" y="267809"/>
                </a:cubicBezTo>
                <a:close/>
                <a:moveTo>
                  <a:pt x="78263" y="104360"/>
                </a:moveTo>
                <a:cubicBezTo>
                  <a:pt x="77431" y="100794"/>
                  <a:pt x="76700" y="95344"/>
                  <a:pt x="76069" y="88011"/>
                </a:cubicBezTo>
                <a:cubicBezTo>
                  <a:pt x="75438" y="80678"/>
                  <a:pt x="75337" y="72823"/>
                  <a:pt x="75749" y="64438"/>
                </a:cubicBezTo>
                <a:lnTo>
                  <a:pt x="55321" y="84555"/>
                </a:lnTo>
                <a:cubicBezTo>
                  <a:pt x="53227" y="86859"/>
                  <a:pt x="50713" y="88011"/>
                  <a:pt x="47777" y="88011"/>
                </a:cubicBezTo>
                <a:cubicBezTo>
                  <a:pt x="45052" y="88011"/>
                  <a:pt x="42648" y="86959"/>
                  <a:pt x="40544" y="84865"/>
                </a:cubicBezTo>
                <a:cubicBezTo>
                  <a:pt x="38240" y="82771"/>
                  <a:pt x="37088" y="80257"/>
                  <a:pt x="37088" y="77322"/>
                </a:cubicBezTo>
                <a:cubicBezTo>
                  <a:pt x="37088" y="74386"/>
                  <a:pt x="38240" y="71872"/>
                  <a:pt x="40544" y="69778"/>
                </a:cubicBezTo>
                <a:lnTo>
                  <a:pt x="79214" y="30806"/>
                </a:lnTo>
                <a:cubicBezTo>
                  <a:pt x="80467" y="29544"/>
                  <a:pt x="81729" y="28712"/>
                  <a:pt x="82982" y="28292"/>
                </a:cubicBezTo>
                <a:cubicBezTo>
                  <a:pt x="84244" y="27661"/>
                  <a:pt x="85496" y="27350"/>
                  <a:pt x="86758" y="27350"/>
                </a:cubicBezTo>
                <a:cubicBezTo>
                  <a:pt x="88221" y="27350"/>
                  <a:pt x="89584" y="27661"/>
                  <a:pt x="90836" y="28292"/>
                </a:cubicBezTo>
                <a:cubicBezTo>
                  <a:pt x="92098" y="28712"/>
                  <a:pt x="93251" y="29544"/>
                  <a:pt x="94302" y="30806"/>
                </a:cubicBezTo>
                <a:lnTo>
                  <a:pt x="133274" y="69778"/>
                </a:lnTo>
                <a:cubicBezTo>
                  <a:pt x="135578" y="71872"/>
                  <a:pt x="136730" y="74386"/>
                  <a:pt x="136730" y="77322"/>
                </a:cubicBezTo>
                <a:cubicBezTo>
                  <a:pt x="136730" y="80257"/>
                  <a:pt x="135578" y="82771"/>
                  <a:pt x="133274" y="84865"/>
                </a:cubicBezTo>
                <a:cubicBezTo>
                  <a:pt x="131180" y="86959"/>
                  <a:pt x="128766" y="88011"/>
                  <a:pt x="126041" y="88011"/>
                </a:cubicBezTo>
                <a:cubicBezTo>
                  <a:pt x="123115" y="88011"/>
                  <a:pt x="120600" y="86959"/>
                  <a:pt x="118497" y="84865"/>
                </a:cubicBezTo>
                <a:lnTo>
                  <a:pt x="97759" y="64127"/>
                </a:lnTo>
                <a:cubicBezTo>
                  <a:pt x="97338" y="71671"/>
                  <a:pt x="97228" y="78373"/>
                  <a:pt x="97438" y="84244"/>
                </a:cubicBezTo>
                <a:cubicBezTo>
                  <a:pt x="97649" y="90105"/>
                  <a:pt x="98170" y="95134"/>
                  <a:pt x="99011" y="99331"/>
                </a:cubicBezTo>
                <a:lnTo>
                  <a:pt x="78263" y="104360"/>
                </a:lnTo>
                <a:close/>
                <a:moveTo>
                  <a:pt x="105924" y="158420"/>
                </a:moveTo>
                <a:cubicBezTo>
                  <a:pt x="102157" y="154652"/>
                  <a:pt x="98069" y="149623"/>
                  <a:pt x="93671" y="143332"/>
                </a:cubicBezTo>
                <a:cubicBezTo>
                  <a:pt x="89273" y="137251"/>
                  <a:pt x="85807" y="130759"/>
                  <a:pt x="83293" y="123846"/>
                </a:cubicBezTo>
                <a:lnTo>
                  <a:pt x="104671" y="118186"/>
                </a:lnTo>
                <a:cubicBezTo>
                  <a:pt x="106555" y="123005"/>
                  <a:pt x="109070" y="127723"/>
                  <a:pt x="112215" y="132332"/>
                </a:cubicBezTo>
                <a:cubicBezTo>
                  <a:pt x="115150" y="136941"/>
                  <a:pt x="117976" y="140607"/>
                  <a:pt x="120701" y="143332"/>
                </a:cubicBezTo>
                <a:lnTo>
                  <a:pt x="105924" y="15842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84865"/>
                </a:moveTo>
                <a:lnTo>
                  <a:pt x="69778" y="110953"/>
                </a:lnTo>
                <a:cubicBezTo>
                  <a:pt x="69778" y="114099"/>
                  <a:pt x="68735" y="116613"/>
                  <a:pt x="66641" y="118497"/>
                </a:cubicBezTo>
                <a:cubicBezTo>
                  <a:pt x="64538" y="120600"/>
                  <a:pt x="62024" y="121643"/>
                  <a:pt x="59098" y="121643"/>
                </a:cubicBezTo>
                <a:cubicBezTo>
                  <a:pt x="55952" y="121643"/>
                  <a:pt x="53438" y="120600"/>
                  <a:pt x="51554" y="118497"/>
                </a:cubicBezTo>
                <a:cubicBezTo>
                  <a:pt x="49451" y="116613"/>
                  <a:pt x="48408" y="114099"/>
                  <a:pt x="48408" y="110953"/>
                </a:cubicBezTo>
                <a:lnTo>
                  <a:pt x="48408" y="59098"/>
                </a:lnTo>
                <a:cubicBezTo>
                  <a:pt x="48408" y="56162"/>
                  <a:pt x="49451" y="5364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10953" y="48408"/>
                </a:lnTo>
                <a:cubicBezTo>
                  <a:pt x="114099" y="48408"/>
                  <a:pt x="116613" y="49451"/>
                  <a:pt x="118497" y="51554"/>
                </a:cubicBezTo>
                <a:cubicBezTo>
                  <a:pt x="120600" y="53648"/>
                  <a:pt x="121643" y="56162"/>
                  <a:pt x="121643" y="59098"/>
                </a:cubicBezTo>
                <a:cubicBezTo>
                  <a:pt x="121643" y="62234"/>
                  <a:pt x="120600" y="64749"/>
                  <a:pt x="118497" y="66641"/>
                </a:cubicBezTo>
                <a:cubicBezTo>
                  <a:pt x="116613" y="68735"/>
                  <a:pt x="114099" y="69778"/>
                  <a:pt x="110953" y="69778"/>
                </a:cubicBezTo>
                <a:lnTo>
                  <a:pt x="85186" y="69778"/>
                </a:lnTo>
                <a:lnTo>
                  <a:pt x="155905" y="140507"/>
                </a:lnTo>
                <a:cubicBezTo>
                  <a:pt x="157789" y="142390"/>
                  <a:pt x="159261" y="144695"/>
                  <a:pt x="160303" y="147420"/>
                </a:cubicBezTo>
                <a:cubicBezTo>
                  <a:pt x="161565" y="150144"/>
                  <a:pt x="162196" y="152970"/>
                  <a:pt x="162196" y="155905"/>
                </a:cubicBezTo>
                <a:lnTo>
                  <a:pt x="162196" y="242663"/>
                </a:lnTo>
                <a:cubicBezTo>
                  <a:pt x="162196" y="245590"/>
                  <a:pt x="161145" y="248104"/>
                  <a:pt x="159051" y="250207"/>
                </a:cubicBezTo>
                <a:cubicBezTo>
                  <a:pt x="156957" y="252301"/>
                  <a:pt x="154442" y="253344"/>
                  <a:pt x="151507" y="253344"/>
                </a:cubicBezTo>
                <a:cubicBezTo>
                  <a:pt x="148361" y="253344"/>
                  <a:pt x="145847" y="252301"/>
                  <a:pt x="143963" y="250207"/>
                </a:cubicBezTo>
                <a:cubicBezTo>
                  <a:pt x="141869" y="248104"/>
                  <a:pt x="140818" y="245590"/>
                  <a:pt x="140818" y="242663"/>
                </a:cubicBezTo>
                <a:lnTo>
                  <a:pt x="140818" y="155905"/>
                </a:lnTo>
                <a:lnTo>
                  <a:pt x="69778" y="84865"/>
                </a:lnTo>
                <a:close/>
                <a:moveTo>
                  <a:pt x="231974" y="84865"/>
                </a:moveTo>
                <a:lnTo>
                  <a:pt x="187022" y="129506"/>
                </a:lnTo>
                <a:cubicBezTo>
                  <a:pt x="184928" y="131811"/>
                  <a:pt x="182414" y="132963"/>
                  <a:pt x="179478" y="132963"/>
                </a:cubicBezTo>
                <a:cubicBezTo>
                  <a:pt x="176543" y="132963"/>
                  <a:pt x="174029" y="131811"/>
                  <a:pt x="171935" y="129506"/>
                </a:cubicBezTo>
                <a:cubicBezTo>
                  <a:pt x="169841" y="127403"/>
                  <a:pt x="168789" y="124889"/>
                  <a:pt x="168789" y="121963"/>
                </a:cubicBezTo>
                <a:cubicBezTo>
                  <a:pt x="168579" y="119027"/>
                  <a:pt x="169630" y="116613"/>
                  <a:pt x="171935" y="114730"/>
                </a:cubicBezTo>
                <a:lnTo>
                  <a:pt x="216566" y="69778"/>
                </a:lnTo>
                <a:lnTo>
                  <a:pt x="190799" y="69778"/>
                </a:lnTo>
                <a:cubicBezTo>
                  <a:pt x="187653" y="69778"/>
                  <a:pt x="185139" y="68735"/>
                  <a:pt x="183255" y="66641"/>
                </a:cubicBezTo>
                <a:cubicBezTo>
                  <a:pt x="181152" y="64538"/>
                  <a:pt x="180109" y="62024"/>
                  <a:pt x="180109" y="59098"/>
                </a:cubicBezTo>
                <a:cubicBezTo>
                  <a:pt x="180109" y="55952"/>
                  <a:pt x="181152" y="53438"/>
                  <a:pt x="183255" y="51554"/>
                </a:cubicBezTo>
                <a:cubicBezTo>
                  <a:pt x="185139" y="49451"/>
                  <a:pt x="187653" y="48408"/>
                  <a:pt x="190799" y="48408"/>
                </a:cubicBezTo>
                <a:lnTo>
                  <a:pt x="242663" y="48408"/>
                </a:lnTo>
                <a:cubicBezTo>
                  <a:pt x="245590" y="48408"/>
                  <a:pt x="248104" y="49451"/>
                  <a:pt x="250207" y="51554"/>
                </a:cubicBezTo>
                <a:cubicBezTo>
                  <a:pt x="252301" y="53648"/>
                  <a:pt x="253344" y="56162"/>
                  <a:pt x="253344" y="59098"/>
                </a:cubicBezTo>
                <a:lnTo>
                  <a:pt x="253344" y="110953"/>
                </a:lnTo>
                <a:cubicBezTo>
                  <a:pt x="253344" y="114099"/>
                  <a:pt x="252301" y="116613"/>
                  <a:pt x="250207" y="118497"/>
                </a:cubicBezTo>
                <a:cubicBezTo>
                  <a:pt x="248104" y="120600"/>
                  <a:pt x="245590" y="121643"/>
                  <a:pt x="242663" y="121643"/>
                </a:cubicBezTo>
                <a:cubicBezTo>
                  <a:pt x="239518" y="121643"/>
                  <a:pt x="237003" y="120600"/>
                  <a:pt x="235120" y="118497"/>
                </a:cubicBezTo>
                <a:cubicBezTo>
                  <a:pt x="233017" y="116613"/>
                  <a:pt x="231974" y="114099"/>
                  <a:pt x="231974" y="110953"/>
                </a:cubicBezTo>
                <a:lnTo>
                  <a:pt x="231974" y="8486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4255"/>
                </a:moveTo>
                <a:lnTo>
                  <a:pt x="86758" y="258373"/>
                </a:lnTo>
                <a:cubicBezTo>
                  <a:pt x="84655" y="260677"/>
                  <a:pt x="82141" y="261729"/>
                  <a:pt x="79214" y="261518"/>
                </a:cubicBezTo>
                <a:cubicBezTo>
                  <a:pt x="76490" y="261518"/>
                  <a:pt x="74076" y="260467"/>
                  <a:pt x="71982" y="258373"/>
                </a:cubicBezTo>
                <a:cubicBezTo>
                  <a:pt x="69677" y="256279"/>
                  <a:pt x="68525" y="253764"/>
                  <a:pt x="68525" y="250829"/>
                </a:cubicBezTo>
                <a:cubicBezTo>
                  <a:pt x="68525" y="248104"/>
                  <a:pt x="69677" y="245590"/>
                  <a:pt x="71982" y="243285"/>
                </a:cubicBezTo>
                <a:lnTo>
                  <a:pt x="127934" y="187342"/>
                </a:lnTo>
                <a:cubicBezTo>
                  <a:pt x="132753" y="182514"/>
                  <a:pt x="135999" y="178015"/>
                  <a:pt x="137672" y="173818"/>
                </a:cubicBezTo>
                <a:cubicBezTo>
                  <a:pt x="139355" y="169841"/>
                  <a:pt x="140187" y="163870"/>
                  <a:pt x="140187" y="155905"/>
                </a:cubicBezTo>
                <a:lnTo>
                  <a:pt x="140187" y="76700"/>
                </a:lnTo>
                <a:lnTo>
                  <a:pt x="119448" y="97438"/>
                </a:lnTo>
                <a:cubicBezTo>
                  <a:pt x="117345" y="99532"/>
                  <a:pt x="114830" y="100584"/>
                  <a:pt x="111904" y="100584"/>
                </a:cubicBezTo>
                <a:cubicBezTo>
                  <a:pt x="108969" y="100584"/>
                  <a:pt x="106454" y="99532"/>
                  <a:pt x="104360" y="97438"/>
                </a:cubicBezTo>
                <a:cubicBezTo>
                  <a:pt x="102257" y="95344"/>
                  <a:pt x="101215" y="92830"/>
                  <a:pt x="101215" y="89895"/>
                </a:cubicBezTo>
                <a:cubicBezTo>
                  <a:pt x="101215" y="86959"/>
                  <a:pt x="102257" y="84445"/>
                  <a:pt x="104360" y="82351"/>
                </a:cubicBezTo>
                <a:lnTo>
                  <a:pt x="143332" y="43379"/>
                </a:lnTo>
                <a:cubicBezTo>
                  <a:pt x="145426" y="41285"/>
                  <a:pt x="147941" y="40234"/>
                  <a:pt x="150876" y="40234"/>
                </a:cubicBezTo>
                <a:cubicBezTo>
                  <a:pt x="153811" y="40234"/>
                  <a:pt x="156326" y="41285"/>
                  <a:pt x="158420" y="43379"/>
                </a:cubicBezTo>
                <a:lnTo>
                  <a:pt x="197401" y="82351"/>
                </a:lnTo>
                <a:cubicBezTo>
                  <a:pt x="199495" y="84445"/>
                  <a:pt x="200537" y="86959"/>
                  <a:pt x="200537" y="89895"/>
                </a:cubicBezTo>
                <a:cubicBezTo>
                  <a:pt x="200537" y="92830"/>
                  <a:pt x="199495" y="95344"/>
                  <a:pt x="197401" y="97438"/>
                </a:cubicBezTo>
                <a:cubicBezTo>
                  <a:pt x="195298" y="99532"/>
                  <a:pt x="192783" y="100584"/>
                  <a:pt x="189857" y="100584"/>
                </a:cubicBezTo>
                <a:cubicBezTo>
                  <a:pt x="186922" y="100584"/>
                  <a:pt x="184407" y="99532"/>
                  <a:pt x="182313" y="97438"/>
                </a:cubicBezTo>
                <a:lnTo>
                  <a:pt x="161565" y="76700"/>
                </a:lnTo>
                <a:lnTo>
                  <a:pt x="161565" y="155905"/>
                </a:lnTo>
                <a:cubicBezTo>
                  <a:pt x="161565" y="163870"/>
                  <a:pt x="162397" y="169841"/>
                  <a:pt x="164080" y="173818"/>
                </a:cubicBezTo>
                <a:cubicBezTo>
                  <a:pt x="165753" y="178015"/>
                  <a:pt x="168999" y="182514"/>
                  <a:pt x="173818" y="187342"/>
                </a:cubicBezTo>
                <a:lnTo>
                  <a:pt x="229770" y="243285"/>
                </a:lnTo>
                <a:cubicBezTo>
                  <a:pt x="232075" y="245590"/>
                  <a:pt x="233227" y="248104"/>
                  <a:pt x="233227" y="250829"/>
                </a:cubicBezTo>
                <a:cubicBezTo>
                  <a:pt x="233227" y="253764"/>
                  <a:pt x="232075" y="256279"/>
                  <a:pt x="229770" y="258373"/>
                </a:cubicBezTo>
                <a:cubicBezTo>
                  <a:pt x="227676" y="260677"/>
                  <a:pt x="225262" y="261829"/>
                  <a:pt x="222547" y="261829"/>
                </a:cubicBezTo>
                <a:cubicBezTo>
                  <a:pt x="219611" y="261829"/>
                  <a:pt x="217097" y="260677"/>
                  <a:pt x="215003" y="258373"/>
                </a:cubicBezTo>
                <a:lnTo>
                  <a:pt x="150876" y="19425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496" y="250518"/>
                </a:moveTo>
                <a:cubicBezTo>
                  <a:pt x="64648" y="240460"/>
                  <a:pt x="59719" y="228408"/>
                  <a:pt x="59719" y="214372"/>
                </a:cubicBezTo>
                <a:lnTo>
                  <a:pt x="59719" y="106555"/>
                </a:lnTo>
                <a:cubicBezTo>
                  <a:pt x="52386" y="103620"/>
                  <a:pt x="46415" y="99121"/>
                  <a:pt x="41806" y="93040"/>
                </a:cubicBezTo>
                <a:cubicBezTo>
                  <a:pt x="36987" y="86959"/>
                  <a:pt x="34573" y="80047"/>
                  <a:pt x="34573" y="72292"/>
                </a:cubicBezTo>
                <a:cubicBezTo>
                  <a:pt x="34573" y="62234"/>
                  <a:pt x="38140" y="53748"/>
                  <a:pt x="45263" y="46836"/>
                </a:cubicBezTo>
                <a:cubicBezTo>
                  <a:pt x="52386" y="39923"/>
                  <a:pt x="60872" y="36466"/>
                  <a:pt x="70720" y="36466"/>
                </a:cubicBezTo>
                <a:cubicBezTo>
                  <a:pt x="80568" y="36466"/>
                  <a:pt x="88953" y="39923"/>
                  <a:pt x="95866" y="46836"/>
                </a:cubicBezTo>
                <a:cubicBezTo>
                  <a:pt x="102998" y="53959"/>
                  <a:pt x="106555" y="62444"/>
                  <a:pt x="106555" y="72292"/>
                </a:cubicBezTo>
                <a:cubicBezTo>
                  <a:pt x="106555" y="80047"/>
                  <a:pt x="104150" y="86959"/>
                  <a:pt x="99331" y="93040"/>
                </a:cubicBezTo>
                <a:cubicBezTo>
                  <a:pt x="94714" y="99121"/>
                  <a:pt x="88743" y="103620"/>
                  <a:pt x="81409" y="106555"/>
                </a:cubicBezTo>
                <a:lnTo>
                  <a:pt x="81409" y="214372"/>
                </a:lnTo>
                <a:cubicBezTo>
                  <a:pt x="81409" y="222547"/>
                  <a:pt x="84244" y="229460"/>
                  <a:pt x="89895" y="235120"/>
                </a:cubicBezTo>
                <a:cubicBezTo>
                  <a:pt x="95555" y="240981"/>
                  <a:pt x="102577" y="243916"/>
                  <a:pt x="110953" y="243916"/>
                </a:cubicBezTo>
                <a:cubicBezTo>
                  <a:pt x="119338" y="243916"/>
                  <a:pt x="126251" y="240981"/>
                  <a:pt x="131701" y="235120"/>
                </a:cubicBezTo>
                <a:cubicBezTo>
                  <a:pt x="137361" y="229460"/>
                  <a:pt x="140187" y="222547"/>
                  <a:pt x="140187" y="214372"/>
                </a:cubicBezTo>
                <a:lnTo>
                  <a:pt x="140187" y="87380"/>
                </a:lnTo>
                <a:cubicBezTo>
                  <a:pt x="140187" y="73134"/>
                  <a:pt x="145115" y="61082"/>
                  <a:pt x="154963" y="51234"/>
                </a:cubicBezTo>
                <a:cubicBezTo>
                  <a:pt x="164811" y="41386"/>
                  <a:pt x="176863" y="36466"/>
                  <a:pt x="191110" y="36466"/>
                </a:cubicBezTo>
                <a:cubicBezTo>
                  <a:pt x="205356" y="36466"/>
                  <a:pt x="217408" y="41386"/>
                  <a:pt x="227256" y="51234"/>
                </a:cubicBezTo>
                <a:cubicBezTo>
                  <a:pt x="237104" y="61082"/>
                  <a:pt x="242033" y="73134"/>
                  <a:pt x="242033" y="87380"/>
                </a:cubicBezTo>
                <a:lnTo>
                  <a:pt x="242033" y="195197"/>
                </a:lnTo>
                <a:cubicBezTo>
                  <a:pt x="249366" y="198132"/>
                  <a:pt x="255337" y="202631"/>
                  <a:pt x="259946" y="208712"/>
                </a:cubicBezTo>
                <a:cubicBezTo>
                  <a:pt x="264765" y="214793"/>
                  <a:pt x="267179" y="221705"/>
                  <a:pt x="267179" y="229460"/>
                </a:cubicBezTo>
                <a:cubicBezTo>
                  <a:pt x="267179" y="239308"/>
                  <a:pt x="263612" y="247693"/>
                  <a:pt x="256489" y="254606"/>
                </a:cubicBezTo>
                <a:cubicBezTo>
                  <a:pt x="249576" y="261729"/>
                  <a:pt x="241191" y="265295"/>
                  <a:pt x="231343" y="265295"/>
                </a:cubicBezTo>
                <a:cubicBezTo>
                  <a:pt x="221495" y="265295"/>
                  <a:pt x="213009" y="261729"/>
                  <a:pt x="205886" y="254606"/>
                </a:cubicBezTo>
                <a:cubicBezTo>
                  <a:pt x="198754" y="247693"/>
                  <a:pt x="195197" y="239308"/>
                  <a:pt x="195197" y="229460"/>
                </a:cubicBezTo>
                <a:cubicBezTo>
                  <a:pt x="195197" y="221705"/>
                  <a:pt x="197602" y="214793"/>
                  <a:pt x="202430" y="208712"/>
                </a:cubicBezTo>
                <a:cubicBezTo>
                  <a:pt x="207038" y="202430"/>
                  <a:pt x="213009" y="197922"/>
                  <a:pt x="220343" y="195197"/>
                </a:cubicBezTo>
                <a:lnTo>
                  <a:pt x="220343" y="87380"/>
                </a:lnTo>
                <a:cubicBezTo>
                  <a:pt x="220343" y="79004"/>
                  <a:pt x="217517" y="71982"/>
                  <a:pt x="211857" y="66321"/>
                </a:cubicBezTo>
                <a:cubicBezTo>
                  <a:pt x="206197" y="60661"/>
                  <a:pt x="199284" y="57836"/>
                  <a:pt x="191110" y="57836"/>
                </a:cubicBezTo>
                <a:cubicBezTo>
                  <a:pt x="182725" y="57836"/>
                  <a:pt x="175711" y="60661"/>
                  <a:pt x="170051" y="66321"/>
                </a:cubicBezTo>
                <a:cubicBezTo>
                  <a:pt x="164391" y="71982"/>
                  <a:pt x="161565" y="79004"/>
                  <a:pt x="161565" y="87380"/>
                </a:cubicBezTo>
                <a:lnTo>
                  <a:pt x="161565" y="214372"/>
                </a:lnTo>
                <a:cubicBezTo>
                  <a:pt x="161565" y="228408"/>
                  <a:pt x="156637" y="240460"/>
                  <a:pt x="146789" y="250518"/>
                </a:cubicBezTo>
                <a:cubicBezTo>
                  <a:pt x="136941" y="260366"/>
                  <a:pt x="124889" y="265295"/>
                  <a:pt x="110642" y="265295"/>
                </a:cubicBezTo>
                <a:cubicBezTo>
                  <a:pt x="96396" y="265295"/>
                  <a:pt x="84344" y="260366"/>
                  <a:pt x="74496" y="250518"/>
                </a:cubicBezTo>
                <a:close/>
                <a:moveTo>
                  <a:pt x="70720" y="87700"/>
                </a:moveTo>
                <a:cubicBezTo>
                  <a:pt x="74917" y="87700"/>
                  <a:pt x="78474" y="86127"/>
                  <a:pt x="81409" y="82982"/>
                </a:cubicBezTo>
                <a:cubicBezTo>
                  <a:pt x="84344" y="80047"/>
                  <a:pt x="85807" y="76490"/>
                  <a:pt x="85807" y="72292"/>
                </a:cubicBezTo>
                <a:cubicBezTo>
                  <a:pt x="85807" y="67894"/>
                  <a:pt x="84344" y="64227"/>
                  <a:pt x="81409" y="61292"/>
                </a:cubicBezTo>
                <a:cubicBezTo>
                  <a:pt x="78474" y="58357"/>
                  <a:pt x="74917" y="56894"/>
                  <a:pt x="70720" y="56894"/>
                </a:cubicBezTo>
                <a:cubicBezTo>
                  <a:pt x="66532" y="56894"/>
                  <a:pt x="62865" y="58357"/>
                  <a:pt x="59719" y="61292"/>
                </a:cubicBezTo>
                <a:cubicBezTo>
                  <a:pt x="56784" y="64227"/>
                  <a:pt x="55321" y="67894"/>
                  <a:pt x="55321" y="72292"/>
                </a:cubicBezTo>
                <a:cubicBezTo>
                  <a:pt x="55321" y="76490"/>
                  <a:pt x="56784" y="80047"/>
                  <a:pt x="59719" y="82982"/>
                </a:cubicBezTo>
                <a:cubicBezTo>
                  <a:pt x="62865" y="86127"/>
                  <a:pt x="66532" y="87700"/>
                  <a:pt x="70720" y="87700"/>
                </a:cubicBezTo>
                <a:close/>
                <a:moveTo>
                  <a:pt x="231343" y="244858"/>
                </a:moveTo>
                <a:cubicBezTo>
                  <a:pt x="235531" y="244858"/>
                  <a:pt x="239097" y="243285"/>
                  <a:pt x="242033" y="240149"/>
                </a:cubicBezTo>
                <a:cubicBezTo>
                  <a:pt x="244968" y="237214"/>
                  <a:pt x="246431" y="233647"/>
                  <a:pt x="246431" y="229460"/>
                </a:cubicBezTo>
                <a:cubicBezTo>
                  <a:pt x="246431" y="225061"/>
                  <a:pt x="244968" y="221385"/>
                  <a:pt x="242033" y="218459"/>
                </a:cubicBezTo>
                <a:cubicBezTo>
                  <a:pt x="239097" y="215524"/>
                  <a:pt x="235531" y="214052"/>
                  <a:pt x="231343" y="214052"/>
                </a:cubicBezTo>
                <a:cubicBezTo>
                  <a:pt x="227155" y="214052"/>
                  <a:pt x="223589" y="215524"/>
                  <a:pt x="220654" y="218459"/>
                </a:cubicBezTo>
                <a:cubicBezTo>
                  <a:pt x="217517" y="221385"/>
                  <a:pt x="215945" y="225061"/>
                  <a:pt x="215945" y="229460"/>
                </a:cubicBezTo>
                <a:cubicBezTo>
                  <a:pt x="215945" y="233647"/>
                  <a:pt x="217517" y="237214"/>
                  <a:pt x="220654" y="240149"/>
                </a:cubicBezTo>
                <a:cubicBezTo>
                  <a:pt x="223589" y="243285"/>
                  <a:pt x="227155" y="244858"/>
                  <a:pt x="231343" y="244858"/>
                </a:cubicBezTo>
                <a:close/>
                <a:moveTo>
                  <a:pt x="70720" y="72292"/>
                </a:moveTo>
                <a:close/>
                <a:moveTo>
                  <a:pt x="231343" y="2294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0682" y="168167"/>
                </a:moveTo>
                <a:cubicBezTo>
                  <a:pt x="160203" y="168167"/>
                  <a:pt x="151297" y="164501"/>
                  <a:pt x="143963" y="157167"/>
                </a:cubicBezTo>
                <a:cubicBezTo>
                  <a:pt x="136630" y="149824"/>
                  <a:pt x="132963" y="140918"/>
                  <a:pt x="132963" y="130448"/>
                </a:cubicBezTo>
                <a:cubicBezTo>
                  <a:pt x="132963" y="119969"/>
                  <a:pt x="136630" y="111063"/>
                  <a:pt x="143963" y="103730"/>
                </a:cubicBezTo>
                <a:cubicBezTo>
                  <a:pt x="151297" y="96396"/>
                  <a:pt x="160203" y="92729"/>
                  <a:pt x="170682" y="92729"/>
                </a:cubicBezTo>
                <a:cubicBezTo>
                  <a:pt x="181152" y="92729"/>
                  <a:pt x="190058" y="96396"/>
                  <a:pt x="197401" y="103730"/>
                </a:cubicBezTo>
                <a:cubicBezTo>
                  <a:pt x="204734" y="111063"/>
                  <a:pt x="208401" y="119969"/>
                  <a:pt x="208401" y="130448"/>
                </a:cubicBezTo>
                <a:cubicBezTo>
                  <a:pt x="208401" y="140918"/>
                  <a:pt x="204734" y="149824"/>
                  <a:pt x="197401" y="157167"/>
                </a:cubicBezTo>
                <a:cubicBezTo>
                  <a:pt x="190058" y="164501"/>
                  <a:pt x="181152" y="168167"/>
                  <a:pt x="170682" y="168167"/>
                </a:cubicBezTo>
                <a:close/>
                <a:moveTo>
                  <a:pt x="71671" y="213741"/>
                </a:moveTo>
                <a:cubicBezTo>
                  <a:pt x="65800" y="213741"/>
                  <a:pt x="60771" y="211647"/>
                  <a:pt x="56583" y="207459"/>
                </a:cubicBezTo>
                <a:cubicBezTo>
                  <a:pt x="52386" y="203262"/>
                  <a:pt x="50292" y="198233"/>
                  <a:pt x="50292" y="192371"/>
                </a:cubicBezTo>
                <a:lnTo>
                  <a:pt x="50292" y="68205"/>
                </a:lnTo>
                <a:cubicBezTo>
                  <a:pt x="50292" y="62344"/>
                  <a:pt x="52386" y="57315"/>
                  <a:pt x="56583" y="53117"/>
                </a:cubicBezTo>
                <a:cubicBezTo>
                  <a:pt x="60771" y="48930"/>
                  <a:pt x="65800" y="46836"/>
                  <a:pt x="71671" y="46836"/>
                </a:cubicBezTo>
                <a:lnTo>
                  <a:pt x="269373" y="46836"/>
                </a:lnTo>
                <a:cubicBezTo>
                  <a:pt x="275244" y="46836"/>
                  <a:pt x="280273" y="48930"/>
                  <a:pt x="284461" y="53117"/>
                </a:cubicBezTo>
                <a:cubicBezTo>
                  <a:pt x="288868" y="57315"/>
                  <a:pt x="291063" y="62344"/>
                  <a:pt x="291063" y="68205"/>
                </a:cubicBezTo>
                <a:lnTo>
                  <a:pt x="291063" y="192371"/>
                </a:lnTo>
                <a:cubicBezTo>
                  <a:pt x="291063" y="198233"/>
                  <a:pt x="288868" y="203262"/>
                  <a:pt x="284461" y="207459"/>
                </a:cubicBezTo>
                <a:cubicBezTo>
                  <a:pt x="280273" y="211647"/>
                  <a:pt x="275244" y="213741"/>
                  <a:pt x="269373" y="213741"/>
                </a:cubicBezTo>
                <a:lnTo>
                  <a:pt x="71671" y="213741"/>
                </a:lnTo>
                <a:close/>
                <a:moveTo>
                  <a:pt x="102468" y="193313"/>
                </a:moveTo>
                <a:lnTo>
                  <a:pt x="238887" y="193313"/>
                </a:lnTo>
                <a:cubicBezTo>
                  <a:pt x="238887" y="184508"/>
                  <a:pt x="241923" y="177074"/>
                  <a:pt x="248004" y="170993"/>
                </a:cubicBezTo>
                <a:cubicBezTo>
                  <a:pt x="254075" y="164912"/>
                  <a:pt x="261518" y="161876"/>
                  <a:pt x="270324" y="161876"/>
                </a:cubicBezTo>
                <a:lnTo>
                  <a:pt x="270324" y="99011"/>
                </a:lnTo>
                <a:cubicBezTo>
                  <a:pt x="261518" y="99011"/>
                  <a:pt x="254075" y="95866"/>
                  <a:pt x="248004" y="89584"/>
                </a:cubicBezTo>
                <a:cubicBezTo>
                  <a:pt x="241923" y="83503"/>
                  <a:pt x="238887" y="76170"/>
                  <a:pt x="238887" y="67583"/>
                </a:cubicBezTo>
                <a:lnTo>
                  <a:pt x="102468" y="67583"/>
                </a:lnTo>
                <a:cubicBezTo>
                  <a:pt x="102468" y="76170"/>
                  <a:pt x="99432" y="83503"/>
                  <a:pt x="93351" y="89584"/>
                </a:cubicBezTo>
                <a:cubicBezTo>
                  <a:pt x="87279" y="95866"/>
                  <a:pt x="79836" y="99011"/>
                  <a:pt x="71040" y="99011"/>
                </a:cubicBezTo>
                <a:lnTo>
                  <a:pt x="71040" y="161876"/>
                </a:lnTo>
                <a:cubicBezTo>
                  <a:pt x="79836" y="161876"/>
                  <a:pt x="87279" y="164912"/>
                  <a:pt x="93351" y="170993"/>
                </a:cubicBezTo>
                <a:cubicBezTo>
                  <a:pt x="99432" y="177074"/>
                  <a:pt x="102468" y="184508"/>
                  <a:pt x="102468" y="193313"/>
                </a:cubicBezTo>
                <a:close/>
                <a:moveTo>
                  <a:pt x="240771" y="253344"/>
                </a:moveTo>
                <a:lnTo>
                  <a:pt x="32379" y="253344"/>
                </a:lnTo>
                <a:cubicBezTo>
                  <a:pt x="26508" y="253344"/>
                  <a:pt x="21479" y="251149"/>
                  <a:pt x="17291" y="246742"/>
                </a:cubicBezTo>
                <a:cubicBezTo>
                  <a:pt x="13094" y="242554"/>
                  <a:pt x="11000" y="237525"/>
                  <a:pt x="11000" y="231654"/>
                </a:cubicBezTo>
                <a:lnTo>
                  <a:pt x="11000" y="98700"/>
                </a:lnTo>
                <a:cubicBezTo>
                  <a:pt x="11000" y="95765"/>
                  <a:pt x="11942" y="93251"/>
                  <a:pt x="13835" y="91157"/>
                </a:cubicBezTo>
                <a:cubicBezTo>
                  <a:pt x="15929" y="89063"/>
                  <a:pt x="18544" y="88011"/>
                  <a:pt x="21690" y="88011"/>
                </a:cubicBezTo>
                <a:cubicBezTo>
                  <a:pt x="24625" y="88011"/>
                  <a:pt x="27139" y="89063"/>
                  <a:pt x="29233" y="91157"/>
                </a:cubicBezTo>
                <a:cubicBezTo>
                  <a:pt x="31327" y="93251"/>
                  <a:pt x="32379" y="95765"/>
                  <a:pt x="32379" y="98700"/>
                </a:cubicBezTo>
                <a:lnTo>
                  <a:pt x="32379" y="231654"/>
                </a:lnTo>
                <a:lnTo>
                  <a:pt x="240771" y="231654"/>
                </a:lnTo>
                <a:cubicBezTo>
                  <a:pt x="243706" y="231654"/>
                  <a:pt x="246220" y="232706"/>
                  <a:pt x="248314" y="234800"/>
                </a:cubicBezTo>
                <a:cubicBezTo>
                  <a:pt x="250408" y="236894"/>
                  <a:pt x="251460" y="239518"/>
                  <a:pt x="251460" y="242663"/>
                </a:cubicBezTo>
                <a:cubicBezTo>
                  <a:pt x="251460" y="245590"/>
                  <a:pt x="250408" y="248104"/>
                  <a:pt x="248314" y="250207"/>
                </a:cubicBezTo>
                <a:cubicBezTo>
                  <a:pt x="246220" y="252301"/>
                  <a:pt x="243706" y="253344"/>
                  <a:pt x="240771" y="253344"/>
                </a:cubicBezTo>
                <a:close/>
                <a:moveTo>
                  <a:pt x="71040" y="193313"/>
                </a:moveTo>
                <a:lnTo>
                  <a:pt x="71040" y="67583"/>
                </a:lnTo>
                <a:lnTo>
                  <a:pt x="71040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975"/>
                </a:moveTo>
                <a:cubicBezTo>
                  <a:pt x="148462" y="264975"/>
                  <a:pt x="146158" y="264033"/>
                  <a:pt x="144274" y="262149"/>
                </a:cubicBezTo>
                <a:cubicBezTo>
                  <a:pt x="142390" y="260266"/>
                  <a:pt x="141449" y="257852"/>
                  <a:pt x="141449" y="254916"/>
                </a:cubicBezTo>
                <a:lnTo>
                  <a:pt x="141449" y="238256"/>
                </a:lnTo>
                <a:cubicBezTo>
                  <a:pt x="131180" y="236583"/>
                  <a:pt x="122484" y="233017"/>
                  <a:pt x="115361" y="227576"/>
                </a:cubicBezTo>
                <a:cubicBezTo>
                  <a:pt x="108228" y="221916"/>
                  <a:pt x="102678" y="214893"/>
                  <a:pt x="98700" y="206508"/>
                </a:cubicBezTo>
                <a:cubicBezTo>
                  <a:pt x="97438" y="203993"/>
                  <a:pt x="97438" y="201378"/>
                  <a:pt x="98700" y="198653"/>
                </a:cubicBezTo>
                <a:cubicBezTo>
                  <a:pt x="99953" y="195928"/>
                  <a:pt x="101946" y="193935"/>
                  <a:pt x="104671" y="192682"/>
                </a:cubicBezTo>
                <a:cubicBezTo>
                  <a:pt x="106976" y="191631"/>
                  <a:pt x="109490" y="191741"/>
                  <a:pt x="112215" y="192993"/>
                </a:cubicBezTo>
                <a:cubicBezTo>
                  <a:pt x="114730" y="194045"/>
                  <a:pt x="116723" y="195828"/>
                  <a:pt x="118186" y="198343"/>
                </a:cubicBezTo>
                <a:cubicBezTo>
                  <a:pt x="121963" y="205255"/>
                  <a:pt x="126882" y="210385"/>
                  <a:pt x="132963" y="213741"/>
                </a:cubicBezTo>
                <a:cubicBezTo>
                  <a:pt x="138824" y="217307"/>
                  <a:pt x="145536" y="219081"/>
                  <a:pt x="153080" y="219081"/>
                </a:cubicBezTo>
                <a:cubicBezTo>
                  <a:pt x="163138" y="219081"/>
                  <a:pt x="171304" y="216566"/>
                  <a:pt x="177595" y="211537"/>
                </a:cubicBezTo>
                <a:cubicBezTo>
                  <a:pt x="183877" y="206718"/>
                  <a:pt x="187022" y="200116"/>
                  <a:pt x="187022" y="191741"/>
                </a:cubicBezTo>
                <a:cubicBezTo>
                  <a:pt x="187022" y="182725"/>
                  <a:pt x="184087" y="175711"/>
                  <a:pt x="178226" y="170682"/>
                </a:cubicBezTo>
                <a:cubicBezTo>
                  <a:pt x="172355" y="165653"/>
                  <a:pt x="161565" y="160624"/>
                  <a:pt x="145847" y="155594"/>
                </a:cubicBezTo>
                <a:cubicBezTo>
                  <a:pt x="130759" y="150775"/>
                  <a:pt x="119448" y="144384"/>
                  <a:pt x="111904" y="136419"/>
                </a:cubicBezTo>
                <a:cubicBezTo>
                  <a:pt x="104562" y="128245"/>
                  <a:pt x="100895" y="118086"/>
                  <a:pt x="100895" y="105924"/>
                </a:cubicBezTo>
                <a:cubicBezTo>
                  <a:pt x="100895" y="94613"/>
                  <a:pt x="104562" y="84975"/>
                  <a:pt x="111904" y="77011"/>
                </a:cubicBezTo>
                <a:cubicBezTo>
                  <a:pt x="119027" y="69046"/>
                  <a:pt x="128876" y="64438"/>
                  <a:pt x="141449" y="63176"/>
                </a:cubicBezTo>
                <a:lnTo>
                  <a:pt x="141449" y="46836"/>
                </a:lnTo>
                <a:cubicBezTo>
                  <a:pt x="141449" y="43900"/>
                  <a:pt x="142390" y="41495"/>
                  <a:pt x="144274" y="39603"/>
                </a:cubicBezTo>
                <a:cubicBezTo>
                  <a:pt x="146158" y="37719"/>
                  <a:pt x="148462" y="36777"/>
                  <a:pt x="151187" y="36777"/>
                </a:cubicBezTo>
                <a:cubicBezTo>
                  <a:pt x="154122" y="36777"/>
                  <a:pt x="156536" y="37719"/>
                  <a:pt x="158420" y="39603"/>
                </a:cubicBezTo>
                <a:cubicBezTo>
                  <a:pt x="160303" y="41495"/>
                  <a:pt x="161245" y="43900"/>
                  <a:pt x="161245" y="46836"/>
                </a:cubicBezTo>
                <a:lnTo>
                  <a:pt x="161245" y="63176"/>
                </a:lnTo>
                <a:cubicBezTo>
                  <a:pt x="168579" y="64227"/>
                  <a:pt x="175290" y="66532"/>
                  <a:pt x="181362" y="70098"/>
                </a:cubicBezTo>
                <a:cubicBezTo>
                  <a:pt x="187443" y="73655"/>
                  <a:pt x="192573" y="78373"/>
                  <a:pt x="196770" y="84244"/>
                </a:cubicBezTo>
                <a:cubicBezTo>
                  <a:pt x="198233" y="86548"/>
                  <a:pt x="198553" y="88953"/>
                  <a:pt x="197712" y="91467"/>
                </a:cubicBezTo>
                <a:cubicBezTo>
                  <a:pt x="196660" y="94192"/>
                  <a:pt x="194776" y="96076"/>
                  <a:pt x="192051" y="97128"/>
                </a:cubicBezTo>
                <a:cubicBezTo>
                  <a:pt x="189537" y="98380"/>
                  <a:pt x="187022" y="98591"/>
                  <a:pt x="184508" y="97759"/>
                </a:cubicBezTo>
                <a:cubicBezTo>
                  <a:pt x="181783" y="96707"/>
                  <a:pt x="179378" y="95034"/>
                  <a:pt x="177284" y="92729"/>
                </a:cubicBezTo>
                <a:cubicBezTo>
                  <a:pt x="174559" y="89163"/>
                  <a:pt x="170993" y="86438"/>
                  <a:pt x="166595" y="84555"/>
                </a:cubicBezTo>
                <a:cubicBezTo>
                  <a:pt x="162397" y="82881"/>
                  <a:pt x="157478" y="82040"/>
                  <a:pt x="151818" y="82040"/>
                </a:cubicBezTo>
                <a:cubicBezTo>
                  <a:pt x="142390" y="82040"/>
                  <a:pt x="134947" y="84134"/>
                  <a:pt x="129506" y="88322"/>
                </a:cubicBezTo>
                <a:cubicBezTo>
                  <a:pt x="124057" y="92519"/>
                  <a:pt x="121332" y="98280"/>
                  <a:pt x="121332" y="105613"/>
                </a:cubicBezTo>
                <a:cubicBezTo>
                  <a:pt x="121332" y="113157"/>
                  <a:pt x="124368" y="119338"/>
                  <a:pt x="130448" y="124157"/>
                </a:cubicBezTo>
                <a:cubicBezTo>
                  <a:pt x="136310" y="128976"/>
                  <a:pt x="147840" y="134005"/>
                  <a:pt x="165022" y="139245"/>
                </a:cubicBezTo>
                <a:cubicBezTo>
                  <a:pt x="179478" y="143853"/>
                  <a:pt x="190168" y="150355"/>
                  <a:pt x="197081" y="158731"/>
                </a:cubicBezTo>
                <a:cubicBezTo>
                  <a:pt x="203993" y="167116"/>
                  <a:pt x="207459" y="177695"/>
                  <a:pt x="207459" y="190479"/>
                </a:cubicBezTo>
                <a:cubicBezTo>
                  <a:pt x="207459" y="203893"/>
                  <a:pt x="203582" y="214683"/>
                  <a:pt x="195828" y="222858"/>
                </a:cubicBezTo>
                <a:cubicBezTo>
                  <a:pt x="187863" y="231032"/>
                  <a:pt x="176333" y="236272"/>
                  <a:pt x="161245" y="238576"/>
                </a:cubicBezTo>
                <a:lnTo>
                  <a:pt x="161245" y="254916"/>
                </a:lnTo>
                <a:cubicBezTo>
                  <a:pt x="161245" y="257852"/>
                  <a:pt x="160303" y="260266"/>
                  <a:pt x="158420" y="262149"/>
                </a:cubicBezTo>
                <a:cubicBezTo>
                  <a:pt x="156536" y="264033"/>
                  <a:pt x="154122" y="264975"/>
                  <a:pt x="151187" y="2649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  <a:moveTo>
                  <a:pt x="156847" y="238576"/>
                </a:moveTo>
                <a:cubicBezTo>
                  <a:pt x="158520" y="236683"/>
                  <a:pt x="159362" y="234489"/>
                  <a:pt x="159362" y="231974"/>
                </a:cubicBezTo>
                <a:lnTo>
                  <a:pt x="159362" y="225061"/>
                </a:lnTo>
                <a:cubicBezTo>
                  <a:pt x="171935" y="223589"/>
                  <a:pt x="181892" y="219401"/>
                  <a:pt x="189226" y="212488"/>
                </a:cubicBezTo>
                <a:cubicBezTo>
                  <a:pt x="196349" y="205356"/>
                  <a:pt x="199915" y="196239"/>
                  <a:pt x="199915" y="185139"/>
                </a:cubicBezTo>
                <a:cubicBezTo>
                  <a:pt x="199915" y="174029"/>
                  <a:pt x="196980" y="165232"/>
                  <a:pt x="191110" y="158731"/>
                </a:cubicBezTo>
                <a:cubicBezTo>
                  <a:pt x="185029" y="152238"/>
                  <a:pt x="174559" y="146578"/>
                  <a:pt x="159682" y="141759"/>
                </a:cubicBezTo>
                <a:cubicBezTo>
                  <a:pt x="146688" y="137361"/>
                  <a:pt x="137782" y="132963"/>
                  <a:pt x="132963" y="128555"/>
                </a:cubicBezTo>
                <a:cubicBezTo>
                  <a:pt x="127934" y="124368"/>
                  <a:pt x="125419" y="118817"/>
                  <a:pt x="125419" y="111904"/>
                </a:cubicBezTo>
                <a:cubicBezTo>
                  <a:pt x="125419" y="105613"/>
                  <a:pt x="127723" y="100685"/>
                  <a:pt x="132332" y="97128"/>
                </a:cubicBezTo>
                <a:cubicBezTo>
                  <a:pt x="136941" y="93561"/>
                  <a:pt x="143232" y="91787"/>
                  <a:pt x="151187" y="91787"/>
                </a:cubicBezTo>
                <a:cubicBezTo>
                  <a:pt x="156216" y="91787"/>
                  <a:pt x="160724" y="92729"/>
                  <a:pt x="164711" y="94613"/>
                </a:cubicBezTo>
                <a:cubicBezTo>
                  <a:pt x="168689" y="96497"/>
                  <a:pt x="172145" y="99331"/>
                  <a:pt x="175080" y="103099"/>
                </a:cubicBezTo>
                <a:cubicBezTo>
                  <a:pt x="176754" y="104982"/>
                  <a:pt x="178637" y="106244"/>
                  <a:pt x="180740" y="106875"/>
                </a:cubicBezTo>
                <a:cubicBezTo>
                  <a:pt x="183045" y="107287"/>
                  <a:pt x="185139" y="106976"/>
                  <a:pt x="187022" y="105924"/>
                </a:cubicBezTo>
                <a:cubicBezTo>
                  <a:pt x="189537" y="104671"/>
                  <a:pt x="191110" y="102888"/>
                  <a:pt x="191741" y="100584"/>
                </a:cubicBezTo>
                <a:cubicBezTo>
                  <a:pt x="192371" y="98280"/>
                  <a:pt x="191951" y="96076"/>
                  <a:pt x="190479" y="93982"/>
                </a:cubicBezTo>
                <a:cubicBezTo>
                  <a:pt x="186922" y="88953"/>
                  <a:pt x="182624" y="84975"/>
                  <a:pt x="177595" y="82040"/>
                </a:cubicBezTo>
                <a:cubicBezTo>
                  <a:pt x="172566" y="79105"/>
                  <a:pt x="166695" y="77322"/>
                  <a:pt x="159993" y="76700"/>
                </a:cubicBezTo>
                <a:lnTo>
                  <a:pt x="159993" y="69778"/>
                </a:lnTo>
                <a:cubicBezTo>
                  <a:pt x="159993" y="67263"/>
                  <a:pt x="159151" y="65169"/>
                  <a:pt x="157478" y="63496"/>
                </a:cubicBezTo>
                <a:cubicBezTo>
                  <a:pt x="155594" y="61813"/>
                  <a:pt x="153491" y="60981"/>
                  <a:pt x="151187" y="60981"/>
                </a:cubicBezTo>
                <a:cubicBezTo>
                  <a:pt x="148883" y="60981"/>
                  <a:pt x="146789" y="61813"/>
                  <a:pt x="144905" y="63496"/>
                </a:cubicBezTo>
                <a:cubicBezTo>
                  <a:pt x="143021" y="65169"/>
                  <a:pt x="142079" y="67263"/>
                  <a:pt x="142079" y="69778"/>
                </a:cubicBezTo>
                <a:lnTo>
                  <a:pt x="142079" y="76700"/>
                </a:lnTo>
                <a:cubicBezTo>
                  <a:pt x="131180" y="78163"/>
                  <a:pt x="122694" y="82141"/>
                  <a:pt x="116613" y="88642"/>
                </a:cubicBezTo>
                <a:cubicBezTo>
                  <a:pt x="110542" y="94924"/>
                  <a:pt x="107497" y="102788"/>
                  <a:pt x="107497" y="112215"/>
                </a:cubicBezTo>
                <a:cubicBezTo>
                  <a:pt x="107497" y="122694"/>
                  <a:pt x="110222" y="130970"/>
                  <a:pt x="115672" y="137050"/>
                </a:cubicBezTo>
                <a:cubicBezTo>
                  <a:pt x="121121" y="143332"/>
                  <a:pt x="131280" y="149203"/>
                  <a:pt x="146158" y="154652"/>
                </a:cubicBezTo>
                <a:cubicBezTo>
                  <a:pt x="160624" y="160093"/>
                  <a:pt x="170152" y="164912"/>
                  <a:pt x="174769" y="169109"/>
                </a:cubicBezTo>
                <a:cubicBezTo>
                  <a:pt x="179588" y="173087"/>
                  <a:pt x="181993" y="178436"/>
                  <a:pt x="181993" y="185139"/>
                </a:cubicBezTo>
                <a:cubicBezTo>
                  <a:pt x="181993" y="191841"/>
                  <a:pt x="179168" y="197501"/>
                  <a:pt x="173507" y="202110"/>
                </a:cubicBezTo>
                <a:cubicBezTo>
                  <a:pt x="168058" y="206929"/>
                  <a:pt x="161245" y="209343"/>
                  <a:pt x="153080" y="209343"/>
                </a:cubicBezTo>
                <a:cubicBezTo>
                  <a:pt x="146158" y="209343"/>
                  <a:pt x="139876" y="207660"/>
                  <a:pt x="134216" y="204314"/>
                </a:cubicBezTo>
                <a:cubicBezTo>
                  <a:pt x="128555" y="200958"/>
                  <a:pt x="124157" y="196349"/>
                  <a:pt x="121012" y="190479"/>
                </a:cubicBezTo>
                <a:cubicBezTo>
                  <a:pt x="119969" y="188595"/>
                  <a:pt x="118497" y="187132"/>
                  <a:pt x="116613" y="186080"/>
                </a:cubicBezTo>
                <a:cubicBezTo>
                  <a:pt x="114730" y="185239"/>
                  <a:pt x="112736" y="185139"/>
                  <a:pt x="110642" y="185770"/>
                </a:cubicBezTo>
                <a:cubicBezTo>
                  <a:pt x="107707" y="186812"/>
                  <a:pt x="105824" y="188494"/>
                  <a:pt x="104982" y="190799"/>
                </a:cubicBezTo>
                <a:cubicBezTo>
                  <a:pt x="104150" y="193103"/>
                  <a:pt x="104461" y="195508"/>
                  <a:pt x="105924" y="198022"/>
                </a:cubicBezTo>
                <a:cubicBezTo>
                  <a:pt x="110121" y="204944"/>
                  <a:pt x="115150" y="210595"/>
                  <a:pt x="121012" y="215003"/>
                </a:cubicBezTo>
                <a:cubicBezTo>
                  <a:pt x="126882" y="219191"/>
                  <a:pt x="133694" y="222336"/>
                  <a:pt x="141449" y="224430"/>
                </a:cubicBezTo>
                <a:lnTo>
                  <a:pt x="141449" y="232285"/>
                </a:lnTo>
                <a:cubicBezTo>
                  <a:pt x="141449" y="234800"/>
                  <a:pt x="142390" y="236894"/>
                  <a:pt x="144274" y="238576"/>
                </a:cubicBezTo>
                <a:cubicBezTo>
                  <a:pt x="145947" y="240249"/>
                  <a:pt x="148051" y="241091"/>
                  <a:pt x="150565" y="241091"/>
                </a:cubicBezTo>
                <a:cubicBezTo>
                  <a:pt x="153080" y="241091"/>
                  <a:pt x="155174" y="240249"/>
                  <a:pt x="156847" y="23857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982" y="265917"/>
                </a:moveTo>
                <a:cubicBezTo>
                  <a:pt x="66742" y="265917"/>
                  <a:pt x="61813" y="264243"/>
                  <a:pt x="57205" y="260887"/>
                </a:cubicBezTo>
                <a:cubicBezTo>
                  <a:pt x="52807" y="257541"/>
                  <a:pt x="49871" y="253344"/>
                  <a:pt x="48408" y="248314"/>
                </a:cubicBezTo>
                <a:cubicBezTo>
                  <a:pt x="43169" y="230502"/>
                  <a:pt x="38871" y="215003"/>
                  <a:pt x="35515" y="201799"/>
                </a:cubicBezTo>
                <a:cubicBezTo>
                  <a:pt x="31958" y="188805"/>
                  <a:pt x="29233" y="177384"/>
                  <a:pt x="27350" y="167536"/>
                </a:cubicBezTo>
                <a:cubicBezTo>
                  <a:pt x="25247" y="157688"/>
                  <a:pt x="23784" y="148992"/>
                  <a:pt x="22942" y="141449"/>
                </a:cubicBezTo>
                <a:cubicBezTo>
                  <a:pt x="22110" y="133905"/>
                  <a:pt x="21690" y="126571"/>
                  <a:pt x="21690" y="119448"/>
                </a:cubicBezTo>
                <a:cubicBezTo>
                  <a:pt x="21690" y="99743"/>
                  <a:pt x="28602" y="82982"/>
                  <a:pt x="42437" y="69156"/>
                </a:cubicBezTo>
                <a:cubicBezTo>
                  <a:pt x="56263" y="55321"/>
                  <a:pt x="73024" y="48408"/>
                  <a:pt x="92729" y="48408"/>
                </a:cubicBezTo>
                <a:lnTo>
                  <a:pt x="157478" y="48408"/>
                </a:lnTo>
                <a:cubicBezTo>
                  <a:pt x="163348" y="40865"/>
                  <a:pt x="170682" y="34784"/>
                  <a:pt x="179478" y="30175"/>
                </a:cubicBezTo>
                <a:cubicBezTo>
                  <a:pt x="188284" y="25567"/>
                  <a:pt x="198022" y="23262"/>
                  <a:pt x="208712" y="23262"/>
                </a:cubicBezTo>
                <a:cubicBezTo>
                  <a:pt x="214582" y="23262"/>
                  <a:pt x="219502" y="25247"/>
                  <a:pt x="223489" y="29233"/>
                </a:cubicBezTo>
                <a:cubicBezTo>
                  <a:pt x="227466" y="33211"/>
                  <a:pt x="229460" y="38140"/>
                  <a:pt x="229460" y="44010"/>
                </a:cubicBezTo>
                <a:cubicBezTo>
                  <a:pt x="229460" y="45263"/>
                  <a:pt x="229249" y="46525"/>
                  <a:pt x="228829" y="47777"/>
                </a:cubicBezTo>
                <a:cubicBezTo>
                  <a:pt x="228618" y="49240"/>
                  <a:pt x="228307" y="50502"/>
                  <a:pt x="227887" y="51554"/>
                </a:cubicBezTo>
                <a:cubicBezTo>
                  <a:pt x="227046" y="53648"/>
                  <a:pt x="226314" y="55742"/>
                  <a:pt x="225683" y="57836"/>
                </a:cubicBezTo>
                <a:cubicBezTo>
                  <a:pt x="225061" y="60140"/>
                  <a:pt x="224531" y="62554"/>
                  <a:pt x="224110" y="65069"/>
                </a:cubicBezTo>
                <a:lnTo>
                  <a:pt x="251149" y="92409"/>
                </a:lnTo>
                <a:lnTo>
                  <a:pt x="269373" y="92409"/>
                </a:lnTo>
                <a:cubicBezTo>
                  <a:pt x="272308" y="92409"/>
                  <a:pt x="274823" y="93461"/>
                  <a:pt x="276917" y="95555"/>
                </a:cubicBezTo>
                <a:cubicBezTo>
                  <a:pt x="279020" y="97649"/>
                  <a:pt x="280062" y="100163"/>
                  <a:pt x="280062" y="103099"/>
                </a:cubicBezTo>
                <a:lnTo>
                  <a:pt x="280062" y="175391"/>
                </a:lnTo>
                <a:cubicBezTo>
                  <a:pt x="280062" y="177906"/>
                  <a:pt x="279431" y="180109"/>
                  <a:pt x="278179" y="181993"/>
                </a:cubicBezTo>
                <a:cubicBezTo>
                  <a:pt x="276707" y="183877"/>
                  <a:pt x="274823" y="185139"/>
                  <a:pt x="272519" y="185770"/>
                </a:cubicBezTo>
                <a:lnTo>
                  <a:pt x="243916" y="195197"/>
                </a:lnTo>
                <a:lnTo>
                  <a:pt x="227256" y="250518"/>
                </a:lnTo>
                <a:cubicBezTo>
                  <a:pt x="225793" y="255127"/>
                  <a:pt x="223168" y="258903"/>
                  <a:pt x="219401" y="261829"/>
                </a:cubicBezTo>
                <a:cubicBezTo>
                  <a:pt x="215625" y="264554"/>
                  <a:pt x="211327" y="265917"/>
                  <a:pt x="206508" y="265917"/>
                </a:cubicBezTo>
                <a:lnTo>
                  <a:pt x="171624" y="265917"/>
                </a:lnTo>
                <a:cubicBezTo>
                  <a:pt x="165964" y="265917"/>
                  <a:pt x="161145" y="264033"/>
                  <a:pt x="157167" y="260266"/>
                </a:cubicBezTo>
                <a:cubicBezTo>
                  <a:pt x="152970" y="256700"/>
                  <a:pt x="150666" y="252301"/>
                  <a:pt x="150245" y="247062"/>
                </a:cubicBezTo>
                <a:lnTo>
                  <a:pt x="150245" y="240771"/>
                </a:lnTo>
                <a:lnTo>
                  <a:pt x="126041" y="240771"/>
                </a:lnTo>
                <a:lnTo>
                  <a:pt x="126041" y="247062"/>
                </a:lnTo>
                <a:cubicBezTo>
                  <a:pt x="125629" y="252301"/>
                  <a:pt x="123316" y="256700"/>
                  <a:pt x="119128" y="260266"/>
                </a:cubicBezTo>
                <a:cubicBezTo>
                  <a:pt x="114940" y="264033"/>
                  <a:pt x="110121" y="265917"/>
                  <a:pt x="104671" y="265917"/>
                </a:cubicBezTo>
                <a:lnTo>
                  <a:pt x="71982" y="265917"/>
                </a:lnTo>
                <a:close/>
                <a:moveTo>
                  <a:pt x="69778" y="244547"/>
                </a:moveTo>
                <a:lnTo>
                  <a:pt x="104982" y="244547"/>
                </a:lnTo>
                <a:lnTo>
                  <a:pt x="104982" y="219401"/>
                </a:lnTo>
                <a:lnTo>
                  <a:pt x="171304" y="219401"/>
                </a:lnTo>
                <a:lnTo>
                  <a:pt x="171304" y="244547"/>
                </a:lnTo>
                <a:lnTo>
                  <a:pt x="206508" y="244547"/>
                </a:lnTo>
                <a:lnTo>
                  <a:pt x="226314" y="178537"/>
                </a:lnTo>
                <a:lnTo>
                  <a:pt x="258693" y="167847"/>
                </a:lnTo>
                <a:lnTo>
                  <a:pt x="258693" y="113788"/>
                </a:lnTo>
                <a:lnTo>
                  <a:pt x="242343" y="113788"/>
                </a:lnTo>
                <a:lnTo>
                  <a:pt x="202110" y="73554"/>
                </a:lnTo>
                <a:cubicBezTo>
                  <a:pt x="202320" y="70198"/>
                  <a:pt x="202841" y="65901"/>
                  <a:pt x="203683" y="60661"/>
                </a:cubicBezTo>
                <a:cubicBezTo>
                  <a:pt x="204734" y="55632"/>
                  <a:pt x="206097" y="49871"/>
                  <a:pt x="207770" y="43379"/>
                </a:cubicBezTo>
                <a:cubicBezTo>
                  <a:pt x="198754" y="45894"/>
                  <a:pt x="190899" y="49451"/>
                  <a:pt x="184197" y="54068"/>
                </a:cubicBezTo>
                <a:cubicBezTo>
                  <a:pt x="177284" y="58677"/>
                  <a:pt x="172255" y="63917"/>
                  <a:pt x="169109" y="69778"/>
                </a:cubicBezTo>
                <a:lnTo>
                  <a:pt x="92729" y="69778"/>
                </a:lnTo>
                <a:cubicBezTo>
                  <a:pt x="79105" y="69778"/>
                  <a:pt x="67373" y="74597"/>
                  <a:pt x="57525" y="84244"/>
                </a:cubicBezTo>
                <a:cubicBezTo>
                  <a:pt x="47878" y="94092"/>
                  <a:pt x="43059" y="105824"/>
                  <a:pt x="43059" y="119448"/>
                </a:cubicBezTo>
                <a:cubicBezTo>
                  <a:pt x="43059" y="128245"/>
                  <a:pt x="45363" y="143543"/>
                  <a:pt x="49981" y="165333"/>
                </a:cubicBezTo>
                <a:cubicBezTo>
                  <a:pt x="54590" y="187132"/>
                  <a:pt x="61192" y="213531"/>
                  <a:pt x="69778" y="244547"/>
                </a:cubicBezTo>
                <a:close/>
                <a:moveTo>
                  <a:pt x="210916" y="136419"/>
                </a:moveTo>
                <a:cubicBezTo>
                  <a:pt x="213640" y="133694"/>
                  <a:pt x="215003" y="130448"/>
                  <a:pt x="215003" y="126672"/>
                </a:cubicBezTo>
                <a:cubicBezTo>
                  <a:pt x="215003" y="122694"/>
                  <a:pt x="213640" y="119338"/>
                  <a:pt x="210916" y="116613"/>
                </a:cubicBezTo>
                <a:cubicBezTo>
                  <a:pt x="208191" y="114099"/>
                  <a:pt x="204944" y="112846"/>
                  <a:pt x="201168" y="112846"/>
                </a:cubicBezTo>
                <a:cubicBezTo>
                  <a:pt x="197190" y="112846"/>
                  <a:pt x="193835" y="114099"/>
                  <a:pt x="191110" y="116613"/>
                </a:cubicBezTo>
                <a:cubicBezTo>
                  <a:pt x="188385" y="119338"/>
                  <a:pt x="187022" y="122694"/>
                  <a:pt x="187022" y="126672"/>
                </a:cubicBezTo>
                <a:cubicBezTo>
                  <a:pt x="187022" y="130448"/>
                  <a:pt x="188385" y="133694"/>
                  <a:pt x="191110" y="136419"/>
                </a:cubicBezTo>
                <a:cubicBezTo>
                  <a:pt x="193835" y="139144"/>
                  <a:pt x="197190" y="140507"/>
                  <a:pt x="201168" y="140507"/>
                </a:cubicBezTo>
                <a:cubicBezTo>
                  <a:pt x="204944" y="140507"/>
                  <a:pt x="208191" y="139144"/>
                  <a:pt x="210916" y="136419"/>
                </a:cubicBezTo>
                <a:close/>
                <a:moveTo>
                  <a:pt x="153080" y="109701"/>
                </a:moveTo>
                <a:cubicBezTo>
                  <a:pt x="156006" y="109701"/>
                  <a:pt x="158420" y="108649"/>
                  <a:pt x="160303" y="106555"/>
                </a:cubicBezTo>
                <a:cubicBezTo>
                  <a:pt x="162397" y="104671"/>
                  <a:pt x="163449" y="102257"/>
                  <a:pt x="163449" y="99331"/>
                </a:cubicBezTo>
                <a:cubicBezTo>
                  <a:pt x="163449" y="96396"/>
                  <a:pt x="162397" y="93881"/>
                  <a:pt x="160303" y="91787"/>
                </a:cubicBezTo>
                <a:cubicBezTo>
                  <a:pt x="158420" y="89895"/>
                  <a:pt x="156006" y="88953"/>
                  <a:pt x="153080" y="88953"/>
                </a:cubicBezTo>
                <a:lnTo>
                  <a:pt x="108439" y="88953"/>
                </a:lnTo>
                <a:cubicBezTo>
                  <a:pt x="105513" y="88953"/>
                  <a:pt x="102998" y="90004"/>
                  <a:pt x="100895" y="92098"/>
                </a:cubicBezTo>
                <a:cubicBezTo>
                  <a:pt x="99011" y="93982"/>
                  <a:pt x="98069" y="96396"/>
                  <a:pt x="98069" y="99331"/>
                </a:cubicBezTo>
                <a:cubicBezTo>
                  <a:pt x="98069" y="102257"/>
                  <a:pt x="99121" y="104772"/>
                  <a:pt x="101215" y="106875"/>
                </a:cubicBezTo>
                <a:cubicBezTo>
                  <a:pt x="103099" y="108759"/>
                  <a:pt x="105513" y="109701"/>
                  <a:pt x="108439" y="109701"/>
                </a:cubicBezTo>
                <a:lnTo>
                  <a:pt x="153080" y="109701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069" y="216256"/>
                </a:moveTo>
                <a:lnTo>
                  <a:pt x="65069" y="130448"/>
                </a:lnTo>
                <a:cubicBezTo>
                  <a:pt x="65069" y="127513"/>
                  <a:pt x="66011" y="124998"/>
                  <a:pt x="67894" y="122905"/>
                </a:cubicBezTo>
                <a:cubicBezTo>
                  <a:pt x="69988" y="121012"/>
                  <a:pt x="72503" y="120070"/>
                  <a:pt x="75438" y="120070"/>
                </a:cubicBezTo>
                <a:cubicBezTo>
                  <a:pt x="78373" y="120070"/>
                  <a:pt x="80778" y="121012"/>
                  <a:pt x="82671" y="122905"/>
                </a:cubicBezTo>
                <a:cubicBezTo>
                  <a:pt x="84555" y="124998"/>
                  <a:pt x="85496" y="127513"/>
                  <a:pt x="85496" y="130448"/>
                </a:cubicBezTo>
                <a:lnTo>
                  <a:pt x="85496" y="216256"/>
                </a:lnTo>
                <a:cubicBezTo>
                  <a:pt x="85496" y="219191"/>
                  <a:pt x="84555" y="221705"/>
                  <a:pt x="82671" y="223799"/>
                </a:cubicBezTo>
                <a:cubicBezTo>
                  <a:pt x="80568" y="225683"/>
                  <a:pt x="78053" y="226625"/>
                  <a:pt x="75127" y="226625"/>
                </a:cubicBezTo>
                <a:cubicBezTo>
                  <a:pt x="72192" y="226625"/>
                  <a:pt x="69778" y="225582"/>
                  <a:pt x="67894" y="223489"/>
                </a:cubicBezTo>
                <a:cubicBezTo>
                  <a:pt x="66011" y="221596"/>
                  <a:pt x="65069" y="219191"/>
                  <a:pt x="65069" y="216256"/>
                </a:cubicBezTo>
                <a:close/>
                <a:moveTo>
                  <a:pt x="141759" y="216256"/>
                </a:moveTo>
                <a:lnTo>
                  <a:pt x="141759" y="130448"/>
                </a:lnTo>
                <a:cubicBezTo>
                  <a:pt x="141759" y="127513"/>
                  <a:pt x="142811" y="124998"/>
                  <a:pt x="144905" y="122905"/>
                </a:cubicBezTo>
                <a:cubicBezTo>
                  <a:pt x="146789" y="121012"/>
                  <a:pt x="149203" y="120070"/>
                  <a:pt x="152138" y="120070"/>
                </a:cubicBezTo>
                <a:cubicBezTo>
                  <a:pt x="155064" y="120070"/>
                  <a:pt x="157478" y="121012"/>
                  <a:pt x="159362" y="122905"/>
                </a:cubicBezTo>
                <a:cubicBezTo>
                  <a:pt x="161456" y="124998"/>
                  <a:pt x="162507" y="127513"/>
                  <a:pt x="162507" y="130448"/>
                </a:cubicBezTo>
                <a:lnTo>
                  <a:pt x="162507" y="216256"/>
                </a:lnTo>
                <a:cubicBezTo>
                  <a:pt x="162507" y="219191"/>
                  <a:pt x="161456" y="221596"/>
                  <a:pt x="159362" y="223489"/>
                </a:cubicBezTo>
                <a:cubicBezTo>
                  <a:pt x="157478" y="225582"/>
                  <a:pt x="155064" y="226625"/>
                  <a:pt x="152138" y="226625"/>
                </a:cubicBezTo>
                <a:cubicBezTo>
                  <a:pt x="149203" y="226625"/>
                  <a:pt x="146789" y="225582"/>
                  <a:pt x="144905" y="223489"/>
                </a:cubicBezTo>
                <a:cubicBezTo>
                  <a:pt x="142811" y="221596"/>
                  <a:pt x="141759" y="219191"/>
                  <a:pt x="141759" y="216256"/>
                </a:cubicBezTo>
                <a:close/>
                <a:moveTo>
                  <a:pt x="33952" y="265295"/>
                </a:moveTo>
                <a:cubicBezTo>
                  <a:pt x="31016" y="265295"/>
                  <a:pt x="28502" y="264243"/>
                  <a:pt x="26408" y="262149"/>
                </a:cubicBezTo>
                <a:cubicBezTo>
                  <a:pt x="24305" y="260055"/>
                  <a:pt x="23262" y="257431"/>
                  <a:pt x="23262" y="254285"/>
                </a:cubicBezTo>
                <a:cubicBezTo>
                  <a:pt x="23262" y="251359"/>
                  <a:pt x="24305" y="248845"/>
                  <a:pt x="26408" y="246742"/>
                </a:cubicBezTo>
                <a:cubicBezTo>
                  <a:pt x="28502" y="244648"/>
                  <a:pt x="31016" y="243605"/>
                  <a:pt x="33952" y="243605"/>
                </a:cubicBezTo>
                <a:lnTo>
                  <a:pt x="267809" y="243605"/>
                </a:lnTo>
                <a:cubicBezTo>
                  <a:pt x="270736" y="243605"/>
                  <a:pt x="273250" y="244648"/>
                  <a:pt x="275353" y="246742"/>
                </a:cubicBezTo>
                <a:cubicBezTo>
                  <a:pt x="277447" y="248845"/>
                  <a:pt x="278490" y="251460"/>
                  <a:pt x="278490" y="254606"/>
                </a:cubicBezTo>
                <a:cubicBezTo>
                  <a:pt x="278490" y="257541"/>
                  <a:pt x="277447" y="260055"/>
                  <a:pt x="275353" y="262149"/>
                </a:cubicBezTo>
                <a:cubicBezTo>
                  <a:pt x="273250" y="264243"/>
                  <a:pt x="270736" y="265295"/>
                  <a:pt x="267809" y="265295"/>
                </a:cubicBezTo>
                <a:lnTo>
                  <a:pt x="33952" y="265295"/>
                </a:lnTo>
                <a:close/>
                <a:moveTo>
                  <a:pt x="216256" y="216256"/>
                </a:moveTo>
                <a:lnTo>
                  <a:pt x="216256" y="130448"/>
                </a:lnTo>
                <a:cubicBezTo>
                  <a:pt x="216256" y="127513"/>
                  <a:pt x="217307" y="124998"/>
                  <a:pt x="219401" y="122905"/>
                </a:cubicBezTo>
                <a:cubicBezTo>
                  <a:pt x="221285" y="121012"/>
                  <a:pt x="223699" y="120070"/>
                  <a:pt x="226625" y="120070"/>
                </a:cubicBezTo>
                <a:cubicBezTo>
                  <a:pt x="229560" y="120070"/>
                  <a:pt x="231974" y="121012"/>
                  <a:pt x="233858" y="122905"/>
                </a:cubicBezTo>
                <a:cubicBezTo>
                  <a:pt x="235952" y="124998"/>
                  <a:pt x="237003" y="127513"/>
                  <a:pt x="237003" y="130448"/>
                </a:cubicBezTo>
                <a:lnTo>
                  <a:pt x="237003" y="216256"/>
                </a:lnTo>
                <a:cubicBezTo>
                  <a:pt x="237003" y="219191"/>
                  <a:pt x="235952" y="221705"/>
                  <a:pt x="233858" y="223799"/>
                </a:cubicBezTo>
                <a:cubicBezTo>
                  <a:pt x="231974" y="225683"/>
                  <a:pt x="229560" y="226625"/>
                  <a:pt x="226625" y="226625"/>
                </a:cubicBezTo>
                <a:cubicBezTo>
                  <a:pt x="223699" y="226625"/>
                  <a:pt x="221184" y="225582"/>
                  <a:pt x="219081" y="223489"/>
                </a:cubicBezTo>
                <a:cubicBezTo>
                  <a:pt x="217197" y="221596"/>
                  <a:pt x="216256" y="219191"/>
                  <a:pt x="216256" y="216256"/>
                </a:cubicBezTo>
                <a:close/>
                <a:moveTo>
                  <a:pt x="268751" y="102788"/>
                </a:moveTo>
                <a:lnTo>
                  <a:pt x="31748" y="102788"/>
                </a:lnTo>
                <a:cubicBezTo>
                  <a:pt x="29444" y="102788"/>
                  <a:pt x="27450" y="101946"/>
                  <a:pt x="25777" y="100273"/>
                </a:cubicBezTo>
                <a:cubicBezTo>
                  <a:pt x="24094" y="98591"/>
                  <a:pt x="23262" y="96606"/>
                  <a:pt x="23262" y="94302"/>
                </a:cubicBezTo>
                <a:lnTo>
                  <a:pt x="23262" y="88011"/>
                </a:lnTo>
                <a:cubicBezTo>
                  <a:pt x="23262" y="86548"/>
                  <a:pt x="23683" y="85076"/>
                  <a:pt x="24515" y="83613"/>
                </a:cubicBezTo>
                <a:cubicBezTo>
                  <a:pt x="25356" y="82351"/>
                  <a:pt x="26408" y="81308"/>
                  <a:pt x="27661" y="80467"/>
                </a:cubicBezTo>
                <a:lnTo>
                  <a:pt x="140187" y="16349"/>
                </a:lnTo>
                <a:cubicBezTo>
                  <a:pt x="143543" y="14457"/>
                  <a:pt x="147109" y="13515"/>
                  <a:pt x="150876" y="13515"/>
                </a:cubicBezTo>
                <a:cubicBezTo>
                  <a:pt x="154652" y="13515"/>
                  <a:pt x="158209" y="14457"/>
                  <a:pt x="161565" y="16349"/>
                </a:cubicBezTo>
                <a:lnTo>
                  <a:pt x="273460" y="80156"/>
                </a:lnTo>
                <a:cubicBezTo>
                  <a:pt x="275143" y="81199"/>
                  <a:pt x="276396" y="82461"/>
                  <a:pt x="277237" y="83924"/>
                </a:cubicBezTo>
                <a:cubicBezTo>
                  <a:pt x="278069" y="85396"/>
                  <a:pt x="278490" y="87069"/>
                  <a:pt x="278490" y="88953"/>
                </a:cubicBezTo>
                <a:lnTo>
                  <a:pt x="278490" y="92729"/>
                </a:lnTo>
                <a:cubicBezTo>
                  <a:pt x="278490" y="95655"/>
                  <a:pt x="277548" y="98069"/>
                  <a:pt x="275664" y="99953"/>
                </a:cubicBezTo>
                <a:cubicBezTo>
                  <a:pt x="273781" y="101846"/>
                  <a:pt x="271476" y="102788"/>
                  <a:pt x="268751" y="102788"/>
                </a:cubicBezTo>
                <a:close/>
                <a:moveTo>
                  <a:pt x="70098" y="81409"/>
                </a:moveTo>
                <a:lnTo>
                  <a:pt x="231654" y="81409"/>
                </a:lnTo>
                <a:lnTo>
                  <a:pt x="150876" y="35204"/>
                </a:lnTo>
                <a:lnTo>
                  <a:pt x="70098" y="814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6548"/>
                </a:moveTo>
                <a:cubicBezTo>
                  <a:pt x="50713" y="266548"/>
                  <a:pt x="45683" y="264454"/>
                  <a:pt x="41495" y="260266"/>
                </a:cubicBezTo>
                <a:cubicBezTo>
                  <a:pt x="37298" y="256069"/>
                  <a:pt x="35204" y="251039"/>
                  <a:pt x="35204" y="245178"/>
                </a:cubicBezTo>
                <a:lnTo>
                  <a:pt x="35204" y="108439"/>
                </a:lnTo>
                <a:cubicBezTo>
                  <a:pt x="35204" y="102577"/>
                  <a:pt x="37298" y="97548"/>
                  <a:pt x="41495" y="93351"/>
                </a:cubicBezTo>
                <a:cubicBezTo>
                  <a:pt x="45683" y="89163"/>
                  <a:pt x="50713" y="87069"/>
                  <a:pt x="56583" y="87069"/>
                </a:cubicBezTo>
                <a:lnTo>
                  <a:pt x="87069" y="87069"/>
                </a:lnTo>
                <a:lnTo>
                  <a:pt x="87069" y="56583"/>
                </a:lnTo>
                <a:cubicBezTo>
                  <a:pt x="87069" y="50713"/>
                  <a:pt x="89163" y="45683"/>
                  <a:pt x="93351" y="41495"/>
                </a:cubicBezTo>
                <a:cubicBezTo>
                  <a:pt x="97548" y="37298"/>
                  <a:pt x="102577" y="35204"/>
                  <a:pt x="108439" y="35204"/>
                </a:cubicBezTo>
                <a:lnTo>
                  <a:pt x="193313" y="35204"/>
                </a:lnTo>
                <a:cubicBezTo>
                  <a:pt x="199175" y="35204"/>
                  <a:pt x="204204" y="37298"/>
                  <a:pt x="208401" y="41495"/>
                </a:cubicBezTo>
                <a:cubicBezTo>
                  <a:pt x="212589" y="45683"/>
                  <a:pt x="214683" y="50713"/>
                  <a:pt x="214683" y="56583"/>
                </a:cubicBezTo>
                <a:lnTo>
                  <a:pt x="214683" y="138934"/>
                </a:lnTo>
                <a:lnTo>
                  <a:pt x="245178" y="138934"/>
                </a:lnTo>
                <a:cubicBezTo>
                  <a:pt x="251039" y="138934"/>
                  <a:pt x="256069" y="141028"/>
                  <a:pt x="260266" y="145216"/>
                </a:cubicBezTo>
                <a:cubicBezTo>
                  <a:pt x="264454" y="149413"/>
                  <a:pt x="266548" y="154442"/>
                  <a:pt x="266548" y="160303"/>
                </a:cubicBezTo>
                <a:lnTo>
                  <a:pt x="266548" y="245178"/>
                </a:lnTo>
                <a:cubicBezTo>
                  <a:pt x="266548" y="251039"/>
                  <a:pt x="264454" y="256069"/>
                  <a:pt x="260266" y="260266"/>
                </a:cubicBezTo>
                <a:cubicBezTo>
                  <a:pt x="256069" y="264454"/>
                  <a:pt x="251039" y="266548"/>
                  <a:pt x="245178" y="266548"/>
                </a:cubicBezTo>
                <a:lnTo>
                  <a:pt x="167536" y="266548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6548"/>
                </a:lnTo>
                <a:lnTo>
                  <a:pt x="56583" y="266548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693" y="161245"/>
                </a:moveTo>
                <a:lnTo>
                  <a:pt x="240771" y="161245"/>
                </a:lnTo>
                <a:cubicBezTo>
                  <a:pt x="237835" y="161245"/>
                  <a:pt x="235321" y="160203"/>
                  <a:pt x="233227" y="158109"/>
                </a:cubicBezTo>
                <a:cubicBezTo>
                  <a:pt x="231343" y="156216"/>
                  <a:pt x="230401" y="153811"/>
                  <a:pt x="230401" y="150876"/>
                </a:cubicBezTo>
                <a:cubicBezTo>
                  <a:pt x="230401" y="147941"/>
                  <a:pt x="231343" y="145536"/>
                  <a:pt x="233227" y="143643"/>
                </a:cubicBezTo>
                <a:cubicBezTo>
                  <a:pt x="235321" y="141549"/>
                  <a:pt x="237735" y="140507"/>
                  <a:pt x="240460" y="140507"/>
                </a:cubicBezTo>
                <a:lnTo>
                  <a:pt x="269693" y="140507"/>
                </a:lnTo>
                <a:cubicBezTo>
                  <a:pt x="272628" y="140507"/>
                  <a:pt x="275143" y="141549"/>
                  <a:pt x="277237" y="143643"/>
                </a:cubicBezTo>
                <a:cubicBezTo>
                  <a:pt x="279121" y="145536"/>
                  <a:pt x="280062" y="147941"/>
                  <a:pt x="280062" y="150876"/>
                </a:cubicBezTo>
                <a:cubicBezTo>
                  <a:pt x="280062" y="153811"/>
                  <a:pt x="279121" y="156216"/>
                  <a:pt x="277237" y="158109"/>
                </a:cubicBezTo>
                <a:cubicBezTo>
                  <a:pt x="275143" y="160203"/>
                  <a:pt x="272628" y="161245"/>
                  <a:pt x="269693" y="161245"/>
                </a:cubicBezTo>
                <a:close/>
                <a:moveTo>
                  <a:pt x="213741" y="215003"/>
                </a:moveTo>
                <a:cubicBezTo>
                  <a:pt x="215625" y="212900"/>
                  <a:pt x="217929" y="211537"/>
                  <a:pt x="220654" y="210916"/>
                </a:cubicBezTo>
                <a:cubicBezTo>
                  <a:pt x="223379" y="210495"/>
                  <a:pt x="225893" y="211226"/>
                  <a:pt x="228198" y="213110"/>
                </a:cubicBezTo>
                <a:lnTo>
                  <a:pt x="251771" y="230712"/>
                </a:lnTo>
                <a:cubicBezTo>
                  <a:pt x="254075" y="232395"/>
                  <a:pt x="255438" y="234589"/>
                  <a:pt x="255858" y="237314"/>
                </a:cubicBezTo>
                <a:cubicBezTo>
                  <a:pt x="256489" y="240039"/>
                  <a:pt x="255858" y="242554"/>
                  <a:pt x="253975" y="244858"/>
                </a:cubicBezTo>
                <a:cubicBezTo>
                  <a:pt x="252091" y="247162"/>
                  <a:pt x="249787" y="248525"/>
                  <a:pt x="247062" y="248945"/>
                </a:cubicBezTo>
                <a:cubicBezTo>
                  <a:pt x="244337" y="249576"/>
                  <a:pt x="241822" y="248945"/>
                  <a:pt x="239518" y="247062"/>
                </a:cubicBezTo>
                <a:lnTo>
                  <a:pt x="215945" y="229460"/>
                </a:lnTo>
                <a:cubicBezTo>
                  <a:pt x="213640" y="227777"/>
                  <a:pt x="212278" y="225582"/>
                  <a:pt x="211857" y="222858"/>
                </a:cubicBezTo>
                <a:cubicBezTo>
                  <a:pt x="211437" y="219922"/>
                  <a:pt x="212068" y="217307"/>
                  <a:pt x="213741" y="215003"/>
                </a:cubicBezTo>
                <a:close/>
                <a:moveTo>
                  <a:pt x="251771" y="71040"/>
                </a:moveTo>
                <a:lnTo>
                  <a:pt x="229139" y="88322"/>
                </a:lnTo>
                <a:cubicBezTo>
                  <a:pt x="226835" y="90215"/>
                  <a:pt x="224321" y="90946"/>
                  <a:pt x="221596" y="90526"/>
                </a:cubicBezTo>
                <a:cubicBezTo>
                  <a:pt x="218871" y="89895"/>
                  <a:pt x="216566" y="88532"/>
                  <a:pt x="214683" y="86438"/>
                </a:cubicBezTo>
                <a:cubicBezTo>
                  <a:pt x="213009" y="84134"/>
                  <a:pt x="212379" y="81619"/>
                  <a:pt x="212799" y="78894"/>
                </a:cubicBezTo>
                <a:cubicBezTo>
                  <a:pt x="213220" y="75959"/>
                  <a:pt x="214582" y="73655"/>
                  <a:pt x="216887" y="71982"/>
                </a:cubicBezTo>
                <a:lnTo>
                  <a:pt x="239518" y="54690"/>
                </a:lnTo>
                <a:cubicBezTo>
                  <a:pt x="241822" y="52807"/>
                  <a:pt x="244337" y="52176"/>
                  <a:pt x="247062" y="52807"/>
                </a:cubicBezTo>
                <a:cubicBezTo>
                  <a:pt x="249787" y="53227"/>
                  <a:pt x="252091" y="54590"/>
                  <a:pt x="253975" y="56894"/>
                </a:cubicBezTo>
                <a:cubicBezTo>
                  <a:pt x="255858" y="59198"/>
                  <a:pt x="256489" y="61713"/>
                  <a:pt x="255858" y="64438"/>
                </a:cubicBezTo>
                <a:cubicBezTo>
                  <a:pt x="255438" y="67163"/>
                  <a:pt x="254075" y="69357"/>
                  <a:pt x="251771" y="71040"/>
                </a:cubicBezTo>
                <a:close/>
                <a:moveTo>
                  <a:pt x="62554" y="190479"/>
                </a:moveTo>
                <a:lnTo>
                  <a:pt x="42437" y="190479"/>
                </a:lnTo>
                <a:cubicBezTo>
                  <a:pt x="36567" y="190268"/>
                  <a:pt x="31638" y="188074"/>
                  <a:pt x="27661" y="183877"/>
                </a:cubicBezTo>
                <a:cubicBezTo>
                  <a:pt x="23683" y="179689"/>
                  <a:pt x="21690" y="174769"/>
                  <a:pt x="21690" y="169109"/>
                </a:cubicBezTo>
                <a:lnTo>
                  <a:pt x="21690" y="132643"/>
                </a:lnTo>
                <a:cubicBezTo>
                  <a:pt x="21690" y="126782"/>
                  <a:pt x="23784" y="121752"/>
                  <a:pt x="27971" y="117555"/>
                </a:cubicBezTo>
                <a:cubicBezTo>
                  <a:pt x="32169" y="113367"/>
                  <a:pt x="37198" y="111273"/>
                  <a:pt x="43059" y="111273"/>
                </a:cubicBezTo>
                <a:lnTo>
                  <a:pt x="98380" y="111273"/>
                </a:lnTo>
                <a:lnTo>
                  <a:pt x="147730" y="81729"/>
                </a:lnTo>
                <a:cubicBezTo>
                  <a:pt x="151297" y="79626"/>
                  <a:pt x="154854" y="79626"/>
                  <a:pt x="158420" y="81729"/>
                </a:cubicBezTo>
                <a:cubicBezTo>
                  <a:pt x="161986" y="83823"/>
                  <a:pt x="163760" y="86859"/>
                  <a:pt x="163760" y="90836"/>
                </a:cubicBezTo>
                <a:lnTo>
                  <a:pt x="163760" y="210916"/>
                </a:lnTo>
                <a:cubicBezTo>
                  <a:pt x="163760" y="214893"/>
                  <a:pt x="161986" y="217929"/>
                  <a:pt x="158420" y="220032"/>
                </a:cubicBezTo>
                <a:cubicBezTo>
                  <a:pt x="154854" y="222126"/>
                  <a:pt x="151297" y="222126"/>
                  <a:pt x="147730" y="220032"/>
                </a:cubicBezTo>
                <a:lnTo>
                  <a:pt x="98380" y="190479"/>
                </a:lnTo>
                <a:lnTo>
                  <a:pt x="84244" y="190479"/>
                </a:lnTo>
                <a:lnTo>
                  <a:pt x="84244" y="229770"/>
                </a:lnTo>
                <a:cubicBezTo>
                  <a:pt x="84244" y="232916"/>
                  <a:pt x="83192" y="235531"/>
                  <a:pt x="81098" y="237634"/>
                </a:cubicBezTo>
                <a:cubicBezTo>
                  <a:pt x="79004" y="239728"/>
                  <a:pt x="76490" y="240771"/>
                  <a:pt x="73554" y="240771"/>
                </a:cubicBezTo>
                <a:cubicBezTo>
                  <a:pt x="70409" y="240771"/>
                  <a:pt x="67794" y="239728"/>
                  <a:pt x="65690" y="237634"/>
                </a:cubicBezTo>
                <a:cubicBezTo>
                  <a:pt x="63597" y="235531"/>
                  <a:pt x="62554" y="232916"/>
                  <a:pt x="62554" y="229770"/>
                </a:cubicBezTo>
                <a:lnTo>
                  <a:pt x="62554" y="190479"/>
                </a:lnTo>
                <a:close/>
                <a:moveTo>
                  <a:pt x="142390" y="191741"/>
                </a:moveTo>
                <a:lnTo>
                  <a:pt x="142390" y="110011"/>
                </a:lnTo>
                <a:lnTo>
                  <a:pt x="104040" y="132643"/>
                </a:lnTo>
                <a:lnTo>
                  <a:pt x="43059" y="132643"/>
                </a:lnTo>
                <a:lnTo>
                  <a:pt x="43059" y="169109"/>
                </a:lnTo>
                <a:lnTo>
                  <a:pt x="104040" y="169109"/>
                </a:lnTo>
                <a:lnTo>
                  <a:pt x="142390" y="191741"/>
                </a:lnTo>
                <a:close/>
                <a:moveTo>
                  <a:pt x="176333" y="194886"/>
                </a:moveTo>
                <a:lnTo>
                  <a:pt x="176333" y="106875"/>
                </a:lnTo>
                <a:cubicBezTo>
                  <a:pt x="182624" y="112105"/>
                  <a:pt x="187653" y="118497"/>
                  <a:pt x="191420" y="126041"/>
                </a:cubicBezTo>
                <a:cubicBezTo>
                  <a:pt x="195197" y="133585"/>
                  <a:pt x="197081" y="141869"/>
                  <a:pt x="197081" y="150876"/>
                </a:cubicBezTo>
                <a:cubicBezTo>
                  <a:pt x="197081" y="159883"/>
                  <a:pt x="195197" y="168167"/>
                  <a:pt x="191420" y="175711"/>
                </a:cubicBezTo>
                <a:cubicBezTo>
                  <a:pt x="187653" y="183255"/>
                  <a:pt x="182624" y="189647"/>
                  <a:pt x="176333" y="194886"/>
                </a:cubicBezTo>
                <a:close/>
                <a:moveTo>
                  <a:pt x="92729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57120" y="48408"/>
                </a:lnTo>
                <a:cubicBezTo>
                  <a:pt x="262981" y="48408"/>
                  <a:pt x="268011" y="50502"/>
                  <a:pt x="272208" y="54690"/>
                </a:cubicBezTo>
                <a:cubicBezTo>
                  <a:pt x="276396" y="58887"/>
                  <a:pt x="278490" y="63917"/>
                  <a:pt x="278490" y="69778"/>
                </a:cubicBezTo>
                <a:lnTo>
                  <a:pt x="278490" y="231974"/>
                </a:lnTo>
                <a:cubicBezTo>
                  <a:pt x="278490" y="237634"/>
                  <a:pt x="276396" y="242663"/>
                  <a:pt x="272208" y="247062"/>
                </a:cubicBezTo>
                <a:cubicBezTo>
                  <a:pt x="268011" y="251250"/>
                  <a:pt x="262981" y="253344"/>
                  <a:pt x="257120" y="253344"/>
                </a:cubicBezTo>
                <a:lnTo>
                  <a:pt x="44632" y="253344"/>
                </a:lnTo>
                <a:close/>
                <a:moveTo>
                  <a:pt x="257120" y="88953"/>
                </a:moveTo>
                <a:lnTo>
                  <a:pt x="156536" y="154963"/>
                </a:lnTo>
                <a:cubicBezTo>
                  <a:pt x="155695" y="155384"/>
                  <a:pt x="154854" y="155805"/>
                  <a:pt x="154022" y="156216"/>
                </a:cubicBezTo>
                <a:cubicBezTo>
                  <a:pt x="152970" y="156637"/>
                  <a:pt x="151928" y="156847"/>
                  <a:pt x="150876" y="156847"/>
                </a:cubicBezTo>
                <a:cubicBezTo>
                  <a:pt x="149824" y="156847"/>
                  <a:pt x="148782" y="156637"/>
                  <a:pt x="147730" y="156216"/>
                </a:cubicBezTo>
                <a:cubicBezTo>
                  <a:pt x="146898" y="155805"/>
                  <a:pt x="146057" y="155384"/>
                  <a:pt x="145216" y="154963"/>
                </a:cubicBezTo>
                <a:lnTo>
                  <a:pt x="44632" y="88953"/>
                </a:lnTo>
                <a:lnTo>
                  <a:pt x="44632" y="231974"/>
                </a:lnTo>
                <a:lnTo>
                  <a:pt x="257120" y="231974"/>
                </a:lnTo>
                <a:lnTo>
                  <a:pt x="257120" y="88953"/>
                </a:lnTo>
                <a:close/>
                <a:moveTo>
                  <a:pt x="150876" y="138303"/>
                </a:moveTo>
                <a:lnTo>
                  <a:pt x="255858" y="69778"/>
                </a:lnTo>
                <a:lnTo>
                  <a:pt x="46205" y="69778"/>
                </a:lnTo>
                <a:lnTo>
                  <a:pt x="150876" y="138303"/>
                </a:lnTo>
                <a:close/>
                <a:moveTo>
                  <a:pt x="44632" y="88953"/>
                </a:moveTo>
                <a:lnTo>
                  <a:pt x="44632" y="91157"/>
                </a:lnTo>
                <a:lnTo>
                  <a:pt x="44632" y="77642"/>
                </a:lnTo>
                <a:lnTo>
                  <a:pt x="44632" y="77953"/>
                </a:lnTo>
                <a:lnTo>
                  <a:pt x="44632" y="69778"/>
                </a:lnTo>
                <a:lnTo>
                  <a:pt x="44632" y="77953"/>
                </a:lnTo>
                <a:lnTo>
                  <a:pt x="44632" y="77642"/>
                </a:lnTo>
                <a:lnTo>
                  <a:pt x="44632" y="91157"/>
                </a:lnTo>
                <a:lnTo>
                  <a:pt x="44632" y="88953"/>
                </a:lnTo>
                <a:lnTo>
                  <a:pt x="44632" y="231974"/>
                </a:lnTo>
                <a:lnTo>
                  <a:pt x="44632" y="8895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3554" y="228198"/>
                </a:moveTo>
                <a:lnTo>
                  <a:pt x="41495" y="260266"/>
                </a:lnTo>
                <a:cubicBezTo>
                  <a:pt x="38140" y="263612"/>
                  <a:pt x="34263" y="264344"/>
                  <a:pt x="29864" y="262460"/>
                </a:cubicBezTo>
                <a:cubicBezTo>
                  <a:pt x="25457" y="260787"/>
                  <a:pt x="23262" y="257541"/>
                  <a:pt x="23262" y="252722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952" y="25356"/>
                  <a:pt x="3898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73554" y="228198"/>
                </a:lnTo>
                <a:close/>
                <a:moveTo>
                  <a:pt x="65380" y="206828"/>
                </a:moveTo>
                <a:lnTo>
                  <a:pt x="257120" y="20682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229460"/>
                </a:lnTo>
                <a:lnTo>
                  <a:pt x="65380" y="206828"/>
                </a:lnTo>
                <a:close/>
                <a:moveTo>
                  <a:pt x="44632" y="206828"/>
                </a:moveTo>
                <a:lnTo>
                  <a:pt x="44632" y="44632"/>
                </a:lnTo>
                <a:lnTo>
                  <a:pt x="44632" y="206828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373" y="264664"/>
                </a:moveTo>
                <a:cubicBezTo>
                  <a:pt x="267910" y="264664"/>
                  <a:pt x="266548" y="264454"/>
                  <a:pt x="265295" y="264033"/>
                </a:cubicBezTo>
                <a:cubicBezTo>
                  <a:pt x="264033" y="263402"/>
                  <a:pt x="262780" y="262570"/>
                  <a:pt x="261518" y="261518"/>
                </a:cubicBezTo>
                <a:lnTo>
                  <a:pt x="229460" y="229139"/>
                </a:lnTo>
                <a:lnTo>
                  <a:pt x="95866" y="229139"/>
                </a:lnTo>
                <a:cubicBezTo>
                  <a:pt x="90004" y="229139"/>
                  <a:pt x="84975" y="227046"/>
                  <a:pt x="80778" y="222858"/>
                </a:cubicBezTo>
                <a:cubicBezTo>
                  <a:pt x="76590" y="218670"/>
                  <a:pt x="74496" y="213640"/>
                  <a:pt x="74496" y="207770"/>
                </a:cubicBezTo>
                <a:lnTo>
                  <a:pt x="74496" y="182624"/>
                </a:lnTo>
                <a:lnTo>
                  <a:pt x="211857" y="182624"/>
                </a:lnTo>
                <a:cubicBezTo>
                  <a:pt x="217719" y="182624"/>
                  <a:pt x="222748" y="180530"/>
                  <a:pt x="226945" y="176333"/>
                </a:cubicBezTo>
                <a:cubicBezTo>
                  <a:pt x="231133" y="172145"/>
                  <a:pt x="233227" y="167116"/>
                  <a:pt x="233227" y="161245"/>
                </a:cubicBezTo>
                <a:lnTo>
                  <a:pt x="233227" y="74185"/>
                </a:lnTo>
                <a:lnTo>
                  <a:pt x="258373" y="74185"/>
                </a:lnTo>
                <a:cubicBezTo>
                  <a:pt x="264243" y="74185"/>
                  <a:pt x="269273" y="76279"/>
                  <a:pt x="273460" y="80467"/>
                </a:cubicBezTo>
                <a:cubicBezTo>
                  <a:pt x="277658" y="84655"/>
                  <a:pt x="279752" y="89794"/>
                  <a:pt x="279752" y="95866"/>
                </a:cubicBezTo>
                <a:lnTo>
                  <a:pt x="279752" y="253975"/>
                </a:lnTo>
                <a:cubicBezTo>
                  <a:pt x="279752" y="257330"/>
                  <a:pt x="278599" y="259946"/>
                  <a:pt x="276295" y="261829"/>
                </a:cubicBezTo>
                <a:cubicBezTo>
                  <a:pt x="274192" y="263722"/>
                  <a:pt x="271888" y="264664"/>
                  <a:pt x="269373" y="264664"/>
                </a:cubicBezTo>
                <a:close/>
                <a:moveTo>
                  <a:pt x="43379" y="163138"/>
                </a:moveTo>
                <a:lnTo>
                  <a:pt x="64438" y="142390"/>
                </a:lnTo>
                <a:lnTo>
                  <a:pt x="192993" y="142390"/>
                </a:lnTo>
                <a:lnTo>
                  <a:pt x="192993" y="43059"/>
                </a:lnTo>
                <a:lnTo>
                  <a:pt x="43379" y="43059"/>
                </a:lnTo>
                <a:lnTo>
                  <a:pt x="43379" y="163138"/>
                </a:lnTo>
                <a:close/>
                <a:moveTo>
                  <a:pt x="32690" y="199915"/>
                </a:moveTo>
                <a:cubicBezTo>
                  <a:pt x="29965" y="199915"/>
                  <a:pt x="27560" y="198964"/>
                  <a:pt x="25457" y="197081"/>
                </a:cubicBezTo>
                <a:cubicBezTo>
                  <a:pt x="23153" y="195197"/>
                  <a:pt x="22000" y="192573"/>
                  <a:pt x="22000" y="189226"/>
                </a:cubicBezTo>
                <a:lnTo>
                  <a:pt x="22000" y="43059"/>
                </a:lnTo>
                <a:cubicBezTo>
                  <a:pt x="22000" y="37198"/>
                  <a:pt x="24094" y="32169"/>
                  <a:pt x="28292" y="27971"/>
                </a:cubicBezTo>
                <a:cubicBezTo>
                  <a:pt x="32479" y="23784"/>
                  <a:pt x="37509" y="21690"/>
                  <a:pt x="43379" y="21690"/>
                </a:cubicBezTo>
                <a:lnTo>
                  <a:pt x="192993" y="21690"/>
                </a:lnTo>
                <a:cubicBezTo>
                  <a:pt x="198864" y="21690"/>
                  <a:pt x="203893" y="23784"/>
                  <a:pt x="208081" y="27971"/>
                </a:cubicBezTo>
                <a:cubicBezTo>
                  <a:pt x="212278" y="32169"/>
                  <a:pt x="214372" y="37198"/>
                  <a:pt x="214372" y="43059"/>
                </a:cubicBezTo>
                <a:lnTo>
                  <a:pt x="214372" y="142390"/>
                </a:lnTo>
                <a:cubicBezTo>
                  <a:pt x="214372" y="148261"/>
                  <a:pt x="212278" y="153290"/>
                  <a:pt x="208081" y="157478"/>
                </a:cubicBezTo>
                <a:cubicBezTo>
                  <a:pt x="203893" y="161666"/>
                  <a:pt x="198864" y="163760"/>
                  <a:pt x="192993" y="163760"/>
                </a:cubicBezTo>
                <a:lnTo>
                  <a:pt x="73234" y="163760"/>
                </a:lnTo>
                <a:lnTo>
                  <a:pt x="40234" y="196770"/>
                </a:lnTo>
                <a:cubicBezTo>
                  <a:pt x="38981" y="197812"/>
                  <a:pt x="37719" y="198653"/>
                  <a:pt x="36466" y="199284"/>
                </a:cubicBezTo>
                <a:cubicBezTo>
                  <a:pt x="35204" y="199705"/>
                  <a:pt x="33952" y="199915"/>
                  <a:pt x="32690" y="199915"/>
                </a:cubicBezTo>
                <a:close/>
                <a:moveTo>
                  <a:pt x="43379" y="142390"/>
                </a:moveTo>
                <a:lnTo>
                  <a:pt x="43379" y="43059"/>
                </a:lnTo>
                <a:lnTo>
                  <a:pt x="43379" y="1423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5917"/>
                </a:moveTo>
                <a:cubicBezTo>
                  <a:pt x="225372" y="265917"/>
                  <a:pt x="200327" y="260055"/>
                  <a:pt x="174769" y="248314"/>
                </a:cubicBezTo>
                <a:cubicBezTo>
                  <a:pt x="149413" y="236372"/>
                  <a:pt x="125831" y="219502"/>
                  <a:pt x="104040" y="197712"/>
                </a:cubicBezTo>
                <a:cubicBezTo>
                  <a:pt x="82250" y="175921"/>
                  <a:pt x="65480" y="152339"/>
                  <a:pt x="53748" y="126992"/>
                </a:cubicBezTo>
                <a:cubicBezTo>
                  <a:pt x="41806" y="101425"/>
                  <a:pt x="35835" y="76380"/>
                  <a:pt x="35835" y="51865"/>
                </a:cubicBezTo>
                <a:cubicBezTo>
                  <a:pt x="35835" y="47256"/>
                  <a:pt x="37408" y="43379"/>
                  <a:pt x="40544" y="40234"/>
                </a:cubicBezTo>
                <a:cubicBezTo>
                  <a:pt x="43480" y="37298"/>
                  <a:pt x="47256" y="35835"/>
                  <a:pt x="51865" y="35835"/>
                </a:cubicBezTo>
                <a:lnTo>
                  <a:pt x="95866" y="35835"/>
                </a:lnTo>
                <a:cubicBezTo>
                  <a:pt x="99642" y="35835"/>
                  <a:pt x="102788" y="36987"/>
                  <a:pt x="105302" y="39292"/>
                </a:cubicBezTo>
                <a:cubicBezTo>
                  <a:pt x="107817" y="41806"/>
                  <a:pt x="109591" y="45052"/>
                  <a:pt x="110642" y="49039"/>
                </a:cubicBezTo>
                <a:lnTo>
                  <a:pt x="119128" y="87380"/>
                </a:lnTo>
                <a:cubicBezTo>
                  <a:pt x="119759" y="90946"/>
                  <a:pt x="119649" y="94092"/>
                  <a:pt x="118817" y="96817"/>
                </a:cubicBezTo>
                <a:cubicBezTo>
                  <a:pt x="118186" y="99743"/>
                  <a:pt x="116824" y="102157"/>
                  <a:pt x="114730" y="104040"/>
                </a:cubicBezTo>
                <a:lnTo>
                  <a:pt x="82982" y="135478"/>
                </a:lnTo>
                <a:cubicBezTo>
                  <a:pt x="88221" y="144274"/>
                  <a:pt x="93772" y="152449"/>
                  <a:pt x="99642" y="159993"/>
                </a:cubicBezTo>
                <a:cubicBezTo>
                  <a:pt x="105513" y="167747"/>
                  <a:pt x="112105" y="175080"/>
                  <a:pt x="119448" y="181993"/>
                </a:cubicBezTo>
                <a:cubicBezTo>
                  <a:pt x="126992" y="189747"/>
                  <a:pt x="134847" y="196870"/>
                  <a:pt x="143021" y="203372"/>
                </a:cubicBezTo>
                <a:cubicBezTo>
                  <a:pt x="151187" y="209654"/>
                  <a:pt x="159782" y="215103"/>
                  <a:pt x="168789" y="219712"/>
                </a:cubicBezTo>
                <a:lnTo>
                  <a:pt x="198964" y="188906"/>
                </a:lnTo>
                <a:cubicBezTo>
                  <a:pt x="201479" y="186181"/>
                  <a:pt x="204314" y="184297"/>
                  <a:pt x="207459" y="183255"/>
                </a:cubicBezTo>
                <a:cubicBezTo>
                  <a:pt x="210595" y="182414"/>
                  <a:pt x="213741" y="182313"/>
                  <a:pt x="216887" y="182935"/>
                </a:cubicBezTo>
                <a:lnTo>
                  <a:pt x="252722" y="190799"/>
                </a:lnTo>
                <a:cubicBezTo>
                  <a:pt x="256700" y="191841"/>
                  <a:pt x="259946" y="193835"/>
                  <a:pt x="262460" y="196770"/>
                </a:cubicBezTo>
                <a:cubicBezTo>
                  <a:pt x="264765" y="199705"/>
                  <a:pt x="265917" y="203161"/>
                  <a:pt x="265917" y="207139"/>
                </a:cubicBezTo>
                <a:lnTo>
                  <a:pt x="265917" y="249887"/>
                </a:lnTo>
                <a:cubicBezTo>
                  <a:pt x="265917" y="254496"/>
                  <a:pt x="264454" y="258272"/>
                  <a:pt x="261518" y="261208"/>
                </a:cubicBezTo>
                <a:cubicBezTo>
                  <a:pt x="258373" y="264344"/>
                  <a:pt x="254496" y="265917"/>
                  <a:pt x="249887" y="265917"/>
                </a:cubicBezTo>
                <a:close/>
                <a:moveTo>
                  <a:pt x="72292" y="115982"/>
                </a:moveTo>
                <a:lnTo>
                  <a:pt x="97759" y="90836"/>
                </a:lnTo>
                <a:lnTo>
                  <a:pt x="90526" y="57205"/>
                </a:lnTo>
                <a:lnTo>
                  <a:pt x="57525" y="57205"/>
                </a:lnTo>
                <a:cubicBezTo>
                  <a:pt x="57735" y="65800"/>
                  <a:pt x="58988" y="74807"/>
                  <a:pt x="61292" y="84244"/>
                </a:cubicBezTo>
                <a:cubicBezTo>
                  <a:pt x="63597" y="93671"/>
                  <a:pt x="67263" y="104251"/>
                  <a:pt x="72292" y="115982"/>
                </a:cubicBezTo>
                <a:close/>
                <a:moveTo>
                  <a:pt x="188595" y="230401"/>
                </a:moveTo>
                <a:cubicBezTo>
                  <a:pt x="196980" y="234379"/>
                  <a:pt x="206097" y="237525"/>
                  <a:pt x="215945" y="239829"/>
                </a:cubicBezTo>
                <a:cubicBezTo>
                  <a:pt x="225793" y="242343"/>
                  <a:pt x="235321" y="243816"/>
                  <a:pt x="244547" y="244227"/>
                </a:cubicBezTo>
                <a:lnTo>
                  <a:pt x="244547" y="210916"/>
                </a:lnTo>
                <a:lnTo>
                  <a:pt x="213110" y="204624"/>
                </a:lnTo>
                <a:lnTo>
                  <a:pt x="188595" y="230401"/>
                </a:lnTo>
                <a:close/>
                <a:moveTo>
                  <a:pt x="72292" y="115982"/>
                </a:moveTo>
                <a:close/>
                <a:moveTo>
                  <a:pt x="188595" y="2304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06828" y="48408"/>
                </a:lnTo>
                <a:cubicBezTo>
                  <a:pt x="212689" y="48408"/>
                  <a:pt x="217719" y="50502"/>
                  <a:pt x="221916" y="54690"/>
                </a:cubicBezTo>
                <a:cubicBezTo>
                  <a:pt x="226104" y="58887"/>
                  <a:pt x="228198" y="63917"/>
                  <a:pt x="228198" y="69778"/>
                </a:cubicBezTo>
                <a:lnTo>
                  <a:pt x="228198" y="136730"/>
                </a:lnTo>
                <a:lnTo>
                  <a:pt x="269373" y="95866"/>
                </a:lnTo>
                <a:cubicBezTo>
                  <a:pt x="270845" y="94192"/>
                  <a:pt x="272729" y="93772"/>
                  <a:pt x="275033" y="94613"/>
                </a:cubicBezTo>
                <a:cubicBezTo>
                  <a:pt x="277338" y="95454"/>
                  <a:pt x="278490" y="97018"/>
                  <a:pt x="278490" y="99331"/>
                </a:cubicBezTo>
                <a:lnTo>
                  <a:pt x="278490" y="202430"/>
                </a:lnTo>
                <a:cubicBezTo>
                  <a:pt x="278490" y="204734"/>
                  <a:pt x="277338" y="206298"/>
                  <a:pt x="275033" y="207139"/>
                </a:cubicBezTo>
                <a:cubicBezTo>
                  <a:pt x="272729" y="207980"/>
                  <a:pt x="270845" y="207560"/>
                  <a:pt x="269373" y="205886"/>
                </a:cubicBezTo>
                <a:lnTo>
                  <a:pt x="228198" y="165022"/>
                </a:lnTo>
                <a:lnTo>
                  <a:pt x="228198" y="231974"/>
                </a:lnTo>
                <a:cubicBezTo>
                  <a:pt x="228198" y="237634"/>
                  <a:pt x="226104" y="242663"/>
                  <a:pt x="221916" y="247062"/>
                </a:cubicBezTo>
                <a:cubicBezTo>
                  <a:pt x="217719" y="251250"/>
                  <a:pt x="212689" y="253344"/>
                  <a:pt x="206828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06828" y="231974"/>
                </a:lnTo>
                <a:lnTo>
                  <a:pt x="206828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2033"/>
                </a:moveTo>
                <a:cubicBezTo>
                  <a:pt x="36987" y="234909"/>
                  <a:pt x="33211" y="226213"/>
                  <a:pt x="33001" y="215945"/>
                </a:cubicBezTo>
                <a:lnTo>
                  <a:pt x="21690" y="215945"/>
                </a:lnTo>
                <a:cubicBezTo>
                  <a:pt x="18544" y="215945"/>
                  <a:pt x="15929" y="214893"/>
                  <a:pt x="13835" y="212799"/>
                </a:cubicBezTo>
                <a:cubicBezTo>
                  <a:pt x="11732" y="210705"/>
                  <a:pt x="10689" y="208081"/>
                  <a:pt x="10689" y="204944"/>
                </a:cubicBezTo>
                <a:lnTo>
                  <a:pt x="10689" y="70098"/>
                </a:lnTo>
                <a:cubicBezTo>
                  <a:pt x="10689" y="64227"/>
                  <a:pt x="12884" y="59198"/>
                  <a:pt x="17291" y="55010"/>
                </a:cubicBezTo>
                <a:cubicBezTo>
                  <a:pt x="21479" y="50813"/>
                  <a:pt x="26508" y="48719"/>
                  <a:pt x="32379" y="48719"/>
                </a:cubicBezTo>
                <a:lnTo>
                  <a:pt x="192993" y="48719"/>
                </a:lnTo>
                <a:cubicBezTo>
                  <a:pt x="198864" y="48719"/>
                  <a:pt x="203893" y="50813"/>
                  <a:pt x="208081" y="55010"/>
                </a:cubicBezTo>
                <a:cubicBezTo>
                  <a:pt x="212278" y="59198"/>
                  <a:pt x="214372" y="64227"/>
                  <a:pt x="214372" y="70098"/>
                </a:cubicBezTo>
                <a:lnTo>
                  <a:pt x="214372" y="100273"/>
                </a:lnTo>
                <a:lnTo>
                  <a:pt x="236062" y="100273"/>
                </a:lnTo>
                <a:cubicBezTo>
                  <a:pt x="239408" y="100273"/>
                  <a:pt x="242554" y="101005"/>
                  <a:pt x="245489" y="102468"/>
                </a:cubicBezTo>
                <a:cubicBezTo>
                  <a:pt x="248635" y="103940"/>
                  <a:pt x="251149" y="106034"/>
                  <a:pt x="253033" y="108759"/>
                </a:cubicBezTo>
                <a:lnTo>
                  <a:pt x="288868" y="156216"/>
                </a:lnTo>
                <a:cubicBezTo>
                  <a:pt x="289490" y="157057"/>
                  <a:pt x="290020" y="157999"/>
                  <a:pt x="290441" y="159051"/>
                </a:cubicBezTo>
                <a:cubicBezTo>
                  <a:pt x="290852" y="160303"/>
                  <a:pt x="291063" y="161565"/>
                  <a:pt x="291063" y="162818"/>
                </a:cubicBezTo>
                <a:lnTo>
                  <a:pt x="291063" y="204944"/>
                </a:lnTo>
                <a:cubicBezTo>
                  <a:pt x="291063" y="208081"/>
                  <a:pt x="290020" y="210705"/>
                  <a:pt x="287926" y="212799"/>
                </a:cubicBezTo>
                <a:cubicBezTo>
                  <a:pt x="285823" y="214893"/>
                  <a:pt x="283208" y="215945"/>
                  <a:pt x="280062" y="215945"/>
                </a:cubicBezTo>
                <a:lnTo>
                  <a:pt x="267809" y="215945"/>
                </a:lnTo>
                <a:cubicBezTo>
                  <a:pt x="267599" y="226213"/>
                  <a:pt x="263823" y="234909"/>
                  <a:pt x="256489" y="242033"/>
                </a:cubicBezTo>
                <a:cubicBezTo>
                  <a:pt x="249156" y="249366"/>
                  <a:pt x="240249" y="253033"/>
                  <a:pt x="229770" y="253033"/>
                </a:cubicBezTo>
                <a:cubicBezTo>
                  <a:pt x="219502" y="253033"/>
                  <a:pt x="210595" y="249366"/>
                  <a:pt x="203052" y="242033"/>
                </a:cubicBezTo>
                <a:cubicBezTo>
                  <a:pt x="195718" y="234909"/>
                  <a:pt x="192051" y="226213"/>
                  <a:pt x="192051" y="215945"/>
                </a:cubicBezTo>
                <a:lnTo>
                  <a:pt x="108759" y="215945"/>
                </a:lnTo>
                <a:cubicBezTo>
                  <a:pt x="108548" y="226213"/>
                  <a:pt x="104772" y="234909"/>
                  <a:pt x="97438" y="242033"/>
                </a:cubicBezTo>
                <a:cubicBezTo>
                  <a:pt x="90105" y="249366"/>
                  <a:pt x="81308" y="253033"/>
                  <a:pt x="71040" y="253033"/>
                </a:cubicBezTo>
                <a:cubicBezTo>
                  <a:pt x="60561" y="253033"/>
                  <a:pt x="51654" y="249366"/>
                  <a:pt x="44321" y="242033"/>
                </a:cubicBezTo>
                <a:close/>
                <a:moveTo>
                  <a:pt x="83613" y="227887"/>
                </a:moveTo>
                <a:cubicBezTo>
                  <a:pt x="87170" y="224321"/>
                  <a:pt x="88953" y="220032"/>
                  <a:pt x="88953" y="215003"/>
                </a:cubicBezTo>
                <a:cubicBezTo>
                  <a:pt x="88953" y="209974"/>
                  <a:pt x="87170" y="205676"/>
                  <a:pt x="83613" y="202110"/>
                </a:cubicBezTo>
                <a:cubicBezTo>
                  <a:pt x="80047" y="198553"/>
                  <a:pt x="75749" y="196770"/>
                  <a:pt x="70720" y="196770"/>
                </a:cubicBezTo>
                <a:cubicBezTo>
                  <a:pt x="65690" y="196770"/>
                  <a:pt x="61402" y="198553"/>
                  <a:pt x="57836" y="202110"/>
                </a:cubicBezTo>
                <a:cubicBezTo>
                  <a:pt x="54270" y="205676"/>
                  <a:pt x="52496" y="209974"/>
                  <a:pt x="52496" y="215003"/>
                </a:cubicBezTo>
                <a:cubicBezTo>
                  <a:pt x="52496" y="220032"/>
                  <a:pt x="54270" y="224321"/>
                  <a:pt x="57836" y="227887"/>
                </a:cubicBezTo>
                <a:cubicBezTo>
                  <a:pt x="61402" y="231444"/>
                  <a:pt x="65690" y="233227"/>
                  <a:pt x="70720" y="233227"/>
                </a:cubicBezTo>
                <a:cubicBezTo>
                  <a:pt x="75749" y="233227"/>
                  <a:pt x="80047" y="231444"/>
                  <a:pt x="83613" y="227887"/>
                </a:cubicBezTo>
                <a:close/>
                <a:moveTo>
                  <a:pt x="32379" y="194255"/>
                </a:moveTo>
                <a:lnTo>
                  <a:pt x="39603" y="194255"/>
                </a:lnTo>
                <a:cubicBezTo>
                  <a:pt x="43169" y="189016"/>
                  <a:pt x="47567" y="184718"/>
                  <a:pt x="52807" y="181362"/>
                </a:cubicBezTo>
                <a:cubicBezTo>
                  <a:pt x="58256" y="178226"/>
                  <a:pt x="64127" y="176653"/>
                  <a:pt x="70409" y="176653"/>
                </a:cubicBezTo>
                <a:cubicBezTo>
                  <a:pt x="76901" y="176653"/>
                  <a:pt x="82881" y="178326"/>
                  <a:pt x="88322" y="181682"/>
                </a:cubicBezTo>
                <a:cubicBezTo>
                  <a:pt x="93772" y="184828"/>
                  <a:pt x="98280" y="189016"/>
                  <a:pt x="101846" y="194255"/>
                </a:cubicBezTo>
                <a:lnTo>
                  <a:pt x="192993" y="194255"/>
                </a:lnTo>
                <a:lnTo>
                  <a:pt x="192993" y="70098"/>
                </a:lnTo>
                <a:lnTo>
                  <a:pt x="32379" y="70098"/>
                </a:lnTo>
                <a:lnTo>
                  <a:pt x="32379" y="194255"/>
                </a:lnTo>
                <a:close/>
                <a:moveTo>
                  <a:pt x="242663" y="227887"/>
                </a:moveTo>
                <a:cubicBezTo>
                  <a:pt x="246220" y="224321"/>
                  <a:pt x="248004" y="220032"/>
                  <a:pt x="248004" y="215003"/>
                </a:cubicBezTo>
                <a:cubicBezTo>
                  <a:pt x="248004" y="209974"/>
                  <a:pt x="246220" y="205676"/>
                  <a:pt x="242663" y="202110"/>
                </a:cubicBezTo>
                <a:cubicBezTo>
                  <a:pt x="239097" y="198553"/>
                  <a:pt x="234800" y="196770"/>
                  <a:pt x="229770" y="196770"/>
                </a:cubicBezTo>
                <a:cubicBezTo>
                  <a:pt x="224741" y="196770"/>
                  <a:pt x="220444" y="198553"/>
                  <a:pt x="216887" y="202110"/>
                </a:cubicBezTo>
                <a:cubicBezTo>
                  <a:pt x="213320" y="205676"/>
                  <a:pt x="211537" y="209974"/>
                  <a:pt x="211537" y="215003"/>
                </a:cubicBezTo>
                <a:cubicBezTo>
                  <a:pt x="211537" y="220032"/>
                  <a:pt x="213320" y="224321"/>
                  <a:pt x="216887" y="227887"/>
                </a:cubicBezTo>
                <a:cubicBezTo>
                  <a:pt x="220444" y="231444"/>
                  <a:pt x="224741" y="233227"/>
                  <a:pt x="229770" y="233227"/>
                </a:cubicBezTo>
                <a:cubicBezTo>
                  <a:pt x="234800" y="233227"/>
                  <a:pt x="239097" y="231444"/>
                  <a:pt x="242663" y="227887"/>
                </a:cubicBezTo>
                <a:close/>
                <a:moveTo>
                  <a:pt x="214372" y="168167"/>
                </a:moveTo>
                <a:lnTo>
                  <a:pt x="270946" y="168167"/>
                </a:lnTo>
                <a:lnTo>
                  <a:pt x="236062" y="121643"/>
                </a:lnTo>
                <a:lnTo>
                  <a:pt x="214372" y="121643"/>
                </a:lnTo>
                <a:lnTo>
                  <a:pt x="214372" y="168167"/>
                </a:lnTo>
                <a:close/>
                <a:moveTo>
                  <a:pt x="112846" y="1320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8778"/>
                </a:moveTo>
                <a:lnTo>
                  <a:pt x="44952" y="101215"/>
                </a:lnTo>
                <a:lnTo>
                  <a:pt x="44952" y="244227"/>
                </a:lnTo>
                <a:lnTo>
                  <a:pt x="80778" y="244227"/>
                </a:lnTo>
                <a:lnTo>
                  <a:pt x="80778" y="167847"/>
                </a:lnTo>
                <a:cubicBezTo>
                  <a:pt x="80778" y="161776"/>
                  <a:pt x="82881" y="156637"/>
                  <a:pt x="87069" y="152449"/>
                </a:cubicBezTo>
                <a:cubicBezTo>
                  <a:pt x="91257" y="148462"/>
                  <a:pt x="96396" y="146478"/>
                  <a:pt x="102468" y="146478"/>
                </a:cubicBezTo>
                <a:lnTo>
                  <a:pt x="199595" y="146478"/>
                </a:lnTo>
                <a:cubicBezTo>
                  <a:pt x="205466" y="146478"/>
                  <a:pt x="210495" y="148462"/>
                  <a:pt x="214683" y="152449"/>
                </a:cubicBezTo>
                <a:cubicBezTo>
                  <a:pt x="218871" y="156637"/>
                  <a:pt x="220974" y="161776"/>
                  <a:pt x="220974" y="167847"/>
                </a:cubicBezTo>
                <a:lnTo>
                  <a:pt x="220974" y="244227"/>
                </a:lnTo>
                <a:lnTo>
                  <a:pt x="256800" y="244227"/>
                </a:lnTo>
                <a:lnTo>
                  <a:pt x="256800" y="101215"/>
                </a:lnTo>
                <a:lnTo>
                  <a:pt x="150876" y="58778"/>
                </a:lnTo>
                <a:close/>
                <a:moveTo>
                  <a:pt x="23573" y="244227"/>
                </a:moveTo>
                <a:lnTo>
                  <a:pt x="23573" y="101526"/>
                </a:lnTo>
                <a:cubicBezTo>
                  <a:pt x="23573" y="96917"/>
                  <a:pt x="24725" y="92830"/>
                  <a:pt x="27030" y="89273"/>
                </a:cubicBezTo>
                <a:cubicBezTo>
                  <a:pt x="29544" y="85707"/>
                  <a:pt x="32900" y="83082"/>
                  <a:pt x="37088" y="81409"/>
                </a:cubicBezTo>
                <a:lnTo>
                  <a:pt x="143021" y="38981"/>
                </a:lnTo>
                <a:cubicBezTo>
                  <a:pt x="145536" y="37929"/>
                  <a:pt x="148151" y="37408"/>
                  <a:pt x="150876" y="37408"/>
                </a:cubicBezTo>
                <a:cubicBezTo>
                  <a:pt x="153601" y="37408"/>
                  <a:pt x="156216" y="37929"/>
                  <a:pt x="158731" y="38981"/>
                </a:cubicBezTo>
                <a:lnTo>
                  <a:pt x="264664" y="81409"/>
                </a:lnTo>
                <a:cubicBezTo>
                  <a:pt x="268852" y="83082"/>
                  <a:pt x="272208" y="85707"/>
                  <a:pt x="274722" y="89273"/>
                </a:cubicBezTo>
                <a:cubicBezTo>
                  <a:pt x="277237" y="92830"/>
                  <a:pt x="278490" y="96917"/>
                  <a:pt x="278490" y="101526"/>
                </a:cubicBezTo>
                <a:lnTo>
                  <a:pt x="278490" y="244227"/>
                </a:lnTo>
                <a:cubicBezTo>
                  <a:pt x="278490" y="250098"/>
                  <a:pt x="276295" y="255127"/>
                  <a:pt x="271888" y="259315"/>
                </a:cubicBezTo>
                <a:cubicBezTo>
                  <a:pt x="267700" y="263722"/>
                  <a:pt x="262671" y="265917"/>
                  <a:pt x="256800" y="265917"/>
                </a:cubicBezTo>
                <a:lnTo>
                  <a:pt x="200226" y="265917"/>
                </a:lnTo>
                <a:lnTo>
                  <a:pt x="200226" y="166905"/>
                </a:lnTo>
                <a:lnTo>
                  <a:pt x="101526" y="166905"/>
                </a:lnTo>
                <a:lnTo>
                  <a:pt x="101526" y="265917"/>
                </a:lnTo>
                <a:lnTo>
                  <a:pt x="44952" y="265917"/>
                </a:lnTo>
                <a:cubicBezTo>
                  <a:pt x="39081" y="265917"/>
                  <a:pt x="34052" y="263722"/>
                  <a:pt x="29864" y="259315"/>
                </a:cubicBezTo>
                <a:cubicBezTo>
                  <a:pt x="25667" y="255127"/>
                  <a:pt x="23573" y="250098"/>
                  <a:pt x="23573" y="244227"/>
                </a:cubicBezTo>
                <a:close/>
                <a:moveTo>
                  <a:pt x="117244" y="265917"/>
                </a:moveTo>
                <a:lnTo>
                  <a:pt x="117244" y="247062"/>
                </a:lnTo>
                <a:lnTo>
                  <a:pt x="136099" y="247062"/>
                </a:lnTo>
                <a:lnTo>
                  <a:pt x="136099" y="265917"/>
                </a:lnTo>
                <a:lnTo>
                  <a:pt x="117244" y="265917"/>
                </a:lnTo>
                <a:close/>
                <a:moveTo>
                  <a:pt x="141449" y="228198"/>
                </a:moveTo>
                <a:lnTo>
                  <a:pt x="141449" y="209343"/>
                </a:lnTo>
                <a:lnTo>
                  <a:pt x="160303" y="209343"/>
                </a:lnTo>
                <a:lnTo>
                  <a:pt x="160303" y="228198"/>
                </a:lnTo>
                <a:lnTo>
                  <a:pt x="141449" y="228198"/>
                </a:lnTo>
                <a:close/>
                <a:moveTo>
                  <a:pt x="165653" y="265917"/>
                </a:moveTo>
                <a:lnTo>
                  <a:pt x="165653" y="247062"/>
                </a:lnTo>
                <a:lnTo>
                  <a:pt x="184508" y="247062"/>
                </a:lnTo>
                <a:lnTo>
                  <a:pt x="184508" y="265917"/>
                </a:lnTo>
                <a:lnTo>
                  <a:pt x="165653" y="26591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23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72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37361" y="256800"/>
                </a:moveTo>
                <a:lnTo>
                  <a:pt x="137361" y="231032"/>
                </a:lnTo>
                <a:cubicBezTo>
                  <a:pt x="130028" y="231032"/>
                  <a:pt x="123947" y="228307"/>
                  <a:pt x="119128" y="222858"/>
                </a:cubicBezTo>
                <a:cubicBezTo>
                  <a:pt x="114099" y="217408"/>
                  <a:pt x="111584" y="211126"/>
                  <a:pt x="111584" y="203993"/>
                </a:cubicBezTo>
                <a:lnTo>
                  <a:pt x="111584" y="190168"/>
                </a:lnTo>
                <a:lnTo>
                  <a:pt x="47467" y="126041"/>
                </a:lnTo>
                <a:cubicBezTo>
                  <a:pt x="46415" y="130238"/>
                  <a:pt x="45683" y="134426"/>
                  <a:pt x="45263" y="138614"/>
                </a:cubicBezTo>
                <a:cubicBezTo>
                  <a:pt x="44842" y="142601"/>
                  <a:pt x="44632" y="146688"/>
                  <a:pt x="44632" y="150876"/>
                </a:cubicBezTo>
                <a:cubicBezTo>
                  <a:pt x="44632" y="177906"/>
                  <a:pt x="53438" y="201479"/>
                  <a:pt x="71040" y="221596"/>
                </a:cubicBezTo>
                <a:cubicBezTo>
                  <a:pt x="88642" y="241923"/>
                  <a:pt x="110743" y="253664"/>
                  <a:pt x="137361" y="256800"/>
                </a:cubicBezTo>
                <a:close/>
                <a:moveTo>
                  <a:pt x="229460" y="223168"/>
                </a:moveTo>
                <a:cubicBezTo>
                  <a:pt x="238466" y="213110"/>
                  <a:pt x="245379" y="201900"/>
                  <a:pt x="250207" y="189537"/>
                </a:cubicBezTo>
                <a:cubicBezTo>
                  <a:pt x="254816" y="176964"/>
                  <a:pt x="257120" y="164080"/>
                  <a:pt x="257120" y="150876"/>
                </a:cubicBezTo>
                <a:cubicBezTo>
                  <a:pt x="257120" y="128665"/>
                  <a:pt x="251039" y="108649"/>
                  <a:pt x="238887" y="90836"/>
                </a:cubicBezTo>
                <a:cubicBezTo>
                  <a:pt x="226945" y="72823"/>
                  <a:pt x="210916" y="59619"/>
                  <a:pt x="190799" y="51234"/>
                </a:cubicBezTo>
                <a:lnTo>
                  <a:pt x="190799" y="56894"/>
                </a:lnTo>
                <a:cubicBezTo>
                  <a:pt x="190799" y="64017"/>
                  <a:pt x="188174" y="70308"/>
                  <a:pt x="182935" y="75749"/>
                </a:cubicBezTo>
                <a:cubicBezTo>
                  <a:pt x="177906" y="81199"/>
                  <a:pt x="171834" y="83924"/>
                  <a:pt x="164711" y="83924"/>
                </a:cubicBezTo>
                <a:lnTo>
                  <a:pt x="137361" y="83924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759" y="123215"/>
                </a:lnTo>
                <a:lnTo>
                  <a:pt x="97759" y="150876"/>
                </a:lnTo>
                <a:lnTo>
                  <a:pt x="178537" y="150876"/>
                </a:lnTo>
                <a:cubicBezTo>
                  <a:pt x="181892" y="150876"/>
                  <a:pt x="184718" y="152238"/>
                  <a:pt x="187022" y="154963"/>
                </a:cubicBezTo>
                <a:cubicBezTo>
                  <a:pt x="189537" y="157688"/>
                  <a:pt x="190799" y="160724"/>
                  <a:pt x="190799" y="164080"/>
                </a:cubicBezTo>
                <a:lnTo>
                  <a:pt x="190799" y="203993"/>
                </a:lnTo>
                <a:lnTo>
                  <a:pt x="203993" y="203993"/>
                </a:lnTo>
                <a:cubicBezTo>
                  <a:pt x="210074" y="203993"/>
                  <a:pt x="215414" y="205777"/>
                  <a:pt x="220032" y="209343"/>
                </a:cubicBezTo>
                <a:cubicBezTo>
                  <a:pt x="224641" y="212900"/>
                  <a:pt x="227777" y="217517"/>
                  <a:pt x="229460" y="2231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207"/>
                </a:moveTo>
                <a:cubicBezTo>
                  <a:pt x="178537" y="225262"/>
                  <a:pt x="198964" y="202631"/>
                  <a:pt x="212168" y="182313"/>
                </a:cubicBezTo>
                <a:cubicBezTo>
                  <a:pt x="225372" y="162196"/>
                  <a:pt x="231974" y="144064"/>
                  <a:pt x="231974" y="127934"/>
                </a:cubicBezTo>
                <a:cubicBezTo>
                  <a:pt x="231974" y="103409"/>
                  <a:pt x="224110" y="83402"/>
                  <a:pt x="208401" y="67894"/>
                </a:cubicBezTo>
                <a:cubicBezTo>
                  <a:pt x="192682" y="52386"/>
                  <a:pt x="173507" y="44632"/>
                  <a:pt x="150876" y="44632"/>
                </a:cubicBezTo>
                <a:cubicBezTo>
                  <a:pt x="128245" y="44632"/>
                  <a:pt x="109070" y="52386"/>
                  <a:pt x="93351" y="67894"/>
                </a:cubicBezTo>
                <a:cubicBezTo>
                  <a:pt x="77642" y="83402"/>
                  <a:pt x="69778" y="103409"/>
                  <a:pt x="69778" y="127934"/>
                </a:cubicBezTo>
                <a:cubicBezTo>
                  <a:pt x="69778" y="144064"/>
                  <a:pt x="76590" y="162196"/>
                  <a:pt x="90215" y="182313"/>
                </a:cubicBezTo>
                <a:cubicBezTo>
                  <a:pt x="103620" y="202430"/>
                  <a:pt x="123846" y="225061"/>
                  <a:pt x="150876" y="250207"/>
                </a:cubicBezTo>
                <a:close/>
                <a:moveTo>
                  <a:pt x="143643" y="270635"/>
                </a:moveTo>
                <a:cubicBezTo>
                  <a:pt x="141339" y="270004"/>
                  <a:pt x="139355" y="268751"/>
                  <a:pt x="137672" y="266858"/>
                </a:cubicBezTo>
                <a:cubicBezTo>
                  <a:pt x="128455" y="258903"/>
                  <a:pt x="118607" y="249677"/>
                  <a:pt x="108128" y="239198"/>
                </a:cubicBezTo>
                <a:cubicBezTo>
                  <a:pt x="97859" y="228728"/>
                  <a:pt x="88221" y="217517"/>
                  <a:pt x="79214" y="205566"/>
                </a:cubicBezTo>
                <a:cubicBezTo>
                  <a:pt x="70409" y="193624"/>
                  <a:pt x="63075" y="181051"/>
                  <a:pt x="57205" y="167847"/>
                </a:cubicBezTo>
                <a:cubicBezTo>
                  <a:pt x="51344" y="154652"/>
                  <a:pt x="48408" y="141339"/>
                  <a:pt x="48408" y="127934"/>
                </a:cubicBezTo>
                <a:cubicBezTo>
                  <a:pt x="48408" y="96076"/>
                  <a:pt x="58677" y="70619"/>
                  <a:pt x="79214" y="51554"/>
                </a:cubicBezTo>
                <a:cubicBezTo>
                  <a:pt x="99953" y="32690"/>
                  <a:pt x="123846" y="23262"/>
                  <a:pt x="150876" y="23262"/>
                </a:cubicBezTo>
                <a:cubicBezTo>
                  <a:pt x="177906" y="23262"/>
                  <a:pt x="201799" y="32690"/>
                  <a:pt x="222547" y="51554"/>
                </a:cubicBezTo>
                <a:cubicBezTo>
                  <a:pt x="243075" y="70619"/>
                  <a:pt x="253344" y="96076"/>
                  <a:pt x="253344" y="127934"/>
                </a:cubicBezTo>
                <a:cubicBezTo>
                  <a:pt x="253344" y="141339"/>
                  <a:pt x="250408" y="154652"/>
                  <a:pt x="244547" y="167847"/>
                </a:cubicBezTo>
                <a:cubicBezTo>
                  <a:pt x="238677" y="181051"/>
                  <a:pt x="231343" y="193624"/>
                  <a:pt x="222547" y="205566"/>
                </a:cubicBezTo>
                <a:cubicBezTo>
                  <a:pt x="213531" y="217517"/>
                  <a:pt x="203893" y="228728"/>
                  <a:pt x="193624" y="239198"/>
                </a:cubicBezTo>
                <a:cubicBezTo>
                  <a:pt x="183145" y="249677"/>
                  <a:pt x="173407" y="258903"/>
                  <a:pt x="164391" y="266858"/>
                </a:cubicBezTo>
                <a:cubicBezTo>
                  <a:pt x="162507" y="268751"/>
                  <a:pt x="160413" y="270004"/>
                  <a:pt x="158109" y="270635"/>
                </a:cubicBezTo>
                <a:cubicBezTo>
                  <a:pt x="155594" y="271476"/>
                  <a:pt x="153180" y="271888"/>
                  <a:pt x="150876" y="271888"/>
                </a:cubicBezTo>
                <a:cubicBezTo>
                  <a:pt x="148572" y="271888"/>
                  <a:pt x="146158" y="271476"/>
                  <a:pt x="143643" y="270635"/>
                </a:cubicBezTo>
                <a:close/>
                <a:moveTo>
                  <a:pt x="150876" y="125730"/>
                </a:moveTo>
                <a:close/>
                <a:moveTo>
                  <a:pt x="166905" y="141759"/>
                </a:moveTo>
                <a:cubicBezTo>
                  <a:pt x="171304" y="137361"/>
                  <a:pt x="173507" y="132021"/>
                  <a:pt x="173507" y="125730"/>
                </a:cubicBezTo>
                <a:cubicBezTo>
                  <a:pt x="173507" y="119448"/>
                  <a:pt x="171304" y="114099"/>
                  <a:pt x="166905" y="109701"/>
                </a:cubicBezTo>
                <a:cubicBezTo>
                  <a:pt x="162507" y="105302"/>
                  <a:pt x="157167" y="103099"/>
                  <a:pt x="150876" y="103099"/>
                </a:cubicBezTo>
                <a:cubicBezTo>
                  <a:pt x="144594" y="103099"/>
                  <a:pt x="139245" y="105302"/>
                  <a:pt x="134847" y="109701"/>
                </a:cubicBezTo>
                <a:cubicBezTo>
                  <a:pt x="130448" y="114099"/>
                  <a:pt x="128245" y="119448"/>
                  <a:pt x="128245" y="125730"/>
                </a:cubicBezTo>
                <a:cubicBezTo>
                  <a:pt x="128245" y="132021"/>
                  <a:pt x="130448" y="137361"/>
                  <a:pt x="134847" y="141759"/>
                </a:cubicBezTo>
                <a:cubicBezTo>
                  <a:pt x="139245" y="146158"/>
                  <a:pt x="144594" y="148361"/>
                  <a:pt x="150876" y="148361"/>
                </a:cubicBezTo>
                <a:cubicBezTo>
                  <a:pt x="157167" y="148361"/>
                  <a:pt x="162507" y="146158"/>
                  <a:pt x="166905" y="1417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690" y="248004"/>
                </a:moveTo>
                <a:cubicBezTo>
                  <a:pt x="56263" y="238366"/>
                  <a:pt x="48930" y="227256"/>
                  <a:pt x="43690" y="214683"/>
                </a:cubicBezTo>
                <a:cubicBezTo>
                  <a:pt x="38451" y="202110"/>
                  <a:pt x="35835" y="189226"/>
                  <a:pt x="35835" y="176022"/>
                </a:cubicBezTo>
                <a:cubicBezTo>
                  <a:pt x="35835" y="160514"/>
                  <a:pt x="38560" y="146267"/>
                  <a:pt x="44010" y="133274"/>
                </a:cubicBezTo>
                <a:cubicBezTo>
                  <a:pt x="49451" y="120490"/>
                  <a:pt x="57525" y="108649"/>
                  <a:pt x="68205" y="97759"/>
                </a:cubicBezTo>
                <a:cubicBezTo>
                  <a:pt x="81830" y="84344"/>
                  <a:pt x="101105" y="74706"/>
                  <a:pt x="126041" y="68836"/>
                </a:cubicBezTo>
                <a:cubicBezTo>
                  <a:pt x="150977" y="62966"/>
                  <a:pt x="181682" y="60451"/>
                  <a:pt x="218139" y="61292"/>
                </a:cubicBezTo>
                <a:cubicBezTo>
                  <a:pt x="222748" y="61503"/>
                  <a:pt x="226945" y="62444"/>
                  <a:pt x="230712" y="64127"/>
                </a:cubicBezTo>
                <a:cubicBezTo>
                  <a:pt x="234699" y="65800"/>
                  <a:pt x="238256" y="68105"/>
                  <a:pt x="241402" y="71040"/>
                </a:cubicBezTo>
                <a:cubicBezTo>
                  <a:pt x="244337" y="74185"/>
                  <a:pt x="246742" y="77642"/>
                  <a:pt x="248635" y="81409"/>
                </a:cubicBezTo>
                <a:cubicBezTo>
                  <a:pt x="250308" y="85396"/>
                  <a:pt x="251250" y="89684"/>
                  <a:pt x="251460" y="94302"/>
                </a:cubicBezTo>
                <a:cubicBezTo>
                  <a:pt x="252091" y="112526"/>
                  <a:pt x="251881" y="129397"/>
                  <a:pt x="250829" y="144905"/>
                </a:cubicBezTo>
                <a:cubicBezTo>
                  <a:pt x="249787" y="160203"/>
                  <a:pt x="247693" y="174138"/>
                  <a:pt x="244547" y="186711"/>
                </a:cubicBezTo>
                <a:cubicBezTo>
                  <a:pt x="241612" y="199284"/>
                  <a:pt x="237735" y="210495"/>
                  <a:pt x="232916" y="220343"/>
                </a:cubicBezTo>
                <a:cubicBezTo>
                  <a:pt x="227887" y="230191"/>
                  <a:pt x="221916" y="238677"/>
                  <a:pt x="215003" y="245800"/>
                </a:cubicBezTo>
                <a:cubicBezTo>
                  <a:pt x="204314" y="256489"/>
                  <a:pt x="192682" y="264554"/>
                  <a:pt x="180109" y="270004"/>
                </a:cubicBezTo>
                <a:cubicBezTo>
                  <a:pt x="167536" y="275664"/>
                  <a:pt x="154122" y="278490"/>
                  <a:pt x="139876" y="278490"/>
                </a:cubicBezTo>
                <a:cubicBezTo>
                  <a:pt x="125209" y="278490"/>
                  <a:pt x="111694" y="275975"/>
                  <a:pt x="99331" y="270946"/>
                </a:cubicBezTo>
                <a:cubicBezTo>
                  <a:pt x="87170" y="266127"/>
                  <a:pt x="75959" y="258483"/>
                  <a:pt x="65690" y="248004"/>
                </a:cubicBezTo>
                <a:close/>
                <a:moveTo>
                  <a:pt x="99642" y="246120"/>
                </a:moveTo>
                <a:cubicBezTo>
                  <a:pt x="104882" y="249677"/>
                  <a:pt x="110953" y="252402"/>
                  <a:pt x="117875" y="254285"/>
                </a:cubicBezTo>
                <a:cubicBezTo>
                  <a:pt x="124788" y="255968"/>
                  <a:pt x="132122" y="256800"/>
                  <a:pt x="139876" y="256800"/>
                </a:cubicBezTo>
                <a:cubicBezTo>
                  <a:pt x="150775" y="256800"/>
                  <a:pt x="161456" y="254496"/>
                  <a:pt x="171935" y="249887"/>
                </a:cubicBezTo>
                <a:cubicBezTo>
                  <a:pt x="182203" y="245489"/>
                  <a:pt x="191631" y="238887"/>
                  <a:pt x="200226" y="230090"/>
                </a:cubicBezTo>
                <a:cubicBezTo>
                  <a:pt x="206097" y="224010"/>
                  <a:pt x="211016" y="216155"/>
                  <a:pt x="215003" y="206508"/>
                </a:cubicBezTo>
                <a:cubicBezTo>
                  <a:pt x="218981" y="196870"/>
                  <a:pt x="222227" y="185770"/>
                  <a:pt x="224741" y="173197"/>
                </a:cubicBezTo>
                <a:cubicBezTo>
                  <a:pt x="227046" y="160413"/>
                  <a:pt x="228518" y="146478"/>
                  <a:pt x="229139" y="131390"/>
                </a:cubicBezTo>
                <a:cubicBezTo>
                  <a:pt x="229981" y="116092"/>
                  <a:pt x="229981" y="99852"/>
                  <a:pt x="229139" y="82671"/>
                </a:cubicBezTo>
                <a:cubicBezTo>
                  <a:pt x="209654" y="82250"/>
                  <a:pt x="192161" y="82561"/>
                  <a:pt x="176653" y="83613"/>
                </a:cubicBezTo>
                <a:cubicBezTo>
                  <a:pt x="161145" y="84445"/>
                  <a:pt x="147420" y="86127"/>
                  <a:pt x="135478" y="88642"/>
                </a:cubicBezTo>
                <a:cubicBezTo>
                  <a:pt x="123526" y="91157"/>
                  <a:pt x="113367" y="94403"/>
                  <a:pt x="104982" y="98380"/>
                </a:cubicBezTo>
                <a:cubicBezTo>
                  <a:pt x="96396" y="102157"/>
                  <a:pt x="89474" y="106875"/>
                  <a:pt x="84244" y="112526"/>
                </a:cubicBezTo>
                <a:cubicBezTo>
                  <a:pt x="75648" y="121332"/>
                  <a:pt x="68946" y="130759"/>
                  <a:pt x="64127" y="140818"/>
                </a:cubicBezTo>
                <a:cubicBezTo>
                  <a:pt x="59509" y="150666"/>
                  <a:pt x="57205" y="160724"/>
                  <a:pt x="57205" y="170993"/>
                </a:cubicBezTo>
                <a:cubicBezTo>
                  <a:pt x="57205" y="180841"/>
                  <a:pt x="59299" y="191320"/>
                  <a:pt x="63496" y="202430"/>
                </a:cubicBezTo>
                <a:cubicBezTo>
                  <a:pt x="67684" y="213320"/>
                  <a:pt x="72923" y="222016"/>
                  <a:pt x="79214" y="228518"/>
                </a:cubicBezTo>
                <a:cubicBezTo>
                  <a:pt x="90105" y="208401"/>
                  <a:pt x="103199" y="190268"/>
                  <a:pt x="118497" y="174138"/>
                </a:cubicBezTo>
                <a:cubicBezTo>
                  <a:pt x="133795" y="157999"/>
                  <a:pt x="150355" y="145115"/>
                  <a:pt x="168167" y="135478"/>
                </a:cubicBezTo>
                <a:cubicBezTo>
                  <a:pt x="150144" y="151187"/>
                  <a:pt x="135478" y="168167"/>
                  <a:pt x="124157" y="186391"/>
                </a:cubicBezTo>
                <a:cubicBezTo>
                  <a:pt x="112846" y="204624"/>
                  <a:pt x="104671" y="224531"/>
                  <a:pt x="99642" y="246120"/>
                </a:cubicBezTo>
                <a:close/>
                <a:moveTo>
                  <a:pt x="99642" y="246120"/>
                </a:moveTo>
                <a:close/>
                <a:moveTo>
                  <a:pt x="99642" y="24612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4547"/>
                </a:moveTo>
                <a:cubicBezTo>
                  <a:pt x="176863" y="244547"/>
                  <a:pt x="198964" y="235431"/>
                  <a:pt x="217197" y="217197"/>
                </a:cubicBezTo>
                <a:cubicBezTo>
                  <a:pt x="235431" y="199175"/>
                  <a:pt x="244547" y="177174"/>
                  <a:pt x="244547" y="151187"/>
                </a:cubicBezTo>
                <a:lnTo>
                  <a:pt x="244547" y="57205"/>
                </a:lnTo>
                <a:lnTo>
                  <a:pt x="150876" y="57205"/>
                </a:lnTo>
                <a:cubicBezTo>
                  <a:pt x="124889" y="57205"/>
                  <a:pt x="102788" y="66321"/>
                  <a:pt x="84555" y="84555"/>
                </a:cubicBezTo>
                <a:cubicBezTo>
                  <a:pt x="66321" y="102788"/>
                  <a:pt x="57205" y="124889"/>
                  <a:pt x="57205" y="150876"/>
                </a:cubicBezTo>
                <a:cubicBezTo>
                  <a:pt x="57205" y="176863"/>
                  <a:pt x="66321" y="198964"/>
                  <a:pt x="84555" y="217197"/>
                </a:cubicBezTo>
                <a:cubicBezTo>
                  <a:pt x="102788" y="235431"/>
                  <a:pt x="124889" y="244547"/>
                  <a:pt x="150876" y="244547"/>
                </a:cubicBezTo>
                <a:close/>
                <a:moveTo>
                  <a:pt x="133905" y="213430"/>
                </a:moveTo>
                <a:lnTo>
                  <a:pt x="199915" y="154022"/>
                </a:lnTo>
                <a:cubicBezTo>
                  <a:pt x="202009" y="152138"/>
                  <a:pt x="202631" y="149824"/>
                  <a:pt x="201799" y="147109"/>
                </a:cubicBezTo>
                <a:cubicBezTo>
                  <a:pt x="200958" y="144594"/>
                  <a:pt x="199074" y="143122"/>
                  <a:pt x="196139" y="142701"/>
                </a:cubicBezTo>
                <a:lnTo>
                  <a:pt x="144594" y="137361"/>
                </a:lnTo>
                <a:lnTo>
                  <a:pt x="175391" y="94924"/>
                </a:lnTo>
                <a:cubicBezTo>
                  <a:pt x="176232" y="93881"/>
                  <a:pt x="176653" y="92729"/>
                  <a:pt x="176653" y="91467"/>
                </a:cubicBezTo>
                <a:cubicBezTo>
                  <a:pt x="176443" y="90215"/>
                  <a:pt x="175921" y="89163"/>
                  <a:pt x="175080" y="88322"/>
                </a:cubicBezTo>
                <a:cubicBezTo>
                  <a:pt x="174029" y="87279"/>
                  <a:pt x="172776" y="86758"/>
                  <a:pt x="171304" y="86758"/>
                </a:cubicBezTo>
                <a:cubicBezTo>
                  <a:pt x="170051" y="86548"/>
                  <a:pt x="168899" y="86959"/>
                  <a:pt x="167847" y="88011"/>
                </a:cubicBezTo>
                <a:lnTo>
                  <a:pt x="102157" y="147420"/>
                </a:lnTo>
                <a:cubicBezTo>
                  <a:pt x="100063" y="149303"/>
                  <a:pt x="99432" y="151608"/>
                  <a:pt x="100273" y="154332"/>
                </a:cubicBezTo>
                <a:cubicBezTo>
                  <a:pt x="101105" y="156847"/>
                  <a:pt x="102998" y="158319"/>
                  <a:pt x="105924" y="158731"/>
                </a:cubicBezTo>
                <a:lnTo>
                  <a:pt x="157478" y="164080"/>
                </a:lnTo>
                <a:lnTo>
                  <a:pt x="126361" y="206508"/>
                </a:lnTo>
                <a:cubicBezTo>
                  <a:pt x="125520" y="207560"/>
                  <a:pt x="125099" y="208712"/>
                  <a:pt x="125099" y="209974"/>
                </a:cubicBezTo>
                <a:cubicBezTo>
                  <a:pt x="125309" y="211226"/>
                  <a:pt x="125940" y="212379"/>
                  <a:pt x="126992" y="213430"/>
                </a:cubicBezTo>
                <a:cubicBezTo>
                  <a:pt x="128034" y="214473"/>
                  <a:pt x="129186" y="215003"/>
                  <a:pt x="130448" y="215003"/>
                </a:cubicBezTo>
                <a:cubicBezTo>
                  <a:pt x="131701" y="215003"/>
                  <a:pt x="132853" y="214473"/>
                  <a:pt x="133905" y="213430"/>
                </a:cubicBezTo>
                <a:close/>
                <a:moveTo>
                  <a:pt x="150876" y="265917"/>
                </a:moveTo>
                <a:cubicBezTo>
                  <a:pt x="136840" y="265917"/>
                  <a:pt x="123636" y="263612"/>
                  <a:pt x="111273" y="259004"/>
                </a:cubicBezTo>
                <a:cubicBezTo>
                  <a:pt x="98700" y="254185"/>
                  <a:pt x="87380" y="247693"/>
                  <a:pt x="77322" y="239518"/>
                </a:cubicBezTo>
                <a:lnTo>
                  <a:pt x="54068" y="262780"/>
                </a:lnTo>
                <a:cubicBezTo>
                  <a:pt x="52807" y="263823"/>
                  <a:pt x="51654" y="264664"/>
                  <a:pt x="50603" y="265295"/>
                </a:cubicBezTo>
                <a:cubicBezTo>
                  <a:pt x="49350" y="265706"/>
                  <a:pt x="47988" y="265917"/>
                  <a:pt x="46525" y="265917"/>
                </a:cubicBezTo>
                <a:cubicBezTo>
                  <a:pt x="43589" y="265917"/>
                  <a:pt x="41075" y="264874"/>
                  <a:pt x="38981" y="262780"/>
                </a:cubicBezTo>
                <a:cubicBezTo>
                  <a:pt x="36878" y="260677"/>
                  <a:pt x="35835" y="258163"/>
                  <a:pt x="35835" y="255236"/>
                </a:cubicBezTo>
                <a:cubicBezTo>
                  <a:pt x="35835" y="253764"/>
                  <a:pt x="36046" y="252402"/>
                  <a:pt x="36466" y="251149"/>
                </a:cubicBezTo>
                <a:cubicBezTo>
                  <a:pt x="36878" y="250098"/>
                  <a:pt x="37719" y="248945"/>
                  <a:pt x="38981" y="247693"/>
                </a:cubicBezTo>
                <a:lnTo>
                  <a:pt x="62234" y="224430"/>
                </a:lnTo>
                <a:cubicBezTo>
                  <a:pt x="54068" y="214372"/>
                  <a:pt x="47567" y="203052"/>
                  <a:pt x="42748" y="190479"/>
                </a:cubicBezTo>
                <a:cubicBezTo>
                  <a:pt x="38140" y="178116"/>
                  <a:pt x="35835" y="164912"/>
                  <a:pt x="35835" y="150876"/>
                </a:cubicBezTo>
                <a:cubicBezTo>
                  <a:pt x="35835" y="118817"/>
                  <a:pt x="47046" y="91678"/>
                  <a:pt x="69467" y="69467"/>
                </a:cubicBezTo>
                <a:cubicBezTo>
                  <a:pt x="91888" y="47046"/>
                  <a:pt x="119027" y="35835"/>
                  <a:pt x="150876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150876"/>
                </a:lnTo>
                <a:cubicBezTo>
                  <a:pt x="265917" y="182725"/>
                  <a:pt x="254706" y="209864"/>
                  <a:pt x="232285" y="232285"/>
                </a:cubicBezTo>
                <a:cubicBezTo>
                  <a:pt x="210074" y="254706"/>
                  <a:pt x="182935" y="265917"/>
                  <a:pt x="150876" y="265917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5924"/>
                </a:moveTo>
                <a:lnTo>
                  <a:pt x="143643" y="68205"/>
                </a:lnTo>
                <a:lnTo>
                  <a:pt x="124788" y="37088"/>
                </a:lnTo>
                <a:cubicBezTo>
                  <a:pt x="122274" y="32900"/>
                  <a:pt x="118607" y="30806"/>
                  <a:pt x="113788" y="30806"/>
                </a:cubicBezTo>
                <a:cubicBezTo>
                  <a:pt x="108969" y="30806"/>
                  <a:pt x="105302" y="32900"/>
                  <a:pt x="102788" y="37088"/>
                </a:cubicBezTo>
                <a:lnTo>
                  <a:pt x="77011" y="79836"/>
                </a:lnTo>
                <a:cubicBezTo>
                  <a:pt x="75337" y="82351"/>
                  <a:pt x="74917" y="84975"/>
                  <a:pt x="75749" y="87700"/>
                </a:cubicBezTo>
                <a:cubicBezTo>
                  <a:pt x="76590" y="90425"/>
                  <a:pt x="78263" y="92620"/>
                  <a:pt x="80778" y="94302"/>
                </a:cubicBezTo>
                <a:lnTo>
                  <a:pt x="105924" y="109701"/>
                </a:lnTo>
                <a:cubicBezTo>
                  <a:pt x="108439" y="111164"/>
                  <a:pt x="111063" y="111484"/>
                  <a:pt x="113788" y="110642"/>
                </a:cubicBezTo>
                <a:cubicBezTo>
                  <a:pt x="116723" y="110011"/>
                  <a:pt x="118918" y="108439"/>
                  <a:pt x="120390" y="105924"/>
                </a:cubicBezTo>
                <a:close/>
                <a:moveTo>
                  <a:pt x="238576" y="201799"/>
                </a:moveTo>
                <a:lnTo>
                  <a:pt x="215945" y="163760"/>
                </a:lnTo>
                <a:cubicBezTo>
                  <a:pt x="214262" y="161245"/>
                  <a:pt x="213842" y="158520"/>
                  <a:pt x="214683" y="155594"/>
                </a:cubicBezTo>
                <a:cubicBezTo>
                  <a:pt x="215524" y="152869"/>
                  <a:pt x="217197" y="150775"/>
                  <a:pt x="219712" y="149303"/>
                </a:cubicBezTo>
                <a:lnTo>
                  <a:pt x="245178" y="134536"/>
                </a:lnTo>
                <a:cubicBezTo>
                  <a:pt x="247693" y="133063"/>
                  <a:pt x="250408" y="132643"/>
                  <a:pt x="253344" y="133274"/>
                </a:cubicBezTo>
                <a:cubicBezTo>
                  <a:pt x="256279" y="133905"/>
                  <a:pt x="258483" y="135478"/>
                  <a:pt x="259946" y="137992"/>
                </a:cubicBezTo>
                <a:lnTo>
                  <a:pt x="275033" y="163138"/>
                </a:lnTo>
                <a:cubicBezTo>
                  <a:pt x="277338" y="166905"/>
                  <a:pt x="278490" y="170993"/>
                  <a:pt x="278490" y="175391"/>
                </a:cubicBezTo>
                <a:cubicBezTo>
                  <a:pt x="278700" y="179798"/>
                  <a:pt x="277868" y="183877"/>
                  <a:pt x="275975" y="187653"/>
                </a:cubicBezTo>
                <a:cubicBezTo>
                  <a:pt x="273671" y="192051"/>
                  <a:pt x="270525" y="195508"/>
                  <a:pt x="266548" y="198022"/>
                </a:cubicBezTo>
                <a:cubicBezTo>
                  <a:pt x="262360" y="200537"/>
                  <a:pt x="257852" y="201799"/>
                  <a:pt x="253033" y="201799"/>
                </a:cubicBezTo>
                <a:lnTo>
                  <a:pt x="238576" y="201799"/>
                </a:lnTo>
                <a:close/>
                <a:moveTo>
                  <a:pt x="192682" y="281635"/>
                </a:moveTo>
                <a:lnTo>
                  <a:pt x="158420" y="247693"/>
                </a:lnTo>
                <a:cubicBezTo>
                  <a:pt x="156326" y="245590"/>
                  <a:pt x="155274" y="243075"/>
                  <a:pt x="155274" y="240149"/>
                </a:cubicBezTo>
                <a:cubicBezTo>
                  <a:pt x="155274" y="237214"/>
                  <a:pt x="156326" y="234589"/>
                  <a:pt x="158420" y="232285"/>
                </a:cubicBezTo>
                <a:lnTo>
                  <a:pt x="192682" y="198343"/>
                </a:lnTo>
                <a:cubicBezTo>
                  <a:pt x="194356" y="196660"/>
                  <a:pt x="196239" y="196239"/>
                  <a:pt x="198343" y="197081"/>
                </a:cubicBezTo>
                <a:cubicBezTo>
                  <a:pt x="200647" y="197922"/>
                  <a:pt x="201799" y="199495"/>
                  <a:pt x="201799" y="201799"/>
                </a:cubicBezTo>
                <a:lnTo>
                  <a:pt x="201799" y="214372"/>
                </a:lnTo>
                <a:lnTo>
                  <a:pt x="262460" y="214372"/>
                </a:lnTo>
                <a:lnTo>
                  <a:pt x="243916" y="251460"/>
                </a:lnTo>
                <a:cubicBezTo>
                  <a:pt x="241612" y="255858"/>
                  <a:pt x="238466" y="259315"/>
                  <a:pt x="234489" y="261829"/>
                </a:cubicBezTo>
                <a:cubicBezTo>
                  <a:pt x="230292" y="264344"/>
                  <a:pt x="225793" y="265606"/>
                  <a:pt x="220974" y="265606"/>
                </a:cubicBezTo>
                <a:lnTo>
                  <a:pt x="201799" y="265606"/>
                </a:lnTo>
                <a:lnTo>
                  <a:pt x="201799" y="278179"/>
                </a:lnTo>
                <a:cubicBezTo>
                  <a:pt x="201799" y="280483"/>
                  <a:pt x="200647" y="282056"/>
                  <a:pt x="198343" y="282897"/>
                </a:cubicBezTo>
                <a:cubicBezTo>
                  <a:pt x="196239" y="283729"/>
                  <a:pt x="194356" y="283309"/>
                  <a:pt x="192682" y="281635"/>
                </a:cubicBezTo>
                <a:close/>
                <a:moveTo>
                  <a:pt x="78584" y="265606"/>
                </a:moveTo>
                <a:cubicBezTo>
                  <a:pt x="74386" y="265606"/>
                  <a:pt x="70509" y="264454"/>
                  <a:pt x="66952" y="262149"/>
                </a:cubicBezTo>
                <a:cubicBezTo>
                  <a:pt x="63386" y="260055"/>
                  <a:pt x="60771" y="257120"/>
                  <a:pt x="59098" y="253344"/>
                </a:cubicBezTo>
                <a:cubicBezTo>
                  <a:pt x="57415" y="249997"/>
                  <a:pt x="56583" y="246431"/>
                  <a:pt x="56583" y="242663"/>
                </a:cubicBezTo>
                <a:cubicBezTo>
                  <a:pt x="56784" y="239097"/>
                  <a:pt x="57836" y="235641"/>
                  <a:pt x="59719" y="232285"/>
                </a:cubicBezTo>
                <a:lnTo>
                  <a:pt x="70720" y="214372"/>
                </a:lnTo>
                <a:lnTo>
                  <a:pt x="114730" y="214372"/>
                </a:lnTo>
                <a:cubicBezTo>
                  <a:pt x="117665" y="214372"/>
                  <a:pt x="120180" y="215414"/>
                  <a:pt x="122274" y="217517"/>
                </a:cubicBezTo>
                <a:cubicBezTo>
                  <a:pt x="124368" y="219611"/>
                  <a:pt x="125419" y="222227"/>
                  <a:pt x="125419" y="225372"/>
                </a:cubicBezTo>
                <a:lnTo>
                  <a:pt x="125419" y="254606"/>
                </a:lnTo>
                <a:cubicBezTo>
                  <a:pt x="125419" y="257751"/>
                  <a:pt x="124368" y="260366"/>
                  <a:pt x="122274" y="262460"/>
                </a:cubicBezTo>
                <a:cubicBezTo>
                  <a:pt x="120180" y="264554"/>
                  <a:pt x="117665" y="265606"/>
                  <a:pt x="114730" y="265606"/>
                </a:cubicBezTo>
                <a:lnTo>
                  <a:pt x="78584" y="265606"/>
                </a:lnTo>
                <a:close/>
                <a:moveTo>
                  <a:pt x="46836" y="229139"/>
                </a:moveTo>
                <a:lnTo>
                  <a:pt x="26408" y="187653"/>
                </a:lnTo>
                <a:cubicBezTo>
                  <a:pt x="24305" y="183877"/>
                  <a:pt x="23363" y="179798"/>
                  <a:pt x="23573" y="175391"/>
                </a:cubicBezTo>
                <a:cubicBezTo>
                  <a:pt x="23784" y="171203"/>
                  <a:pt x="25045" y="167116"/>
                  <a:pt x="27350" y="163138"/>
                </a:cubicBezTo>
                <a:lnTo>
                  <a:pt x="32379" y="154652"/>
                </a:lnTo>
                <a:lnTo>
                  <a:pt x="21690" y="148361"/>
                </a:lnTo>
                <a:cubicBezTo>
                  <a:pt x="19806" y="147109"/>
                  <a:pt x="18965" y="145216"/>
                  <a:pt x="19175" y="142701"/>
                </a:cubicBezTo>
                <a:cubicBezTo>
                  <a:pt x="19385" y="140397"/>
                  <a:pt x="20748" y="138934"/>
                  <a:pt x="23262" y="138303"/>
                </a:cubicBezTo>
                <a:lnTo>
                  <a:pt x="70098" y="126672"/>
                </a:lnTo>
                <a:cubicBezTo>
                  <a:pt x="73024" y="125831"/>
                  <a:pt x="75749" y="126151"/>
                  <a:pt x="78263" y="127614"/>
                </a:cubicBezTo>
                <a:cubicBezTo>
                  <a:pt x="80568" y="129296"/>
                  <a:pt x="82141" y="131491"/>
                  <a:pt x="82982" y="134216"/>
                </a:cubicBezTo>
                <a:lnTo>
                  <a:pt x="94613" y="181682"/>
                </a:lnTo>
                <a:cubicBezTo>
                  <a:pt x="95244" y="183986"/>
                  <a:pt x="94613" y="185770"/>
                  <a:pt x="92729" y="187022"/>
                </a:cubicBezTo>
                <a:cubicBezTo>
                  <a:pt x="90836" y="188494"/>
                  <a:pt x="88852" y="188595"/>
                  <a:pt x="86758" y="187342"/>
                </a:cubicBezTo>
                <a:lnTo>
                  <a:pt x="76069" y="180740"/>
                </a:lnTo>
                <a:lnTo>
                  <a:pt x="46836" y="229139"/>
                </a:lnTo>
                <a:close/>
                <a:moveTo>
                  <a:pt x="208712" y="117555"/>
                </a:moveTo>
                <a:lnTo>
                  <a:pt x="161876" y="105924"/>
                </a:lnTo>
                <a:cubicBezTo>
                  <a:pt x="159572" y="105513"/>
                  <a:pt x="158209" y="104040"/>
                  <a:pt x="157789" y="101526"/>
                </a:cubicBezTo>
                <a:cubicBezTo>
                  <a:pt x="157368" y="99011"/>
                  <a:pt x="158209" y="97128"/>
                  <a:pt x="160303" y="95866"/>
                </a:cubicBezTo>
                <a:lnTo>
                  <a:pt x="171304" y="89584"/>
                </a:lnTo>
                <a:lnTo>
                  <a:pt x="131390" y="23262"/>
                </a:lnTo>
                <a:lnTo>
                  <a:pt x="176333" y="23262"/>
                </a:lnTo>
                <a:cubicBezTo>
                  <a:pt x="180740" y="23262"/>
                  <a:pt x="184928" y="24414"/>
                  <a:pt x="188906" y="26719"/>
                </a:cubicBezTo>
                <a:cubicBezTo>
                  <a:pt x="192893" y="29023"/>
                  <a:pt x="196038" y="32059"/>
                  <a:pt x="198343" y="35835"/>
                </a:cubicBezTo>
                <a:lnTo>
                  <a:pt x="215003" y="63496"/>
                </a:lnTo>
                <a:lnTo>
                  <a:pt x="225683" y="56894"/>
                </a:lnTo>
                <a:cubicBezTo>
                  <a:pt x="227576" y="55632"/>
                  <a:pt x="229460" y="55742"/>
                  <a:pt x="231343" y="57205"/>
                </a:cubicBezTo>
                <a:cubicBezTo>
                  <a:pt x="233227" y="58677"/>
                  <a:pt x="233958" y="60561"/>
                  <a:pt x="233547" y="62865"/>
                </a:cubicBezTo>
                <a:lnTo>
                  <a:pt x="221596" y="110011"/>
                </a:lnTo>
                <a:cubicBezTo>
                  <a:pt x="220764" y="112736"/>
                  <a:pt x="219081" y="114940"/>
                  <a:pt x="216566" y="116613"/>
                </a:cubicBezTo>
                <a:cubicBezTo>
                  <a:pt x="214262" y="118086"/>
                  <a:pt x="211647" y="118397"/>
                  <a:pt x="208712" y="117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1567"/>
                  </a:moveTo>
                  <a:cubicBezTo>
                    <a:pt x="75822" y="321567"/>
                    <a:pt x="71250" y="319656"/>
                    <a:pt x="67437" y="315852"/>
                  </a:cubicBezTo>
                  <a:cubicBezTo>
                    <a:pt x="63624" y="312295"/>
                    <a:pt x="61722" y="307723"/>
                    <a:pt x="61722" y="302136"/>
                  </a:cubicBezTo>
                  <a:cubicBezTo>
                    <a:pt x="61722" y="296549"/>
                    <a:pt x="63624" y="291977"/>
                    <a:pt x="67437" y="288420"/>
                  </a:cubicBezTo>
                  <a:cubicBezTo>
                    <a:pt x="71250" y="284607"/>
                    <a:pt x="75822" y="282705"/>
                    <a:pt x="81153" y="282705"/>
                  </a:cubicBezTo>
                  <a:lnTo>
                    <a:pt x="111630" y="282705"/>
                  </a:lnTo>
                  <a:lnTo>
                    <a:pt x="72393" y="148974"/>
                  </a:lnTo>
                  <a:cubicBezTo>
                    <a:pt x="63496" y="145161"/>
                    <a:pt x="56519" y="139830"/>
                    <a:pt x="51435" y="132972"/>
                  </a:cubicBezTo>
                  <a:cubicBezTo>
                    <a:pt x="46351" y="125858"/>
                    <a:pt x="43818" y="116586"/>
                    <a:pt x="43818" y="105156"/>
                  </a:cubicBezTo>
                  <a:cubicBezTo>
                    <a:pt x="43818" y="92711"/>
                    <a:pt x="48390" y="81912"/>
                    <a:pt x="57534" y="72768"/>
                  </a:cubicBezTo>
                  <a:cubicBezTo>
                    <a:pt x="66678" y="63624"/>
                    <a:pt x="77468" y="59052"/>
                    <a:pt x="89913" y="59052"/>
                  </a:cubicBezTo>
                  <a:cubicBezTo>
                    <a:pt x="101855" y="59052"/>
                    <a:pt x="111630" y="62106"/>
                    <a:pt x="119256" y="68196"/>
                  </a:cubicBezTo>
                  <a:cubicBezTo>
                    <a:pt x="127129" y="74551"/>
                    <a:pt x="132460" y="83055"/>
                    <a:pt x="135258" y="93726"/>
                  </a:cubicBezTo>
                  <a:lnTo>
                    <a:pt x="187452" y="93726"/>
                  </a:lnTo>
                  <a:lnTo>
                    <a:pt x="187452" y="71250"/>
                  </a:lnTo>
                  <a:cubicBezTo>
                    <a:pt x="187452" y="67949"/>
                    <a:pt x="188723" y="65023"/>
                    <a:pt x="191265" y="62481"/>
                  </a:cubicBezTo>
                  <a:cubicBezTo>
                    <a:pt x="193551" y="59948"/>
                    <a:pt x="196340" y="58677"/>
                    <a:pt x="199641" y="58677"/>
                  </a:cubicBezTo>
                  <a:cubicBezTo>
                    <a:pt x="202439" y="58677"/>
                    <a:pt x="204853" y="59820"/>
                    <a:pt x="206883" y="62106"/>
                  </a:cubicBezTo>
                  <a:cubicBezTo>
                    <a:pt x="208657" y="64136"/>
                    <a:pt x="209553" y="66422"/>
                    <a:pt x="209553" y="68964"/>
                  </a:cubicBezTo>
                  <a:lnTo>
                    <a:pt x="237744" y="42291"/>
                  </a:lnTo>
                  <a:cubicBezTo>
                    <a:pt x="239774" y="40261"/>
                    <a:pt x="242572" y="38862"/>
                    <a:pt x="246129" y="38103"/>
                  </a:cubicBezTo>
                  <a:cubicBezTo>
                    <a:pt x="249430" y="37335"/>
                    <a:pt x="252859" y="37719"/>
                    <a:pt x="256416" y="39246"/>
                  </a:cubicBezTo>
                  <a:lnTo>
                    <a:pt x="316611" y="68196"/>
                  </a:lnTo>
                  <a:cubicBezTo>
                    <a:pt x="319153" y="69723"/>
                    <a:pt x="320927" y="71753"/>
                    <a:pt x="321942" y="74295"/>
                  </a:cubicBezTo>
                  <a:cubicBezTo>
                    <a:pt x="322957" y="76837"/>
                    <a:pt x="322710" y="79498"/>
                    <a:pt x="321183" y="82296"/>
                  </a:cubicBezTo>
                  <a:cubicBezTo>
                    <a:pt x="319656" y="85094"/>
                    <a:pt x="317626" y="86868"/>
                    <a:pt x="315084" y="87627"/>
                  </a:cubicBezTo>
                  <a:cubicBezTo>
                    <a:pt x="312295" y="88139"/>
                    <a:pt x="309625" y="87627"/>
                    <a:pt x="307083" y="86109"/>
                  </a:cubicBezTo>
                  <a:lnTo>
                    <a:pt x="248790" y="57909"/>
                  </a:lnTo>
                  <a:lnTo>
                    <a:pt x="212214" y="94869"/>
                  </a:lnTo>
                  <a:lnTo>
                    <a:pt x="212214" y="113916"/>
                  </a:lnTo>
                  <a:lnTo>
                    <a:pt x="248790" y="152403"/>
                  </a:lnTo>
                  <a:lnTo>
                    <a:pt x="307083" y="123828"/>
                  </a:lnTo>
                  <a:cubicBezTo>
                    <a:pt x="309881" y="122301"/>
                    <a:pt x="312551" y="121917"/>
                    <a:pt x="315084" y="122685"/>
                  </a:cubicBezTo>
                  <a:cubicBezTo>
                    <a:pt x="317626" y="123444"/>
                    <a:pt x="319656" y="125099"/>
                    <a:pt x="321183" y="127632"/>
                  </a:cubicBezTo>
                  <a:cubicBezTo>
                    <a:pt x="322710" y="130686"/>
                    <a:pt x="322957" y="133603"/>
                    <a:pt x="321942" y="136401"/>
                  </a:cubicBezTo>
                  <a:cubicBezTo>
                    <a:pt x="320927" y="139190"/>
                    <a:pt x="319025" y="141220"/>
                    <a:pt x="316227" y="142491"/>
                  </a:cubicBezTo>
                  <a:lnTo>
                    <a:pt x="257934" y="169923"/>
                  </a:lnTo>
                  <a:cubicBezTo>
                    <a:pt x="254130" y="171962"/>
                    <a:pt x="250445" y="172849"/>
                    <a:pt x="246888" y="172593"/>
                  </a:cubicBezTo>
                  <a:cubicBezTo>
                    <a:pt x="243331" y="172593"/>
                    <a:pt x="240286" y="171194"/>
                    <a:pt x="237744" y="168405"/>
                  </a:cubicBezTo>
                  <a:lnTo>
                    <a:pt x="209553" y="141732"/>
                  </a:lnTo>
                  <a:cubicBezTo>
                    <a:pt x="209553" y="145289"/>
                    <a:pt x="208657" y="147831"/>
                    <a:pt x="206883" y="149349"/>
                  </a:cubicBezTo>
                  <a:cubicBezTo>
                    <a:pt x="204853" y="151132"/>
                    <a:pt x="202439" y="152019"/>
                    <a:pt x="199641" y="152019"/>
                  </a:cubicBezTo>
                  <a:cubicBezTo>
                    <a:pt x="196340" y="152019"/>
                    <a:pt x="193551" y="150748"/>
                    <a:pt x="191265" y="148206"/>
                  </a:cubicBezTo>
                  <a:cubicBezTo>
                    <a:pt x="188723" y="145673"/>
                    <a:pt x="187452" y="142747"/>
                    <a:pt x="187452" y="139446"/>
                  </a:cubicBezTo>
                  <a:lnTo>
                    <a:pt x="187452" y="116586"/>
                  </a:lnTo>
                  <a:lnTo>
                    <a:pt x="134490" y="116586"/>
                  </a:lnTo>
                  <a:cubicBezTo>
                    <a:pt x="134243" y="119887"/>
                    <a:pt x="133219" y="123444"/>
                    <a:pt x="131445" y="127257"/>
                  </a:cubicBezTo>
                  <a:cubicBezTo>
                    <a:pt x="129415" y="131061"/>
                    <a:pt x="127257" y="133987"/>
                    <a:pt x="124971" y="136017"/>
                  </a:cubicBezTo>
                  <a:lnTo>
                    <a:pt x="200784" y="282705"/>
                  </a:lnTo>
                  <a:lnTo>
                    <a:pt x="243843" y="282705"/>
                  </a:lnTo>
                  <a:cubicBezTo>
                    <a:pt x="249430" y="282705"/>
                    <a:pt x="254130" y="284607"/>
                    <a:pt x="257934" y="288420"/>
                  </a:cubicBezTo>
                  <a:cubicBezTo>
                    <a:pt x="261747" y="291977"/>
                    <a:pt x="263649" y="296549"/>
                    <a:pt x="263649" y="302136"/>
                  </a:cubicBezTo>
                  <a:cubicBezTo>
                    <a:pt x="263649" y="307723"/>
                    <a:pt x="261747" y="312295"/>
                    <a:pt x="257934" y="315852"/>
                  </a:cubicBezTo>
                  <a:cubicBezTo>
                    <a:pt x="254130" y="319656"/>
                    <a:pt x="249430" y="321567"/>
                    <a:pt x="243843" y="321567"/>
                  </a:cubicBezTo>
                  <a:lnTo>
                    <a:pt x="81153" y="321567"/>
                  </a:lnTo>
                  <a:close/>
                  <a:moveTo>
                    <a:pt x="105156" y="120399"/>
                  </a:moveTo>
                  <a:cubicBezTo>
                    <a:pt x="109216" y="116330"/>
                    <a:pt x="111255" y="111255"/>
                    <a:pt x="111255" y="105156"/>
                  </a:cubicBezTo>
                  <a:cubicBezTo>
                    <a:pt x="111255" y="99057"/>
                    <a:pt x="109216" y="93982"/>
                    <a:pt x="105156" y="89913"/>
                  </a:cubicBezTo>
                  <a:cubicBezTo>
                    <a:pt x="101096" y="85853"/>
                    <a:pt x="96012" y="83823"/>
                    <a:pt x="89913" y="83823"/>
                  </a:cubicBezTo>
                  <a:cubicBezTo>
                    <a:pt x="83823" y="83823"/>
                    <a:pt x="78739" y="85853"/>
                    <a:pt x="74679" y="89913"/>
                  </a:cubicBezTo>
                  <a:cubicBezTo>
                    <a:pt x="70610" y="93982"/>
                    <a:pt x="68580" y="99057"/>
                    <a:pt x="68580" y="105156"/>
                  </a:cubicBezTo>
                  <a:cubicBezTo>
                    <a:pt x="68580" y="111255"/>
                    <a:pt x="70610" y="116330"/>
                    <a:pt x="74679" y="120399"/>
                  </a:cubicBezTo>
                  <a:cubicBezTo>
                    <a:pt x="78739" y="124459"/>
                    <a:pt x="83823" y="126489"/>
                    <a:pt x="89913" y="126489"/>
                  </a:cubicBezTo>
                  <a:cubicBezTo>
                    <a:pt x="96012" y="126489"/>
                    <a:pt x="101096" y="124459"/>
                    <a:pt x="105156" y="120399"/>
                  </a:cubicBezTo>
                  <a:close/>
                  <a:moveTo>
                    <a:pt x="136776" y="282705"/>
                  </a:moveTo>
                  <a:lnTo>
                    <a:pt x="175263" y="282705"/>
                  </a:lnTo>
                  <a:lnTo>
                    <a:pt x="105156" y="146304"/>
                  </a:lnTo>
                  <a:cubicBezTo>
                    <a:pt x="104397" y="146816"/>
                    <a:pt x="102998" y="147319"/>
                    <a:pt x="100968" y="147831"/>
                  </a:cubicBezTo>
                  <a:cubicBezTo>
                    <a:pt x="99185" y="148334"/>
                    <a:pt x="97786" y="148718"/>
                    <a:pt x="96771" y="148974"/>
                  </a:cubicBezTo>
                  <a:lnTo>
                    <a:pt x="136776" y="282705"/>
                  </a:lnTo>
                  <a:close/>
                  <a:moveTo>
                    <a:pt x="175263" y="282705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025"/>
                  </a:moveTo>
                  <a:lnTo>
                    <a:pt x="139062" y="171450"/>
                  </a:lnTo>
                  <a:cubicBezTo>
                    <a:pt x="136776" y="168908"/>
                    <a:pt x="133859" y="167637"/>
                    <a:pt x="130302" y="167637"/>
                  </a:cubicBezTo>
                  <a:cubicBezTo>
                    <a:pt x="127001" y="167637"/>
                    <a:pt x="123956" y="168780"/>
                    <a:pt x="121158" y="171066"/>
                  </a:cubicBezTo>
                  <a:cubicBezTo>
                    <a:pt x="118616" y="173608"/>
                    <a:pt x="117345" y="176653"/>
                    <a:pt x="117345" y="180210"/>
                  </a:cubicBezTo>
                  <a:cubicBezTo>
                    <a:pt x="117345" y="183511"/>
                    <a:pt x="118616" y="186565"/>
                    <a:pt x="121158" y="189354"/>
                  </a:cubicBezTo>
                  <a:lnTo>
                    <a:pt x="157350" y="225171"/>
                  </a:lnTo>
                  <a:cubicBezTo>
                    <a:pt x="159892" y="227713"/>
                    <a:pt x="162937" y="228984"/>
                    <a:pt x="166494" y="228984"/>
                  </a:cubicBezTo>
                  <a:cubicBezTo>
                    <a:pt x="170051" y="228984"/>
                    <a:pt x="173105" y="227713"/>
                    <a:pt x="175638" y="225171"/>
                  </a:cubicBezTo>
                  <a:lnTo>
                    <a:pt x="244602" y="156591"/>
                  </a:lnTo>
                  <a:cubicBezTo>
                    <a:pt x="246888" y="154305"/>
                    <a:pt x="248031" y="151388"/>
                    <a:pt x="248031" y="147831"/>
                  </a:cubicBezTo>
                  <a:cubicBezTo>
                    <a:pt x="248031" y="144274"/>
                    <a:pt x="246760" y="141348"/>
                    <a:pt x="244218" y="139062"/>
                  </a:cubicBezTo>
                  <a:cubicBezTo>
                    <a:pt x="241685" y="137032"/>
                    <a:pt x="238759" y="136017"/>
                    <a:pt x="235458" y="136017"/>
                  </a:cubicBezTo>
                  <a:cubicBezTo>
                    <a:pt x="232157" y="136273"/>
                    <a:pt x="229487" y="137416"/>
                    <a:pt x="227457" y="139446"/>
                  </a:cubicBezTo>
                  <a:lnTo>
                    <a:pt x="166494" y="200025"/>
                  </a:lnTo>
                  <a:close/>
                  <a:moveTo>
                    <a:pt x="124971" y="335658"/>
                  </a:moveTo>
                  <a:lnTo>
                    <a:pt x="101343" y="295278"/>
                  </a:lnTo>
                  <a:lnTo>
                    <a:pt x="54480" y="285750"/>
                  </a:lnTo>
                  <a:cubicBezTo>
                    <a:pt x="51179" y="285238"/>
                    <a:pt x="48518" y="283592"/>
                    <a:pt x="46479" y="280794"/>
                  </a:cubicBezTo>
                  <a:cubicBezTo>
                    <a:pt x="44449" y="278005"/>
                    <a:pt x="43690" y="274951"/>
                    <a:pt x="44193" y="271650"/>
                  </a:cubicBezTo>
                  <a:lnTo>
                    <a:pt x="49533" y="226314"/>
                  </a:lnTo>
                  <a:lnTo>
                    <a:pt x="19431" y="191640"/>
                  </a:lnTo>
                  <a:cubicBezTo>
                    <a:pt x="17401" y="189107"/>
                    <a:pt x="16386" y="186181"/>
                    <a:pt x="16386" y="182880"/>
                  </a:cubicBezTo>
                  <a:cubicBezTo>
                    <a:pt x="16386" y="179579"/>
                    <a:pt x="17401" y="176653"/>
                    <a:pt x="19431" y="174120"/>
                  </a:cubicBezTo>
                  <a:lnTo>
                    <a:pt x="49533" y="139830"/>
                  </a:lnTo>
                  <a:lnTo>
                    <a:pt x="44193" y="94485"/>
                  </a:lnTo>
                  <a:cubicBezTo>
                    <a:pt x="43690" y="91184"/>
                    <a:pt x="44449" y="88139"/>
                    <a:pt x="46479" y="85341"/>
                  </a:cubicBezTo>
                  <a:cubicBezTo>
                    <a:pt x="48518" y="82552"/>
                    <a:pt x="51179" y="80769"/>
                    <a:pt x="54480" y="80010"/>
                  </a:cubicBezTo>
                  <a:lnTo>
                    <a:pt x="101343" y="70866"/>
                  </a:lnTo>
                  <a:lnTo>
                    <a:pt x="124971" y="30102"/>
                  </a:lnTo>
                  <a:cubicBezTo>
                    <a:pt x="126489" y="27304"/>
                    <a:pt x="128903" y="25402"/>
                    <a:pt x="132204" y="24387"/>
                  </a:cubicBezTo>
                  <a:cubicBezTo>
                    <a:pt x="135505" y="23116"/>
                    <a:pt x="138687" y="23244"/>
                    <a:pt x="141732" y="24762"/>
                  </a:cubicBezTo>
                  <a:lnTo>
                    <a:pt x="182880" y="43818"/>
                  </a:lnTo>
                  <a:lnTo>
                    <a:pt x="224028" y="24762"/>
                  </a:lnTo>
                  <a:cubicBezTo>
                    <a:pt x="227073" y="23244"/>
                    <a:pt x="230255" y="22988"/>
                    <a:pt x="233556" y="24003"/>
                  </a:cubicBezTo>
                  <a:cubicBezTo>
                    <a:pt x="236857" y="25018"/>
                    <a:pt x="239271" y="26920"/>
                    <a:pt x="240789" y="29718"/>
                  </a:cubicBezTo>
                  <a:lnTo>
                    <a:pt x="264792" y="70866"/>
                  </a:lnTo>
                  <a:lnTo>
                    <a:pt x="311280" y="80010"/>
                  </a:lnTo>
                  <a:cubicBezTo>
                    <a:pt x="314581" y="80769"/>
                    <a:pt x="317242" y="82552"/>
                    <a:pt x="319281" y="85341"/>
                  </a:cubicBezTo>
                  <a:cubicBezTo>
                    <a:pt x="321311" y="88139"/>
                    <a:pt x="322070" y="91184"/>
                    <a:pt x="321567" y="94485"/>
                  </a:cubicBezTo>
                  <a:lnTo>
                    <a:pt x="316227" y="139830"/>
                  </a:lnTo>
                  <a:lnTo>
                    <a:pt x="346329" y="174120"/>
                  </a:lnTo>
                  <a:cubicBezTo>
                    <a:pt x="348359" y="176653"/>
                    <a:pt x="349374" y="179579"/>
                    <a:pt x="349374" y="182880"/>
                  </a:cubicBezTo>
                  <a:cubicBezTo>
                    <a:pt x="349374" y="186181"/>
                    <a:pt x="348359" y="189107"/>
                    <a:pt x="346329" y="191640"/>
                  </a:cubicBezTo>
                  <a:lnTo>
                    <a:pt x="316227" y="226314"/>
                  </a:lnTo>
                  <a:lnTo>
                    <a:pt x="321567" y="271650"/>
                  </a:lnTo>
                  <a:cubicBezTo>
                    <a:pt x="322070" y="274951"/>
                    <a:pt x="321311" y="278005"/>
                    <a:pt x="319281" y="280794"/>
                  </a:cubicBezTo>
                  <a:cubicBezTo>
                    <a:pt x="317242" y="283592"/>
                    <a:pt x="314581" y="285238"/>
                    <a:pt x="311280" y="285750"/>
                  </a:cubicBezTo>
                  <a:lnTo>
                    <a:pt x="264792" y="295278"/>
                  </a:lnTo>
                  <a:lnTo>
                    <a:pt x="240789" y="336042"/>
                  </a:lnTo>
                  <a:cubicBezTo>
                    <a:pt x="239271" y="338840"/>
                    <a:pt x="236857" y="340742"/>
                    <a:pt x="233556" y="341757"/>
                  </a:cubicBezTo>
                  <a:cubicBezTo>
                    <a:pt x="230255" y="342772"/>
                    <a:pt x="227073" y="342516"/>
                    <a:pt x="224028" y="340998"/>
                  </a:cubicBezTo>
                  <a:lnTo>
                    <a:pt x="182880" y="321942"/>
                  </a:lnTo>
                  <a:lnTo>
                    <a:pt x="141732" y="340998"/>
                  </a:lnTo>
                  <a:cubicBezTo>
                    <a:pt x="138687" y="342516"/>
                    <a:pt x="135505" y="342644"/>
                    <a:pt x="132204" y="341373"/>
                  </a:cubicBezTo>
                  <a:cubicBezTo>
                    <a:pt x="128903" y="340358"/>
                    <a:pt x="126489" y="338456"/>
                    <a:pt x="124971" y="335658"/>
                  </a:cubicBezTo>
                  <a:close/>
                  <a:moveTo>
                    <a:pt x="142491" y="311655"/>
                  </a:moveTo>
                  <a:lnTo>
                    <a:pt x="182880" y="294510"/>
                  </a:lnTo>
                  <a:lnTo>
                    <a:pt x="224412" y="311655"/>
                  </a:lnTo>
                  <a:lnTo>
                    <a:pt x="249933" y="273936"/>
                  </a:lnTo>
                  <a:lnTo>
                    <a:pt x="294135" y="262506"/>
                  </a:lnTo>
                  <a:lnTo>
                    <a:pt x="289563" y="217554"/>
                  </a:lnTo>
                  <a:lnTo>
                    <a:pt x="320040" y="182880"/>
                  </a:lnTo>
                  <a:lnTo>
                    <a:pt x="289563" y="147447"/>
                  </a:lnTo>
                  <a:lnTo>
                    <a:pt x="294135" y="102486"/>
                  </a:lnTo>
                  <a:lnTo>
                    <a:pt x="249933" y="91824"/>
                  </a:lnTo>
                  <a:lnTo>
                    <a:pt x="223644" y="54105"/>
                  </a:lnTo>
                  <a:lnTo>
                    <a:pt x="182880" y="71250"/>
                  </a:lnTo>
                  <a:lnTo>
                    <a:pt x="141348" y="54105"/>
                  </a:lnTo>
                  <a:lnTo>
                    <a:pt x="116202" y="91824"/>
                  </a:lnTo>
                  <a:lnTo>
                    <a:pt x="72009" y="102486"/>
                  </a:lnTo>
                  <a:lnTo>
                    <a:pt x="76197" y="147447"/>
                  </a:lnTo>
                  <a:lnTo>
                    <a:pt x="45720" y="182880"/>
                  </a:lnTo>
                  <a:lnTo>
                    <a:pt x="76197" y="217554"/>
                  </a:lnTo>
                  <a:lnTo>
                    <a:pt x="72009" y="263274"/>
                  </a:lnTo>
                  <a:lnTo>
                    <a:pt x="115827" y="273936"/>
                  </a:lnTo>
                  <a:lnTo>
                    <a:pt x="142491" y="311655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色彩、字級與元件語言一覽：炭灰實心表頭卡、2pt 粗線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#2B2B2B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#EDEDED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#F07F2D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38pt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實心表頭色帶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圓點方籤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實心圓＋橘點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價值說明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4C4C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F07F2D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F07F2D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2026-10-09T05:02:59Z</dcterms:created>
  <dcterms:modified xsi:type="dcterms:W3CDTF">2026-10-09T05:02:59Z</dcterms:modified>
</cp:coreProperties>
</file>