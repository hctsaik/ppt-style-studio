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000" dirty="0"/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000" dirty="0"/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ysDot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