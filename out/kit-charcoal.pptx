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794246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EDEDE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222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3A3A3A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DED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3A3A3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3A3A3A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457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254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F07F2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DEDE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07F2D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F07F2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F07F2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34925">
              <a:solidFill>
                <a:srgbClr val="3A3A3A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07F2D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grpSp>
        <p:nvGrpSpPr>
          <p:cNvPr id="5006" name="深色標籤"/>
          <p:cNvGrpSpPr/>
          <p:nvPr/>
        </p:nvGrpSpPr>
        <p:grpSpPr>
          <a:xfrm>
            <a:off x="7637425" y="5065776"/>
            <a:ext cx="1014141" cy="292608"/>
            <a:chOff x="7637425" y="5065776"/>
            <a:chExt cx="1014141" cy="292608"/>
          </a:xfrm>
        </p:grpSpPr>
        <p:sp>
          <p:nvSpPr>
            <p:cNvPr id="101" name="標籤"/>
            <p:cNvSpPr/>
            <p:nvPr/>
          </p:nvSpPr>
          <p:spPr>
            <a:xfrm>
              <a:off x="7637425" y="5065776"/>
              <a:ext cx="1014141" cy="292608"/>
            </a:xfrm>
            <a:prstGeom prst="roundRect">
              <a:avLst>
                <a:gd name="adj" fmla="val 9375"/>
              </a:avLst>
            </a:prstGeom>
            <a:solidFill>
              <a:srgbClr val="3A3A3A"/>
            </a:solidFill>
            <a:ln/>
          </p:spPr>
          <p:txBody>
            <a:bodyPr wrap="square" lIns="256753" tIns="0" rIns="73737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主要標籤</a:t>
              </a:r>
              <a:endParaRPr lang="en-US" sz="1100" dirty="0"/>
            </a:p>
          </p:txBody>
        </p:sp>
        <p:sp>
          <p:nvSpPr>
            <p:cNvPr id="102" name="Text 100"/>
            <p:cNvSpPr/>
            <p:nvPr/>
          </p:nvSpPr>
          <p:spPr>
            <a:xfrm>
              <a:off x="7760320" y="5177155"/>
              <a:ext cx="69850" cy="69850"/>
            </a:xfrm>
            <a:prstGeom prst="ellipse">
              <a:avLst/>
            </a:pr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8780649" y="5074920"/>
            <a:ext cx="1526540" cy="274320"/>
            <a:chOff x="8780649" y="5074920"/>
            <a:chExt cx="1526540" cy="274320"/>
          </a:xfrm>
        </p:grpSpPr>
        <p:sp>
          <p:nvSpPr>
            <p:cNvPr id="104" name="標籤"/>
            <p:cNvSpPr/>
            <p:nvPr/>
          </p:nvSpPr>
          <p:spPr>
            <a:xfrm>
              <a:off x="8780649" y="5074920"/>
              <a:ext cx="726694" cy="274320"/>
            </a:xfrm>
            <a:prstGeom prst="roundRect">
              <a:avLst>
                <a:gd name="adj" fmla="val 10000"/>
              </a:avLst>
            </a:prstGeom>
            <a:solidFill>
              <a:srgbClr val="F07F2D"/>
            </a:solidFill>
            <a:ln/>
          </p:spPr>
          <p:txBody>
            <a:bodyPr wrap="square" lIns="252730" tIns="0" rIns="71323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5" name="Text 103"/>
            <p:cNvSpPr/>
            <p:nvPr/>
          </p:nvSpPr>
          <p:spPr>
            <a:xfrm>
              <a:off x="8899521" y="5177155"/>
              <a:ext cx="69850" cy="69850"/>
            </a:xfrm>
            <a:prstGeom prst="ellipse">
              <a:avLst/>
            </a:prstGeom>
            <a:solidFill>
              <a:srgbClr val="FFFFF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9580495" y="5074920"/>
              <a:ext cx="726694" cy="274320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/>
          </p:spPr>
          <p:txBody>
            <a:bodyPr wrap="square" lIns="252730" tIns="0" rIns="71323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9699367" y="5177155"/>
              <a:ext cx="69850" cy="69850"/>
            </a:xfrm>
            <a:prstGeom prst="ellipse">
              <a:avLst/>
            </a:pr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8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9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3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4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5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125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6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7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8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20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22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10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45720"/>
                  </a:lnTo>
                  <a:arcTo hR="45720" wR="45720" stAng="10800000" swAng="5400000"/>
                  <a:lnTo>
                    <a:pt x="1051560" y="0"/>
                  </a:lnTo>
                  <a:arcTo hR="45720" wR="4572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1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7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2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30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3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175500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8150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8150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25400">
              <a:solidFill>
                <a:srgbClr val="F07F2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8150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11937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11937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6196432" y="411937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9020327" y="411937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4237"/>
              </a:avLst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分隔"/>
            <p:cNvSpPr/>
            <p:nvPr/>
          </p:nvSpPr>
          <p:spPr>
            <a:xfrm>
              <a:off x="10240251" y="5047488"/>
              <a:ext cx="182880" cy="274320"/>
            </a:xfrm>
            <a:prstGeom prst="chevron">
              <a:avLst>
                <a:gd name="adj" fmla="val 60000"/>
              </a:avLst>
            </a:pr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4237"/>
              </a:avLst>
            </a:prstGeom>
            <a:solidFill>
              <a:srgbClr val="FFFFFF"/>
            </a:solidFill>
            <a:ln w="2222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7896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50410" y="18150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152181" y="18150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FFFFFF"/>
            </a:solidFill>
            <a:ln w="19050">
              <a:solidFill>
                <a:srgbClr val="F07F2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F2F2F2"/>
            </a:solidFill>
            <a:ln/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3A3A3A"/>
            </a:solidFill>
            <a:ln/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1010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2222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45720"/>
                  </a:lnTo>
                  <a:arcTo hR="45720" wR="45720" stAng="10800000" swAng="5400000"/>
                  <a:lnTo>
                    <a:pt x="1044753" y="0"/>
                  </a:lnTo>
                  <a:arcTo hR="45720" wR="45720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1997405" y="6016752"/>
              <a:ext cx="593344" cy="201168"/>
            </a:xfrm>
            <a:prstGeom prst="roundRect">
              <a:avLst>
                <a:gd name="adj" fmla="val 13636"/>
              </a:avLst>
            </a:prstGeom>
            <a:solidFill>
              <a:srgbClr val="F07F2D"/>
            </a:solidFill>
            <a:ln/>
          </p:spPr>
          <p:txBody>
            <a:bodyPr wrap="square" lIns="233680" tIns="0" rIns="71323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9" name="Text 65"/>
            <p:cNvSpPr/>
            <p:nvPr/>
          </p:nvSpPr>
          <p:spPr>
            <a:xfrm>
              <a:off x="2116277" y="6091936"/>
              <a:ext cx="50800" cy="50800"/>
            </a:xfrm>
            <a:prstGeom prst="ellipse">
              <a:avLst/>
            </a:prstGeom>
            <a:solidFill>
              <a:srgbClr val="FFFFF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7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8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9" name="Text 75"/>
          <p:cNvSpPr/>
          <p:nvPr/>
        </p:nvSpPr>
        <p:spPr>
          <a:xfrm>
            <a:off x="4350410" y="41010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2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5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6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7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5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6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7" name="Text 93"/>
          <p:cNvSpPr/>
          <p:nvPr/>
        </p:nvSpPr>
        <p:spPr>
          <a:xfrm>
            <a:off x="8152181" y="41010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9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100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101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2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3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4" name="連接線"/>
            <p:cNvCxnSpPr>
              <a:stCxn id="100" idx="3"/>
              <a:endCxn id="101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2"/>
              <a:endCxn id="102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1"/>
              <a:endCxn id="103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7" name="連接線"/>
            <p:cNvCxnSpPr>
              <a:stCxn id="103" idx="0"/>
              <a:endCxn id="100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108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9" name="Text 10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10" name="Text 10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色彩、字級與元件語言一覽：炭灰實心表頭卡、2pt 粗線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B2B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EDEDE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#EDEDED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07F2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#F07F2D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38pt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實心表頭色帶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7086600" y="2368296"/>
            <a:ext cx="1325880" cy="164592"/>
          </a:xfrm>
          <a:custGeom>
            <a:avLst/>
            <a:gdLst/>
            <a:ahLst/>
            <a:cxnLst/>
            <a:rect l="l" t="t" r="r" b="b"/>
            <a:pathLst>
              <a:path w="132588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280160" y="0"/>
                </a:lnTo>
                <a:arcTo hR="45720" wR="45720" stAng="16200000" swAng="5400000"/>
                <a:lnTo>
                  <a:pt x="1325880" y="164592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143000" y="0"/>
                </a:lnTo>
                <a:arcTo hR="45720" wR="4572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圓點方籤</a:t>
            </a:r>
            <a:endParaRPr lang="en-US" sz="1000" dirty="0"/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209495" y="3217164"/>
            <a:ext cx="76200" cy="762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標籤"/>
          <p:cNvSpPr/>
          <p:nvPr/>
        </p:nvSpPr>
        <p:spPr>
          <a:xfrm>
            <a:off x="7975519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/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098414" y="3217164"/>
            <a:ext cx="76200" cy="762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標籤"/>
          <p:cNvSpPr/>
          <p:nvPr/>
        </p:nvSpPr>
        <p:spPr>
          <a:xfrm>
            <a:off x="8864437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8987333" y="3217164"/>
            <a:ext cx="76200" cy="762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實心圓＋橘點</a:t>
            </a:r>
            <a:endParaRPr lang="en-US" sz="1000" dirty="0"/>
          </a:p>
        </p:txBody>
      </p:sp>
      <p:sp>
        <p:nvSpPr>
          <p:cNvPr id="62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382866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949794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516722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9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73" name="分隔"/>
          <p:cNvSpPr/>
          <p:nvPr/>
        </p:nvSpPr>
        <p:spPr>
          <a:xfrm>
            <a:off x="781812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5" name="分隔"/>
          <p:cNvSpPr/>
          <p:nvPr/>
        </p:nvSpPr>
        <p:spPr>
          <a:xfrm>
            <a:off x="891540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7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2pt 實線＋三角箭頭</a:t>
            </a:r>
            <a:endParaRPr lang="en-US" sz="1000" dirty="0"/>
          </a:p>
        </p:txBody>
      </p:sp>
      <p:sp>
        <p:nvSpPr>
          <p:cNvPr id="80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81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84" name="Text 82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000" dirty="0"/>
          </a:p>
        </p:txBody>
      </p:sp>
      <p:sp>
        <p:nvSpPr>
          <p:cNvPr id="85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6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7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5869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表頭"/>
          <p:cNvSpPr/>
          <p:nvPr/>
        </p:nvSpPr>
        <p:spPr>
          <a:xfrm>
            <a:off x="548640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86384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6384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表頭"/>
          <p:cNvSpPr/>
          <p:nvPr/>
        </p:nvSpPr>
        <p:spPr>
          <a:xfrm>
            <a:off x="4390492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8236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663792" y="174650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782664" y="1842770"/>
            <a:ext cx="63500" cy="635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標籤"/>
          <p:cNvSpPr/>
          <p:nvPr/>
        </p:nvSpPr>
        <p:spPr>
          <a:xfrm>
            <a:off x="4591660" y="389534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10532" y="3991610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7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535" y="5210556"/>
            <a:ext cx="76200" cy="762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/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535" y="5594604"/>
            <a:ext cx="76200" cy="762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4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535" y="5978652"/>
            <a:ext cx="76200" cy="762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3A3A3A"/>
          </a:solidFill>
          <a:ln/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4578" y="2464181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標籤"/>
          <p:cNvSpPr/>
          <p:nvPr/>
        </p:nvSpPr>
        <p:spPr>
          <a:xfrm>
            <a:off x="2022886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07F2D"/>
          </a:solidFill>
          <a:ln/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68825" y="2464181"/>
            <a:ext cx="82550" cy="8255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標籤"/>
          <p:cNvSpPr/>
          <p:nvPr/>
        </p:nvSpPr>
        <p:spPr>
          <a:xfrm>
            <a:off x="3497133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2F2F2"/>
          </a:solidFill>
          <a:ln/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43071" y="2464181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標籤"/>
          <p:cNvSpPr/>
          <p:nvPr/>
        </p:nvSpPr>
        <p:spPr>
          <a:xfrm>
            <a:off x="4971379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17318" y="2464181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199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8" name="標籤"/>
          <p:cNvSpPr/>
          <p:nvPr/>
        </p:nvSpPr>
        <p:spPr>
          <a:xfrm>
            <a:off x="7451466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570338" y="2473706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標籤"/>
          <p:cNvSpPr/>
          <p:nvPr/>
        </p:nvSpPr>
        <p:spPr>
          <a:xfrm>
            <a:off x="8270870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89742" y="2473706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標籤"/>
          <p:cNvSpPr/>
          <p:nvPr/>
        </p:nvSpPr>
        <p:spPr>
          <a:xfrm>
            <a:off x="9090274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209146" y="2473706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9940" y="3817493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9940" y="4384421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9940" y="495134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9940" y="5518277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672310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239238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806166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373094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5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25400">
            <a:solidFill>
              <a:srgbClr val="3A3A3A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分隔"/>
          <p:cNvSpPr/>
          <p:nvPr/>
        </p:nvSpPr>
        <p:spPr>
          <a:xfrm>
            <a:off x="123746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分隔"/>
          <p:cNvSpPr/>
          <p:nvPr/>
        </p:nvSpPr>
        <p:spPr>
          <a:xfrm>
            <a:off x="223107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3A3A3A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B6B6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735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25400">
            <a:solidFill>
              <a:srgbClr val="3A3A3A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3A3A3A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444361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63233" y="333006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7870825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989697" y="333006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6444361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63233" y="4646803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標籤"/>
          <p:cNvSpPr/>
          <p:nvPr/>
        </p:nvSpPr>
        <p:spPr>
          <a:xfrm>
            <a:off x="7870825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989697" y="4646803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6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50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53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6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9303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分隔"/>
          <p:cNvSpPr/>
          <p:nvPr/>
        </p:nvSpPr>
        <p:spPr>
          <a:xfrm>
            <a:off x="4137050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分隔"/>
          <p:cNvSpPr/>
          <p:nvPr/>
        </p:nvSpPr>
        <p:spPr>
          <a:xfrm>
            <a:off x="7835189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07449" y="472274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507449" y="522566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507449" y="572858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903726" y="472274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903726" y="522566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903726" y="572858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4825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分隔"/>
          <p:cNvSpPr/>
          <p:nvPr/>
        </p:nvSpPr>
        <p:spPr>
          <a:xfrm>
            <a:off x="2549896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分隔"/>
          <p:cNvSpPr/>
          <p:nvPr/>
        </p:nvSpPr>
        <p:spPr>
          <a:xfrm>
            <a:off x="4852904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分隔"/>
          <p:cNvSpPr/>
          <p:nvPr/>
        </p:nvSpPr>
        <p:spPr>
          <a:xfrm>
            <a:off x="7155912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分隔"/>
          <p:cNvSpPr/>
          <p:nvPr/>
        </p:nvSpPr>
        <p:spPr>
          <a:xfrm>
            <a:off x="9458919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2540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48775" y="1985899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4" name="標籤"/>
          <p:cNvSpPr/>
          <p:nvPr/>
        </p:nvSpPr>
        <p:spPr>
          <a:xfrm>
            <a:off x="1325880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448775" y="2443099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0446471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569367" y="1985899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0446471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569367" y="2443099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1039752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414656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8" name="標籤"/>
          <p:cNvSpPr/>
          <p:nvPr/>
        </p:nvSpPr>
        <p:spPr>
          <a:xfrm>
            <a:off x="1816992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939887" y="593610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3813355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4188259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4590595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13491" y="593610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6774411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55" name="標籤"/>
          <p:cNvSpPr/>
          <p:nvPr/>
        </p:nvSpPr>
        <p:spPr>
          <a:xfrm>
            <a:off x="7176747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299643" y="593610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9360563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735467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9" name="標籤"/>
          <p:cNvSpPr/>
          <p:nvPr/>
        </p:nvSpPr>
        <p:spPr>
          <a:xfrm>
            <a:off x="10137803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260698" y="593610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07F2D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5809996" y="228600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8868" y="2382266"/>
            <a:ext cx="63500" cy="635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4937760" y="294436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56632" y="3040634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7" name="標籤"/>
          <p:cNvSpPr/>
          <p:nvPr/>
        </p:nvSpPr>
        <p:spPr>
          <a:xfrm>
            <a:off x="5809996" y="361188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28868" y="3708146"/>
            <a:ext cx="63500" cy="635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標籤"/>
          <p:cNvSpPr/>
          <p:nvPr/>
        </p:nvSpPr>
        <p:spPr>
          <a:xfrm>
            <a:off x="4937760" y="427024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56632" y="4366514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43" name="標籤"/>
          <p:cNvSpPr/>
          <p:nvPr/>
        </p:nvSpPr>
        <p:spPr>
          <a:xfrm>
            <a:off x="5809996" y="493776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928868" y="5034026"/>
            <a:ext cx="63500" cy="635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標籤"/>
          <p:cNvSpPr/>
          <p:nvPr/>
        </p:nvSpPr>
        <p:spPr>
          <a:xfrm>
            <a:off x="4937760" y="559612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056632" y="5692394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54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6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7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9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0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62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5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7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9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70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72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炭灰橘點</dc:title>
  <dc:subject>PptxGenJS Presentation</dc:subject>
  <dc:creator>PPT Style Studio</dc:creator>
  <cp:lastModifiedBy>PPT Style Studio</cp:lastModifiedBy>
  <cp:revision>1</cp:revision>
  <dcterms:created xsi:type="dcterms:W3CDTF">2026-10-09T02:33:50Z</dcterms:created>
  <dcterms:modified xsi:type="dcterms:W3CDTF">2026-10-09T02:33:50Z</dcterms:modified>
</cp:coreProperties>
</file>