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7A1F2B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4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263336" y="4928616"/>
            <a:ext cx="566928" cy="566928"/>
            <a:chOff x="2263336" y="4928616"/>
            <a:chExt cx="566928" cy="566928"/>
          </a:xfrm>
        </p:grpSpPr>
        <p:sp>
          <p:nvSpPr>
            <p:cNvPr id="89" name="大圓"/>
            <p:cNvSpPr/>
            <p:nvPr/>
          </p:nvSpPr>
          <p:spPr>
            <a:xfrm>
              <a:off x="2263336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297352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3696776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8" name="編號"/>
            <p:cNvSpPr/>
            <p:nvPr/>
          </p:nvSpPr>
          <p:spPr>
            <a:xfrm>
              <a:off x="6205576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6973672" y="5056632"/>
              <a:ext cx="310896" cy="310896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4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7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3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4797008" y="5751576"/>
            <a:ext cx="1097280" cy="420624"/>
            <a:chOff x="4797008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4797008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4797008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6196432" y="5751576"/>
            <a:ext cx="1097280" cy="420624"/>
            <a:chOff x="6196432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6196432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6196432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68096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41132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714168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9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9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1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1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2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4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9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9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0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9020327" y="4590288"/>
              <a:ext cx="1078992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093947" y="5184648"/>
              <a:ext cx="457200" cy="0"/>
            </a:xfrm>
            <a:prstGeom prst="line">
              <a:avLst/>
            </a:prstGeom>
            <a:noFill/>
            <a:ln w="1270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7A1F2B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350410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56707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763004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100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1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11" name="Text 10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圖示庫 Icon Library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400" dirty="0"/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色條"/>
            <p:cNvSpPr/>
            <p:nvPr/>
          </p:nvSpPr>
          <p:spPr>
            <a:xfrm>
              <a:off x="4773168" y="5202936"/>
              <a:ext cx="210312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000" dirty="0"/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000" dirty="0"/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000" dirty="0"/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300" dirty="0"/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400" dirty="0"/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2026-10-09T04:47:16Z</dcterms:created>
  <dcterms:modified xsi:type="dcterms:W3CDTF">2026-10-09T04:47:16Z</dcterms:modified>
</cp:coreProperties>
</file>