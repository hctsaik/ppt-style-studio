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68096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714168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9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9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0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7A1F2B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350410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56707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763004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100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1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1" name="Text 10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400" dirty="0"/>
          </a:p>
        </p:txBody>
      </p:sp>
      <p:sp>
        <p:nvSpPr>
          <p:cNvPr id="5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7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9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1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3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5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7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19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1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3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5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7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29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1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3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5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7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39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1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3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5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7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49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1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3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5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7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59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1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3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5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7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69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1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3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5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7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79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1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3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5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7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89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1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3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5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7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99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1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3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5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7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09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1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3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5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7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19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1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3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4384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5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48640" y="50154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74980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8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438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1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4638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4" name="卡片"/>
            <p:cNvSpPr/>
            <p:nvPr/>
          </p:nvSpPr>
          <p:spPr>
            <a:xfrm>
              <a:off x="4773168" y="5276088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色條"/>
            <p:cNvSpPr/>
            <p:nvPr/>
          </p:nvSpPr>
          <p:spPr>
            <a:xfrm>
              <a:off x="4773168" y="5276088"/>
              <a:ext cx="210312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019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9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438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3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1930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1930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19304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2026-10-09T02:55:48Z</dcterms:created>
  <dcterms:modified xsi:type="dcterms:W3CDTF">2026-10-09T02:55:48Z</dcterms:modified>
</cp:coreProperties>
</file>