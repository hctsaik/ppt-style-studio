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一頁看完本風格的所有元件變化：挑好樣式，直接複製圖形使用</a:t>
            </a:r>
            <a:endParaRPr lang="en-US" sz="1600" dirty="0"/>
          </a:p>
        </p:txBody>
      </p:sp>
      <p:sp>
        <p:nvSpPr>
          <p:cNvPr id="5" name="類別"/>
          <p:cNvSpPr/>
          <p:nvPr/>
        </p:nvSpPr>
        <p:spPr>
          <a:xfrm>
            <a:off x="548640" y="174193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6" name="流程方塊"/>
          <p:cNvSpPr/>
          <p:nvPr/>
        </p:nvSpPr>
        <p:spPr>
          <a:xfrm>
            <a:off x="1998160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7" name="圖說"/>
          <p:cNvSpPr/>
          <p:nvPr/>
        </p:nvSpPr>
        <p:spPr>
          <a:xfrm>
            <a:off x="1874520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850" dirty="0"/>
          </a:p>
        </p:txBody>
      </p:sp>
      <p:sp>
        <p:nvSpPr>
          <p:cNvPr id="8" name="流程方塊"/>
          <p:cNvSpPr/>
          <p:nvPr/>
        </p:nvSpPr>
        <p:spPr>
          <a:xfrm>
            <a:off x="3397584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121285" dist="36322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9" name="圖說"/>
          <p:cNvSpPr/>
          <p:nvPr/>
        </p:nvSpPr>
        <p:spPr>
          <a:xfrm>
            <a:off x="3273944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10" name="流程方塊"/>
          <p:cNvSpPr/>
          <p:nvPr/>
        </p:nvSpPr>
        <p:spPr>
          <a:xfrm>
            <a:off x="4797008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1" name="圖說"/>
          <p:cNvSpPr/>
          <p:nvPr/>
        </p:nvSpPr>
        <p:spPr>
          <a:xfrm>
            <a:off x="4673368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12" name="流程方塊"/>
          <p:cNvSpPr/>
          <p:nvPr/>
        </p:nvSpPr>
        <p:spPr>
          <a:xfrm>
            <a:off x="6196432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3" name="圖說"/>
          <p:cNvSpPr/>
          <p:nvPr/>
        </p:nvSpPr>
        <p:spPr>
          <a:xfrm>
            <a:off x="6072792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14" name="流程方塊"/>
          <p:cNvSpPr/>
          <p:nvPr/>
        </p:nvSpPr>
        <p:spPr>
          <a:xfrm>
            <a:off x="7595855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2225">
            <a:solidFill>
              <a:srgbClr val="0F7C80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5" name="圖說"/>
          <p:cNvSpPr/>
          <p:nvPr/>
        </p:nvSpPr>
        <p:spPr>
          <a:xfrm>
            <a:off x="7472216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850" dirty="0"/>
          </a:p>
        </p:txBody>
      </p:sp>
      <p:sp>
        <p:nvSpPr>
          <p:cNvPr id="16" name="流程方塊"/>
          <p:cNvSpPr/>
          <p:nvPr/>
        </p:nvSpPr>
        <p:spPr>
          <a:xfrm>
            <a:off x="8995279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150" dirty="0"/>
          </a:p>
        </p:txBody>
      </p:sp>
      <p:sp>
        <p:nvSpPr>
          <p:cNvPr id="17" name="圖說"/>
          <p:cNvSpPr/>
          <p:nvPr/>
        </p:nvSpPr>
        <p:spPr>
          <a:xfrm>
            <a:off x="8871639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18" name="流程方塊"/>
          <p:cNvSpPr/>
          <p:nvPr/>
        </p:nvSpPr>
        <p:spPr>
          <a:xfrm>
            <a:off x="10394703" y="167335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150" dirty="0"/>
          </a:p>
        </p:txBody>
      </p:sp>
      <p:sp>
        <p:nvSpPr>
          <p:cNvPr id="19" name="圖說"/>
          <p:cNvSpPr/>
          <p:nvPr/>
        </p:nvSpPr>
        <p:spPr>
          <a:xfrm>
            <a:off x="10271063" y="20894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850" dirty="0"/>
          </a:p>
        </p:txBody>
      </p:sp>
      <p:sp>
        <p:nvSpPr>
          <p:cNvPr id="20" name="線條"/>
          <p:cNvSpPr/>
          <p:nvPr/>
        </p:nvSpPr>
        <p:spPr>
          <a:xfrm>
            <a:off x="548640" y="226314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1" name="類別"/>
          <p:cNvSpPr/>
          <p:nvPr/>
        </p:nvSpPr>
        <p:spPr>
          <a:xfrm>
            <a:off x="548640" y="242773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2" name="判斷菱形"/>
          <p:cNvSpPr/>
          <p:nvPr/>
        </p:nvSpPr>
        <p:spPr>
          <a:xfrm>
            <a:off x="2066740" y="231343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3" name="圖說"/>
          <p:cNvSpPr/>
          <p:nvPr/>
        </p:nvSpPr>
        <p:spPr>
          <a:xfrm>
            <a:off x="1874520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24" name="判斷菱形"/>
          <p:cNvSpPr/>
          <p:nvPr/>
        </p:nvSpPr>
        <p:spPr>
          <a:xfrm>
            <a:off x="3466164" y="2313432"/>
            <a:ext cx="960120" cy="475488"/>
          </a:xfrm>
          <a:prstGeom prst="diamond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5" name="圖說"/>
          <p:cNvSpPr/>
          <p:nvPr/>
        </p:nvSpPr>
        <p:spPr>
          <a:xfrm>
            <a:off x="3273944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26" name="判斷菱形"/>
          <p:cNvSpPr/>
          <p:nvPr/>
        </p:nvSpPr>
        <p:spPr>
          <a:xfrm>
            <a:off x="4865588" y="2313432"/>
            <a:ext cx="960120" cy="475488"/>
          </a:xfrm>
          <a:prstGeom prst="diamond">
            <a:avLst/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7" name="圖說"/>
          <p:cNvSpPr/>
          <p:nvPr/>
        </p:nvSpPr>
        <p:spPr>
          <a:xfrm>
            <a:off x="4673368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28" name="判斷菱形"/>
          <p:cNvSpPr/>
          <p:nvPr/>
        </p:nvSpPr>
        <p:spPr>
          <a:xfrm>
            <a:off x="6265012" y="2313432"/>
            <a:ext cx="960120" cy="47548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8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9" name="圖說"/>
          <p:cNvSpPr/>
          <p:nvPr/>
        </p:nvSpPr>
        <p:spPr>
          <a:xfrm>
            <a:off x="6072792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850" dirty="0"/>
          </a:p>
        </p:txBody>
      </p:sp>
      <p:sp>
        <p:nvSpPr>
          <p:cNvPr id="30" name="判斷菱形"/>
          <p:cNvSpPr/>
          <p:nvPr/>
        </p:nvSpPr>
        <p:spPr>
          <a:xfrm>
            <a:off x="7664435" y="2313432"/>
            <a:ext cx="960120" cy="475488"/>
          </a:xfrm>
          <a:prstGeom prst="diamond">
            <a:avLst/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1" name="圖說"/>
          <p:cNvSpPr/>
          <p:nvPr/>
        </p:nvSpPr>
        <p:spPr>
          <a:xfrm>
            <a:off x="7472216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32" name="判斷菱形"/>
          <p:cNvSpPr/>
          <p:nvPr/>
        </p:nvSpPr>
        <p:spPr>
          <a:xfrm>
            <a:off x="9063859" y="231343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3" name="圖說"/>
          <p:cNvSpPr/>
          <p:nvPr/>
        </p:nvSpPr>
        <p:spPr>
          <a:xfrm>
            <a:off x="8871639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8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0330695" y="2313432"/>
            <a:ext cx="1115568" cy="475488"/>
            <a:chOff x="10330695" y="2313432"/>
            <a:chExt cx="1115568" cy="475488"/>
          </a:xfrm>
        </p:grpSpPr>
        <p:sp>
          <p:nvSpPr>
            <p:cNvPr id="34" name="判斷菱形"/>
            <p:cNvSpPr/>
            <p:nvPr/>
          </p:nvSpPr>
          <p:spPr>
            <a:xfrm>
              <a:off x="10330695" y="2313432"/>
              <a:ext cx="566928" cy="475488"/>
            </a:xfrm>
            <a:prstGeom prst="diamond">
              <a:avLst/>
            </a:prstGeom>
            <a:solidFill>
              <a:srgbClr val="FFFFFF"/>
            </a:solidFill>
            <a:ln w="15875">
              <a:solidFill>
                <a:srgbClr val="0F7C8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5" name="線條"/>
            <p:cNvSpPr/>
            <p:nvPr/>
          </p:nvSpPr>
          <p:spPr>
            <a:xfrm>
              <a:off x="10897623" y="2551176"/>
              <a:ext cx="548640" cy="0"/>
            </a:xfrm>
            <a:prstGeom prst="line">
              <a:avLst/>
            </a:prstGeom>
            <a:noFill/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sp>
        <p:sp>
          <p:nvSpPr>
            <p:cNvPr id="36" name="標註"/>
            <p:cNvSpPr/>
            <p:nvPr/>
          </p:nvSpPr>
          <p:spPr>
            <a:xfrm>
              <a:off x="10915911" y="2368296"/>
              <a:ext cx="274320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00" dirty="0"/>
            </a:p>
          </p:txBody>
        </p:sp>
      </p:grpSp>
      <p:sp>
        <p:nvSpPr>
          <p:cNvPr id="37" name="圖說"/>
          <p:cNvSpPr/>
          <p:nvPr/>
        </p:nvSpPr>
        <p:spPr>
          <a:xfrm>
            <a:off x="10271063" y="282092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850" dirty="0"/>
          </a:p>
        </p:txBody>
      </p:sp>
      <p:sp>
        <p:nvSpPr>
          <p:cNvPr id="38" name="線條"/>
          <p:cNvSpPr/>
          <p:nvPr/>
        </p:nvSpPr>
        <p:spPr>
          <a:xfrm>
            <a:off x="548640" y="299466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39" name="類別"/>
          <p:cNvSpPr/>
          <p:nvPr/>
        </p:nvSpPr>
        <p:spPr>
          <a:xfrm>
            <a:off x="548640" y="3095244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400" dirty="0"/>
          </a:p>
        </p:txBody>
      </p:sp>
      <p:sp>
        <p:nvSpPr>
          <p:cNvPr id="40" name="開始／結束"/>
          <p:cNvSpPr/>
          <p:nvPr/>
        </p:nvSpPr>
        <p:spPr>
          <a:xfrm>
            <a:off x="1998160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7C80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1" name="圖說"/>
          <p:cNvSpPr/>
          <p:nvPr/>
        </p:nvSpPr>
        <p:spPr>
          <a:xfrm>
            <a:off x="1874520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42" name="開始／結束"/>
          <p:cNvSpPr/>
          <p:nvPr/>
        </p:nvSpPr>
        <p:spPr>
          <a:xfrm>
            <a:off x="3397584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3" name="圖說"/>
          <p:cNvSpPr/>
          <p:nvPr/>
        </p:nvSpPr>
        <p:spPr>
          <a:xfrm>
            <a:off x="3273944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44" name="開始／結束"/>
          <p:cNvSpPr/>
          <p:nvPr/>
        </p:nvSpPr>
        <p:spPr>
          <a:xfrm>
            <a:off x="4797008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5" name="圖說"/>
          <p:cNvSpPr/>
          <p:nvPr/>
        </p:nvSpPr>
        <p:spPr>
          <a:xfrm>
            <a:off x="4673368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46" name="開始／結束"/>
          <p:cNvSpPr/>
          <p:nvPr/>
        </p:nvSpPr>
        <p:spPr>
          <a:xfrm>
            <a:off x="6196432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109728" dist="32893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7" name="圖說"/>
          <p:cNvSpPr/>
          <p:nvPr/>
        </p:nvSpPr>
        <p:spPr>
          <a:xfrm>
            <a:off x="6072792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48" name="開始／結束"/>
          <p:cNvSpPr/>
          <p:nvPr/>
        </p:nvSpPr>
        <p:spPr>
          <a:xfrm>
            <a:off x="7595855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49" name="圖說"/>
          <p:cNvSpPr/>
          <p:nvPr/>
        </p:nvSpPr>
        <p:spPr>
          <a:xfrm>
            <a:off x="7472216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50" name="開始／結束"/>
          <p:cNvSpPr/>
          <p:nvPr/>
        </p:nvSpPr>
        <p:spPr>
          <a:xfrm>
            <a:off x="8995279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51" name="圖說"/>
          <p:cNvSpPr/>
          <p:nvPr/>
        </p:nvSpPr>
        <p:spPr>
          <a:xfrm>
            <a:off x="8871639" y="342442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850" dirty="0"/>
          </a:p>
        </p:txBody>
      </p:sp>
      <p:sp>
        <p:nvSpPr>
          <p:cNvPr id="52" name="線條"/>
          <p:cNvSpPr/>
          <p:nvPr/>
        </p:nvSpPr>
        <p:spPr>
          <a:xfrm>
            <a:off x="548640" y="359816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53" name="類別"/>
          <p:cNvSpPr/>
          <p:nvPr/>
        </p:nvSpPr>
        <p:spPr>
          <a:xfrm>
            <a:off x="548640" y="370789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400" dirty="0"/>
          </a:p>
        </p:txBody>
      </p:sp>
      <p:sp>
        <p:nvSpPr>
          <p:cNvPr id="54" name="線條"/>
          <p:cNvSpPr/>
          <p:nvPr/>
        </p:nvSpPr>
        <p:spPr>
          <a:xfrm>
            <a:off x="2016448" y="3831336"/>
            <a:ext cx="1060704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</p:sp>
      <p:sp>
        <p:nvSpPr>
          <p:cNvPr id="55" name="圖說"/>
          <p:cNvSpPr/>
          <p:nvPr/>
        </p:nvSpPr>
        <p:spPr>
          <a:xfrm>
            <a:off x="1874520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850" dirty="0"/>
          </a:p>
        </p:txBody>
      </p:sp>
      <p:sp>
        <p:nvSpPr>
          <p:cNvPr id="56" name="線條"/>
          <p:cNvSpPr/>
          <p:nvPr/>
        </p:nvSpPr>
        <p:spPr>
          <a:xfrm>
            <a:off x="3415872" y="3831336"/>
            <a:ext cx="1060704" cy="0"/>
          </a:xfrm>
          <a:prstGeom prst="line">
            <a:avLst/>
          </a:prstGeom>
          <a:noFill/>
          <a:ln w="28575">
            <a:solidFill>
              <a:srgbClr val="0F7C80"/>
            </a:solidFill>
            <a:prstDash val="solid"/>
            <a:tailEnd type="triangle"/>
          </a:ln>
        </p:spPr>
      </p:sp>
      <p:sp>
        <p:nvSpPr>
          <p:cNvPr id="57" name="圖說"/>
          <p:cNvSpPr/>
          <p:nvPr/>
        </p:nvSpPr>
        <p:spPr>
          <a:xfrm>
            <a:off x="3273944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850" dirty="0"/>
          </a:p>
        </p:txBody>
      </p:sp>
      <p:sp>
        <p:nvSpPr>
          <p:cNvPr id="58" name="連接線"/>
          <p:cNvSpPr/>
          <p:nvPr/>
        </p:nvSpPr>
        <p:spPr>
          <a:xfrm>
            <a:off x="4815296" y="3694176"/>
            <a:ext cx="1060704" cy="274320"/>
          </a:xfrm>
          <a:custGeom>
            <a:avLst/>
            <a:gdLst/>
            <a:ahLst/>
            <a:cxnLst/>
            <a:rect l="l" t="t" r="r" b="b"/>
            <a:pathLst>
              <a:path w="1060704" h="274320">
                <a:moveTo>
                  <a:pt x="0" y="0"/>
                </a:moveTo>
                <a:lnTo>
                  <a:pt x="530352" y="0"/>
                </a:lnTo>
                <a:lnTo>
                  <a:pt x="530352" y="274320"/>
                </a:lnTo>
                <a:lnTo>
                  <a:pt x="1060704" y="27432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4673368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850" dirty="0"/>
          </a:p>
        </p:txBody>
      </p:sp>
      <p:sp>
        <p:nvSpPr>
          <p:cNvPr id="60" name="線條"/>
          <p:cNvSpPr/>
          <p:nvPr/>
        </p:nvSpPr>
        <p:spPr>
          <a:xfrm>
            <a:off x="6214720" y="3831336"/>
            <a:ext cx="1060704" cy="0"/>
          </a:xfrm>
          <a:prstGeom prst="line">
            <a:avLst/>
          </a:prstGeom>
          <a:noFill/>
          <a:ln w="15875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1" name="圖說"/>
          <p:cNvSpPr/>
          <p:nvPr/>
        </p:nvSpPr>
        <p:spPr>
          <a:xfrm>
            <a:off x="6072792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850" dirty="0"/>
          </a:p>
        </p:txBody>
      </p:sp>
      <p:sp>
        <p:nvSpPr>
          <p:cNvPr id="62" name="線條"/>
          <p:cNvSpPr/>
          <p:nvPr/>
        </p:nvSpPr>
        <p:spPr>
          <a:xfrm>
            <a:off x="7614143" y="3831336"/>
            <a:ext cx="1060704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3" name="圖說"/>
          <p:cNvSpPr/>
          <p:nvPr/>
        </p:nvSpPr>
        <p:spPr>
          <a:xfrm>
            <a:off x="7472216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8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9214735" y="3703320"/>
            <a:ext cx="640080" cy="256032"/>
            <a:chOff x="9214735" y="3703320"/>
            <a:chExt cx="640080" cy="256032"/>
          </a:xfrm>
        </p:grpSpPr>
        <p:sp>
          <p:nvSpPr>
            <p:cNvPr id="64" name="三角分隔"/>
            <p:cNvSpPr/>
            <p:nvPr/>
          </p:nvSpPr>
          <p:spPr>
            <a:xfrm>
              <a:off x="9214735" y="3730752"/>
              <a:ext cx="155448" cy="201168"/>
            </a:xfrm>
            <a:custGeom>
              <a:avLst/>
              <a:gdLst/>
              <a:ahLst/>
              <a:cxnLst/>
              <a:rect l="l" t="t" r="r" b="b"/>
              <a:pathLst>
                <a:path w="155448" h="201168">
                  <a:moveTo>
                    <a:pt x="0" y="0"/>
                  </a:moveTo>
                  <a:lnTo>
                    <a:pt x="155448" y="100584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5" name="V 形分隔"/>
            <p:cNvSpPr/>
            <p:nvPr/>
          </p:nvSpPr>
          <p:spPr>
            <a:xfrm>
              <a:off x="9708511" y="3703320"/>
              <a:ext cx="146304" cy="256032"/>
            </a:xfrm>
            <a:prstGeom prst="chevron">
              <a:avLst>
                <a:gd name="adj" fmla="val 62500"/>
              </a:avLst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6" name="圖說"/>
          <p:cNvSpPr/>
          <p:nvPr/>
        </p:nvSpPr>
        <p:spPr>
          <a:xfrm>
            <a:off x="8871639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850" dirty="0"/>
          </a:p>
        </p:txBody>
      </p:sp>
      <p:sp>
        <p:nvSpPr>
          <p:cNvPr id="67" name="區塊箭頭"/>
          <p:cNvSpPr/>
          <p:nvPr/>
        </p:nvSpPr>
        <p:spPr>
          <a:xfrm>
            <a:off x="10440423" y="3648456"/>
            <a:ext cx="1005840" cy="365760"/>
          </a:xfrm>
          <a:custGeom>
            <a:avLst/>
            <a:gdLst/>
            <a:ahLst/>
            <a:cxnLst/>
            <a:rect l="l" t="t" r="r" b="b"/>
            <a:pathLst>
              <a:path w="1005840" h="365760">
                <a:moveTo>
                  <a:pt x="0" y="109728"/>
                </a:moveTo>
                <a:lnTo>
                  <a:pt x="786384" y="109728"/>
                </a:lnTo>
                <a:lnTo>
                  <a:pt x="786384" y="0"/>
                </a:lnTo>
                <a:lnTo>
                  <a:pt x="1005840" y="182880"/>
                </a:lnTo>
                <a:lnTo>
                  <a:pt x="786384" y="365760"/>
                </a:lnTo>
                <a:lnTo>
                  <a:pt x="786384" y="256032"/>
                </a:lnTo>
                <a:lnTo>
                  <a:pt x="0" y="256032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10271063" y="4046220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850" dirty="0"/>
          </a:p>
        </p:txBody>
      </p:sp>
      <p:sp>
        <p:nvSpPr>
          <p:cNvPr id="69" name="線條"/>
          <p:cNvSpPr/>
          <p:nvPr/>
        </p:nvSpPr>
        <p:spPr>
          <a:xfrm>
            <a:off x="548640" y="4219956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70" name="類別"/>
          <p:cNvSpPr/>
          <p:nvPr/>
        </p:nvSpPr>
        <p:spPr>
          <a:xfrm>
            <a:off x="548640" y="4347972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71" name="警示方塊"/>
          <p:cNvSpPr/>
          <p:nvPr/>
        </p:nvSpPr>
        <p:spPr>
          <a:xfrm>
            <a:off x="1998160" y="427024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67C3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150" dirty="0"/>
          </a:p>
        </p:txBody>
      </p:sp>
      <p:sp>
        <p:nvSpPr>
          <p:cNvPr id="72" name="圖說"/>
          <p:cNvSpPr/>
          <p:nvPr/>
        </p:nvSpPr>
        <p:spPr>
          <a:xfrm>
            <a:off x="1874520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850" dirty="0"/>
          </a:p>
        </p:txBody>
      </p:sp>
      <p:sp>
        <p:nvSpPr>
          <p:cNvPr id="73" name="警示方塊"/>
          <p:cNvSpPr/>
          <p:nvPr/>
        </p:nvSpPr>
        <p:spPr>
          <a:xfrm>
            <a:off x="3397584" y="427024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DF2E4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67C3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74" name="圖說"/>
          <p:cNvSpPr/>
          <p:nvPr/>
        </p:nvSpPr>
        <p:spPr>
          <a:xfrm>
            <a:off x="3273944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850" dirty="0"/>
          </a:p>
        </p:txBody>
      </p:sp>
      <p:sp>
        <p:nvSpPr>
          <p:cNvPr id="75" name="警示方塊"/>
          <p:cNvSpPr/>
          <p:nvPr/>
        </p:nvSpPr>
        <p:spPr>
          <a:xfrm>
            <a:off x="4797008" y="4270248"/>
            <a:ext cx="1097280" cy="402336"/>
          </a:xfrm>
          <a:prstGeom prst="roundRect">
            <a:avLst>
              <a:gd name="adj" fmla="val 22727"/>
            </a:avLst>
          </a:prstGeom>
          <a:solidFill>
            <a:srgbClr val="F2A541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150" dirty="0"/>
          </a:p>
        </p:txBody>
      </p:sp>
      <p:sp>
        <p:nvSpPr>
          <p:cNvPr id="76" name="圖說"/>
          <p:cNvSpPr/>
          <p:nvPr/>
        </p:nvSpPr>
        <p:spPr>
          <a:xfrm>
            <a:off x="4673368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8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6507050" y="4266225"/>
            <a:ext cx="476044" cy="410383"/>
            <a:chOff x="6507050" y="4266225"/>
            <a:chExt cx="476044" cy="410383"/>
          </a:xfrm>
        </p:grpSpPr>
        <p:sp>
          <p:nvSpPr>
            <p:cNvPr id="77" name="警告三角"/>
            <p:cNvSpPr/>
            <p:nvPr/>
          </p:nvSpPr>
          <p:spPr>
            <a:xfrm>
              <a:off x="6507050" y="4266225"/>
              <a:ext cx="476044" cy="410383"/>
            </a:xfrm>
            <a:custGeom>
              <a:avLst/>
              <a:gdLst/>
              <a:ahLst/>
              <a:cxnLst/>
              <a:rect l="l" t="t" r="r" b="b"/>
              <a:pathLst>
                <a:path w="476044" h="410383">
                  <a:moveTo>
                    <a:pt x="0" y="410383"/>
                  </a:moveTo>
                  <a:lnTo>
                    <a:pt x="238022" y="0"/>
                  </a:lnTo>
                  <a:lnTo>
                    <a:pt x="476044" y="410383"/>
                  </a:lnTo>
                  <a:close/>
                </a:path>
              </a:pathLst>
            </a:custGeom>
            <a:solidFill>
              <a:srgbClr val="F2A541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8" name="驚嘆號"/>
            <p:cNvSpPr/>
            <p:nvPr/>
          </p:nvSpPr>
          <p:spPr>
            <a:xfrm>
              <a:off x="6507050" y="4389339"/>
              <a:ext cx="476044" cy="279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700" dirty="0"/>
            </a:p>
          </p:txBody>
        </p:sp>
      </p:grpSp>
      <p:sp>
        <p:nvSpPr>
          <p:cNvPr id="79" name="圖說"/>
          <p:cNvSpPr/>
          <p:nvPr/>
        </p:nvSpPr>
        <p:spPr>
          <a:xfrm>
            <a:off x="6072792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850" dirty="0"/>
          </a:p>
        </p:txBody>
      </p:sp>
      <p:sp>
        <p:nvSpPr>
          <p:cNvPr id="80" name="錯誤標記"/>
          <p:cNvSpPr/>
          <p:nvPr/>
        </p:nvSpPr>
        <p:spPr>
          <a:xfrm>
            <a:off x="7979538" y="4306458"/>
            <a:ext cx="329916" cy="329916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81" name="圖說"/>
          <p:cNvSpPr/>
          <p:nvPr/>
        </p:nvSpPr>
        <p:spPr>
          <a:xfrm>
            <a:off x="7472216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8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8995279" y="4210812"/>
            <a:ext cx="1156716" cy="461772"/>
            <a:chOff x="8995279" y="4210812"/>
            <a:chExt cx="1156716" cy="461772"/>
          </a:xfrm>
        </p:grpSpPr>
        <p:sp>
          <p:nvSpPr>
            <p:cNvPr id="82" name="流程方塊"/>
            <p:cNvSpPr/>
            <p:nvPr/>
          </p:nvSpPr>
          <p:spPr>
            <a:xfrm>
              <a:off x="8995279" y="4270248"/>
              <a:ext cx="1097280" cy="402336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150" dirty="0"/>
            </a:p>
          </p:txBody>
        </p:sp>
        <p:sp>
          <p:nvSpPr>
            <p:cNvPr id="83" name="提示紅點"/>
            <p:cNvSpPr/>
            <p:nvPr/>
          </p:nvSpPr>
          <p:spPr>
            <a:xfrm>
              <a:off x="9996547" y="4210812"/>
              <a:ext cx="155448" cy="155448"/>
            </a:xfrm>
            <a:prstGeom prst="ellipse">
              <a:avLst/>
            </a:prstGeom>
            <a:solidFill>
              <a:srgbClr val="F2A541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4" name="圖說"/>
          <p:cNvSpPr/>
          <p:nvPr/>
        </p:nvSpPr>
        <p:spPr>
          <a:xfrm>
            <a:off x="8871639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850" dirty="0"/>
          </a:p>
        </p:txBody>
      </p:sp>
      <p:sp>
        <p:nvSpPr>
          <p:cNvPr id="85" name="連接線"/>
          <p:cNvSpPr/>
          <p:nvPr/>
        </p:nvSpPr>
        <p:spPr>
          <a:xfrm>
            <a:off x="10412991" y="4325112"/>
            <a:ext cx="1060704" cy="292608"/>
          </a:xfrm>
          <a:custGeom>
            <a:avLst/>
            <a:gdLst/>
            <a:ahLst/>
            <a:cxnLst/>
            <a:rect l="l" t="t" r="r" b="b"/>
            <a:pathLst>
              <a:path w="1060704" h="292608">
                <a:moveTo>
                  <a:pt x="0" y="0"/>
                </a:moveTo>
                <a:lnTo>
                  <a:pt x="438912" y="0"/>
                </a:lnTo>
                <a:lnTo>
                  <a:pt x="438912" y="292608"/>
                </a:lnTo>
                <a:lnTo>
                  <a:pt x="1060704" y="292608"/>
                </a:lnTo>
              </a:path>
            </a:pathLst>
          </a:custGeom>
          <a:noFill/>
          <a:ln w="15875">
            <a:solidFill>
              <a:srgbClr val="F2A541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10271063" y="470458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850" dirty="0"/>
          </a:p>
        </p:txBody>
      </p:sp>
      <p:sp>
        <p:nvSpPr>
          <p:cNvPr id="87" name="線條"/>
          <p:cNvSpPr/>
          <p:nvPr/>
        </p:nvSpPr>
        <p:spPr>
          <a:xfrm>
            <a:off x="548640" y="487832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88" name="類別"/>
          <p:cNvSpPr/>
          <p:nvPr/>
        </p:nvSpPr>
        <p:spPr>
          <a:xfrm>
            <a:off x="548640" y="5088636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400" dirty="0"/>
          </a:p>
        </p:txBody>
      </p:sp>
      <p:sp>
        <p:nvSpPr>
          <p:cNvPr id="89" name="光暈大圓"/>
          <p:cNvSpPr/>
          <p:nvPr/>
        </p:nvSpPr>
        <p:spPr>
          <a:xfrm>
            <a:off x="2263336" y="4928616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96012" dist="15240" dir="5400000" sx="100840" sy="10084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圖說"/>
          <p:cNvSpPr/>
          <p:nvPr/>
        </p:nvSpPr>
        <p:spPr>
          <a:xfrm>
            <a:off x="1874520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8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3607896" y="4873752"/>
            <a:ext cx="676656" cy="676656"/>
            <a:chOff x="3607896" y="4873752"/>
            <a:chExt cx="676656" cy="676656"/>
          </a:xfrm>
        </p:grpSpPr>
        <p:sp>
          <p:nvSpPr>
            <p:cNvPr id="91" name="外圈細環"/>
            <p:cNvSpPr/>
            <p:nvPr/>
          </p:nvSpPr>
          <p:spPr>
            <a:xfrm>
              <a:off x="3607896" y="4873752"/>
              <a:ext cx="676656" cy="676656"/>
            </a:xfrm>
            <a:prstGeom prst="ellipse">
              <a:avLst/>
            </a:prstGeom>
            <a:noFill/>
            <a:ln w="9525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光暈大圓"/>
            <p:cNvSpPr/>
            <p:nvPr/>
          </p:nvSpPr>
          <p:spPr>
            <a:xfrm>
              <a:off x="3662760" y="4928616"/>
              <a:ext cx="566928" cy="5669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96012" dist="15240" dir="5400000" sx="100840" sy="100840" algn="ctr" rotWithShape="0">
                <a:srgbClr val="000000">
                  <a:alpha val="25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3" name="圖說"/>
          <p:cNvSpPr/>
          <p:nvPr/>
        </p:nvSpPr>
        <p:spPr>
          <a:xfrm>
            <a:off x="3273944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850" dirty="0"/>
          </a:p>
        </p:txBody>
      </p:sp>
      <p:sp>
        <p:nvSpPr>
          <p:cNvPr id="94" name="外框圓"/>
          <p:cNvSpPr/>
          <p:nvPr/>
        </p:nvSpPr>
        <p:spPr>
          <a:xfrm>
            <a:off x="5062184" y="4928616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4673368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8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6155832" y="5006889"/>
            <a:ext cx="1178479" cy="410383"/>
            <a:chOff x="6155832" y="5006889"/>
            <a:chExt cx="1178479" cy="410383"/>
          </a:xfrm>
        </p:grpSpPr>
        <p:sp>
          <p:nvSpPr>
            <p:cNvPr id="96" name="Text 94"/>
            <p:cNvSpPr/>
            <p:nvPr/>
          </p:nvSpPr>
          <p:spPr>
            <a:xfrm>
              <a:off x="6155832" y="5006889"/>
              <a:ext cx="410383" cy="410383"/>
            </a:xfrm>
            <a:prstGeom prst="ellipse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7" name="編號"/>
            <p:cNvSpPr/>
            <p:nvPr/>
          </p:nvSpPr>
          <p:spPr>
            <a:xfrm>
              <a:off x="6205576" y="5056632"/>
              <a:ext cx="310896" cy="310896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98" name="Text 96"/>
            <p:cNvSpPr/>
            <p:nvPr/>
          </p:nvSpPr>
          <p:spPr>
            <a:xfrm>
              <a:off x="6539880" y="5006889"/>
              <a:ext cx="410383" cy="410383"/>
            </a:xfrm>
            <a:prstGeom prst="ellipse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6589624" y="5056632"/>
              <a:ext cx="310896" cy="310896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100" name="Text 98"/>
            <p:cNvSpPr/>
            <p:nvPr/>
          </p:nvSpPr>
          <p:spPr>
            <a:xfrm>
              <a:off x="6923928" y="5006889"/>
              <a:ext cx="410383" cy="410383"/>
            </a:xfrm>
            <a:prstGeom prst="ellipse">
              <a:avLst/>
            </a:prstGeom>
            <a:solidFill>
              <a:srgbClr val="FCE9D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1" name="編號"/>
            <p:cNvSpPr/>
            <p:nvPr/>
          </p:nvSpPr>
          <p:spPr>
            <a:xfrm>
              <a:off x="6973672" y="5056632"/>
              <a:ext cx="310896" cy="310896"/>
            </a:xfrm>
            <a:prstGeom prst="ellipse">
              <a:avLst/>
            </a:prstGeom>
            <a:solidFill>
              <a:srgbClr val="F2A541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000" dirty="0"/>
            </a:p>
          </p:txBody>
        </p:sp>
      </p:grpSp>
      <p:sp>
        <p:nvSpPr>
          <p:cNvPr id="102" name="圖說"/>
          <p:cNvSpPr/>
          <p:nvPr/>
        </p:nvSpPr>
        <p:spPr>
          <a:xfrm>
            <a:off x="6072792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850" dirty="0"/>
          </a:p>
        </p:txBody>
      </p:sp>
      <p:sp>
        <p:nvSpPr>
          <p:cNvPr id="103" name="標籤"/>
          <p:cNvSpPr/>
          <p:nvPr/>
        </p:nvSpPr>
        <p:spPr>
          <a:xfrm>
            <a:off x="7742200" y="5065776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100" dirty="0"/>
          </a:p>
        </p:txBody>
      </p:sp>
      <p:sp>
        <p:nvSpPr>
          <p:cNvPr id="104" name="圖說"/>
          <p:cNvSpPr/>
          <p:nvPr/>
        </p:nvSpPr>
        <p:spPr>
          <a:xfrm>
            <a:off x="7472216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8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8990199" y="5074920"/>
            <a:ext cx="1107440" cy="274320"/>
            <a:chOff x="8990199" y="5074920"/>
            <a:chExt cx="1107440" cy="274320"/>
          </a:xfrm>
        </p:grpSpPr>
        <p:sp>
          <p:nvSpPr>
            <p:cNvPr id="105" name="標籤"/>
            <p:cNvSpPr/>
            <p:nvPr/>
          </p:nvSpPr>
          <p:spPr>
            <a:xfrm>
              <a:off x="8990199" y="5074920"/>
              <a:ext cx="517144" cy="274320"/>
            </a:xfrm>
            <a:prstGeom prst="roundRect">
              <a:avLst>
                <a:gd name="adj" fmla="val 50000"/>
              </a:avLst>
            </a:prstGeom>
            <a:solidFill>
              <a:srgbClr val="FCEBD5"/>
            </a:solidFill>
            <a:ln>
              <a:noFill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855B2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100" dirty="0"/>
            </a:p>
          </p:txBody>
        </p:sp>
        <p:sp>
          <p:nvSpPr>
            <p:cNvPr id="106" name="標籤"/>
            <p:cNvSpPr/>
            <p:nvPr/>
          </p:nvSpPr>
          <p:spPr>
            <a:xfrm>
              <a:off x="9580495" y="5074920"/>
              <a:ext cx="517144" cy="274320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100" dirty="0"/>
            </a:p>
          </p:txBody>
        </p:sp>
      </p:grpSp>
      <p:sp>
        <p:nvSpPr>
          <p:cNvPr id="107" name="圖說"/>
          <p:cNvSpPr/>
          <p:nvPr/>
        </p:nvSpPr>
        <p:spPr>
          <a:xfrm>
            <a:off x="8871639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8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0600443" y="5143500"/>
            <a:ext cx="685800" cy="137160"/>
            <a:chOff x="10600443" y="5143500"/>
            <a:chExt cx="685800" cy="137160"/>
          </a:xfrm>
        </p:grpSpPr>
        <p:sp>
          <p:nvSpPr>
            <p:cNvPr id="108" name="圓點"/>
            <p:cNvSpPr/>
            <p:nvPr/>
          </p:nvSpPr>
          <p:spPr>
            <a:xfrm>
              <a:off x="10600443" y="5143500"/>
              <a:ext cx="137160" cy="137160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9" name="圓點"/>
            <p:cNvSpPr/>
            <p:nvPr/>
          </p:nvSpPr>
          <p:spPr>
            <a:xfrm>
              <a:off x="10874763" y="5143500"/>
              <a:ext cx="137160" cy="137160"/>
            </a:xfrm>
            <a:prstGeom prst="ellipse">
              <a:avLst/>
            </a:prstGeom>
            <a:solidFill>
              <a:srgbClr val="F2A541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0" name="圓點"/>
            <p:cNvSpPr/>
            <p:nvPr/>
          </p:nvSpPr>
          <p:spPr>
            <a:xfrm>
              <a:off x="11149083" y="5143500"/>
              <a:ext cx="137160" cy="13716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11" name="圖說"/>
          <p:cNvSpPr/>
          <p:nvPr/>
        </p:nvSpPr>
        <p:spPr>
          <a:xfrm>
            <a:off x="10271063" y="5527548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850" dirty="0"/>
          </a:p>
        </p:txBody>
      </p:sp>
      <p:sp>
        <p:nvSpPr>
          <p:cNvPr id="112" name="線條"/>
          <p:cNvSpPr/>
          <p:nvPr/>
        </p:nvSpPr>
        <p:spPr>
          <a:xfrm>
            <a:off x="548640" y="570128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13" name="類別"/>
          <p:cNvSpPr/>
          <p:nvPr/>
        </p:nvSpPr>
        <p:spPr>
          <a:xfrm>
            <a:off x="548640" y="5838444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4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998160" y="5724144"/>
            <a:ext cx="1097280" cy="448056"/>
            <a:chOff x="1998160" y="5724144"/>
            <a:chExt cx="1097280" cy="448056"/>
          </a:xfrm>
        </p:grpSpPr>
        <p:sp>
          <p:nvSpPr>
            <p:cNvPr id="114" name="群組框"/>
            <p:cNvSpPr/>
            <p:nvPr/>
          </p:nvSpPr>
          <p:spPr>
            <a:xfrm>
              <a:off x="1998160" y="5806440"/>
              <a:ext cx="1097280" cy="365760"/>
            </a:xfrm>
            <a:prstGeom prst="roundRect">
              <a:avLst>
                <a:gd name="adj" fmla="val 25000"/>
              </a:avLst>
            </a:prstGeom>
            <a:noFill/>
            <a:ln w="9525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5" name="群組名稱"/>
            <p:cNvSpPr/>
            <p:nvPr/>
          </p:nvSpPr>
          <p:spPr>
            <a:xfrm>
              <a:off x="2089600" y="5724144"/>
              <a:ext cx="566928" cy="1645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800" dirty="0"/>
            </a:p>
          </p:txBody>
        </p:sp>
      </p:grpSp>
      <p:sp>
        <p:nvSpPr>
          <p:cNvPr id="116" name="圖說"/>
          <p:cNvSpPr/>
          <p:nvPr/>
        </p:nvSpPr>
        <p:spPr>
          <a:xfrm>
            <a:off x="1874520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850" dirty="0"/>
          </a:p>
        </p:txBody>
      </p:sp>
      <p:sp>
        <p:nvSpPr>
          <p:cNvPr id="117" name="淺灰面板"/>
          <p:cNvSpPr/>
          <p:nvPr/>
        </p:nvSpPr>
        <p:spPr>
          <a:xfrm>
            <a:off x="3397584" y="5751576"/>
            <a:ext cx="1097280" cy="420624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3273944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850" dirty="0"/>
          </a:p>
        </p:txBody>
      </p:sp>
      <p:sp>
        <p:nvSpPr>
          <p:cNvPr id="119" name="卡片"/>
          <p:cNvSpPr/>
          <p:nvPr/>
        </p:nvSpPr>
        <p:spPr>
          <a:xfrm>
            <a:off x="4797008" y="5751576"/>
            <a:ext cx="109728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4673368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850" dirty="0"/>
          </a:p>
        </p:txBody>
      </p:sp>
      <p:sp>
        <p:nvSpPr>
          <p:cNvPr id="121" name="卡片"/>
          <p:cNvSpPr/>
          <p:nvPr/>
        </p:nvSpPr>
        <p:spPr>
          <a:xfrm>
            <a:off x="6196432" y="5751576"/>
            <a:ext cx="109728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圖說"/>
          <p:cNvSpPr/>
          <p:nvPr/>
        </p:nvSpPr>
        <p:spPr>
          <a:xfrm>
            <a:off x="6072792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8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7595855" y="5751576"/>
            <a:ext cx="1097280" cy="420624"/>
            <a:chOff x="7595855" y="5751576"/>
            <a:chExt cx="1097280" cy="420624"/>
          </a:xfrm>
        </p:grpSpPr>
        <p:sp>
          <p:nvSpPr>
            <p:cNvPr id="123" name="卡片"/>
            <p:cNvSpPr/>
            <p:nvPr/>
          </p:nvSpPr>
          <p:spPr>
            <a:xfrm>
              <a:off x="7595855" y="5751576"/>
              <a:ext cx="1097280" cy="420624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4" name="表頭"/>
            <p:cNvSpPr/>
            <p:nvPr/>
          </p:nvSpPr>
          <p:spPr>
            <a:xfrm>
              <a:off x="7595855" y="5751576"/>
              <a:ext cx="1097280" cy="146304"/>
            </a:xfrm>
            <a:custGeom>
              <a:avLst/>
              <a:gdLst/>
              <a:ahLst/>
              <a:cxnLst/>
              <a:rect l="l" t="t" r="r" b="b"/>
              <a:pathLst>
                <a:path w="1097280" h="146304">
                  <a:moveTo>
                    <a:pt x="0" y="146304"/>
                  </a:moveTo>
                  <a:lnTo>
                    <a:pt x="0" y="91440"/>
                  </a:lnTo>
                  <a:arcTo hR="91440" wR="91440" stAng="10800000" swAng="5400000"/>
                  <a:lnTo>
                    <a:pt x="1005840" y="0"/>
                  </a:lnTo>
                  <a:arcTo hR="91440" wR="91440" stAng="16200000" swAng="5400000"/>
                  <a:lnTo>
                    <a:pt x="1097280" y="146304"/>
                  </a:ln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5" name="圖說"/>
          <p:cNvSpPr/>
          <p:nvPr/>
        </p:nvSpPr>
        <p:spPr>
          <a:xfrm>
            <a:off x="7472216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8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8995279" y="5751576"/>
            <a:ext cx="1097280" cy="420624"/>
            <a:chOff x="8995279" y="5751576"/>
            <a:chExt cx="1097280" cy="420624"/>
          </a:xfrm>
        </p:grpSpPr>
        <p:sp>
          <p:nvSpPr>
            <p:cNvPr id="126" name="卡片"/>
            <p:cNvSpPr/>
            <p:nvPr/>
          </p:nvSpPr>
          <p:spPr>
            <a:xfrm>
              <a:off x="8995279" y="575157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7" name="側邊色條"/>
            <p:cNvSpPr/>
            <p:nvPr/>
          </p:nvSpPr>
          <p:spPr>
            <a:xfrm>
              <a:off x="8995279" y="5751576"/>
              <a:ext cx="54864" cy="420624"/>
            </a:xfrm>
            <a:prstGeom prst="rect">
              <a:avLst/>
            </a:prstGeom>
            <a:solidFill>
              <a:srgbClr val="F2A541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8" name="圖說"/>
          <p:cNvSpPr/>
          <p:nvPr/>
        </p:nvSpPr>
        <p:spPr>
          <a:xfrm>
            <a:off x="8871639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8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0577583" y="5751576"/>
            <a:ext cx="731520" cy="420624"/>
            <a:chOff x="10577583" y="5751576"/>
            <a:chExt cx="731520" cy="420624"/>
          </a:xfrm>
        </p:grpSpPr>
        <p:sp>
          <p:nvSpPr>
            <p:cNvPr id="129" name="寬欄條"/>
            <p:cNvSpPr/>
            <p:nvPr/>
          </p:nvSpPr>
          <p:spPr>
            <a:xfrm>
              <a:off x="10577583" y="5751576"/>
              <a:ext cx="310896" cy="420624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0" name="寬欄條"/>
            <p:cNvSpPr/>
            <p:nvPr/>
          </p:nvSpPr>
          <p:spPr>
            <a:xfrm>
              <a:off x="10998207" y="5751576"/>
              <a:ext cx="310896" cy="420624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31" name="圖說"/>
          <p:cNvSpPr/>
          <p:nvPr/>
        </p:nvSpPr>
        <p:spPr>
          <a:xfrm>
            <a:off x="10271063" y="6204204"/>
            <a:ext cx="13445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850" dirty="0"/>
          </a:p>
        </p:txBody>
      </p:sp>
      <p:sp>
        <p:nvSpPr>
          <p:cNvPr id="132" name="線條"/>
          <p:cNvSpPr/>
          <p:nvPr/>
        </p:nvSpPr>
        <p:spPr>
          <a:xfrm>
            <a:off x="1737360" y="1700784"/>
            <a:ext cx="0" cy="4626864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已排好、已連線的流程小組合：整組複製即可使用（純流程圖語意）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15084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749808" y="1737360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400" dirty="0"/>
          </a:p>
        </p:txBody>
      </p:sp>
      <p:sp>
        <p:nvSpPr>
          <p:cNvPr id="7" name="線條"/>
          <p:cNvSpPr/>
          <p:nvPr/>
        </p:nvSpPr>
        <p:spPr>
          <a:xfrm>
            <a:off x="548640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548640" y="2238817"/>
            <a:ext cx="2622728" cy="815279"/>
            <a:chOff x="548640" y="2238817"/>
            <a:chExt cx="2622728" cy="815279"/>
          </a:xfrm>
        </p:grpSpPr>
        <p:sp>
          <p:nvSpPr>
            <p:cNvPr id="8" name="處理"/>
            <p:cNvSpPr/>
            <p:nvPr/>
          </p:nvSpPr>
          <p:spPr>
            <a:xfrm>
              <a:off x="548640" y="2670048"/>
              <a:ext cx="676656" cy="38404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0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30057" y="2238817"/>
              <a:ext cx="313822" cy="313822"/>
            </a:xfrm>
            <a:prstGeom prst="ellipse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768096" y="2276856"/>
              <a:ext cx="237744" cy="237744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521676" y="2670048"/>
              <a:ext cx="676656" cy="38404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0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703093" y="2238817"/>
              <a:ext cx="313822" cy="313822"/>
            </a:xfrm>
            <a:prstGeom prst="ellipse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" name="編號"/>
            <p:cNvSpPr/>
            <p:nvPr/>
          </p:nvSpPr>
          <p:spPr>
            <a:xfrm>
              <a:off x="1741132" y="2276856"/>
              <a:ext cx="237744" cy="237744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14" name="處理"/>
            <p:cNvSpPr/>
            <p:nvPr/>
          </p:nvSpPr>
          <p:spPr>
            <a:xfrm>
              <a:off x="2494712" y="2670048"/>
              <a:ext cx="676656" cy="38404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76200" dist="190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0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676129" y="2238817"/>
              <a:ext cx="313822" cy="313822"/>
            </a:xfrm>
            <a:prstGeom prst="ellipse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6" name="編號"/>
            <p:cNvSpPr/>
            <p:nvPr/>
          </p:nvSpPr>
          <p:spPr>
            <a:xfrm>
              <a:off x="2714168" y="2276856"/>
              <a:ext cx="237744" cy="237744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900" dirty="0"/>
            </a:p>
          </p:txBody>
        </p:sp>
        <p:cxnSp>
          <p:nvCxnSpPr>
            <p:cNvPr id="17" name="連接線"/>
            <p:cNvCxnSpPr>
              <a:stCxn id="8" idx="3"/>
              <a:endCxn id="11" idx="1"/>
            </p:cNvCxnSpPr>
            <p:nvPr/>
          </p:nvCxnSpPr>
          <p:spPr>
            <a:xfrm>
              <a:off x="1225296" y="2862072"/>
              <a:ext cx="296380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18" name="連接線"/>
            <p:cNvCxnSpPr>
              <a:stCxn id="11" idx="3"/>
              <a:endCxn id="14" idx="1"/>
            </p:cNvCxnSpPr>
            <p:nvPr/>
          </p:nvCxnSpPr>
          <p:spPr>
            <a:xfrm>
              <a:off x="2198332" y="2862072"/>
              <a:ext cx="296380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19" name="Text 17"/>
          <p:cNvSpPr/>
          <p:nvPr/>
        </p:nvSpPr>
        <p:spPr>
          <a:xfrm>
            <a:off x="3372536" y="1815084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組合名稱"/>
          <p:cNvSpPr/>
          <p:nvPr/>
        </p:nvSpPr>
        <p:spPr>
          <a:xfrm>
            <a:off x="3573704" y="1737360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400" dirty="0"/>
          </a:p>
        </p:txBody>
      </p:sp>
      <p:sp>
        <p:nvSpPr>
          <p:cNvPr id="21" name="線條"/>
          <p:cNvSpPr/>
          <p:nvPr/>
        </p:nvSpPr>
        <p:spPr>
          <a:xfrm>
            <a:off x="3372536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3372536" y="2221992"/>
            <a:ext cx="2622728" cy="1417320"/>
            <a:chOff x="3372536" y="2221992"/>
            <a:chExt cx="2622728" cy="1417320"/>
          </a:xfrm>
        </p:grpSpPr>
        <p:sp>
          <p:nvSpPr>
            <p:cNvPr id="22" name="處理"/>
            <p:cNvSpPr/>
            <p:nvPr/>
          </p:nvSpPr>
          <p:spPr>
            <a:xfrm>
              <a:off x="3372536" y="2322576"/>
              <a:ext cx="658368" cy="38404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050" dirty="0"/>
            </a:p>
          </p:txBody>
        </p:sp>
        <p:sp>
          <p:nvSpPr>
            <p:cNvPr id="23" name="判斷"/>
            <p:cNvSpPr/>
            <p:nvPr/>
          </p:nvSpPr>
          <p:spPr>
            <a:xfrm>
              <a:off x="4268648" y="2221992"/>
              <a:ext cx="768096" cy="585216"/>
            </a:xfrm>
            <a:prstGeom prst="diamond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950" dirty="0"/>
            </a:p>
          </p:txBody>
        </p:sp>
        <p:cxnSp>
          <p:nvCxnSpPr>
            <p:cNvPr id="24" name="連接線"/>
            <p:cNvCxnSpPr>
              <a:stCxn id="22" idx="3"/>
              <a:endCxn id="23" idx="1"/>
            </p:cNvCxnSpPr>
            <p:nvPr/>
          </p:nvCxnSpPr>
          <p:spPr>
            <a:xfrm>
              <a:off x="4030904" y="2514600"/>
              <a:ext cx="237744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25" name="處理"/>
            <p:cNvSpPr/>
            <p:nvPr/>
          </p:nvSpPr>
          <p:spPr>
            <a:xfrm>
              <a:off x="5318608" y="2322576"/>
              <a:ext cx="676656" cy="38404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76200" dist="190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050" dirty="0"/>
            </a:p>
          </p:txBody>
        </p:sp>
        <p:cxnSp>
          <p:nvCxnSpPr>
            <p:cNvPr id="26" name="連接線"/>
            <p:cNvCxnSpPr>
              <a:stCxn id="23" idx="3"/>
              <a:endCxn id="25" idx="1"/>
            </p:cNvCxnSpPr>
            <p:nvPr/>
          </p:nvCxnSpPr>
          <p:spPr>
            <a:xfrm>
              <a:off x="5036744" y="2514600"/>
              <a:ext cx="281864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27" name="標註"/>
            <p:cNvSpPr/>
            <p:nvPr/>
          </p:nvSpPr>
          <p:spPr>
            <a:xfrm>
              <a:off x="5036744" y="2295144"/>
              <a:ext cx="3657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50" dirty="0"/>
            </a:p>
          </p:txBody>
        </p:sp>
        <p:sp>
          <p:nvSpPr>
            <p:cNvPr id="28" name="處理"/>
            <p:cNvSpPr/>
            <p:nvPr/>
          </p:nvSpPr>
          <p:spPr>
            <a:xfrm>
              <a:off x="4314368" y="3255264"/>
              <a:ext cx="676656" cy="38404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050" dirty="0"/>
            </a:p>
          </p:txBody>
        </p:sp>
        <p:cxnSp>
          <p:nvCxnSpPr>
            <p:cNvPr id="29" name="連接線"/>
            <p:cNvCxnSpPr>
              <a:stCxn id="23" idx="2"/>
              <a:endCxn id="28" idx="0"/>
            </p:cNvCxnSpPr>
            <p:nvPr/>
          </p:nvCxnSpPr>
          <p:spPr>
            <a:xfrm>
              <a:off x="4652696" y="2807208"/>
              <a:ext cx="0" cy="448056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30" name="標註"/>
            <p:cNvSpPr/>
            <p:nvPr/>
          </p:nvSpPr>
          <p:spPr>
            <a:xfrm>
              <a:off x="4670984" y="2843784"/>
              <a:ext cx="2743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850" dirty="0"/>
            </a:p>
          </p:txBody>
        </p:sp>
      </p:grpSp>
      <p:sp>
        <p:nvSpPr>
          <p:cNvPr id="31" name="Text 29"/>
          <p:cNvSpPr/>
          <p:nvPr/>
        </p:nvSpPr>
        <p:spPr>
          <a:xfrm>
            <a:off x="6196432" y="1815084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組合名稱"/>
          <p:cNvSpPr/>
          <p:nvPr/>
        </p:nvSpPr>
        <p:spPr>
          <a:xfrm>
            <a:off x="6397600" y="1737360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400" dirty="0"/>
          </a:p>
        </p:txBody>
      </p:sp>
      <p:sp>
        <p:nvSpPr>
          <p:cNvPr id="33" name="線條"/>
          <p:cNvSpPr/>
          <p:nvPr/>
        </p:nvSpPr>
        <p:spPr>
          <a:xfrm>
            <a:off x="6196432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6196432" y="2432304"/>
            <a:ext cx="2622728" cy="987552"/>
            <a:chOff x="6196432" y="2432304"/>
            <a:chExt cx="2622728" cy="987552"/>
          </a:xfrm>
        </p:grpSpPr>
        <p:sp>
          <p:nvSpPr>
            <p:cNvPr id="34" name="處理"/>
            <p:cNvSpPr/>
            <p:nvPr/>
          </p:nvSpPr>
          <p:spPr>
            <a:xfrm>
              <a:off x="6196432" y="2432304"/>
              <a:ext cx="676656" cy="38404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050" dirty="0"/>
            </a:p>
          </p:txBody>
        </p:sp>
        <p:sp>
          <p:nvSpPr>
            <p:cNvPr id="35" name="處理"/>
            <p:cNvSpPr/>
            <p:nvPr/>
          </p:nvSpPr>
          <p:spPr>
            <a:xfrm>
              <a:off x="7169468" y="2432304"/>
              <a:ext cx="676656" cy="38404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050" dirty="0"/>
            </a:p>
          </p:txBody>
        </p:sp>
        <p:sp>
          <p:nvSpPr>
            <p:cNvPr id="36" name="處理"/>
            <p:cNvSpPr/>
            <p:nvPr/>
          </p:nvSpPr>
          <p:spPr>
            <a:xfrm>
              <a:off x="8142503" y="2432304"/>
              <a:ext cx="676656" cy="38404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76200" dist="190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050" dirty="0"/>
            </a:p>
          </p:txBody>
        </p:sp>
        <p:cxnSp>
          <p:nvCxnSpPr>
            <p:cNvPr id="37" name="連接線"/>
            <p:cNvCxnSpPr>
              <a:stCxn id="34" idx="3"/>
              <a:endCxn id="35" idx="1"/>
            </p:cNvCxnSpPr>
            <p:nvPr/>
          </p:nvCxnSpPr>
          <p:spPr>
            <a:xfrm>
              <a:off x="6873088" y="2624328"/>
              <a:ext cx="296380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38" name="連接線"/>
            <p:cNvCxnSpPr>
              <a:stCxn id="35" idx="3"/>
              <a:endCxn id="36" idx="1"/>
            </p:cNvCxnSpPr>
            <p:nvPr/>
          </p:nvCxnSpPr>
          <p:spPr>
            <a:xfrm>
              <a:off x="7846124" y="2624328"/>
              <a:ext cx="296380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39" name="連接線"/>
            <p:cNvCxnSpPr>
              <a:stCxn id="35" idx="2"/>
              <a:endCxn id="34" idx="2"/>
            </p:cNvCxnSpPr>
            <p:nvPr/>
          </p:nvCxnSpPr>
          <p:spPr>
            <a:xfrm rot="5400000">
              <a:off x="7018534" y="2332577"/>
              <a:ext cx="5486" cy="973036"/>
            </a:xfrm>
            <a:prstGeom prst="bentConnector3">
              <a:avLst>
                <a:gd name="adj1" fmla="val 7000000"/>
              </a:avLst>
            </a:prstGeom>
            <a:ln w="15875">
              <a:solidFill>
                <a:srgbClr val="F2A541"/>
              </a:solidFill>
              <a:prstDash val="sysDash"/>
              <a:tailEnd type="triangle"/>
            </a:ln>
          </p:spPr>
        </p:cxnSp>
        <p:sp>
          <p:nvSpPr>
            <p:cNvPr id="40" name="標註"/>
            <p:cNvSpPr/>
            <p:nvPr/>
          </p:nvSpPr>
          <p:spPr>
            <a:xfrm>
              <a:off x="6534760" y="3236976"/>
              <a:ext cx="9730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B67C3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850" dirty="0"/>
            </a:p>
          </p:txBody>
        </p:sp>
      </p:grpSp>
      <p:sp>
        <p:nvSpPr>
          <p:cNvPr id="41" name="Text 39"/>
          <p:cNvSpPr/>
          <p:nvPr/>
        </p:nvSpPr>
        <p:spPr>
          <a:xfrm>
            <a:off x="9020327" y="1815084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組合名稱"/>
          <p:cNvSpPr/>
          <p:nvPr/>
        </p:nvSpPr>
        <p:spPr>
          <a:xfrm>
            <a:off x="9221495" y="1737360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400" dirty="0"/>
          </a:p>
        </p:txBody>
      </p:sp>
      <p:sp>
        <p:nvSpPr>
          <p:cNvPr id="43" name="線條"/>
          <p:cNvSpPr/>
          <p:nvPr/>
        </p:nvSpPr>
        <p:spPr>
          <a:xfrm>
            <a:off x="9020327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9020327" y="2121408"/>
            <a:ext cx="2622728" cy="1161288"/>
            <a:chOff x="9020327" y="2121408"/>
            <a:chExt cx="2622728" cy="1161288"/>
          </a:xfrm>
        </p:grpSpPr>
        <p:sp>
          <p:nvSpPr>
            <p:cNvPr id="44" name="處理"/>
            <p:cNvSpPr/>
            <p:nvPr/>
          </p:nvSpPr>
          <p:spPr>
            <a:xfrm>
              <a:off x="9020327" y="2816352"/>
              <a:ext cx="731520" cy="38404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050" dirty="0"/>
            </a:p>
          </p:txBody>
        </p:sp>
        <p:sp>
          <p:nvSpPr>
            <p:cNvPr id="45" name="判斷"/>
            <p:cNvSpPr/>
            <p:nvPr/>
          </p:nvSpPr>
          <p:spPr>
            <a:xfrm>
              <a:off x="9934727" y="2734056"/>
              <a:ext cx="676656" cy="548640"/>
            </a:xfrm>
            <a:prstGeom prst="diamond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950" dirty="0"/>
            </a:p>
          </p:txBody>
        </p:sp>
        <p:cxnSp>
          <p:nvCxnSpPr>
            <p:cNvPr id="46" name="連接線"/>
            <p:cNvCxnSpPr>
              <a:stCxn id="44" idx="3"/>
              <a:endCxn id="45" idx="1"/>
            </p:cNvCxnSpPr>
            <p:nvPr/>
          </p:nvCxnSpPr>
          <p:spPr>
            <a:xfrm>
              <a:off x="9751847" y="3008376"/>
              <a:ext cx="182880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47" name="處理"/>
            <p:cNvSpPr/>
            <p:nvPr/>
          </p:nvSpPr>
          <p:spPr>
            <a:xfrm>
              <a:off x="11076127" y="2816352"/>
              <a:ext cx="566928" cy="38404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76200" dist="190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050" dirty="0"/>
            </a:p>
          </p:txBody>
        </p:sp>
        <p:cxnSp>
          <p:nvCxnSpPr>
            <p:cNvPr id="48" name="連接線"/>
            <p:cNvCxnSpPr>
              <a:stCxn id="45" idx="3"/>
              <a:endCxn id="47" idx="1"/>
            </p:cNvCxnSpPr>
            <p:nvPr/>
          </p:nvCxnSpPr>
          <p:spPr>
            <a:xfrm>
              <a:off x="10611383" y="3008376"/>
              <a:ext cx="464744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49" name="標註"/>
            <p:cNvSpPr/>
            <p:nvPr/>
          </p:nvSpPr>
          <p:spPr>
            <a:xfrm>
              <a:off x="10611383" y="2788920"/>
              <a:ext cx="464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850" dirty="0"/>
            </a:p>
          </p:txBody>
        </p:sp>
        <p:cxnSp>
          <p:nvCxnSpPr>
            <p:cNvPr id="50" name="連接線"/>
            <p:cNvCxnSpPr>
              <a:stCxn id="45" idx="0"/>
              <a:endCxn id="44" idx="0"/>
            </p:cNvCxnSpPr>
            <p:nvPr/>
          </p:nvCxnSpPr>
          <p:spPr>
            <a:xfrm rot="5400000">
              <a:off x="9788423" y="2331720"/>
              <a:ext cx="82296" cy="886968"/>
            </a:xfrm>
            <a:prstGeom prst="bentConnector3">
              <a:avLst>
                <a:gd name="adj1" fmla="val -500000"/>
              </a:avLst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51" name="標註"/>
            <p:cNvSpPr/>
            <p:nvPr/>
          </p:nvSpPr>
          <p:spPr>
            <a:xfrm>
              <a:off x="9404375" y="2121408"/>
              <a:ext cx="8686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850" dirty="0"/>
            </a:p>
          </p:txBody>
        </p:sp>
      </p:grpSp>
      <p:sp>
        <p:nvSpPr>
          <p:cNvPr id="52" name="Text 50"/>
          <p:cNvSpPr/>
          <p:nvPr/>
        </p:nvSpPr>
        <p:spPr>
          <a:xfrm>
            <a:off x="548640" y="411937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組合名稱"/>
          <p:cNvSpPr/>
          <p:nvPr/>
        </p:nvSpPr>
        <p:spPr>
          <a:xfrm>
            <a:off x="749808" y="4041648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400" dirty="0"/>
          </a:p>
        </p:txBody>
      </p:sp>
      <p:sp>
        <p:nvSpPr>
          <p:cNvPr id="54" name="線條"/>
          <p:cNvSpPr/>
          <p:nvPr/>
        </p:nvSpPr>
        <p:spPr>
          <a:xfrm>
            <a:off x="548640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548640" y="4443984"/>
            <a:ext cx="2622728" cy="1517904"/>
            <a:chOff x="548640" y="4443984"/>
            <a:chExt cx="2622728" cy="1517904"/>
          </a:xfrm>
        </p:grpSpPr>
        <p:sp>
          <p:nvSpPr>
            <p:cNvPr id="55" name="泳道"/>
            <p:cNvSpPr/>
            <p:nvPr/>
          </p:nvSpPr>
          <p:spPr>
            <a:xfrm>
              <a:off x="548640" y="4443984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548640" y="4443984"/>
              <a:ext cx="420624" cy="73152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850" dirty="0"/>
            </a:p>
          </p:txBody>
        </p:sp>
        <p:sp>
          <p:nvSpPr>
            <p:cNvPr id="57" name="泳道"/>
            <p:cNvSpPr/>
            <p:nvPr/>
          </p:nvSpPr>
          <p:spPr>
            <a:xfrm>
              <a:off x="548640" y="5230368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8" name="泳道標題"/>
            <p:cNvSpPr/>
            <p:nvPr/>
          </p:nvSpPr>
          <p:spPr>
            <a:xfrm>
              <a:off x="548640" y="5230368"/>
              <a:ext cx="420624" cy="73152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85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1097280" y="4617720"/>
              <a:ext cx="640080" cy="38404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050" dirty="0"/>
            </a:p>
          </p:txBody>
        </p:sp>
        <p:sp>
          <p:nvSpPr>
            <p:cNvPr id="60" name="處理"/>
            <p:cNvSpPr/>
            <p:nvPr/>
          </p:nvSpPr>
          <p:spPr>
            <a:xfrm>
              <a:off x="2011680" y="5404104"/>
              <a:ext cx="640080" cy="38404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050" dirty="0"/>
            </a:p>
          </p:txBody>
        </p:sp>
        <p:sp>
          <p:nvSpPr>
            <p:cNvPr id="61" name="處理"/>
            <p:cNvSpPr/>
            <p:nvPr/>
          </p:nvSpPr>
          <p:spPr>
            <a:xfrm>
              <a:off x="2458136" y="4617720"/>
              <a:ext cx="640080" cy="38404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76200" dist="190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050" dirty="0"/>
            </a:p>
          </p:txBody>
        </p:sp>
        <p:cxnSp>
          <p:nvCxnSpPr>
            <p:cNvPr id="62" name="連接線"/>
            <p:cNvCxnSpPr>
              <a:stCxn id="59" idx="3"/>
              <a:endCxn id="60" idx="0"/>
            </p:cNvCxnSpPr>
            <p:nvPr/>
          </p:nvCxnSpPr>
          <p:spPr>
            <a:xfrm>
              <a:off x="1737360" y="4809744"/>
              <a:ext cx="594360" cy="594360"/>
            </a:xfrm>
            <a:prstGeom prst="bentConnector2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63" name="連接線"/>
            <p:cNvCxnSpPr>
              <a:stCxn id="60" idx="3"/>
              <a:endCxn id="61" idx="2"/>
            </p:cNvCxnSpPr>
            <p:nvPr/>
          </p:nvCxnSpPr>
          <p:spPr>
            <a:xfrm flipV="1">
              <a:off x="2651760" y="5001768"/>
              <a:ext cx="126416" cy="594360"/>
            </a:xfrm>
            <a:prstGeom prst="bentConnector2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64" name="Text 62"/>
          <p:cNvSpPr/>
          <p:nvPr/>
        </p:nvSpPr>
        <p:spPr>
          <a:xfrm>
            <a:off x="3372536" y="411937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組合名稱"/>
          <p:cNvSpPr/>
          <p:nvPr/>
        </p:nvSpPr>
        <p:spPr>
          <a:xfrm>
            <a:off x="3573704" y="4041648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400" dirty="0"/>
          </a:p>
        </p:txBody>
      </p:sp>
      <p:sp>
        <p:nvSpPr>
          <p:cNvPr id="66" name="線條"/>
          <p:cNvSpPr/>
          <p:nvPr/>
        </p:nvSpPr>
        <p:spPr>
          <a:xfrm>
            <a:off x="3372536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3372536" y="4498848"/>
            <a:ext cx="2622728" cy="1353312"/>
            <a:chOff x="3372536" y="4498848"/>
            <a:chExt cx="2622728" cy="1353312"/>
          </a:xfrm>
        </p:grpSpPr>
        <p:sp>
          <p:nvSpPr>
            <p:cNvPr id="67" name="處理"/>
            <p:cNvSpPr/>
            <p:nvPr/>
          </p:nvSpPr>
          <p:spPr>
            <a:xfrm>
              <a:off x="3372536" y="4983480"/>
              <a:ext cx="512064" cy="38404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050" dirty="0"/>
            </a:p>
          </p:txBody>
        </p:sp>
        <p:sp>
          <p:nvSpPr>
            <p:cNvPr id="68" name="分流"/>
            <p:cNvSpPr/>
            <p:nvPr/>
          </p:nvSpPr>
          <p:spPr>
            <a:xfrm>
              <a:off x="4067480" y="4498848"/>
              <a:ext cx="64008" cy="1353312"/>
            </a:xfrm>
            <a:prstGeom prst="rect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處理"/>
            <p:cNvSpPr/>
            <p:nvPr/>
          </p:nvSpPr>
          <p:spPr>
            <a:xfrm>
              <a:off x="4323512" y="4562856"/>
              <a:ext cx="676656" cy="38404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050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4323512" y="5404104"/>
              <a:ext cx="676656" cy="384048"/>
            </a:xfrm>
            <a:prstGeom prst="roundRect">
              <a:avLst>
                <a:gd name="adj" fmla="val 50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050" dirty="0"/>
            </a:p>
          </p:txBody>
        </p:sp>
        <p:sp>
          <p:nvSpPr>
            <p:cNvPr id="71" name="合流"/>
            <p:cNvSpPr/>
            <p:nvPr/>
          </p:nvSpPr>
          <p:spPr>
            <a:xfrm>
              <a:off x="5026000" y="4498848"/>
              <a:ext cx="64008" cy="1353312"/>
            </a:xfrm>
            <a:prstGeom prst="rect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2" name="處理"/>
            <p:cNvSpPr/>
            <p:nvPr/>
          </p:nvSpPr>
          <p:spPr>
            <a:xfrm>
              <a:off x="5428336" y="4983480"/>
              <a:ext cx="566928" cy="38404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76200" dist="190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050" dirty="0"/>
            </a:p>
          </p:txBody>
        </p:sp>
        <p:cxnSp>
          <p:nvCxnSpPr>
            <p:cNvPr id="73" name="連接線"/>
            <p:cNvCxnSpPr>
              <a:stCxn id="67" idx="3"/>
              <a:endCxn id="68" idx="1"/>
            </p:cNvCxnSpPr>
            <p:nvPr/>
          </p:nvCxnSpPr>
          <p:spPr>
            <a:xfrm>
              <a:off x="3884600" y="5175504"/>
              <a:ext cx="182880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4" name="連接線"/>
            <p:cNvCxnSpPr>
              <a:endCxn id="69" idx="1"/>
            </p:cNvCxnSpPr>
            <p:nvPr/>
          </p:nvCxnSpPr>
          <p:spPr>
            <a:xfrm>
              <a:off x="4131488" y="4754880"/>
              <a:ext cx="192024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5" name="連接線"/>
            <p:cNvCxnSpPr>
              <a:endCxn id="70" idx="1"/>
            </p:cNvCxnSpPr>
            <p:nvPr/>
          </p:nvCxnSpPr>
          <p:spPr>
            <a:xfrm>
              <a:off x="4131488" y="5596128"/>
              <a:ext cx="192024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6" name="連接線"/>
            <p:cNvCxnSpPr>
              <a:stCxn id="69" idx="3"/>
            </p:cNvCxnSpPr>
            <p:nvPr/>
          </p:nvCxnSpPr>
          <p:spPr>
            <a:xfrm>
              <a:off x="5000168" y="4754880"/>
              <a:ext cx="25832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7" name="連接線"/>
            <p:cNvCxnSpPr>
              <a:stCxn id="70" idx="3"/>
            </p:cNvCxnSpPr>
            <p:nvPr/>
          </p:nvCxnSpPr>
          <p:spPr>
            <a:xfrm>
              <a:off x="5000168" y="5596128"/>
              <a:ext cx="25832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78" name="連接線"/>
            <p:cNvCxnSpPr>
              <a:stCxn id="71" idx="3"/>
              <a:endCxn id="72" idx="1"/>
            </p:cNvCxnSpPr>
            <p:nvPr/>
          </p:nvCxnSpPr>
          <p:spPr>
            <a:xfrm>
              <a:off x="5090008" y="5175504"/>
              <a:ext cx="338328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79" name="Text 77"/>
          <p:cNvSpPr/>
          <p:nvPr/>
        </p:nvSpPr>
        <p:spPr>
          <a:xfrm>
            <a:off x="6196432" y="411937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組合名稱"/>
          <p:cNvSpPr/>
          <p:nvPr/>
        </p:nvSpPr>
        <p:spPr>
          <a:xfrm>
            <a:off x="6397600" y="4041648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400" dirty="0"/>
          </a:p>
        </p:txBody>
      </p:sp>
      <p:sp>
        <p:nvSpPr>
          <p:cNvPr id="81" name="線條"/>
          <p:cNvSpPr/>
          <p:nvPr/>
        </p:nvSpPr>
        <p:spPr>
          <a:xfrm>
            <a:off x="6196432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6150712" y="4818888"/>
            <a:ext cx="2714168" cy="777240"/>
            <a:chOff x="6150712" y="4818888"/>
            <a:chExt cx="2714168" cy="777240"/>
          </a:xfrm>
        </p:grpSpPr>
        <p:sp>
          <p:nvSpPr>
            <p:cNvPr id="82" name="輸入輸出"/>
            <p:cNvSpPr/>
            <p:nvPr/>
          </p:nvSpPr>
          <p:spPr>
            <a:xfrm>
              <a:off x="6196432" y="4864608"/>
              <a:ext cx="749808" cy="384048"/>
            </a:xfrm>
            <a:prstGeom prst="parallelogram">
              <a:avLst>
                <a:gd name="adj" fmla="val 42000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05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6150712" y="5413248"/>
              <a:ext cx="8412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850" dirty="0"/>
            </a:p>
          </p:txBody>
        </p:sp>
        <p:sp>
          <p:nvSpPr>
            <p:cNvPr id="84" name="處理"/>
            <p:cNvSpPr/>
            <p:nvPr/>
          </p:nvSpPr>
          <p:spPr>
            <a:xfrm>
              <a:off x="7187756" y="4864608"/>
              <a:ext cx="640080" cy="384048"/>
            </a:xfrm>
            <a:prstGeom prst="roundRect">
              <a:avLst>
                <a:gd name="adj" fmla="val 50000"/>
              </a:avLst>
            </a:prstGeom>
            <a:solidFill>
              <a:srgbClr val="0F7C80"/>
            </a:solidFill>
            <a:ln>
              <a:noFill/>
            </a:ln>
            <a:effectLst>
              <a:outerShdw blurRad="76200" dist="190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05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7142036" y="541324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850" dirty="0"/>
            </a:p>
          </p:txBody>
        </p:sp>
        <p:sp>
          <p:nvSpPr>
            <p:cNvPr id="86" name="文件"/>
            <p:cNvSpPr/>
            <p:nvPr/>
          </p:nvSpPr>
          <p:spPr>
            <a:xfrm>
              <a:off x="8069351" y="4818888"/>
              <a:ext cx="749808" cy="475488"/>
            </a:xfrm>
            <a:prstGeom prst="flowChartDocument">
              <a:avLst/>
            </a:prstGeom>
            <a:solidFill>
              <a:srgbClr val="E0F0F0"/>
            </a:solidFill>
            <a:ln>
              <a:noFill/>
            </a:ln>
          </p:spPr>
          <p:txBody>
            <a:bodyPr wrap="square" lIns="38100" tIns="0" rIns="38100" bIns="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0B5E6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050" dirty="0"/>
            </a:p>
          </p:txBody>
        </p:sp>
        <p:sp>
          <p:nvSpPr>
            <p:cNvPr id="87" name="標註"/>
            <p:cNvSpPr/>
            <p:nvPr/>
          </p:nvSpPr>
          <p:spPr>
            <a:xfrm>
              <a:off x="8023631" y="5413248"/>
              <a:ext cx="8412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850" dirty="0"/>
            </a:p>
          </p:txBody>
        </p:sp>
        <p:cxnSp>
          <p:nvCxnSpPr>
            <p:cNvPr id="88" name="連接線"/>
            <p:cNvCxnSpPr>
              <a:stCxn id="82" idx="2"/>
              <a:endCxn id="84" idx="1"/>
            </p:cNvCxnSpPr>
            <p:nvPr/>
          </p:nvCxnSpPr>
          <p:spPr>
            <a:xfrm>
              <a:off x="6865590" y="5056632"/>
              <a:ext cx="322166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89" name="連接線"/>
            <p:cNvCxnSpPr>
              <a:stCxn id="84" idx="3"/>
              <a:endCxn id="86" idx="1"/>
            </p:cNvCxnSpPr>
            <p:nvPr/>
          </p:nvCxnSpPr>
          <p:spPr>
            <a:xfrm>
              <a:off x="7827836" y="5056632"/>
              <a:ext cx="241516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90" name="Text 88"/>
          <p:cNvSpPr/>
          <p:nvPr/>
        </p:nvSpPr>
        <p:spPr>
          <a:xfrm>
            <a:off x="9020327" y="411937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組合名稱"/>
          <p:cNvSpPr/>
          <p:nvPr/>
        </p:nvSpPr>
        <p:spPr>
          <a:xfrm>
            <a:off x="9221495" y="4041648"/>
            <a:ext cx="242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400" dirty="0"/>
          </a:p>
        </p:txBody>
      </p:sp>
      <p:sp>
        <p:nvSpPr>
          <p:cNvPr id="92" name="線條"/>
          <p:cNvSpPr/>
          <p:nvPr/>
        </p:nvSpPr>
        <p:spPr>
          <a:xfrm>
            <a:off x="9020327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9020327" y="4590288"/>
            <a:ext cx="2622728" cy="1188720"/>
            <a:chOff x="9020327" y="4590288"/>
            <a:chExt cx="2622728" cy="1188720"/>
          </a:xfrm>
        </p:grpSpPr>
        <p:sp>
          <p:nvSpPr>
            <p:cNvPr id="93" name="卡片"/>
            <p:cNvSpPr/>
            <p:nvPr/>
          </p:nvSpPr>
          <p:spPr>
            <a:xfrm>
              <a:off x="9020327" y="4590288"/>
              <a:ext cx="1078992" cy="1188720"/>
            </a:xfrm>
            <a:prstGeom prst="roundRect">
              <a:avLst>
                <a:gd name="adj" fmla="val 18644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dist="38100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卡片標題"/>
            <p:cNvSpPr/>
            <p:nvPr/>
          </p:nvSpPr>
          <p:spPr>
            <a:xfrm>
              <a:off x="9148343" y="4700016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100" dirty="0"/>
            </a:p>
          </p:txBody>
        </p:sp>
        <p:sp>
          <p:nvSpPr>
            <p:cNvPr id="95" name="卡片內文"/>
            <p:cNvSpPr/>
            <p:nvPr/>
          </p:nvSpPr>
          <p:spPr>
            <a:xfrm>
              <a:off x="9148343" y="5029200"/>
              <a:ext cx="822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950" dirty="0"/>
            </a:p>
          </p:txBody>
        </p:sp>
        <p:sp>
          <p:nvSpPr>
            <p:cNvPr id="96" name="分隔"/>
            <p:cNvSpPr/>
            <p:nvPr/>
          </p:nvSpPr>
          <p:spPr>
            <a:xfrm>
              <a:off x="10281399" y="5084064"/>
              <a:ext cx="100584" cy="201168"/>
            </a:xfrm>
            <a:prstGeom prst="chevron">
              <a:avLst>
                <a:gd name="adj" fmla="val 68182"/>
              </a:avLst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7" name="強調卡片"/>
            <p:cNvSpPr/>
            <p:nvPr/>
          </p:nvSpPr>
          <p:spPr>
            <a:xfrm>
              <a:off x="10564063" y="4590288"/>
              <a:ext cx="1078992" cy="1188720"/>
            </a:xfrm>
            <a:prstGeom prst="roundRect">
              <a:avLst>
                <a:gd name="adj" fmla="val 18644"/>
              </a:avLst>
            </a:prstGeom>
            <a:solidFill>
              <a:srgbClr val="FFFFFF"/>
            </a:solidFill>
            <a:ln w="22225">
              <a:solidFill>
                <a:srgbClr val="0F7C80"/>
              </a:solidFill>
              <a:prstDash val="solid"/>
            </a:ln>
            <a:effectLst>
              <a:outerShdw blurRad="127000" dist="38100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8" name="卡片標題"/>
            <p:cNvSpPr/>
            <p:nvPr/>
          </p:nvSpPr>
          <p:spPr>
            <a:xfrm>
              <a:off x="10692079" y="4700016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100" dirty="0"/>
            </a:p>
          </p:txBody>
        </p:sp>
        <p:sp>
          <p:nvSpPr>
            <p:cNvPr id="99" name="卡片內文"/>
            <p:cNvSpPr/>
            <p:nvPr/>
          </p:nvSpPr>
          <p:spPr>
            <a:xfrm>
              <a:off x="10692079" y="5029200"/>
              <a:ext cx="822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950" dirty="0"/>
            </a:p>
          </p:txBody>
        </p:sp>
      </p:grpSp>
      <p:sp>
        <p:nvSpPr>
          <p:cNvPr id="100" name="Text 98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分工表、前後對照、問題對策、方案比較、KPI 數字卡與 PDCA：整組複製即可使用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15084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749808" y="1737360"/>
            <a:ext cx="328970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400" dirty="0"/>
          </a:p>
        </p:txBody>
      </p:sp>
      <p:sp>
        <p:nvSpPr>
          <p:cNvPr id="7" name="線條"/>
          <p:cNvSpPr/>
          <p:nvPr/>
        </p:nvSpPr>
        <p:spPr>
          <a:xfrm>
            <a:off x="548640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490874" cy="914400"/>
        </p:xfrm>
        <a:graphic>
          <a:graphicData uri="http://schemas.openxmlformats.org/drawingml/2006/table">
            <a:tbl>
              <a:tblPr/>
              <a:tblGrid>
                <a:gridCol w="1060704"/>
                <a:gridCol w="607543"/>
                <a:gridCol w="607543"/>
                <a:gridCol w="607543"/>
                <a:gridCol w="607543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ACI 標記"/>
          <p:cNvSpPr/>
          <p:nvPr/>
        </p:nvSpPr>
        <p:spPr>
          <a:xfrm>
            <a:off x="1757667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0" name="RACI 標記"/>
          <p:cNvSpPr/>
          <p:nvPr/>
        </p:nvSpPr>
        <p:spPr>
          <a:xfrm>
            <a:off x="2365210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1" name="RACI 標記"/>
          <p:cNvSpPr/>
          <p:nvPr/>
        </p:nvSpPr>
        <p:spPr>
          <a:xfrm>
            <a:off x="2972753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2" name="RACI 標記"/>
          <p:cNvSpPr/>
          <p:nvPr/>
        </p:nvSpPr>
        <p:spPr>
          <a:xfrm>
            <a:off x="3580295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13" name="RACI 標記"/>
          <p:cNvSpPr/>
          <p:nvPr/>
        </p:nvSpPr>
        <p:spPr>
          <a:xfrm>
            <a:off x="1757667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4" name="RACI 標記"/>
          <p:cNvSpPr/>
          <p:nvPr/>
        </p:nvSpPr>
        <p:spPr>
          <a:xfrm>
            <a:off x="2365210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15" name="RACI 標記"/>
          <p:cNvSpPr/>
          <p:nvPr/>
        </p:nvSpPr>
        <p:spPr>
          <a:xfrm>
            <a:off x="2972753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RACI 標記"/>
          <p:cNvSpPr/>
          <p:nvPr/>
        </p:nvSpPr>
        <p:spPr>
          <a:xfrm>
            <a:off x="3580295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17" name="RACI 標記"/>
          <p:cNvSpPr/>
          <p:nvPr/>
        </p:nvSpPr>
        <p:spPr>
          <a:xfrm>
            <a:off x="1757667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18" name="RACI 標記"/>
          <p:cNvSpPr/>
          <p:nvPr/>
        </p:nvSpPr>
        <p:spPr>
          <a:xfrm>
            <a:off x="2365210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19" name="RACI 標記"/>
          <p:cNvSpPr/>
          <p:nvPr/>
        </p:nvSpPr>
        <p:spPr>
          <a:xfrm>
            <a:off x="2972753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0" name="RACI 標記"/>
          <p:cNvSpPr/>
          <p:nvPr/>
        </p:nvSpPr>
        <p:spPr>
          <a:xfrm>
            <a:off x="3580295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21" name="RACI 標記"/>
          <p:cNvSpPr/>
          <p:nvPr/>
        </p:nvSpPr>
        <p:spPr>
          <a:xfrm>
            <a:off x="1757667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00" dirty="0"/>
          </a:p>
        </p:txBody>
      </p:sp>
      <p:sp>
        <p:nvSpPr>
          <p:cNvPr id="22" name="RACI 標記"/>
          <p:cNvSpPr/>
          <p:nvPr/>
        </p:nvSpPr>
        <p:spPr>
          <a:xfrm>
            <a:off x="2365210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800" dirty="0"/>
          </a:p>
        </p:txBody>
      </p:sp>
      <p:sp>
        <p:nvSpPr>
          <p:cNvPr id="23" name="RACI 標記"/>
          <p:cNvSpPr/>
          <p:nvPr/>
        </p:nvSpPr>
        <p:spPr>
          <a:xfrm>
            <a:off x="2972753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00" dirty="0"/>
          </a:p>
        </p:txBody>
      </p:sp>
      <p:sp>
        <p:nvSpPr>
          <p:cNvPr id="24" name="RACI 標記"/>
          <p:cNvSpPr/>
          <p:nvPr/>
        </p:nvSpPr>
        <p:spPr>
          <a:xfrm>
            <a:off x="3580295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800" dirty="0"/>
          </a:p>
        </p:txBody>
      </p:sp>
      <p:sp>
        <p:nvSpPr>
          <p:cNvPr id="25" name="圖例"/>
          <p:cNvSpPr/>
          <p:nvPr/>
        </p:nvSpPr>
        <p:spPr>
          <a:xfrm>
            <a:off x="548640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6" name="圖例"/>
          <p:cNvSpPr/>
          <p:nvPr/>
        </p:nvSpPr>
        <p:spPr>
          <a:xfrm>
            <a:off x="786384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800" dirty="0"/>
          </a:p>
        </p:txBody>
      </p:sp>
      <p:sp>
        <p:nvSpPr>
          <p:cNvPr id="27" name="圖例"/>
          <p:cNvSpPr/>
          <p:nvPr/>
        </p:nvSpPr>
        <p:spPr>
          <a:xfrm>
            <a:off x="1335024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28" name="圖例"/>
          <p:cNvSpPr/>
          <p:nvPr/>
        </p:nvSpPr>
        <p:spPr>
          <a:xfrm>
            <a:off x="1572768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800" dirty="0"/>
          </a:p>
        </p:txBody>
      </p:sp>
      <p:sp>
        <p:nvSpPr>
          <p:cNvPr id="29" name="圖例"/>
          <p:cNvSpPr/>
          <p:nvPr/>
        </p:nvSpPr>
        <p:spPr>
          <a:xfrm>
            <a:off x="2121408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30" name="圖例"/>
          <p:cNvSpPr/>
          <p:nvPr/>
        </p:nvSpPr>
        <p:spPr>
          <a:xfrm>
            <a:off x="2359152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800" dirty="0"/>
          </a:p>
        </p:txBody>
      </p:sp>
      <p:sp>
        <p:nvSpPr>
          <p:cNvPr id="31" name="圖例"/>
          <p:cNvSpPr/>
          <p:nvPr/>
        </p:nvSpPr>
        <p:spPr>
          <a:xfrm>
            <a:off x="2907792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32" name="圖例"/>
          <p:cNvSpPr/>
          <p:nvPr/>
        </p:nvSpPr>
        <p:spPr>
          <a:xfrm>
            <a:off x="3145536" y="37124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350410" y="1815084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組合名稱"/>
          <p:cNvSpPr/>
          <p:nvPr/>
        </p:nvSpPr>
        <p:spPr>
          <a:xfrm>
            <a:off x="4551578" y="1737360"/>
            <a:ext cx="328970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400" dirty="0"/>
          </a:p>
        </p:txBody>
      </p:sp>
      <p:sp>
        <p:nvSpPr>
          <p:cNvPr id="35" name="線條"/>
          <p:cNvSpPr/>
          <p:nvPr/>
        </p:nvSpPr>
        <p:spPr>
          <a:xfrm>
            <a:off x="4350410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50410" y="2103120"/>
          <a:ext cx="349087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8237"/>
                <a:gridCol w="1288237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F7C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C8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C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C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C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C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3"/>
          <p:cNvSpPr/>
          <p:nvPr/>
        </p:nvSpPr>
        <p:spPr>
          <a:xfrm>
            <a:off x="4350410" y="3785616"/>
            <a:ext cx="349087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8152181" y="1815084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組合名稱"/>
          <p:cNvSpPr/>
          <p:nvPr/>
        </p:nvSpPr>
        <p:spPr>
          <a:xfrm>
            <a:off x="8353349" y="1737360"/>
            <a:ext cx="328970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400" dirty="0"/>
          </a:p>
        </p:txBody>
      </p:sp>
      <p:sp>
        <p:nvSpPr>
          <p:cNvPr id="40" name="線條"/>
          <p:cNvSpPr/>
          <p:nvPr/>
        </p:nvSpPr>
        <p:spPr>
          <a:xfrm>
            <a:off x="8152181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8152181" y="2304288"/>
            <a:ext cx="3490874" cy="1060704"/>
            <a:chOff x="8152181" y="2304288"/>
            <a:chExt cx="3490874" cy="1060704"/>
          </a:xfrm>
        </p:grpSpPr>
        <p:sp>
          <p:nvSpPr>
            <p:cNvPr id="41" name="問題"/>
            <p:cNvSpPr/>
            <p:nvPr/>
          </p:nvSpPr>
          <p:spPr>
            <a:xfrm>
              <a:off x="8152181" y="2304288"/>
              <a:ext cx="932688" cy="1060704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9050">
              <a:solidFill>
                <a:srgbClr val="F2A541"/>
              </a:solidFill>
              <a:prstDash val="solid"/>
            </a:ln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B67C3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850" dirty="0"/>
            </a:p>
          </p:txBody>
        </p:sp>
        <p:sp>
          <p:nvSpPr>
            <p:cNvPr id="42" name="原因"/>
            <p:cNvSpPr/>
            <p:nvPr/>
          </p:nvSpPr>
          <p:spPr>
            <a:xfrm>
              <a:off x="9431274" y="2304288"/>
              <a:ext cx="932688" cy="1060704"/>
            </a:xfrm>
            <a:prstGeom prst="roundRect">
              <a:avLst>
                <a:gd name="adj" fmla="val 11765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850" dirty="0"/>
            </a:p>
          </p:txBody>
        </p:sp>
        <p:sp>
          <p:nvSpPr>
            <p:cNvPr id="43" name="對策"/>
            <p:cNvSpPr/>
            <p:nvPr/>
          </p:nvSpPr>
          <p:spPr>
            <a:xfrm>
              <a:off x="10710367" y="2304288"/>
              <a:ext cx="932688" cy="1060704"/>
            </a:xfrm>
            <a:prstGeom prst="roundRect">
              <a:avLst>
                <a:gd name="adj" fmla="val 11765"/>
              </a:avLst>
            </a:prstGeom>
            <a:solidFill>
              <a:srgbClr val="0F7C80"/>
            </a:solidFill>
            <a:ln>
              <a:noFill/>
            </a:ln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B7D8D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850" dirty="0"/>
            </a:p>
          </p:txBody>
        </p:sp>
        <p:cxnSp>
          <p:nvCxnSpPr>
            <p:cNvPr id="44" name="連接線"/>
            <p:cNvCxnSpPr>
              <a:stCxn id="41" idx="3"/>
              <a:endCxn id="42" idx="1"/>
            </p:cNvCxnSpPr>
            <p:nvPr/>
          </p:nvCxnSpPr>
          <p:spPr>
            <a:xfrm>
              <a:off x="9084869" y="2834640"/>
              <a:ext cx="346405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10363962" y="2834640"/>
              <a:ext cx="346405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46" name="Text 42"/>
          <p:cNvSpPr/>
          <p:nvPr/>
        </p:nvSpPr>
        <p:spPr>
          <a:xfrm>
            <a:off x="548640" y="4101084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組合名稱"/>
          <p:cNvSpPr/>
          <p:nvPr/>
        </p:nvSpPr>
        <p:spPr>
          <a:xfrm>
            <a:off x="749808" y="4023360"/>
            <a:ext cx="328970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400" dirty="0"/>
          </a:p>
        </p:txBody>
      </p:sp>
      <p:sp>
        <p:nvSpPr>
          <p:cNvPr id="48" name="線條"/>
          <p:cNvSpPr/>
          <p:nvPr/>
        </p:nvSpPr>
        <p:spPr>
          <a:xfrm>
            <a:off x="548640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548640" y="4443984"/>
            <a:ext cx="3490874" cy="1773936"/>
            <a:chOff x="548640" y="4443984"/>
            <a:chExt cx="3490874" cy="1773936"/>
          </a:xfrm>
        </p:grpSpPr>
        <p:sp>
          <p:nvSpPr>
            <p:cNvPr id="49" name="方案"/>
            <p:cNvSpPr/>
            <p:nvPr/>
          </p:nvSpPr>
          <p:spPr>
            <a:xfrm>
              <a:off x="548640" y="4443984"/>
              <a:ext cx="1090473" cy="164592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0" name="表頭底"/>
            <p:cNvSpPr/>
            <p:nvPr/>
          </p:nvSpPr>
          <p:spPr>
            <a:xfrm>
              <a:off x="549554" y="4444898"/>
              <a:ext cx="1088644" cy="3657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方案名稱"/>
            <p:cNvSpPr/>
            <p:nvPr/>
          </p:nvSpPr>
          <p:spPr>
            <a:xfrm>
              <a:off x="548640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400" dirty="0"/>
            </a:p>
          </p:txBody>
        </p:sp>
        <p:sp>
          <p:nvSpPr>
            <p:cNvPr id="52" name="項目"/>
            <p:cNvSpPr/>
            <p:nvPr/>
          </p:nvSpPr>
          <p:spPr>
            <a:xfrm>
              <a:off x="658368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53" name="內容"/>
            <p:cNvSpPr/>
            <p:nvPr/>
          </p:nvSpPr>
          <p:spPr>
            <a:xfrm>
              <a:off x="658368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950" dirty="0"/>
            </a:p>
          </p:txBody>
        </p:sp>
        <p:sp>
          <p:nvSpPr>
            <p:cNvPr id="54" name="項目"/>
            <p:cNvSpPr/>
            <p:nvPr/>
          </p:nvSpPr>
          <p:spPr>
            <a:xfrm>
              <a:off x="658368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55" name="內容"/>
            <p:cNvSpPr/>
            <p:nvPr/>
          </p:nvSpPr>
          <p:spPr>
            <a:xfrm>
              <a:off x="658368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950" dirty="0"/>
            </a:p>
          </p:txBody>
        </p:sp>
        <p:sp>
          <p:nvSpPr>
            <p:cNvPr id="56" name="項目"/>
            <p:cNvSpPr/>
            <p:nvPr/>
          </p:nvSpPr>
          <p:spPr>
            <a:xfrm>
              <a:off x="658368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57" name="內容"/>
            <p:cNvSpPr/>
            <p:nvPr/>
          </p:nvSpPr>
          <p:spPr>
            <a:xfrm>
              <a:off x="658368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950" dirty="0"/>
            </a:p>
          </p:txBody>
        </p:sp>
        <p:sp>
          <p:nvSpPr>
            <p:cNvPr id="58" name="推薦方案"/>
            <p:cNvSpPr/>
            <p:nvPr/>
          </p:nvSpPr>
          <p:spPr>
            <a:xfrm>
              <a:off x="1748841" y="4443984"/>
              <a:ext cx="1090473" cy="164592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22225">
              <a:solidFill>
                <a:srgbClr val="0F7C80"/>
              </a:solidFill>
              <a:prstDash val="solid"/>
            </a:ln>
            <a:effectLst>
              <a:outerShdw blurRad="127000" dist="38100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9" name="表頭"/>
            <p:cNvSpPr/>
            <p:nvPr/>
          </p:nvSpPr>
          <p:spPr>
            <a:xfrm>
              <a:off x="1748841" y="4443984"/>
              <a:ext cx="1090473" cy="365760"/>
            </a:xfrm>
            <a:custGeom>
              <a:avLst/>
              <a:gdLst/>
              <a:ahLst/>
              <a:cxnLst/>
              <a:rect l="l" t="t" r="r" b="b"/>
              <a:pathLst>
                <a:path w="1090473" h="365760">
                  <a:moveTo>
                    <a:pt x="0" y="365760"/>
                  </a:moveTo>
                  <a:lnTo>
                    <a:pt x="0" y="109728"/>
                  </a:lnTo>
                  <a:arcTo hR="109728" wR="109728" stAng="10800000" swAng="5400000"/>
                  <a:lnTo>
                    <a:pt x="980745" y="0"/>
                  </a:lnTo>
                  <a:arcTo hR="109728" wR="109728" stAng="16200000" swAng="5400000"/>
                  <a:lnTo>
                    <a:pt x="1090473" y="365760"/>
                  </a:ln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方案名稱"/>
            <p:cNvSpPr/>
            <p:nvPr/>
          </p:nvSpPr>
          <p:spPr>
            <a:xfrm>
              <a:off x="1748841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B7D8D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400" dirty="0"/>
            </a:p>
          </p:txBody>
        </p:sp>
        <p:sp>
          <p:nvSpPr>
            <p:cNvPr id="61" name="項目"/>
            <p:cNvSpPr/>
            <p:nvPr/>
          </p:nvSpPr>
          <p:spPr>
            <a:xfrm>
              <a:off x="1858569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62" name="內容"/>
            <p:cNvSpPr/>
            <p:nvPr/>
          </p:nvSpPr>
          <p:spPr>
            <a:xfrm>
              <a:off x="1858569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950" dirty="0"/>
            </a:p>
          </p:txBody>
        </p:sp>
        <p:sp>
          <p:nvSpPr>
            <p:cNvPr id="63" name="項目"/>
            <p:cNvSpPr/>
            <p:nvPr/>
          </p:nvSpPr>
          <p:spPr>
            <a:xfrm>
              <a:off x="1858569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64" name="內容"/>
            <p:cNvSpPr/>
            <p:nvPr/>
          </p:nvSpPr>
          <p:spPr>
            <a:xfrm>
              <a:off x="1858569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950" dirty="0"/>
            </a:p>
          </p:txBody>
        </p:sp>
        <p:sp>
          <p:nvSpPr>
            <p:cNvPr id="65" name="項目"/>
            <p:cNvSpPr/>
            <p:nvPr/>
          </p:nvSpPr>
          <p:spPr>
            <a:xfrm>
              <a:off x="1858569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66" name="內容"/>
            <p:cNvSpPr/>
            <p:nvPr/>
          </p:nvSpPr>
          <p:spPr>
            <a:xfrm>
              <a:off x="1858569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950" dirty="0"/>
            </a:p>
          </p:txBody>
        </p:sp>
        <p:sp>
          <p:nvSpPr>
            <p:cNvPr id="67" name="標籤"/>
            <p:cNvSpPr/>
            <p:nvPr/>
          </p:nvSpPr>
          <p:spPr>
            <a:xfrm>
              <a:off x="2073605" y="6016752"/>
              <a:ext cx="440944" cy="201168"/>
            </a:xfrm>
            <a:prstGeom prst="roundRect">
              <a:avLst>
                <a:gd name="adj" fmla="val 50000"/>
              </a:avLst>
            </a:prstGeom>
            <a:solidFill>
              <a:srgbClr val="FCEBD5"/>
            </a:solidFill>
            <a:ln>
              <a:noFill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855B2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800" dirty="0"/>
            </a:p>
          </p:txBody>
        </p:sp>
        <p:sp>
          <p:nvSpPr>
            <p:cNvPr id="68" name="方案"/>
            <p:cNvSpPr/>
            <p:nvPr/>
          </p:nvSpPr>
          <p:spPr>
            <a:xfrm>
              <a:off x="2949042" y="4443984"/>
              <a:ext cx="1090473" cy="1645920"/>
            </a:xfrm>
            <a:prstGeom prst="roundRect">
              <a:avLst>
                <a:gd name="adj" fmla="val 10062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表頭底"/>
            <p:cNvSpPr/>
            <p:nvPr/>
          </p:nvSpPr>
          <p:spPr>
            <a:xfrm>
              <a:off x="2949956" y="4444898"/>
              <a:ext cx="1088644" cy="3657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方案名稱"/>
            <p:cNvSpPr/>
            <p:nvPr/>
          </p:nvSpPr>
          <p:spPr>
            <a:xfrm>
              <a:off x="2949042" y="4443984"/>
              <a:ext cx="109047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400" dirty="0"/>
            </a:p>
          </p:txBody>
        </p:sp>
        <p:sp>
          <p:nvSpPr>
            <p:cNvPr id="71" name="項目"/>
            <p:cNvSpPr/>
            <p:nvPr/>
          </p:nvSpPr>
          <p:spPr>
            <a:xfrm>
              <a:off x="3058770" y="4937760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72" name="內容"/>
            <p:cNvSpPr/>
            <p:nvPr/>
          </p:nvSpPr>
          <p:spPr>
            <a:xfrm>
              <a:off x="3058770" y="5074920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950" dirty="0"/>
            </a:p>
          </p:txBody>
        </p:sp>
        <p:sp>
          <p:nvSpPr>
            <p:cNvPr id="73" name="項目"/>
            <p:cNvSpPr/>
            <p:nvPr/>
          </p:nvSpPr>
          <p:spPr>
            <a:xfrm>
              <a:off x="3058770" y="5266944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74" name="內容"/>
            <p:cNvSpPr/>
            <p:nvPr/>
          </p:nvSpPr>
          <p:spPr>
            <a:xfrm>
              <a:off x="3058770" y="5404104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950" dirty="0"/>
            </a:p>
          </p:txBody>
        </p:sp>
        <p:sp>
          <p:nvSpPr>
            <p:cNvPr id="75" name="項目"/>
            <p:cNvSpPr/>
            <p:nvPr/>
          </p:nvSpPr>
          <p:spPr>
            <a:xfrm>
              <a:off x="3058770" y="5596128"/>
              <a:ext cx="871017" cy="164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76" name="內容"/>
            <p:cNvSpPr/>
            <p:nvPr/>
          </p:nvSpPr>
          <p:spPr>
            <a:xfrm>
              <a:off x="3058770" y="5733288"/>
              <a:ext cx="8710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950" dirty="0"/>
            </a:p>
          </p:txBody>
        </p:sp>
      </p:grpSp>
      <p:sp>
        <p:nvSpPr>
          <p:cNvPr id="77" name="Text 73"/>
          <p:cNvSpPr/>
          <p:nvPr/>
        </p:nvSpPr>
        <p:spPr>
          <a:xfrm>
            <a:off x="4350410" y="4101084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4551578" y="4023360"/>
            <a:ext cx="328970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400" dirty="0"/>
          </a:p>
        </p:txBody>
      </p:sp>
      <p:sp>
        <p:nvSpPr>
          <p:cNvPr id="79" name="線條"/>
          <p:cNvSpPr/>
          <p:nvPr/>
        </p:nvSpPr>
        <p:spPr>
          <a:xfrm>
            <a:off x="4350410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4350410" y="4590288"/>
            <a:ext cx="3490874" cy="1243584"/>
            <a:chOff x="4350410" y="4590288"/>
            <a:chExt cx="3490874" cy="1243584"/>
          </a:xfrm>
        </p:grpSpPr>
        <p:sp>
          <p:nvSpPr>
            <p:cNvPr id="80" name="卡片"/>
            <p:cNvSpPr/>
            <p:nvPr/>
          </p:nvSpPr>
          <p:spPr>
            <a:xfrm>
              <a:off x="4350410" y="4590288"/>
              <a:ext cx="1078281" cy="1243584"/>
            </a:xfrm>
            <a:prstGeom prst="roundRect">
              <a:avLst>
                <a:gd name="adj" fmla="val 18656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dist="38100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1" name="色條"/>
            <p:cNvSpPr/>
            <p:nvPr/>
          </p:nvSpPr>
          <p:spPr>
            <a:xfrm>
              <a:off x="4478426" y="4736592"/>
              <a:ext cx="219456" cy="36576"/>
            </a:xfrm>
            <a:prstGeom prst="rect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指標名稱"/>
            <p:cNvSpPr/>
            <p:nvPr/>
          </p:nvSpPr>
          <p:spPr>
            <a:xfrm>
              <a:off x="4478426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850" dirty="0"/>
            </a:p>
          </p:txBody>
        </p:sp>
        <p:sp>
          <p:nvSpPr>
            <p:cNvPr id="83" name="數值"/>
            <p:cNvSpPr/>
            <p:nvPr/>
          </p:nvSpPr>
          <p:spPr>
            <a:xfrm>
              <a:off x="4460138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400" dirty="0"/>
            </a:p>
          </p:txBody>
        </p:sp>
        <p:sp>
          <p:nvSpPr>
            <p:cNvPr id="84" name="變化"/>
            <p:cNvSpPr/>
            <p:nvPr/>
          </p:nvSpPr>
          <p:spPr>
            <a:xfrm>
              <a:off x="4478426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  <p:sp>
          <p:nvSpPr>
            <p:cNvPr id="85" name="卡片"/>
            <p:cNvSpPr/>
            <p:nvPr/>
          </p:nvSpPr>
          <p:spPr>
            <a:xfrm>
              <a:off x="5556707" y="4590288"/>
              <a:ext cx="1078281" cy="1243584"/>
            </a:xfrm>
            <a:prstGeom prst="roundRect">
              <a:avLst>
                <a:gd name="adj" fmla="val 18656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dist="38100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6" name="色條"/>
            <p:cNvSpPr/>
            <p:nvPr/>
          </p:nvSpPr>
          <p:spPr>
            <a:xfrm>
              <a:off x="5684723" y="4736592"/>
              <a:ext cx="219456" cy="36576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指標名稱"/>
            <p:cNvSpPr/>
            <p:nvPr/>
          </p:nvSpPr>
          <p:spPr>
            <a:xfrm>
              <a:off x="5684723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850" dirty="0"/>
            </a:p>
          </p:txBody>
        </p:sp>
        <p:sp>
          <p:nvSpPr>
            <p:cNvPr id="88" name="數值"/>
            <p:cNvSpPr/>
            <p:nvPr/>
          </p:nvSpPr>
          <p:spPr>
            <a:xfrm>
              <a:off x="5666435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400" dirty="0"/>
            </a:p>
          </p:txBody>
        </p:sp>
        <p:sp>
          <p:nvSpPr>
            <p:cNvPr id="89" name="變化"/>
            <p:cNvSpPr/>
            <p:nvPr/>
          </p:nvSpPr>
          <p:spPr>
            <a:xfrm>
              <a:off x="5684723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  <p:sp>
          <p:nvSpPr>
            <p:cNvPr id="90" name="卡片"/>
            <p:cNvSpPr/>
            <p:nvPr/>
          </p:nvSpPr>
          <p:spPr>
            <a:xfrm>
              <a:off x="6763004" y="4590288"/>
              <a:ext cx="1078281" cy="1243584"/>
            </a:xfrm>
            <a:prstGeom prst="roundRect">
              <a:avLst>
                <a:gd name="adj" fmla="val 18656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0" dist="38100" dir="5400000" sx="100000" sy="100000" algn="ctr" rotWithShape="0">
                <a:srgbClr val="000000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色條"/>
            <p:cNvSpPr/>
            <p:nvPr/>
          </p:nvSpPr>
          <p:spPr>
            <a:xfrm>
              <a:off x="6891020" y="4736592"/>
              <a:ext cx="219456" cy="36576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指標名稱"/>
            <p:cNvSpPr/>
            <p:nvPr/>
          </p:nvSpPr>
          <p:spPr>
            <a:xfrm>
              <a:off x="6891020" y="4828032"/>
              <a:ext cx="895401" cy="2011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850" dirty="0"/>
            </a:p>
          </p:txBody>
        </p:sp>
        <p:sp>
          <p:nvSpPr>
            <p:cNvPr id="93" name="數值"/>
            <p:cNvSpPr/>
            <p:nvPr/>
          </p:nvSpPr>
          <p:spPr>
            <a:xfrm>
              <a:off x="6872732" y="5047488"/>
              <a:ext cx="91368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400" dirty="0"/>
            </a:p>
          </p:txBody>
        </p:sp>
        <p:sp>
          <p:nvSpPr>
            <p:cNvPr id="94" name="變化"/>
            <p:cNvSpPr/>
            <p:nvPr/>
          </p:nvSpPr>
          <p:spPr>
            <a:xfrm>
              <a:off x="6891020" y="5504688"/>
              <a:ext cx="8954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</p:grpSp>
      <p:sp>
        <p:nvSpPr>
          <p:cNvPr id="95" name="Text 91"/>
          <p:cNvSpPr/>
          <p:nvPr/>
        </p:nvSpPr>
        <p:spPr>
          <a:xfrm>
            <a:off x="8152181" y="4101084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組合名稱"/>
          <p:cNvSpPr/>
          <p:nvPr/>
        </p:nvSpPr>
        <p:spPr>
          <a:xfrm>
            <a:off x="8353349" y="4023360"/>
            <a:ext cx="328970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400" dirty="0"/>
          </a:p>
        </p:txBody>
      </p:sp>
      <p:sp>
        <p:nvSpPr>
          <p:cNvPr id="97" name="線條"/>
          <p:cNvSpPr/>
          <p:nvPr/>
        </p:nvSpPr>
        <p:spPr>
          <a:xfrm>
            <a:off x="8152181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8152181" y="4443984"/>
            <a:ext cx="3490874" cy="1645920"/>
            <a:chOff x="8152181" y="4443984"/>
            <a:chExt cx="3490874" cy="1645920"/>
          </a:xfrm>
        </p:grpSpPr>
        <p:sp>
          <p:nvSpPr>
            <p:cNvPr id="98" name="PDCA Plan"/>
            <p:cNvSpPr/>
            <p:nvPr/>
          </p:nvSpPr>
          <p:spPr>
            <a:xfrm>
              <a:off x="8152181" y="4443984"/>
              <a:ext cx="1316736" cy="621792"/>
            </a:xfrm>
            <a:prstGeom prst="roundRect">
              <a:avLst>
                <a:gd name="adj" fmla="val 17647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850" dirty="0"/>
            </a:p>
          </p:txBody>
        </p:sp>
        <p:sp>
          <p:nvSpPr>
            <p:cNvPr id="99" name="PDCA Do"/>
            <p:cNvSpPr/>
            <p:nvPr/>
          </p:nvSpPr>
          <p:spPr>
            <a:xfrm>
              <a:off x="10326319" y="4443984"/>
              <a:ext cx="1316736" cy="621792"/>
            </a:xfrm>
            <a:prstGeom prst="roundRect">
              <a:avLst>
                <a:gd name="adj" fmla="val 17647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850" dirty="0"/>
            </a:p>
          </p:txBody>
        </p:sp>
        <p:sp>
          <p:nvSpPr>
            <p:cNvPr id="100" name="PDCA Check"/>
            <p:cNvSpPr/>
            <p:nvPr/>
          </p:nvSpPr>
          <p:spPr>
            <a:xfrm>
              <a:off x="10326319" y="5468112"/>
              <a:ext cx="1316736" cy="621792"/>
            </a:xfrm>
            <a:prstGeom prst="roundRect">
              <a:avLst>
                <a:gd name="adj" fmla="val 17647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850" dirty="0"/>
            </a:p>
          </p:txBody>
        </p:sp>
        <p:sp>
          <p:nvSpPr>
            <p:cNvPr id="101" name="PDCA Act"/>
            <p:cNvSpPr/>
            <p:nvPr/>
          </p:nvSpPr>
          <p:spPr>
            <a:xfrm>
              <a:off x="8152181" y="5468112"/>
              <a:ext cx="1316736" cy="621792"/>
            </a:xfrm>
            <a:prstGeom prst="roundRect">
              <a:avLst>
                <a:gd name="adj" fmla="val 17647"/>
              </a:avLst>
            </a:prstGeom>
            <a:solidFill>
              <a:srgbClr val="E0F0F0"/>
            </a:solidFill>
            <a:ln>
              <a:noFill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850" dirty="0"/>
            </a:p>
          </p:txBody>
        </p:sp>
        <p:cxnSp>
          <p:nvCxnSpPr>
            <p:cNvPr id="102" name="連接線"/>
            <p:cNvCxnSpPr>
              <a:stCxn id="98" idx="3"/>
              <a:endCxn id="99" idx="1"/>
            </p:cNvCxnSpPr>
            <p:nvPr/>
          </p:nvCxnSpPr>
          <p:spPr>
            <a:xfrm>
              <a:off x="9468917" y="4754880"/>
              <a:ext cx="857402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103" name="連接線"/>
            <p:cNvCxnSpPr>
              <a:stCxn id="99" idx="2"/>
              <a:endCxn id="100" idx="0"/>
            </p:cNvCxnSpPr>
            <p:nvPr/>
          </p:nvCxnSpPr>
          <p:spPr>
            <a:xfrm>
              <a:off x="10984687" y="5065776"/>
              <a:ext cx="0" cy="402336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104" name="連接線"/>
            <p:cNvCxnSpPr>
              <a:stCxn id="100" idx="1"/>
              <a:endCxn id="101" idx="3"/>
            </p:cNvCxnSpPr>
            <p:nvPr/>
          </p:nvCxnSpPr>
          <p:spPr>
            <a:xfrm flipH="1">
              <a:off x="9468917" y="5779008"/>
              <a:ext cx="857402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105" name="連接線"/>
            <p:cNvCxnSpPr>
              <a:stCxn id="101" idx="0"/>
              <a:endCxn id="98" idx="2"/>
            </p:cNvCxnSpPr>
            <p:nvPr/>
          </p:nvCxnSpPr>
          <p:spPr>
            <a:xfrm flipV="1">
              <a:off x="8810549" y="5065776"/>
              <a:ext cx="0" cy="402336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sp>
          <p:nvSpPr>
            <p:cNvPr id="106" name="中心標籤"/>
            <p:cNvSpPr/>
            <p:nvPr/>
          </p:nvSpPr>
          <p:spPr>
            <a:xfrm>
              <a:off x="9440418" y="5148072"/>
              <a:ext cx="914400" cy="23774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800" dirty="0"/>
            </a:p>
          </p:txBody>
        </p:sp>
      </p:grpSp>
      <p:sp>
        <p:nvSpPr>
          <p:cNvPr id="107" name="Text 103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08" name="Text 104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圖示庫 Icon Library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118 個 Material Symbols 圖示：顏色、粗細跟著風格；每個都是可編輯的 PowerPoint 圖案</a:t>
            </a:r>
            <a:endParaRPr lang="en-US" sz="1600" dirty="0"/>
          </a:p>
        </p:txBody>
      </p:sp>
      <p:sp>
        <p:nvSpPr>
          <p:cNvPr id="5" name="圖示 人員"/>
          <p:cNvSpPr/>
          <p:nvPr/>
        </p:nvSpPr>
        <p:spPr>
          <a:xfrm>
            <a:off x="675124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6933" y="137361"/>
                </a:moveTo>
                <a:cubicBezTo>
                  <a:pt x="108128" y="128555"/>
                  <a:pt x="103730" y="117244"/>
                  <a:pt x="103730" y="103409"/>
                </a:cubicBezTo>
                <a:cubicBezTo>
                  <a:pt x="103730" y="89584"/>
                  <a:pt x="108128" y="78263"/>
                  <a:pt x="116933" y="69467"/>
                </a:cubicBezTo>
                <a:cubicBezTo>
                  <a:pt x="125730" y="60661"/>
                  <a:pt x="137050" y="56263"/>
                  <a:pt x="150876" y="56263"/>
                </a:cubicBezTo>
                <a:cubicBezTo>
                  <a:pt x="164711" y="56263"/>
                  <a:pt x="176022" y="60661"/>
                  <a:pt x="184828" y="69467"/>
                </a:cubicBezTo>
                <a:cubicBezTo>
                  <a:pt x="193624" y="78263"/>
                  <a:pt x="198022" y="89584"/>
                  <a:pt x="198022" y="103409"/>
                </a:cubicBezTo>
                <a:cubicBezTo>
                  <a:pt x="198022" y="117244"/>
                  <a:pt x="193624" y="128555"/>
                  <a:pt x="184828" y="137361"/>
                </a:cubicBezTo>
                <a:cubicBezTo>
                  <a:pt x="176022" y="146158"/>
                  <a:pt x="164711" y="150565"/>
                  <a:pt x="150876" y="150565"/>
                </a:cubicBezTo>
                <a:cubicBezTo>
                  <a:pt x="137050" y="150565"/>
                  <a:pt x="125730" y="146158"/>
                  <a:pt x="116933" y="137361"/>
                </a:cubicBezTo>
                <a:close/>
                <a:moveTo>
                  <a:pt x="50292" y="232605"/>
                </a:moveTo>
                <a:lnTo>
                  <a:pt x="50292" y="221916"/>
                </a:lnTo>
                <a:cubicBezTo>
                  <a:pt x="50292" y="213951"/>
                  <a:pt x="52285" y="207139"/>
                  <a:pt x="56263" y="201479"/>
                </a:cubicBezTo>
                <a:cubicBezTo>
                  <a:pt x="60250" y="195828"/>
                  <a:pt x="65380" y="191530"/>
                  <a:pt x="71671" y="188595"/>
                </a:cubicBezTo>
                <a:cubicBezTo>
                  <a:pt x="85707" y="182313"/>
                  <a:pt x="99167" y="177595"/>
                  <a:pt x="112060" y="174449"/>
                </a:cubicBezTo>
                <a:cubicBezTo>
                  <a:pt x="124944" y="171304"/>
                  <a:pt x="137882" y="169740"/>
                  <a:pt x="150876" y="169740"/>
                </a:cubicBezTo>
                <a:cubicBezTo>
                  <a:pt x="163870" y="169740"/>
                  <a:pt x="176754" y="171359"/>
                  <a:pt x="189537" y="174605"/>
                </a:cubicBezTo>
                <a:cubicBezTo>
                  <a:pt x="202320" y="177860"/>
                  <a:pt x="215734" y="182514"/>
                  <a:pt x="229770" y="188595"/>
                </a:cubicBezTo>
                <a:cubicBezTo>
                  <a:pt x="236272" y="191530"/>
                  <a:pt x="241502" y="195828"/>
                  <a:pt x="245489" y="201479"/>
                </a:cubicBezTo>
                <a:cubicBezTo>
                  <a:pt x="249467" y="207139"/>
                  <a:pt x="251460" y="213951"/>
                  <a:pt x="251460" y="221916"/>
                </a:cubicBezTo>
                <a:lnTo>
                  <a:pt x="251460" y="232605"/>
                </a:lnTo>
                <a:cubicBezTo>
                  <a:pt x="251460" y="237835"/>
                  <a:pt x="249622" y="242289"/>
                  <a:pt x="245955" y="245955"/>
                </a:cubicBezTo>
                <a:cubicBezTo>
                  <a:pt x="242289" y="249622"/>
                  <a:pt x="237835" y="251460"/>
                  <a:pt x="232605" y="251460"/>
                </a:cubicBezTo>
                <a:lnTo>
                  <a:pt x="69156" y="251460"/>
                </a:lnTo>
                <a:cubicBezTo>
                  <a:pt x="63917" y="251460"/>
                  <a:pt x="59463" y="249622"/>
                  <a:pt x="55797" y="245955"/>
                </a:cubicBezTo>
                <a:cubicBezTo>
                  <a:pt x="52130" y="242289"/>
                  <a:pt x="50292" y="237835"/>
                  <a:pt x="50292" y="232605"/>
                </a:cubicBezTo>
                <a:close/>
                <a:moveTo>
                  <a:pt x="69156" y="232605"/>
                </a:moveTo>
                <a:lnTo>
                  <a:pt x="232605" y="232605"/>
                </a:lnTo>
                <a:lnTo>
                  <a:pt x="232605" y="221916"/>
                </a:lnTo>
                <a:cubicBezTo>
                  <a:pt x="232605" y="218560"/>
                  <a:pt x="231608" y="215369"/>
                  <a:pt x="229615" y="212324"/>
                </a:cubicBezTo>
                <a:cubicBezTo>
                  <a:pt x="227622" y="209288"/>
                  <a:pt x="225162" y="207038"/>
                  <a:pt x="222227" y="205566"/>
                </a:cubicBezTo>
                <a:cubicBezTo>
                  <a:pt x="208812" y="199074"/>
                  <a:pt x="196559" y="194621"/>
                  <a:pt x="185449" y="192207"/>
                </a:cubicBezTo>
                <a:cubicBezTo>
                  <a:pt x="174349" y="189802"/>
                  <a:pt x="162818" y="188595"/>
                  <a:pt x="150876" y="188595"/>
                </a:cubicBezTo>
                <a:cubicBezTo>
                  <a:pt x="138934" y="188595"/>
                  <a:pt x="127303" y="189802"/>
                  <a:pt x="115982" y="192207"/>
                </a:cubicBezTo>
                <a:cubicBezTo>
                  <a:pt x="104671" y="194621"/>
                  <a:pt x="92409" y="199074"/>
                  <a:pt x="79214" y="205566"/>
                </a:cubicBezTo>
                <a:cubicBezTo>
                  <a:pt x="76279" y="207038"/>
                  <a:pt x="73865" y="209288"/>
                  <a:pt x="71982" y="212324"/>
                </a:cubicBezTo>
                <a:cubicBezTo>
                  <a:pt x="70098" y="215369"/>
                  <a:pt x="69156" y="218560"/>
                  <a:pt x="69156" y="221916"/>
                </a:cubicBezTo>
                <a:lnTo>
                  <a:pt x="69156" y="232605"/>
                </a:lnTo>
                <a:close/>
                <a:moveTo>
                  <a:pt x="171148" y="123691"/>
                </a:moveTo>
                <a:cubicBezTo>
                  <a:pt x="176497" y="118342"/>
                  <a:pt x="179168" y="111584"/>
                  <a:pt x="179168" y="103409"/>
                </a:cubicBezTo>
                <a:cubicBezTo>
                  <a:pt x="179168" y="95244"/>
                  <a:pt x="176497" y="88486"/>
                  <a:pt x="171148" y="83137"/>
                </a:cubicBezTo>
                <a:cubicBezTo>
                  <a:pt x="165808" y="77797"/>
                  <a:pt x="159051" y="75127"/>
                  <a:pt x="150876" y="75127"/>
                </a:cubicBezTo>
                <a:cubicBezTo>
                  <a:pt x="142701" y="75127"/>
                  <a:pt x="135944" y="77797"/>
                  <a:pt x="130604" y="83137"/>
                </a:cubicBezTo>
                <a:cubicBezTo>
                  <a:pt x="125255" y="88486"/>
                  <a:pt x="122584" y="95244"/>
                  <a:pt x="122584" y="103409"/>
                </a:cubicBezTo>
                <a:cubicBezTo>
                  <a:pt x="122584" y="111584"/>
                  <a:pt x="125255" y="118342"/>
                  <a:pt x="130604" y="123691"/>
                </a:cubicBezTo>
                <a:cubicBezTo>
                  <a:pt x="135944" y="129031"/>
                  <a:pt x="142701" y="131701"/>
                  <a:pt x="150876" y="131701"/>
                </a:cubicBezTo>
                <a:cubicBezTo>
                  <a:pt x="159051" y="131701"/>
                  <a:pt x="165808" y="129031"/>
                  <a:pt x="171148" y="123691"/>
                </a:cubicBezTo>
                <a:close/>
                <a:moveTo>
                  <a:pt x="150876" y="103409"/>
                </a:moveTo>
                <a:close/>
                <a:moveTo>
                  <a:pt x="150876" y="23260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說"/>
          <p:cNvSpPr/>
          <p:nvPr/>
        </p:nvSpPr>
        <p:spPr>
          <a:xfrm>
            <a:off x="530352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750" dirty="0"/>
          </a:p>
        </p:txBody>
      </p:sp>
      <p:sp>
        <p:nvSpPr>
          <p:cNvPr id="7" name="圖示 團隊"/>
          <p:cNvSpPr/>
          <p:nvPr/>
        </p:nvSpPr>
        <p:spPr>
          <a:xfrm>
            <a:off x="1229845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942" y="221916"/>
                </a:moveTo>
                <a:cubicBezTo>
                  <a:pt x="11942" y="214582"/>
                  <a:pt x="13835" y="207925"/>
                  <a:pt x="17602" y="201954"/>
                </a:cubicBezTo>
                <a:cubicBezTo>
                  <a:pt x="21379" y="195983"/>
                  <a:pt x="26609" y="191530"/>
                  <a:pt x="33321" y="188595"/>
                </a:cubicBezTo>
                <a:cubicBezTo>
                  <a:pt x="48619" y="181892"/>
                  <a:pt x="62390" y="177074"/>
                  <a:pt x="74652" y="174138"/>
                </a:cubicBezTo>
                <a:cubicBezTo>
                  <a:pt x="86914" y="171203"/>
                  <a:pt x="99532" y="169740"/>
                  <a:pt x="112526" y="169740"/>
                </a:cubicBezTo>
                <a:cubicBezTo>
                  <a:pt x="125520" y="169740"/>
                  <a:pt x="138093" y="171203"/>
                  <a:pt x="150245" y="174138"/>
                </a:cubicBezTo>
                <a:cubicBezTo>
                  <a:pt x="162397" y="177074"/>
                  <a:pt x="176123" y="181892"/>
                  <a:pt x="191420" y="188595"/>
                </a:cubicBezTo>
                <a:cubicBezTo>
                  <a:pt x="198132" y="191530"/>
                  <a:pt x="203417" y="195983"/>
                  <a:pt x="207294" y="201954"/>
                </a:cubicBezTo>
                <a:cubicBezTo>
                  <a:pt x="211172" y="207925"/>
                  <a:pt x="213110" y="214582"/>
                  <a:pt x="213110" y="221916"/>
                </a:cubicBezTo>
                <a:lnTo>
                  <a:pt x="213110" y="232605"/>
                </a:lnTo>
                <a:cubicBezTo>
                  <a:pt x="213110" y="237835"/>
                  <a:pt x="211281" y="242289"/>
                  <a:pt x="207615" y="245955"/>
                </a:cubicBezTo>
                <a:cubicBezTo>
                  <a:pt x="203948" y="249622"/>
                  <a:pt x="199495" y="251460"/>
                  <a:pt x="194255" y="251460"/>
                </a:cubicBezTo>
                <a:lnTo>
                  <a:pt x="30806" y="251460"/>
                </a:lnTo>
                <a:cubicBezTo>
                  <a:pt x="25567" y="251460"/>
                  <a:pt x="21113" y="249622"/>
                  <a:pt x="17447" y="245955"/>
                </a:cubicBezTo>
                <a:cubicBezTo>
                  <a:pt x="13780" y="242289"/>
                  <a:pt x="11942" y="237835"/>
                  <a:pt x="11942" y="232605"/>
                </a:cubicBezTo>
                <a:lnTo>
                  <a:pt x="11942" y="221916"/>
                </a:lnTo>
                <a:close/>
                <a:moveTo>
                  <a:pt x="270946" y="251460"/>
                </a:moveTo>
                <a:lnTo>
                  <a:pt x="227576" y="251460"/>
                </a:lnTo>
                <a:cubicBezTo>
                  <a:pt x="228618" y="248314"/>
                  <a:pt x="229615" y="245224"/>
                  <a:pt x="230557" y="242188"/>
                </a:cubicBezTo>
                <a:cubicBezTo>
                  <a:pt x="231499" y="239152"/>
                  <a:pt x="231974" y="235952"/>
                  <a:pt x="231974" y="232605"/>
                </a:cubicBezTo>
                <a:lnTo>
                  <a:pt x="231974" y="221916"/>
                </a:lnTo>
                <a:cubicBezTo>
                  <a:pt x="231974" y="208712"/>
                  <a:pt x="228929" y="198077"/>
                  <a:pt x="222858" y="190012"/>
                </a:cubicBezTo>
                <a:cubicBezTo>
                  <a:pt x="216777" y="181938"/>
                  <a:pt x="207660" y="175181"/>
                  <a:pt x="195508" y="169740"/>
                </a:cubicBezTo>
                <a:cubicBezTo>
                  <a:pt x="209974" y="171413"/>
                  <a:pt x="223589" y="173718"/>
                  <a:pt x="236372" y="176653"/>
                </a:cubicBezTo>
                <a:cubicBezTo>
                  <a:pt x="249156" y="179588"/>
                  <a:pt x="259525" y="183145"/>
                  <a:pt x="267489" y="187342"/>
                </a:cubicBezTo>
                <a:cubicBezTo>
                  <a:pt x="274402" y="191320"/>
                  <a:pt x="279852" y="196239"/>
                  <a:pt x="283839" y="202110"/>
                </a:cubicBezTo>
                <a:cubicBezTo>
                  <a:pt x="287817" y="207980"/>
                  <a:pt x="289810" y="214582"/>
                  <a:pt x="289810" y="221916"/>
                </a:cubicBezTo>
                <a:lnTo>
                  <a:pt x="289810" y="232605"/>
                </a:lnTo>
                <a:cubicBezTo>
                  <a:pt x="289810" y="237835"/>
                  <a:pt x="287972" y="242289"/>
                  <a:pt x="284305" y="245955"/>
                </a:cubicBezTo>
                <a:cubicBezTo>
                  <a:pt x="280639" y="249622"/>
                  <a:pt x="276185" y="251460"/>
                  <a:pt x="270946" y="251460"/>
                </a:cubicBezTo>
                <a:close/>
                <a:moveTo>
                  <a:pt x="78584" y="137361"/>
                </a:moveTo>
                <a:cubicBezTo>
                  <a:pt x="69778" y="128555"/>
                  <a:pt x="65380" y="117244"/>
                  <a:pt x="65380" y="103409"/>
                </a:cubicBezTo>
                <a:cubicBezTo>
                  <a:pt x="65380" y="89584"/>
                  <a:pt x="69778" y="78263"/>
                  <a:pt x="78584" y="69467"/>
                </a:cubicBezTo>
                <a:cubicBezTo>
                  <a:pt x="87380" y="60661"/>
                  <a:pt x="98700" y="56263"/>
                  <a:pt x="112526" y="56263"/>
                </a:cubicBezTo>
                <a:cubicBezTo>
                  <a:pt x="126361" y="56263"/>
                  <a:pt x="137672" y="60661"/>
                  <a:pt x="146478" y="69467"/>
                </a:cubicBezTo>
                <a:cubicBezTo>
                  <a:pt x="155274" y="78263"/>
                  <a:pt x="159682" y="89584"/>
                  <a:pt x="159682" y="103409"/>
                </a:cubicBezTo>
                <a:cubicBezTo>
                  <a:pt x="159682" y="117244"/>
                  <a:pt x="155274" y="128555"/>
                  <a:pt x="146478" y="137361"/>
                </a:cubicBezTo>
                <a:cubicBezTo>
                  <a:pt x="137672" y="146158"/>
                  <a:pt x="126361" y="150565"/>
                  <a:pt x="112526" y="150565"/>
                </a:cubicBezTo>
                <a:cubicBezTo>
                  <a:pt x="98700" y="150565"/>
                  <a:pt x="87380" y="146158"/>
                  <a:pt x="78584" y="137361"/>
                </a:cubicBezTo>
                <a:close/>
                <a:moveTo>
                  <a:pt x="212488" y="137361"/>
                </a:moveTo>
                <a:cubicBezTo>
                  <a:pt x="203683" y="146158"/>
                  <a:pt x="192371" y="150565"/>
                  <a:pt x="178537" y="150565"/>
                </a:cubicBezTo>
                <a:cubicBezTo>
                  <a:pt x="176232" y="150565"/>
                  <a:pt x="173663" y="150401"/>
                  <a:pt x="170837" y="150090"/>
                </a:cubicBezTo>
                <a:cubicBezTo>
                  <a:pt x="168003" y="149779"/>
                  <a:pt x="165442" y="149203"/>
                  <a:pt x="163138" y="148361"/>
                </a:cubicBezTo>
                <a:cubicBezTo>
                  <a:pt x="168167" y="143122"/>
                  <a:pt x="171989" y="136675"/>
                  <a:pt x="174605" y="129031"/>
                </a:cubicBezTo>
                <a:cubicBezTo>
                  <a:pt x="177229" y="121377"/>
                  <a:pt x="178537" y="112846"/>
                  <a:pt x="178537" y="103409"/>
                </a:cubicBezTo>
                <a:cubicBezTo>
                  <a:pt x="178537" y="93982"/>
                  <a:pt x="177229" y="85652"/>
                  <a:pt x="174605" y="78428"/>
                </a:cubicBezTo>
                <a:cubicBezTo>
                  <a:pt x="171989" y="71195"/>
                  <a:pt x="168167" y="64538"/>
                  <a:pt x="163138" y="58467"/>
                </a:cubicBezTo>
                <a:cubicBezTo>
                  <a:pt x="165442" y="57836"/>
                  <a:pt x="168003" y="57315"/>
                  <a:pt x="170837" y="56894"/>
                </a:cubicBezTo>
                <a:cubicBezTo>
                  <a:pt x="173663" y="56473"/>
                  <a:pt x="176232" y="56263"/>
                  <a:pt x="178537" y="56263"/>
                </a:cubicBezTo>
                <a:cubicBezTo>
                  <a:pt x="192371" y="56263"/>
                  <a:pt x="203683" y="60661"/>
                  <a:pt x="212488" y="69467"/>
                </a:cubicBezTo>
                <a:cubicBezTo>
                  <a:pt x="221285" y="78263"/>
                  <a:pt x="225683" y="89584"/>
                  <a:pt x="225683" y="103409"/>
                </a:cubicBezTo>
                <a:cubicBezTo>
                  <a:pt x="225683" y="117244"/>
                  <a:pt x="221285" y="128555"/>
                  <a:pt x="212488" y="137361"/>
                </a:cubicBezTo>
                <a:close/>
                <a:moveTo>
                  <a:pt x="30806" y="232605"/>
                </a:moveTo>
                <a:lnTo>
                  <a:pt x="194255" y="232605"/>
                </a:lnTo>
                <a:lnTo>
                  <a:pt x="194255" y="221916"/>
                </a:lnTo>
                <a:cubicBezTo>
                  <a:pt x="194255" y="218560"/>
                  <a:pt x="193258" y="215314"/>
                  <a:pt x="191265" y="212168"/>
                </a:cubicBezTo>
                <a:cubicBezTo>
                  <a:pt x="189272" y="209023"/>
                  <a:pt x="186812" y="206828"/>
                  <a:pt x="183877" y="205566"/>
                </a:cubicBezTo>
                <a:cubicBezTo>
                  <a:pt x="168789" y="198864"/>
                  <a:pt x="156116" y="194356"/>
                  <a:pt x="145847" y="192051"/>
                </a:cubicBezTo>
                <a:cubicBezTo>
                  <a:pt x="135578" y="189747"/>
                  <a:pt x="124477" y="188595"/>
                  <a:pt x="112526" y="188595"/>
                </a:cubicBezTo>
                <a:cubicBezTo>
                  <a:pt x="100584" y="188595"/>
                  <a:pt x="89428" y="189747"/>
                  <a:pt x="79050" y="192051"/>
                </a:cubicBezTo>
                <a:cubicBezTo>
                  <a:pt x="68681" y="194356"/>
                  <a:pt x="55952" y="198864"/>
                  <a:pt x="40865" y="205566"/>
                </a:cubicBezTo>
                <a:cubicBezTo>
                  <a:pt x="37929" y="206828"/>
                  <a:pt x="35515" y="209023"/>
                  <a:pt x="33632" y="212168"/>
                </a:cubicBezTo>
                <a:cubicBezTo>
                  <a:pt x="31748" y="215314"/>
                  <a:pt x="30806" y="218560"/>
                  <a:pt x="30806" y="221916"/>
                </a:cubicBezTo>
                <a:lnTo>
                  <a:pt x="30806" y="232605"/>
                </a:lnTo>
                <a:close/>
                <a:moveTo>
                  <a:pt x="132798" y="123691"/>
                </a:moveTo>
                <a:cubicBezTo>
                  <a:pt x="138148" y="118342"/>
                  <a:pt x="140818" y="111584"/>
                  <a:pt x="140818" y="103409"/>
                </a:cubicBezTo>
                <a:cubicBezTo>
                  <a:pt x="140818" y="95244"/>
                  <a:pt x="138148" y="88486"/>
                  <a:pt x="132798" y="83137"/>
                </a:cubicBezTo>
                <a:cubicBezTo>
                  <a:pt x="127458" y="77797"/>
                  <a:pt x="120701" y="75127"/>
                  <a:pt x="112526" y="75127"/>
                </a:cubicBezTo>
                <a:cubicBezTo>
                  <a:pt x="104360" y="75127"/>
                  <a:pt x="97594" y="77797"/>
                  <a:pt x="92254" y="83137"/>
                </a:cubicBezTo>
                <a:cubicBezTo>
                  <a:pt x="86914" y="88486"/>
                  <a:pt x="84244" y="95244"/>
                  <a:pt x="84244" y="103409"/>
                </a:cubicBezTo>
                <a:cubicBezTo>
                  <a:pt x="84244" y="111584"/>
                  <a:pt x="86914" y="118342"/>
                  <a:pt x="92254" y="123691"/>
                </a:cubicBezTo>
                <a:cubicBezTo>
                  <a:pt x="97594" y="129031"/>
                  <a:pt x="104360" y="131701"/>
                  <a:pt x="112526" y="131701"/>
                </a:cubicBezTo>
                <a:cubicBezTo>
                  <a:pt x="120701" y="131701"/>
                  <a:pt x="127458" y="129031"/>
                  <a:pt x="132798" y="123691"/>
                </a:cubicBezTo>
                <a:close/>
                <a:moveTo>
                  <a:pt x="112526" y="232605"/>
                </a:moveTo>
                <a:close/>
                <a:moveTo>
                  <a:pt x="112526" y="103409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圖說"/>
          <p:cNvSpPr/>
          <p:nvPr/>
        </p:nvSpPr>
        <p:spPr>
          <a:xfrm>
            <a:off x="1085073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750" dirty="0"/>
          </a:p>
        </p:txBody>
      </p:sp>
      <p:sp>
        <p:nvSpPr>
          <p:cNvPr id="9" name="圖示 部門"/>
          <p:cNvSpPr/>
          <p:nvPr/>
        </p:nvSpPr>
        <p:spPr>
          <a:xfrm>
            <a:off x="1784566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427" y="226314"/>
                </a:moveTo>
                <a:cubicBezTo>
                  <a:pt x="6748" y="226314"/>
                  <a:pt x="4508" y="225409"/>
                  <a:pt x="2707" y="223607"/>
                </a:cubicBezTo>
                <a:cubicBezTo>
                  <a:pt x="905" y="221788"/>
                  <a:pt x="0" y="219547"/>
                  <a:pt x="0" y="216887"/>
                </a:cubicBezTo>
                <a:lnTo>
                  <a:pt x="0" y="209654"/>
                </a:lnTo>
                <a:cubicBezTo>
                  <a:pt x="0" y="201570"/>
                  <a:pt x="4353" y="194987"/>
                  <a:pt x="13048" y="189912"/>
                </a:cubicBezTo>
                <a:cubicBezTo>
                  <a:pt x="21744" y="184846"/>
                  <a:pt x="33147" y="182313"/>
                  <a:pt x="47274" y="182313"/>
                </a:cubicBezTo>
                <a:cubicBezTo>
                  <a:pt x="49835" y="182313"/>
                  <a:pt x="52285" y="182359"/>
                  <a:pt x="54626" y="182469"/>
                </a:cubicBezTo>
                <a:cubicBezTo>
                  <a:pt x="56976" y="182569"/>
                  <a:pt x="59299" y="182789"/>
                  <a:pt x="61612" y="183127"/>
                </a:cubicBezTo>
                <a:cubicBezTo>
                  <a:pt x="59930" y="186775"/>
                  <a:pt x="58677" y="190460"/>
                  <a:pt x="57836" y="194191"/>
                </a:cubicBezTo>
                <a:cubicBezTo>
                  <a:pt x="56995" y="197922"/>
                  <a:pt x="56583" y="201817"/>
                  <a:pt x="56583" y="205886"/>
                </a:cubicBezTo>
                <a:lnTo>
                  <a:pt x="56583" y="226314"/>
                </a:lnTo>
                <a:lnTo>
                  <a:pt x="9427" y="226314"/>
                </a:lnTo>
                <a:close/>
                <a:moveTo>
                  <a:pt x="84865" y="226314"/>
                </a:moveTo>
                <a:cubicBezTo>
                  <a:pt x="82186" y="226314"/>
                  <a:pt x="79946" y="225409"/>
                  <a:pt x="78145" y="223607"/>
                </a:cubicBezTo>
                <a:cubicBezTo>
                  <a:pt x="76343" y="221788"/>
                  <a:pt x="75438" y="219547"/>
                  <a:pt x="75438" y="216887"/>
                </a:cubicBezTo>
                <a:lnTo>
                  <a:pt x="75438" y="205886"/>
                </a:lnTo>
                <a:cubicBezTo>
                  <a:pt x="75438" y="199175"/>
                  <a:pt x="77276" y="193048"/>
                  <a:pt x="80943" y="187498"/>
                </a:cubicBezTo>
                <a:cubicBezTo>
                  <a:pt x="84609" y="181938"/>
                  <a:pt x="89794" y="177074"/>
                  <a:pt x="96497" y="172876"/>
                </a:cubicBezTo>
                <a:cubicBezTo>
                  <a:pt x="103199" y="168689"/>
                  <a:pt x="111218" y="165543"/>
                  <a:pt x="120545" y="163449"/>
                </a:cubicBezTo>
                <a:cubicBezTo>
                  <a:pt x="129872" y="161355"/>
                  <a:pt x="139976" y="160303"/>
                  <a:pt x="150876" y="160303"/>
                </a:cubicBezTo>
                <a:cubicBezTo>
                  <a:pt x="161986" y="160303"/>
                  <a:pt x="172200" y="161355"/>
                  <a:pt x="181527" y="163449"/>
                </a:cubicBezTo>
                <a:cubicBezTo>
                  <a:pt x="190844" y="165543"/>
                  <a:pt x="198864" y="168689"/>
                  <a:pt x="205566" y="172876"/>
                </a:cubicBezTo>
                <a:cubicBezTo>
                  <a:pt x="212278" y="177074"/>
                  <a:pt x="217408" y="181938"/>
                  <a:pt x="220974" y="187498"/>
                </a:cubicBezTo>
                <a:cubicBezTo>
                  <a:pt x="224531" y="193048"/>
                  <a:pt x="226314" y="199175"/>
                  <a:pt x="226314" y="205886"/>
                </a:cubicBezTo>
                <a:lnTo>
                  <a:pt x="226314" y="216887"/>
                </a:lnTo>
                <a:cubicBezTo>
                  <a:pt x="226314" y="219566"/>
                  <a:pt x="225409" y="221806"/>
                  <a:pt x="223607" y="223607"/>
                </a:cubicBezTo>
                <a:cubicBezTo>
                  <a:pt x="221806" y="225409"/>
                  <a:pt x="219566" y="226314"/>
                  <a:pt x="216887" y="226314"/>
                </a:cubicBezTo>
                <a:lnTo>
                  <a:pt x="84865" y="226314"/>
                </a:lnTo>
                <a:close/>
                <a:moveTo>
                  <a:pt x="245178" y="226314"/>
                </a:moveTo>
                <a:lnTo>
                  <a:pt x="245178" y="205886"/>
                </a:lnTo>
                <a:cubicBezTo>
                  <a:pt x="245178" y="201717"/>
                  <a:pt x="244803" y="197794"/>
                  <a:pt x="244072" y="194127"/>
                </a:cubicBezTo>
                <a:cubicBezTo>
                  <a:pt x="243340" y="190460"/>
                  <a:pt x="242133" y="186803"/>
                  <a:pt x="240460" y="183154"/>
                </a:cubicBezTo>
                <a:cubicBezTo>
                  <a:pt x="242764" y="182798"/>
                  <a:pt x="245087" y="182569"/>
                  <a:pt x="247437" y="182469"/>
                </a:cubicBezTo>
                <a:cubicBezTo>
                  <a:pt x="249787" y="182359"/>
                  <a:pt x="252173" y="182313"/>
                  <a:pt x="254606" y="182313"/>
                </a:cubicBezTo>
                <a:cubicBezTo>
                  <a:pt x="268751" y="182313"/>
                  <a:pt x="280145" y="184800"/>
                  <a:pt x="288804" y="189793"/>
                </a:cubicBezTo>
                <a:cubicBezTo>
                  <a:pt x="297454" y="194776"/>
                  <a:pt x="301770" y="201397"/>
                  <a:pt x="301752" y="209654"/>
                </a:cubicBezTo>
                <a:lnTo>
                  <a:pt x="301752" y="216887"/>
                </a:lnTo>
                <a:cubicBezTo>
                  <a:pt x="301752" y="219566"/>
                  <a:pt x="300847" y="221806"/>
                  <a:pt x="299045" y="223607"/>
                </a:cubicBezTo>
                <a:cubicBezTo>
                  <a:pt x="297244" y="225409"/>
                  <a:pt x="295004" y="226314"/>
                  <a:pt x="292325" y="226314"/>
                </a:cubicBezTo>
                <a:lnTo>
                  <a:pt x="245178" y="226314"/>
                </a:lnTo>
                <a:close/>
                <a:moveTo>
                  <a:pt x="94302" y="207459"/>
                </a:moveTo>
                <a:lnTo>
                  <a:pt x="207459" y="207459"/>
                </a:lnTo>
                <a:lnTo>
                  <a:pt x="207459" y="205566"/>
                </a:lnTo>
                <a:cubicBezTo>
                  <a:pt x="207459" y="197812"/>
                  <a:pt x="202165" y="191475"/>
                  <a:pt x="191585" y="186556"/>
                </a:cubicBezTo>
                <a:cubicBezTo>
                  <a:pt x="180996" y="181627"/>
                  <a:pt x="167427" y="179168"/>
                  <a:pt x="150876" y="179168"/>
                </a:cubicBezTo>
                <a:cubicBezTo>
                  <a:pt x="134325" y="179168"/>
                  <a:pt x="120756" y="181627"/>
                  <a:pt x="110167" y="186556"/>
                </a:cubicBezTo>
                <a:cubicBezTo>
                  <a:pt x="99587" y="191475"/>
                  <a:pt x="94302" y="197922"/>
                  <a:pt x="94302" y="205886"/>
                </a:cubicBezTo>
                <a:lnTo>
                  <a:pt x="94302" y="207459"/>
                </a:lnTo>
                <a:close/>
                <a:moveTo>
                  <a:pt x="47028" y="172876"/>
                </a:moveTo>
                <a:cubicBezTo>
                  <a:pt x="41029" y="172876"/>
                  <a:pt x="35881" y="170718"/>
                  <a:pt x="31593" y="166403"/>
                </a:cubicBezTo>
                <a:cubicBezTo>
                  <a:pt x="27295" y="162105"/>
                  <a:pt x="25146" y="156929"/>
                  <a:pt x="25146" y="150876"/>
                </a:cubicBezTo>
                <a:cubicBezTo>
                  <a:pt x="25146" y="144795"/>
                  <a:pt x="27304" y="139611"/>
                  <a:pt x="31620" y="135313"/>
                </a:cubicBezTo>
                <a:cubicBezTo>
                  <a:pt x="35918" y="131024"/>
                  <a:pt x="41093" y="128876"/>
                  <a:pt x="47146" y="128876"/>
                </a:cubicBezTo>
                <a:cubicBezTo>
                  <a:pt x="53227" y="128876"/>
                  <a:pt x="58412" y="131024"/>
                  <a:pt x="62710" y="135313"/>
                </a:cubicBezTo>
                <a:cubicBezTo>
                  <a:pt x="67007" y="139611"/>
                  <a:pt x="69156" y="144841"/>
                  <a:pt x="69156" y="151004"/>
                </a:cubicBezTo>
                <a:cubicBezTo>
                  <a:pt x="69156" y="156993"/>
                  <a:pt x="67007" y="162141"/>
                  <a:pt x="62710" y="166439"/>
                </a:cubicBezTo>
                <a:cubicBezTo>
                  <a:pt x="58412" y="170728"/>
                  <a:pt x="53182" y="172876"/>
                  <a:pt x="47028" y="172876"/>
                </a:cubicBezTo>
                <a:close/>
                <a:moveTo>
                  <a:pt x="254478" y="172876"/>
                </a:moveTo>
                <a:cubicBezTo>
                  <a:pt x="248488" y="172876"/>
                  <a:pt x="243340" y="170718"/>
                  <a:pt x="239042" y="166403"/>
                </a:cubicBezTo>
                <a:cubicBezTo>
                  <a:pt x="234745" y="162105"/>
                  <a:pt x="232605" y="156929"/>
                  <a:pt x="232605" y="150876"/>
                </a:cubicBezTo>
                <a:cubicBezTo>
                  <a:pt x="232605" y="144795"/>
                  <a:pt x="234763" y="139611"/>
                  <a:pt x="239079" y="135313"/>
                </a:cubicBezTo>
                <a:cubicBezTo>
                  <a:pt x="243368" y="131024"/>
                  <a:pt x="248543" y="128876"/>
                  <a:pt x="254606" y="128876"/>
                </a:cubicBezTo>
                <a:cubicBezTo>
                  <a:pt x="260677" y="128876"/>
                  <a:pt x="265871" y="131024"/>
                  <a:pt x="270159" y="135313"/>
                </a:cubicBezTo>
                <a:cubicBezTo>
                  <a:pt x="274457" y="139611"/>
                  <a:pt x="276606" y="144841"/>
                  <a:pt x="276606" y="151004"/>
                </a:cubicBezTo>
                <a:cubicBezTo>
                  <a:pt x="276606" y="156993"/>
                  <a:pt x="274457" y="162141"/>
                  <a:pt x="270159" y="166439"/>
                </a:cubicBezTo>
                <a:cubicBezTo>
                  <a:pt x="265871" y="170728"/>
                  <a:pt x="260641" y="172876"/>
                  <a:pt x="254478" y="172876"/>
                </a:cubicBezTo>
                <a:close/>
                <a:moveTo>
                  <a:pt x="150876" y="150876"/>
                </a:moveTo>
                <a:cubicBezTo>
                  <a:pt x="140397" y="150876"/>
                  <a:pt x="131491" y="147209"/>
                  <a:pt x="124157" y="139876"/>
                </a:cubicBezTo>
                <a:cubicBezTo>
                  <a:pt x="116824" y="132542"/>
                  <a:pt x="113157" y="123636"/>
                  <a:pt x="113157" y="113157"/>
                </a:cubicBezTo>
                <a:cubicBezTo>
                  <a:pt x="113157" y="102468"/>
                  <a:pt x="116824" y="93516"/>
                  <a:pt x="124157" y="86283"/>
                </a:cubicBezTo>
                <a:cubicBezTo>
                  <a:pt x="131491" y="79050"/>
                  <a:pt x="140397" y="75438"/>
                  <a:pt x="150876" y="75438"/>
                </a:cubicBezTo>
                <a:cubicBezTo>
                  <a:pt x="161565" y="75438"/>
                  <a:pt x="170517" y="79050"/>
                  <a:pt x="177750" y="86283"/>
                </a:cubicBezTo>
                <a:cubicBezTo>
                  <a:pt x="184983" y="93516"/>
                  <a:pt x="188595" y="102468"/>
                  <a:pt x="188595" y="113157"/>
                </a:cubicBezTo>
                <a:cubicBezTo>
                  <a:pt x="188595" y="123636"/>
                  <a:pt x="184983" y="132542"/>
                  <a:pt x="177750" y="139876"/>
                </a:cubicBezTo>
                <a:cubicBezTo>
                  <a:pt x="170517" y="147209"/>
                  <a:pt x="161565" y="150876"/>
                  <a:pt x="150876" y="150876"/>
                </a:cubicBezTo>
                <a:close/>
                <a:moveTo>
                  <a:pt x="150967" y="132021"/>
                </a:moveTo>
                <a:cubicBezTo>
                  <a:pt x="156353" y="132021"/>
                  <a:pt x="160834" y="130192"/>
                  <a:pt x="164391" y="126544"/>
                </a:cubicBezTo>
                <a:cubicBezTo>
                  <a:pt x="167957" y="122905"/>
                  <a:pt x="169740" y="118397"/>
                  <a:pt x="169740" y="113029"/>
                </a:cubicBezTo>
                <a:cubicBezTo>
                  <a:pt x="169740" y="107671"/>
                  <a:pt x="167948" y="103199"/>
                  <a:pt x="164363" y="99642"/>
                </a:cubicBezTo>
                <a:cubicBezTo>
                  <a:pt x="160779" y="96076"/>
                  <a:pt x="156326" y="94302"/>
                  <a:pt x="151004" y="94302"/>
                </a:cubicBezTo>
                <a:cubicBezTo>
                  <a:pt x="145682" y="94302"/>
                  <a:pt x="141183" y="96085"/>
                  <a:pt x="137517" y="99670"/>
                </a:cubicBezTo>
                <a:cubicBezTo>
                  <a:pt x="133850" y="103254"/>
                  <a:pt x="132021" y="107707"/>
                  <a:pt x="132021" y="113029"/>
                </a:cubicBezTo>
                <a:cubicBezTo>
                  <a:pt x="132021" y="118351"/>
                  <a:pt x="133841" y="122850"/>
                  <a:pt x="137489" y="126516"/>
                </a:cubicBezTo>
                <a:cubicBezTo>
                  <a:pt x="141128" y="130183"/>
                  <a:pt x="145636" y="132021"/>
                  <a:pt x="151004" y="132021"/>
                </a:cubicBezTo>
                <a:close/>
                <a:moveTo>
                  <a:pt x="150876" y="207459"/>
                </a:moveTo>
                <a:close/>
                <a:moveTo>
                  <a:pt x="150876" y="113157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圖說"/>
          <p:cNvSpPr/>
          <p:nvPr/>
        </p:nvSpPr>
        <p:spPr>
          <a:xfrm>
            <a:off x="1639794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750" dirty="0"/>
          </a:p>
        </p:txBody>
      </p:sp>
      <p:sp>
        <p:nvSpPr>
          <p:cNvPr id="11" name="圖示 組織架構"/>
          <p:cNvSpPr/>
          <p:nvPr/>
        </p:nvSpPr>
        <p:spPr>
          <a:xfrm>
            <a:off x="2339287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89857" y="245178"/>
                </a:moveTo>
                <a:lnTo>
                  <a:pt x="189857" y="224741"/>
                </a:lnTo>
                <a:lnTo>
                  <a:pt x="160303" y="224741"/>
                </a:lnTo>
                <a:cubicBezTo>
                  <a:pt x="155110" y="224741"/>
                  <a:pt x="150666" y="222894"/>
                  <a:pt x="146981" y="219209"/>
                </a:cubicBezTo>
                <a:cubicBezTo>
                  <a:pt x="143286" y="215497"/>
                  <a:pt x="141449" y="211062"/>
                  <a:pt x="141449" y="205886"/>
                </a:cubicBezTo>
                <a:lnTo>
                  <a:pt x="141449" y="95866"/>
                </a:lnTo>
                <a:lnTo>
                  <a:pt x="112215" y="95866"/>
                </a:lnTo>
                <a:lnTo>
                  <a:pt x="112215" y="117875"/>
                </a:lnTo>
                <a:cubicBezTo>
                  <a:pt x="112215" y="123069"/>
                  <a:pt x="110368" y="127513"/>
                  <a:pt x="106683" y="131198"/>
                </a:cubicBezTo>
                <a:cubicBezTo>
                  <a:pt x="102998" y="134883"/>
                  <a:pt x="98554" y="136730"/>
                  <a:pt x="93351" y="136730"/>
                </a:cubicBezTo>
                <a:lnTo>
                  <a:pt x="44010" y="136730"/>
                </a:lnTo>
                <a:cubicBezTo>
                  <a:pt x="38807" y="136730"/>
                  <a:pt x="34363" y="134883"/>
                  <a:pt x="30678" y="131198"/>
                </a:cubicBezTo>
                <a:cubicBezTo>
                  <a:pt x="26993" y="127495"/>
                  <a:pt x="25146" y="123051"/>
                  <a:pt x="25146" y="117875"/>
                </a:cubicBezTo>
                <a:lnTo>
                  <a:pt x="25146" y="56583"/>
                </a:lnTo>
                <a:cubicBezTo>
                  <a:pt x="25146" y="51380"/>
                  <a:pt x="26993" y="46936"/>
                  <a:pt x="30678" y="43251"/>
                </a:cubicBezTo>
                <a:cubicBezTo>
                  <a:pt x="34391" y="39566"/>
                  <a:pt x="38825" y="37719"/>
                  <a:pt x="44010" y="37719"/>
                </a:cubicBezTo>
                <a:lnTo>
                  <a:pt x="93351" y="37719"/>
                </a:lnTo>
                <a:cubicBezTo>
                  <a:pt x="98554" y="37719"/>
                  <a:pt x="102998" y="39566"/>
                  <a:pt x="106683" y="43251"/>
                </a:cubicBezTo>
                <a:cubicBezTo>
                  <a:pt x="110368" y="46936"/>
                  <a:pt x="112215" y="51380"/>
                  <a:pt x="112215" y="56583"/>
                </a:cubicBezTo>
                <a:lnTo>
                  <a:pt x="112215" y="77011"/>
                </a:lnTo>
                <a:lnTo>
                  <a:pt x="189857" y="77011"/>
                </a:lnTo>
                <a:lnTo>
                  <a:pt x="189857" y="56583"/>
                </a:lnTo>
                <a:cubicBezTo>
                  <a:pt x="189857" y="51380"/>
                  <a:pt x="191695" y="46936"/>
                  <a:pt x="195389" y="43251"/>
                </a:cubicBezTo>
                <a:cubicBezTo>
                  <a:pt x="199092" y="39566"/>
                  <a:pt x="203536" y="37719"/>
                  <a:pt x="208712" y="37719"/>
                </a:cubicBezTo>
                <a:lnTo>
                  <a:pt x="257751" y="37719"/>
                </a:lnTo>
                <a:cubicBezTo>
                  <a:pt x="262945" y="37719"/>
                  <a:pt x="267389" y="39566"/>
                  <a:pt x="271074" y="43251"/>
                </a:cubicBezTo>
                <a:cubicBezTo>
                  <a:pt x="274759" y="46936"/>
                  <a:pt x="276606" y="51380"/>
                  <a:pt x="276606" y="56583"/>
                </a:cubicBezTo>
                <a:lnTo>
                  <a:pt x="276606" y="117875"/>
                </a:lnTo>
                <a:cubicBezTo>
                  <a:pt x="276606" y="123069"/>
                  <a:pt x="274759" y="127513"/>
                  <a:pt x="271074" y="131198"/>
                </a:cubicBezTo>
                <a:cubicBezTo>
                  <a:pt x="267389" y="134883"/>
                  <a:pt x="262945" y="136730"/>
                  <a:pt x="257751" y="136730"/>
                </a:cubicBezTo>
                <a:lnTo>
                  <a:pt x="208712" y="136730"/>
                </a:lnTo>
                <a:cubicBezTo>
                  <a:pt x="203518" y="136730"/>
                  <a:pt x="199074" y="134883"/>
                  <a:pt x="195389" y="131198"/>
                </a:cubicBezTo>
                <a:cubicBezTo>
                  <a:pt x="191695" y="127495"/>
                  <a:pt x="189857" y="123051"/>
                  <a:pt x="189857" y="117875"/>
                </a:cubicBezTo>
                <a:lnTo>
                  <a:pt x="189857" y="95866"/>
                </a:lnTo>
                <a:lnTo>
                  <a:pt x="160303" y="95866"/>
                </a:lnTo>
                <a:lnTo>
                  <a:pt x="160303" y="205886"/>
                </a:lnTo>
                <a:lnTo>
                  <a:pt x="189857" y="205886"/>
                </a:lnTo>
                <a:lnTo>
                  <a:pt x="189857" y="183877"/>
                </a:lnTo>
                <a:cubicBezTo>
                  <a:pt x="189857" y="178683"/>
                  <a:pt x="191695" y="174239"/>
                  <a:pt x="195389" y="170554"/>
                </a:cubicBezTo>
                <a:cubicBezTo>
                  <a:pt x="199092" y="166869"/>
                  <a:pt x="203536" y="165022"/>
                  <a:pt x="208712" y="165022"/>
                </a:cubicBezTo>
                <a:lnTo>
                  <a:pt x="257751" y="165022"/>
                </a:lnTo>
                <a:cubicBezTo>
                  <a:pt x="262945" y="165022"/>
                  <a:pt x="267389" y="166869"/>
                  <a:pt x="271074" y="170554"/>
                </a:cubicBezTo>
                <a:cubicBezTo>
                  <a:pt x="274759" y="174239"/>
                  <a:pt x="276606" y="178683"/>
                  <a:pt x="276606" y="183877"/>
                </a:cubicBezTo>
                <a:lnTo>
                  <a:pt x="276606" y="245178"/>
                </a:lnTo>
                <a:cubicBezTo>
                  <a:pt x="276606" y="250372"/>
                  <a:pt x="274759" y="254816"/>
                  <a:pt x="271074" y="258501"/>
                </a:cubicBezTo>
                <a:cubicBezTo>
                  <a:pt x="267389" y="262186"/>
                  <a:pt x="262945" y="264033"/>
                  <a:pt x="257751" y="264033"/>
                </a:cubicBezTo>
                <a:lnTo>
                  <a:pt x="208712" y="264033"/>
                </a:lnTo>
                <a:cubicBezTo>
                  <a:pt x="203518" y="264033"/>
                  <a:pt x="199074" y="262186"/>
                  <a:pt x="195389" y="258501"/>
                </a:cubicBezTo>
                <a:cubicBezTo>
                  <a:pt x="191695" y="254788"/>
                  <a:pt x="189857" y="250354"/>
                  <a:pt x="189857" y="245178"/>
                </a:cubicBezTo>
                <a:close/>
                <a:moveTo>
                  <a:pt x="44010" y="56583"/>
                </a:moveTo>
                <a:lnTo>
                  <a:pt x="44010" y="117875"/>
                </a:lnTo>
                <a:lnTo>
                  <a:pt x="44010" y="56583"/>
                </a:lnTo>
                <a:close/>
                <a:moveTo>
                  <a:pt x="208712" y="183877"/>
                </a:moveTo>
                <a:lnTo>
                  <a:pt x="208712" y="245178"/>
                </a:lnTo>
                <a:lnTo>
                  <a:pt x="208712" y="183877"/>
                </a:lnTo>
                <a:close/>
                <a:moveTo>
                  <a:pt x="208712" y="56583"/>
                </a:moveTo>
                <a:lnTo>
                  <a:pt x="208712" y="117875"/>
                </a:lnTo>
                <a:lnTo>
                  <a:pt x="208712" y="56583"/>
                </a:lnTo>
                <a:close/>
                <a:moveTo>
                  <a:pt x="208712" y="117875"/>
                </a:moveTo>
                <a:lnTo>
                  <a:pt x="257751" y="117875"/>
                </a:lnTo>
                <a:lnTo>
                  <a:pt x="257751" y="56583"/>
                </a:lnTo>
                <a:lnTo>
                  <a:pt x="208712" y="56583"/>
                </a:lnTo>
                <a:lnTo>
                  <a:pt x="208712" y="117875"/>
                </a:lnTo>
                <a:close/>
                <a:moveTo>
                  <a:pt x="208712" y="245178"/>
                </a:moveTo>
                <a:lnTo>
                  <a:pt x="257751" y="245178"/>
                </a:lnTo>
                <a:lnTo>
                  <a:pt x="257751" y="183877"/>
                </a:lnTo>
                <a:lnTo>
                  <a:pt x="208712" y="183877"/>
                </a:lnTo>
                <a:lnTo>
                  <a:pt x="208712" y="245178"/>
                </a:lnTo>
                <a:close/>
                <a:moveTo>
                  <a:pt x="44010" y="117875"/>
                </a:moveTo>
                <a:lnTo>
                  <a:pt x="93351" y="117875"/>
                </a:lnTo>
                <a:lnTo>
                  <a:pt x="93351" y="56583"/>
                </a:lnTo>
                <a:lnTo>
                  <a:pt x="44010" y="56583"/>
                </a:lnTo>
                <a:lnTo>
                  <a:pt x="44010" y="117875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圖說"/>
          <p:cNvSpPr/>
          <p:nvPr/>
        </p:nvSpPr>
        <p:spPr>
          <a:xfrm>
            <a:off x="2194514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750" dirty="0"/>
          </a:p>
        </p:txBody>
      </p:sp>
      <p:sp>
        <p:nvSpPr>
          <p:cNvPr id="13" name="圖示 員工"/>
          <p:cNvSpPr/>
          <p:nvPr/>
        </p:nvSpPr>
        <p:spPr>
          <a:xfrm>
            <a:off x="2894007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2923" y="224110"/>
                </a:moveTo>
                <a:lnTo>
                  <a:pt x="148051" y="224110"/>
                </a:lnTo>
                <a:lnTo>
                  <a:pt x="148051" y="219712"/>
                </a:lnTo>
                <a:cubicBezTo>
                  <a:pt x="148051" y="215945"/>
                  <a:pt x="147109" y="212589"/>
                  <a:pt x="145216" y="209654"/>
                </a:cubicBezTo>
                <a:cubicBezTo>
                  <a:pt x="143332" y="206718"/>
                  <a:pt x="140918" y="204734"/>
                  <a:pt x="137992" y="203683"/>
                </a:cubicBezTo>
                <a:cubicBezTo>
                  <a:pt x="131280" y="201378"/>
                  <a:pt x="126041" y="199860"/>
                  <a:pt x="122274" y="199129"/>
                </a:cubicBezTo>
                <a:cubicBezTo>
                  <a:pt x="118497" y="198388"/>
                  <a:pt x="114830" y="198022"/>
                  <a:pt x="111273" y="198022"/>
                </a:cubicBezTo>
                <a:cubicBezTo>
                  <a:pt x="107287" y="198022"/>
                  <a:pt x="103044" y="198498"/>
                  <a:pt x="98545" y="199440"/>
                </a:cubicBezTo>
                <a:cubicBezTo>
                  <a:pt x="94037" y="200382"/>
                  <a:pt x="88953" y="201799"/>
                  <a:pt x="83293" y="203683"/>
                </a:cubicBezTo>
                <a:cubicBezTo>
                  <a:pt x="80156" y="204734"/>
                  <a:pt x="77642" y="206718"/>
                  <a:pt x="75749" y="209654"/>
                </a:cubicBezTo>
                <a:cubicBezTo>
                  <a:pt x="73865" y="212589"/>
                  <a:pt x="72923" y="215945"/>
                  <a:pt x="72923" y="219712"/>
                </a:cubicBezTo>
                <a:lnTo>
                  <a:pt x="72923" y="224110"/>
                </a:lnTo>
                <a:close/>
                <a:moveTo>
                  <a:pt x="186391" y="203052"/>
                </a:moveTo>
                <a:lnTo>
                  <a:pt x="224110" y="203052"/>
                </a:lnTo>
                <a:cubicBezTo>
                  <a:pt x="226415" y="203052"/>
                  <a:pt x="228307" y="202320"/>
                  <a:pt x="229770" y="200857"/>
                </a:cubicBezTo>
                <a:cubicBezTo>
                  <a:pt x="231243" y="199385"/>
                  <a:pt x="231974" y="197501"/>
                  <a:pt x="231974" y="195197"/>
                </a:cubicBezTo>
                <a:cubicBezTo>
                  <a:pt x="231974" y="192893"/>
                  <a:pt x="231243" y="191009"/>
                  <a:pt x="229770" y="189537"/>
                </a:cubicBezTo>
                <a:cubicBezTo>
                  <a:pt x="228307" y="188074"/>
                  <a:pt x="226415" y="187342"/>
                  <a:pt x="224110" y="187342"/>
                </a:cubicBezTo>
                <a:lnTo>
                  <a:pt x="186391" y="187342"/>
                </a:lnTo>
                <a:cubicBezTo>
                  <a:pt x="184087" y="187342"/>
                  <a:pt x="182203" y="188074"/>
                  <a:pt x="180740" y="189537"/>
                </a:cubicBezTo>
                <a:cubicBezTo>
                  <a:pt x="179268" y="191009"/>
                  <a:pt x="178537" y="192893"/>
                  <a:pt x="178537" y="195197"/>
                </a:cubicBezTo>
                <a:cubicBezTo>
                  <a:pt x="178537" y="197501"/>
                  <a:pt x="179268" y="199385"/>
                  <a:pt x="180740" y="200857"/>
                </a:cubicBezTo>
                <a:cubicBezTo>
                  <a:pt x="182203" y="202320"/>
                  <a:pt x="184087" y="203052"/>
                  <a:pt x="186391" y="203052"/>
                </a:cubicBezTo>
                <a:close/>
                <a:moveTo>
                  <a:pt x="123371" y="182469"/>
                </a:moveTo>
                <a:cubicBezTo>
                  <a:pt x="126617" y="179213"/>
                  <a:pt x="128245" y="175181"/>
                  <a:pt x="128245" y="170362"/>
                </a:cubicBezTo>
                <a:cubicBezTo>
                  <a:pt x="128245" y="165543"/>
                  <a:pt x="126617" y="161510"/>
                  <a:pt x="123371" y="158264"/>
                </a:cubicBezTo>
                <a:cubicBezTo>
                  <a:pt x="120125" y="155018"/>
                  <a:pt x="116092" y="153391"/>
                  <a:pt x="111273" y="153391"/>
                </a:cubicBezTo>
                <a:cubicBezTo>
                  <a:pt x="106454" y="153391"/>
                  <a:pt x="102422" y="155018"/>
                  <a:pt x="99167" y="158264"/>
                </a:cubicBezTo>
                <a:cubicBezTo>
                  <a:pt x="95921" y="161510"/>
                  <a:pt x="94302" y="165543"/>
                  <a:pt x="94302" y="170362"/>
                </a:cubicBezTo>
                <a:cubicBezTo>
                  <a:pt x="94302" y="175181"/>
                  <a:pt x="95921" y="179213"/>
                  <a:pt x="99167" y="182469"/>
                </a:cubicBezTo>
                <a:cubicBezTo>
                  <a:pt x="102422" y="185715"/>
                  <a:pt x="106454" y="187342"/>
                  <a:pt x="111273" y="187342"/>
                </a:cubicBezTo>
                <a:cubicBezTo>
                  <a:pt x="116092" y="187342"/>
                  <a:pt x="120125" y="185715"/>
                  <a:pt x="123371" y="182469"/>
                </a:cubicBezTo>
                <a:close/>
                <a:moveTo>
                  <a:pt x="186391" y="167536"/>
                </a:moveTo>
                <a:lnTo>
                  <a:pt x="224110" y="167536"/>
                </a:lnTo>
                <a:cubicBezTo>
                  <a:pt x="226415" y="167536"/>
                  <a:pt x="228307" y="166805"/>
                  <a:pt x="229770" y="165333"/>
                </a:cubicBezTo>
                <a:cubicBezTo>
                  <a:pt x="231243" y="163870"/>
                  <a:pt x="231974" y="161986"/>
                  <a:pt x="231974" y="159682"/>
                </a:cubicBezTo>
                <a:cubicBezTo>
                  <a:pt x="231974" y="157368"/>
                  <a:pt x="231243" y="155485"/>
                  <a:pt x="229770" y="154022"/>
                </a:cubicBezTo>
                <a:cubicBezTo>
                  <a:pt x="228307" y="152549"/>
                  <a:pt x="226415" y="151818"/>
                  <a:pt x="224110" y="151818"/>
                </a:cubicBezTo>
                <a:lnTo>
                  <a:pt x="186391" y="151818"/>
                </a:lnTo>
                <a:cubicBezTo>
                  <a:pt x="184087" y="151818"/>
                  <a:pt x="182203" y="152549"/>
                  <a:pt x="180740" y="154022"/>
                </a:cubicBezTo>
                <a:cubicBezTo>
                  <a:pt x="179268" y="155485"/>
                  <a:pt x="178537" y="157368"/>
                  <a:pt x="178537" y="159682"/>
                </a:cubicBezTo>
                <a:cubicBezTo>
                  <a:pt x="178537" y="161986"/>
                  <a:pt x="179268" y="163870"/>
                  <a:pt x="180740" y="165333"/>
                </a:cubicBezTo>
                <a:cubicBezTo>
                  <a:pt x="182203" y="166805"/>
                  <a:pt x="184087" y="167536"/>
                  <a:pt x="186391" y="167536"/>
                </a:cubicBezTo>
                <a:close/>
                <a:moveTo>
                  <a:pt x="44010" y="276606"/>
                </a:moveTo>
                <a:cubicBezTo>
                  <a:pt x="38981" y="276606"/>
                  <a:pt x="34573" y="274722"/>
                  <a:pt x="30806" y="270946"/>
                </a:cubicBezTo>
                <a:cubicBezTo>
                  <a:pt x="27030" y="267179"/>
                  <a:pt x="25146" y="262780"/>
                  <a:pt x="25146" y="257751"/>
                </a:cubicBezTo>
                <a:lnTo>
                  <a:pt x="25146" y="106875"/>
                </a:lnTo>
                <a:cubicBezTo>
                  <a:pt x="25146" y="101846"/>
                  <a:pt x="27030" y="97438"/>
                  <a:pt x="30806" y="93671"/>
                </a:cubicBezTo>
                <a:cubicBezTo>
                  <a:pt x="34573" y="89895"/>
                  <a:pt x="38981" y="88011"/>
                  <a:pt x="44010" y="88011"/>
                </a:cubicBezTo>
                <a:lnTo>
                  <a:pt x="122584" y="88011"/>
                </a:lnTo>
                <a:lnTo>
                  <a:pt x="122584" y="44010"/>
                </a:lnTo>
                <a:cubicBezTo>
                  <a:pt x="122584" y="38981"/>
                  <a:pt x="124477" y="34573"/>
                  <a:pt x="128245" y="30806"/>
                </a:cubicBezTo>
                <a:cubicBezTo>
                  <a:pt x="132021" y="27030"/>
                  <a:pt x="136419" y="25146"/>
                  <a:pt x="141449" y="25146"/>
                </a:cubicBezTo>
                <a:lnTo>
                  <a:pt x="160303" y="25146"/>
                </a:lnTo>
                <a:cubicBezTo>
                  <a:pt x="165333" y="25146"/>
                  <a:pt x="169740" y="27030"/>
                  <a:pt x="173507" y="30806"/>
                </a:cubicBezTo>
                <a:cubicBezTo>
                  <a:pt x="177284" y="34573"/>
                  <a:pt x="179168" y="38981"/>
                  <a:pt x="179168" y="44010"/>
                </a:cubicBezTo>
                <a:lnTo>
                  <a:pt x="179168" y="88011"/>
                </a:lnTo>
                <a:lnTo>
                  <a:pt x="257751" y="88011"/>
                </a:lnTo>
                <a:cubicBezTo>
                  <a:pt x="262780" y="88011"/>
                  <a:pt x="267179" y="89895"/>
                  <a:pt x="270946" y="93671"/>
                </a:cubicBezTo>
                <a:cubicBezTo>
                  <a:pt x="274722" y="97438"/>
                  <a:pt x="276606" y="101846"/>
                  <a:pt x="276606" y="106875"/>
                </a:cubicBezTo>
                <a:lnTo>
                  <a:pt x="276606" y="257751"/>
                </a:lnTo>
                <a:cubicBezTo>
                  <a:pt x="276606" y="262780"/>
                  <a:pt x="274722" y="267179"/>
                  <a:pt x="270946" y="270946"/>
                </a:cubicBezTo>
                <a:cubicBezTo>
                  <a:pt x="267179" y="274722"/>
                  <a:pt x="262780" y="276606"/>
                  <a:pt x="257751" y="276606"/>
                </a:cubicBezTo>
                <a:lnTo>
                  <a:pt x="44010" y="276606"/>
                </a:lnTo>
                <a:close/>
                <a:moveTo>
                  <a:pt x="44010" y="257751"/>
                </a:moveTo>
                <a:lnTo>
                  <a:pt x="257751" y="257751"/>
                </a:lnTo>
                <a:lnTo>
                  <a:pt x="257751" y="106875"/>
                </a:lnTo>
                <a:lnTo>
                  <a:pt x="179168" y="106875"/>
                </a:lnTo>
                <a:lnTo>
                  <a:pt x="179168" y="116303"/>
                </a:lnTo>
                <a:cubicBezTo>
                  <a:pt x="179168" y="122164"/>
                  <a:pt x="177284" y="126782"/>
                  <a:pt x="173507" y="130128"/>
                </a:cubicBezTo>
                <a:cubicBezTo>
                  <a:pt x="169740" y="133484"/>
                  <a:pt x="165333" y="135157"/>
                  <a:pt x="160303" y="135157"/>
                </a:cubicBezTo>
                <a:lnTo>
                  <a:pt x="141449" y="135157"/>
                </a:lnTo>
                <a:cubicBezTo>
                  <a:pt x="136419" y="135157"/>
                  <a:pt x="132021" y="133484"/>
                  <a:pt x="128245" y="130128"/>
                </a:cubicBezTo>
                <a:cubicBezTo>
                  <a:pt x="124477" y="126782"/>
                  <a:pt x="122584" y="122164"/>
                  <a:pt x="122584" y="116303"/>
                </a:cubicBezTo>
                <a:lnTo>
                  <a:pt x="122584" y="106875"/>
                </a:lnTo>
                <a:lnTo>
                  <a:pt x="44010" y="106875"/>
                </a:lnTo>
                <a:lnTo>
                  <a:pt x="44010" y="257751"/>
                </a:lnTo>
                <a:close/>
                <a:moveTo>
                  <a:pt x="141449" y="116303"/>
                </a:moveTo>
                <a:lnTo>
                  <a:pt x="160303" y="116303"/>
                </a:lnTo>
                <a:lnTo>
                  <a:pt x="160303" y="44010"/>
                </a:lnTo>
                <a:lnTo>
                  <a:pt x="141449" y="44010"/>
                </a:lnTo>
                <a:lnTo>
                  <a:pt x="141449" y="116303"/>
                </a:lnTo>
                <a:close/>
                <a:moveTo>
                  <a:pt x="150876" y="182313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圖說"/>
          <p:cNvSpPr/>
          <p:nvPr/>
        </p:nvSpPr>
        <p:spPr>
          <a:xfrm>
            <a:off x="2749235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750" dirty="0"/>
          </a:p>
        </p:txBody>
      </p:sp>
      <p:sp>
        <p:nvSpPr>
          <p:cNvPr id="15" name="圖示 合作"/>
          <p:cNvSpPr/>
          <p:nvPr/>
        </p:nvSpPr>
        <p:spPr>
          <a:xfrm>
            <a:off x="3448728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9303" y="257751"/>
                </a:moveTo>
                <a:cubicBezTo>
                  <a:pt x="150355" y="257751"/>
                  <a:pt x="151553" y="257486"/>
                  <a:pt x="152915" y="256965"/>
                </a:cubicBezTo>
                <a:cubicBezTo>
                  <a:pt x="154278" y="256434"/>
                  <a:pt x="155384" y="255758"/>
                  <a:pt x="156216" y="254916"/>
                </a:cubicBezTo>
                <a:lnTo>
                  <a:pt x="262149" y="148672"/>
                </a:lnTo>
                <a:cubicBezTo>
                  <a:pt x="264874" y="145947"/>
                  <a:pt x="266913" y="142857"/>
                  <a:pt x="268276" y="139400"/>
                </a:cubicBezTo>
                <a:cubicBezTo>
                  <a:pt x="269638" y="135944"/>
                  <a:pt x="270324" y="132433"/>
                  <a:pt x="270324" y="128876"/>
                </a:cubicBezTo>
                <a:cubicBezTo>
                  <a:pt x="270324" y="125309"/>
                  <a:pt x="269638" y="121752"/>
                  <a:pt x="268276" y="118186"/>
                </a:cubicBezTo>
                <a:cubicBezTo>
                  <a:pt x="266913" y="114620"/>
                  <a:pt x="264874" y="111484"/>
                  <a:pt x="262149" y="108759"/>
                </a:cubicBezTo>
                <a:lnTo>
                  <a:pt x="205566" y="52176"/>
                </a:lnTo>
                <a:cubicBezTo>
                  <a:pt x="202841" y="49451"/>
                  <a:pt x="199705" y="47412"/>
                  <a:pt x="196139" y="46049"/>
                </a:cubicBezTo>
                <a:cubicBezTo>
                  <a:pt x="192573" y="44687"/>
                  <a:pt x="189016" y="44010"/>
                  <a:pt x="185449" y="44010"/>
                </a:cubicBezTo>
                <a:cubicBezTo>
                  <a:pt x="181892" y="44010"/>
                  <a:pt x="178381" y="44687"/>
                  <a:pt x="174925" y="46049"/>
                </a:cubicBezTo>
                <a:cubicBezTo>
                  <a:pt x="171468" y="47412"/>
                  <a:pt x="168378" y="49451"/>
                  <a:pt x="165653" y="52176"/>
                </a:cubicBezTo>
                <a:lnTo>
                  <a:pt x="159993" y="57836"/>
                </a:lnTo>
                <a:lnTo>
                  <a:pt x="185449" y="83613"/>
                </a:lnTo>
                <a:cubicBezTo>
                  <a:pt x="188174" y="86548"/>
                  <a:pt x="190588" y="89950"/>
                  <a:pt x="192682" y="93827"/>
                </a:cubicBezTo>
                <a:cubicBezTo>
                  <a:pt x="194776" y="97704"/>
                  <a:pt x="195828" y="101946"/>
                  <a:pt x="195828" y="106555"/>
                </a:cubicBezTo>
                <a:cubicBezTo>
                  <a:pt x="195828" y="114519"/>
                  <a:pt x="192737" y="121542"/>
                  <a:pt x="186556" y="127614"/>
                </a:cubicBezTo>
                <a:cubicBezTo>
                  <a:pt x="180375" y="133694"/>
                  <a:pt x="173297" y="136730"/>
                  <a:pt x="165333" y="136730"/>
                </a:cubicBezTo>
                <a:cubicBezTo>
                  <a:pt x="160093" y="136730"/>
                  <a:pt x="155750" y="135944"/>
                  <a:pt x="152293" y="134371"/>
                </a:cubicBezTo>
                <a:cubicBezTo>
                  <a:pt x="148837" y="132798"/>
                  <a:pt x="145636" y="130549"/>
                  <a:pt x="142701" y="127614"/>
                </a:cubicBezTo>
                <a:lnTo>
                  <a:pt x="119759" y="104671"/>
                </a:lnTo>
                <a:lnTo>
                  <a:pt x="62865" y="161565"/>
                </a:lnTo>
                <a:cubicBezTo>
                  <a:pt x="61813" y="162608"/>
                  <a:pt x="61082" y="163714"/>
                  <a:pt x="60661" y="164866"/>
                </a:cubicBezTo>
                <a:cubicBezTo>
                  <a:pt x="60250" y="166018"/>
                  <a:pt x="60040" y="167225"/>
                  <a:pt x="60040" y="168478"/>
                </a:cubicBezTo>
                <a:cubicBezTo>
                  <a:pt x="60040" y="171203"/>
                  <a:pt x="60926" y="173453"/>
                  <a:pt x="62710" y="175236"/>
                </a:cubicBezTo>
                <a:cubicBezTo>
                  <a:pt x="64493" y="177019"/>
                  <a:pt x="66742" y="177906"/>
                  <a:pt x="69467" y="177906"/>
                </a:cubicBezTo>
                <a:cubicBezTo>
                  <a:pt x="70720" y="177906"/>
                  <a:pt x="71927" y="177595"/>
                  <a:pt x="73079" y="176964"/>
                </a:cubicBezTo>
                <a:cubicBezTo>
                  <a:pt x="74231" y="176333"/>
                  <a:pt x="75228" y="175601"/>
                  <a:pt x="76069" y="174769"/>
                </a:cubicBezTo>
                <a:lnTo>
                  <a:pt x="112846" y="137992"/>
                </a:lnTo>
                <a:cubicBezTo>
                  <a:pt x="114730" y="136099"/>
                  <a:pt x="116933" y="135157"/>
                  <a:pt x="119448" y="135157"/>
                </a:cubicBezTo>
                <a:cubicBezTo>
                  <a:pt x="121963" y="135157"/>
                  <a:pt x="124157" y="136099"/>
                  <a:pt x="126041" y="137992"/>
                </a:cubicBezTo>
                <a:cubicBezTo>
                  <a:pt x="127934" y="139876"/>
                  <a:pt x="128876" y="142079"/>
                  <a:pt x="128876" y="144594"/>
                </a:cubicBezTo>
                <a:cubicBezTo>
                  <a:pt x="128876" y="147109"/>
                  <a:pt x="127934" y="149303"/>
                  <a:pt x="126041" y="151187"/>
                </a:cubicBezTo>
                <a:lnTo>
                  <a:pt x="89584" y="187653"/>
                </a:lnTo>
                <a:cubicBezTo>
                  <a:pt x="88532" y="188696"/>
                  <a:pt x="87801" y="189857"/>
                  <a:pt x="87380" y="191110"/>
                </a:cubicBezTo>
                <a:cubicBezTo>
                  <a:pt x="86959" y="192371"/>
                  <a:pt x="86758" y="193624"/>
                  <a:pt x="86758" y="194886"/>
                </a:cubicBezTo>
                <a:cubicBezTo>
                  <a:pt x="86758" y="197401"/>
                  <a:pt x="87700" y="199595"/>
                  <a:pt x="89584" y="201479"/>
                </a:cubicBezTo>
                <a:cubicBezTo>
                  <a:pt x="91467" y="203372"/>
                  <a:pt x="93671" y="204314"/>
                  <a:pt x="96186" y="204314"/>
                </a:cubicBezTo>
                <a:cubicBezTo>
                  <a:pt x="97438" y="204314"/>
                  <a:pt x="98645" y="204048"/>
                  <a:pt x="99798" y="203527"/>
                </a:cubicBezTo>
                <a:cubicBezTo>
                  <a:pt x="100950" y="203006"/>
                  <a:pt x="101946" y="202320"/>
                  <a:pt x="102788" y="201479"/>
                </a:cubicBezTo>
                <a:lnTo>
                  <a:pt x="139565" y="164711"/>
                </a:lnTo>
                <a:cubicBezTo>
                  <a:pt x="141449" y="162818"/>
                  <a:pt x="143643" y="161876"/>
                  <a:pt x="146158" y="161876"/>
                </a:cubicBezTo>
                <a:cubicBezTo>
                  <a:pt x="148672" y="161876"/>
                  <a:pt x="150876" y="162818"/>
                  <a:pt x="152760" y="164711"/>
                </a:cubicBezTo>
                <a:cubicBezTo>
                  <a:pt x="154652" y="166595"/>
                  <a:pt x="155594" y="168789"/>
                  <a:pt x="155594" y="171304"/>
                </a:cubicBezTo>
                <a:cubicBezTo>
                  <a:pt x="155594" y="173818"/>
                  <a:pt x="154652" y="176022"/>
                  <a:pt x="152760" y="177906"/>
                </a:cubicBezTo>
                <a:lnTo>
                  <a:pt x="116303" y="214372"/>
                </a:lnTo>
                <a:cubicBezTo>
                  <a:pt x="115461" y="215204"/>
                  <a:pt x="114785" y="216310"/>
                  <a:pt x="114254" y="217673"/>
                </a:cubicBezTo>
                <a:cubicBezTo>
                  <a:pt x="113733" y="219035"/>
                  <a:pt x="113468" y="220343"/>
                  <a:pt x="113468" y="221596"/>
                </a:cubicBezTo>
                <a:cubicBezTo>
                  <a:pt x="113468" y="224110"/>
                  <a:pt x="114419" y="226314"/>
                  <a:pt x="116303" y="228198"/>
                </a:cubicBezTo>
                <a:cubicBezTo>
                  <a:pt x="118186" y="230090"/>
                  <a:pt x="120390" y="231032"/>
                  <a:pt x="122905" y="231032"/>
                </a:cubicBezTo>
                <a:cubicBezTo>
                  <a:pt x="124157" y="231032"/>
                  <a:pt x="125309" y="230822"/>
                  <a:pt x="126361" y="230401"/>
                </a:cubicBezTo>
                <a:cubicBezTo>
                  <a:pt x="127403" y="229981"/>
                  <a:pt x="128455" y="229249"/>
                  <a:pt x="129506" y="228198"/>
                </a:cubicBezTo>
                <a:lnTo>
                  <a:pt x="166274" y="191420"/>
                </a:lnTo>
                <a:cubicBezTo>
                  <a:pt x="168167" y="189537"/>
                  <a:pt x="170362" y="188595"/>
                  <a:pt x="172876" y="188595"/>
                </a:cubicBezTo>
                <a:cubicBezTo>
                  <a:pt x="175391" y="188595"/>
                  <a:pt x="177595" y="189537"/>
                  <a:pt x="179478" y="191420"/>
                </a:cubicBezTo>
                <a:cubicBezTo>
                  <a:pt x="181362" y="193313"/>
                  <a:pt x="182313" y="195508"/>
                  <a:pt x="182313" y="198022"/>
                </a:cubicBezTo>
                <a:cubicBezTo>
                  <a:pt x="182313" y="200537"/>
                  <a:pt x="181362" y="202741"/>
                  <a:pt x="179478" y="204624"/>
                </a:cubicBezTo>
                <a:lnTo>
                  <a:pt x="142701" y="241402"/>
                </a:lnTo>
                <a:cubicBezTo>
                  <a:pt x="141659" y="242453"/>
                  <a:pt x="140918" y="243605"/>
                  <a:pt x="140507" y="244858"/>
                </a:cubicBezTo>
                <a:cubicBezTo>
                  <a:pt x="140086" y="246120"/>
                  <a:pt x="139876" y="247272"/>
                  <a:pt x="139876" y="248314"/>
                </a:cubicBezTo>
                <a:cubicBezTo>
                  <a:pt x="139876" y="251250"/>
                  <a:pt x="140717" y="253554"/>
                  <a:pt x="142390" y="255236"/>
                </a:cubicBezTo>
                <a:cubicBezTo>
                  <a:pt x="144064" y="256910"/>
                  <a:pt x="146368" y="257751"/>
                  <a:pt x="149303" y="257751"/>
                </a:cubicBezTo>
                <a:close/>
                <a:moveTo>
                  <a:pt x="149303" y="276606"/>
                </a:moveTo>
                <a:cubicBezTo>
                  <a:pt x="142390" y="276606"/>
                  <a:pt x="136209" y="274037"/>
                  <a:pt x="130759" y="268907"/>
                </a:cubicBezTo>
                <a:cubicBezTo>
                  <a:pt x="125309" y="263768"/>
                  <a:pt x="122063" y="257431"/>
                  <a:pt x="121012" y="249887"/>
                </a:cubicBezTo>
                <a:cubicBezTo>
                  <a:pt x="113889" y="248845"/>
                  <a:pt x="107917" y="245910"/>
                  <a:pt x="103099" y="241091"/>
                </a:cubicBezTo>
                <a:cubicBezTo>
                  <a:pt x="98280" y="236272"/>
                  <a:pt x="95344" y="230292"/>
                  <a:pt x="94302" y="223168"/>
                </a:cubicBezTo>
                <a:cubicBezTo>
                  <a:pt x="87170" y="222126"/>
                  <a:pt x="81254" y="219136"/>
                  <a:pt x="76535" y="214216"/>
                </a:cubicBezTo>
                <a:cubicBezTo>
                  <a:pt x="71826" y="209288"/>
                  <a:pt x="68946" y="203372"/>
                  <a:pt x="67894" y="196450"/>
                </a:cubicBezTo>
                <a:cubicBezTo>
                  <a:pt x="60140" y="195407"/>
                  <a:pt x="53748" y="192262"/>
                  <a:pt x="48719" y="187022"/>
                </a:cubicBezTo>
                <a:cubicBezTo>
                  <a:pt x="43690" y="181783"/>
                  <a:pt x="41175" y="175501"/>
                  <a:pt x="41175" y="168167"/>
                </a:cubicBezTo>
                <a:cubicBezTo>
                  <a:pt x="41175" y="164601"/>
                  <a:pt x="41861" y="161035"/>
                  <a:pt x="43224" y="157478"/>
                </a:cubicBezTo>
                <a:cubicBezTo>
                  <a:pt x="44586" y="153912"/>
                  <a:pt x="46625" y="150775"/>
                  <a:pt x="49350" y="148051"/>
                </a:cubicBezTo>
                <a:lnTo>
                  <a:pt x="106555" y="90836"/>
                </a:lnTo>
                <a:cubicBezTo>
                  <a:pt x="110121" y="87279"/>
                  <a:pt x="114519" y="85496"/>
                  <a:pt x="119759" y="85496"/>
                </a:cubicBezTo>
                <a:cubicBezTo>
                  <a:pt x="124998" y="85496"/>
                  <a:pt x="129397" y="87279"/>
                  <a:pt x="132963" y="90836"/>
                </a:cubicBezTo>
                <a:lnTo>
                  <a:pt x="154332" y="112215"/>
                </a:lnTo>
                <a:cubicBezTo>
                  <a:pt x="156006" y="113889"/>
                  <a:pt x="157844" y="115196"/>
                  <a:pt x="159837" y="116147"/>
                </a:cubicBezTo>
                <a:cubicBezTo>
                  <a:pt x="161821" y="117089"/>
                  <a:pt x="163760" y="117555"/>
                  <a:pt x="165653" y="117555"/>
                </a:cubicBezTo>
                <a:cubicBezTo>
                  <a:pt x="168378" y="117555"/>
                  <a:pt x="170938" y="116348"/>
                  <a:pt x="173352" y="113943"/>
                </a:cubicBezTo>
                <a:cubicBezTo>
                  <a:pt x="175757" y="111529"/>
                  <a:pt x="176964" y="108969"/>
                  <a:pt x="176964" y="106244"/>
                </a:cubicBezTo>
                <a:cubicBezTo>
                  <a:pt x="176964" y="104982"/>
                  <a:pt x="176598" y="103574"/>
                  <a:pt x="175867" y="102001"/>
                </a:cubicBezTo>
                <a:cubicBezTo>
                  <a:pt x="175135" y="100429"/>
                  <a:pt x="173928" y="98801"/>
                  <a:pt x="172255" y="97128"/>
                </a:cubicBezTo>
                <a:lnTo>
                  <a:pt x="127303" y="52176"/>
                </a:lnTo>
                <a:cubicBezTo>
                  <a:pt x="124578" y="49451"/>
                  <a:pt x="121432" y="47412"/>
                  <a:pt x="117875" y="46049"/>
                </a:cubicBezTo>
                <a:cubicBezTo>
                  <a:pt x="114309" y="44687"/>
                  <a:pt x="110743" y="44010"/>
                  <a:pt x="107186" y="44010"/>
                </a:cubicBezTo>
                <a:cubicBezTo>
                  <a:pt x="103620" y="44010"/>
                  <a:pt x="100109" y="44687"/>
                  <a:pt x="96652" y="46049"/>
                </a:cubicBezTo>
                <a:cubicBezTo>
                  <a:pt x="93196" y="47412"/>
                  <a:pt x="90105" y="49451"/>
                  <a:pt x="87380" y="52176"/>
                </a:cubicBezTo>
                <a:lnTo>
                  <a:pt x="39603" y="99953"/>
                </a:lnTo>
                <a:cubicBezTo>
                  <a:pt x="35415" y="104150"/>
                  <a:pt x="32845" y="109225"/>
                  <a:pt x="31903" y="115196"/>
                </a:cubicBezTo>
                <a:cubicBezTo>
                  <a:pt x="30962" y="121176"/>
                  <a:pt x="31638" y="126882"/>
                  <a:pt x="33952" y="132332"/>
                </a:cubicBezTo>
                <a:cubicBezTo>
                  <a:pt x="34994" y="134636"/>
                  <a:pt x="34994" y="136995"/>
                  <a:pt x="33952" y="139400"/>
                </a:cubicBezTo>
                <a:cubicBezTo>
                  <a:pt x="32900" y="141814"/>
                  <a:pt x="31227" y="143543"/>
                  <a:pt x="28922" y="144594"/>
                </a:cubicBezTo>
                <a:cubicBezTo>
                  <a:pt x="26609" y="145636"/>
                  <a:pt x="24204" y="145636"/>
                  <a:pt x="21690" y="144594"/>
                </a:cubicBezTo>
                <a:cubicBezTo>
                  <a:pt x="19175" y="143543"/>
                  <a:pt x="17392" y="141869"/>
                  <a:pt x="16349" y="139565"/>
                </a:cubicBezTo>
                <a:cubicBezTo>
                  <a:pt x="12783" y="130128"/>
                  <a:pt x="11732" y="120756"/>
                  <a:pt x="13204" y="111429"/>
                </a:cubicBezTo>
                <a:cubicBezTo>
                  <a:pt x="14667" y="102102"/>
                  <a:pt x="19065" y="93772"/>
                  <a:pt x="26408" y="86438"/>
                </a:cubicBezTo>
                <a:lnTo>
                  <a:pt x="73865" y="38981"/>
                </a:lnTo>
                <a:cubicBezTo>
                  <a:pt x="78474" y="34363"/>
                  <a:pt x="83713" y="30962"/>
                  <a:pt x="89584" y="28758"/>
                </a:cubicBezTo>
                <a:cubicBezTo>
                  <a:pt x="95454" y="26563"/>
                  <a:pt x="101425" y="25457"/>
                  <a:pt x="107497" y="25457"/>
                </a:cubicBezTo>
                <a:cubicBezTo>
                  <a:pt x="113578" y="25457"/>
                  <a:pt x="119494" y="26563"/>
                  <a:pt x="125255" y="28758"/>
                </a:cubicBezTo>
                <a:cubicBezTo>
                  <a:pt x="131024" y="30962"/>
                  <a:pt x="136209" y="34363"/>
                  <a:pt x="140818" y="38981"/>
                </a:cubicBezTo>
                <a:lnTo>
                  <a:pt x="146478" y="44632"/>
                </a:lnTo>
                <a:lnTo>
                  <a:pt x="152138" y="38981"/>
                </a:lnTo>
                <a:cubicBezTo>
                  <a:pt x="156746" y="34363"/>
                  <a:pt x="161986" y="30962"/>
                  <a:pt x="167847" y="28758"/>
                </a:cubicBezTo>
                <a:cubicBezTo>
                  <a:pt x="173718" y="26563"/>
                  <a:pt x="179689" y="25457"/>
                  <a:pt x="185770" y="25457"/>
                </a:cubicBezTo>
                <a:cubicBezTo>
                  <a:pt x="191841" y="25457"/>
                  <a:pt x="197766" y="26563"/>
                  <a:pt x="203527" y="28758"/>
                </a:cubicBezTo>
                <a:cubicBezTo>
                  <a:pt x="209288" y="30962"/>
                  <a:pt x="214473" y="34363"/>
                  <a:pt x="219081" y="38981"/>
                </a:cubicBezTo>
                <a:lnTo>
                  <a:pt x="275353" y="95244"/>
                </a:lnTo>
                <a:cubicBezTo>
                  <a:pt x="279962" y="99852"/>
                  <a:pt x="283418" y="105092"/>
                  <a:pt x="285723" y="110953"/>
                </a:cubicBezTo>
                <a:cubicBezTo>
                  <a:pt x="288027" y="116824"/>
                  <a:pt x="289179" y="122795"/>
                  <a:pt x="289179" y="128876"/>
                </a:cubicBezTo>
                <a:cubicBezTo>
                  <a:pt x="289179" y="134947"/>
                  <a:pt x="288027" y="140872"/>
                  <a:pt x="285723" y="146633"/>
                </a:cubicBezTo>
                <a:cubicBezTo>
                  <a:pt x="283418" y="152394"/>
                  <a:pt x="279962" y="157579"/>
                  <a:pt x="275353" y="162196"/>
                </a:cubicBezTo>
                <a:lnTo>
                  <a:pt x="169420" y="268120"/>
                </a:lnTo>
                <a:cubicBezTo>
                  <a:pt x="166695" y="270845"/>
                  <a:pt x="163604" y="272939"/>
                  <a:pt x="160148" y="274402"/>
                </a:cubicBezTo>
                <a:cubicBezTo>
                  <a:pt x="156692" y="275874"/>
                  <a:pt x="153080" y="276606"/>
                  <a:pt x="149303" y="276606"/>
                </a:cubicBezTo>
                <a:close/>
                <a:moveTo>
                  <a:pt x="118817" y="104982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圖說"/>
          <p:cNvSpPr/>
          <p:nvPr/>
        </p:nvSpPr>
        <p:spPr>
          <a:xfrm>
            <a:off x="3303956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750" dirty="0"/>
          </a:p>
        </p:txBody>
      </p:sp>
      <p:sp>
        <p:nvSpPr>
          <p:cNvPr id="17" name="圖示 工程師"/>
          <p:cNvSpPr/>
          <p:nvPr/>
        </p:nvSpPr>
        <p:spPr>
          <a:xfrm>
            <a:off x="4003449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04" y="254606"/>
                </a:moveTo>
                <a:lnTo>
                  <a:pt x="13204" y="235120"/>
                </a:lnTo>
                <a:cubicBezTo>
                  <a:pt x="13204" y="227987"/>
                  <a:pt x="14877" y="222071"/>
                  <a:pt x="18233" y="217353"/>
                </a:cubicBezTo>
                <a:cubicBezTo>
                  <a:pt x="21580" y="212644"/>
                  <a:pt x="26298" y="208812"/>
                  <a:pt x="32379" y="205886"/>
                </a:cubicBezTo>
                <a:cubicBezTo>
                  <a:pt x="43690" y="200436"/>
                  <a:pt x="55797" y="195928"/>
                  <a:pt x="68681" y="192371"/>
                </a:cubicBezTo>
                <a:cubicBezTo>
                  <a:pt x="81564" y="188805"/>
                  <a:pt x="96186" y="187022"/>
                  <a:pt x="112526" y="187022"/>
                </a:cubicBezTo>
                <a:cubicBezTo>
                  <a:pt x="128876" y="187022"/>
                  <a:pt x="143488" y="188805"/>
                  <a:pt x="156381" y="192371"/>
                </a:cubicBezTo>
                <a:cubicBezTo>
                  <a:pt x="169265" y="195928"/>
                  <a:pt x="181362" y="200436"/>
                  <a:pt x="192682" y="205886"/>
                </a:cubicBezTo>
                <a:cubicBezTo>
                  <a:pt x="198754" y="208812"/>
                  <a:pt x="203472" y="212644"/>
                  <a:pt x="206828" y="217353"/>
                </a:cubicBezTo>
                <a:cubicBezTo>
                  <a:pt x="210175" y="222071"/>
                  <a:pt x="211857" y="227987"/>
                  <a:pt x="211857" y="235120"/>
                </a:cubicBezTo>
                <a:lnTo>
                  <a:pt x="211857" y="254606"/>
                </a:lnTo>
                <a:cubicBezTo>
                  <a:pt x="211857" y="257330"/>
                  <a:pt x="210961" y="259580"/>
                  <a:pt x="209187" y="261363"/>
                </a:cubicBezTo>
                <a:cubicBezTo>
                  <a:pt x="207404" y="263146"/>
                  <a:pt x="205146" y="264033"/>
                  <a:pt x="202430" y="264033"/>
                </a:cubicBezTo>
                <a:lnTo>
                  <a:pt x="22631" y="264033"/>
                </a:lnTo>
                <a:cubicBezTo>
                  <a:pt x="19906" y="264033"/>
                  <a:pt x="17657" y="263146"/>
                  <a:pt x="15874" y="261363"/>
                </a:cubicBezTo>
                <a:cubicBezTo>
                  <a:pt x="14091" y="259580"/>
                  <a:pt x="13204" y="257330"/>
                  <a:pt x="13204" y="254606"/>
                </a:cubicBezTo>
                <a:close/>
                <a:moveTo>
                  <a:pt x="32059" y="245178"/>
                </a:moveTo>
                <a:lnTo>
                  <a:pt x="192993" y="245178"/>
                </a:lnTo>
                <a:lnTo>
                  <a:pt x="192993" y="235120"/>
                </a:lnTo>
                <a:cubicBezTo>
                  <a:pt x="192993" y="231974"/>
                  <a:pt x="192106" y="229405"/>
                  <a:pt x="190323" y="227411"/>
                </a:cubicBezTo>
                <a:cubicBezTo>
                  <a:pt x="188540" y="225427"/>
                  <a:pt x="186391" y="223900"/>
                  <a:pt x="183877" y="222858"/>
                </a:cubicBezTo>
                <a:cubicBezTo>
                  <a:pt x="174870" y="218871"/>
                  <a:pt x="164811" y="215049"/>
                  <a:pt x="153701" y="211382"/>
                </a:cubicBezTo>
                <a:cubicBezTo>
                  <a:pt x="142601" y="207715"/>
                  <a:pt x="128876" y="205886"/>
                  <a:pt x="112526" y="205886"/>
                </a:cubicBezTo>
                <a:cubicBezTo>
                  <a:pt x="96186" y="205886"/>
                  <a:pt x="82461" y="207715"/>
                  <a:pt x="71351" y="211382"/>
                </a:cubicBezTo>
                <a:cubicBezTo>
                  <a:pt x="60250" y="215049"/>
                  <a:pt x="50191" y="218871"/>
                  <a:pt x="41175" y="222858"/>
                </a:cubicBezTo>
                <a:cubicBezTo>
                  <a:pt x="38661" y="223900"/>
                  <a:pt x="36512" y="225427"/>
                  <a:pt x="34729" y="227411"/>
                </a:cubicBezTo>
                <a:cubicBezTo>
                  <a:pt x="32955" y="229405"/>
                  <a:pt x="32059" y="231974"/>
                  <a:pt x="32059" y="235120"/>
                </a:cubicBezTo>
                <a:lnTo>
                  <a:pt x="32059" y="245178"/>
                </a:lnTo>
                <a:close/>
                <a:moveTo>
                  <a:pt x="78584" y="154652"/>
                </a:moveTo>
                <a:cubicBezTo>
                  <a:pt x="69778" y="145636"/>
                  <a:pt x="65380" y="134426"/>
                  <a:pt x="65380" y="121012"/>
                </a:cubicBezTo>
                <a:lnTo>
                  <a:pt x="62234" y="121012"/>
                </a:lnTo>
                <a:cubicBezTo>
                  <a:pt x="60561" y="121012"/>
                  <a:pt x="59098" y="120390"/>
                  <a:pt x="57836" y="119128"/>
                </a:cubicBezTo>
                <a:cubicBezTo>
                  <a:pt x="56583" y="117875"/>
                  <a:pt x="55952" y="116403"/>
                  <a:pt x="55952" y="114730"/>
                </a:cubicBezTo>
                <a:cubicBezTo>
                  <a:pt x="55952" y="113056"/>
                  <a:pt x="56583" y="111584"/>
                  <a:pt x="57836" y="110332"/>
                </a:cubicBezTo>
                <a:cubicBezTo>
                  <a:pt x="59098" y="109070"/>
                  <a:pt x="60561" y="108439"/>
                  <a:pt x="62234" y="108439"/>
                </a:cubicBezTo>
                <a:lnTo>
                  <a:pt x="65380" y="108439"/>
                </a:lnTo>
                <a:cubicBezTo>
                  <a:pt x="65380" y="100063"/>
                  <a:pt x="67474" y="92519"/>
                  <a:pt x="71671" y="85807"/>
                </a:cubicBezTo>
                <a:cubicBezTo>
                  <a:pt x="75859" y="79105"/>
                  <a:pt x="81308" y="73655"/>
                  <a:pt x="88011" y="69467"/>
                </a:cubicBezTo>
                <a:lnTo>
                  <a:pt x="88011" y="81729"/>
                </a:lnTo>
                <a:cubicBezTo>
                  <a:pt x="88011" y="82982"/>
                  <a:pt x="88486" y="84079"/>
                  <a:pt x="89428" y="85021"/>
                </a:cubicBezTo>
                <a:cubicBezTo>
                  <a:pt x="90370" y="85972"/>
                  <a:pt x="91467" y="86438"/>
                  <a:pt x="92729" y="86438"/>
                </a:cubicBezTo>
                <a:cubicBezTo>
                  <a:pt x="94192" y="86438"/>
                  <a:pt x="95344" y="85972"/>
                  <a:pt x="96186" y="85021"/>
                </a:cubicBezTo>
                <a:cubicBezTo>
                  <a:pt x="97018" y="84079"/>
                  <a:pt x="97438" y="82982"/>
                  <a:pt x="97438" y="81729"/>
                </a:cubicBezTo>
                <a:lnTo>
                  <a:pt x="97438" y="65380"/>
                </a:lnTo>
                <a:cubicBezTo>
                  <a:pt x="99121" y="64959"/>
                  <a:pt x="101425" y="64593"/>
                  <a:pt x="104360" y="64282"/>
                </a:cubicBezTo>
                <a:cubicBezTo>
                  <a:pt x="107287" y="63962"/>
                  <a:pt x="110121" y="63807"/>
                  <a:pt x="112846" y="63807"/>
                </a:cubicBezTo>
                <a:cubicBezTo>
                  <a:pt x="115571" y="63807"/>
                  <a:pt x="118397" y="63962"/>
                  <a:pt x="121332" y="64282"/>
                </a:cubicBezTo>
                <a:cubicBezTo>
                  <a:pt x="124267" y="64593"/>
                  <a:pt x="126571" y="64959"/>
                  <a:pt x="128245" y="65380"/>
                </a:cubicBezTo>
                <a:lnTo>
                  <a:pt x="128245" y="81729"/>
                </a:lnTo>
                <a:cubicBezTo>
                  <a:pt x="128245" y="82982"/>
                  <a:pt x="128665" y="84079"/>
                  <a:pt x="129506" y="85021"/>
                </a:cubicBezTo>
                <a:cubicBezTo>
                  <a:pt x="130339" y="85972"/>
                  <a:pt x="131491" y="86438"/>
                  <a:pt x="132963" y="86438"/>
                </a:cubicBezTo>
                <a:cubicBezTo>
                  <a:pt x="134216" y="86438"/>
                  <a:pt x="135313" y="85972"/>
                  <a:pt x="136264" y="85021"/>
                </a:cubicBezTo>
                <a:cubicBezTo>
                  <a:pt x="137206" y="84079"/>
                  <a:pt x="137672" y="82982"/>
                  <a:pt x="137672" y="81729"/>
                </a:cubicBezTo>
                <a:lnTo>
                  <a:pt x="137672" y="69467"/>
                </a:lnTo>
                <a:cubicBezTo>
                  <a:pt x="144384" y="73655"/>
                  <a:pt x="149724" y="79105"/>
                  <a:pt x="153701" y="85807"/>
                </a:cubicBezTo>
                <a:cubicBezTo>
                  <a:pt x="157688" y="92519"/>
                  <a:pt x="159682" y="100063"/>
                  <a:pt x="159682" y="108439"/>
                </a:cubicBezTo>
                <a:lnTo>
                  <a:pt x="162818" y="108439"/>
                </a:lnTo>
                <a:cubicBezTo>
                  <a:pt x="164501" y="108439"/>
                  <a:pt x="165964" y="109070"/>
                  <a:pt x="167225" y="110332"/>
                </a:cubicBezTo>
                <a:cubicBezTo>
                  <a:pt x="168478" y="111584"/>
                  <a:pt x="169109" y="113056"/>
                  <a:pt x="169109" y="114730"/>
                </a:cubicBezTo>
                <a:cubicBezTo>
                  <a:pt x="169109" y="116403"/>
                  <a:pt x="168478" y="117875"/>
                  <a:pt x="167225" y="119128"/>
                </a:cubicBezTo>
                <a:cubicBezTo>
                  <a:pt x="165964" y="120390"/>
                  <a:pt x="164501" y="121012"/>
                  <a:pt x="162818" y="121012"/>
                </a:cubicBezTo>
                <a:lnTo>
                  <a:pt x="159682" y="121012"/>
                </a:lnTo>
                <a:cubicBezTo>
                  <a:pt x="159682" y="134426"/>
                  <a:pt x="155274" y="145636"/>
                  <a:pt x="146478" y="154652"/>
                </a:cubicBezTo>
                <a:cubicBezTo>
                  <a:pt x="137672" y="163659"/>
                  <a:pt x="126361" y="168167"/>
                  <a:pt x="112526" y="168167"/>
                </a:cubicBezTo>
                <a:cubicBezTo>
                  <a:pt x="98700" y="168167"/>
                  <a:pt x="87380" y="163659"/>
                  <a:pt x="78584" y="154652"/>
                </a:cubicBezTo>
                <a:close/>
                <a:moveTo>
                  <a:pt x="133274" y="141449"/>
                </a:moveTo>
                <a:cubicBezTo>
                  <a:pt x="138303" y="136209"/>
                  <a:pt x="140818" y="129397"/>
                  <a:pt x="140818" y="121012"/>
                </a:cubicBezTo>
                <a:lnTo>
                  <a:pt x="84244" y="121012"/>
                </a:lnTo>
                <a:cubicBezTo>
                  <a:pt x="84244" y="129397"/>
                  <a:pt x="86758" y="136209"/>
                  <a:pt x="91787" y="141449"/>
                </a:cubicBezTo>
                <a:cubicBezTo>
                  <a:pt x="96817" y="146688"/>
                  <a:pt x="103730" y="149303"/>
                  <a:pt x="112526" y="149303"/>
                </a:cubicBezTo>
                <a:cubicBezTo>
                  <a:pt x="121332" y="149303"/>
                  <a:pt x="128245" y="146688"/>
                  <a:pt x="133274" y="141449"/>
                </a:cubicBezTo>
                <a:close/>
                <a:moveTo>
                  <a:pt x="207139" y="182313"/>
                </a:moveTo>
                <a:lnTo>
                  <a:pt x="206828" y="179168"/>
                </a:lnTo>
                <a:cubicBezTo>
                  <a:pt x="205356" y="178326"/>
                  <a:pt x="203838" y="177384"/>
                  <a:pt x="202265" y="176333"/>
                </a:cubicBezTo>
                <a:cubicBezTo>
                  <a:pt x="200693" y="175290"/>
                  <a:pt x="199284" y="174239"/>
                  <a:pt x="198022" y="173197"/>
                </a:cubicBezTo>
                <a:lnTo>
                  <a:pt x="194566" y="175080"/>
                </a:lnTo>
                <a:cubicBezTo>
                  <a:pt x="193103" y="175921"/>
                  <a:pt x="191686" y="176123"/>
                  <a:pt x="190323" y="175711"/>
                </a:cubicBezTo>
                <a:cubicBezTo>
                  <a:pt x="188961" y="175290"/>
                  <a:pt x="187754" y="174449"/>
                  <a:pt x="186711" y="173197"/>
                </a:cubicBezTo>
                <a:lnTo>
                  <a:pt x="186391" y="172566"/>
                </a:lnTo>
                <a:cubicBezTo>
                  <a:pt x="185349" y="171093"/>
                  <a:pt x="184983" y="169575"/>
                  <a:pt x="185294" y="168003"/>
                </a:cubicBezTo>
                <a:cubicBezTo>
                  <a:pt x="185605" y="166439"/>
                  <a:pt x="186391" y="165122"/>
                  <a:pt x="187653" y="164080"/>
                </a:cubicBezTo>
                <a:lnTo>
                  <a:pt x="191110" y="161565"/>
                </a:lnTo>
                <a:cubicBezTo>
                  <a:pt x="190689" y="160724"/>
                  <a:pt x="190479" y="159938"/>
                  <a:pt x="190479" y="159206"/>
                </a:cubicBezTo>
                <a:lnTo>
                  <a:pt x="190479" y="154488"/>
                </a:lnTo>
                <a:cubicBezTo>
                  <a:pt x="190479" y="153756"/>
                  <a:pt x="190689" y="152970"/>
                  <a:pt x="191110" y="152138"/>
                </a:cubicBezTo>
                <a:lnTo>
                  <a:pt x="187653" y="149623"/>
                </a:lnTo>
                <a:cubicBezTo>
                  <a:pt x="186391" y="148572"/>
                  <a:pt x="185605" y="147310"/>
                  <a:pt x="185294" y="145847"/>
                </a:cubicBezTo>
                <a:cubicBezTo>
                  <a:pt x="184983" y="144384"/>
                  <a:pt x="185349" y="142912"/>
                  <a:pt x="186391" y="141449"/>
                </a:cubicBezTo>
                <a:lnTo>
                  <a:pt x="186711" y="140507"/>
                </a:lnTo>
                <a:cubicBezTo>
                  <a:pt x="187754" y="139245"/>
                  <a:pt x="188961" y="138404"/>
                  <a:pt x="190323" y="137992"/>
                </a:cubicBezTo>
                <a:cubicBezTo>
                  <a:pt x="191686" y="137571"/>
                  <a:pt x="193103" y="137782"/>
                  <a:pt x="194566" y="138614"/>
                </a:cubicBezTo>
                <a:lnTo>
                  <a:pt x="198022" y="140507"/>
                </a:lnTo>
                <a:lnTo>
                  <a:pt x="202430" y="137361"/>
                </a:lnTo>
                <a:cubicBezTo>
                  <a:pt x="203893" y="136310"/>
                  <a:pt x="205356" y="135368"/>
                  <a:pt x="206828" y="134536"/>
                </a:cubicBezTo>
                <a:lnTo>
                  <a:pt x="207139" y="131070"/>
                </a:lnTo>
                <a:cubicBezTo>
                  <a:pt x="207349" y="129397"/>
                  <a:pt x="208035" y="128034"/>
                  <a:pt x="209187" y="126992"/>
                </a:cubicBezTo>
                <a:cubicBezTo>
                  <a:pt x="210339" y="125940"/>
                  <a:pt x="211748" y="125419"/>
                  <a:pt x="213430" y="125419"/>
                </a:cubicBezTo>
                <a:lnTo>
                  <a:pt x="214052" y="125419"/>
                </a:lnTo>
                <a:cubicBezTo>
                  <a:pt x="215734" y="125419"/>
                  <a:pt x="217143" y="125995"/>
                  <a:pt x="218295" y="127147"/>
                </a:cubicBezTo>
                <a:cubicBezTo>
                  <a:pt x="219447" y="128299"/>
                  <a:pt x="220133" y="129708"/>
                  <a:pt x="220343" y="131390"/>
                </a:cubicBezTo>
                <a:lnTo>
                  <a:pt x="220654" y="134536"/>
                </a:lnTo>
                <a:cubicBezTo>
                  <a:pt x="222126" y="135368"/>
                  <a:pt x="223589" y="136310"/>
                  <a:pt x="225061" y="137361"/>
                </a:cubicBezTo>
                <a:lnTo>
                  <a:pt x="229460" y="140507"/>
                </a:lnTo>
                <a:lnTo>
                  <a:pt x="232916" y="138614"/>
                </a:lnTo>
                <a:cubicBezTo>
                  <a:pt x="234379" y="137782"/>
                  <a:pt x="235796" y="137571"/>
                  <a:pt x="237159" y="137992"/>
                </a:cubicBezTo>
                <a:cubicBezTo>
                  <a:pt x="238521" y="138404"/>
                  <a:pt x="239728" y="139245"/>
                  <a:pt x="240771" y="140507"/>
                </a:cubicBezTo>
                <a:lnTo>
                  <a:pt x="241091" y="141128"/>
                </a:lnTo>
                <a:cubicBezTo>
                  <a:pt x="242133" y="142601"/>
                  <a:pt x="242499" y="144119"/>
                  <a:pt x="242188" y="145691"/>
                </a:cubicBezTo>
                <a:cubicBezTo>
                  <a:pt x="241877" y="147264"/>
                  <a:pt x="241091" y="148572"/>
                  <a:pt x="239829" y="149623"/>
                </a:cubicBezTo>
                <a:lnTo>
                  <a:pt x="236372" y="152138"/>
                </a:lnTo>
                <a:cubicBezTo>
                  <a:pt x="236793" y="152970"/>
                  <a:pt x="237003" y="153756"/>
                  <a:pt x="237003" y="154488"/>
                </a:cubicBezTo>
                <a:lnTo>
                  <a:pt x="237003" y="159206"/>
                </a:lnTo>
                <a:cubicBezTo>
                  <a:pt x="237003" y="159938"/>
                  <a:pt x="236793" y="160724"/>
                  <a:pt x="236372" y="161565"/>
                </a:cubicBezTo>
                <a:lnTo>
                  <a:pt x="239829" y="164080"/>
                </a:lnTo>
                <a:cubicBezTo>
                  <a:pt x="241091" y="165122"/>
                  <a:pt x="241877" y="166384"/>
                  <a:pt x="242188" y="167847"/>
                </a:cubicBezTo>
                <a:cubicBezTo>
                  <a:pt x="242499" y="169319"/>
                  <a:pt x="242133" y="170782"/>
                  <a:pt x="241091" y="172255"/>
                </a:cubicBezTo>
                <a:lnTo>
                  <a:pt x="240771" y="173197"/>
                </a:lnTo>
                <a:cubicBezTo>
                  <a:pt x="239728" y="174449"/>
                  <a:pt x="238521" y="175290"/>
                  <a:pt x="237159" y="175711"/>
                </a:cubicBezTo>
                <a:cubicBezTo>
                  <a:pt x="235796" y="176123"/>
                  <a:pt x="234379" y="175921"/>
                  <a:pt x="232916" y="175080"/>
                </a:cubicBezTo>
                <a:lnTo>
                  <a:pt x="229460" y="173197"/>
                </a:lnTo>
                <a:cubicBezTo>
                  <a:pt x="228198" y="174239"/>
                  <a:pt x="226789" y="175290"/>
                  <a:pt x="225217" y="176333"/>
                </a:cubicBezTo>
                <a:cubicBezTo>
                  <a:pt x="223644" y="177384"/>
                  <a:pt x="222126" y="178326"/>
                  <a:pt x="220654" y="179168"/>
                </a:cubicBezTo>
                <a:lnTo>
                  <a:pt x="220343" y="182624"/>
                </a:lnTo>
                <a:cubicBezTo>
                  <a:pt x="220133" y="184297"/>
                  <a:pt x="219447" y="185660"/>
                  <a:pt x="218295" y="186711"/>
                </a:cubicBezTo>
                <a:cubicBezTo>
                  <a:pt x="217143" y="187754"/>
                  <a:pt x="215734" y="188284"/>
                  <a:pt x="214052" y="188284"/>
                </a:cubicBezTo>
                <a:lnTo>
                  <a:pt x="213430" y="188284"/>
                </a:lnTo>
                <a:cubicBezTo>
                  <a:pt x="211748" y="188284"/>
                  <a:pt x="210339" y="187708"/>
                  <a:pt x="209187" y="186556"/>
                </a:cubicBezTo>
                <a:cubicBezTo>
                  <a:pt x="208035" y="185404"/>
                  <a:pt x="207349" y="183986"/>
                  <a:pt x="207139" y="182313"/>
                </a:cubicBezTo>
                <a:close/>
                <a:moveTo>
                  <a:pt x="222227" y="165333"/>
                </a:moveTo>
                <a:cubicBezTo>
                  <a:pt x="224531" y="163028"/>
                  <a:pt x="225683" y="160203"/>
                  <a:pt x="225683" y="156847"/>
                </a:cubicBezTo>
                <a:cubicBezTo>
                  <a:pt x="225683" y="153491"/>
                  <a:pt x="224531" y="150666"/>
                  <a:pt x="222227" y="148361"/>
                </a:cubicBezTo>
                <a:cubicBezTo>
                  <a:pt x="219922" y="146057"/>
                  <a:pt x="217097" y="144905"/>
                  <a:pt x="213741" y="144905"/>
                </a:cubicBezTo>
                <a:cubicBezTo>
                  <a:pt x="210385" y="144905"/>
                  <a:pt x="207560" y="146057"/>
                  <a:pt x="205255" y="148361"/>
                </a:cubicBezTo>
                <a:cubicBezTo>
                  <a:pt x="202951" y="150666"/>
                  <a:pt x="201799" y="153491"/>
                  <a:pt x="201799" y="156847"/>
                </a:cubicBezTo>
                <a:cubicBezTo>
                  <a:pt x="201799" y="160203"/>
                  <a:pt x="202951" y="163028"/>
                  <a:pt x="205255" y="165333"/>
                </a:cubicBezTo>
                <a:cubicBezTo>
                  <a:pt x="207560" y="167637"/>
                  <a:pt x="210385" y="168789"/>
                  <a:pt x="213741" y="168789"/>
                </a:cubicBezTo>
                <a:cubicBezTo>
                  <a:pt x="217097" y="168789"/>
                  <a:pt x="219922" y="167637"/>
                  <a:pt x="222227" y="165333"/>
                </a:cubicBezTo>
                <a:close/>
                <a:moveTo>
                  <a:pt x="240149" y="115672"/>
                </a:moveTo>
                <a:lnTo>
                  <a:pt x="238576" y="109070"/>
                </a:lnTo>
                <a:cubicBezTo>
                  <a:pt x="236473" y="108228"/>
                  <a:pt x="234333" y="107076"/>
                  <a:pt x="232130" y="105613"/>
                </a:cubicBezTo>
                <a:cubicBezTo>
                  <a:pt x="229926" y="104150"/>
                  <a:pt x="228097" y="102577"/>
                  <a:pt x="226625" y="100895"/>
                </a:cubicBezTo>
                <a:lnTo>
                  <a:pt x="217828" y="104040"/>
                </a:lnTo>
                <a:cubicBezTo>
                  <a:pt x="216356" y="104461"/>
                  <a:pt x="214948" y="104461"/>
                  <a:pt x="213586" y="104040"/>
                </a:cubicBezTo>
                <a:cubicBezTo>
                  <a:pt x="212223" y="103620"/>
                  <a:pt x="211126" y="102788"/>
                  <a:pt x="210285" y="101526"/>
                </a:cubicBezTo>
                <a:lnTo>
                  <a:pt x="209023" y="99642"/>
                </a:lnTo>
                <a:cubicBezTo>
                  <a:pt x="208191" y="98170"/>
                  <a:pt x="207925" y="96707"/>
                  <a:pt x="208236" y="95244"/>
                </a:cubicBezTo>
                <a:cubicBezTo>
                  <a:pt x="208556" y="93772"/>
                  <a:pt x="209343" y="92519"/>
                  <a:pt x="210595" y="91467"/>
                </a:cubicBezTo>
                <a:lnTo>
                  <a:pt x="217517" y="86127"/>
                </a:lnTo>
                <a:cubicBezTo>
                  <a:pt x="217097" y="85076"/>
                  <a:pt x="216731" y="83924"/>
                  <a:pt x="216411" y="82671"/>
                </a:cubicBezTo>
                <a:cubicBezTo>
                  <a:pt x="216100" y="81409"/>
                  <a:pt x="215945" y="80156"/>
                  <a:pt x="215945" y="78894"/>
                </a:cubicBezTo>
                <a:cubicBezTo>
                  <a:pt x="215945" y="77642"/>
                  <a:pt x="216100" y="76380"/>
                  <a:pt x="216411" y="75127"/>
                </a:cubicBezTo>
                <a:cubicBezTo>
                  <a:pt x="216731" y="73865"/>
                  <a:pt x="217097" y="72713"/>
                  <a:pt x="217517" y="71671"/>
                </a:cubicBezTo>
                <a:lnTo>
                  <a:pt x="210595" y="66321"/>
                </a:lnTo>
                <a:cubicBezTo>
                  <a:pt x="209343" y="65279"/>
                  <a:pt x="208556" y="63962"/>
                  <a:pt x="208236" y="62390"/>
                </a:cubicBezTo>
                <a:cubicBezTo>
                  <a:pt x="207925" y="60826"/>
                  <a:pt x="208191" y="59409"/>
                  <a:pt x="209023" y="58147"/>
                </a:cubicBezTo>
                <a:lnTo>
                  <a:pt x="210285" y="56583"/>
                </a:lnTo>
                <a:cubicBezTo>
                  <a:pt x="211126" y="55321"/>
                  <a:pt x="212223" y="54434"/>
                  <a:pt x="213586" y="53904"/>
                </a:cubicBezTo>
                <a:cubicBezTo>
                  <a:pt x="214948" y="53383"/>
                  <a:pt x="216356" y="53328"/>
                  <a:pt x="217828" y="53748"/>
                </a:cubicBezTo>
                <a:lnTo>
                  <a:pt x="226625" y="56894"/>
                </a:lnTo>
                <a:cubicBezTo>
                  <a:pt x="228097" y="55221"/>
                  <a:pt x="229926" y="53593"/>
                  <a:pt x="232130" y="52020"/>
                </a:cubicBezTo>
                <a:cubicBezTo>
                  <a:pt x="234333" y="50447"/>
                  <a:pt x="236473" y="49350"/>
                  <a:pt x="238576" y="48719"/>
                </a:cubicBezTo>
                <a:lnTo>
                  <a:pt x="240149" y="42117"/>
                </a:lnTo>
                <a:cubicBezTo>
                  <a:pt x="240560" y="40865"/>
                  <a:pt x="241301" y="39813"/>
                  <a:pt x="242343" y="38981"/>
                </a:cubicBezTo>
                <a:cubicBezTo>
                  <a:pt x="243395" y="38140"/>
                  <a:pt x="244547" y="37719"/>
                  <a:pt x="245800" y="37719"/>
                </a:cubicBezTo>
                <a:lnTo>
                  <a:pt x="248945" y="37719"/>
                </a:lnTo>
                <a:cubicBezTo>
                  <a:pt x="250207" y="37719"/>
                  <a:pt x="251359" y="38140"/>
                  <a:pt x="252402" y="38981"/>
                </a:cubicBezTo>
                <a:cubicBezTo>
                  <a:pt x="253453" y="39813"/>
                  <a:pt x="254185" y="40865"/>
                  <a:pt x="254606" y="42117"/>
                </a:cubicBezTo>
                <a:lnTo>
                  <a:pt x="256178" y="48719"/>
                </a:lnTo>
                <a:cubicBezTo>
                  <a:pt x="258272" y="49350"/>
                  <a:pt x="260421" y="50447"/>
                  <a:pt x="262616" y="52020"/>
                </a:cubicBezTo>
                <a:cubicBezTo>
                  <a:pt x="264819" y="53593"/>
                  <a:pt x="266648" y="55221"/>
                  <a:pt x="268120" y="56894"/>
                </a:cubicBezTo>
                <a:lnTo>
                  <a:pt x="276917" y="53748"/>
                </a:lnTo>
                <a:cubicBezTo>
                  <a:pt x="278389" y="53328"/>
                  <a:pt x="279797" y="53328"/>
                  <a:pt x="281160" y="53748"/>
                </a:cubicBezTo>
                <a:cubicBezTo>
                  <a:pt x="282522" y="54169"/>
                  <a:pt x="283629" y="55010"/>
                  <a:pt x="284461" y="56263"/>
                </a:cubicBezTo>
                <a:lnTo>
                  <a:pt x="285723" y="58147"/>
                </a:lnTo>
                <a:cubicBezTo>
                  <a:pt x="286564" y="59619"/>
                  <a:pt x="286820" y="61082"/>
                  <a:pt x="286509" y="62554"/>
                </a:cubicBezTo>
                <a:cubicBezTo>
                  <a:pt x="286189" y="64017"/>
                  <a:pt x="285412" y="65279"/>
                  <a:pt x="284150" y="66321"/>
                </a:cubicBezTo>
                <a:lnTo>
                  <a:pt x="277237" y="71671"/>
                </a:lnTo>
                <a:cubicBezTo>
                  <a:pt x="277658" y="72713"/>
                  <a:pt x="278023" y="73865"/>
                  <a:pt x="278334" y="75127"/>
                </a:cubicBezTo>
                <a:cubicBezTo>
                  <a:pt x="278645" y="76380"/>
                  <a:pt x="278810" y="77642"/>
                  <a:pt x="278810" y="78894"/>
                </a:cubicBezTo>
                <a:cubicBezTo>
                  <a:pt x="278810" y="80156"/>
                  <a:pt x="278645" y="81409"/>
                  <a:pt x="278334" y="82671"/>
                </a:cubicBezTo>
                <a:cubicBezTo>
                  <a:pt x="278023" y="83924"/>
                  <a:pt x="277658" y="85076"/>
                  <a:pt x="277237" y="86127"/>
                </a:cubicBezTo>
                <a:lnTo>
                  <a:pt x="284150" y="91467"/>
                </a:lnTo>
                <a:cubicBezTo>
                  <a:pt x="285412" y="92519"/>
                  <a:pt x="286189" y="93827"/>
                  <a:pt x="286509" y="95399"/>
                </a:cubicBezTo>
                <a:cubicBezTo>
                  <a:pt x="286820" y="96972"/>
                  <a:pt x="286564" y="98380"/>
                  <a:pt x="285723" y="99642"/>
                </a:cubicBezTo>
                <a:lnTo>
                  <a:pt x="284461" y="101215"/>
                </a:lnTo>
                <a:cubicBezTo>
                  <a:pt x="283629" y="102468"/>
                  <a:pt x="282522" y="103364"/>
                  <a:pt x="281160" y="103885"/>
                </a:cubicBezTo>
                <a:cubicBezTo>
                  <a:pt x="279797" y="104406"/>
                  <a:pt x="278389" y="104461"/>
                  <a:pt x="276917" y="104040"/>
                </a:cubicBezTo>
                <a:lnTo>
                  <a:pt x="268120" y="100895"/>
                </a:lnTo>
                <a:cubicBezTo>
                  <a:pt x="266648" y="102577"/>
                  <a:pt x="264819" y="104150"/>
                  <a:pt x="262616" y="105613"/>
                </a:cubicBezTo>
                <a:cubicBezTo>
                  <a:pt x="260421" y="107076"/>
                  <a:pt x="258272" y="108228"/>
                  <a:pt x="256178" y="109070"/>
                </a:cubicBezTo>
                <a:lnTo>
                  <a:pt x="254606" y="115672"/>
                </a:lnTo>
                <a:cubicBezTo>
                  <a:pt x="254185" y="116933"/>
                  <a:pt x="253453" y="117976"/>
                  <a:pt x="252402" y="118817"/>
                </a:cubicBezTo>
                <a:cubicBezTo>
                  <a:pt x="251359" y="119649"/>
                  <a:pt x="250207" y="120070"/>
                  <a:pt x="248945" y="120070"/>
                </a:cubicBezTo>
                <a:lnTo>
                  <a:pt x="245800" y="120070"/>
                </a:lnTo>
                <a:cubicBezTo>
                  <a:pt x="244547" y="120070"/>
                  <a:pt x="243395" y="119649"/>
                  <a:pt x="242343" y="118817"/>
                </a:cubicBezTo>
                <a:cubicBezTo>
                  <a:pt x="241301" y="117976"/>
                  <a:pt x="240560" y="116933"/>
                  <a:pt x="240149" y="115672"/>
                </a:cubicBezTo>
                <a:close/>
                <a:moveTo>
                  <a:pt x="260421" y="91943"/>
                </a:moveTo>
                <a:cubicBezTo>
                  <a:pt x="263878" y="88486"/>
                  <a:pt x="265606" y="84134"/>
                  <a:pt x="265606" y="78894"/>
                </a:cubicBezTo>
                <a:cubicBezTo>
                  <a:pt x="265606" y="73655"/>
                  <a:pt x="263878" y="69312"/>
                  <a:pt x="260421" y="65855"/>
                </a:cubicBezTo>
                <a:cubicBezTo>
                  <a:pt x="256965" y="62390"/>
                  <a:pt x="252612" y="60661"/>
                  <a:pt x="247373" y="60661"/>
                </a:cubicBezTo>
                <a:cubicBezTo>
                  <a:pt x="242133" y="60661"/>
                  <a:pt x="237790" y="62390"/>
                  <a:pt x="234333" y="65855"/>
                </a:cubicBezTo>
                <a:cubicBezTo>
                  <a:pt x="230868" y="69312"/>
                  <a:pt x="229139" y="73655"/>
                  <a:pt x="229139" y="78894"/>
                </a:cubicBezTo>
                <a:cubicBezTo>
                  <a:pt x="229139" y="84134"/>
                  <a:pt x="230868" y="88486"/>
                  <a:pt x="234333" y="91943"/>
                </a:cubicBezTo>
                <a:cubicBezTo>
                  <a:pt x="237790" y="95399"/>
                  <a:pt x="242133" y="97128"/>
                  <a:pt x="247373" y="97128"/>
                </a:cubicBezTo>
                <a:cubicBezTo>
                  <a:pt x="252612" y="97128"/>
                  <a:pt x="256965" y="95399"/>
                  <a:pt x="260421" y="91943"/>
                </a:cubicBezTo>
                <a:close/>
                <a:moveTo>
                  <a:pt x="112526" y="245178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圖說"/>
          <p:cNvSpPr/>
          <p:nvPr/>
        </p:nvSpPr>
        <p:spPr>
          <a:xfrm>
            <a:off x="3858677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750" dirty="0"/>
          </a:p>
        </p:txBody>
      </p:sp>
      <p:sp>
        <p:nvSpPr>
          <p:cNvPr id="19" name="圖示 客服"/>
          <p:cNvSpPr/>
          <p:nvPr/>
        </p:nvSpPr>
        <p:spPr>
          <a:xfrm>
            <a:off x="4558170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7730" y="264033"/>
                </a:moveTo>
                <a:cubicBezTo>
                  <a:pt x="145051" y="264033"/>
                  <a:pt x="142811" y="263119"/>
                  <a:pt x="141010" y="261299"/>
                </a:cubicBezTo>
                <a:cubicBezTo>
                  <a:pt x="139208" y="259479"/>
                  <a:pt x="138303" y="257221"/>
                  <a:pt x="138303" y="254542"/>
                </a:cubicBezTo>
                <a:cubicBezTo>
                  <a:pt x="138303" y="251862"/>
                  <a:pt x="139208" y="249622"/>
                  <a:pt x="141010" y="247848"/>
                </a:cubicBezTo>
                <a:cubicBezTo>
                  <a:pt x="142811" y="246065"/>
                  <a:pt x="145051" y="245178"/>
                  <a:pt x="147730" y="245178"/>
                </a:cubicBezTo>
                <a:lnTo>
                  <a:pt x="245178" y="245178"/>
                </a:lnTo>
                <a:lnTo>
                  <a:pt x="245178" y="149623"/>
                </a:lnTo>
                <a:cubicBezTo>
                  <a:pt x="245178" y="123700"/>
                  <a:pt x="236025" y="101718"/>
                  <a:pt x="217737" y="83677"/>
                </a:cubicBezTo>
                <a:cubicBezTo>
                  <a:pt x="199440" y="65608"/>
                  <a:pt x="177156" y="56583"/>
                  <a:pt x="150876" y="56583"/>
                </a:cubicBezTo>
                <a:cubicBezTo>
                  <a:pt x="124596" y="56583"/>
                  <a:pt x="102312" y="65608"/>
                  <a:pt x="84015" y="83677"/>
                </a:cubicBezTo>
                <a:cubicBezTo>
                  <a:pt x="65727" y="101718"/>
                  <a:pt x="56583" y="123700"/>
                  <a:pt x="56583" y="149623"/>
                </a:cubicBezTo>
                <a:lnTo>
                  <a:pt x="56583" y="220032"/>
                </a:lnTo>
                <a:cubicBezTo>
                  <a:pt x="56583" y="221806"/>
                  <a:pt x="55970" y="223306"/>
                  <a:pt x="54754" y="224522"/>
                </a:cubicBezTo>
                <a:cubicBezTo>
                  <a:pt x="53538" y="225738"/>
                  <a:pt x="52057" y="226332"/>
                  <a:pt x="50292" y="226314"/>
                </a:cubicBezTo>
                <a:cubicBezTo>
                  <a:pt x="43379" y="226314"/>
                  <a:pt x="37454" y="223854"/>
                  <a:pt x="32534" y="218926"/>
                </a:cubicBezTo>
                <a:cubicBezTo>
                  <a:pt x="27606" y="214006"/>
                  <a:pt x="25146" y="208081"/>
                  <a:pt x="25146" y="201168"/>
                </a:cubicBezTo>
                <a:lnTo>
                  <a:pt x="25146" y="176022"/>
                </a:lnTo>
                <a:cubicBezTo>
                  <a:pt x="25146" y="171624"/>
                  <a:pt x="26243" y="167482"/>
                  <a:pt x="28447" y="163604"/>
                </a:cubicBezTo>
                <a:cubicBezTo>
                  <a:pt x="30651" y="159727"/>
                  <a:pt x="33741" y="156637"/>
                  <a:pt x="37719" y="154332"/>
                </a:cubicBezTo>
                <a:lnTo>
                  <a:pt x="38661" y="137672"/>
                </a:lnTo>
                <a:cubicBezTo>
                  <a:pt x="40334" y="123426"/>
                  <a:pt x="44476" y="110222"/>
                  <a:pt x="51078" y="98069"/>
                </a:cubicBezTo>
                <a:cubicBezTo>
                  <a:pt x="57680" y="85917"/>
                  <a:pt x="65956" y="75337"/>
                  <a:pt x="75913" y="66321"/>
                </a:cubicBezTo>
                <a:cubicBezTo>
                  <a:pt x="85862" y="57315"/>
                  <a:pt x="97283" y="50292"/>
                  <a:pt x="110167" y="45263"/>
                </a:cubicBezTo>
                <a:cubicBezTo>
                  <a:pt x="123060" y="40234"/>
                  <a:pt x="136630" y="37719"/>
                  <a:pt x="150876" y="37719"/>
                </a:cubicBezTo>
                <a:cubicBezTo>
                  <a:pt x="165122" y="37719"/>
                  <a:pt x="178637" y="40234"/>
                  <a:pt x="191420" y="45263"/>
                </a:cubicBezTo>
                <a:cubicBezTo>
                  <a:pt x="204204" y="50292"/>
                  <a:pt x="215625" y="57260"/>
                  <a:pt x="225683" y="66166"/>
                </a:cubicBezTo>
                <a:cubicBezTo>
                  <a:pt x="235741" y="75072"/>
                  <a:pt x="244017" y="85597"/>
                  <a:pt x="250518" y="97759"/>
                </a:cubicBezTo>
                <a:cubicBezTo>
                  <a:pt x="257010" y="109911"/>
                  <a:pt x="261208" y="123115"/>
                  <a:pt x="263091" y="137361"/>
                </a:cubicBezTo>
                <a:lnTo>
                  <a:pt x="264033" y="153701"/>
                </a:lnTo>
                <a:cubicBezTo>
                  <a:pt x="268011" y="155594"/>
                  <a:pt x="271101" y="158420"/>
                  <a:pt x="273305" y="162196"/>
                </a:cubicBezTo>
                <a:cubicBezTo>
                  <a:pt x="275509" y="165964"/>
                  <a:pt x="276606" y="169941"/>
                  <a:pt x="276606" y="174138"/>
                </a:cubicBezTo>
                <a:lnTo>
                  <a:pt x="276606" y="203052"/>
                </a:lnTo>
                <a:cubicBezTo>
                  <a:pt x="276606" y="207249"/>
                  <a:pt x="275509" y="211226"/>
                  <a:pt x="273305" y="215003"/>
                </a:cubicBezTo>
                <a:cubicBezTo>
                  <a:pt x="271101" y="218770"/>
                  <a:pt x="268011" y="221596"/>
                  <a:pt x="264033" y="223489"/>
                </a:cubicBezTo>
                <a:lnTo>
                  <a:pt x="264033" y="245178"/>
                </a:lnTo>
                <a:cubicBezTo>
                  <a:pt x="264033" y="250372"/>
                  <a:pt x="262186" y="254816"/>
                  <a:pt x="258501" y="258501"/>
                </a:cubicBezTo>
                <a:cubicBezTo>
                  <a:pt x="254816" y="262186"/>
                  <a:pt x="250372" y="264033"/>
                  <a:pt x="245178" y="264033"/>
                </a:cubicBezTo>
                <a:lnTo>
                  <a:pt x="147730" y="264033"/>
                </a:lnTo>
                <a:close/>
                <a:moveTo>
                  <a:pt x="106400" y="170142"/>
                </a:moveTo>
                <a:cubicBezTo>
                  <a:pt x="104617" y="168323"/>
                  <a:pt x="103730" y="166064"/>
                  <a:pt x="103730" y="163385"/>
                </a:cubicBezTo>
                <a:cubicBezTo>
                  <a:pt x="103730" y="160706"/>
                  <a:pt x="104635" y="158475"/>
                  <a:pt x="106464" y="156692"/>
                </a:cubicBezTo>
                <a:cubicBezTo>
                  <a:pt x="108283" y="154909"/>
                  <a:pt x="110542" y="154022"/>
                  <a:pt x="113221" y="154022"/>
                </a:cubicBezTo>
                <a:cubicBezTo>
                  <a:pt x="115900" y="154022"/>
                  <a:pt x="118131" y="154927"/>
                  <a:pt x="119914" y="156756"/>
                </a:cubicBezTo>
                <a:cubicBezTo>
                  <a:pt x="121697" y="158575"/>
                  <a:pt x="122584" y="160834"/>
                  <a:pt x="122584" y="163513"/>
                </a:cubicBezTo>
                <a:cubicBezTo>
                  <a:pt x="122584" y="166192"/>
                  <a:pt x="121679" y="168423"/>
                  <a:pt x="119850" y="170206"/>
                </a:cubicBezTo>
                <a:cubicBezTo>
                  <a:pt x="118031" y="171989"/>
                  <a:pt x="115772" y="172876"/>
                  <a:pt x="113093" y="172876"/>
                </a:cubicBezTo>
                <a:cubicBezTo>
                  <a:pt x="110414" y="172876"/>
                  <a:pt x="108183" y="171971"/>
                  <a:pt x="106400" y="170142"/>
                </a:cubicBezTo>
                <a:close/>
                <a:moveTo>
                  <a:pt x="181838" y="170142"/>
                </a:moveTo>
                <a:cubicBezTo>
                  <a:pt x="180055" y="168323"/>
                  <a:pt x="179168" y="166064"/>
                  <a:pt x="179168" y="163385"/>
                </a:cubicBezTo>
                <a:cubicBezTo>
                  <a:pt x="179168" y="160706"/>
                  <a:pt x="180073" y="158475"/>
                  <a:pt x="181902" y="156692"/>
                </a:cubicBezTo>
                <a:cubicBezTo>
                  <a:pt x="183721" y="154909"/>
                  <a:pt x="185980" y="154022"/>
                  <a:pt x="188659" y="154022"/>
                </a:cubicBezTo>
                <a:cubicBezTo>
                  <a:pt x="191338" y="154022"/>
                  <a:pt x="193569" y="154927"/>
                  <a:pt x="195352" y="156756"/>
                </a:cubicBezTo>
                <a:cubicBezTo>
                  <a:pt x="197135" y="158575"/>
                  <a:pt x="198022" y="160834"/>
                  <a:pt x="198022" y="163513"/>
                </a:cubicBezTo>
                <a:cubicBezTo>
                  <a:pt x="198022" y="166192"/>
                  <a:pt x="197117" y="168423"/>
                  <a:pt x="195288" y="170206"/>
                </a:cubicBezTo>
                <a:cubicBezTo>
                  <a:pt x="193469" y="171989"/>
                  <a:pt x="191210" y="172876"/>
                  <a:pt x="188531" y="172876"/>
                </a:cubicBezTo>
                <a:cubicBezTo>
                  <a:pt x="185852" y="172876"/>
                  <a:pt x="183621" y="171971"/>
                  <a:pt x="181838" y="170142"/>
                </a:cubicBezTo>
                <a:close/>
                <a:moveTo>
                  <a:pt x="75749" y="156536"/>
                </a:moveTo>
                <a:cubicBezTo>
                  <a:pt x="74286" y="134325"/>
                  <a:pt x="80988" y="115251"/>
                  <a:pt x="95866" y="99331"/>
                </a:cubicBezTo>
                <a:cubicBezTo>
                  <a:pt x="110743" y="83402"/>
                  <a:pt x="129296" y="75438"/>
                  <a:pt x="151507" y="75438"/>
                </a:cubicBezTo>
                <a:cubicBezTo>
                  <a:pt x="169740" y="75438"/>
                  <a:pt x="185559" y="81464"/>
                  <a:pt x="198964" y="93516"/>
                </a:cubicBezTo>
                <a:cubicBezTo>
                  <a:pt x="212379" y="105558"/>
                  <a:pt x="220553" y="120600"/>
                  <a:pt x="223489" y="138614"/>
                </a:cubicBezTo>
                <a:cubicBezTo>
                  <a:pt x="204835" y="138404"/>
                  <a:pt x="187809" y="133173"/>
                  <a:pt x="172410" y="122905"/>
                </a:cubicBezTo>
                <a:cubicBezTo>
                  <a:pt x="157002" y="112636"/>
                  <a:pt x="145079" y="99121"/>
                  <a:pt x="136639" y="82351"/>
                </a:cubicBezTo>
                <a:cubicBezTo>
                  <a:pt x="133347" y="99121"/>
                  <a:pt x="126306" y="114044"/>
                  <a:pt x="115516" y="127147"/>
                </a:cubicBezTo>
                <a:cubicBezTo>
                  <a:pt x="104726" y="140242"/>
                  <a:pt x="91467" y="150035"/>
                  <a:pt x="75749" y="156536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圖說"/>
          <p:cNvSpPr/>
          <p:nvPr/>
        </p:nvSpPr>
        <p:spPr>
          <a:xfrm>
            <a:off x="4413397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750" dirty="0"/>
          </a:p>
        </p:txBody>
      </p:sp>
      <p:sp>
        <p:nvSpPr>
          <p:cNvPr id="21" name="圖示 訓練"/>
          <p:cNvSpPr/>
          <p:nvPr/>
        </p:nvSpPr>
        <p:spPr>
          <a:xfrm>
            <a:off x="5112890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9156" y="219401"/>
                </a:moveTo>
                <a:cubicBezTo>
                  <a:pt x="66221" y="217719"/>
                  <a:pt x="63862" y="215423"/>
                  <a:pt x="62079" y="212516"/>
                </a:cubicBezTo>
                <a:cubicBezTo>
                  <a:pt x="60296" y="209599"/>
                  <a:pt x="59409" y="206344"/>
                  <a:pt x="59409" y="202741"/>
                </a:cubicBezTo>
                <a:lnTo>
                  <a:pt x="59409" y="138614"/>
                </a:lnTo>
                <a:lnTo>
                  <a:pt x="27971" y="121332"/>
                </a:lnTo>
                <a:cubicBezTo>
                  <a:pt x="26298" y="120280"/>
                  <a:pt x="25045" y="119073"/>
                  <a:pt x="24204" y="117711"/>
                </a:cubicBezTo>
                <a:cubicBezTo>
                  <a:pt x="23363" y="116348"/>
                  <a:pt x="22942" y="114830"/>
                  <a:pt x="22942" y="113157"/>
                </a:cubicBezTo>
                <a:cubicBezTo>
                  <a:pt x="22942" y="111484"/>
                  <a:pt x="23363" y="109966"/>
                  <a:pt x="24204" y="108603"/>
                </a:cubicBezTo>
                <a:cubicBezTo>
                  <a:pt x="25045" y="107241"/>
                  <a:pt x="26298" y="106034"/>
                  <a:pt x="27971" y="104982"/>
                </a:cubicBezTo>
                <a:lnTo>
                  <a:pt x="141449" y="42748"/>
                </a:lnTo>
                <a:cubicBezTo>
                  <a:pt x="142912" y="41907"/>
                  <a:pt x="144384" y="41331"/>
                  <a:pt x="145847" y="41020"/>
                </a:cubicBezTo>
                <a:cubicBezTo>
                  <a:pt x="147310" y="40709"/>
                  <a:pt x="148883" y="40544"/>
                  <a:pt x="150565" y="40544"/>
                </a:cubicBezTo>
                <a:cubicBezTo>
                  <a:pt x="152238" y="40544"/>
                  <a:pt x="153811" y="40709"/>
                  <a:pt x="155274" y="41020"/>
                </a:cubicBezTo>
                <a:cubicBezTo>
                  <a:pt x="156746" y="41331"/>
                  <a:pt x="158209" y="41907"/>
                  <a:pt x="159682" y="42748"/>
                </a:cubicBezTo>
                <a:lnTo>
                  <a:pt x="284150" y="110332"/>
                </a:lnTo>
                <a:cubicBezTo>
                  <a:pt x="285823" y="111374"/>
                  <a:pt x="287085" y="112636"/>
                  <a:pt x="287926" y="114099"/>
                </a:cubicBezTo>
                <a:cubicBezTo>
                  <a:pt x="288758" y="115571"/>
                  <a:pt x="289179" y="117135"/>
                  <a:pt x="289179" y="118817"/>
                </a:cubicBezTo>
                <a:lnTo>
                  <a:pt x="289179" y="203372"/>
                </a:lnTo>
                <a:cubicBezTo>
                  <a:pt x="289179" y="206051"/>
                  <a:pt x="288265" y="208291"/>
                  <a:pt x="286445" y="210093"/>
                </a:cubicBezTo>
                <a:cubicBezTo>
                  <a:pt x="284625" y="211894"/>
                  <a:pt x="282367" y="212799"/>
                  <a:pt x="279688" y="212799"/>
                </a:cubicBezTo>
                <a:cubicBezTo>
                  <a:pt x="277008" y="212799"/>
                  <a:pt x="274768" y="211894"/>
                  <a:pt x="272994" y="210093"/>
                </a:cubicBezTo>
                <a:cubicBezTo>
                  <a:pt x="271211" y="208291"/>
                  <a:pt x="270324" y="206051"/>
                  <a:pt x="270324" y="203372"/>
                </a:cubicBezTo>
                <a:lnTo>
                  <a:pt x="270324" y="124157"/>
                </a:lnTo>
                <a:lnTo>
                  <a:pt x="241712" y="138614"/>
                </a:lnTo>
                <a:lnTo>
                  <a:pt x="241712" y="202741"/>
                </a:lnTo>
                <a:cubicBezTo>
                  <a:pt x="241712" y="206362"/>
                  <a:pt x="240826" y="209626"/>
                  <a:pt x="239042" y="212516"/>
                </a:cubicBezTo>
                <a:cubicBezTo>
                  <a:pt x="237259" y="215423"/>
                  <a:pt x="234909" y="217719"/>
                  <a:pt x="231974" y="219401"/>
                </a:cubicBezTo>
                <a:lnTo>
                  <a:pt x="159682" y="259004"/>
                </a:lnTo>
                <a:cubicBezTo>
                  <a:pt x="158209" y="259845"/>
                  <a:pt x="156746" y="260421"/>
                  <a:pt x="155274" y="260732"/>
                </a:cubicBezTo>
                <a:cubicBezTo>
                  <a:pt x="153811" y="261043"/>
                  <a:pt x="152238" y="261208"/>
                  <a:pt x="150565" y="261208"/>
                </a:cubicBezTo>
                <a:cubicBezTo>
                  <a:pt x="148883" y="261208"/>
                  <a:pt x="147310" y="261043"/>
                  <a:pt x="145847" y="260732"/>
                </a:cubicBezTo>
                <a:cubicBezTo>
                  <a:pt x="144384" y="260421"/>
                  <a:pt x="142912" y="259845"/>
                  <a:pt x="141449" y="259004"/>
                </a:cubicBezTo>
                <a:lnTo>
                  <a:pt x="69156" y="219401"/>
                </a:lnTo>
                <a:close/>
                <a:moveTo>
                  <a:pt x="150565" y="167225"/>
                </a:moveTo>
                <a:lnTo>
                  <a:pt x="249576" y="113157"/>
                </a:lnTo>
                <a:lnTo>
                  <a:pt x="150565" y="60040"/>
                </a:lnTo>
                <a:lnTo>
                  <a:pt x="52176" y="113157"/>
                </a:lnTo>
                <a:lnTo>
                  <a:pt x="150565" y="167225"/>
                </a:lnTo>
                <a:close/>
                <a:moveTo>
                  <a:pt x="150565" y="242663"/>
                </a:moveTo>
                <a:lnTo>
                  <a:pt x="222858" y="202741"/>
                </a:lnTo>
                <a:lnTo>
                  <a:pt x="222858" y="149934"/>
                </a:lnTo>
                <a:lnTo>
                  <a:pt x="159682" y="183877"/>
                </a:lnTo>
                <a:cubicBezTo>
                  <a:pt x="158209" y="184718"/>
                  <a:pt x="156746" y="185294"/>
                  <a:pt x="155274" y="185605"/>
                </a:cubicBezTo>
                <a:cubicBezTo>
                  <a:pt x="153811" y="185925"/>
                  <a:pt x="152238" y="186080"/>
                  <a:pt x="150565" y="186080"/>
                </a:cubicBezTo>
                <a:cubicBezTo>
                  <a:pt x="148883" y="186080"/>
                  <a:pt x="147365" y="185925"/>
                  <a:pt x="146002" y="185605"/>
                </a:cubicBezTo>
                <a:cubicBezTo>
                  <a:pt x="144640" y="185294"/>
                  <a:pt x="143232" y="184718"/>
                  <a:pt x="141759" y="183877"/>
                </a:cubicBezTo>
                <a:lnTo>
                  <a:pt x="78263" y="149303"/>
                </a:lnTo>
                <a:lnTo>
                  <a:pt x="78263" y="202741"/>
                </a:lnTo>
                <a:lnTo>
                  <a:pt x="150565" y="242663"/>
                </a:lnTo>
                <a:close/>
                <a:moveTo>
                  <a:pt x="150876" y="167225"/>
                </a:moveTo>
                <a:close/>
                <a:moveTo>
                  <a:pt x="150565" y="195508"/>
                </a:moveTo>
                <a:close/>
                <a:moveTo>
                  <a:pt x="150565" y="195508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圖說"/>
          <p:cNvSpPr/>
          <p:nvPr/>
        </p:nvSpPr>
        <p:spPr>
          <a:xfrm>
            <a:off x="4968118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750" dirty="0"/>
          </a:p>
        </p:txBody>
      </p:sp>
      <p:sp>
        <p:nvSpPr>
          <p:cNvPr id="23" name="圖示 工廠"/>
          <p:cNvSpPr/>
          <p:nvPr/>
        </p:nvSpPr>
        <p:spPr>
          <a:xfrm>
            <a:off x="5667611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4010" y="276606"/>
                </a:moveTo>
                <a:cubicBezTo>
                  <a:pt x="38807" y="276606"/>
                  <a:pt x="34363" y="274759"/>
                  <a:pt x="30678" y="271074"/>
                </a:cubicBezTo>
                <a:cubicBezTo>
                  <a:pt x="26993" y="267361"/>
                  <a:pt x="25146" y="262927"/>
                  <a:pt x="25146" y="257751"/>
                </a:cubicBezTo>
                <a:lnTo>
                  <a:pt x="25146" y="137992"/>
                </a:lnTo>
                <a:cubicBezTo>
                  <a:pt x="25146" y="134133"/>
                  <a:pt x="26198" y="130604"/>
                  <a:pt x="28292" y="127394"/>
                </a:cubicBezTo>
                <a:cubicBezTo>
                  <a:pt x="30386" y="124194"/>
                  <a:pt x="33211" y="121853"/>
                  <a:pt x="36777" y="120390"/>
                </a:cubicBezTo>
                <a:lnTo>
                  <a:pt x="99953" y="93671"/>
                </a:lnTo>
                <a:cubicBezTo>
                  <a:pt x="103099" y="92409"/>
                  <a:pt x="106089" y="92656"/>
                  <a:pt x="108914" y="94394"/>
                </a:cubicBezTo>
                <a:cubicBezTo>
                  <a:pt x="111740" y="96131"/>
                  <a:pt x="113157" y="98719"/>
                  <a:pt x="113157" y="102157"/>
                </a:cubicBezTo>
                <a:lnTo>
                  <a:pt x="113157" y="113157"/>
                </a:lnTo>
                <a:lnTo>
                  <a:pt x="163138" y="93040"/>
                </a:lnTo>
                <a:cubicBezTo>
                  <a:pt x="166274" y="91787"/>
                  <a:pt x="169210" y="92108"/>
                  <a:pt x="171935" y="94019"/>
                </a:cubicBezTo>
                <a:cubicBezTo>
                  <a:pt x="174660" y="95921"/>
                  <a:pt x="176022" y="98527"/>
                  <a:pt x="176022" y="101846"/>
                </a:cubicBezTo>
                <a:lnTo>
                  <a:pt x="176022" y="125730"/>
                </a:lnTo>
                <a:lnTo>
                  <a:pt x="276606" y="125730"/>
                </a:lnTo>
                <a:lnTo>
                  <a:pt x="276606" y="257751"/>
                </a:lnTo>
                <a:cubicBezTo>
                  <a:pt x="276606" y="262945"/>
                  <a:pt x="274759" y="267389"/>
                  <a:pt x="271074" y="271074"/>
                </a:cubicBezTo>
                <a:cubicBezTo>
                  <a:pt x="267389" y="274759"/>
                  <a:pt x="262945" y="276606"/>
                  <a:pt x="257751" y="276606"/>
                </a:cubicBezTo>
                <a:lnTo>
                  <a:pt x="44010" y="276606"/>
                </a:lnTo>
                <a:close/>
                <a:moveTo>
                  <a:pt x="44010" y="257751"/>
                </a:moveTo>
                <a:lnTo>
                  <a:pt x="257751" y="257751"/>
                </a:lnTo>
                <a:lnTo>
                  <a:pt x="257751" y="144649"/>
                </a:lnTo>
                <a:lnTo>
                  <a:pt x="157167" y="144649"/>
                </a:lnTo>
                <a:lnTo>
                  <a:pt x="157167" y="115672"/>
                </a:lnTo>
                <a:lnTo>
                  <a:pt x="94302" y="140818"/>
                </a:lnTo>
                <a:lnTo>
                  <a:pt x="94302" y="115982"/>
                </a:lnTo>
                <a:lnTo>
                  <a:pt x="44010" y="138303"/>
                </a:lnTo>
                <a:lnTo>
                  <a:pt x="44010" y="257751"/>
                </a:lnTo>
                <a:close/>
                <a:moveTo>
                  <a:pt x="141449" y="226314"/>
                </a:moveTo>
                <a:lnTo>
                  <a:pt x="160303" y="226314"/>
                </a:lnTo>
                <a:lnTo>
                  <a:pt x="160303" y="176022"/>
                </a:lnTo>
                <a:lnTo>
                  <a:pt x="141449" y="176022"/>
                </a:lnTo>
                <a:lnTo>
                  <a:pt x="141449" y="226314"/>
                </a:lnTo>
                <a:close/>
                <a:moveTo>
                  <a:pt x="91157" y="226314"/>
                </a:moveTo>
                <a:lnTo>
                  <a:pt x="110011" y="226314"/>
                </a:lnTo>
                <a:lnTo>
                  <a:pt x="110011" y="176022"/>
                </a:lnTo>
                <a:lnTo>
                  <a:pt x="91157" y="176022"/>
                </a:lnTo>
                <a:lnTo>
                  <a:pt x="91157" y="226314"/>
                </a:lnTo>
                <a:close/>
                <a:moveTo>
                  <a:pt x="191741" y="226314"/>
                </a:moveTo>
                <a:lnTo>
                  <a:pt x="210595" y="226314"/>
                </a:lnTo>
                <a:lnTo>
                  <a:pt x="210595" y="176022"/>
                </a:lnTo>
                <a:lnTo>
                  <a:pt x="191741" y="176022"/>
                </a:lnTo>
                <a:lnTo>
                  <a:pt x="191741" y="226314"/>
                </a:lnTo>
                <a:close/>
                <a:moveTo>
                  <a:pt x="276606" y="125730"/>
                </a:moveTo>
                <a:lnTo>
                  <a:pt x="220032" y="125730"/>
                </a:lnTo>
                <a:lnTo>
                  <a:pt x="231654" y="33321"/>
                </a:lnTo>
                <a:cubicBezTo>
                  <a:pt x="232075" y="31016"/>
                  <a:pt x="233126" y="29078"/>
                  <a:pt x="234800" y="27505"/>
                </a:cubicBezTo>
                <a:cubicBezTo>
                  <a:pt x="236473" y="25932"/>
                  <a:pt x="238466" y="25146"/>
                  <a:pt x="240771" y="25146"/>
                </a:cubicBezTo>
                <a:lnTo>
                  <a:pt x="255858" y="25146"/>
                </a:lnTo>
                <a:cubicBezTo>
                  <a:pt x="258144" y="25146"/>
                  <a:pt x="260138" y="25932"/>
                  <a:pt x="261829" y="27505"/>
                </a:cubicBezTo>
                <a:cubicBezTo>
                  <a:pt x="263512" y="29078"/>
                  <a:pt x="264554" y="31016"/>
                  <a:pt x="264975" y="33321"/>
                </a:cubicBezTo>
                <a:lnTo>
                  <a:pt x="276606" y="125730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圖說"/>
          <p:cNvSpPr/>
          <p:nvPr/>
        </p:nvSpPr>
        <p:spPr>
          <a:xfrm>
            <a:off x="5522839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750" dirty="0"/>
          </a:p>
        </p:txBody>
      </p:sp>
      <p:sp>
        <p:nvSpPr>
          <p:cNvPr id="25" name="圖示 機台"/>
          <p:cNvSpPr/>
          <p:nvPr/>
        </p:nvSpPr>
        <p:spPr>
          <a:xfrm>
            <a:off x="6222332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6952" y="264033"/>
                </a:moveTo>
                <a:cubicBezTo>
                  <a:pt x="62764" y="264033"/>
                  <a:pt x="59253" y="262616"/>
                  <a:pt x="56418" y="259790"/>
                </a:cubicBezTo>
                <a:cubicBezTo>
                  <a:pt x="53593" y="256965"/>
                  <a:pt x="52176" y="253453"/>
                  <a:pt x="52176" y="249256"/>
                </a:cubicBezTo>
                <a:cubicBezTo>
                  <a:pt x="52176" y="245068"/>
                  <a:pt x="53593" y="241557"/>
                  <a:pt x="56418" y="238732"/>
                </a:cubicBezTo>
                <a:cubicBezTo>
                  <a:pt x="59253" y="235897"/>
                  <a:pt x="62764" y="234489"/>
                  <a:pt x="66952" y="234489"/>
                </a:cubicBezTo>
                <a:lnTo>
                  <a:pt x="92098" y="234489"/>
                </a:lnTo>
                <a:lnTo>
                  <a:pt x="58778" y="120701"/>
                </a:lnTo>
                <a:cubicBezTo>
                  <a:pt x="52075" y="117555"/>
                  <a:pt x="46836" y="113312"/>
                  <a:pt x="43059" y="107972"/>
                </a:cubicBezTo>
                <a:cubicBezTo>
                  <a:pt x="39292" y="102623"/>
                  <a:pt x="37408" y="95555"/>
                  <a:pt x="37408" y="86758"/>
                </a:cubicBezTo>
                <a:cubicBezTo>
                  <a:pt x="37408" y="76901"/>
                  <a:pt x="41020" y="68370"/>
                  <a:pt x="48253" y="61137"/>
                </a:cubicBezTo>
                <a:cubicBezTo>
                  <a:pt x="55477" y="53904"/>
                  <a:pt x="64017" y="50292"/>
                  <a:pt x="73865" y="50292"/>
                </a:cubicBezTo>
                <a:cubicBezTo>
                  <a:pt x="83082" y="50292"/>
                  <a:pt x="90736" y="52752"/>
                  <a:pt x="96817" y="57680"/>
                </a:cubicBezTo>
                <a:cubicBezTo>
                  <a:pt x="102888" y="62600"/>
                  <a:pt x="106976" y="69156"/>
                  <a:pt x="109070" y="77322"/>
                </a:cubicBezTo>
                <a:lnTo>
                  <a:pt x="154963" y="77322"/>
                </a:lnTo>
                <a:lnTo>
                  <a:pt x="154963" y="58778"/>
                </a:lnTo>
                <a:cubicBezTo>
                  <a:pt x="154963" y="56263"/>
                  <a:pt x="155905" y="54068"/>
                  <a:pt x="157789" y="52176"/>
                </a:cubicBezTo>
                <a:cubicBezTo>
                  <a:pt x="159682" y="50292"/>
                  <a:pt x="161876" y="49350"/>
                  <a:pt x="164391" y="49350"/>
                </a:cubicBezTo>
                <a:cubicBezTo>
                  <a:pt x="166695" y="49350"/>
                  <a:pt x="168634" y="50237"/>
                  <a:pt x="170206" y="52020"/>
                </a:cubicBezTo>
                <a:cubicBezTo>
                  <a:pt x="171779" y="53803"/>
                  <a:pt x="172566" y="55842"/>
                  <a:pt x="172566" y="58147"/>
                </a:cubicBezTo>
                <a:lnTo>
                  <a:pt x="196139" y="35515"/>
                </a:lnTo>
                <a:cubicBezTo>
                  <a:pt x="197812" y="33842"/>
                  <a:pt x="199961" y="32745"/>
                  <a:pt x="202585" y="32214"/>
                </a:cubicBezTo>
                <a:cubicBezTo>
                  <a:pt x="205201" y="31693"/>
                  <a:pt x="207871" y="32059"/>
                  <a:pt x="210595" y="33321"/>
                </a:cubicBezTo>
                <a:lnTo>
                  <a:pt x="260266" y="57205"/>
                </a:lnTo>
                <a:cubicBezTo>
                  <a:pt x="262149" y="58256"/>
                  <a:pt x="263457" y="59719"/>
                  <a:pt x="264188" y="61612"/>
                </a:cubicBezTo>
                <a:cubicBezTo>
                  <a:pt x="264920" y="63496"/>
                  <a:pt x="264765" y="65480"/>
                  <a:pt x="263722" y="67583"/>
                </a:cubicBezTo>
                <a:cubicBezTo>
                  <a:pt x="262671" y="69677"/>
                  <a:pt x="261153" y="70930"/>
                  <a:pt x="259159" y="71351"/>
                </a:cubicBezTo>
                <a:cubicBezTo>
                  <a:pt x="257166" y="71771"/>
                  <a:pt x="255236" y="71460"/>
                  <a:pt x="253344" y="70409"/>
                </a:cubicBezTo>
                <a:lnTo>
                  <a:pt x="204624" y="46836"/>
                </a:lnTo>
                <a:lnTo>
                  <a:pt x="173818" y="77953"/>
                </a:lnTo>
                <a:lnTo>
                  <a:pt x="173818" y="94302"/>
                </a:lnTo>
                <a:lnTo>
                  <a:pt x="204624" y="126672"/>
                </a:lnTo>
                <a:lnTo>
                  <a:pt x="253344" y="102788"/>
                </a:lnTo>
                <a:cubicBezTo>
                  <a:pt x="255438" y="101736"/>
                  <a:pt x="257431" y="101471"/>
                  <a:pt x="259315" y="102001"/>
                </a:cubicBezTo>
                <a:cubicBezTo>
                  <a:pt x="261208" y="102523"/>
                  <a:pt x="262671" y="103830"/>
                  <a:pt x="263722" y="105924"/>
                </a:cubicBezTo>
                <a:cubicBezTo>
                  <a:pt x="264765" y="108027"/>
                  <a:pt x="264920" y="110121"/>
                  <a:pt x="264188" y="112215"/>
                </a:cubicBezTo>
                <a:cubicBezTo>
                  <a:pt x="263457" y="114309"/>
                  <a:pt x="262040" y="115882"/>
                  <a:pt x="259946" y="116933"/>
                </a:cubicBezTo>
                <a:lnTo>
                  <a:pt x="211857" y="139565"/>
                </a:lnTo>
                <a:cubicBezTo>
                  <a:pt x="208922" y="141028"/>
                  <a:pt x="206097" y="141705"/>
                  <a:pt x="203372" y="141604"/>
                </a:cubicBezTo>
                <a:cubicBezTo>
                  <a:pt x="200647" y="141494"/>
                  <a:pt x="198233" y="140397"/>
                  <a:pt x="196139" y="138303"/>
                </a:cubicBezTo>
                <a:lnTo>
                  <a:pt x="172566" y="115672"/>
                </a:lnTo>
                <a:cubicBezTo>
                  <a:pt x="172566" y="118607"/>
                  <a:pt x="171779" y="120801"/>
                  <a:pt x="170206" y="122274"/>
                </a:cubicBezTo>
                <a:cubicBezTo>
                  <a:pt x="168634" y="123737"/>
                  <a:pt x="166695" y="124477"/>
                  <a:pt x="164391" y="124477"/>
                </a:cubicBezTo>
                <a:cubicBezTo>
                  <a:pt x="161876" y="124477"/>
                  <a:pt x="159682" y="123526"/>
                  <a:pt x="157789" y="121643"/>
                </a:cubicBezTo>
                <a:cubicBezTo>
                  <a:pt x="155905" y="119759"/>
                  <a:pt x="154963" y="117555"/>
                  <a:pt x="154963" y="115041"/>
                </a:cubicBezTo>
                <a:lnTo>
                  <a:pt x="154963" y="96186"/>
                </a:lnTo>
                <a:lnTo>
                  <a:pt x="108439" y="96186"/>
                </a:lnTo>
                <a:cubicBezTo>
                  <a:pt x="108439" y="98700"/>
                  <a:pt x="107762" y="101261"/>
                  <a:pt x="106400" y="103885"/>
                </a:cubicBezTo>
                <a:cubicBezTo>
                  <a:pt x="105037" y="106500"/>
                  <a:pt x="103409" y="108649"/>
                  <a:pt x="101526" y="110332"/>
                </a:cubicBezTo>
                <a:lnTo>
                  <a:pt x="165964" y="234489"/>
                </a:lnTo>
                <a:lnTo>
                  <a:pt x="200857" y="234489"/>
                </a:lnTo>
                <a:cubicBezTo>
                  <a:pt x="205045" y="234489"/>
                  <a:pt x="208556" y="235897"/>
                  <a:pt x="211382" y="238732"/>
                </a:cubicBezTo>
                <a:cubicBezTo>
                  <a:pt x="214216" y="241557"/>
                  <a:pt x="215625" y="245068"/>
                  <a:pt x="215625" y="249256"/>
                </a:cubicBezTo>
                <a:cubicBezTo>
                  <a:pt x="215625" y="253453"/>
                  <a:pt x="214216" y="256965"/>
                  <a:pt x="211382" y="259790"/>
                </a:cubicBezTo>
                <a:cubicBezTo>
                  <a:pt x="208556" y="262616"/>
                  <a:pt x="205045" y="264033"/>
                  <a:pt x="200857" y="264033"/>
                </a:cubicBezTo>
                <a:lnTo>
                  <a:pt x="66952" y="264033"/>
                </a:lnTo>
                <a:close/>
                <a:moveTo>
                  <a:pt x="86438" y="99331"/>
                </a:moveTo>
                <a:cubicBezTo>
                  <a:pt x="89794" y="95975"/>
                  <a:pt x="91467" y="91787"/>
                  <a:pt x="91467" y="86758"/>
                </a:cubicBezTo>
                <a:cubicBezTo>
                  <a:pt x="91467" y="81729"/>
                  <a:pt x="89794" y="77532"/>
                  <a:pt x="86438" y="74185"/>
                </a:cubicBezTo>
                <a:cubicBezTo>
                  <a:pt x="83082" y="70829"/>
                  <a:pt x="78894" y="69156"/>
                  <a:pt x="73865" y="69156"/>
                </a:cubicBezTo>
                <a:cubicBezTo>
                  <a:pt x="68836" y="69156"/>
                  <a:pt x="64648" y="70829"/>
                  <a:pt x="61292" y="74185"/>
                </a:cubicBezTo>
                <a:cubicBezTo>
                  <a:pt x="57936" y="77532"/>
                  <a:pt x="56263" y="81729"/>
                  <a:pt x="56263" y="86758"/>
                </a:cubicBezTo>
                <a:cubicBezTo>
                  <a:pt x="56263" y="91787"/>
                  <a:pt x="57936" y="95975"/>
                  <a:pt x="61292" y="99331"/>
                </a:cubicBezTo>
                <a:cubicBezTo>
                  <a:pt x="64648" y="102678"/>
                  <a:pt x="68836" y="104360"/>
                  <a:pt x="73865" y="104360"/>
                </a:cubicBezTo>
                <a:cubicBezTo>
                  <a:pt x="78894" y="104360"/>
                  <a:pt x="83082" y="102678"/>
                  <a:pt x="86438" y="99331"/>
                </a:cubicBezTo>
                <a:close/>
                <a:moveTo>
                  <a:pt x="112846" y="234489"/>
                </a:moveTo>
                <a:lnTo>
                  <a:pt x="144905" y="234489"/>
                </a:lnTo>
                <a:lnTo>
                  <a:pt x="85496" y="119128"/>
                </a:lnTo>
                <a:cubicBezTo>
                  <a:pt x="84865" y="119549"/>
                  <a:pt x="83823" y="119969"/>
                  <a:pt x="82351" y="120390"/>
                </a:cubicBezTo>
                <a:cubicBezTo>
                  <a:pt x="80888" y="120801"/>
                  <a:pt x="79736" y="121121"/>
                  <a:pt x="78894" y="121332"/>
                </a:cubicBezTo>
                <a:lnTo>
                  <a:pt x="112846" y="234489"/>
                </a:lnTo>
                <a:close/>
                <a:moveTo>
                  <a:pt x="144905" y="234489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圖說"/>
          <p:cNvSpPr/>
          <p:nvPr/>
        </p:nvSpPr>
        <p:spPr>
          <a:xfrm>
            <a:off x="6077560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750" dirty="0"/>
          </a:p>
        </p:txBody>
      </p:sp>
      <p:sp>
        <p:nvSpPr>
          <p:cNvPr id="27" name="圖示 產線"/>
          <p:cNvSpPr/>
          <p:nvPr/>
        </p:nvSpPr>
        <p:spPr>
          <a:xfrm>
            <a:off x="6777053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3176" y="264033"/>
                </a:moveTo>
                <a:cubicBezTo>
                  <a:pt x="52706" y="264033"/>
                  <a:pt x="43800" y="260366"/>
                  <a:pt x="36466" y="253033"/>
                </a:cubicBezTo>
                <a:cubicBezTo>
                  <a:pt x="29124" y="245699"/>
                  <a:pt x="25457" y="236793"/>
                  <a:pt x="25457" y="226314"/>
                </a:cubicBezTo>
                <a:cubicBezTo>
                  <a:pt x="25457" y="215835"/>
                  <a:pt x="29124" y="206929"/>
                  <a:pt x="36466" y="199595"/>
                </a:cubicBezTo>
                <a:cubicBezTo>
                  <a:pt x="43800" y="192262"/>
                  <a:pt x="52706" y="188595"/>
                  <a:pt x="63176" y="188595"/>
                </a:cubicBezTo>
                <a:lnTo>
                  <a:pt x="239198" y="188595"/>
                </a:lnTo>
                <a:cubicBezTo>
                  <a:pt x="249677" y="188595"/>
                  <a:pt x="258583" y="192262"/>
                  <a:pt x="265917" y="199595"/>
                </a:cubicBezTo>
                <a:cubicBezTo>
                  <a:pt x="273250" y="206929"/>
                  <a:pt x="276917" y="215835"/>
                  <a:pt x="276917" y="226314"/>
                </a:cubicBezTo>
                <a:cubicBezTo>
                  <a:pt x="276917" y="236793"/>
                  <a:pt x="273250" y="245699"/>
                  <a:pt x="265917" y="253033"/>
                </a:cubicBezTo>
                <a:cubicBezTo>
                  <a:pt x="258583" y="260366"/>
                  <a:pt x="249677" y="264033"/>
                  <a:pt x="239198" y="264033"/>
                </a:cubicBezTo>
                <a:lnTo>
                  <a:pt x="63176" y="264033"/>
                </a:lnTo>
                <a:close/>
                <a:moveTo>
                  <a:pt x="63176" y="245178"/>
                </a:moveTo>
                <a:lnTo>
                  <a:pt x="239198" y="245178"/>
                </a:lnTo>
                <a:cubicBezTo>
                  <a:pt x="244547" y="245178"/>
                  <a:pt x="249028" y="243340"/>
                  <a:pt x="252658" y="239673"/>
                </a:cubicBezTo>
                <a:cubicBezTo>
                  <a:pt x="256279" y="236007"/>
                  <a:pt x="258080" y="231554"/>
                  <a:pt x="258062" y="226314"/>
                </a:cubicBezTo>
                <a:cubicBezTo>
                  <a:pt x="258062" y="221074"/>
                  <a:pt x="256251" y="216621"/>
                  <a:pt x="252621" y="212955"/>
                </a:cubicBezTo>
                <a:cubicBezTo>
                  <a:pt x="249000" y="209288"/>
                  <a:pt x="244520" y="207459"/>
                  <a:pt x="239198" y="207459"/>
                </a:cubicBezTo>
                <a:lnTo>
                  <a:pt x="63176" y="207459"/>
                </a:lnTo>
                <a:cubicBezTo>
                  <a:pt x="57836" y="207459"/>
                  <a:pt x="53355" y="209288"/>
                  <a:pt x="49725" y="212955"/>
                </a:cubicBezTo>
                <a:cubicBezTo>
                  <a:pt x="46104" y="216621"/>
                  <a:pt x="44303" y="221074"/>
                  <a:pt x="44321" y="226314"/>
                </a:cubicBezTo>
                <a:cubicBezTo>
                  <a:pt x="44321" y="231554"/>
                  <a:pt x="46131" y="236007"/>
                  <a:pt x="49762" y="239673"/>
                </a:cubicBezTo>
                <a:cubicBezTo>
                  <a:pt x="53383" y="243340"/>
                  <a:pt x="57854" y="245178"/>
                  <a:pt x="63176" y="245178"/>
                </a:cubicBezTo>
                <a:close/>
                <a:moveTo>
                  <a:pt x="122905" y="163449"/>
                </a:moveTo>
                <a:cubicBezTo>
                  <a:pt x="120216" y="163449"/>
                  <a:pt x="117976" y="162544"/>
                  <a:pt x="116175" y="160742"/>
                </a:cubicBezTo>
                <a:cubicBezTo>
                  <a:pt x="114373" y="158923"/>
                  <a:pt x="113468" y="156682"/>
                  <a:pt x="113468" y="154022"/>
                </a:cubicBezTo>
                <a:lnTo>
                  <a:pt x="113468" y="47146"/>
                </a:lnTo>
                <a:cubicBezTo>
                  <a:pt x="113468" y="44467"/>
                  <a:pt x="114373" y="42227"/>
                  <a:pt x="116175" y="40426"/>
                </a:cubicBezTo>
                <a:cubicBezTo>
                  <a:pt x="117994" y="38624"/>
                  <a:pt x="120244" y="37719"/>
                  <a:pt x="122905" y="37719"/>
                </a:cubicBezTo>
                <a:lnTo>
                  <a:pt x="229770" y="37719"/>
                </a:lnTo>
                <a:cubicBezTo>
                  <a:pt x="232450" y="37719"/>
                  <a:pt x="234699" y="38624"/>
                  <a:pt x="236500" y="40426"/>
                </a:cubicBezTo>
                <a:cubicBezTo>
                  <a:pt x="238302" y="42227"/>
                  <a:pt x="239198" y="44467"/>
                  <a:pt x="239198" y="47146"/>
                </a:cubicBezTo>
                <a:lnTo>
                  <a:pt x="239198" y="154022"/>
                </a:lnTo>
                <a:cubicBezTo>
                  <a:pt x="239198" y="156701"/>
                  <a:pt x="238302" y="158941"/>
                  <a:pt x="236500" y="160742"/>
                </a:cubicBezTo>
                <a:cubicBezTo>
                  <a:pt x="234699" y="162544"/>
                  <a:pt x="232450" y="163449"/>
                  <a:pt x="229770" y="163449"/>
                </a:cubicBezTo>
                <a:lnTo>
                  <a:pt x="122905" y="163449"/>
                </a:lnTo>
                <a:close/>
                <a:moveTo>
                  <a:pt x="132332" y="144594"/>
                </a:moveTo>
                <a:lnTo>
                  <a:pt x="220343" y="144594"/>
                </a:lnTo>
                <a:lnTo>
                  <a:pt x="220343" y="56583"/>
                </a:lnTo>
                <a:lnTo>
                  <a:pt x="132332" y="56583"/>
                </a:lnTo>
                <a:lnTo>
                  <a:pt x="132332" y="144594"/>
                </a:lnTo>
                <a:close/>
                <a:moveTo>
                  <a:pt x="34263" y="135157"/>
                </a:moveTo>
                <a:cubicBezTo>
                  <a:pt x="31620" y="135157"/>
                  <a:pt x="29389" y="134270"/>
                  <a:pt x="27569" y="132487"/>
                </a:cubicBezTo>
                <a:cubicBezTo>
                  <a:pt x="25740" y="130704"/>
                  <a:pt x="24835" y="128455"/>
                  <a:pt x="24835" y="125730"/>
                </a:cubicBezTo>
                <a:cubicBezTo>
                  <a:pt x="24835" y="123005"/>
                  <a:pt x="25722" y="120756"/>
                  <a:pt x="27505" y="118973"/>
                </a:cubicBezTo>
                <a:cubicBezTo>
                  <a:pt x="29288" y="117190"/>
                  <a:pt x="31538" y="116303"/>
                  <a:pt x="34263" y="116303"/>
                </a:cubicBezTo>
                <a:lnTo>
                  <a:pt x="84865" y="116303"/>
                </a:lnTo>
                <a:cubicBezTo>
                  <a:pt x="87508" y="116303"/>
                  <a:pt x="89739" y="117190"/>
                  <a:pt x="91559" y="118973"/>
                </a:cubicBezTo>
                <a:cubicBezTo>
                  <a:pt x="93388" y="120756"/>
                  <a:pt x="94302" y="123005"/>
                  <a:pt x="94302" y="125730"/>
                </a:cubicBezTo>
                <a:cubicBezTo>
                  <a:pt x="94302" y="128455"/>
                  <a:pt x="93388" y="130704"/>
                  <a:pt x="91559" y="132487"/>
                </a:cubicBezTo>
                <a:cubicBezTo>
                  <a:pt x="89739" y="134270"/>
                  <a:pt x="87508" y="135157"/>
                  <a:pt x="84865" y="135157"/>
                </a:cubicBezTo>
                <a:lnTo>
                  <a:pt x="34263" y="135157"/>
                </a:lnTo>
                <a:close/>
                <a:moveTo>
                  <a:pt x="160303" y="97438"/>
                </a:moveTo>
                <a:lnTo>
                  <a:pt x="192371" y="97438"/>
                </a:lnTo>
                <a:cubicBezTo>
                  <a:pt x="195115" y="97438"/>
                  <a:pt x="197364" y="96533"/>
                  <a:pt x="199129" y="94704"/>
                </a:cubicBezTo>
                <a:cubicBezTo>
                  <a:pt x="200903" y="92885"/>
                  <a:pt x="201799" y="90626"/>
                  <a:pt x="201799" y="87947"/>
                </a:cubicBezTo>
                <a:cubicBezTo>
                  <a:pt x="201799" y="85268"/>
                  <a:pt x="200903" y="83037"/>
                  <a:pt x="199129" y="81254"/>
                </a:cubicBezTo>
                <a:cubicBezTo>
                  <a:pt x="197346" y="79471"/>
                  <a:pt x="195087" y="78584"/>
                  <a:pt x="192371" y="78584"/>
                </a:cubicBezTo>
                <a:lnTo>
                  <a:pt x="160303" y="78584"/>
                </a:lnTo>
                <a:cubicBezTo>
                  <a:pt x="157560" y="78584"/>
                  <a:pt x="155311" y="79461"/>
                  <a:pt x="153546" y="81226"/>
                </a:cubicBezTo>
                <a:cubicBezTo>
                  <a:pt x="151763" y="82982"/>
                  <a:pt x="150876" y="85231"/>
                  <a:pt x="150876" y="87984"/>
                </a:cubicBezTo>
                <a:cubicBezTo>
                  <a:pt x="150876" y="90727"/>
                  <a:pt x="151781" y="92985"/>
                  <a:pt x="153583" y="94768"/>
                </a:cubicBezTo>
                <a:cubicBezTo>
                  <a:pt x="155384" y="96551"/>
                  <a:pt x="157624" y="97438"/>
                  <a:pt x="160303" y="97438"/>
                </a:cubicBezTo>
                <a:close/>
                <a:moveTo>
                  <a:pt x="60040" y="97438"/>
                </a:moveTo>
                <a:cubicBezTo>
                  <a:pt x="57287" y="97438"/>
                  <a:pt x="55038" y="96533"/>
                  <a:pt x="53282" y="94704"/>
                </a:cubicBezTo>
                <a:cubicBezTo>
                  <a:pt x="51499" y="92885"/>
                  <a:pt x="50603" y="90626"/>
                  <a:pt x="50603" y="87947"/>
                </a:cubicBezTo>
                <a:cubicBezTo>
                  <a:pt x="50603" y="85268"/>
                  <a:pt x="51508" y="83037"/>
                  <a:pt x="53310" y="81254"/>
                </a:cubicBezTo>
                <a:cubicBezTo>
                  <a:pt x="55111" y="79471"/>
                  <a:pt x="57351" y="78584"/>
                  <a:pt x="60040" y="78584"/>
                </a:cubicBezTo>
                <a:lnTo>
                  <a:pt x="87380" y="78584"/>
                </a:lnTo>
                <a:cubicBezTo>
                  <a:pt x="90123" y="78584"/>
                  <a:pt x="92382" y="79461"/>
                  <a:pt x="94137" y="81226"/>
                </a:cubicBezTo>
                <a:cubicBezTo>
                  <a:pt x="95921" y="82982"/>
                  <a:pt x="96817" y="85231"/>
                  <a:pt x="96817" y="87984"/>
                </a:cubicBezTo>
                <a:cubicBezTo>
                  <a:pt x="96817" y="90727"/>
                  <a:pt x="95921" y="92985"/>
                  <a:pt x="94137" y="94768"/>
                </a:cubicBezTo>
                <a:cubicBezTo>
                  <a:pt x="92364" y="96551"/>
                  <a:pt x="90105" y="97438"/>
                  <a:pt x="87380" y="97438"/>
                </a:cubicBezTo>
                <a:lnTo>
                  <a:pt x="60040" y="97438"/>
                </a:lnTo>
                <a:close/>
                <a:moveTo>
                  <a:pt x="132332" y="144594"/>
                </a:moveTo>
                <a:lnTo>
                  <a:pt x="132332" y="56583"/>
                </a:lnTo>
                <a:lnTo>
                  <a:pt x="132332" y="144594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圖說"/>
          <p:cNvSpPr/>
          <p:nvPr/>
        </p:nvSpPr>
        <p:spPr>
          <a:xfrm>
            <a:off x="6632280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750" dirty="0"/>
          </a:p>
        </p:txBody>
      </p:sp>
      <p:sp>
        <p:nvSpPr>
          <p:cNvPr id="29" name="圖示 晶圓"/>
          <p:cNvSpPr/>
          <p:nvPr/>
        </p:nvSpPr>
        <p:spPr>
          <a:xfrm>
            <a:off x="7331774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4671" y="267809"/>
                </a:moveTo>
                <a:cubicBezTo>
                  <a:pt x="48527" y="245617"/>
                  <a:pt x="16075" y="186656"/>
                  <a:pt x="27368" y="127358"/>
                </a:cubicBezTo>
                <a:cubicBezTo>
                  <a:pt x="38661" y="68050"/>
                  <a:pt x="90507" y="25146"/>
                  <a:pt x="150876" y="25146"/>
                </a:cubicBezTo>
                <a:cubicBezTo>
                  <a:pt x="211245" y="25146"/>
                  <a:pt x="263091" y="68050"/>
                  <a:pt x="274384" y="127358"/>
                </a:cubicBezTo>
                <a:cubicBezTo>
                  <a:pt x="285677" y="186656"/>
                  <a:pt x="253225" y="245617"/>
                  <a:pt x="197081" y="267809"/>
                </a:cubicBezTo>
                <a:close/>
                <a:moveTo>
                  <a:pt x="193341" y="248945"/>
                </a:moveTo>
                <a:cubicBezTo>
                  <a:pt x="239838" y="228810"/>
                  <a:pt x="265807" y="178802"/>
                  <a:pt x="255520" y="129186"/>
                </a:cubicBezTo>
                <a:cubicBezTo>
                  <a:pt x="245242" y="79580"/>
                  <a:pt x="201543" y="44001"/>
                  <a:pt x="150876" y="44001"/>
                </a:cubicBezTo>
                <a:cubicBezTo>
                  <a:pt x="100209" y="44001"/>
                  <a:pt x="56510" y="79580"/>
                  <a:pt x="46232" y="129186"/>
                </a:cubicBezTo>
                <a:cubicBezTo>
                  <a:pt x="35945" y="178802"/>
                  <a:pt x="61914" y="228810"/>
                  <a:pt x="108411" y="248945"/>
                </a:cubicBezTo>
                <a:close/>
                <a:moveTo>
                  <a:pt x="103730" y="97438"/>
                </a:moveTo>
                <a:lnTo>
                  <a:pt x="135157" y="97438"/>
                </a:lnTo>
                <a:cubicBezTo>
                  <a:pt x="138632" y="97438"/>
                  <a:pt x="141449" y="100255"/>
                  <a:pt x="141449" y="103730"/>
                </a:cubicBezTo>
                <a:lnTo>
                  <a:pt x="141449" y="135157"/>
                </a:lnTo>
                <a:cubicBezTo>
                  <a:pt x="141449" y="138632"/>
                  <a:pt x="138632" y="141449"/>
                  <a:pt x="135157" y="141449"/>
                </a:cubicBezTo>
                <a:lnTo>
                  <a:pt x="103730" y="141449"/>
                </a:lnTo>
                <a:cubicBezTo>
                  <a:pt x="100255" y="141449"/>
                  <a:pt x="97438" y="138632"/>
                  <a:pt x="97438" y="135157"/>
                </a:cubicBezTo>
                <a:lnTo>
                  <a:pt x="97438" y="103730"/>
                </a:lnTo>
                <a:cubicBezTo>
                  <a:pt x="97438" y="100255"/>
                  <a:pt x="100255" y="97438"/>
                  <a:pt x="103730" y="97438"/>
                </a:cubicBezTo>
                <a:close/>
                <a:moveTo>
                  <a:pt x="166595" y="97438"/>
                </a:moveTo>
                <a:lnTo>
                  <a:pt x="198022" y="97438"/>
                </a:lnTo>
                <a:cubicBezTo>
                  <a:pt x="201497" y="97438"/>
                  <a:pt x="204314" y="100255"/>
                  <a:pt x="204314" y="103730"/>
                </a:cubicBezTo>
                <a:lnTo>
                  <a:pt x="204314" y="135157"/>
                </a:lnTo>
                <a:cubicBezTo>
                  <a:pt x="204314" y="138632"/>
                  <a:pt x="201497" y="141449"/>
                  <a:pt x="198022" y="141449"/>
                </a:cubicBezTo>
                <a:lnTo>
                  <a:pt x="166595" y="141449"/>
                </a:lnTo>
                <a:cubicBezTo>
                  <a:pt x="163120" y="141449"/>
                  <a:pt x="160303" y="138632"/>
                  <a:pt x="160303" y="135157"/>
                </a:cubicBezTo>
                <a:lnTo>
                  <a:pt x="160303" y="103730"/>
                </a:lnTo>
                <a:cubicBezTo>
                  <a:pt x="160303" y="100255"/>
                  <a:pt x="163120" y="97438"/>
                  <a:pt x="166595" y="97438"/>
                </a:cubicBezTo>
                <a:close/>
                <a:moveTo>
                  <a:pt x="103730" y="160303"/>
                </a:moveTo>
                <a:lnTo>
                  <a:pt x="135157" y="160303"/>
                </a:lnTo>
                <a:cubicBezTo>
                  <a:pt x="138632" y="160303"/>
                  <a:pt x="141449" y="163120"/>
                  <a:pt x="141449" y="166595"/>
                </a:cubicBezTo>
                <a:lnTo>
                  <a:pt x="141449" y="198022"/>
                </a:lnTo>
                <a:cubicBezTo>
                  <a:pt x="141449" y="201497"/>
                  <a:pt x="138632" y="204314"/>
                  <a:pt x="135157" y="204314"/>
                </a:cubicBezTo>
                <a:lnTo>
                  <a:pt x="103730" y="204314"/>
                </a:lnTo>
                <a:cubicBezTo>
                  <a:pt x="100255" y="204314"/>
                  <a:pt x="97438" y="201497"/>
                  <a:pt x="97438" y="198022"/>
                </a:cubicBezTo>
                <a:lnTo>
                  <a:pt x="97438" y="166595"/>
                </a:lnTo>
                <a:cubicBezTo>
                  <a:pt x="97438" y="163120"/>
                  <a:pt x="100255" y="160303"/>
                  <a:pt x="103730" y="160303"/>
                </a:cubicBezTo>
                <a:close/>
                <a:moveTo>
                  <a:pt x="166595" y="160303"/>
                </a:moveTo>
                <a:lnTo>
                  <a:pt x="198022" y="160303"/>
                </a:lnTo>
                <a:cubicBezTo>
                  <a:pt x="201497" y="160303"/>
                  <a:pt x="204314" y="163120"/>
                  <a:pt x="204314" y="166595"/>
                </a:cubicBezTo>
                <a:lnTo>
                  <a:pt x="204314" y="198022"/>
                </a:lnTo>
                <a:cubicBezTo>
                  <a:pt x="204314" y="201497"/>
                  <a:pt x="201497" y="204314"/>
                  <a:pt x="198022" y="204314"/>
                </a:cubicBezTo>
                <a:lnTo>
                  <a:pt x="166595" y="204314"/>
                </a:lnTo>
                <a:cubicBezTo>
                  <a:pt x="163120" y="204314"/>
                  <a:pt x="160303" y="201497"/>
                  <a:pt x="160303" y="198022"/>
                </a:cubicBezTo>
                <a:lnTo>
                  <a:pt x="160303" y="166595"/>
                </a:lnTo>
                <a:cubicBezTo>
                  <a:pt x="160303" y="163120"/>
                  <a:pt x="163120" y="160303"/>
                  <a:pt x="166595" y="160303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圖說"/>
          <p:cNvSpPr/>
          <p:nvPr/>
        </p:nvSpPr>
        <p:spPr>
          <a:xfrm>
            <a:off x="7187001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750" dirty="0"/>
          </a:p>
        </p:txBody>
      </p:sp>
      <p:sp>
        <p:nvSpPr>
          <p:cNvPr id="31" name="圖示 晶片"/>
          <p:cNvSpPr/>
          <p:nvPr/>
        </p:nvSpPr>
        <p:spPr>
          <a:xfrm>
            <a:off x="7886494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8497" y="173818"/>
                </a:moveTo>
                <a:lnTo>
                  <a:pt x="118497" y="128245"/>
                </a:lnTo>
                <a:cubicBezTo>
                  <a:pt x="118497" y="125565"/>
                  <a:pt x="119402" y="123316"/>
                  <a:pt x="121204" y="121515"/>
                </a:cubicBezTo>
                <a:cubicBezTo>
                  <a:pt x="123023" y="119713"/>
                  <a:pt x="125273" y="118817"/>
                  <a:pt x="127934" y="118817"/>
                </a:cubicBezTo>
                <a:lnTo>
                  <a:pt x="173507" y="118817"/>
                </a:lnTo>
                <a:cubicBezTo>
                  <a:pt x="176187" y="118817"/>
                  <a:pt x="178436" y="119713"/>
                  <a:pt x="180237" y="121515"/>
                </a:cubicBezTo>
                <a:cubicBezTo>
                  <a:pt x="182039" y="123316"/>
                  <a:pt x="182935" y="125565"/>
                  <a:pt x="182935" y="128245"/>
                </a:cubicBezTo>
                <a:lnTo>
                  <a:pt x="182935" y="173818"/>
                </a:lnTo>
                <a:cubicBezTo>
                  <a:pt x="182935" y="176507"/>
                  <a:pt x="182039" y="178747"/>
                  <a:pt x="180237" y="180548"/>
                </a:cubicBezTo>
                <a:cubicBezTo>
                  <a:pt x="178436" y="182350"/>
                  <a:pt x="176187" y="183255"/>
                  <a:pt x="173507" y="183255"/>
                </a:cubicBezTo>
                <a:lnTo>
                  <a:pt x="127934" y="183255"/>
                </a:lnTo>
                <a:cubicBezTo>
                  <a:pt x="125245" y="183255"/>
                  <a:pt x="123005" y="182350"/>
                  <a:pt x="121204" y="180548"/>
                </a:cubicBezTo>
                <a:cubicBezTo>
                  <a:pt x="119402" y="178729"/>
                  <a:pt x="118497" y="176479"/>
                  <a:pt x="118497" y="173818"/>
                </a:cubicBezTo>
                <a:close/>
                <a:moveTo>
                  <a:pt x="137361" y="164391"/>
                </a:moveTo>
                <a:lnTo>
                  <a:pt x="164080" y="164391"/>
                </a:lnTo>
                <a:lnTo>
                  <a:pt x="164080" y="137672"/>
                </a:lnTo>
                <a:lnTo>
                  <a:pt x="137361" y="137672"/>
                </a:lnTo>
                <a:lnTo>
                  <a:pt x="137361" y="164391"/>
                </a:lnTo>
                <a:close/>
                <a:moveTo>
                  <a:pt x="113157" y="254606"/>
                </a:moveTo>
                <a:lnTo>
                  <a:pt x="113157" y="238887"/>
                </a:lnTo>
                <a:lnTo>
                  <a:pt x="81729" y="238887"/>
                </a:lnTo>
                <a:cubicBezTo>
                  <a:pt x="76700" y="238887"/>
                  <a:pt x="72292" y="237003"/>
                  <a:pt x="68525" y="233227"/>
                </a:cubicBezTo>
                <a:cubicBezTo>
                  <a:pt x="64749" y="229460"/>
                  <a:pt x="62865" y="225061"/>
                  <a:pt x="62865" y="220032"/>
                </a:cubicBezTo>
                <a:lnTo>
                  <a:pt x="62865" y="188595"/>
                </a:lnTo>
                <a:lnTo>
                  <a:pt x="47146" y="188595"/>
                </a:lnTo>
                <a:cubicBezTo>
                  <a:pt x="44467" y="188595"/>
                  <a:pt x="42227" y="187681"/>
                  <a:pt x="40426" y="185861"/>
                </a:cubicBezTo>
                <a:cubicBezTo>
                  <a:pt x="38624" y="184041"/>
                  <a:pt x="37719" y="181783"/>
                  <a:pt x="37719" y="179104"/>
                </a:cubicBezTo>
                <a:cubicBezTo>
                  <a:pt x="37719" y="176424"/>
                  <a:pt x="38624" y="174184"/>
                  <a:pt x="40426" y="172410"/>
                </a:cubicBezTo>
                <a:cubicBezTo>
                  <a:pt x="42227" y="170627"/>
                  <a:pt x="44467" y="169740"/>
                  <a:pt x="47146" y="169740"/>
                </a:cubicBezTo>
                <a:lnTo>
                  <a:pt x="62865" y="169740"/>
                </a:lnTo>
                <a:lnTo>
                  <a:pt x="62865" y="130759"/>
                </a:lnTo>
                <a:lnTo>
                  <a:pt x="47146" y="130759"/>
                </a:lnTo>
                <a:cubicBezTo>
                  <a:pt x="44467" y="130759"/>
                  <a:pt x="42227" y="129845"/>
                  <a:pt x="40426" y="128025"/>
                </a:cubicBezTo>
                <a:cubicBezTo>
                  <a:pt x="38624" y="126205"/>
                  <a:pt x="37719" y="123947"/>
                  <a:pt x="37719" y="121268"/>
                </a:cubicBezTo>
                <a:cubicBezTo>
                  <a:pt x="37719" y="118589"/>
                  <a:pt x="38624" y="116348"/>
                  <a:pt x="40426" y="114574"/>
                </a:cubicBezTo>
                <a:cubicBezTo>
                  <a:pt x="42227" y="112791"/>
                  <a:pt x="44467" y="111904"/>
                  <a:pt x="47146" y="111904"/>
                </a:cubicBezTo>
                <a:lnTo>
                  <a:pt x="62865" y="111904"/>
                </a:lnTo>
                <a:lnTo>
                  <a:pt x="62865" y="80467"/>
                </a:lnTo>
                <a:cubicBezTo>
                  <a:pt x="62865" y="75438"/>
                  <a:pt x="64749" y="71040"/>
                  <a:pt x="68525" y="67263"/>
                </a:cubicBezTo>
                <a:cubicBezTo>
                  <a:pt x="72292" y="63496"/>
                  <a:pt x="76700" y="61612"/>
                  <a:pt x="81729" y="61612"/>
                </a:cubicBezTo>
                <a:lnTo>
                  <a:pt x="113157" y="61612"/>
                </a:lnTo>
                <a:lnTo>
                  <a:pt x="113157" y="47146"/>
                </a:lnTo>
                <a:cubicBezTo>
                  <a:pt x="113157" y="44467"/>
                  <a:pt x="114071" y="42227"/>
                  <a:pt x="115891" y="40426"/>
                </a:cubicBezTo>
                <a:cubicBezTo>
                  <a:pt x="117711" y="38624"/>
                  <a:pt x="119969" y="37719"/>
                  <a:pt x="122648" y="37719"/>
                </a:cubicBezTo>
                <a:cubicBezTo>
                  <a:pt x="125328" y="37719"/>
                  <a:pt x="127568" y="38624"/>
                  <a:pt x="129342" y="40426"/>
                </a:cubicBezTo>
                <a:cubicBezTo>
                  <a:pt x="131125" y="42227"/>
                  <a:pt x="132021" y="44467"/>
                  <a:pt x="132021" y="47146"/>
                </a:cubicBezTo>
                <a:lnTo>
                  <a:pt x="132021" y="61612"/>
                </a:lnTo>
                <a:lnTo>
                  <a:pt x="170993" y="61612"/>
                </a:lnTo>
                <a:lnTo>
                  <a:pt x="170993" y="47146"/>
                </a:lnTo>
                <a:cubicBezTo>
                  <a:pt x="170993" y="44467"/>
                  <a:pt x="171907" y="42227"/>
                  <a:pt x="173727" y="40426"/>
                </a:cubicBezTo>
                <a:cubicBezTo>
                  <a:pt x="175547" y="38624"/>
                  <a:pt x="177805" y="37719"/>
                  <a:pt x="180484" y="37719"/>
                </a:cubicBezTo>
                <a:cubicBezTo>
                  <a:pt x="183163" y="37719"/>
                  <a:pt x="185404" y="38624"/>
                  <a:pt x="187178" y="40426"/>
                </a:cubicBezTo>
                <a:cubicBezTo>
                  <a:pt x="188961" y="42227"/>
                  <a:pt x="189857" y="44467"/>
                  <a:pt x="189857" y="47146"/>
                </a:cubicBezTo>
                <a:lnTo>
                  <a:pt x="189857" y="61612"/>
                </a:lnTo>
                <a:lnTo>
                  <a:pt x="221285" y="61612"/>
                </a:lnTo>
                <a:cubicBezTo>
                  <a:pt x="226314" y="61612"/>
                  <a:pt x="230712" y="63496"/>
                  <a:pt x="234489" y="67263"/>
                </a:cubicBezTo>
                <a:cubicBezTo>
                  <a:pt x="238256" y="71040"/>
                  <a:pt x="240149" y="75438"/>
                  <a:pt x="240149" y="80467"/>
                </a:cubicBezTo>
                <a:lnTo>
                  <a:pt x="240149" y="111904"/>
                </a:lnTo>
                <a:lnTo>
                  <a:pt x="254606" y="111904"/>
                </a:lnTo>
                <a:cubicBezTo>
                  <a:pt x="257285" y="111904"/>
                  <a:pt x="259525" y="112810"/>
                  <a:pt x="261326" y="114638"/>
                </a:cubicBezTo>
                <a:cubicBezTo>
                  <a:pt x="263128" y="116458"/>
                  <a:pt x="264033" y="118707"/>
                  <a:pt x="264033" y="121396"/>
                </a:cubicBezTo>
                <a:cubicBezTo>
                  <a:pt x="264033" y="124075"/>
                  <a:pt x="263128" y="126306"/>
                  <a:pt x="261326" y="128089"/>
                </a:cubicBezTo>
                <a:cubicBezTo>
                  <a:pt x="259525" y="129872"/>
                  <a:pt x="257285" y="130759"/>
                  <a:pt x="254606" y="130759"/>
                </a:cubicBezTo>
                <a:lnTo>
                  <a:pt x="240149" y="130759"/>
                </a:lnTo>
                <a:lnTo>
                  <a:pt x="240149" y="169740"/>
                </a:lnTo>
                <a:lnTo>
                  <a:pt x="254606" y="169740"/>
                </a:lnTo>
                <a:cubicBezTo>
                  <a:pt x="257285" y="169740"/>
                  <a:pt x="259525" y="170645"/>
                  <a:pt x="261326" y="172474"/>
                </a:cubicBezTo>
                <a:cubicBezTo>
                  <a:pt x="263128" y="174294"/>
                  <a:pt x="264033" y="176543"/>
                  <a:pt x="264033" y="179232"/>
                </a:cubicBezTo>
                <a:cubicBezTo>
                  <a:pt x="264033" y="181911"/>
                  <a:pt x="263128" y="184142"/>
                  <a:pt x="261326" y="185925"/>
                </a:cubicBezTo>
                <a:cubicBezTo>
                  <a:pt x="259525" y="187708"/>
                  <a:pt x="257285" y="188595"/>
                  <a:pt x="254606" y="188595"/>
                </a:cubicBezTo>
                <a:lnTo>
                  <a:pt x="240149" y="188595"/>
                </a:lnTo>
                <a:lnTo>
                  <a:pt x="240149" y="220032"/>
                </a:lnTo>
                <a:cubicBezTo>
                  <a:pt x="240149" y="225061"/>
                  <a:pt x="238256" y="229460"/>
                  <a:pt x="234489" y="233227"/>
                </a:cubicBezTo>
                <a:cubicBezTo>
                  <a:pt x="230712" y="237003"/>
                  <a:pt x="226314" y="238887"/>
                  <a:pt x="221285" y="238887"/>
                </a:cubicBezTo>
                <a:lnTo>
                  <a:pt x="189857" y="238887"/>
                </a:lnTo>
                <a:lnTo>
                  <a:pt x="189857" y="254606"/>
                </a:lnTo>
                <a:cubicBezTo>
                  <a:pt x="189857" y="257285"/>
                  <a:pt x="188942" y="259525"/>
                  <a:pt x="187114" y="261326"/>
                </a:cubicBezTo>
                <a:cubicBezTo>
                  <a:pt x="185294" y="263128"/>
                  <a:pt x="183045" y="264033"/>
                  <a:pt x="180356" y="264033"/>
                </a:cubicBezTo>
                <a:cubicBezTo>
                  <a:pt x="177677" y="264033"/>
                  <a:pt x="175446" y="263128"/>
                  <a:pt x="173663" y="261326"/>
                </a:cubicBezTo>
                <a:cubicBezTo>
                  <a:pt x="171880" y="259525"/>
                  <a:pt x="170993" y="257285"/>
                  <a:pt x="170993" y="254606"/>
                </a:cubicBezTo>
                <a:lnTo>
                  <a:pt x="170993" y="238887"/>
                </a:lnTo>
                <a:lnTo>
                  <a:pt x="132021" y="238887"/>
                </a:lnTo>
                <a:lnTo>
                  <a:pt x="132021" y="254606"/>
                </a:lnTo>
                <a:cubicBezTo>
                  <a:pt x="132021" y="257285"/>
                  <a:pt x="131107" y="259525"/>
                  <a:pt x="129278" y="261326"/>
                </a:cubicBezTo>
                <a:cubicBezTo>
                  <a:pt x="127458" y="263128"/>
                  <a:pt x="125209" y="264033"/>
                  <a:pt x="122520" y="264033"/>
                </a:cubicBezTo>
                <a:cubicBezTo>
                  <a:pt x="119841" y="264033"/>
                  <a:pt x="117610" y="263128"/>
                  <a:pt x="115827" y="261326"/>
                </a:cubicBezTo>
                <a:cubicBezTo>
                  <a:pt x="114044" y="259525"/>
                  <a:pt x="113157" y="257285"/>
                  <a:pt x="113157" y="254606"/>
                </a:cubicBezTo>
                <a:close/>
                <a:moveTo>
                  <a:pt x="221285" y="220032"/>
                </a:moveTo>
                <a:lnTo>
                  <a:pt x="221285" y="80467"/>
                </a:lnTo>
                <a:lnTo>
                  <a:pt x="81729" y="80467"/>
                </a:lnTo>
                <a:lnTo>
                  <a:pt x="81729" y="220032"/>
                </a:lnTo>
                <a:lnTo>
                  <a:pt x="221285" y="220032"/>
                </a:ln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圖說"/>
          <p:cNvSpPr/>
          <p:nvPr/>
        </p:nvSpPr>
        <p:spPr>
          <a:xfrm>
            <a:off x="7741722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750" dirty="0"/>
          </a:p>
        </p:txBody>
      </p:sp>
      <p:sp>
        <p:nvSpPr>
          <p:cNvPr id="33" name="圖示 電路板"/>
          <p:cNvSpPr/>
          <p:nvPr/>
        </p:nvSpPr>
        <p:spPr>
          <a:xfrm>
            <a:off x="8441215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7146" y="264033"/>
                </a:moveTo>
                <a:cubicBezTo>
                  <a:pt x="42117" y="264033"/>
                  <a:pt x="37719" y="262149"/>
                  <a:pt x="33952" y="258373"/>
                </a:cubicBezTo>
                <a:cubicBezTo>
                  <a:pt x="30175" y="254606"/>
                  <a:pt x="28292" y="250207"/>
                  <a:pt x="28292" y="245178"/>
                </a:cubicBezTo>
                <a:lnTo>
                  <a:pt x="28292" y="56583"/>
                </a:lnTo>
                <a:cubicBezTo>
                  <a:pt x="28292" y="51554"/>
                  <a:pt x="30175" y="47146"/>
                  <a:pt x="33952" y="43379"/>
                </a:cubicBezTo>
                <a:cubicBezTo>
                  <a:pt x="37719" y="39603"/>
                  <a:pt x="42117" y="37719"/>
                  <a:pt x="47146" y="37719"/>
                </a:cubicBezTo>
                <a:lnTo>
                  <a:pt x="235741" y="37719"/>
                </a:lnTo>
                <a:cubicBezTo>
                  <a:pt x="240771" y="37719"/>
                  <a:pt x="245178" y="39603"/>
                  <a:pt x="248945" y="43379"/>
                </a:cubicBezTo>
                <a:cubicBezTo>
                  <a:pt x="252722" y="47146"/>
                  <a:pt x="254606" y="51554"/>
                  <a:pt x="254606" y="56583"/>
                </a:cubicBezTo>
                <a:lnTo>
                  <a:pt x="254606" y="75465"/>
                </a:lnTo>
                <a:lnTo>
                  <a:pt x="264033" y="75465"/>
                </a:lnTo>
                <a:cubicBezTo>
                  <a:pt x="266712" y="75465"/>
                  <a:pt x="268962" y="76371"/>
                  <a:pt x="270763" y="78172"/>
                </a:cubicBezTo>
                <a:cubicBezTo>
                  <a:pt x="272564" y="79992"/>
                  <a:pt x="273460" y="82241"/>
                  <a:pt x="273460" y="84902"/>
                </a:cubicBezTo>
                <a:cubicBezTo>
                  <a:pt x="273460" y="87563"/>
                  <a:pt x="272564" y="89794"/>
                  <a:pt x="270763" y="91595"/>
                </a:cubicBezTo>
                <a:cubicBezTo>
                  <a:pt x="268962" y="93397"/>
                  <a:pt x="266712" y="94302"/>
                  <a:pt x="264033" y="94302"/>
                </a:cubicBezTo>
                <a:lnTo>
                  <a:pt x="254606" y="94302"/>
                </a:lnTo>
                <a:lnTo>
                  <a:pt x="254606" y="141449"/>
                </a:lnTo>
                <a:lnTo>
                  <a:pt x="264097" y="141449"/>
                </a:lnTo>
                <a:cubicBezTo>
                  <a:pt x="266776" y="141449"/>
                  <a:pt x="269007" y="142354"/>
                  <a:pt x="270790" y="144183"/>
                </a:cubicBezTo>
                <a:cubicBezTo>
                  <a:pt x="272573" y="146002"/>
                  <a:pt x="273460" y="148261"/>
                  <a:pt x="273460" y="150940"/>
                </a:cubicBezTo>
                <a:cubicBezTo>
                  <a:pt x="273460" y="153619"/>
                  <a:pt x="272564" y="155850"/>
                  <a:pt x="270763" y="157633"/>
                </a:cubicBezTo>
                <a:cubicBezTo>
                  <a:pt x="268962" y="159416"/>
                  <a:pt x="266712" y="160303"/>
                  <a:pt x="264033" y="160303"/>
                </a:cubicBezTo>
                <a:lnTo>
                  <a:pt x="254606" y="160303"/>
                </a:lnTo>
                <a:lnTo>
                  <a:pt x="254606" y="207459"/>
                </a:lnTo>
                <a:lnTo>
                  <a:pt x="264097" y="207459"/>
                </a:lnTo>
                <a:cubicBezTo>
                  <a:pt x="266776" y="207459"/>
                  <a:pt x="269007" y="208364"/>
                  <a:pt x="270790" y="210193"/>
                </a:cubicBezTo>
                <a:cubicBezTo>
                  <a:pt x="272573" y="212013"/>
                  <a:pt x="273460" y="214262"/>
                  <a:pt x="273460" y="216951"/>
                </a:cubicBezTo>
                <a:cubicBezTo>
                  <a:pt x="273460" y="219630"/>
                  <a:pt x="272564" y="221870"/>
                  <a:pt x="270763" y="223671"/>
                </a:cubicBezTo>
                <a:cubicBezTo>
                  <a:pt x="268962" y="225473"/>
                  <a:pt x="266712" y="226378"/>
                  <a:pt x="264033" y="226378"/>
                </a:cubicBezTo>
                <a:lnTo>
                  <a:pt x="254606" y="226378"/>
                </a:lnTo>
                <a:lnTo>
                  <a:pt x="254606" y="245178"/>
                </a:lnTo>
                <a:cubicBezTo>
                  <a:pt x="254606" y="250207"/>
                  <a:pt x="252722" y="254606"/>
                  <a:pt x="248945" y="258373"/>
                </a:cubicBezTo>
                <a:cubicBezTo>
                  <a:pt x="245178" y="262149"/>
                  <a:pt x="240771" y="264033"/>
                  <a:pt x="235741" y="264033"/>
                </a:cubicBezTo>
                <a:lnTo>
                  <a:pt x="47146" y="264033"/>
                </a:lnTo>
                <a:close/>
                <a:moveTo>
                  <a:pt x="47146" y="245178"/>
                </a:moveTo>
                <a:lnTo>
                  <a:pt x="235741" y="245178"/>
                </a:lnTo>
                <a:lnTo>
                  <a:pt x="235741" y="56583"/>
                </a:lnTo>
                <a:lnTo>
                  <a:pt x="47146" y="56583"/>
                </a:lnTo>
                <a:lnTo>
                  <a:pt x="47146" y="245178"/>
                </a:lnTo>
                <a:close/>
                <a:moveTo>
                  <a:pt x="75438" y="226314"/>
                </a:moveTo>
                <a:lnTo>
                  <a:pt x="136099" y="226314"/>
                </a:lnTo>
                <a:cubicBezTo>
                  <a:pt x="138788" y="226314"/>
                  <a:pt x="141028" y="225409"/>
                  <a:pt x="142829" y="223607"/>
                </a:cubicBezTo>
                <a:cubicBezTo>
                  <a:pt x="144631" y="221788"/>
                  <a:pt x="145536" y="219547"/>
                  <a:pt x="145536" y="216887"/>
                </a:cubicBezTo>
                <a:lnTo>
                  <a:pt x="145536" y="172876"/>
                </a:lnTo>
                <a:cubicBezTo>
                  <a:pt x="145536" y="170197"/>
                  <a:pt x="144631" y="167957"/>
                  <a:pt x="142829" y="166156"/>
                </a:cubicBezTo>
                <a:cubicBezTo>
                  <a:pt x="141028" y="164354"/>
                  <a:pt x="138788" y="163449"/>
                  <a:pt x="136099" y="163449"/>
                </a:cubicBezTo>
                <a:lnTo>
                  <a:pt x="75438" y="163449"/>
                </a:lnTo>
                <a:cubicBezTo>
                  <a:pt x="72759" y="163449"/>
                  <a:pt x="70509" y="164354"/>
                  <a:pt x="68708" y="166156"/>
                </a:cubicBezTo>
                <a:cubicBezTo>
                  <a:pt x="66907" y="167957"/>
                  <a:pt x="66011" y="170197"/>
                  <a:pt x="66011" y="172876"/>
                </a:cubicBezTo>
                <a:lnTo>
                  <a:pt x="66011" y="216887"/>
                </a:lnTo>
                <a:cubicBezTo>
                  <a:pt x="66011" y="219566"/>
                  <a:pt x="66907" y="221806"/>
                  <a:pt x="68708" y="223607"/>
                </a:cubicBezTo>
                <a:cubicBezTo>
                  <a:pt x="70537" y="225409"/>
                  <a:pt x="72777" y="226314"/>
                  <a:pt x="75438" y="226314"/>
                </a:cubicBezTo>
                <a:close/>
                <a:moveTo>
                  <a:pt x="164391" y="120701"/>
                </a:moveTo>
                <a:lnTo>
                  <a:pt x="207459" y="120701"/>
                </a:lnTo>
                <a:cubicBezTo>
                  <a:pt x="210138" y="120701"/>
                  <a:pt x="212379" y="119796"/>
                  <a:pt x="214180" y="117994"/>
                </a:cubicBezTo>
                <a:cubicBezTo>
                  <a:pt x="215981" y="116175"/>
                  <a:pt x="216887" y="113934"/>
                  <a:pt x="216887" y="111273"/>
                </a:cubicBezTo>
                <a:lnTo>
                  <a:pt x="216887" y="84865"/>
                </a:lnTo>
                <a:cubicBezTo>
                  <a:pt x="216887" y="82186"/>
                  <a:pt x="215981" y="79946"/>
                  <a:pt x="214180" y="78145"/>
                </a:cubicBezTo>
                <a:cubicBezTo>
                  <a:pt x="212379" y="76343"/>
                  <a:pt x="210138" y="75438"/>
                  <a:pt x="207459" y="75438"/>
                </a:cubicBezTo>
                <a:lnTo>
                  <a:pt x="164391" y="75438"/>
                </a:lnTo>
                <a:cubicBezTo>
                  <a:pt x="161712" y="75438"/>
                  <a:pt x="159471" y="76343"/>
                  <a:pt x="157670" y="78145"/>
                </a:cubicBezTo>
                <a:cubicBezTo>
                  <a:pt x="155859" y="79946"/>
                  <a:pt x="154963" y="82186"/>
                  <a:pt x="154963" y="84865"/>
                </a:cubicBezTo>
                <a:lnTo>
                  <a:pt x="154963" y="111273"/>
                </a:lnTo>
                <a:cubicBezTo>
                  <a:pt x="154963" y="113953"/>
                  <a:pt x="155859" y="116193"/>
                  <a:pt x="157670" y="117994"/>
                </a:cubicBezTo>
                <a:cubicBezTo>
                  <a:pt x="159490" y="119796"/>
                  <a:pt x="161730" y="120701"/>
                  <a:pt x="164391" y="120701"/>
                </a:cubicBezTo>
                <a:close/>
                <a:moveTo>
                  <a:pt x="75438" y="154022"/>
                </a:moveTo>
                <a:lnTo>
                  <a:pt x="136099" y="154022"/>
                </a:lnTo>
                <a:cubicBezTo>
                  <a:pt x="138788" y="154022"/>
                  <a:pt x="141028" y="153116"/>
                  <a:pt x="142829" y="151315"/>
                </a:cubicBezTo>
                <a:cubicBezTo>
                  <a:pt x="144631" y="149495"/>
                  <a:pt x="145536" y="147255"/>
                  <a:pt x="145536" y="144594"/>
                </a:cubicBezTo>
                <a:lnTo>
                  <a:pt x="145536" y="84865"/>
                </a:lnTo>
                <a:cubicBezTo>
                  <a:pt x="145536" y="82186"/>
                  <a:pt x="144631" y="79946"/>
                  <a:pt x="142829" y="78145"/>
                </a:cubicBezTo>
                <a:cubicBezTo>
                  <a:pt x="141028" y="76343"/>
                  <a:pt x="138788" y="75438"/>
                  <a:pt x="136099" y="75438"/>
                </a:cubicBezTo>
                <a:lnTo>
                  <a:pt x="75438" y="75438"/>
                </a:lnTo>
                <a:cubicBezTo>
                  <a:pt x="72759" y="75438"/>
                  <a:pt x="70509" y="76343"/>
                  <a:pt x="68708" y="78145"/>
                </a:cubicBezTo>
                <a:cubicBezTo>
                  <a:pt x="66907" y="79946"/>
                  <a:pt x="66011" y="82186"/>
                  <a:pt x="66011" y="84865"/>
                </a:cubicBezTo>
                <a:lnTo>
                  <a:pt x="66011" y="144594"/>
                </a:lnTo>
                <a:cubicBezTo>
                  <a:pt x="66011" y="147273"/>
                  <a:pt x="66907" y="149514"/>
                  <a:pt x="68708" y="151315"/>
                </a:cubicBezTo>
                <a:cubicBezTo>
                  <a:pt x="70537" y="153116"/>
                  <a:pt x="72777" y="154022"/>
                  <a:pt x="75438" y="154022"/>
                </a:cubicBezTo>
                <a:close/>
                <a:moveTo>
                  <a:pt x="164391" y="226314"/>
                </a:moveTo>
                <a:lnTo>
                  <a:pt x="207459" y="226314"/>
                </a:lnTo>
                <a:cubicBezTo>
                  <a:pt x="210138" y="226314"/>
                  <a:pt x="212379" y="225409"/>
                  <a:pt x="214180" y="223607"/>
                </a:cubicBezTo>
                <a:cubicBezTo>
                  <a:pt x="215981" y="221788"/>
                  <a:pt x="216887" y="219547"/>
                  <a:pt x="216887" y="216887"/>
                </a:cubicBezTo>
                <a:lnTo>
                  <a:pt x="216887" y="139565"/>
                </a:lnTo>
                <a:cubicBezTo>
                  <a:pt x="216887" y="136877"/>
                  <a:pt x="215981" y="134636"/>
                  <a:pt x="214180" y="132835"/>
                </a:cubicBezTo>
                <a:cubicBezTo>
                  <a:pt x="212379" y="131034"/>
                  <a:pt x="210138" y="130128"/>
                  <a:pt x="207459" y="130128"/>
                </a:cubicBezTo>
                <a:lnTo>
                  <a:pt x="164391" y="130128"/>
                </a:lnTo>
                <a:cubicBezTo>
                  <a:pt x="161712" y="130128"/>
                  <a:pt x="159471" y="131034"/>
                  <a:pt x="157670" y="132835"/>
                </a:cubicBezTo>
                <a:cubicBezTo>
                  <a:pt x="155859" y="134636"/>
                  <a:pt x="154963" y="136877"/>
                  <a:pt x="154963" y="139565"/>
                </a:cubicBezTo>
                <a:lnTo>
                  <a:pt x="154963" y="216887"/>
                </a:lnTo>
                <a:cubicBezTo>
                  <a:pt x="154963" y="219566"/>
                  <a:pt x="155859" y="221806"/>
                  <a:pt x="157670" y="223607"/>
                </a:cubicBezTo>
                <a:cubicBezTo>
                  <a:pt x="159490" y="225409"/>
                  <a:pt x="161730" y="226314"/>
                  <a:pt x="164391" y="226314"/>
                </a:cubicBezTo>
                <a:close/>
                <a:moveTo>
                  <a:pt x="47146" y="56583"/>
                </a:moveTo>
                <a:lnTo>
                  <a:pt x="47146" y="245178"/>
                </a:lnTo>
                <a:lnTo>
                  <a:pt x="47146" y="5658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圖說"/>
          <p:cNvSpPr/>
          <p:nvPr/>
        </p:nvSpPr>
        <p:spPr>
          <a:xfrm>
            <a:off x="8296443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750" dirty="0"/>
          </a:p>
        </p:txBody>
      </p:sp>
      <p:sp>
        <p:nvSpPr>
          <p:cNvPr id="35" name="圖示 檢測"/>
          <p:cNvSpPr/>
          <p:nvPr/>
        </p:nvSpPr>
        <p:spPr>
          <a:xfrm>
            <a:off x="8995936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3760" y="163824"/>
                </a:moveTo>
                <a:cubicBezTo>
                  <a:pt x="169841" y="157771"/>
                  <a:pt x="172876" y="150327"/>
                  <a:pt x="172876" y="141513"/>
                </a:cubicBezTo>
                <a:cubicBezTo>
                  <a:pt x="172876" y="132670"/>
                  <a:pt x="169859" y="125209"/>
                  <a:pt x="163824" y="119128"/>
                </a:cubicBezTo>
                <a:cubicBezTo>
                  <a:pt x="157771" y="113056"/>
                  <a:pt x="150327" y="110011"/>
                  <a:pt x="141513" y="110011"/>
                </a:cubicBezTo>
                <a:cubicBezTo>
                  <a:pt x="132670" y="110011"/>
                  <a:pt x="125209" y="113029"/>
                  <a:pt x="119128" y="119064"/>
                </a:cubicBezTo>
                <a:cubicBezTo>
                  <a:pt x="113056" y="125126"/>
                  <a:pt x="110011" y="132561"/>
                  <a:pt x="110011" y="141385"/>
                </a:cubicBezTo>
                <a:cubicBezTo>
                  <a:pt x="110011" y="150227"/>
                  <a:pt x="113029" y="157688"/>
                  <a:pt x="119064" y="163760"/>
                </a:cubicBezTo>
                <a:cubicBezTo>
                  <a:pt x="125126" y="169841"/>
                  <a:pt x="132561" y="172876"/>
                  <a:pt x="141385" y="172876"/>
                </a:cubicBezTo>
                <a:cubicBezTo>
                  <a:pt x="150227" y="172876"/>
                  <a:pt x="157688" y="169859"/>
                  <a:pt x="163760" y="163824"/>
                </a:cubicBezTo>
                <a:close/>
                <a:moveTo>
                  <a:pt x="141604" y="191741"/>
                </a:moveTo>
                <a:cubicBezTo>
                  <a:pt x="127669" y="191741"/>
                  <a:pt x="115772" y="186812"/>
                  <a:pt x="105924" y="176964"/>
                </a:cubicBezTo>
                <a:cubicBezTo>
                  <a:pt x="96076" y="167116"/>
                  <a:pt x="91157" y="155274"/>
                  <a:pt x="91157" y="141449"/>
                </a:cubicBezTo>
                <a:cubicBezTo>
                  <a:pt x="91157" y="127614"/>
                  <a:pt x="96076" y="115772"/>
                  <a:pt x="105924" y="105924"/>
                </a:cubicBezTo>
                <a:cubicBezTo>
                  <a:pt x="115772" y="96076"/>
                  <a:pt x="127614" y="91157"/>
                  <a:pt x="141449" y="91157"/>
                </a:cubicBezTo>
                <a:cubicBezTo>
                  <a:pt x="155274" y="91157"/>
                  <a:pt x="167116" y="96076"/>
                  <a:pt x="176964" y="105924"/>
                </a:cubicBezTo>
                <a:cubicBezTo>
                  <a:pt x="186812" y="115772"/>
                  <a:pt x="191741" y="127669"/>
                  <a:pt x="191741" y="141604"/>
                </a:cubicBezTo>
                <a:cubicBezTo>
                  <a:pt x="191741" y="146112"/>
                  <a:pt x="190954" y="150721"/>
                  <a:pt x="189381" y="155430"/>
                </a:cubicBezTo>
                <a:cubicBezTo>
                  <a:pt x="187809" y="160148"/>
                  <a:pt x="185559" y="164811"/>
                  <a:pt x="182624" y="169420"/>
                </a:cubicBezTo>
                <a:lnTo>
                  <a:pt x="209023" y="195828"/>
                </a:lnTo>
                <a:cubicBezTo>
                  <a:pt x="210916" y="197712"/>
                  <a:pt x="211802" y="199915"/>
                  <a:pt x="211702" y="202430"/>
                </a:cubicBezTo>
                <a:cubicBezTo>
                  <a:pt x="211592" y="204944"/>
                  <a:pt x="210595" y="207185"/>
                  <a:pt x="208712" y="209151"/>
                </a:cubicBezTo>
                <a:cubicBezTo>
                  <a:pt x="206828" y="210952"/>
                  <a:pt x="204624" y="211857"/>
                  <a:pt x="202110" y="211857"/>
                </a:cubicBezTo>
                <a:cubicBezTo>
                  <a:pt x="199595" y="211857"/>
                  <a:pt x="197401" y="210916"/>
                  <a:pt x="195508" y="209023"/>
                </a:cubicBezTo>
                <a:lnTo>
                  <a:pt x="169420" y="182935"/>
                </a:lnTo>
                <a:cubicBezTo>
                  <a:pt x="164811" y="185870"/>
                  <a:pt x="160148" y="188074"/>
                  <a:pt x="155430" y="189537"/>
                </a:cubicBezTo>
                <a:cubicBezTo>
                  <a:pt x="150721" y="191009"/>
                  <a:pt x="146112" y="191741"/>
                  <a:pt x="141604" y="191741"/>
                </a:cubicBezTo>
                <a:close/>
                <a:moveTo>
                  <a:pt x="56583" y="264033"/>
                </a:moveTo>
                <a:cubicBezTo>
                  <a:pt x="51554" y="264033"/>
                  <a:pt x="47146" y="262149"/>
                  <a:pt x="43379" y="258373"/>
                </a:cubicBezTo>
                <a:cubicBezTo>
                  <a:pt x="39603" y="254606"/>
                  <a:pt x="37719" y="250207"/>
                  <a:pt x="37719" y="245178"/>
                </a:cubicBezTo>
                <a:lnTo>
                  <a:pt x="37719" y="200537"/>
                </a:lnTo>
                <a:cubicBezTo>
                  <a:pt x="37719" y="197858"/>
                  <a:pt x="38633" y="195618"/>
                  <a:pt x="40453" y="193816"/>
                </a:cubicBezTo>
                <a:cubicBezTo>
                  <a:pt x="42273" y="192015"/>
                  <a:pt x="44531" y="191110"/>
                  <a:pt x="47210" y="191110"/>
                </a:cubicBezTo>
                <a:cubicBezTo>
                  <a:pt x="49890" y="191110"/>
                  <a:pt x="52130" y="192015"/>
                  <a:pt x="53904" y="193816"/>
                </a:cubicBezTo>
                <a:cubicBezTo>
                  <a:pt x="55687" y="195618"/>
                  <a:pt x="56583" y="197858"/>
                  <a:pt x="56583" y="200537"/>
                </a:cubicBezTo>
                <a:lnTo>
                  <a:pt x="56583" y="245178"/>
                </a:lnTo>
                <a:lnTo>
                  <a:pt x="101215" y="245178"/>
                </a:lnTo>
                <a:cubicBezTo>
                  <a:pt x="103894" y="245178"/>
                  <a:pt x="106134" y="246083"/>
                  <a:pt x="107936" y="247912"/>
                </a:cubicBezTo>
                <a:cubicBezTo>
                  <a:pt x="109737" y="249732"/>
                  <a:pt x="110642" y="251981"/>
                  <a:pt x="110642" y="254670"/>
                </a:cubicBezTo>
                <a:cubicBezTo>
                  <a:pt x="110642" y="257349"/>
                  <a:pt x="109737" y="259580"/>
                  <a:pt x="107936" y="261363"/>
                </a:cubicBezTo>
                <a:cubicBezTo>
                  <a:pt x="106134" y="263146"/>
                  <a:pt x="103894" y="264033"/>
                  <a:pt x="101215" y="264033"/>
                </a:cubicBezTo>
                <a:lnTo>
                  <a:pt x="56583" y="264033"/>
                </a:lnTo>
                <a:close/>
                <a:moveTo>
                  <a:pt x="245178" y="264033"/>
                </a:moveTo>
                <a:lnTo>
                  <a:pt x="200537" y="264033"/>
                </a:lnTo>
                <a:cubicBezTo>
                  <a:pt x="197858" y="264033"/>
                  <a:pt x="195618" y="263119"/>
                  <a:pt x="193816" y="261299"/>
                </a:cubicBezTo>
                <a:cubicBezTo>
                  <a:pt x="192015" y="259479"/>
                  <a:pt x="191110" y="257221"/>
                  <a:pt x="191110" y="254542"/>
                </a:cubicBezTo>
                <a:cubicBezTo>
                  <a:pt x="191110" y="251862"/>
                  <a:pt x="192015" y="249622"/>
                  <a:pt x="193816" y="247848"/>
                </a:cubicBezTo>
                <a:cubicBezTo>
                  <a:pt x="195618" y="246065"/>
                  <a:pt x="197858" y="245178"/>
                  <a:pt x="200537" y="245178"/>
                </a:cubicBezTo>
                <a:lnTo>
                  <a:pt x="245178" y="245178"/>
                </a:lnTo>
                <a:lnTo>
                  <a:pt x="245178" y="200537"/>
                </a:lnTo>
                <a:cubicBezTo>
                  <a:pt x="245178" y="197858"/>
                  <a:pt x="246083" y="195618"/>
                  <a:pt x="247912" y="193816"/>
                </a:cubicBezTo>
                <a:cubicBezTo>
                  <a:pt x="249732" y="192015"/>
                  <a:pt x="251981" y="191110"/>
                  <a:pt x="254670" y="191110"/>
                </a:cubicBezTo>
                <a:cubicBezTo>
                  <a:pt x="257349" y="191110"/>
                  <a:pt x="259580" y="192015"/>
                  <a:pt x="261363" y="193816"/>
                </a:cubicBezTo>
                <a:cubicBezTo>
                  <a:pt x="263146" y="195618"/>
                  <a:pt x="264033" y="197858"/>
                  <a:pt x="264033" y="200537"/>
                </a:cubicBezTo>
                <a:lnTo>
                  <a:pt x="264033" y="245178"/>
                </a:lnTo>
                <a:cubicBezTo>
                  <a:pt x="264033" y="250207"/>
                  <a:pt x="262149" y="254606"/>
                  <a:pt x="258373" y="258373"/>
                </a:cubicBezTo>
                <a:cubicBezTo>
                  <a:pt x="254606" y="262149"/>
                  <a:pt x="250207" y="264033"/>
                  <a:pt x="245178" y="264033"/>
                </a:cubicBezTo>
                <a:close/>
                <a:moveTo>
                  <a:pt x="37719" y="101215"/>
                </a:moveTo>
                <a:lnTo>
                  <a:pt x="37719" y="56583"/>
                </a:lnTo>
                <a:cubicBezTo>
                  <a:pt x="37719" y="51554"/>
                  <a:pt x="39603" y="47146"/>
                  <a:pt x="43379" y="43379"/>
                </a:cubicBezTo>
                <a:cubicBezTo>
                  <a:pt x="47146" y="39603"/>
                  <a:pt x="51554" y="37719"/>
                  <a:pt x="56583" y="37719"/>
                </a:cubicBezTo>
                <a:lnTo>
                  <a:pt x="101215" y="37719"/>
                </a:lnTo>
                <a:cubicBezTo>
                  <a:pt x="103894" y="37719"/>
                  <a:pt x="106134" y="38633"/>
                  <a:pt x="107936" y="40453"/>
                </a:cubicBezTo>
                <a:cubicBezTo>
                  <a:pt x="109737" y="42273"/>
                  <a:pt x="110642" y="44531"/>
                  <a:pt x="110642" y="47210"/>
                </a:cubicBezTo>
                <a:cubicBezTo>
                  <a:pt x="110642" y="49890"/>
                  <a:pt x="109737" y="52130"/>
                  <a:pt x="107936" y="53904"/>
                </a:cubicBezTo>
                <a:cubicBezTo>
                  <a:pt x="106134" y="55687"/>
                  <a:pt x="103894" y="56583"/>
                  <a:pt x="101215" y="56583"/>
                </a:cubicBezTo>
                <a:lnTo>
                  <a:pt x="56583" y="56583"/>
                </a:lnTo>
                <a:lnTo>
                  <a:pt x="56583" y="101215"/>
                </a:lnTo>
                <a:cubicBezTo>
                  <a:pt x="56583" y="103894"/>
                  <a:pt x="55669" y="106134"/>
                  <a:pt x="53840" y="107936"/>
                </a:cubicBezTo>
                <a:cubicBezTo>
                  <a:pt x="52020" y="109737"/>
                  <a:pt x="49771" y="110642"/>
                  <a:pt x="47082" y="110642"/>
                </a:cubicBezTo>
                <a:cubicBezTo>
                  <a:pt x="44403" y="110642"/>
                  <a:pt x="42172" y="109737"/>
                  <a:pt x="40389" y="107936"/>
                </a:cubicBezTo>
                <a:cubicBezTo>
                  <a:pt x="38606" y="106134"/>
                  <a:pt x="37719" y="103894"/>
                  <a:pt x="37719" y="101215"/>
                </a:cubicBezTo>
                <a:close/>
                <a:moveTo>
                  <a:pt x="245178" y="101215"/>
                </a:moveTo>
                <a:lnTo>
                  <a:pt x="245178" y="56583"/>
                </a:lnTo>
                <a:lnTo>
                  <a:pt x="200537" y="56583"/>
                </a:lnTo>
                <a:cubicBezTo>
                  <a:pt x="197858" y="56583"/>
                  <a:pt x="195618" y="55669"/>
                  <a:pt x="193816" y="53840"/>
                </a:cubicBezTo>
                <a:cubicBezTo>
                  <a:pt x="192015" y="52020"/>
                  <a:pt x="191110" y="49771"/>
                  <a:pt x="191110" y="47082"/>
                </a:cubicBezTo>
                <a:cubicBezTo>
                  <a:pt x="191110" y="44403"/>
                  <a:pt x="192015" y="42172"/>
                  <a:pt x="193816" y="40389"/>
                </a:cubicBezTo>
                <a:cubicBezTo>
                  <a:pt x="195618" y="38606"/>
                  <a:pt x="197858" y="37719"/>
                  <a:pt x="200537" y="37719"/>
                </a:cubicBezTo>
                <a:lnTo>
                  <a:pt x="245178" y="37719"/>
                </a:lnTo>
                <a:cubicBezTo>
                  <a:pt x="250207" y="37719"/>
                  <a:pt x="254606" y="39603"/>
                  <a:pt x="258373" y="43379"/>
                </a:cubicBezTo>
                <a:cubicBezTo>
                  <a:pt x="262149" y="47146"/>
                  <a:pt x="264033" y="51554"/>
                  <a:pt x="264033" y="56583"/>
                </a:cubicBezTo>
                <a:lnTo>
                  <a:pt x="264033" y="101215"/>
                </a:lnTo>
                <a:cubicBezTo>
                  <a:pt x="264033" y="103894"/>
                  <a:pt x="263119" y="106134"/>
                  <a:pt x="261299" y="107936"/>
                </a:cubicBezTo>
                <a:cubicBezTo>
                  <a:pt x="259479" y="109737"/>
                  <a:pt x="257221" y="110642"/>
                  <a:pt x="254542" y="110642"/>
                </a:cubicBezTo>
                <a:cubicBezTo>
                  <a:pt x="251862" y="110642"/>
                  <a:pt x="249622" y="109737"/>
                  <a:pt x="247848" y="107936"/>
                </a:cubicBezTo>
                <a:cubicBezTo>
                  <a:pt x="246065" y="106134"/>
                  <a:pt x="245178" y="103894"/>
                  <a:pt x="245178" y="101215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圖說"/>
          <p:cNvSpPr/>
          <p:nvPr/>
        </p:nvSpPr>
        <p:spPr>
          <a:xfrm>
            <a:off x="8851163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750" dirty="0"/>
          </a:p>
        </p:txBody>
      </p:sp>
      <p:sp>
        <p:nvSpPr>
          <p:cNvPr id="37" name="圖示 顯微分析"/>
          <p:cNvSpPr/>
          <p:nvPr/>
        </p:nvSpPr>
        <p:spPr>
          <a:xfrm>
            <a:off x="9550657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8245" y="245178"/>
                </a:moveTo>
                <a:lnTo>
                  <a:pt x="128245" y="212488"/>
                </a:lnTo>
                <a:lnTo>
                  <a:pt x="123526" y="212488"/>
                </a:lnTo>
                <a:cubicBezTo>
                  <a:pt x="106555" y="212488"/>
                  <a:pt x="92199" y="206618"/>
                  <a:pt x="80467" y="194886"/>
                </a:cubicBezTo>
                <a:cubicBezTo>
                  <a:pt x="68735" y="183145"/>
                  <a:pt x="62865" y="168789"/>
                  <a:pt x="62865" y="151818"/>
                </a:cubicBezTo>
                <a:cubicBezTo>
                  <a:pt x="62865" y="139035"/>
                  <a:pt x="66532" y="127403"/>
                  <a:pt x="73865" y="116933"/>
                </a:cubicBezTo>
                <a:cubicBezTo>
                  <a:pt x="81199" y="106454"/>
                  <a:pt x="90836" y="99121"/>
                  <a:pt x="102788" y="94924"/>
                </a:cubicBezTo>
                <a:cubicBezTo>
                  <a:pt x="103620" y="86548"/>
                  <a:pt x="107287" y="79736"/>
                  <a:pt x="113788" y="74496"/>
                </a:cubicBezTo>
                <a:cubicBezTo>
                  <a:pt x="120280" y="69257"/>
                  <a:pt x="127824" y="66952"/>
                  <a:pt x="136419" y="67583"/>
                </a:cubicBezTo>
                <a:lnTo>
                  <a:pt x="132963" y="57836"/>
                </a:lnTo>
                <a:cubicBezTo>
                  <a:pt x="131911" y="55385"/>
                  <a:pt x="132021" y="53035"/>
                  <a:pt x="133274" y="50795"/>
                </a:cubicBezTo>
                <a:cubicBezTo>
                  <a:pt x="134536" y="48573"/>
                  <a:pt x="136310" y="46936"/>
                  <a:pt x="138614" y="45894"/>
                </a:cubicBezTo>
                <a:lnTo>
                  <a:pt x="142701" y="44321"/>
                </a:lnTo>
                <a:lnTo>
                  <a:pt x="142390" y="43059"/>
                </a:lnTo>
                <a:cubicBezTo>
                  <a:pt x="141339" y="40133"/>
                  <a:pt x="141412" y="37317"/>
                  <a:pt x="142610" y="34637"/>
                </a:cubicBezTo>
                <a:cubicBezTo>
                  <a:pt x="143780" y="31940"/>
                  <a:pt x="145801" y="30029"/>
                  <a:pt x="148672" y="28922"/>
                </a:cubicBezTo>
                <a:cubicBezTo>
                  <a:pt x="151525" y="27871"/>
                  <a:pt x="154332" y="27926"/>
                  <a:pt x="157103" y="29078"/>
                </a:cubicBezTo>
                <a:cubicBezTo>
                  <a:pt x="159865" y="30230"/>
                  <a:pt x="161776" y="32269"/>
                  <a:pt x="162818" y="35204"/>
                </a:cubicBezTo>
                <a:lnTo>
                  <a:pt x="163449" y="36777"/>
                </a:lnTo>
                <a:lnTo>
                  <a:pt x="167225" y="35515"/>
                </a:lnTo>
                <a:cubicBezTo>
                  <a:pt x="169530" y="34683"/>
                  <a:pt x="171834" y="34784"/>
                  <a:pt x="174138" y="35835"/>
                </a:cubicBezTo>
                <a:cubicBezTo>
                  <a:pt x="176443" y="36878"/>
                  <a:pt x="178116" y="38560"/>
                  <a:pt x="179168" y="40865"/>
                </a:cubicBezTo>
                <a:lnTo>
                  <a:pt x="208081" y="115982"/>
                </a:lnTo>
                <a:cubicBezTo>
                  <a:pt x="209132" y="118497"/>
                  <a:pt x="209078" y="120911"/>
                  <a:pt x="207925" y="123215"/>
                </a:cubicBezTo>
                <a:cubicBezTo>
                  <a:pt x="206773" y="125520"/>
                  <a:pt x="204944" y="127193"/>
                  <a:pt x="202430" y="128245"/>
                </a:cubicBezTo>
                <a:lnTo>
                  <a:pt x="198022" y="129817"/>
                </a:lnTo>
                <a:lnTo>
                  <a:pt x="198653" y="131390"/>
                </a:lnTo>
                <a:cubicBezTo>
                  <a:pt x="199705" y="134325"/>
                  <a:pt x="199604" y="137096"/>
                  <a:pt x="198370" y="139720"/>
                </a:cubicBezTo>
                <a:cubicBezTo>
                  <a:pt x="197135" y="142336"/>
                  <a:pt x="195032" y="144173"/>
                  <a:pt x="192051" y="145216"/>
                </a:cubicBezTo>
                <a:cubicBezTo>
                  <a:pt x="189354" y="146267"/>
                  <a:pt x="186675" y="146158"/>
                  <a:pt x="184041" y="144905"/>
                </a:cubicBezTo>
                <a:cubicBezTo>
                  <a:pt x="181417" y="143643"/>
                  <a:pt x="179588" y="141659"/>
                  <a:pt x="178537" y="138934"/>
                </a:cubicBezTo>
                <a:lnTo>
                  <a:pt x="177906" y="137050"/>
                </a:lnTo>
                <a:lnTo>
                  <a:pt x="173197" y="138614"/>
                </a:lnTo>
                <a:cubicBezTo>
                  <a:pt x="170682" y="139665"/>
                  <a:pt x="168323" y="139665"/>
                  <a:pt x="166119" y="138614"/>
                </a:cubicBezTo>
                <a:cubicBezTo>
                  <a:pt x="163924" y="137571"/>
                  <a:pt x="162297" y="135788"/>
                  <a:pt x="161245" y="133274"/>
                </a:cubicBezTo>
                <a:lnTo>
                  <a:pt x="156536" y="120701"/>
                </a:lnTo>
                <a:cubicBezTo>
                  <a:pt x="153391" y="124267"/>
                  <a:pt x="149669" y="126827"/>
                  <a:pt x="145371" y="128400"/>
                </a:cubicBezTo>
                <a:cubicBezTo>
                  <a:pt x="141083" y="129973"/>
                  <a:pt x="136492" y="130659"/>
                  <a:pt x="131610" y="130448"/>
                </a:cubicBezTo>
                <a:cubicBezTo>
                  <a:pt x="126224" y="130238"/>
                  <a:pt x="121222" y="128555"/>
                  <a:pt x="116613" y="125419"/>
                </a:cubicBezTo>
                <a:cubicBezTo>
                  <a:pt x="112005" y="122274"/>
                  <a:pt x="108338" y="118287"/>
                  <a:pt x="105613" y="113468"/>
                </a:cubicBezTo>
                <a:cubicBezTo>
                  <a:pt x="98280" y="117034"/>
                  <a:pt x="92464" y="122274"/>
                  <a:pt x="88166" y="129186"/>
                </a:cubicBezTo>
                <a:cubicBezTo>
                  <a:pt x="83869" y="136081"/>
                  <a:pt x="81729" y="143625"/>
                  <a:pt x="81729" y="151818"/>
                </a:cubicBezTo>
                <a:cubicBezTo>
                  <a:pt x="81729" y="163431"/>
                  <a:pt x="85789" y="173297"/>
                  <a:pt x="93918" y="181426"/>
                </a:cubicBezTo>
                <a:cubicBezTo>
                  <a:pt x="102047" y="189555"/>
                  <a:pt x="111923" y="193624"/>
                  <a:pt x="123526" y="193624"/>
                </a:cubicBezTo>
                <a:lnTo>
                  <a:pt x="223168" y="193624"/>
                </a:lnTo>
                <a:cubicBezTo>
                  <a:pt x="225857" y="193624"/>
                  <a:pt x="228097" y="194539"/>
                  <a:pt x="229898" y="196358"/>
                </a:cubicBezTo>
                <a:cubicBezTo>
                  <a:pt x="231700" y="198178"/>
                  <a:pt x="232605" y="200436"/>
                  <a:pt x="232605" y="203116"/>
                </a:cubicBezTo>
                <a:cubicBezTo>
                  <a:pt x="232605" y="205795"/>
                  <a:pt x="231700" y="208035"/>
                  <a:pt x="229898" y="209809"/>
                </a:cubicBezTo>
                <a:cubicBezTo>
                  <a:pt x="228097" y="211592"/>
                  <a:pt x="225857" y="212488"/>
                  <a:pt x="223168" y="212488"/>
                </a:cubicBezTo>
                <a:lnTo>
                  <a:pt x="159682" y="212488"/>
                </a:lnTo>
                <a:lnTo>
                  <a:pt x="159682" y="245178"/>
                </a:lnTo>
                <a:lnTo>
                  <a:pt x="229460" y="245178"/>
                </a:lnTo>
                <a:cubicBezTo>
                  <a:pt x="232139" y="245178"/>
                  <a:pt x="234379" y="246083"/>
                  <a:pt x="236180" y="247912"/>
                </a:cubicBezTo>
                <a:cubicBezTo>
                  <a:pt x="237982" y="249732"/>
                  <a:pt x="238887" y="251981"/>
                  <a:pt x="238887" y="254670"/>
                </a:cubicBezTo>
                <a:cubicBezTo>
                  <a:pt x="238887" y="257349"/>
                  <a:pt x="237982" y="259580"/>
                  <a:pt x="236180" y="261363"/>
                </a:cubicBezTo>
                <a:cubicBezTo>
                  <a:pt x="234379" y="263146"/>
                  <a:pt x="232139" y="264033"/>
                  <a:pt x="229460" y="264033"/>
                </a:cubicBezTo>
                <a:lnTo>
                  <a:pt x="72292" y="264033"/>
                </a:lnTo>
                <a:cubicBezTo>
                  <a:pt x="69613" y="264033"/>
                  <a:pt x="67373" y="263119"/>
                  <a:pt x="65572" y="261299"/>
                </a:cubicBezTo>
                <a:cubicBezTo>
                  <a:pt x="63770" y="259479"/>
                  <a:pt x="62865" y="257221"/>
                  <a:pt x="62865" y="254542"/>
                </a:cubicBezTo>
                <a:cubicBezTo>
                  <a:pt x="62865" y="251862"/>
                  <a:pt x="63770" y="249622"/>
                  <a:pt x="65572" y="247848"/>
                </a:cubicBezTo>
                <a:cubicBezTo>
                  <a:pt x="67373" y="246065"/>
                  <a:pt x="69613" y="245178"/>
                  <a:pt x="72292" y="245178"/>
                </a:cubicBezTo>
                <a:lnTo>
                  <a:pt x="128245" y="245178"/>
                </a:lnTo>
                <a:close/>
                <a:moveTo>
                  <a:pt x="174769" y="121963"/>
                </a:moveTo>
                <a:lnTo>
                  <a:pt x="191420" y="115982"/>
                </a:lnTo>
                <a:lnTo>
                  <a:pt x="166274" y="51234"/>
                </a:lnTo>
                <a:lnTo>
                  <a:pt x="149623" y="57205"/>
                </a:lnTo>
                <a:lnTo>
                  <a:pt x="174769" y="121963"/>
                </a:lnTo>
                <a:close/>
                <a:moveTo>
                  <a:pt x="145060" y="110231"/>
                </a:moveTo>
                <a:cubicBezTo>
                  <a:pt x="148096" y="107241"/>
                  <a:pt x="149623" y="103519"/>
                  <a:pt x="149623" y="99075"/>
                </a:cubicBezTo>
                <a:cubicBezTo>
                  <a:pt x="149623" y="94631"/>
                  <a:pt x="148124" y="90891"/>
                  <a:pt x="145124" y="87856"/>
                </a:cubicBezTo>
                <a:cubicBezTo>
                  <a:pt x="142125" y="84820"/>
                  <a:pt x="138404" y="83293"/>
                  <a:pt x="133969" y="83293"/>
                </a:cubicBezTo>
                <a:cubicBezTo>
                  <a:pt x="129525" y="83293"/>
                  <a:pt x="125785" y="84792"/>
                  <a:pt x="122740" y="87792"/>
                </a:cubicBezTo>
                <a:cubicBezTo>
                  <a:pt x="119704" y="90791"/>
                  <a:pt x="118186" y="94503"/>
                  <a:pt x="118186" y="98947"/>
                </a:cubicBezTo>
                <a:cubicBezTo>
                  <a:pt x="118186" y="103391"/>
                  <a:pt x="119686" y="107131"/>
                  <a:pt x="122685" y="110167"/>
                </a:cubicBezTo>
                <a:cubicBezTo>
                  <a:pt x="125675" y="113212"/>
                  <a:pt x="129397" y="114730"/>
                  <a:pt x="133841" y="114730"/>
                </a:cubicBezTo>
                <a:cubicBezTo>
                  <a:pt x="138285" y="114730"/>
                  <a:pt x="142025" y="113230"/>
                  <a:pt x="145060" y="110231"/>
                </a:cubicBezTo>
                <a:close/>
                <a:moveTo>
                  <a:pt x="174769" y="121963"/>
                </a:moveTo>
                <a:close/>
                <a:moveTo>
                  <a:pt x="133905" y="98380"/>
                </a:moveTo>
                <a:close/>
                <a:moveTo>
                  <a:pt x="134536" y="98380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圖說"/>
          <p:cNvSpPr/>
          <p:nvPr/>
        </p:nvSpPr>
        <p:spPr>
          <a:xfrm>
            <a:off x="9405884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750" dirty="0"/>
          </a:p>
        </p:txBody>
      </p:sp>
      <p:sp>
        <p:nvSpPr>
          <p:cNvPr id="39" name="圖示 實驗"/>
          <p:cNvSpPr/>
          <p:nvPr/>
        </p:nvSpPr>
        <p:spPr>
          <a:xfrm>
            <a:off x="10105377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4068" y="264033"/>
                </a:moveTo>
                <a:cubicBezTo>
                  <a:pt x="45309" y="264033"/>
                  <a:pt x="39081" y="259946"/>
                  <a:pt x="35396" y="251771"/>
                </a:cubicBezTo>
                <a:cubicBezTo>
                  <a:pt x="31702" y="243605"/>
                  <a:pt x="32900" y="236162"/>
                  <a:pt x="38981" y="229460"/>
                </a:cubicBezTo>
                <a:lnTo>
                  <a:pt x="116933" y="141449"/>
                </a:lnTo>
                <a:lnTo>
                  <a:pt x="116933" y="56583"/>
                </a:lnTo>
                <a:lnTo>
                  <a:pt x="100584" y="56583"/>
                </a:lnTo>
                <a:cubicBezTo>
                  <a:pt x="97905" y="56583"/>
                  <a:pt x="95655" y="55669"/>
                  <a:pt x="93854" y="53840"/>
                </a:cubicBezTo>
                <a:cubicBezTo>
                  <a:pt x="92053" y="52020"/>
                  <a:pt x="91157" y="49771"/>
                  <a:pt x="91157" y="47082"/>
                </a:cubicBezTo>
                <a:cubicBezTo>
                  <a:pt x="91157" y="44403"/>
                  <a:pt x="92053" y="42172"/>
                  <a:pt x="93854" y="40389"/>
                </a:cubicBezTo>
                <a:cubicBezTo>
                  <a:pt x="95655" y="38606"/>
                  <a:pt x="97905" y="37719"/>
                  <a:pt x="100584" y="37719"/>
                </a:cubicBezTo>
                <a:lnTo>
                  <a:pt x="201168" y="37719"/>
                </a:lnTo>
                <a:cubicBezTo>
                  <a:pt x="203847" y="37719"/>
                  <a:pt x="206097" y="38633"/>
                  <a:pt x="207898" y="40453"/>
                </a:cubicBezTo>
                <a:cubicBezTo>
                  <a:pt x="209699" y="42273"/>
                  <a:pt x="210595" y="44531"/>
                  <a:pt x="210595" y="47210"/>
                </a:cubicBezTo>
                <a:cubicBezTo>
                  <a:pt x="210595" y="49890"/>
                  <a:pt x="209699" y="52130"/>
                  <a:pt x="207898" y="53904"/>
                </a:cubicBezTo>
                <a:cubicBezTo>
                  <a:pt x="206097" y="55687"/>
                  <a:pt x="203847" y="56583"/>
                  <a:pt x="201168" y="56583"/>
                </a:cubicBezTo>
                <a:lnTo>
                  <a:pt x="184828" y="56583"/>
                </a:lnTo>
                <a:lnTo>
                  <a:pt x="184828" y="141449"/>
                </a:lnTo>
                <a:lnTo>
                  <a:pt x="262780" y="229460"/>
                </a:lnTo>
                <a:cubicBezTo>
                  <a:pt x="268852" y="236162"/>
                  <a:pt x="270050" y="243605"/>
                  <a:pt x="266356" y="251771"/>
                </a:cubicBezTo>
                <a:cubicBezTo>
                  <a:pt x="262671" y="259946"/>
                  <a:pt x="256443" y="264033"/>
                  <a:pt x="247693" y="264033"/>
                </a:cubicBezTo>
                <a:lnTo>
                  <a:pt x="54068" y="264033"/>
                </a:lnTo>
                <a:close/>
                <a:moveTo>
                  <a:pt x="50292" y="245178"/>
                </a:moveTo>
                <a:lnTo>
                  <a:pt x="251460" y="245178"/>
                </a:lnTo>
                <a:lnTo>
                  <a:pt x="165964" y="148361"/>
                </a:lnTo>
                <a:lnTo>
                  <a:pt x="165964" y="56583"/>
                </a:lnTo>
                <a:lnTo>
                  <a:pt x="135788" y="56583"/>
                </a:lnTo>
                <a:lnTo>
                  <a:pt x="135788" y="148361"/>
                </a:lnTo>
                <a:lnTo>
                  <a:pt x="50292" y="245178"/>
                </a:lnTo>
                <a:close/>
                <a:moveTo>
                  <a:pt x="150245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圖說"/>
          <p:cNvSpPr/>
          <p:nvPr/>
        </p:nvSpPr>
        <p:spPr>
          <a:xfrm>
            <a:off x="9960605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750" dirty="0"/>
          </a:p>
        </p:txBody>
      </p:sp>
      <p:sp>
        <p:nvSpPr>
          <p:cNvPr id="41" name="圖示 維修"/>
          <p:cNvSpPr/>
          <p:nvPr/>
        </p:nvSpPr>
        <p:spPr>
          <a:xfrm>
            <a:off x="10660098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1273" y="185449"/>
                </a:moveTo>
                <a:cubicBezTo>
                  <a:pt x="90928" y="185449"/>
                  <a:pt x="73637" y="178363"/>
                  <a:pt x="59409" y="164171"/>
                </a:cubicBezTo>
                <a:cubicBezTo>
                  <a:pt x="45162" y="150007"/>
                  <a:pt x="38030" y="132789"/>
                  <a:pt x="38030" y="112526"/>
                </a:cubicBezTo>
                <a:cubicBezTo>
                  <a:pt x="38030" y="108338"/>
                  <a:pt x="38350" y="104406"/>
                  <a:pt x="38981" y="100739"/>
                </a:cubicBezTo>
                <a:cubicBezTo>
                  <a:pt x="39603" y="97073"/>
                  <a:pt x="40755" y="93251"/>
                  <a:pt x="42437" y="89273"/>
                </a:cubicBezTo>
                <a:cubicBezTo>
                  <a:pt x="43059" y="87590"/>
                  <a:pt x="44010" y="86338"/>
                  <a:pt x="45263" y="85496"/>
                </a:cubicBezTo>
                <a:cubicBezTo>
                  <a:pt x="46525" y="84655"/>
                  <a:pt x="47860" y="84033"/>
                  <a:pt x="49286" y="83613"/>
                </a:cubicBezTo>
                <a:cubicBezTo>
                  <a:pt x="50713" y="83192"/>
                  <a:pt x="52176" y="83192"/>
                  <a:pt x="53684" y="83613"/>
                </a:cubicBezTo>
                <a:cubicBezTo>
                  <a:pt x="55193" y="84033"/>
                  <a:pt x="56583" y="84865"/>
                  <a:pt x="57836" y="86127"/>
                </a:cubicBezTo>
                <a:lnTo>
                  <a:pt x="93351" y="121643"/>
                </a:lnTo>
                <a:lnTo>
                  <a:pt x="122274" y="94613"/>
                </a:lnTo>
                <a:lnTo>
                  <a:pt x="85186" y="57525"/>
                </a:lnTo>
                <a:cubicBezTo>
                  <a:pt x="83887" y="56281"/>
                  <a:pt x="83037" y="54919"/>
                  <a:pt x="82634" y="53438"/>
                </a:cubicBezTo>
                <a:cubicBezTo>
                  <a:pt x="82241" y="51965"/>
                  <a:pt x="82250" y="50502"/>
                  <a:pt x="82671" y="49039"/>
                </a:cubicBezTo>
                <a:cubicBezTo>
                  <a:pt x="83082" y="47567"/>
                  <a:pt x="83713" y="46278"/>
                  <a:pt x="84555" y="45171"/>
                </a:cubicBezTo>
                <a:cubicBezTo>
                  <a:pt x="85396" y="44056"/>
                  <a:pt x="86649" y="43132"/>
                  <a:pt x="88322" y="42401"/>
                </a:cubicBezTo>
                <a:cubicBezTo>
                  <a:pt x="92309" y="40727"/>
                  <a:pt x="96076" y="39520"/>
                  <a:pt x="99642" y="38789"/>
                </a:cubicBezTo>
                <a:cubicBezTo>
                  <a:pt x="103199" y="38057"/>
                  <a:pt x="107067" y="37692"/>
                  <a:pt x="111237" y="37692"/>
                </a:cubicBezTo>
                <a:cubicBezTo>
                  <a:pt x="132030" y="37692"/>
                  <a:pt x="149706" y="44961"/>
                  <a:pt x="164263" y="59500"/>
                </a:cubicBezTo>
                <a:cubicBezTo>
                  <a:pt x="178811" y="74066"/>
                  <a:pt x="186080" y="91742"/>
                  <a:pt x="186080" y="112526"/>
                </a:cubicBezTo>
                <a:cubicBezTo>
                  <a:pt x="186080" y="117555"/>
                  <a:pt x="185559" y="122484"/>
                  <a:pt x="184508" y="127303"/>
                </a:cubicBezTo>
                <a:cubicBezTo>
                  <a:pt x="183465" y="132122"/>
                  <a:pt x="182103" y="136941"/>
                  <a:pt x="180420" y="141759"/>
                </a:cubicBezTo>
                <a:lnTo>
                  <a:pt x="249887" y="211226"/>
                </a:lnTo>
                <a:cubicBezTo>
                  <a:pt x="255547" y="216676"/>
                  <a:pt x="258327" y="223324"/>
                  <a:pt x="258217" y="231188"/>
                </a:cubicBezTo>
                <a:cubicBezTo>
                  <a:pt x="258117" y="239042"/>
                  <a:pt x="255127" y="245699"/>
                  <a:pt x="249256" y="251149"/>
                </a:cubicBezTo>
                <a:cubicBezTo>
                  <a:pt x="243816" y="256178"/>
                  <a:pt x="237369" y="258638"/>
                  <a:pt x="229926" y="258528"/>
                </a:cubicBezTo>
                <a:cubicBezTo>
                  <a:pt x="222492" y="258428"/>
                  <a:pt x="216045" y="255648"/>
                  <a:pt x="210595" y="250207"/>
                </a:cubicBezTo>
                <a:lnTo>
                  <a:pt x="140507" y="179798"/>
                </a:lnTo>
                <a:cubicBezTo>
                  <a:pt x="135688" y="181472"/>
                  <a:pt x="130860" y="182834"/>
                  <a:pt x="126041" y="183877"/>
                </a:cubicBezTo>
                <a:cubicBezTo>
                  <a:pt x="121222" y="184928"/>
                  <a:pt x="116303" y="185449"/>
                  <a:pt x="111273" y="185449"/>
                </a:cubicBezTo>
                <a:close/>
                <a:moveTo>
                  <a:pt x="111273" y="166595"/>
                </a:moveTo>
                <a:cubicBezTo>
                  <a:pt x="116513" y="166595"/>
                  <a:pt x="122063" y="165753"/>
                  <a:pt x="127934" y="164080"/>
                </a:cubicBezTo>
                <a:cubicBezTo>
                  <a:pt x="133795" y="162397"/>
                  <a:pt x="138934" y="159883"/>
                  <a:pt x="143332" y="156536"/>
                </a:cubicBezTo>
                <a:lnTo>
                  <a:pt x="224110" y="237314"/>
                </a:lnTo>
                <a:cubicBezTo>
                  <a:pt x="225793" y="238988"/>
                  <a:pt x="227887" y="239829"/>
                  <a:pt x="230401" y="239829"/>
                </a:cubicBezTo>
                <a:cubicBezTo>
                  <a:pt x="232916" y="239829"/>
                  <a:pt x="235010" y="238988"/>
                  <a:pt x="236683" y="237314"/>
                </a:cubicBezTo>
                <a:cubicBezTo>
                  <a:pt x="238366" y="235641"/>
                  <a:pt x="239198" y="233547"/>
                  <a:pt x="239198" y="231032"/>
                </a:cubicBezTo>
                <a:cubicBezTo>
                  <a:pt x="239198" y="228518"/>
                  <a:pt x="238366" y="226415"/>
                  <a:pt x="236683" y="224741"/>
                </a:cubicBezTo>
                <a:lnTo>
                  <a:pt x="157167" y="145216"/>
                </a:lnTo>
                <a:cubicBezTo>
                  <a:pt x="160514" y="140818"/>
                  <a:pt x="163028" y="135633"/>
                  <a:pt x="164711" y="129662"/>
                </a:cubicBezTo>
                <a:cubicBezTo>
                  <a:pt x="166384" y="123691"/>
                  <a:pt x="167225" y="117976"/>
                  <a:pt x="167225" y="112526"/>
                </a:cubicBezTo>
                <a:cubicBezTo>
                  <a:pt x="167225" y="96817"/>
                  <a:pt x="161410" y="83503"/>
                  <a:pt x="149779" y="72613"/>
                </a:cubicBezTo>
                <a:cubicBezTo>
                  <a:pt x="138148" y="61713"/>
                  <a:pt x="124889" y="56162"/>
                  <a:pt x="110011" y="55952"/>
                </a:cubicBezTo>
                <a:lnTo>
                  <a:pt x="142079" y="88642"/>
                </a:lnTo>
                <a:cubicBezTo>
                  <a:pt x="143963" y="90526"/>
                  <a:pt x="144850" y="92775"/>
                  <a:pt x="144750" y="95399"/>
                </a:cubicBezTo>
                <a:cubicBezTo>
                  <a:pt x="144640" y="98015"/>
                  <a:pt x="143643" y="100273"/>
                  <a:pt x="141759" y="102157"/>
                </a:cubicBezTo>
                <a:lnTo>
                  <a:pt x="99953" y="141449"/>
                </a:lnTo>
                <a:cubicBezTo>
                  <a:pt x="98005" y="143122"/>
                  <a:pt x="95747" y="143963"/>
                  <a:pt x="93168" y="143963"/>
                </a:cubicBezTo>
                <a:cubicBezTo>
                  <a:pt x="90571" y="143963"/>
                  <a:pt x="88432" y="143122"/>
                  <a:pt x="86758" y="141449"/>
                </a:cubicBezTo>
                <a:lnTo>
                  <a:pt x="55952" y="110953"/>
                </a:lnTo>
                <a:cubicBezTo>
                  <a:pt x="56583" y="127092"/>
                  <a:pt x="62307" y="140397"/>
                  <a:pt x="73143" y="150876"/>
                </a:cubicBezTo>
                <a:cubicBezTo>
                  <a:pt x="83978" y="161355"/>
                  <a:pt x="96689" y="166595"/>
                  <a:pt x="111273" y="166595"/>
                </a:cubicBezTo>
                <a:close/>
                <a:moveTo>
                  <a:pt x="148051" y="148361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圖說"/>
          <p:cNvSpPr/>
          <p:nvPr/>
        </p:nvSpPr>
        <p:spPr>
          <a:xfrm>
            <a:off x="10515326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750" dirty="0"/>
          </a:p>
        </p:txBody>
      </p:sp>
      <p:sp>
        <p:nvSpPr>
          <p:cNvPr id="43" name="圖示 庫存"/>
          <p:cNvSpPr/>
          <p:nvPr/>
        </p:nvSpPr>
        <p:spPr>
          <a:xfrm>
            <a:off x="11214819" y="164592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6583" y="276606"/>
                </a:moveTo>
                <a:cubicBezTo>
                  <a:pt x="51380" y="276606"/>
                  <a:pt x="46936" y="274759"/>
                  <a:pt x="43251" y="271074"/>
                </a:cubicBezTo>
                <a:cubicBezTo>
                  <a:pt x="39566" y="267361"/>
                  <a:pt x="37719" y="262927"/>
                  <a:pt x="37719" y="257751"/>
                </a:cubicBezTo>
                <a:lnTo>
                  <a:pt x="37719" y="105924"/>
                </a:lnTo>
                <a:cubicBezTo>
                  <a:pt x="34153" y="104671"/>
                  <a:pt x="31172" y="102431"/>
                  <a:pt x="28758" y="99203"/>
                </a:cubicBezTo>
                <a:cubicBezTo>
                  <a:pt x="26353" y="95975"/>
                  <a:pt x="25146" y="92245"/>
                  <a:pt x="25146" y="88011"/>
                </a:cubicBezTo>
                <a:lnTo>
                  <a:pt x="25146" y="44010"/>
                </a:lnTo>
                <a:cubicBezTo>
                  <a:pt x="25146" y="38807"/>
                  <a:pt x="26993" y="34363"/>
                  <a:pt x="30678" y="30678"/>
                </a:cubicBezTo>
                <a:cubicBezTo>
                  <a:pt x="34391" y="26993"/>
                  <a:pt x="38825" y="25146"/>
                  <a:pt x="44010" y="25146"/>
                </a:cubicBezTo>
                <a:lnTo>
                  <a:pt x="257751" y="25146"/>
                </a:lnTo>
                <a:cubicBezTo>
                  <a:pt x="262945" y="25146"/>
                  <a:pt x="267389" y="26993"/>
                  <a:pt x="271074" y="30678"/>
                </a:cubicBezTo>
                <a:cubicBezTo>
                  <a:pt x="274759" y="34363"/>
                  <a:pt x="276606" y="38807"/>
                  <a:pt x="276606" y="44010"/>
                </a:cubicBezTo>
                <a:lnTo>
                  <a:pt x="276606" y="88011"/>
                </a:lnTo>
                <a:cubicBezTo>
                  <a:pt x="276606" y="92245"/>
                  <a:pt x="275399" y="95975"/>
                  <a:pt x="272994" y="99203"/>
                </a:cubicBezTo>
                <a:cubicBezTo>
                  <a:pt x="270580" y="102431"/>
                  <a:pt x="267599" y="104671"/>
                  <a:pt x="264033" y="105924"/>
                </a:cubicBezTo>
                <a:lnTo>
                  <a:pt x="264033" y="257751"/>
                </a:lnTo>
                <a:cubicBezTo>
                  <a:pt x="264033" y="262945"/>
                  <a:pt x="262186" y="267389"/>
                  <a:pt x="258501" y="271074"/>
                </a:cubicBezTo>
                <a:cubicBezTo>
                  <a:pt x="254816" y="274759"/>
                  <a:pt x="250372" y="276606"/>
                  <a:pt x="245178" y="276606"/>
                </a:cubicBezTo>
                <a:lnTo>
                  <a:pt x="56583" y="276606"/>
                </a:lnTo>
                <a:close/>
                <a:moveTo>
                  <a:pt x="56583" y="106875"/>
                </a:moveTo>
                <a:lnTo>
                  <a:pt x="56583" y="257751"/>
                </a:lnTo>
                <a:lnTo>
                  <a:pt x="245178" y="257751"/>
                </a:lnTo>
                <a:lnTo>
                  <a:pt x="245178" y="106875"/>
                </a:lnTo>
                <a:lnTo>
                  <a:pt x="56583" y="106875"/>
                </a:lnTo>
                <a:close/>
                <a:moveTo>
                  <a:pt x="44010" y="88011"/>
                </a:moveTo>
                <a:lnTo>
                  <a:pt x="257751" y="88011"/>
                </a:lnTo>
                <a:lnTo>
                  <a:pt x="257751" y="44010"/>
                </a:lnTo>
                <a:lnTo>
                  <a:pt x="44010" y="44010"/>
                </a:lnTo>
                <a:lnTo>
                  <a:pt x="44010" y="88011"/>
                </a:lnTo>
                <a:close/>
                <a:moveTo>
                  <a:pt x="122584" y="169740"/>
                </a:moveTo>
                <a:lnTo>
                  <a:pt x="179168" y="169740"/>
                </a:lnTo>
                <a:cubicBezTo>
                  <a:pt x="181847" y="169740"/>
                  <a:pt x="184087" y="168826"/>
                  <a:pt x="185888" y="166997"/>
                </a:cubicBezTo>
                <a:cubicBezTo>
                  <a:pt x="187690" y="165177"/>
                  <a:pt x="188595" y="162928"/>
                  <a:pt x="188595" y="160239"/>
                </a:cubicBezTo>
                <a:cubicBezTo>
                  <a:pt x="188595" y="157560"/>
                  <a:pt x="187690" y="155329"/>
                  <a:pt x="185888" y="153546"/>
                </a:cubicBezTo>
                <a:cubicBezTo>
                  <a:pt x="184087" y="151763"/>
                  <a:pt x="181847" y="150876"/>
                  <a:pt x="179168" y="150876"/>
                </a:cubicBezTo>
                <a:lnTo>
                  <a:pt x="122584" y="150876"/>
                </a:lnTo>
                <a:cubicBezTo>
                  <a:pt x="119905" y="150876"/>
                  <a:pt x="117665" y="151790"/>
                  <a:pt x="115864" y="153610"/>
                </a:cubicBezTo>
                <a:cubicBezTo>
                  <a:pt x="114062" y="155430"/>
                  <a:pt x="113157" y="157688"/>
                  <a:pt x="113157" y="160367"/>
                </a:cubicBezTo>
                <a:cubicBezTo>
                  <a:pt x="113157" y="163047"/>
                  <a:pt x="114062" y="165287"/>
                  <a:pt x="115864" y="167061"/>
                </a:cubicBezTo>
                <a:cubicBezTo>
                  <a:pt x="117665" y="168844"/>
                  <a:pt x="119905" y="169740"/>
                  <a:pt x="122584" y="169740"/>
                </a:cubicBezTo>
                <a:close/>
                <a:moveTo>
                  <a:pt x="150876" y="182313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圖說"/>
          <p:cNvSpPr/>
          <p:nvPr/>
        </p:nvSpPr>
        <p:spPr>
          <a:xfrm>
            <a:off x="11070046" y="197510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750" dirty="0"/>
          </a:p>
        </p:txBody>
      </p:sp>
      <p:sp>
        <p:nvSpPr>
          <p:cNvPr id="45" name="圖示 倉儲"/>
          <p:cNvSpPr/>
          <p:nvPr/>
        </p:nvSpPr>
        <p:spPr>
          <a:xfrm>
            <a:off x="675124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57836"/>
                </a:moveTo>
                <a:lnTo>
                  <a:pt x="44010" y="100584"/>
                </a:lnTo>
                <a:lnTo>
                  <a:pt x="44010" y="245178"/>
                </a:lnTo>
                <a:lnTo>
                  <a:pt x="81729" y="245178"/>
                </a:lnTo>
                <a:lnTo>
                  <a:pt x="81729" y="163449"/>
                </a:lnTo>
                <a:cubicBezTo>
                  <a:pt x="81729" y="158255"/>
                  <a:pt x="83567" y="153811"/>
                  <a:pt x="87261" y="150126"/>
                </a:cubicBezTo>
                <a:cubicBezTo>
                  <a:pt x="90965" y="146432"/>
                  <a:pt x="95408" y="144594"/>
                  <a:pt x="100584" y="144594"/>
                </a:cubicBezTo>
                <a:lnTo>
                  <a:pt x="201168" y="144594"/>
                </a:lnTo>
                <a:cubicBezTo>
                  <a:pt x="206362" y="144594"/>
                  <a:pt x="210806" y="146432"/>
                  <a:pt x="214491" y="150126"/>
                </a:cubicBezTo>
                <a:cubicBezTo>
                  <a:pt x="218185" y="153811"/>
                  <a:pt x="220032" y="158255"/>
                  <a:pt x="220032" y="163449"/>
                </a:cubicBezTo>
                <a:lnTo>
                  <a:pt x="220032" y="245178"/>
                </a:lnTo>
                <a:lnTo>
                  <a:pt x="257751" y="245178"/>
                </a:lnTo>
                <a:lnTo>
                  <a:pt x="257751" y="100584"/>
                </a:lnTo>
                <a:lnTo>
                  <a:pt x="150876" y="57836"/>
                </a:lnTo>
                <a:close/>
                <a:moveTo>
                  <a:pt x="25146" y="245178"/>
                </a:moveTo>
                <a:lnTo>
                  <a:pt x="25146" y="100895"/>
                </a:lnTo>
                <a:cubicBezTo>
                  <a:pt x="25146" y="96936"/>
                  <a:pt x="26243" y="93388"/>
                  <a:pt x="28447" y="90242"/>
                </a:cubicBezTo>
                <a:cubicBezTo>
                  <a:pt x="30651" y="87078"/>
                  <a:pt x="33531" y="84765"/>
                  <a:pt x="37088" y="83293"/>
                </a:cubicBezTo>
                <a:lnTo>
                  <a:pt x="143963" y="40544"/>
                </a:lnTo>
                <a:cubicBezTo>
                  <a:pt x="146267" y="39502"/>
                  <a:pt x="148572" y="38981"/>
                  <a:pt x="150876" y="38981"/>
                </a:cubicBezTo>
                <a:cubicBezTo>
                  <a:pt x="153180" y="38981"/>
                  <a:pt x="155485" y="39502"/>
                  <a:pt x="157789" y="40544"/>
                </a:cubicBezTo>
                <a:lnTo>
                  <a:pt x="264664" y="83293"/>
                </a:lnTo>
                <a:cubicBezTo>
                  <a:pt x="268221" y="84765"/>
                  <a:pt x="271101" y="87078"/>
                  <a:pt x="273305" y="90242"/>
                </a:cubicBezTo>
                <a:cubicBezTo>
                  <a:pt x="275509" y="93388"/>
                  <a:pt x="276606" y="96936"/>
                  <a:pt x="276606" y="100895"/>
                </a:cubicBezTo>
                <a:lnTo>
                  <a:pt x="276606" y="245178"/>
                </a:lnTo>
                <a:cubicBezTo>
                  <a:pt x="276606" y="250372"/>
                  <a:pt x="274759" y="254816"/>
                  <a:pt x="271074" y="258501"/>
                </a:cubicBezTo>
                <a:cubicBezTo>
                  <a:pt x="267389" y="262186"/>
                  <a:pt x="262945" y="264033"/>
                  <a:pt x="257751" y="264033"/>
                </a:cubicBezTo>
                <a:lnTo>
                  <a:pt x="201168" y="264033"/>
                </a:lnTo>
                <a:lnTo>
                  <a:pt x="201168" y="163449"/>
                </a:lnTo>
                <a:lnTo>
                  <a:pt x="100584" y="163449"/>
                </a:lnTo>
                <a:lnTo>
                  <a:pt x="100584" y="264033"/>
                </a:lnTo>
                <a:lnTo>
                  <a:pt x="44010" y="264033"/>
                </a:lnTo>
                <a:cubicBezTo>
                  <a:pt x="38807" y="264033"/>
                  <a:pt x="34363" y="262186"/>
                  <a:pt x="30678" y="258501"/>
                </a:cubicBezTo>
                <a:cubicBezTo>
                  <a:pt x="26993" y="254788"/>
                  <a:pt x="25146" y="250354"/>
                  <a:pt x="25146" y="245178"/>
                </a:cubicBezTo>
                <a:close/>
                <a:moveTo>
                  <a:pt x="116303" y="264033"/>
                </a:moveTo>
                <a:lnTo>
                  <a:pt x="116303" y="245178"/>
                </a:lnTo>
                <a:lnTo>
                  <a:pt x="135157" y="245178"/>
                </a:lnTo>
                <a:lnTo>
                  <a:pt x="135157" y="264033"/>
                </a:lnTo>
                <a:lnTo>
                  <a:pt x="116303" y="264033"/>
                </a:lnTo>
                <a:close/>
                <a:moveTo>
                  <a:pt x="141449" y="226314"/>
                </a:moveTo>
                <a:lnTo>
                  <a:pt x="141449" y="207459"/>
                </a:lnTo>
                <a:lnTo>
                  <a:pt x="160303" y="207459"/>
                </a:lnTo>
                <a:lnTo>
                  <a:pt x="160303" y="226314"/>
                </a:lnTo>
                <a:lnTo>
                  <a:pt x="141449" y="226314"/>
                </a:lnTo>
                <a:close/>
                <a:moveTo>
                  <a:pt x="166595" y="264033"/>
                </a:moveTo>
                <a:lnTo>
                  <a:pt x="166595" y="245178"/>
                </a:lnTo>
                <a:lnTo>
                  <a:pt x="185449" y="245178"/>
                </a:lnTo>
                <a:lnTo>
                  <a:pt x="185449" y="264033"/>
                </a:lnTo>
                <a:lnTo>
                  <a:pt x="166595" y="26403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圖說"/>
          <p:cNvSpPr/>
          <p:nvPr/>
        </p:nvSpPr>
        <p:spPr>
          <a:xfrm>
            <a:off x="530352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750" dirty="0"/>
          </a:p>
        </p:txBody>
      </p:sp>
      <p:sp>
        <p:nvSpPr>
          <p:cNvPr id="47" name="圖示 物流"/>
          <p:cNvSpPr/>
          <p:nvPr/>
        </p:nvSpPr>
        <p:spPr>
          <a:xfrm>
            <a:off x="1229845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4166" y="240332"/>
                </a:moveTo>
                <a:cubicBezTo>
                  <a:pt x="36933" y="233126"/>
                  <a:pt x="33321" y="224366"/>
                  <a:pt x="33321" y="214052"/>
                </a:cubicBezTo>
                <a:lnTo>
                  <a:pt x="22000" y="214052"/>
                </a:lnTo>
                <a:cubicBezTo>
                  <a:pt x="19321" y="214052"/>
                  <a:pt x="17081" y="213156"/>
                  <a:pt x="15280" y="211354"/>
                </a:cubicBezTo>
                <a:cubicBezTo>
                  <a:pt x="13478" y="209526"/>
                  <a:pt x="12573" y="207285"/>
                  <a:pt x="12573" y="204624"/>
                </a:cubicBezTo>
                <a:lnTo>
                  <a:pt x="12573" y="69156"/>
                </a:lnTo>
                <a:cubicBezTo>
                  <a:pt x="12573" y="64127"/>
                  <a:pt x="14457" y="59719"/>
                  <a:pt x="18233" y="55952"/>
                </a:cubicBezTo>
                <a:cubicBezTo>
                  <a:pt x="22000" y="52176"/>
                  <a:pt x="26408" y="50292"/>
                  <a:pt x="31437" y="50292"/>
                </a:cubicBezTo>
                <a:lnTo>
                  <a:pt x="194566" y="50292"/>
                </a:lnTo>
                <a:cubicBezTo>
                  <a:pt x="199760" y="50292"/>
                  <a:pt x="204204" y="52139"/>
                  <a:pt x="207898" y="55824"/>
                </a:cubicBezTo>
                <a:cubicBezTo>
                  <a:pt x="211583" y="59509"/>
                  <a:pt x="213430" y="63953"/>
                  <a:pt x="213430" y="69156"/>
                </a:cubicBezTo>
                <a:lnTo>
                  <a:pt x="213430" y="102788"/>
                </a:lnTo>
                <a:lnTo>
                  <a:pt x="237003" y="102788"/>
                </a:lnTo>
                <a:cubicBezTo>
                  <a:pt x="239993" y="102788"/>
                  <a:pt x="242828" y="103455"/>
                  <a:pt x="245489" y="104799"/>
                </a:cubicBezTo>
                <a:cubicBezTo>
                  <a:pt x="248168" y="106134"/>
                  <a:pt x="250372" y="107981"/>
                  <a:pt x="252091" y="110332"/>
                </a:cubicBezTo>
                <a:lnTo>
                  <a:pt x="287295" y="157167"/>
                </a:lnTo>
                <a:cubicBezTo>
                  <a:pt x="287926" y="157963"/>
                  <a:pt x="288393" y="158831"/>
                  <a:pt x="288704" y="159773"/>
                </a:cubicBezTo>
                <a:cubicBezTo>
                  <a:pt x="289024" y="160715"/>
                  <a:pt x="289179" y="161730"/>
                  <a:pt x="289179" y="162818"/>
                </a:cubicBezTo>
                <a:lnTo>
                  <a:pt x="289179" y="204624"/>
                </a:lnTo>
                <a:cubicBezTo>
                  <a:pt x="289179" y="207304"/>
                  <a:pt x="288274" y="209553"/>
                  <a:pt x="286472" y="211354"/>
                </a:cubicBezTo>
                <a:cubicBezTo>
                  <a:pt x="284671" y="213156"/>
                  <a:pt x="282431" y="214052"/>
                  <a:pt x="279752" y="214052"/>
                </a:cubicBezTo>
                <a:lnTo>
                  <a:pt x="266858" y="214052"/>
                </a:lnTo>
                <a:cubicBezTo>
                  <a:pt x="266858" y="224321"/>
                  <a:pt x="263256" y="233071"/>
                  <a:pt x="256050" y="240304"/>
                </a:cubicBezTo>
                <a:cubicBezTo>
                  <a:pt x="248845" y="247528"/>
                  <a:pt x="240094" y="251149"/>
                  <a:pt x="229807" y="251149"/>
                </a:cubicBezTo>
                <a:cubicBezTo>
                  <a:pt x="219511" y="251149"/>
                  <a:pt x="210751" y="247537"/>
                  <a:pt x="203527" y="240332"/>
                </a:cubicBezTo>
                <a:cubicBezTo>
                  <a:pt x="196294" y="233126"/>
                  <a:pt x="192682" y="224366"/>
                  <a:pt x="192682" y="214052"/>
                </a:cubicBezTo>
                <a:lnTo>
                  <a:pt x="107497" y="214052"/>
                </a:lnTo>
                <a:cubicBezTo>
                  <a:pt x="107497" y="224321"/>
                  <a:pt x="103894" y="233071"/>
                  <a:pt x="96689" y="240304"/>
                </a:cubicBezTo>
                <a:cubicBezTo>
                  <a:pt x="89474" y="247528"/>
                  <a:pt x="80732" y="251149"/>
                  <a:pt x="70436" y="251149"/>
                </a:cubicBezTo>
                <a:cubicBezTo>
                  <a:pt x="60149" y="251149"/>
                  <a:pt x="51389" y="247537"/>
                  <a:pt x="44166" y="240332"/>
                </a:cubicBezTo>
                <a:close/>
                <a:moveTo>
                  <a:pt x="83293" y="226945"/>
                </a:moveTo>
                <a:cubicBezTo>
                  <a:pt x="86859" y="223379"/>
                  <a:pt x="88642" y="219081"/>
                  <a:pt x="88642" y="214052"/>
                </a:cubicBezTo>
                <a:cubicBezTo>
                  <a:pt x="88642" y="209023"/>
                  <a:pt x="86859" y="204734"/>
                  <a:pt x="83293" y="201168"/>
                </a:cubicBezTo>
                <a:cubicBezTo>
                  <a:pt x="79736" y="197602"/>
                  <a:pt x="75438" y="195828"/>
                  <a:pt x="70409" y="195828"/>
                </a:cubicBezTo>
                <a:cubicBezTo>
                  <a:pt x="65380" y="195828"/>
                  <a:pt x="61082" y="197602"/>
                  <a:pt x="57525" y="201168"/>
                </a:cubicBezTo>
                <a:cubicBezTo>
                  <a:pt x="53959" y="204734"/>
                  <a:pt x="52176" y="209023"/>
                  <a:pt x="52176" y="214052"/>
                </a:cubicBezTo>
                <a:cubicBezTo>
                  <a:pt x="52176" y="219081"/>
                  <a:pt x="53959" y="223379"/>
                  <a:pt x="57525" y="226945"/>
                </a:cubicBezTo>
                <a:cubicBezTo>
                  <a:pt x="61082" y="230502"/>
                  <a:pt x="65380" y="232285"/>
                  <a:pt x="70409" y="232285"/>
                </a:cubicBezTo>
                <a:cubicBezTo>
                  <a:pt x="75438" y="232285"/>
                  <a:pt x="79736" y="230502"/>
                  <a:pt x="83293" y="226945"/>
                </a:cubicBezTo>
                <a:close/>
                <a:moveTo>
                  <a:pt x="31437" y="195197"/>
                </a:moveTo>
                <a:lnTo>
                  <a:pt x="38350" y="195197"/>
                </a:lnTo>
                <a:cubicBezTo>
                  <a:pt x="41907" y="189537"/>
                  <a:pt x="46415" y="185029"/>
                  <a:pt x="51865" y="181682"/>
                </a:cubicBezTo>
                <a:cubicBezTo>
                  <a:pt x="57315" y="178326"/>
                  <a:pt x="63386" y="176653"/>
                  <a:pt x="70098" y="176653"/>
                </a:cubicBezTo>
                <a:cubicBezTo>
                  <a:pt x="76800" y="176653"/>
                  <a:pt x="82927" y="178381"/>
                  <a:pt x="88486" y="181838"/>
                </a:cubicBezTo>
                <a:cubicBezTo>
                  <a:pt x="94037" y="185294"/>
                  <a:pt x="98591" y="189747"/>
                  <a:pt x="102157" y="195197"/>
                </a:cubicBezTo>
                <a:lnTo>
                  <a:pt x="194566" y="195197"/>
                </a:lnTo>
                <a:lnTo>
                  <a:pt x="194566" y="69156"/>
                </a:lnTo>
                <a:lnTo>
                  <a:pt x="31437" y="69156"/>
                </a:lnTo>
                <a:lnTo>
                  <a:pt x="31437" y="195197"/>
                </a:lnTo>
                <a:close/>
                <a:moveTo>
                  <a:pt x="242663" y="226945"/>
                </a:moveTo>
                <a:cubicBezTo>
                  <a:pt x="246220" y="223379"/>
                  <a:pt x="248004" y="219081"/>
                  <a:pt x="248004" y="214052"/>
                </a:cubicBezTo>
                <a:cubicBezTo>
                  <a:pt x="248004" y="209023"/>
                  <a:pt x="246220" y="204734"/>
                  <a:pt x="242663" y="201168"/>
                </a:cubicBezTo>
                <a:cubicBezTo>
                  <a:pt x="239097" y="197602"/>
                  <a:pt x="234800" y="195828"/>
                  <a:pt x="229770" y="195828"/>
                </a:cubicBezTo>
                <a:cubicBezTo>
                  <a:pt x="224741" y="195828"/>
                  <a:pt x="220444" y="197602"/>
                  <a:pt x="216887" y="201168"/>
                </a:cubicBezTo>
                <a:cubicBezTo>
                  <a:pt x="213320" y="204734"/>
                  <a:pt x="211537" y="209023"/>
                  <a:pt x="211537" y="214052"/>
                </a:cubicBezTo>
                <a:cubicBezTo>
                  <a:pt x="211537" y="219081"/>
                  <a:pt x="213320" y="223379"/>
                  <a:pt x="216887" y="226945"/>
                </a:cubicBezTo>
                <a:cubicBezTo>
                  <a:pt x="220444" y="230502"/>
                  <a:pt x="224741" y="232285"/>
                  <a:pt x="229770" y="232285"/>
                </a:cubicBezTo>
                <a:cubicBezTo>
                  <a:pt x="234800" y="232285"/>
                  <a:pt x="239097" y="230502"/>
                  <a:pt x="242663" y="226945"/>
                </a:cubicBezTo>
                <a:close/>
                <a:moveTo>
                  <a:pt x="213430" y="168167"/>
                </a:moveTo>
                <a:lnTo>
                  <a:pt x="271888" y="168167"/>
                </a:lnTo>
                <a:lnTo>
                  <a:pt x="237003" y="121643"/>
                </a:lnTo>
                <a:lnTo>
                  <a:pt x="213430" y="121643"/>
                </a:lnTo>
                <a:lnTo>
                  <a:pt x="213430" y="168167"/>
                </a:lnTo>
                <a:close/>
                <a:moveTo>
                  <a:pt x="113157" y="132021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圖說"/>
          <p:cNvSpPr/>
          <p:nvPr/>
        </p:nvSpPr>
        <p:spPr>
          <a:xfrm>
            <a:off x="1085073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750" dirty="0"/>
          </a:p>
        </p:txBody>
      </p:sp>
      <p:sp>
        <p:nvSpPr>
          <p:cNvPr id="49" name="圖示 包裝"/>
          <p:cNvSpPr/>
          <p:nvPr/>
        </p:nvSpPr>
        <p:spPr>
          <a:xfrm>
            <a:off x="1784566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1449" y="253344"/>
                </a:moveTo>
                <a:lnTo>
                  <a:pt x="141449" y="156216"/>
                </a:lnTo>
                <a:lnTo>
                  <a:pt x="56583" y="107186"/>
                </a:lnTo>
                <a:lnTo>
                  <a:pt x="56583" y="204314"/>
                </a:lnTo>
                <a:lnTo>
                  <a:pt x="141449" y="253344"/>
                </a:lnTo>
                <a:close/>
                <a:moveTo>
                  <a:pt x="160303" y="253344"/>
                </a:moveTo>
                <a:lnTo>
                  <a:pt x="245178" y="204314"/>
                </a:lnTo>
                <a:lnTo>
                  <a:pt x="245178" y="106875"/>
                </a:lnTo>
                <a:lnTo>
                  <a:pt x="160303" y="156216"/>
                </a:lnTo>
                <a:lnTo>
                  <a:pt x="160303" y="253344"/>
                </a:lnTo>
                <a:close/>
                <a:moveTo>
                  <a:pt x="141449" y="275033"/>
                </a:moveTo>
                <a:lnTo>
                  <a:pt x="47146" y="220654"/>
                </a:lnTo>
                <a:cubicBezTo>
                  <a:pt x="44211" y="218981"/>
                  <a:pt x="41907" y="216676"/>
                  <a:pt x="40234" y="213741"/>
                </a:cubicBezTo>
                <a:cubicBezTo>
                  <a:pt x="38560" y="210806"/>
                  <a:pt x="37719" y="207660"/>
                  <a:pt x="37719" y="204314"/>
                </a:cubicBezTo>
                <a:lnTo>
                  <a:pt x="37719" y="97438"/>
                </a:lnTo>
                <a:cubicBezTo>
                  <a:pt x="37719" y="94092"/>
                  <a:pt x="38560" y="90946"/>
                  <a:pt x="40234" y="88011"/>
                </a:cubicBezTo>
                <a:cubicBezTo>
                  <a:pt x="41907" y="85076"/>
                  <a:pt x="44211" y="82771"/>
                  <a:pt x="47146" y="81098"/>
                </a:cubicBezTo>
                <a:lnTo>
                  <a:pt x="141449" y="26719"/>
                </a:lnTo>
                <a:cubicBezTo>
                  <a:pt x="144384" y="25045"/>
                  <a:pt x="147520" y="24204"/>
                  <a:pt x="150876" y="24204"/>
                </a:cubicBezTo>
                <a:cubicBezTo>
                  <a:pt x="154232" y="24204"/>
                  <a:pt x="157368" y="25045"/>
                  <a:pt x="160303" y="26719"/>
                </a:cubicBezTo>
                <a:lnTo>
                  <a:pt x="254606" y="81098"/>
                </a:lnTo>
                <a:cubicBezTo>
                  <a:pt x="257541" y="82771"/>
                  <a:pt x="259845" y="85076"/>
                  <a:pt x="261518" y="88011"/>
                </a:cubicBezTo>
                <a:cubicBezTo>
                  <a:pt x="263192" y="90946"/>
                  <a:pt x="264033" y="94092"/>
                  <a:pt x="264033" y="97438"/>
                </a:cubicBezTo>
                <a:lnTo>
                  <a:pt x="264033" y="204314"/>
                </a:lnTo>
                <a:cubicBezTo>
                  <a:pt x="264033" y="207660"/>
                  <a:pt x="263192" y="210806"/>
                  <a:pt x="261518" y="213741"/>
                </a:cubicBezTo>
                <a:cubicBezTo>
                  <a:pt x="259845" y="216676"/>
                  <a:pt x="257541" y="218981"/>
                  <a:pt x="254606" y="220654"/>
                </a:cubicBezTo>
                <a:lnTo>
                  <a:pt x="160303" y="275033"/>
                </a:lnTo>
                <a:cubicBezTo>
                  <a:pt x="157368" y="276707"/>
                  <a:pt x="154232" y="277548"/>
                  <a:pt x="150876" y="277548"/>
                </a:cubicBezTo>
                <a:cubicBezTo>
                  <a:pt x="147520" y="277548"/>
                  <a:pt x="144384" y="276707"/>
                  <a:pt x="141449" y="275033"/>
                </a:cubicBezTo>
                <a:close/>
                <a:moveTo>
                  <a:pt x="202430" y="110011"/>
                </a:moveTo>
                <a:lnTo>
                  <a:pt x="234489" y="91467"/>
                </a:lnTo>
                <a:lnTo>
                  <a:pt x="150876" y="43059"/>
                </a:lnTo>
                <a:lnTo>
                  <a:pt x="118817" y="61612"/>
                </a:lnTo>
                <a:lnTo>
                  <a:pt x="202430" y="110011"/>
                </a:lnTo>
                <a:close/>
                <a:moveTo>
                  <a:pt x="150876" y="140187"/>
                </a:moveTo>
                <a:lnTo>
                  <a:pt x="183566" y="121012"/>
                </a:lnTo>
                <a:lnTo>
                  <a:pt x="99642" y="72613"/>
                </a:lnTo>
                <a:lnTo>
                  <a:pt x="66952" y="91467"/>
                </a:lnTo>
                <a:lnTo>
                  <a:pt x="150876" y="140187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圖說"/>
          <p:cNvSpPr/>
          <p:nvPr/>
        </p:nvSpPr>
        <p:spPr>
          <a:xfrm>
            <a:off x="1639794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750" dirty="0"/>
          </a:p>
        </p:txBody>
      </p:sp>
      <p:sp>
        <p:nvSpPr>
          <p:cNvPr id="51" name="圖示 資料庫"/>
          <p:cNvSpPr/>
          <p:nvPr/>
        </p:nvSpPr>
        <p:spPr>
          <a:xfrm>
            <a:off x="2339287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64033"/>
                </a:moveTo>
                <a:cubicBezTo>
                  <a:pt x="119238" y="264033"/>
                  <a:pt x="92464" y="259159"/>
                  <a:pt x="70564" y="249421"/>
                </a:cubicBezTo>
                <a:cubicBezTo>
                  <a:pt x="48664" y="239673"/>
                  <a:pt x="37719" y="227777"/>
                  <a:pt x="37719" y="213741"/>
                </a:cubicBezTo>
                <a:lnTo>
                  <a:pt x="37719" y="88011"/>
                </a:lnTo>
                <a:cubicBezTo>
                  <a:pt x="37719" y="74185"/>
                  <a:pt x="48774" y="62344"/>
                  <a:pt x="70884" y="52496"/>
                </a:cubicBezTo>
                <a:cubicBezTo>
                  <a:pt x="92985" y="42648"/>
                  <a:pt x="119649" y="37719"/>
                  <a:pt x="150876" y="37719"/>
                </a:cubicBezTo>
                <a:cubicBezTo>
                  <a:pt x="182103" y="37719"/>
                  <a:pt x="208767" y="42648"/>
                  <a:pt x="230868" y="52496"/>
                </a:cubicBezTo>
                <a:cubicBezTo>
                  <a:pt x="252978" y="62344"/>
                  <a:pt x="264033" y="74185"/>
                  <a:pt x="264033" y="88011"/>
                </a:cubicBezTo>
                <a:lnTo>
                  <a:pt x="264033" y="213741"/>
                </a:lnTo>
                <a:cubicBezTo>
                  <a:pt x="264033" y="227777"/>
                  <a:pt x="253088" y="239673"/>
                  <a:pt x="231188" y="249421"/>
                </a:cubicBezTo>
                <a:cubicBezTo>
                  <a:pt x="209288" y="259159"/>
                  <a:pt x="182514" y="264033"/>
                  <a:pt x="150876" y="264033"/>
                </a:cubicBezTo>
                <a:close/>
                <a:moveTo>
                  <a:pt x="150876" y="110642"/>
                </a:moveTo>
                <a:cubicBezTo>
                  <a:pt x="168899" y="110642"/>
                  <a:pt x="187388" y="107863"/>
                  <a:pt x="206353" y="102312"/>
                </a:cubicBezTo>
                <a:cubicBezTo>
                  <a:pt x="225317" y="96762"/>
                  <a:pt x="237525" y="90526"/>
                  <a:pt x="242974" y="83613"/>
                </a:cubicBezTo>
                <a:cubicBezTo>
                  <a:pt x="237314" y="76901"/>
                  <a:pt x="225006" y="70720"/>
                  <a:pt x="206042" y="65069"/>
                </a:cubicBezTo>
                <a:cubicBezTo>
                  <a:pt x="187077" y="59409"/>
                  <a:pt x="168689" y="56583"/>
                  <a:pt x="150876" y="56583"/>
                </a:cubicBezTo>
                <a:cubicBezTo>
                  <a:pt x="132433" y="56583"/>
                  <a:pt x="113889" y="59299"/>
                  <a:pt x="95244" y="64749"/>
                </a:cubicBezTo>
                <a:cubicBezTo>
                  <a:pt x="76590" y="70198"/>
                  <a:pt x="64328" y="76490"/>
                  <a:pt x="58467" y="83613"/>
                </a:cubicBezTo>
                <a:cubicBezTo>
                  <a:pt x="64328" y="90946"/>
                  <a:pt x="76490" y="97283"/>
                  <a:pt x="94924" y="102623"/>
                </a:cubicBezTo>
                <a:cubicBezTo>
                  <a:pt x="113367" y="107972"/>
                  <a:pt x="132021" y="110642"/>
                  <a:pt x="150876" y="110642"/>
                </a:cubicBezTo>
                <a:close/>
                <a:moveTo>
                  <a:pt x="150565" y="177906"/>
                </a:moveTo>
                <a:cubicBezTo>
                  <a:pt x="159362" y="177906"/>
                  <a:pt x="168167" y="177439"/>
                  <a:pt x="176964" y="176497"/>
                </a:cubicBezTo>
                <a:cubicBezTo>
                  <a:pt x="185770" y="175547"/>
                  <a:pt x="194200" y="174138"/>
                  <a:pt x="202265" y="172255"/>
                </a:cubicBezTo>
                <a:cubicBezTo>
                  <a:pt x="210339" y="170362"/>
                  <a:pt x="218039" y="168058"/>
                  <a:pt x="225372" y="165333"/>
                </a:cubicBezTo>
                <a:cubicBezTo>
                  <a:pt x="232706" y="162608"/>
                  <a:pt x="239308" y="159572"/>
                  <a:pt x="245178" y="156216"/>
                </a:cubicBezTo>
                <a:lnTo>
                  <a:pt x="245178" y="107497"/>
                </a:lnTo>
                <a:cubicBezTo>
                  <a:pt x="239097" y="110853"/>
                  <a:pt x="232395" y="113889"/>
                  <a:pt x="225061" y="116613"/>
                </a:cubicBezTo>
                <a:cubicBezTo>
                  <a:pt x="217719" y="119338"/>
                  <a:pt x="209974" y="121643"/>
                  <a:pt x="201799" y="123526"/>
                </a:cubicBezTo>
                <a:cubicBezTo>
                  <a:pt x="193624" y="125419"/>
                  <a:pt x="185239" y="126882"/>
                  <a:pt x="176653" y="127934"/>
                </a:cubicBezTo>
                <a:cubicBezTo>
                  <a:pt x="168058" y="128976"/>
                  <a:pt x="159362" y="129506"/>
                  <a:pt x="150565" y="129506"/>
                </a:cubicBezTo>
                <a:cubicBezTo>
                  <a:pt x="141759" y="129506"/>
                  <a:pt x="132963" y="128976"/>
                  <a:pt x="124157" y="127934"/>
                </a:cubicBezTo>
                <a:cubicBezTo>
                  <a:pt x="115361" y="126882"/>
                  <a:pt x="106921" y="125419"/>
                  <a:pt x="98856" y="123526"/>
                </a:cubicBezTo>
                <a:cubicBezTo>
                  <a:pt x="90791" y="121643"/>
                  <a:pt x="83137" y="119338"/>
                  <a:pt x="75913" y="116613"/>
                </a:cubicBezTo>
                <a:cubicBezTo>
                  <a:pt x="68681" y="113889"/>
                  <a:pt x="62234" y="110853"/>
                  <a:pt x="56583" y="107497"/>
                </a:cubicBezTo>
                <a:lnTo>
                  <a:pt x="56583" y="156216"/>
                </a:lnTo>
                <a:cubicBezTo>
                  <a:pt x="62234" y="159572"/>
                  <a:pt x="68626" y="162608"/>
                  <a:pt x="75749" y="165333"/>
                </a:cubicBezTo>
                <a:cubicBezTo>
                  <a:pt x="82881" y="168058"/>
                  <a:pt x="90471" y="170362"/>
                  <a:pt x="98545" y="172255"/>
                </a:cubicBezTo>
                <a:cubicBezTo>
                  <a:pt x="106610" y="174138"/>
                  <a:pt x="115041" y="175547"/>
                  <a:pt x="123846" y="176497"/>
                </a:cubicBezTo>
                <a:cubicBezTo>
                  <a:pt x="132643" y="177439"/>
                  <a:pt x="141549" y="177906"/>
                  <a:pt x="150565" y="177906"/>
                </a:cubicBezTo>
                <a:close/>
                <a:moveTo>
                  <a:pt x="150876" y="245178"/>
                </a:moveTo>
                <a:cubicBezTo>
                  <a:pt x="160934" y="245178"/>
                  <a:pt x="171304" y="244282"/>
                  <a:pt x="181993" y="242499"/>
                </a:cubicBezTo>
                <a:cubicBezTo>
                  <a:pt x="192682" y="240725"/>
                  <a:pt x="202476" y="238366"/>
                  <a:pt x="211382" y="235431"/>
                </a:cubicBezTo>
                <a:cubicBezTo>
                  <a:pt x="220288" y="232495"/>
                  <a:pt x="227832" y="229249"/>
                  <a:pt x="234013" y="225683"/>
                </a:cubicBezTo>
                <a:cubicBezTo>
                  <a:pt x="240195" y="222126"/>
                  <a:pt x="243916" y="218459"/>
                  <a:pt x="245178" y="214683"/>
                </a:cubicBezTo>
                <a:lnTo>
                  <a:pt x="245178" y="175391"/>
                </a:lnTo>
                <a:cubicBezTo>
                  <a:pt x="239308" y="178747"/>
                  <a:pt x="232706" y="181728"/>
                  <a:pt x="225372" y="184352"/>
                </a:cubicBezTo>
                <a:cubicBezTo>
                  <a:pt x="218039" y="186967"/>
                  <a:pt x="210339" y="189226"/>
                  <a:pt x="202265" y="191110"/>
                </a:cubicBezTo>
                <a:cubicBezTo>
                  <a:pt x="194200" y="192993"/>
                  <a:pt x="185815" y="194411"/>
                  <a:pt x="177119" y="195352"/>
                </a:cubicBezTo>
                <a:cubicBezTo>
                  <a:pt x="168423" y="196294"/>
                  <a:pt x="159572" y="196770"/>
                  <a:pt x="150565" y="196770"/>
                </a:cubicBezTo>
                <a:cubicBezTo>
                  <a:pt x="141549" y="196770"/>
                  <a:pt x="132643" y="196294"/>
                  <a:pt x="123846" y="195352"/>
                </a:cubicBezTo>
                <a:cubicBezTo>
                  <a:pt x="115041" y="194411"/>
                  <a:pt x="106610" y="192993"/>
                  <a:pt x="98545" y="191110"/>
                </a:cubicBezTo>
                <a:cubicBezTo>
                  <a:pt x="90471" y="189226"/>
                  <a:pt x="82881" y="186967"/>
                  <a:pt x="75749" y="184352"/>
                </a:cubicBezTo>
                <a:cubicBezTo>
                  <a:pt x="68626" y="181728"/>
                  <a:pt x="62234" y="178747"/>
                  <a:pt x="56583" y="175391"/>
                </a:cubicBezTo>
                <a:lnTo>
                  <a:pt x="56583" y="215003"/>
                </a:lnTo>
                <a:cubicBezTo>
                  <a:pt x="57625" y="218560"/>
                  <a:pt x="61192" y="222172"/>
                  <a:pt x="67263" y="225839"/>
                </a:cubicBezTo>
                <a:cubicBezTo>
                  <a:pt x="73344" y="229505"/>
                  <a:pt x="80888" y="232761"/>
                  <a:pt x="89895" y="235586"/>
                </a:cubicBezTo>
                <a:cubicBezTo>
                  <a:pt x="98911" y="238412"/>
                  <a:pt x="108759" y="240725"/>
                  <a:pt x="119448" y="242499"/>
                </a:cubicBezTo>
                <a:cubicBezTo>
                  <a:pt x="130128" y="244282"/>
                  <a:pt x="140607" y="245178"/>
                  <a:pt x="150876" y="245178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圖說"/>
          <p:cNvSpPr/>
          <p:nvPr/>
        </p:nvSpPr>
        <p:spPr>
          <a:xfrm>
            <a:off x="2194514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750" dirty="0"/>
          </a:p>
        </p:txBody>
      </p:sp>
      <p:sp>
        <p:nvSpPr>
          <p:cNvPr id="53" name="圖示 雲端"/>
          <p:cNvSpPr/>
          <p:nvPr/>
        </p:nvSpPr>
        <p:spPr>
          <a:xfrm>
            <a:off x="2894007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8894" y="251460"/>
                </a:moveTo>
                <a:cubicBezTo>
                  <a:pt x="60451" y="251460"/>
                  <a:pt x="44787" y="245013"/>
                  <a:pt x="31903" y="232130"/>
                </a:cubicBezTo>
                <a:cubicBezTo>
                  <a:pt x="19020" y="219246"/>
                  <a:pt x="12573" y="203582"/>
                  <a:pt x="12573" y="185139"/>
                </a:cubicBezTo>
                <a:cubicBezTo>
                  <a:pt x="12573" y="168789"/>
                  <a:pt x="17813" y="154442"/>
                  <a:pt x="28292" y="142079"/>
                </a:cubicBezTo>
                <a:cubicBezTo>
                  <a:pt x="38771" y="129708"/>
                  <a:pt x="52075" y="122274"/>
                  <a:pt x="68205" y="119759"/>
                </a:cubicBezTo>
                <a:cubicBezTo>
                  <a:pt x="72402" y="99432"/>
                  <a:pt x="82250" y="82826"/>
                  <a:pt x="97759" y="69933"/>
                </a:cubicBezTo>
                <a:cubicBezTo>
                  <a:pt x="113258" y="57049"/>
                  <a:pt x="131180" y="50603"/>
                  <a:pt x="151507" y="50603"/>
                </a:cubicBezTo>
                <a:cubicBezTo>
                  <a:pt x="174970" y="50603"/>
                  <a:pt x="194776" y="59143"/>
                  <a:pt x="210916" y="76224"/>
                </a:cubicBezTo>
                <a:cubicBezTo>
                  <a:pt x="227046" y="93305"/>
                  <a:pt x="235120" y="113788"/>
                  <a:pt x="235120" y="137672"/>
                </a:cubicBezTo>
                <a:lnTo>
                  <a:pt x="235120" y="145216"/>
                </a:lnTo>
                <a:cubicBezTo>
                  <a:pt x="250207" y="144795"/>
                  <a:pt x="262981" y="149669"/>
                  <a:pt x="273460" y="159837"/>
                </a:cubicBezTo>
                <a:cubicBezTo>
                  <a:pt x="283939" y="169996"/>
                  <a:pt x="289179" y="182834"/>
                  <a:pt x="289179" y="198343"/>
                </a:cubicBezTo>
                <a:cubicBezTo>
                  <a:pt x="289179" y="212799"/>
                  <a:pt x="283939" y="225262"/>
                  <a:pt x="273460" y="235741"/>
                </a:cubicBezTo>
                <a:cubicBezTo>
                  <a:pt x="262981" y="246220"/>
                  <a:pt x="250518" y="251460"/>
                  <a:pt x="236062" y="251460"/>
                </a:cubicBezTo>
                <a:lnTo>
                  <a:pt x="78894" y="251460"/>
                </a:lnTo>
                <a:close/>
                <a:moveTo>
                  <a:pt x="78894" y="232605"/>
                </a:moveTo>
                <a:lnTo>
                  <a:pt x="236062" y="232605"/>
                </a:lnTo>
                <a:cubicBezTo>
                  <a:pt x="245489" y="232605"/>
                  <a:pt x="253554" y="229249"/>
                  <a:pt x="260266" y="222547"/>
                </a:cubicBezTo>
                <a:cubicBezTo>
                  <a:pt x="266968" y="215835"/>
                  <a:pt x="270324" y="207770"/>
                  <a:pt x="270324" y="198343"/>
                </a:cubicBezTo>
                <a:cubicBezTo>
                  <a:pt x="270324" y="188906"/>
                  <a:pt x="266968" y="180841"/>
                  <a:pt x="260266" y="174138"/>
                </a:cubicBezTo>
                <a:cubicBezTo>
                  <a:pt x="253554" y="167427"/>
                  <a:pt x="245489" y="164080"/>
                  <a:pt x="236062" y="164080"/>
                </a:cubicBezTo>
                <a:lnTo>
                  <a:pt x="216256" y="164080"/>
                </a:lnTo>
                <a:lnTo>
                  <a:pt x="216256" y="137672"/>
                </a:lnTo>
                <a:cubicBezTo>
                  <a:pt x="216256" y="118607"/>
                  <a:pt x="209864" y="102468"/>
                  <a:pt x="197081" y="89273"/>
                </a:cubicBezTo>
                <a:cubicBezTo>
                  <a:pt x="184297" y="76069"/>
                  <a:pt x="168689" y="69467"/>
                  <a:pt x="150245" y="69467"/>
                </a:cubicBezTo>
                <a:cubicBezTo>
                  <a:pt x="131811" y="69467"/>
                  <a:pt x="116147" y="76069"/>
                  <a:pt x="103254" y="89273"/>
                </a:cubicBezTo>
                <a:cubicBezTo>
                  <a:pt x="90370" y="102468"/>
                  <a:pt x="83924" y="118607"/>
                  <a:pt x="83924" y="137672"/>
                </a:cubicBezTo>
                <a:lnTo>
                  <a:pt x="77953" y="137672"/>
                </a:lnTo>
                <a:cubicBezTo>
                  <a:pt x="64959" y="137672"/>
                  <a:pt x="53959" y="142235"/>
                  <a:pt x="44952" y="151351"/>
                </a:cubicBezTo>
                <a:cubicBezTo>
                  <a:pt x="35936" y="160459"/>
                  <a:pt x="31437" y="171724"/>
                  <a:pt x="31437" y="185139"/>
                </a:cubicBezTo>
                <a:cubicBezTo>
                  <a:pt x="31437" y="198343"/>
                  <a:pt x="36046" y="209553"/>
                  <a:pt x="45263" y="218770"/>
                </a:cubicBezTo>
                <a:cubicBezTo>
                  <a:pt x="54480" y="227987"/>
                  <a:pt x="65690" y="232605"/>
                  <a:pt x="78894" y="232605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圖說"/>
          <p:cNvSpPr/>
          <p:nvPr/>
        </p:nvSpPr>
        <p:spPr>
          <a:xfrm>
            <a:off x="2749235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750" dirty="0"/>
          </a:p>
        </p:txBody>
      </p:sp>
      <p:sp>
        <p:nvSpPr>
          <p:cNvPr id="55" name="圖示 伺服器"/>
          <p:cNvSpPr/>
          <p:nvPr/>
        </p:nvSpPr>
        <p:spPr>
          <a:xfrm>
            <a:off x="3448728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0178" y="76380"/>
                </a:moveTo>
                <a:cubicBezTo>
                  <a:pt x="85798" y="76380"/>
                  <a:pt x="82095" y="77907"/>
                  <a:pt x="79050" y="80970"/>
                </a:cubicBezTo>
                <a:cubicBezTo>
                  <a:pt x="76014" y="84033"/>
                  <a:pt x="74496" y="87746"/>
                  <a:pt x="74496" y="92126"/>
                </a:cubicBezTo>
                <a:cubicBezTo>
                  <a:pt x="74496" y="96506"/>
                  <a:pt x="76023" y="100218"/>
                  <a:pt x="79086" y="103254"/>
                </a:cubicBezTo>
                <a:cubicBezTo>
                  <a:pt x="82141" y="106290"/>
                  <a:pt x="85862" y="107817"/>
                  <a:pt x="90242" y="107817"/>
                </a:cubicBezTo>
                <a:cubicBezTo>
                  <a:pt x="94622" y="107817"/>
                  <a:pt x="98335" y="106281"/>
                  <a:pt x="101370" y="103227"/>
                </a:cubicBezTo>
                <a:cubicBezTo>
                  <a:pt x="104406" y="100163"/>
                  <a:pt x="105924" y="96442"/>
                  <a:pt x="105924" y="92062"/>
                </a:cubicBezTo>
                <a:cubicBezTo>
                  <a:pt x="105924" y="87682"/>
                  <a:pt x="104397" y="83978"/>
                  <a:pt x="101343" y="80943"/>
                </a:cubicBezTo>
                <a:cubicBezTo>
                  <a:pt x="98280" y="77898"/>
                  <a:pt x="94558" y="76380"/>
                  <a:pt x="90178" y="76380"/>
                </a:cubicBezTo>
                <a:close/>
                <a:moveTo>
                  <a:pt x="90178" y="206508"/>
                </a:moveTo>
                <a:cubicBezTo>
                  <a:pt x="85798" y="206508"/>
                  <a:pt x="82095" y="208044"/>
                  <a:pt x="79050" y="211098"/>
                </a:cubicBezTo>
                <a:cubicBezTo>
                  <a:pt x="76014" y="214162"/>
                  <a:pt x="74496" y="217883"/>
                  <a:pt x="74496" y="222263"/>
                </a:cubicBezTo>
                <a:cubicBezTo>
                  <a:pt x="74496" y="226643"/>
                  <a:pt x="76023" y="230347"/>
                  <a:pt x="79086" y="233382"/>
                </a:cubicBezTo>
                <a:cubicBezTo>
                  <a:pt x="82141" y="236427"/>
                  <a:pt x="85862" y="237945"/>
                  <a:pt x="90242" y="237945"/>
                </a:cubicBezTo>
                <a:cubicBezTo>
                  <a:pt x="94622" y="237945"/>
                  <a:pt x="98335" y="236418"/>
                  <a:pt x="101370" y="233355"/>
                </a:cubicBezTo>
                <a:cubicBezTo>
                  <a:pt x="104406" y="230292"/>
                  <a:pt x="105924" y="226579"/>
                  <a:pt x="105924" y="222199"/>
                </a:cubicBezTo>
                <a:cubicBezTo>
                  <a:pt x="105924" y="217819"/>
                  <a:pt x="104397" y="214107"/>
                  <a:pt x="101343" y="211071"/>
                </a:cubicBezTo>
                <a:cubicBezTo>
                  <a:pt x="98280" y="208035"/>
                  <a:pt x="94558" y="206508"/>
                  <a:pt x="90178" y="206508"/>
                </a:cubicBezTo>
                <a:close/>
                <a:moveTo>
                  <a:pt x="48408" y="38030"/>
                </a:moveTo>
                <a:lnTo>
                  <a:pt x="253033" y="38030"/>
                </a:lnTo>
                <a:cubicBezTo>
                  <a:pt x="256389" y="38030"/>
                  <a:pt x="259059" y="39027"/>
                  <a:pt x="261043" y="41020"/>
                </a:cubicBezTo>
                <a:cubicBezTo>
                  <a:pt x="263036" y="43013"/>
                  <a:pt x="264033" y="45711"/>
                  <a:pt x="264033" y="49131"/>
                </a:cubicBezTo>
                <a:lnTo>
                  <a:pt x="264033" y="133585"/>
                </a:lnTo>
                <a:cubicBezTo>
                  <a:pt x="264033" y="137233"/>
                  <a:pt x="263036" y="140296"/>
                  <a:pt x="261043" y="142765"/>
                </a:cubicBezTo>
                <a:cubicBezTo>
                  <a:pt x="259059" y="145243"/>
                  <a:pt x="256389" y="146478"/>
                  <a:pt x="253033" y="146478"/>
                </a:cubicBezTo>
                <a:lnTo>
                  <a:pt x="48408" y="146478"/>
                </a:lnTo>
                <a:cubicBezTo>
                  <a:pt x="45263" y="146478"/>
                  <a:pt x="42693" y="145243"/>
                  <a:pt x="40709" y="142765"/>
                </a:cubicBezTo>
                <a:cubicBezTo>
                  <a:pt x="38716" y="140296"/>
                  <a:pt x="37719" y="137233"/>
                  <a:pt x="37719" y="133585"/>
                </a:cubicBezTo>
                <a:lnTo>
                  <a:pt x="37719" y="49131"/>
                </a:lnTo>
                <a:cubicBezTo>
                  <a:pt x="37719" y="45711"/>
                  <a:pt x="38716" y="43013"/>
                  <a:pt x="40709" y="41020"/>
                </a:cubicBezTo>
                <a:cubicBezTo>
                  <a:pt x="42693" y="39027"/>
                  <a:pt x="45263" y="38030"/>
                  <a:pt x="48408" y="38030"/>
                </a:cubicBezTo>
                <a:close/>
                <a:moveTo>
                  <a:pt x="56583" y="56894"/>
                </a:moveTo>
                <a:lnTo>
                  <a:pt x="56583" y="127614"/>
                </a:lnTo>
                <a:lnTo>
                  <a:pt x="245178" y="127614"/>
                </a:lnTo>
                <a:lnTo>
                  <a:pt x="245178" y="56894"/>
                </a:lnTo>
                <a:lnTo>
                  <a:pt x="56583" y="56894"/>
                </a:lnTo>
                <a:close/>
                <a:moveTo>
                  <a:pt x="48408" y="167847"/>
                </a:moveTo>
                <a:lnTo>
                  <a:pt x="251771" y="167847"/>
                </a:lnTo>
                <a:cubicBezTo>
                  <a:pt x="254916" y="167847"/>
                  <a:pt x="257751" y="169155"/>
                  <a:pt x="260266" y="171779"/>
                </a:cubicBezTo>
                <a:cubicBezTo>
                  <a:pt x="262780" y="174394"/>
                  <a:pt x="264033" y="177384"/>
                  <a:pt x="264033" y="180740"/>
                </a:cubicBezTo>
                <a:lnTo>
                  <a:pt x="264033" y="263722"/>
                </a:lnTo>
                <a:cubicBezTo>
                  <a:pt x="264033" y="267910"/>
                  <a:pt x="262780" y="271101"/>
                  <a:pt x="260266" y="273305"/>
                </a:cubicBezTo>
                <a:cubicBezTo>
                  <a:pt x="257751" y="275509"/>
                  <a:pt x="254916" y="276606"/>
                  <a:pt x="251771" y="276606"/>
                </a:cubicBezTo>
                <a:lnTo>
                  <a:pt x="49981" y="276606"/>
                </a:lnTo>
                <a:cubicBezTo>
                  <a:pt x="46625" y="276606"/>
                  <a:pt x="43745" y="275509"/>
                  <a:pt x="41331" y="273305"/>
                </a:cubicBezTo>
                <a:cubicBezTo>
                  <a:pt x="38926" y="271101"/>
                  <a:pt x="37719" y="267910"/>
                  <a:pt x="37719" y="263722"/>
                </a:cubicBezTo>
                <a:lnTo>
                  <a:pt x="37719" y="180740"/>
                </a:lnTo>
                <a:cubicBezTo>
                  <a:pt x="37719" y="177384"/>
                  <a:pt x="38716" y="174394"/>
                  <a:pt x="40709" y="171779"/>
                </a:cubicBezTo>
                <a:cubicBezTo>
                  <a:pt x="42693" y="169155"/>
                  <a:pt x="45263" y="167847"/>
                  <a:pt x="48408" y="167847"/>
                </a:cubicBezTo>
                <a:close/>
                <a:moveTo>
                  <a:pt x="56583" y="186711"/>
                </a:moveTo>
                <a:lnTo>
                  <a:pt x="56583" y="257751"/>
                </a:lnTo>
                <a:lnTo>
                  <a:pt x="245178" y="257751"/>
                </a:lnTo>
                <a:lnTo>
                  <a:pt x="245178" y="186711"/>
                </a:lnTo>
                <a:lnTo>
                  <a:pt x="56583" y="186711"/>
                </a:lnTo>
                <a:close/>
                <a:moveTo>
                  <a:pt x="56583" y="56894"/>
                </a:moveTo>
                <a:lnTo>
                  <a:pt x="56583" y="127614"/>
                </a:lnTo>
                <a:lnTo>
                  <a:pt x="56583" y="56894"/>
                </a:lnTo>
                <a:close/>
                <a:moveTo>
                  <a:pt x="56583" y="186711"/>
                </a:moveTo>
                <a:lnTo>
                  <a:pt x="56583" y="257751"/>
                </a:lnTo>
                <a:lnTo>
                  <a:pt x="56583" y="186711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圖說"/>
          <p:cNvSpPr/>
          <p:nvPr/>
        </p:nvSpPr>
        <p:spPr>
          <a:xfrm>
            <a:off x="3303956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750" dirty="0"/>
          </a:p>
        </p:txBody>
      </p:sp>
      <p:sp>
        <p:nvSpPr>
          <p:cNvPr id="57" name="圖示 網路"/>
          <p:cNvSpPr/>
          <p:nvPr/>
        </p:nvSpPr>
        <p:spPr>
          <a:xfrm>
            <a:off x="4003449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37719" y="257751"/>
                </a:moveTo>
                <a:lnTo>
                  <a:pt x="37719" y="210595"/>
                </a:lnTo>
                <a:cubicBezTo>
                  <a:pt x="37719" y="205402"/>
                  <a:pt x="39566" y="200958"/>
                  <a:pt x="43251" y="197273"/>
                </a:cubicBezTo>
                <a:cubicBezTo>
                  <a:pt x="46964" y="193578"/>
                  <a:pt x="51398" y="191741"/>
                  <a:pt x="56583" y="191741"/>
                </a:cubicBezTo>
                <a:lnTo>
                  <a:pt x="75438" y="191741"/>
                </a:lnTo>
                <a:lnTo>
                  <a:pt x="75438" y="160303"/>
                </a:lnTo>
                <a:cubicBezTo>
                  <a:pt x="75438" y="155110"/>
                  <a:pt x="77285" y="150666"/>
                  <a:pt x="80970" y="146981"/>
                </a:cubicBezTo>
                <a:cubicBezTo>
                  <a:pt x="84683" y="143286"/>
                  <a:pt x="89117" y="141449"/>
                  <a:pt x="94302" y="141449"/>
                </a:cubicBezTo>
                <a:lnTo>
                  <a:pt x="141449" y="141449"/>
                </a:lnTo>
                <a:lnTo>
                  <a:pt x="141449" y="110011"/>
                </a:lnTo>
                <a:lnTo>
                  <a:pt x="122584" y="110011"/>
                </a:lnTo>
                <a:cubicBezTo>
                  <a:pt x="117391" y="110011"/>
                  <a:pt x="112947" y="108174"/>
                  <a:pt x="109262" y="104479"/>
                </a:cubicBezTo>
                <a:cubicBezTo>
                  <a:pt x="105567" y="100776"/>
                  <a:pt x="103730" y="96332"/>
                  <a:pt x="103730" y="91157"/>
                </a:cubicBezTo>
                <a:lnTo>
                  <a:pt x="103730" y="44010"/>
                </a:lnTo>
                <a:cubicBezTo>
                  <a:pt x="103730" y="38807"/>
                  <a:pt x="105567" y="34363"/>
                  <a:pt x="109262" y="30678"/>
                </a:cubicBezTo>
                <a:cubicBezTo>
                  <a:pt x="112965" y="26993"/>
                  <a:pt x="117409" y="25146"/>
                  <a:pt x="122584" y="25146"/>
                </a:cubicBezTo>
                <a:lnTo>
                  <a:pt x="179168" y="25146"/>
                </a:lnTo>
                <a:cubicBezTo>
                  <a:pt x="184361" y="25146"/>
                  <a:pt x="188805" y="26993"/>
                  <a:pt x="192490" y="30678"/>
                </a:cubicBezTo>
                <a:cubicBezTo>
                  <a:pt x="196185" y="34363"/>
                  <a:pt x="198022" y="38807"/>
                  <a:pt x="198022" y="44010"/>
                </a:cubicBezTo>
                <a:lnTo>
                  <a:pt x="198022" y="91157"/>
                </a:lnTo>
                <a:cubicBezTo>
                  <a:pt x="198022" y="96350"/>
                  <a:pt x="196185" y="100794"/>
                  <a:pt x="192490" y="104479"/>
                </a:cubicBezTo>
                <a:cubicBezTo>
                  <a:pt x="188805" y="108174"/>
                  <a:pt x="184361" y="110011"/>
                  <a:pt x="179168" y="110011"/>
                </a:cubicBezTo>
                <a:lnTo>
                  <a:pt x="160303" y="110011"/>
                </a:lnTo>
                <a:lnTo>
                  <a:pt x="160303" y="141449"/>
                </a:lnTo>
                <a:lnTo>
                  <a:pt x="207459" y="141449"/>
                </a:lnTo>
                <a:cubicBezTo>
                  <a:pt x="212653" y="141449"/>
                  <a:pt x="217097" y="143286"/>
                  <a:pt x="220782" y="146981"/>
                </a:cubicBezTo>
                <a:cubicBezTo>
                  <a:pt x="224467" y="150666"/>
                  <a:pt x="226314" y="155110"/>
                  <a:pt x="226314" y="160303"/>
                </a:cubicBezTo>
                <a:lnTo>
                  <a:pt x="226314" y="191741"/>
                </a:lnTo>
                <a:lnTo>
                  <a:pt x="245178" y="191741"/>
                </a:lnTo>
                <a:cubicBezTo>
                  <a:pt x="250372" y="191741"/>
                  <a:pt x="254816" y="193578"/>
                  <a:pt x="258501" y="197273"/>
                </a:cubicBezTo>
                <a:cubicBezTo>
                  <a:pt x="262186" y="200958"/>
                  <a:pt x="264033" y="205402"/>
                  <a:pt x="264033" y="210595"/>
                </a:cubicBezTo>
                <a:lnTo>
                  <a:pt x="264033" y="257751"/>
                </a:lnTo>
                <a:cubicBezTo>
                  <a:pt x="264033" y="262945"/>
                  <a:pt x="262186" y="267389"/>
                  <a:pt x="258501" y="271074"/>
                </a:cubicBezTo>
                <a:cubicBezTo>
                  <a:pt x="254816" y="274759"/>
                  <a:pt x="250372" y="276606"/>
                  <a:pt x="245178" y="276606"/>
                </a:cubicBezTo>
                <a:lnTo>
                  <a:pt x="188595" y="276606"/>
                </a:lnTo>
                <a:cubicBezTo>
                  <a:pt x="183401" y="276606"/>
                  <a:pt x="178957" y="274759"/>
                  <a:pt x="175272" y="271074"/>
                </a:cubicBezTo>
                <a:cubicBezTo>
                  <a:pt x="171578" y="267361"/>
                  <a:pt x="169740" y="262927"/>
                  <a:pt x="169740" y="257751"/>
                </a:cubicBezTo>
                <a:lnTo>
                  <a:pt x="169740" y="210595"/>
                </a:lnTo>
                <a:cubicBezTo>
                  <a:pt x="169740" y="205402"/>
                  <a:pt x="171578" y="200958"/>
                  <a:pt x="175272" y="197273"/>
                </a:cubicBezTo>
                <a:cubicBezTo>
                  <a:pt x="178976" y="193578"/>
                  <a:pt x="183419" y="191741"/>
                  <a:pt x="188595" y="191741"/>
                </a:cubicBezTo>
                <a:lnTo>
                  <a:pt x="207459" y="191741"/>
                </a:lnTo>
                <a:lnTo>
                  <a:pt x="207459" y="160303"/>
                </a:lnTo>
                <a:lnTo>
                  <a:pt x="94302" y="160303"/>
                </a:lnTo>
                <a:lnTo>
                  <a:pt x="94302" y="191741"/>
                </a:lnTo>
                <a:lnTo>
                  <a:pt x="113157" y="191741"/>
                </a:lnTo>
                <a:cubicBezTo>
                  <a:pt x="118351" y="191741"/>
                  <a:pt x="122795" y="193578"/>
                  <a:pt x="126489" y="197273"/>
                </a:cubicBezTo>
                <a:cubicBezTo>
                  <a:pt x="130174" y="200958"/>
                  <a:pt x="132021" y="205402"/>
                  <a:pt x="132021" y="210595"/>
                </a:cubicBezTo>
                <a:lnTo>
                  <a:pt x="132021" y="257751"/>
                </a:lnTo>
                <a:cubicBezTo>
                  <a:pt x="132021" y="262945"/>
                  <a:pt x="130174" y="267389"/>
                  <a:pt x="126489" y="271074"/>
                </a:cubicBezTo>
                <a:cubicBezTo>
                  <a:pt x="122795" y="274759"/>
                  <a:pt x="118351" y="276606"/>
                  <a:pt x="113157" y="276606"/>
                </a:cubicBezTo>
                <a:lnTo>
                  <a:pt x="56583" y="276606"/>
                </a:lnTo>
                <a:cubicBezTo>
                  <a:pt x="51380" y="276606"/>
                  <a:pt x="46936" y="274759"/>
                  <a:pt x="43251" y="271074"/>
                </a:cubicBezTo>
                <a:cubicBezTo>
                  <a:pt x="39566" y="267361"/>
                  <a:pt x="37719" y="262927"/>
                  <a:pt x="37719" y="257751"/>
                </a:cubicBezTo>
                <a:close/>
                <a:moveTo>
                  <a:pt x="122584" y="91157"/>
                </a:moveTo>
                <a:lnTo>
                  <a:pt x="179168" y="91157"/>
                </a:lnTo>
                <a:lnTo>
                  <a:pt x="179168" y="44010"/>
                </a:lnTo>
                <a:lnTo>
                  <a:pt x="122584" y="44010"/>
                </a:lnTo>
                <a:lnTo>
                  <a:pt x="122584" y="91157"/>
                </a:lnTo>
                <a:close/>
                <a:moveTo>
                  <a:pt x="56583" y="257751"/>
                </a:moveTo>
                <a:lnTo>
                  <a:pt x="113157" y="257751"/>
                </a:lnTo>
                <a:lnTo>
                  <a:pt x="113157" y="210595"/>
                </a:lnTo>
                <a:lnTo>
                  <a:pt x="56583" y="210595"/>
                </a:lnTo>
                <a:lnTo>
                  <a:pt x="56583" y="257751"/>
                </a:lnTo>
                <a:close/>
                <a:moveTo>
                  <a:pt x="188595" y="257751"/>
                </a:moveTo>
                <a:lnTo>
                  <a:pt x="245178" y="257751"/>
                </a:lnTo>
                <a:lnTo>
                  <a:pt x="245178" y="210595"/>
                </a:lnTo>
                <a:lnTo>
                  <a:pt x="188595" y="210595"/>
                </a:lnTo>
                <a:lnTo>
                  <a:pt x="188595" y="257751"/>
                </a:lnTo>
                <a:close/>
                <a:moveTo>
                  <a:pt x="150876" y="91157"/>
                </a:moveTo>
                <a:close/>
                <a:moveTo>
                  <a:pt x="113157" y="210595"/>
                </a:moveTo>
                <a:close/>
                <a:moveTo>
                  <a:pt x="188595" y="21059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3858677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750" dirty="0"/>
          </a:p>
        </p:txBody>
      </p:sp>
      <p:sp>
        <p:nvSpPr>
          <p:cNvPr id="59" name="圖示 電腦"/>
          <p:cNvSpPr/>
          <p:nvPr/>
        </p:nvSpPr>
        <p:spPr>
          <a:xfrm>
            <a:off x="4558170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2000" y="264033"/>
                </a:moveTo>
                <a:cubicBezTo>
                  <a:pt x="19321" y="264033"/>
                  <a:pt x="17081" y="263119"/>
                  <a:pt x="15280" y="261299"/>
                </a:cubicBezTo>
                <a:cubicBezTo>
                  <a:pt x="13478" y="259479"/>
                  <a:pt x="12573" y="257221"/>
                  <a:pt x="12573" y="254542"/>
                </a:cubicBezTo>
                <a:cubicBezTo>
                  <a:pt x="12573" y="251862"/>
                  <a:pt x="13478" y="249622"/>
                  <a:pt x="15280" y="247848"/>
                </a:cubicBezTo>
                <a:cubicBezTo>
                  <a:pt x="17099" y="246065"/>
                  <a:pt x="19340" y="245178"/>
                  <a:pt x="22000" y="245178"/>
                </a:cubicBezTo>
                <a:lnTo>
                  <a:pt x="279752" y="245178"/>
                </a:lnTo>
                <a:cubicBezTo>
                  <a:pt x="282431" y="245178"/>
                  <a:pt x="284671" y="246083"/>
                  <a:pt x="286472" y="247912"/>
                </a:cubicBezTo>
                <a:cubicBezTo>
                  <a:pt x="288274" y="249732"/>
                  <a:pt x="289179" y="251981"/>
                  <a:pt x="289179" y="254670"/>
                </a:cubicBezTo>
                <a:cubicBezTo>
                  <a:pt x="289179" y="257349"/>
                  <a:pt x="288274" y="259580"/>
                  <a:pt x="286472" y="261363"/>
                </a:cubicBezTo>
                <a:cubicBezTo>
                  <a:pt x="284671" y="263146"/>
                  <a:pt x="282431" y="264033"/>
                  <a:pt x="279752" y="264033"/>
                </a:cubicBezTo>
                <a:lnTo>
                  <a:pt x="22000" y="264033"/>
                </a:lnTo>
                <a:close/>
                <a:moveTo>
                  <a:pt x="44010" y="226314"/>
                </a:moveTo>
                <a:cubicBezTo>
                  <a:pt x="38981" y="226314"/>
                  <a:pt x="34573" y="224430"/>
                  <a:pt x="30806" y="220654"/>
                </a:cubicBezTo>
                <a:cubicBezTo>
                  <a:pt x="27030" y="216887"/>
                  <a:pt x="25146" y="212488"/>
                  <a:pt x="25146" y="207459"/>
                </a:cubicBezTo>
                <a:lnTo>
                  <a:pt x="25146" y="56583"/>
                </a:lnTo>
                <a:cubicBezTo>
                  <a:pt x="25146" y="51554"/>
                  <a:pt x="27030" y="47146"/>
                  <a:pt x="30806" y="43379"/>
                </a:cubicBezTo>
                <a:cubicBezTo>
                  <a:pt x="34573" y="39603"/>
                  <a:pt x="38981" y="37719"/>
                  <a:pt x="44010" y="37719"/>
                </a:cubicBezTo>
                <a:lnTo>
                  <a:pt x="257751" y="37719"/>
                </a:lnTo>
                <a:cubicBezTo>
                  <a:pt x="262780" y="37719"/>
                  <a:pt x="267179" y="39603"/>
                  <a:pt x="270946" y="43379"/>
                </a:cubicBezTo>
                <a:cubicBezTo>
                  <a:pt x="274722" y="47146"/>
                  <a:pt x="276606" y="51554"/>
                  <a:pt x="276606" y="56583"/>
                </a:cubicBezTo>
                <a:lnTo>
                  <a:pt x="276606" y="207459"/>
                </a:lnTo>
                <a:cubicBezTo>
                  <a:pt x="276606" y="212488"/>
                  <a:pt x="274722" y="216887"/>
                  <a:pt x="270946" y="220654"/>
                </a:cubicBezTo>
                <a:cubicBezTo>
                  <a:pt x="267179" y="224430"/>
                  <a:pt x="262780" y="226314"/>
                  <a:pt x="257751" y="226314"/>
                </a:cubicBezTo>
                <a:lnTo>
                  <a:pt x="44010" y="226314"/>
                </a:lnTo>
                <a:close/>
                <a:moveTo>
                  <a:pt x="44010" y="207459"/>
                </a:moveTo>
                <a:lnTo>
                  <a:pt x="257751" y="207459"/>
                </a:lnTo>
                <a:lnTo>
                  <a:pt x="257751" y="56583"/>
                </a:lnTo>
                <a:lnTo>
                  <a:pt x="44010" y="56583"/>
                </a:lnTo>
                <a:lnTo>
                  <a:pt x="44010" y="207459"/>
                </a:lnTo>
                <a:close/>
                <a:moveTo>
                  <a:pt x="44010" y="207459"/>
                </a:moveTo>
                <a:lnTo>
                  <a:pt x="44010" y="56583"/>
                </a:lnTo>
                <a:lnTo>
                  <a:pt x="44010" y="207459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4413397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750" dirty="0"/>
          </a:p>
        </p:txBody>
      </p:sp>
      <p:sp>
        <p:nvSpPr>
          <p:cNvPr id="61" name="圖示 程式"/>
          <p:cNvSpPr/>
          <p:nvPr/>
        </p:nvSpPr>
        <p:spPr>
          <a:xfrm>
            <a:off x="5112890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2176" y="150245"/>
                </a:moveTo>
                <a:lnTo>
                  <a:pt x="107497" y="205566"/>
                </a:lnTo>
                <a:cubicBezTo>
                  <a:pt x="109390" y="207459"/>
                  <a:pt x="110277" y="209654"/>
                  <a:pt x="110167" y="212168"/>
                </a:cubicBezTo>
                <a:cubicBezTo>
                  <a:pt x="110066" y="214683"/>
                  <a:pt x="109070" y="216887"/>
                  <a:pt x="107186" y="218770"/>
                </a:cubicBezTo>
                <a:cubicBezTo>
                  <a:pt x="105302" y="220654"/>
                  <a:pt x="103044" y="221596"/>
                  <a:pt x="100429" y="221596"/>
                </a:cubicBezTo>
                <a:cubicBezTo>
                  <a:pt x="97804" y="221596"/>
                  <a:pt x="95555" y="220654"/>
                  <a:pt x="93671" y="218770"/>
                </a:cubicBezTo>
                <a:lnTo>
                  <a:pt x="31748" y="156847"/>
                </a:lnTo>
                <a:cubicBezTo>
                  <a:pt x="30696" y="155805"/>
                  <a:pt x="29965" y="154753"/>
                  <a:pt x="29544" y="153701"/>
                </a:cubicBezTo>
                <a:cubicBezTo>
                  <a:pt x="29124" y="152659"/>
                  <a:pt x="28922" y="151507"/>
                  <a:pt x="28922" y="150245"/>
                </a:cubicBezTo>
                <a:cubicBezTo>
                  <a:pt x="28922" y="148992"/>
                  <a:pt x="29124" y="147840"/>
                  <a:pt x="29544" y="146789"/>
                </a:cubicBezTo>
                <a:cubicBezTo>
                  <a:pt x="29965" y="145746"/>
                  <a:pt x="30696" y="144695"/>
                  <a:pt x="31748" y="143643"/>
                </a:cubicBezTo>
                <a:lnTo>
                  <a:pt x="94613" y="80778"/>
                </a:lnTo>
                <a:cubicBezTo>
                  <a:pt x="96497" y="78894"/>
                  <a:pt x="98746" y="77953"/>
                  <a:pt x="101370" y="77953"/>
                </a:cubicBezTo>
                <a:cubicBezTo>
                  <a:pt x="103986" y="77953"/>
                  <a:pt x="106244" y="78894"/>
                  <a:pt x="108128" y="80778"/>
                </a:cubicBezTo>
                <a:cubicBezTo>
                  <a:pt x="110011" y="82671"/>
                  <a:pt x="110953" y="84920"/>
                  <a:pt x="110953" y="87536"/>
                </a:cubicBezTo>
                <a:cubicBezTo>
                  <a:pt x="110953" y="90160"/>
                  <a:pt x="110011" y="92409"/>
                  <a:pt x="108128" y="94302"/>
                </a:cubicBezTo>
                <a:lnTo>
                  <a:pt x="52176" y="150245"/>
                </a:lnTo>
                <a:close/>
                <a:moveTo>
                  <a:pt x="249576" y="150245"/>
                </a:moveTo>
                <a:lnTo>
                  <a:pt x="194255" y="94924"/>
                </a:lnTo>
                <a:cubicBezTo>
                  <a:pt x="192371" y="93040"/>
                  <a:pt x="191475" y="90836"/>
                  <a:pt x="191585" y="88322"/>
                </a:cubicBezTo>
                <a:cubicBezTo>
                  <a:pt x="191686" y="85807"/>
                  <a:pt x="192682" y="83613"/>
                  <a:pt x="194566" y="81729"/>
                </a:cubicBezTo>
                <a:cubicBezTo>
                  <a:pt x="196450" y="79836"/>
                  <a:pt x="198708" y="78894"/>
                  <a:pt x="201323" y="78894"/>
                </a:cubicBezTo>
                <a:cubicBezTo>
                  <a:pt x="203948" y="78894"/>
                  <a:pt x="206197" y="79836"/>
                  <a:pt x="208081" y="81729"/>
                </a:cubicBezTo>
                <a:lnTo>
                  <a:pt x="270004" y="143643"/>
                </a:lnTo>
                <a:cubicBezTo>
                  <a:pt x="271056" y="144695"/>
                  <a:pt x="271787" y="145746"/>
                  <a:pt x="272208" y="146789"/>
                </a:cubicBezTo>
                <a:cubicBezTo>
                  <a:pt x="272628" y="147840"/>
                  <a:pt x="272839" y="148992"/>
                  <a:pt x="272839" y="150245"/>
                </a:cubicBezTo>
                <a:cubicBezTo>
                  <a:pt x="272839" y="151507"/>
                  <a:pt x="272628" y="152659"/>
                  <a:pt x="272208" y="153701"/>
                </a:cubicBezTo>
                <a:cubicBezTo>
                  <a:pt x="271787" y="154753"/>
                  <a:pt x="271056" y="155805"/>
                  <a:pt x="270004" y="156847"/>
                </a:cubicBezTo>
                <a:lnTo>
                  <a:pt x="207139" y="219712"/>
                </a:lnTo>
                <a:cubicBezTo>
                  <a:pt x="205255" y="221596"/>
                  <a:pt x="203052" y="222492"/>
                  <a:pt x="200537" y="222382"/>
                </a:cubicBezTo>
                <a:cubicBezTo>
                  <a:pt x="198022" y="222281"/>
                  <a:pt x="195828" y="221285"/>
                  <a:pt x="193935" y="219401"/>
                </a:cubicBezTo>
                <a:cubicBezTo>
                  <a:pt x="192051" y="217517"/>
                  <a:pt x="191110" y="215259"/>
                  <a:pt x="191110" y="212644"/>
                </a:cubicBezTo>
                <a:cubicBezTo>
                  <a:pt x="191110" y="210019"/>
                  <a:pt x="192051" y="207770"/>
                  <a:pt x="193935" y="205886"/>
                </a:cubicBezTo>
                <a:lnTo>
                  <a:pt x="249576" y="150245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圖說"/>
          <p:cNvSpPr/>
          <p:nvPr/>
        </p:nvSpPr>
        <p:spPr>
          <a:xfrm>
            <a:off x="4968118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750" dirty="0"/>
          </a:p>
        </p:txBody>
      </p:sp>
      <p:sp>
        <p:nvSpPr>
          <p:cNvPr id="63" name="圖示 API"/>
          <p:cNvSpPr/>
          <p:nvPr/>
        </p:nvSpPr>
        <p:spPr>
          <a:xfrm>
            <a:off x="5667611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183877"/>
                </a:moveTo>
                <a:lnTo>
                  <a:pt x="117875" y="150876"/>
                </a:lnTo>
                <a:lnTo>
                  <a:pt x="150876" y="117875"/>
                </a:lnTo>
                <a:lnTo>
                  <a:pt x="183877" y="150876"/>
                </a:lnTo>
                <a:lnTo>
                  <a:pt x="150876" y="183877"/>
                </a:lnTo>
                <a:close/>
                <a:moveTo>
                  <a:pt x="124157" y="91467"/>
                </a:moveTo>
                <a:lnTo>
                  <a:pt x="98069" y="65380"/>
                </a:lnTo>
                <a:lnTo>
                  <a:pt x="137672" y="25777"/>
                </a:lnTo>
                <a:cubicBezTo>
                  <a:pt x="139565" y="23893"/>
                  <a:pt x="141659" y="22531"/>
                  <a:pt x="143963" y="21690"/>
                </a:cubicBezTo>
                <a:cubicBezTo>
                  <a:pt x="146267" y="20848"/>
                  <a:pt x="148572" y="20428"/>
                  <a:pt x="150876" y="20428"/>
                </a:cubicBezTo>
                <a:cubicBezTo>
                  <a:pt x="153180" y="20428"/>
                  <a:pt x="155485" y="20848"/>
                  <a:pt x="157789" y="21690"/>
                </a:cubicBezTo>
                <a:cubicBezTo>
                  <a:pt x="160093" y="22531"/>
                  <a:pt x="162196" y="23893"/>
                  <a:pt x="164080" y="25777"/>
                </a:cubicBezTo>
                <a:lnTo>
                  <a:pt x="203683" y="65380"/>
                </a:lnTo>
                <a:lnTo>
                  <a:pt x="177595" y="91467"/>
                </a:lnTo>
                <a:lnTo>
                  <a:pt x="150876" y="64749"/>
                </a:lnTo>
                <a:lnTo>
                  <a:pt x="124157" y="91467"/>
                </a:lnTo>
                <a:close/>
                <a:moveTo>
                  <a:pt x="65380" y="203683"/>
                </a:moveTo>
                <a:lnTo>
                  <a:pt x="25777" y="164080"/>
                </a:lnTo>
                <a:cubicBezTo>
                  <a:pt x="23893" y="162196"/>
                  <a:pt x="22531" y="160093"/>
                  <a:pt x="21690" y="157789"/>
                </a:cubicBezTo>
                <a:cubicBezTo>
                  <a:pt x="20848" y="155485"/>
                  <a:pt x="20428" y="153180"/>
                  <a:pt x="20428" y="150876"/>
                </a:cubicBezTo>
                <a:cubicBezTo>
                  <a:pt x="20428" y="148572"/>
                  <a:pt x="20848" y="146267"/>
                  <a:pt x="21690" y="143963"/>
                </a:cubicBezTo>
                <a:cubicBezTo>
                  <a:pt x="22531" y="141659"/>
                  <a:pt x="23893" y="139565"/>
                  <a:pt x="25777" y="137672"/>
                </a:cubicBezTo>
                <a:lnTo>
                  <a:pt x="65380" y="98069"/>
                </a:lnTo>
                <a:lnTo>
                  <a:pt x="91467" y="124157"/>
                </a:lnTo>
                <a:lnTo>
                  <a:pt x="64749" y="150876"/>
                </a:lnTo>
                <a:lnTo>
                  <a:pt x="91467" y="177595"/>
                </a:lnTo>
                <a:lnTo>
                  <a:pt x="65380" y="203683"/>
                </a:lnTo>
                <a:close/>
                <a:moveTo>
                  <a:pt x="236372" y="203683"/>
                </a:moveTo>
                <a:lnTo>
                  <a:pt x="210285" y="177595"/>
                </a:lnTo>
                <a:lnTo>
                  <a:pt x="237003" y="150876"/>
                </a:lnTo>
                <a:lnTo>
                  <a:pt x="210285" y="124157"/>
                </a:lnTo>
                <a:lnTo>
                  <a:pt x="236372" y="98069"/>
                </a:lnTo>
                <a:lnTo>
                  <a:pt x="275975" y="137672"/>
                </a:lnTo>
                <a:cubicBezTo>
                  <a:pt x="277868" y="139565"/>
                  <a:pt x="279221" y="141659"/>
                  <a:pt x="280062" y="143963"/>
                </a:cubicBezTo>
                <a:cubicBezTo>
                  <a:pt x="280904" y="146267"/>
                  <a:pt x="281324" y="148572"/>
                  <a:pt x="281324" y="150876"/>
                </a:cubicBezTo>
                <a:cubicBezTo>
                  <a:pt x="281324" y="153180"/>
                  <a:pt x="280904" y="155485"/>
                  <a:pt x="280062" y="157789"/>
                </a:cubicBezTo>
                <a:cubicBezTo>
                  <a:pt x="279221" y="160093"/>
                  <a:pt x="277868" y="162196"/>
                  <a:pt x="275975" y="164080"/>
                </a:cubicBezTo>
                <a:lnTo>
                  <a:pt x="236372" y="203683"/>
                </a:lnTo>
                <a:close/>
                <a:moveTo>
                  <a:pt x="137672" y="275975"/>
                </a:moveTo>
                <a:lnTo>
                  <a:pt x="98069" y="236372"/>
                </a:lnTo>
                <a:lnTo>
                  <a:pt x="124157" y="210285"/>
                </a:lnTo>
                <a:lnTo>
                  <a:pt x="150876" y="237003"/>
                </a:lnTo>
                <a:lnTo>
                  <a:pt x="177595" y="210285"/>
                </a:lnTo>
                <a:lnTo>
                  <a:pt x="203683" y="236372"/>
                </a:lnTo>
                <a:lnTo>
                  <a:pt x="164080" y="275975"/>
                </a:lnTo>
                <a:cubicBezTo>
                  <a:pt x="162196" y="277868"/>
                  <a:pt x="160093" y="279221"/>
                  <a:pt x="157789" y="280062"/>
                </a:cubicBezTo>
                <a:cubicBezTo>
                  <a:pt x="155485" y="280904"/>
                  <a:pt x="153180" y="281324"/>
                  <a:pt x="150876" y="281324"/>
                </a:cubicBezTo>
                <a:cubicBezTo>
                  <a:pt x="148572" y="281324"/>
                  <a:pt x="146267" y="280904"/>
                  <a:pt x="143963" y="280062"/>
                </a:cubicBezTo>
                <a:cubicBezTo>
                  <a:pt x="141659" y="279221"/>
                  <a:pt x="139565" y="277868"/>
                  <a:pt x="137672" y="275975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圖說"/>
          <p:cNvSpPr/>
          <p:nvPr/>
        </p:nvSpPr>
        <p:spPr>
          <a:xfrm>
            <a:off x="5522839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750" dirty="0"/>
          </a:p>
        </p:txBody>
      </p:sp>
      <p:sp>
        <p:nvSpPr>
          <p:cNvPr id="65" name="圖示 AI 機器人"/>
          <p:cNvSpPr/>
          <p:nvPr/>
        </p:nvSpPr>
        <p:spPr>
          <a:xfrm>
            <a:off x="6222332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6205" y="183566"/>
                </a:moveTo>
                <a:cubicBezTo>
                  <a:pt x="36777" y="183566"/>
                  <a:pt x="28813" y="180301"/>
                  <a:pt x="22321" y="173763"/>
                </a:cubicBezTo>
                <a:cubicBezTo>
                  <a:pt x="15819" y="167225"/>
                  <a:pt x="12573" y="159279"/>
                  <a:pt x="12573" y="149934"/>
                </a:cubicBezTo>
                <a:cubicBezTo>
                  <a:pt x="12573" y="140589"/>
                  <a:pt x="15847" y="132643"/>
                  <a:pt x="22385" y="126105"/>
                </a:cubicBezTo>
                <a:cubicBezTo>
                  <a:pt x="28922" y="119567"/>
                  <a:pt x="36859" y="116303"/>
                  <a:pt x="46205" y="116303"/>
                </a:cubicBezTo>
                <a:lnTo>
                  <a:pt x="46205" y="77642"/>
                </a:lnTo>
                <a:cubicBezTo>
                  <a:pt x="46205" y="72613"/>
                  <a:pt x="48088" y="68205"/>
                  <a:pt x="51865" y="64438"/>
                </a:cubicBezTo>
                <a:cubicBezTo>
                  <a:pt x="55632" y="60661"/>
                  <a:pt x="60040" y="58778"/>
                  <a:pt x="65069" y="58778"/>
                </a:cubicBezTo>
                <a:lnTo>
                  <a:pt x="117244" y="58778"/>
                </a:lnTo>
                <a:cubicBezTo>
                  <a:pt x="117244" y="49350"/>
                  <a:pt x="120490" y="41386"/>
                  <a:pt x="126992" y="34894"/>
                </a:cubicBezTo>
                <a:cubicBezTo>
                  <a:pt x="133484" y="28392"/>
                  <a:pt x="141449" y="25146"/>
                  <a:pt x="150876" y="25146"/>
                </a:cubicBezTo>
                <a:cubicBezTo>
                  <a:pt x="160303" y="25146"/>
                  <a:pt x="168268" y="28410"/>
                  <a:pt x="174769" y="34958"/>
                </a:cubicBezTo>
                <a:cubicBezTo>
                  <a:pt x="181262" y="41495"/>
                  <a:pt x="184508" y="49432"/>
                  <a:pt x="184508" y="58778"/>
                </a:cubicBezTo>
                <a:lnTo>
                  <a:pt x="236683" y="58778"/>
                </a:lnTo>
                <a:cubicBezTo>
                  <a:pt x="241712" y="58778"/>
                  <a:pt x="246120" y="60661"/>
                  <a:pt x="249887" y="64438"/>
                </a:cubicBezTo>
                <a:cubicBezTo>
                  <a:pt x="253664" y="68205"/>
                  <a:pt x="255547" y="72613"/>
                  <a:pt x="255547" y="77642"/>
                </a:cubicBezTo>
                <a:lnTo>
                  <a:pt x="255547" y="116303"/>
                </a:lnTo>
                <a:cubicBezTo>
                  <a:pt x="264975" y="116303"/>
                  <a:pt x="272939" y="119567"/>
                  <a:pt x="279431" y="126105"/>
                </a:cubicBezTo>
                <a:cubicBezTo>
                  <a:pt x="285933" y="132643"/>
                  <a:pt x="289179" y="140589"/>
                  <a:pt x="289179" y="149934"/>
                </a:cubicBezTo>
                <a:cubicBezTo>
                  <a:pt x="289179" y="159279"/>
                  <a:pt x="285915" y="167225"/>
                  <a:pt x="279377" y="173763"/>
                </a:cubicBezTo>
                <a:cubicBezTo>
                  <a:pt x="272839" y="180301"/>
                  <a:pt x="264893" y="183566"/>
                  <a:pt x="255547" y="183566"/>
                </a:cubicBezTo>
                <a:lnTo>
                  <a:pt x="255547" y="245178"/>
                </a:lnTo>
                <a:cubicBezTo>
                  <a:pt x="255547" y="250207"/>
                  <a:pt x="253664" y="254606"/>
                  <a:pt x="249887" y="258373"/>
                </a:cubicBezTo>
                <a:cubicBezTo>
                  <a:pt x="246120" y="262149"/>
                  <a:pt x="241712" y="264033"/>
                  <a:pt x="236683" y="264033"/>
                </a:cubicBezTo>
                <a:lnTo>
                  <a:pt x="65069" y="264033"/>
                </a:lnTo>
                <a:cubicBezTo>
                  <a:pt x="60040" y="264033"/>
                  <a:pt x="55632" y="262149"/>
                  <a:pt x="51865" y="258373"/>
                </a:cubicBezTo>
                <a:cubicBezTo>
                  <a:pt x="48088" y="254606"/>
                  <a:pt x="46205" y="250207"/>
                  <a:pt x="46205" y="245178"/>
                </a:cubicBezTo>
                <a:lnTo>
                  <a:pt x="46205" y="183566"/>
                </a:lnTo>
                <a:close/>
                <a:moveTo>
                  <a:pt x="116769" y="148453"/>
                </a:moveTo>
                <a:cubicBezTo>
                  <a:pt x="119183" y="146002"/>
                  <a:pt x="120390" y="143021"/>
                  <a:pt x="120390" y="139501"/>
                </a:cubicBezTo>
                <a:cubicBezTo>
                  <a:pt x="120390" y="135980"/>
                  <a:pt x="119165" y="133009"/>
                  <a:pt x="116705" y="130604"/>
                </a:cubicBezTo>
                <a:cubicBezTo>
                  <a:pt x="114254" y="128190"/>
                  <a:pt x="111273" y="126992"/>
                  <a:pt x="107753" y="126992"/>
                </a:cubicBezTo>
                <a:cubicBezTo>
                  <a:pt x="104232" y="126992"/>
                  <a:pt x="101261" y="128217"/>
                  <a:pt x="98856" y="130668"/>
                </a:cubicBezTo>
                <a:cubicBezTo>
                  <a:pt x="96442" y="133118"/>
                  <a:pt x="95244" y="136099"/>
                  <a:pt x="95244" y="139620"/>
                </a:cubicBezTo>
                <a:cubicBezTo>
                  <a:pt x="95244" y="143140"/>
                  <a:pt x="96469" y="146112"/>
                  <a:pt x="98920" y="148517"/>
                </a:cubicBezTo>
                <a:cubicBezTo>
                  <a:pt x="101370" y="150931"/>
                  <a:pt x="104360" y="152138"/>
                  <a:pt x="107881" y="152138"/>
                </a:cubicBezTo>
                <a:cubicBezTo>
                  <a:pt x="111401" y="152138"/>
                  <a:pt x="114364" y="150903"/>
                  <a:pt x="116769" y="148453"/>
                </a:cubicBezTo>
                <a:close/>
                <a:moveTo>
                  <a:pt x="202896" y="148453"/>
                </a:moveTo>
                <a:cubicBezTo>
                  <a:pt x="205310" y="146002"/>
                  <a:pt x="206508" y="143021"/>
                  <a:pt x="206508" y="139501"/>
                </a:cubicBezTo>
                <a:cubicBezTo>
                  <a:pt x="206508" y="135980"/>
                  <a:pt x="205283" y="133009"/>
                  <a:pt x="202832" y="130604"/>
                </a:cubicBezTo>
                <a:cubicBezTo>
                  <a:pt x="200382" y="128190"/>
                  <a:pt x="197392" y="126992"/>
                  <a:pt x="193880" y="126992"/>
                </a:cubicBezTo>
                <a:cubicBezTo>
                  <a:pt x="190360" y="126992"/>
                  <a:pt x="187388" y="128217"/>
                  <a:pt x="184983" y="130668"/>
                </a:cubicBezTo>
                <a:cubicBezTo>
                  <a:pt x="182569" y="133118"/>
                  <a:pt x="181362" y="136099"/>
                  <a:pt x="181362" y="139620"/>
                </a:cubicBezTo>
                <a:cubicBezTo>
                  <a:pt x="181362" y="143140"/>
                  <a:pt x="182587" y="146112"/>
                  <a:pt x="185047" y="148517"/>
                </a:cubicBezTo>
                <a:cubicBezTo>
                  <a:pt x="187498" y="150931"/>
                  <a:pt x="190479" y="152138"/>
                  <a:pt x="193999" y="152138"/>
                </a:cubicBezTo>
                <a:cubicBezTo>
                  <a:pt x="197520" y="152138"/>
                  <a:pt x="200491" y="150903"/>
                  <a:pt x="202896" y="148453"/>
                </a:cubicBezTo>
                <a:close/>
                <a:moveTo>
                  <a:pt x="107497" y="212168"/>
                </a:moveTo>
                <a:lnTo>
                  <a:pt x="194255" y="212168"/>
                </a:lnTo>
                <a:cubicBezTo>
                  <a:pt x="196934" y="212168"/>
                  <a:pt x="199175" y="211254"/>
                  <a:pt x="200976" y="209434"/>
                </a:cubicBezTo>
                <a:cubicBezTo>
                  <a:pt x="202777" y="207615"/>
                  <a:pt x="203683" y="205356"/>
                  <a:pt x="203683" y="202677"/>
                </a:cubicBezTo>
                <a:cubicBezTo>
                  <a:pt x="203683" y="199998"/>
                  <a:pt x="202777" y="197766"/>
                  <a:pt x="200976" y="195983"/>
                </a:cubicBezTo>
                <a:cubicBezTo>
                  <a:pt x="199175" y="194200"/>
                  <a:pt x="196934" y="193313"/>
                  <a:pt x="194255" y="193313"/>
                </a:cubicBezTo>
                <a:lnTo>
                  <a:pt x="107497" y="193313"/>
                </a:lnTo>
                <a:cubicBezTo>
                  <a:pt x="104818" y="193313"/>
                  <a:pt x="102577" y="194219"/>
                  <a:pt x="100776" y="196047"/>
                </a:cubicBezTo>
                <a:cubicBezTo>
                  <a:pt x="98975" y="197867"/>
                  <a:pt x="98069" y="200116"/>
                  <a:pt x="98069" y="202805"/>
                </a:cubicBezTo>
                <a:cubicBezTo>
                  <a:pt x="98069" y="205484"/>
                  <a:pt x="98975" y="207715"/>
                  <a:pt x="100776" y="209498"/>
                </a:cubicBezTo>
                <a:cubicBezTo>
                  <a:pt x="102577" y="211281"/>
                  <a:pt x="104818" y="212168"/>
                  <a:pt x="107497" y="212168"/>
                </a:cubicBezTo>
                <a:close/>
                <a:moveTo>
                  <a:pt x="65069" y="245178"/>
                </a:moveTo>
                <a:lnTo>
                  <a:pt x="236683" y="245178"/>
                </a:lnTo>
                <a:lnTo>
                  <a:pt x="236683" y="77642"/>
                </a:lnTo>
                <a:lnTo>
                  <a:pt x="65069" y="77642"/>
                </a:lnTo>
                <a:lnTo>
                  <a:pt x="65069" y="245178"/>
                </a:lnTo>
                <a:close/>
                <a:moveTo>
                  <a:pt x="150876" y="161245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圖說"/>
          <p:cNvSpPr/>
          <p:nvPr/>
        </p:nvSpPr>
        <p:spPr>
          <a:xfrm>
            <a:off x="6077560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750" dirty="0"/>
          </a:p>
        </p:txBody>
      </p:sp>
      <p:sp>
        <p:nvSpPr>
          <p:cNvPr id="67" name="圖示 AI"/>
          <p:cNvSpPr/>
          <p:nvPr/>
        </p:nvSpPr>
        <p:spPr>
          <a:xfrm>
            <a:off x="6777053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1012" y="264033"/>
                </a:moveTo>
                <a:cubicBezTo>
                  <a:pt x="110332" y="264033"/>
                  <a:pt x="101261" y="260055"/>
                  <a:pt x="93827" y="252091"/>
                </a:cubicBezTo>
                <a:cubicBezTo>
                  <a:pt x="86383" y="244127"/>
                  <a:pt x="82141" y="235120"/>
                  <a:pt x="81098" y="225061"/>
                </a:cubicBezTo>
                <a:cubicBezTo>
                  <a:pt x="68735" y="224010"/>
                  <a:pt x="58412" y="218825"/>
                  <a:pt x="50137" y="209498"/>
                </a:cubicBezTo>
                <a:cubicBezTo>
                  <a:pt x="41861" y="200171"/>
                  <a:pt x="37719" y="188805"/>
                  <a:pt x="37719" y="175391"/>
                </a:cubicBezTo>
                <a:cubicBezTo>
                  <a:pt x="37719" y="170782"/>
                  <a:pt x="38295" y="166329"/>
                  <a:pt x="39447" y="162032"/>
                </a:cubicBezTo>
                <a:cubicBezTo>
                  <a:pt x="40599" y="157743"/>
                  <a:pt x="42328" y="153601"/>
                  <a:pt x="44632" y="149623"/>
                </a:cubicBezTo>
                <a:cubicBezTo>
                  <a:pt x="42328" y="145847"/>
                  <a:pt x="40599" y="141869"/>
                  <a:pt x="39447" y="137672"/>
                </a:cubicBezTo>
                <a:cubicBezTo>
                  <a:pt x="38295" y="133484"/>
                  <a:pt x="37719" y="128976"/>
                  <a:pt x="37719" y="124157"/>
                </a:cubicBezTo>
                <a:cubicBezTo>
                  <a:pt x="37719" y="111584"/>
                  <a:pt x="42072" y="100794"/>
                  <a:pt x="50767" y="91787"/>
                </a:cubicBezTo>
                <a:cubicBezTo>
                  <a:pt x="59463" y="82771"/>
                  <a:pt x="69778" y="77532"/>
                  <a:pt x="81729" y="76069"/>
                </a:cubicBezTo>
                <a:cubicBezTo>
                  <a:pt x="82141" y="65380"/>
                  <a:pt x="86173" y="56318"/>
                  <a:pt x="93827" y="48875"/>
                </a:cubicBezTo>
                <a:cubicBezTo>
                  <a:pt x="101471" y="41441"/>
                  <a:pt x="110642" y="37719"/>
                  <a:pt x="121332" y="37719"/>
                </a:cubicBezTo>
                <a:cubicBezTo>
                  <a:pt x="127403" y="37719"/>
                  <a:pt x="132798" y="38816"/>
                  <a:pt x="137517" y="41020"/>
                </a:cubicBezTo>
                <a:cubicBezTo>
                  <a:pt x="142235" y="43224"/>
                  <a:pt x="146688" y="46415"/>
                  <a:pt x="150876" y="50603"/>
                </a:cubicBezTo>
                <a:cubicBezTo>
                  <a:pt x="155064" y="46415"/>
                  <a:pt x="159471" y="43224"/>
                  <a:pt x="164080" y="41020"/>
                </a:cubicBezTo>
                <a:cubicBezTo>
                  <a:pt x="168689" y="38816"/>
                  <a:pt x="174029" y="37719"/>
                  <a:pt x="180109" y="37719"/>
                </a:cubicBezTo>
                <a:cubicBezTo>
                  <a:pt x="190588" y="37719"/>
                  <a:pt x="199595" y="41441"/>
                  <a:pt x="207139" y="48875"/>
                </a:cubicBezTo>
                <a:cubicBezTo>
                  <a:pt x="214683" y="56318"/>
                  <a:pt x="218770" y="65380"/>
                  <a:pt x="219401" y="76069"/>
                </a:cubicBezTo>
                <a:cubicBezTo>
                  <a:pt x="231554" y="77111"/>
                  <a:pt x="242033" y="82195"/>
                  <a:pt x="250829" y="91312"/>
                </a:cubicBezTo>
                <a:cubicBezTo>
                  <a:pt x="259635" y="100429"/>
                  <a:pt x="264033" y="111374"/>
                  <a:pt x="264033" y="124157"/>
                </a:cubicBezTo>
                <a:cubicBezTo>
                  <a:pt x="264033" y="128976"/>
                  <a:pt x="263402" y="133539"/>
                  <a:pt x="262149" y="137828"/>
                </a:cubicBezTo>
                <a:cubicBezTo>
                  <a:pt x="260887" y="142125"/>
                  <a:pt x="259104" y="146158"/>
                  <a:pt x="256800" y="149934"/>
                </a:cubicBezTo>
                <a:cubicBezTo>
                  <a:pt x="259104" y="154122"/>
                  <a:pt x="260887" y="158520"/>
                  <a:pt x="262149" y="163138"/>
                </a:cubicBezTo>
                <a:cubicBezTo>
                  <a:pt x="263402" y="167747"/>
                  <a:pt x="264033" y="172255"/>
                  <a:pt x="264033" y="176653"/>
                </a:cubicBezTo>
                <a:cubicBezTo>
                  <a:pt x="264033" y="190058"/>
                  <a:pt x="259891" y="201223"/>
                  <a:pt x="251615" y="210129"/>
                </a:cubicBezTo>
                <a:cubicBezTo>
                  <a:pt x="243340" y="219035"/>
                  <a:pt x="233017" y="224010"/>
                  <a:pt x="220654" y="225061"/>
                </a:cubicBezTo>
                <a:cubicBezTo>
                  <a:pt x="219611" y="235120"/>
                  <a:pt x="215314" y="244127"/>
                  <a:pt x="207770" y="252091"/>
                </a:cubicBezTo>
                <a:cubicBezTo>
                  <a:pt x="200226" y="260055"/>
                  <a:pt x="191210" y="264033"/>
                  <a:pt x="180740" y="264033"/>
                </a:cubicBezTo>
                <a:cubicBezTo>
                  <a:pt x="174449" y="264033"/>
                  <a:pt x="168999" y="262981"/>
                  <a:pt x="164391" y="260887"/>
                </a:cubicBezTo>
                <a:cubicBezTo>
                  <a:pt x="159782" y="258793"/>
                  <a:pt x="155274" y="255648"/>
                  <a:pt x="150876" y="251460"/>
                </a:cubicBezTo>
                <a:cubicBezTo>
                  <a:pt x="146478" y="255648"/>
                  <a:pt x="141970" y="258793"/>
                  <a:pt x="137361" y="260887"/>
                </a:cubicBezTo>
                <a:cubicBezTo>
                  <a:pt x="132753" y="262981"/>
                  <a:pt x="127303" y="264033"/>
                  <a:pt x="121012" y="264033"/>
                </a:cubicBezTo>
                <a:close/>
                <a:moveTo>
                  <a:pt x="160303" y="75438"/>
                </a:moveTo>
                <a:lnTo>
                  <a:pt x="160303" y="226314"/>
                </a:lnTo>
                <a:cubicBezTo>
                  <a:pt x="160303" y="231554"/>
                  <a:pt x="162352" y="236007"/>
                  <a:pt x="166439" y="239673"/>
                </a:cubicBezTo>
                <a:cubicBezTo>
                  <a:pt x="170517" y="243340"/>
                  <a:pt x="175391" y="245178"/>
                  <a:pt x="181051" y="245178"/>
                </a:cubicBezTo>
                <a:cubicBezTo>
                  <a:pt x="186501" y="245178"/>
                  <a:pt x="191210" y="242764"/>
                  <a:pt x="195197" y="237945"/>
                </a:cubicBezTo>
                <a:cubicBezTo>
                  <a:pt x="199175" y="233126"/>
                  <a:pt x="201378" y="228198"/>
                  <a:pt x="201799" y="223168"/>
                </a:cubicBezTo>
                <a:cubicBezTo>
                  <a:pt x="196980" y="221495"/>
                  <a:pt x="192472" y="219246"/>
                  <a:pt x="188284" y="216411"/>
                </a:cubicBezTo>
                <a:cubicBezTo>
                  <a:pt x="184087" y="213586"/>
                  <a:pt x="180530" y="210074"/>
                  <a:pt x="177595" y="205886"/>
                </a:cubicBezTo>
                <a:cubicBezTo>
                  <a:pt x="175921" y="203582"/>
                  <a:pt x="175290" y="201223"/>
                  <a:pt x="175711" y="198809"/>
                </a:cubicBezTo>
                <a:cubicBezTo>
                  <a:pt x="176123" y="196404"/>
                  <a:pt x="177485" y="194356"/>
                  <a:pt x="179798" y="192682"/>
                </a:cubicBezTo>
                <a:cubicBezTo>
                  <a:pt x="182103" y="191009"/>
                  <a:pt x="184453" y="190378"/>
                  <a:pt x="186867" y="190799"/>
                </a:cubicBezTo>
                <a:cubicBezTo>
                  <a:pt x="189272" y="191210"/>
                  <a:pt x="191320" y="192573"/>
                  <a:pt x="192993" y="194886"/>
                </a:cubicBezTo>
                <a:cubicBezTo>
                  <a:pt x="195718" y="198653"/>
                  <a:pt x="199074" y="201534"/>
                  <a:pt x="203052" y="203527"/>
                </a:cubicBezTo>
                <a:cubicBezTo>
                  <a:pt x="207038" y="205521"/>
                  <a:pt x="211437" y="206508"/>
                  <a:pt x="216256" y="206508"/>
                </a:cubicBezTo>
                <a:cubicBezTo>
                  <a:pt x="224220" y="206508"/>
                  <a:pt x="231032" y="203783"/>
                  <a:pt x="236683" y="198343"/>
                </a:cubicBezTo>
                <a:cubicBezTo>
                  <a:pt x="242343" y="192893"/>
                  <a:pt x="245178" y="185660"/>
                  <a:pt x="245178" y="176653"/>
                </a:cubicBezTo>
                <a:cubicBezTo>
                  <a:pt x="245178" y="174769"/>
                  <a:pt x="244968" y="172831"/>
                  <a:pt x="244547" y="170837"/>
                </a:cubicBezTo>
                <a:cubicBezTo>
                  <a:pt x="244127" y="168844"/>
                  <a:pt x="243706" y="166805"/>
                  <a:pt x="243285" y="164711"/>
                </a:cubicBezTo>
                <a:cubicBezTo>
                  <a:pt x="239518" y="167427"/>
                  <a:pt x="235376" y="169475"/>
                  <a:pt x="230868" y="170837"/>
                </a:cubicBezTo>
                <a:cubicBezTo>
                  <a:pt x="226369" y="172200"/>
                  <a:pt x="221705" y="172876"/>
                  <a:pt x="216887" y="172876"/>
                </a:cubicBezTo>
                <a:cubicBezTo>
                  <a:pt x="214162" y="172876"/>
                  <a:pt x="211903" y="171989"/>
                  <a:pt x="210129" y="170206"/>
                </a:cubicBezTo>
                <a:cubicBezTo>
                  <a:pt x="208346" y="168423"/>
                  <a:pt x="207459" y="166174"/>
                  <a:pt x="207459" y="163449"/>
                </a:cubicBezTo>
                <a:cubicBezTo>
                  <a:pt x="207459" y="160724"/>
                  <a:pt x="208346" y="158475"/>
                  <a:pt x="210129" y="156692"/>
                </a:cubicBezTo>
                <a:cubicBezTo>
                  <a:pt x="211903" y="154909"/>
                  <a:pt x="214162" y="154022"/>
                  <a:pt x="216887" y="154022"/>
                </a:cubicBezTo>
                <a:cubicBezTo>
                  <a:pt x="224851" y="154022"/>
                  <a:pt x="231554" y="151086"/>
                  <a:pt x="237003" y="145216"/>
                </a:cubicBezTo>
                <a:cubicBezTo>
                  <a:pt x="242453" y="139355"/>
                  <a:pt x="245178" y="132332"/>
                  <a:pt x="245178" y="124157"/>
                </a:cubicBezTo>
                <a:cubicBezTo>
                  <a:pt x="245178" y="116193"/>
                  <a:pt x="242243" y="109390"/>
                  <a:pt x="236372" y="103730"/>
                </a:cubicBezTo>
                <a:cubicBezTo>
                  <a:pt x="230502" y="98069"/>
                  <a:pt x="223799" y="95034"/>
                  <a:pt x="216256" y="94613"/>
                </a:cubicBezTo>
                <a:cubicBezTo>
                  <a:pt x="214162" y="99642"/>
                  <a:pt x="211172" y="104095"/>
                  <a:pt x="207294" y="107972"/>
                </a:cubicBezTo>
                <a:cubicBezTo>
                  <a:pt x="203417" y="111849"/>
                  <a:pt x="198964" y="114730"/>
                  <a:pt x="193935" y="116613"/>
                </a:cubicBezTo>
                <a:cubicBezTo>
                  <a:pt x="191420" y="117665"/>
                  <a:pt x="189016" y="117610"/>
                  <a:pt x="186711" y="116458"/>
                </a:cubicBezTo>
                <a:cubicBezTo>
                  <a:pt x="184407" y="115306"/>
                  <a:pt x="182834" y="113468"/>
                  <a:pt x="181993" y="110953"/>
                </a:cubicBezTo>
                <a:cubicBezTo>
                  <a:pt x="181152" y="108439"/>
                  <a:pt x="181262" y="105979"/>
                  <a:pt x="182313" y="103574"/>
                </a:cubicBezTo>
                <a:cubicBezTo>
                  <a:pt x="183355" y="101160"/>
                  <a:pt x="185139" y="99532"/>
                  <a:pt x="187653" y="98700"/>
                </a:cubicBezTo>
                <a:cubicBezTo>
                  <a:pt x="191420" y="97438"/>
                  <a:pt x="194511" y="94924"/>
                  <a:pt x="196925" y="91157"/>
                </a:cubicBezTo>
                <a:cubicBezTo>
                  <a:pt x="199330" y="87380"/>
                  <a:pt x="200537" y="83082"/>
                  <a:pt x="200537" y="78263"/>
                </a:cubicBezTo>
                <a:cubicBezTo>
                  <a:pt x="200537" y="72192"/>
                  <a:pt x="198553" y="67053"/>
                  <a:pt x="194566" y="62865"/>
                </a:cubicBezTo>
                <a:cubicBezTo>
                  <a:pt x="190588" y="58677"/>
                  <a:pt x="185870" y="56583"/>
                  <a:pt x="180420" y="56583"/>
                </a:cubicBezTo>
                <a:cubicBezTo>
                  <a:pt x="174970" y="56583"/>
                  <a:pt x="170261" y="58412"/>
                  <a:pt x="166274" y="62079"/>
                </a:cubicBezTo>
                <a:cubicBezTo>
                  <a:pt x="162297" y="65745"/>
                  <a:pt x="160303" y="70198"/>
                  <a:pt x="160303" y="75438"/>
                </a:cubicBezTo>
                <a:close/>
                <a:moveTo>
                  <a:pt x="141449" y="226314"/>
                </a:moveTo>
                <a:lnTo>
                  <a:pt x="141449" y="75438"/>
                </a:lnTo>
                <a:cubicBezTo>
                  <a:pt x="141449" y="70198"/>
                  <a:pt x="139510" y="65745"/>
                  <a:pt x="135633" y="62079"/>
                </a:cubicBezTo>
                <a:cubicBezTo>
                  <a:pt x="131756" y="58412"/>
                  <a:pt x="126992" y="56583"/>
                  <a:pt x="121332" y="56583"/>
                </a:cubicBezTo>
                <a:cubicBezTo>
                  <a:pt x="115882" y="56583"/>
                  <a:pt x="111118" y="58677"/>
                  <a:pt x="107031" y="62865"/>
                </a:cubicBezTo>
                <a:cubicBezTo>
                  <a:pt x="102943" y="67053"/>
                  <a:pt x="100895" y="72192"/>
                  <a:pt x="100895" y="78263"/>
                </a:cubicBezTo>
                <a:cubicBezTo>
                  <a:pt x="100895" y="83082"/>
                  <a:pt x="102047" y="87334"/>
                  <a:pt x="104360" y="91001"/>
                </a:cubicBezTo>
                <a:cubicBezTo>
                  <a:pt x="106665" y="94668"/>
                  <a:pt x="109701" y="97128"/>
                  <a:pt x="113468" y="98380"/>
                </a:cubicBezTo>
                <a:cubicBezTo>
                  <a:pt x="115982" y="99222"/>
                  <a:pt x="117820" y="100849"/>
                  <a:pt x="118973" y="103254"/>
                </a:cubicBezTo>
                <a:cubicBezTo>
                  <a:pt x="120125" y="105668"/>
                  <a:pt x="120280" y="108027"/>
                  <a:pt x="119448" y="110332"/>
                </a:cubicBezTo>
                <a:cubicBezTo>
                  <a:pt x="118397" y="112846"/>
                  <a:pt x="116668" y="114730"/>
                  <a:pt x="114254" y="115982"/>
                </a:cubicBezTo>
                <a:cubicBezTo>
                  <a:pt x="111849" y="117244"/>
                  <a:pt x="109390" y="117345"/>
                  <a:pt x="106875" y="116303"/>
                </a:cubicBezTo>
                <a:cubicBezTo>
                  <a:pt x="101846" y="114620"/>
                  <a:pt x="97438" y="111849"/>
                  <a:pt x="93671" y="107972"/>
                </a:cubicBezTo>
                <a:cubicBezTo>
                  <a:pt x="89895" y="104095"/>
                  <a:pt x="86959" y="99642"/>
                  <a:pt x="84865" y="94613"/>
                </a:cubicBezTo>
                <a:cubicBezTo>
                  <a:pt x="77532" y="95244"/>
                  <a:pt x="70985" y="98335"/>
                  <a:pt x="65224" y="103885"/>
                </a:cubicBezTo>
                <a:cubicBezTo>
                  <a:pt x="59463" y="109435"/>
                  <a:pt x="56583" y="116193"/>
                  <a:pt x="56583" y="124157"/>
                </a:cubicBezTo>
                <a:cubicBezTo>
                  <a:pt x="56583" y="132332"/>
                  <a:pt x="59299" y="139355"/>
                  <a:pt x="64749" y="145216"/>
                </a:cubicBezTo>
                <a:cubicBezTo>
                  <a:pt x="70198" y="151086"/>
                  <a:pt x="76901" y="154022"/>
                  <a:pt x="84865" y="154022"/>
                </a:cubicBezTo>
                <a:cubicBezTo>
                  <a:pt x="87590" y="154022"/>
                  <a:pt x="89849" y="154909"/>
                  <a:pt x="91623" y="156692"/>
                </a:cubicBezTo>
                <a:cubicBezTo>
                  <a:pt x="93406" y="158475"/>
                  <a:pt x="94302" y="160724"/>
                  <a:pt x="94302" y="163449"/>
                </a:cubicBezTo>
                <a:cubicBezTo>
                  <a:pt x="94302" y="166174"/>
                  <a:pt x="93406" y="168423"/>
                  <a:pt x="91623" y="170206"/>
                </a:cubicBezTo>
                <a:cubicBezTo>
                  <a:pt x="89849" y="171989"/>
                  <a:pt x="87590" y="172876"/>
                  <a:pt x="84865" y="172876"/>
                </a:cubicBezTo>
                <a:cubicBezTo>
                  <a:pt x="80047" y="172876"/>
                  <a:pt x="75383" y="172145"/>
                  <a:pt x="70884" y="170682"/>
                </a:cubicBezTo>
                <a:cubicBezTo>
                  <a:pt x="66376" y="169210"/>
                  <a:pt x="62234" y="167225"/>
                  <a:pt x="58467" y="164711"/>
                </a:cubicBezTo>
                <a:cubicBezTo>
                  <a:pt x="57836" y="166384"/>
                  <a:pt x="57360" y="168167"/>
                  <a:pt x="57049" y="170051"/>
                </a:cubicBezTo>
                <a:cubicBezTo>
                  <a:pt x="56739" y="171935"/>
                  <a:pt x="56583" y="173818"/>
                  <a:pt x="56583" y="175711"/>
                </a:cubicBezTo>
                <a:cubicBezTo>
                  <a:pt x="56583" y="184718"/>
                  <a:pt x="59354" y="192106"/>
                  <a:pt x="64904" y="197867"/>
                </a:cubicBezTo>
                <a:cubicBezTo>
                  <a:pt x="70464" y="203628"/>
                  <a:pt x="77221" y="206508"/>
                  <a:pt x="85186" y="206508"/>
                </a:cubicBezTo>
                <a:cubicBezTo>
                  <a:pt x="89794" y="206508"/>
                  <a:pt x="94137" y="205466"/>
                  <a:pt x="98225" y="203372"/>
                </a:cubicBezTo>
                <a:cubicBezTo>
                  <a:pt x="102312" y="201269"/>
                  <a:pt x="105714" y="198443"/>
                  <a:pt x="108439" y="194886"/>
                </a:cubicBezTo>
                <a:cubicBezTo>
                  <a:pt x="110121" y="192783"/>
                  <a:pt x="112215" y="191475"/>
                  <a:pt x="114730" y="190954"/>
                </a:cubicBezTo>
                <a:cubicBezTo>
                  <a:pt x="117244" y="190433"/>
                  <a:pt x="119549" y="191009"/>
                  <a:pt x="121643" y="192682"/>
                </a:cubicBezTo>
                <a:cubicBezTo>
                  <a:pt x="123737" y="194356"/>
                  <a:pt x="125053" y="196450"/>
                  <a:pt x="125575" y="198964"/>
                </a:cubicBezTo>
                <a:cubicBezTo>
                  <a:pt x="126096" y="201479"/>
                  <a:pt x="125520" y="203783"/>
                  <a:pt x="123846" y="205886"/>
                </a:cubicBezTo>
                <a:cubicBezTo>
                  <a:pt x="120911" y="210074"/>
                  <a:pt x="117400" y="213586"/>
                  <a:pt x="113312" y="216411"/>
                </a:cubicBezTo>
                <a:cubicBezTo>
                  <a:pt x="109225" y="219246"/>
                  <a:pt x="104772" y="221495"/>
                  <a:pt x="99953" y="223168"/>
                </a:cubicBezTo>
                <a:cubicBezTo>
                  <a:pt x="100374" y="228198"/>
                  <a:pt x="102577" y="233126"/>
                  <a:pt x="106555" y="237945"/>
                </a:cubicBezTo>
                <a:cubicBezTo>
                  <a:pt x="110542" y="242764"/>
                  <a:pt x="115361" y="245178"/>
                  <a:pt x="121012" y="245178"/>
                </a:cubicBezTo>
                <a:cubicBezTo>
                  <a:pt x="126672" y="245178"/>
                  <a:pt x="131491" y="243340"/>
                  <a:pt x="135478" y="239673"/>
                </a:cubicBezTo>
                <a:cubicBezTo>
                  <a:pt x="139455" y="236007"/>
                  <a:pt x="141449" y="231554"/>
                  <a:pt x="141449" y="226314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6632280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750" dirty="0"/>
          </a:p>
        </p:txBody>
      </p:sp>
      <p:sp>
        <p:nvSpPr>
          <p:cNvPr id="69" name="圖示 模組"/>
          <p:cNvSpPr/>
          <p:nvPr/>
        </p:nvSpPr>
        <p:spPr>
          <a:xfrm>
            <a:off x="7331774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1449" y="253344"/>
                </a:moveTo>
                <a:lnTo>
                  <a:pt x="141449" y="156216"/>
                </a:lnTo>
                <a:lnTo>
                  <a:pt x="56583" y="107186"/>
                </a:lnTo>
                <a:lnTo>
                  <a:pt x="56583" y="204314"/>
                </a:lnTo>
                <a:lnTo>
                  <a:pt x="141449" y="253344"/>
                </a:lnTo>
                <a:close/>
                <a:moveTo>
                  <a:pt x="160303" y="253344"/>
                </a:moveTo>
                <a:lnTo>
                  <a:pt x="245178" y="204314"/>
                </a:lnTo>
                <a:lnTo>
                  <a:pt x="245178" y="106875"/>
                </a:lnTo>
                <a:lnTo>
                  <a:pt x="160303" y="156161"/>
                </a:lnTo>
                <a:lnTo>
                  <a:pt x="160303" y="253344"/>
                </a:lnTo>
                <a:close/>
                <a:moveTo>
                  <a:pt x="150876" y="140187"/>
                </a:moveTo>
                <a:lnTo>
                  <a:pt x="234489" y="91467"/>
                </a:lnTo>
                <a:lnTo>
                  <a:pt x="150876" y="43059"/>
                </a:lnTo>
                <a:lnTo>
                  <a:pt x="66952" y="91467"/>
                </a:lnTo>
                <a:lnTo>
                  <a:pt x="150876" y="140187"/>
                </a:lnTo>
                <a:close/>
                <a:moveTo>
                  <a:pt x="47146" y="220654"/>
                </a:moveTo>
                <a:cubicBezTo>
                  <a:pt x="44156" y="218898"/>
                  <a:pt x="41834" y="216566"/>
                  <a:pt x="40206" y="213677"/>
                </a:cubicBezTo>
                <a:cubicBezTo>
                  <a:pt x="38551" y="210787"/>
                  <a:pt x="37719" y="207660"/>
                  <a:pt x="37719" y="204314"/>
                </a:cubicBezTo>
                <a:lnTo>
                  <a:pt x="37719" y="97438"/>
                </a:lnTo>
                <a:cubicBezTo>
                  <a:pt x="37719" y="94092"/>
                  <a:pt x="38551" y="90965"/>
                  <a:pt x="40206" y="88075"/>
                </a:cubicBezTo>
                <a:cubicBezTo>
                  <a:pt x="41861" y="85186"/>
                  <a:pt x="44175" y="82854"/>
                  <a:pt x="47146" y="81098"/>
                </a:cubicBezTo>
                <a:lnTo>
                  <a:pt x="141449" y="26719"/>
                </a:lnTo>
                <a:cubicBezTo>
                  <a:pt x="144439" y="25045"/>
                  <a:pt x="147612" y="24204"/>
                  <a:pt x="150940" y="24204"/>
                </a:cubicBezTo>
                <a:cubicBezTo>
                  <a:pt x="154250" y="24204"/>
                  <a:pt x="157368" y="25045"/>
                  <a:pt x="160303" y="26719"/>
                </a:cubicBezTo>
                <a:lnTo>
                  <a:pt x="254606" y="81098"/>
                </a:lnTo>
                <a:cubicBezTo>
                  <a:pt x="257596" y="82854"/>
                  <a:pt x="259918" y="85186"/>
                  <a:pt x="261546" y="88075"/>
                </a:cubicBezTo>
                <a:cubicBezTo>
                  <a:pt x="263201" y="90965"/>
                  <a:pt x="264033" y="94092"/>
                  <a:pt x="264033" y="97438"/>
                </a:cubicBezTo>
                <a:lnTo>
                  <a:pt x="264033" y="204314"/>
                </a:lnTo>
                <a:cubicBezTo>
                  <a:pt x="264033" y="207660"/>
                  <a:pt x="263201" y="210787"/>
                  <a:pt x="261546" y="213677"/>
                </a:cubicBezTo>
                <a:cubicBezTo>
                  <a:pt x="259918" y="216566"/>
                  <a:pt x="257596" y="218898"/>
                  <a:pt x="254606" y="220654"/>
                </a:cubicBezTo>
                <a:lnTo>
                  <a:pt x="160303" y="275033"/>
                </a:lnTo>
                <a:cubicBezTo>
                  <a:pt x="157313" y="276707"/>
                  <a:pt x="154150" y="277548"/>
                  <a:pt x="150812" y="277548"/>
                </a:cubicBezTo>
                <a:cubicBezTo>
                  <a:pt x="147502" y="277548"/>
                  <a:pt x="144384" y="276707"/>
                  <a:pt x="141449" y="275033"/>
                </a:cubicBezTo>
                <a:lnTo>
                  <a:pt x="47146" y="220654"/>
                </a:ln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圖說"/>
          <p:cNvSpPr/>
          <p:nvPr/>
        </p:nvSpPr>
        <p:spPr>
          <a:xfrm>
            <a:off x="7187001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750" dirty="0"/>
          </a:p>
        </p:txBody>
      </p:sp>
      <p:sp>
        <p:nvSpPr>
          <p:cNvPr id="71" name="圖示 分析"/>
          <p:cNvSpPr/>
          <p:nvPr/>
        </p:nvSpPr>
        <p:spPr>
          <a:xfrm>
            <a:off x="7886494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1943" y="152952"/>
                </a:moveTo>
                <a:cubicBezTo>
                  <a:pt x="90160" y="154753"/>
                  <a:pt x="89273" y="156993"/>
                  <a:pt x="89273" y="159682"/>
                </a:cubicBezTo>
                <a:lnTo>
                  <a:pt x="89273" y="205255"/>
                </a:lnTo>
                <a:cubicBezTo>
                  <a:pt x="89273" y="207935"/>
                  <a:pt x="90178" y="210175"/>
                  <a:pt x="92007" y="211976"/>
                </a:cubicBezTo>
                <a:cubicBezTo>
                  <a:pt x="93827" y="213787"/>
                  <a:pt x="96076" y="214683"/>
                  <a:pt x="98764" y="214683"/>
                </a:cubicBezTo>
                <a:cubicBezTo>
                  <a:pt x="101444" y="214683"/>
                  <a:pt x="103675" y="213787"/>
                  <a:pt x="105458" y="211976"/>
                </a:cubicBezTo>
                <a:cubicBezTo>
                  <a:pt x="107241" y="210175"/>
                  <a:pt x="108128" y="207935"/>
                  <a:pt x="108128" y="205255"/>
                </a:cubicBezTo>
                <a:lnTo>
                  <a:pt x="108128" y="159682"/>
                </a:lnTo>
                <a:cubicBezTo>
                  <a:pt x="108128" y="156993"/>
                  <a:pt x="107213" y="154753"/>
                  <a:pt x="105394" y="152952"/>
                </a:cubicBezTo>
                <a:cubicBezTo>
                  <a:pt x="103574" y="151150"/>
                  <a:pt x="101316" y="150245"/>
                  <a:pt x="98636" y="150245"/>
                </a:cubicBezTo>
                <a:cubicBezTo>
                  <a:pt x="95957" y="150245"/>
                  <a:pt x="93717" y="151150"/>
                  <a:pt x="91943" y="152952"/>
                </a:cubicBezTo>
                <a:close/>
                <a:moveTo>
                  <a:pt x="196294" y="85368"/>
                </a:moveTo>
                <a:cubicBezTo>
                  <a:pt x="194511" y="87170"/>
                  <a:pt x="193624" y="89419"/>
                  <a:pt x="193624" y="92098"/>
                </a:cubicBezTo>
                <a:lnTo>
                  <a:pt x="193624" y="205255"/>
                </a:lnTo>
                <a:cubicBezTo>
                  <a:pt x="193624" y="207935"/>
                  <a:pt x="194539" y="210175"/>
                  <a:pt x="196358" y="211976"/>
                </a:cubicBezTo>
                <a:cubicBezTo>
                  <a:pt x="198178" y="213787"/>
                  <a:pt x="200436" y="214683"/>
                  <a:pt x="203116" y="214683"/>
                </a:cubicBezTo>
                <a:cubicBezTo>
                  <a:pt x="205795" y="214683"/>
                  <a:pt x="208035" y="213787"/>
                  <a:pt x="209809" y="211976"/>
                </a:cubicBezTo>
                <a:cubicBezTo>
                  <a:pt x="211592" y="210175"/>
                  <a:pt x="212488" y="207935"/>
                  <a:pt x="212488" y="205255"/>
                </a:cubicBezTo>
                <a:lnTo>
                  <a:pt x="212488" y="92098"/>
                </a:lnTo>
                <a:cubicBezTo>
                  <a:pt x="212488" y="89419"/>
                  <a:pt x="211574" y="87170"/>
                  <a:pt x="209745" y="85368"/>
                </a:cubicBezTo>
                <a:cubicBezTo>
                  <a:pt x="207925" y="83567"/>
                  <a:pt x="205676" y="82671"/>
                  <a:pt x="202988" y="82671"/>
                </a:cubicBezTo>
                <a:cubicBezTo>
                  <a:pt x="200308" y="82671"/>
                  <a:pt x="198077" y="83567"/>
                  <a:pt x="196294" y="85368"/>
                </a:cubicBezTo>
                <a:close/>
                <a:moveTo>
                  <a:pt x="144119" y="180301"/>
                </a:moveTo>
                <a:cubicBezTo>
                  <a:pt x="142336" y="182103"/>
                  <a:pt x="141449" y="184343"/>
                  <a:pt x="141449" y="187022"/>
                </a:cubicBezTo>
                <a:lnTo>
                  <a:pt x="141449" y="205255"/>
                </a:lnTo>
                <a:cubicBezTo>
                  <a:pt x="141449" y="207935"/>
                  <a:pt x="142354" y="210175"/>
                  <a:pt x="144183" y="211976"/>
                </a:cubicBezTo>
                <a:cubicBezTo>
                  <a:pt x="146002" y="213787"/>
                  <a:pt x="148261" y="214683"/>
                  <a:pt x="150940" y="214683"/>
                </a:cubicBezTo>
                <a:cubicBezTo>
                  <a:pt x="153619" y="214683"/>
                  <a:pt x="155850" y="213787"/>
                  <a:pt x="157633" y="211976"/>
                </a:cubicBezTo>
                <a:cubicBezTo>
                  <a:pt x="159416" y="210175"/>
                  <a:pt x="160303" y="207935"/>
                  <a:pt x="160303" y="205255"/>
                </a:cubicBezTo>
                <a:lnTo>
                  <a:pt x="160303" y="187022"/>
                </a:lnTo>
                <a:cubicBezTo>
                  <a:pt x="160303" y="184343"/>
                  <a:pt x="159398" y="182103"/>
                  <a:pt x="157569" y="180301"/>
                </a:cubicBezTo>
                <a:cubicBezTo>
                  <a:pt x="155750" y="178491"/>
                  <a:pt x="153491" y="177595"/>
                  <a:pt x="150812" y="177595"/>
                </a:cubicBezTo>
                <a:cubicBezTo>
                  <a:pt x="148133" y="177595"/>
                  <a:pt x="145902" y="178491"/>
                  <a:pt x="144119" y="180301"/>
                </a:cubicBezTo>
                <a:close/>
                <a:moveTo>
                  <a:pt x="56583" y="264033"/>
                </a:moveTo>
                <a:cubicBezTo>
                  <a:pt x="51554" y="264033"/>
                  <a:pt x="47146" y="262149"/>
                  <a:pt x="43379" y="258373"/>
                </a:cubicBezTo>
                <a:cubicBezTo>
                  <a:pt x="39603" y="254606"/>
                  <a:pt x="37719" y="250207"/>
                  <a:pt x="37719" y="245178"/>
                </a:cubicBezTo>
                <a:lnTo>
                  <a:pt x="37719" y="56583"/>
                </a:lnTo>
                <a:cubicBezTo>
                  <a:pt x="37719" y="51554"/>
                  <a:pt x="39603" y="47146"/>
                  <a:pt x="43379" y="43379"/>
                </a:cubicBezTo>
                <a:cubicBezTo>
                  <a:pt x="47146" y="39603"/>
                  <a:pt x="51554" y="37719"/>
                  <a:pt x="56583" y="37719"/>
                </a:cubicBezTo>
                <a:lnTo>
                  <a:pt x="245178" y="37719"/>
                </a:lnTo>
                <a:cubicBezTo>
                  <a:pt x="250207" y="37719"/>
                  <a:pt x="254606" y="39603"/>
                  <a:pt x="258373" y="43379"/>
                </a:cubicBezTo>
                <a:cubicBezTo>
                  <a:pt x="262149" y="47146"/>
                  <a:pt x="264033" y="51554"/>
                  <a:pt x="264033" y="56583"/>
                </a:cubicBezTo>
                <a:lnTo>
                  <a:pt x="264033" y="245178"/>
                </a:lnTo>
                <a:cubicBezTo>
                  <a:pt x="264033" y="250207"/>
                  <a:pt x="262149" y="254606"/>
                  <a:pt x="258373" y="258373"/>
                </a:cubicBezTo>
                <a:cubicBezTo>
                  <a:pt x="254606" y="262149"/>
                  <a:pt x="250207" y="264033"/>
                  <a:pt x="245178" y="264033"/>
                </a:cubicBezTo>
                <a:lnTo>
                  <a:pt x="56583" y="264033"/>
                </a:lnTo>
                <a:close/>
                <a:moveTo>
                  <a:pt x="56583" y="245178"/>
                </a:moveTo>
                <a:lnTo>
                  <a:pt x="245178" y="245178"/>
                </a:lnTo>
                <a:lnTo>
                  <a:pt x="245178" y="56583"/>
                </a:lnTo>
                <a:lnTo>
                  <a:pt x="56583" y="56583"/>
                </a:lnTo>
                <a:lnTo>
                  <a:pt x="56583" y="245178"/>
                </a:lnTo>
                <a:close/>
                <a:moveTo>
                  <a:pt x="56583" y="56583"/>
                </a:moveTo>
                <a:lnTo>
                  <a:pt x="56583" y="245178"/>
                </a:lnTo>
                <a:lnTo>
                  <a:pt x="56583" y="56583"/>
                </a:lnTo>
                <a:close/>
                <a:moveTo>
                  <a:pt x="157633" y="147511"/>
                </a:moveTo>
                <a:cubicBezTo>
                  <a:pt x="159416" y="145691"/>
                  <a:pt x="160303" y="143433"/>
                  <a:pt x="160303" y="140754"/>
                </a:cubicBezTo>
                <a:cubicBezTo>
                  <a:pt x="160303" y="138074"/>
                  <a:pt x="159398" y="135843"/>
                  <a:pt x="157569" y="134060"/>
                </a:cubicBezTo>
                <a:cubicBezTo>
                  <a:pt x="155750" y="132277"/>
                  <a:pt x="153491" y="131390"/>
                  <a:pt x="150812" y="131390"/>
                </a:cubicBezTo>
                <a:cubicBezTo>
                  <a:pt x="148133" y="131390"/>
                  <a:pt x="145902" y="132295"/>
                  <a:pt x="144119" y="134124"/>
                </a:cubicBezTo>
                <a:cubicBezTo>
                  <a:pt x="142336" y="135944"/>
                  <a:pt x="141449" y="138202"/>
                  <a:pt x="141449" y="140882"/>
                </a:cubicBezTo>
                <a:cubicBezTo>
                  <a:pt x="141449" y="143561"/>
                  <a:pt x="142354" y="145792"/>
                  <a:pt x="144183" y="147575"/>
                </a:cubicBezTo>
                <a:cubicBezTo>
                  <a:pt x="146002" y="149358"/>
                  <a:pt x="148261" y="150245"/>
                  <a:pt x="150940" y="150245"/>
                </a:cubicBezTo>
                <a:cubicBezTo>
                  <a:pt x="153619" y="150245"/>
                  <a:pt x="155850" y="149340"/>
                  <a:pt x="157633" y="147511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圖說"/>
          <p:cNvSpPr/>
          <p:nvPr/>
        </p:nvSpPr>
        <p:spPr>
          <a:xfrm>
            <a:off x="7741722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750" dirty="0"/>
          </a:p>
        </p:txBody>
      </p:sp>
      <p:sp>
        <p:nvSpPr>
          <p:cNvPr id="73" name="圖示 長條圖"/>
          <p:cNvSpPr/>
          <p:nvPr/>
        </p:nvSpPr>
        <p:spPr>
          <a:xfrm>
            <a:off x="8441215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16887" y="251460"/>
                </a:moveTo>
                <a:cubicBezTo>
                  <a:pt x="214198" y="251460"/>
                  <a:pt x="211958" y="250555"/>
                  <a:pt x="210157" y="248753"/>
                </a:cubicBezTo>
                <a:cubicBezTo>
                  <a:pt x="208355" y="246934"/>
                  <a:pt x="207459" y="244693"/>
                  <a:pt x="207459" y="242033"/>
                </a:cubicBezTo>
                <a:lnTo>
                  <a:pt x="207459" y="172876"/>
                </a:lnTo>
                <a:cubicBezTo>
                  <a:pt x="207459" y="170197"/>
                  <a:pt x="208355" y="167957"/>
                  <a:pt x="210157" y="166156"/>
                </a:cubicBezTo>
                <a:cubicBezTo>
                  <a:pt x="211976" y="164354"/>
                  <a:pt x="214226" y="163449"/>
                  <a:pt x="216887" y="163449"/>
                </a:cubicBezTo>
                <a:lnTo>
                  <a:pt x="242033" y="163449"/>
                </a:lnTo>
                <a:cubicBezTo>
                  <a:pt x="244712" y="163449"/>
                  <a:pt x="246952" y="164354"/>
                  <a:pt x="248753" y="166156"/>
                </a:cubicBezTo>
                <a:cubicBezTo>
                  <a:pt x="250555" y="167957"/>
                  <a:pt x="251460" y="170197"/>
                  <a:pt x="251460" y="172876"/>
                </a:cubicBezTo>
                <a:lnTo>
                  <a:pt x="251460" y="242033"/>
                </a:lnTo>
                <a:cubicBezTo>
                  <a:pt x="251460" y="244712"/>
                  <a:pt x="250555" y="246952"/>
                  <a:pt x="248753" y="248753"/>
                </a:cubicBezTo>
                <a:cubicBezTo>
                  <a:pt x="246952" y="250555"/>
                  <a:pt x="244712" y="251460"/>
                  <a:pt x="242033" y="251460"/>
                </a:cubicBezTo>
                <a:lnTo>
                  <a:pt x="216887" y="251460"/>
                </a:lnTo>
                <a:close/>
                <a:moveTo>
                  <a:pt x="138303" y="251460"/>
                </a:moveTo>
                <a:cubicBezTo>
                  <a:pt x="135624" y="251460"/>
                  <a:pt x="133374" y="250555"/>
                  <a:pt x="131573" y="248753"/>
                </a:cubicBezTo>
                <a:cubicBezTo>
                  <a:pt x="129772" y="246934"/>
                  <a:pt x="128876" y="244693"/>
                  <a:pt x="128876" y="242033"/>
                </a:cubicBezTo>
                <a:lnTo>
                  <a:pt x="128876" y="59719"/>
                </a:lnTo>
                <a:cubicBezTo>
                  <a:pt x="128876" y="57040"/>
                  <a:pt x="129772" y="54800"/>
                  <a:pt x="131573" y="52999"/>
                </a:cubicBezTo>
                <a:cubicBezTo>
                  <a:pt x="133402" y="51197"/>
                  <a:pt x="135642" y="50292"/>
                  <a:pt x="138303" y="50292"/>
                </a:cubicBezTo>
                <a:lnTo>
                  <a:pt x="163449" y="50292"/>
                </a:lnTo>
                <a:cubicBezTo>
                  <a:pt x="166128" y="50292"/>
                  <a:pt x="168378" y="51197"/>
                  <a:pt x="170179" y="52999"/>
                </a:cubicBezTo>
                <a:cubicBezTo>
                  <a:pt x="171980" y="54800"/>
                  <a:pt x="172876" y="57040"/>
                  <a:pt x="172876" y="59719"/>
                </a:cubicBezTo>
                <a:lnTo>
                  <a:pt x="172876" y="242033"/>
                </a:lnTo>
                <a:cubicBezTo>
                  <a:pt x="172876" y="244712"/>
                  <a:pt x="171980" y="246952"/>
                  <a:pt x="170179" y="248753"/>
                </a:cubicBezTo>
                <a:cubicBezTo>
                  <a:pt x="168378" y="250555"/>
                  <a:pt x="166128" y="251460"/>
                  <a:pt x="163449" y="251460"/>
                </a:cubicBezTo>
                <a:lnTo>
                  <a:pt x="138303" y="251460"/>
                </a:lnTo>
                <a:close/>
                <a:moveTo>
                  <a:pt x="59719" y="251460"/>
                </a:moveTo>
                <a:cubicBezTo>
                  <a:pt x="57040" y="251460"/>
                  <a:pt x="54800" y="250555"/>
                  <a:pt x="52999" y="248753"/>
                </a:cubicBezTo>
                <a:cubicBezTo>
                  <a:pt x="51197" y="246934"/>
                  <a:pt x="50292" y="244693"/>
                  <a:pt x="50292" y="242033"/>
                </a:cubicBezTo>
                <a:lnTo>
                  <a:pt x="50292" y="122584"/>
                </a:lnTo>
                <a:cubicBezTo>
                  <a:pt x="50292" y="119905"/>
                  <a:pt x="51197" y="117665"/>
                  <a:pt x="52999" y="115864"/>
                </a:cubicBezTo>
                <a:cubicBezTo>
                  <a:pt x="54818" y="114062"/>
                  <a:pt x="57059" y="113157"/>
                  <a:pt x="59719" y="113157"/>
                </a:cubicBezTo>
                <a:lnTo>
                  <a:pt x="84865" y="113157"/>
                </a:lnTo>
                <a:cubicBezTo>
                  <a:pt x="87554" y="113157"/>
                  <a:pt x="89794" y="114062"/>
                  <a:pt x="91595" y="115864"/>
                </a:cubicBezTo>
                <a:cubicBezTo>
                  <a:pt x="93397" y="117665"/>
                  <a:pt x="94302" y="119905"/>
                  <a:pt x="94302" y="122584"/>
                </a:cubicBezTo>
                <a:lnTo>
                  <a:pt x="94302" y="242033"/>
                </a:lnTo>
                <a:cubicBezTo>
                  <a:pt x="94302" y="244712"/>
                  <a:pt x="93397" y="246952"/>
                  <a:pt x="91595" y="248753"/>
                </a:cubicBezTo>
                <a:cubicBezTo>
                  <a:pt x="89794" y="250555"/>
                  <a:pt x="87554" y="251460"/>
                  <a:pt x="84865" y="251460"/>
                </a:cubicBezTo>
                <a:lnTo>
                  <a:pt x="59719" y="251460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圖說"/>
          <p:cNvSpPr/>
          <p:nvPr/>
        </p:nvSpPr>
        <p:spPr>
          <a:xfrm>
            <a:off x="8296443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750" dirty="0"/>
          </a:p>
        </p:txBody>
      </p:sp>
      <p:sp>
        <p:nvSpPr>
          <p:cNvPr id="75" name="圖示 排名"/>
          <p:cNvSpPr/>
          <p:nvPr/>
        </p:nvSpPr>
        <p:spPr>
          <a:xfrm>
            <a:off x="8995936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4010" y="245178"/>
                </a:moveTo>
                <a:lnTo>
                  <a:pt x="102788" y="245178"/>
                </a:lnTo>
                <a:lnTo>
                  <a:pt x="102788" y="132021"/>
                </a:lnTo>
                <a:lnTo>
                  <a:pt x="44010" y="132021"/>
                </a:lnTo>
                <a:lnTo>
                  <a:pt x="44010" y="245178"/>
                </a:lnTo>
                <a:close/>
                <a:moveTo>
                  <a:pt x="121643" y="245178"/>
                </a:moveTo>
                <a:lnTo>
                  <a:pt x="180109" y="245178"/>
                </a:lnTo>
                <a:lnTo>
                  <a:pt x="180109" y="56583"/>
                </a:lnTo>
                <a:lnTo>
                  <a:pt x="121643" y="56583"/>
                </a:lnTo>
                <a:lnTo>
                  <a:pt x="121643" y="245178"/>
                </a:lnTo>
                <a:close/>
                <a:moveTo>
                  <a:pt x="198964" y="245178"/>
                </a:moveTo>
                <a:lnTo>
                  <a:pt x="257751" y="245178"/>
                </a:lnTo>
                <a:lnTo>
                  <a:pt x="257751" y="157167"/>
                </a:lnTo>
                <a:lnTo>
                  <a:pt x="198964" y="157167"/>
                </a:lnTo>
                <a:lnTo>
                  <a:pt x="198964" y="245178"/>
                </a:lnTo>
                <a:close/>
                <a:moveTo>
                  <a:pt x="25146" y="245178"/>
                </a:moveTo>
                <a:lnTo>
                  <a:pt x="25146" y="132021"/>
                </a:lnTo>
                <a:cubicBezTo>
                  <a:pt x="25146" y="126818"/>
                  <a:pt x="26993" y="122374"/>
                  <a:pt x="30678" y="118689"/>
                </a:cubicBezTo>
                <a:cubicBezTo>
                  <a:pt x="34391" y="115004"/>
                  <a:pt x="38825" y="113157"/>
                  <a:pt x="44010" y="113157"/>
                </a:cubicBezTo>
                <a:lnTo>
                  <a:pt x="102788" y="113157"/>
                </a:lnTo>
                <a:lnTo>
                  <a:pt x="102788" y="56583"/>
                </a:lnTo>
                <a:cubicBezTo>
                  <a:pt x="102788" y="51380"/>
                  <a:pt x="104626" y="46936"/>
                  <a:pt x="108320" y="43251"/>
                </a:cubicBezTo>
                <a:cubicBezTo>
                  <a:pt x="112023" y="39566"/>
                  <a:pt x="116467" y="37719"/>
                  <a:pt x="121643" y="37719"/>
                </a:cubicBezTo>
                <a:lnTo>
                  <a:pt x="180109" y="37719"/>
                </a:lnTo>
                <a:cubicBezTo>
                  <a:pt x="185303" y="37719"/>
                  <a:pt x="189747" y="39566"/>
                  <a:pt x="193432" y="43251"/>
                </a:cubicBezTo>
                <a:cubicBezTo>
                  <a:pt x="197126" y="46936"/>
                  <a:pt x="198964" y="51380"/>
                  <a:pt x="198964" y="56583"/>
                </a:cubicBezTo>
                <a:lnTo>
                  <a:pt x="198964" y="138303"/>
                </a:lnTo>
                <a:lnTo>
                  <a:pt x="257751" y="138303"/>
                </a:lnTo>
                <a:cubicBezTo>
                  <a:pt x="262945" y="138303"/>
                  <a:pt x="267389" y="140150"/>
                  <a:pt x="271074" y="143835"/>
                </a:cubicBezTo>
                <a:cubicBezTo>
                  <a:pt x="274759" y="147520"/>
                  <a:pt x="276606" y="151964"/>
                  <a:pt x="276606" y="157167"/>
                </a:cubicBezTo>
                <a:lnTo>
                  <a:pt x="276606" y="245178"/>
                </a:lnTo>
                <a:cubicBezTo>
                  <a:pt x="276606" y="250372"/>
                  <a:pt x="274759" y="254816"/>
                  <a:pt x="271074" y="258501"/>
                </a:cubicBezTo>
                <a:cubicBezTo>
                  <a:pt x="267389" y="262186"/>
                  <a:pt x="262945" y="264033"/>
                  <a:pt x="257751" y="264033"/>
                </a:cubicBezTo>
                <a:lnTo>
                  <a:pt x="44010" y="264033"/>
                </a:lnTo>
                <a:cubicBezTo>
                  <a:pt x="38807" y="264033"/>
                  <a:pt x="34363" y="262186"/>
                  <a:pt x="30678" y="258501"/>
                </a:cubicBezTo>
                <a:cubicBezTo>
                  <a:pt x="26993" y="254788"/>
                  <a:pt x="25146" y="250354"/>
                  <a:pt x="25146" y="245178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圖說"/>
          <p:cNvSpPr/>
          <p:nvPr/>
        </p:nvSpPr>
        <p:spPr>
          <a:xfrm>
            <a:off x="8851163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750" dirty="0"/>
          </a:p>
        </p:txBody>
      </p:sp>
      <p:sp>
        <p:nvSpPr>
          <p:cNvPr id="77" name="圖示 監控"/>
          <p:cNvSpPr/>
          <p:nvPr/>
        </p:nvSpPr>
        <p:spPr>
          <a:xfrm>
            <a:off x="9550657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0389" y="261326"/>
                </a:moveTo>
                <a:cubicBezTo>
                  <a:pt x="38606" y="259507"/>
                  <a:pt x="37719" y="257266"/>
                  <a:pt x="37719" y="254606"/>
                </a:cubicBezTo>
                <a:lnTo>
                  <a:pt x="37719" y="240149"/>
                </a:lnTo>
                <a:cubicBezTo>
                  <a:pt x="37719" y="237461"/>
                  <a:pt x="38633" y="235220"/>
                  <a:pt x="40453" y="233419"/>
                </a:cubicBezTo>
                <a:cubicBezTo>
                  <a:pt x="42273" y="231618"/>
                  <a:pt x="44531" y="230712"/>
                  <a:pt x="47210" y="230712"/>
                </a:cubicBezTo>
                <a:cubicBezTo>
                  <a:pt x="49890" y="230712"/>
                  <a:pt x="52130" y="231618"/>
                  <a:pt x="53904" y="233419"/>
                </a:cubicBezTo>
                <a:cubicBezTo>
                  <a:pt x="55687" y="235220"/>
                  <a:pt x="56583" y="237461"/>
                  <a:pt x="56583" y="240149"/>
                </a:cubicBezTo>
                <a:lnTo>
                  <a:pt x="56583" y="254606"/>
                </a:lnTo>
                <a:cubicBezTo>
                  <a:pt x="56583" y="257285"/>
                  <a:pt x="55669" y="259525"/>
                  <a:pt x="53840" y="261326"/>
                </a:cubicBezTo>
                <a:cubicBezTo>
                  <a:pt x="52020" y="263128"/>
                  <a:pt x="49771" y="264033"/>
                  <a:pt x="47082" y="264033"/>
                </a:cubicBezTo>
                <a:cubicBezTo>
                  <a:pt x="44403" y="264033"/>
                  <a:pt x="42172" y="263128"/>
                  <a:pt x="40389" y="261326"/>
                </a:cubicBezTo>
                <a:close/>
                <a:moveTo>
                  <a:pt x="92254" y="261326"/>
                </a:moveTo>
                <a:cubicBezTo>
                  <a:pt x="90471" y="259507"/>
                  <a:pt x="89584" y="257266"/>
                  <a:pt x="89584" y="254606"/>
                </a:cubicBezTo>
                <a:lnTo>
                  <a:pt x="89584" y="189857"/>
                </a:lnTo>
                <a:cubicBezTo>
                  <a:pt x="89584" y="187169"/>
                  <a:pt x="90498" y="184928"/>
                  <a:pt x="92318" y="183127"/>
                </a:cubicBezTo>
                <a:cubicBezTo>
                  <a:pt x="94137" y="181326"/>
                  <a:pt x="96396" y="180420"/>
                  <a:pt x="99075" y="180420"/>
                </a:cubicBezTo>
                <a:cubicBezTo>
                  <a:pt x="101754" y="180420"/>
                  <a:pt x="103986" y="181326"/>
                  <a:pt x="105769" y="183127"/>
                </a:cubicBezTo>
                <a:cubicBezTo>
                  <a:pt x="107552" y="184928"/>
                  <a:pt x="108439" y="187169"/>
                  <a:pt x="108439" y="189857"/>
                </a:cubicBezTo>
                <a:lnTo>
                  <a:pt x="108439" y="254606"/>
                </a:lnTo>
                <a:cubicBezTo>
                  <a:pt x="108439" y="257285"/>
                  <a:pt x="107533" y="259525"/>
                  <a:pt x="105705" y="261326"/>
                </a:cubicBezTo>
                <a:cubicBezTo>
                  <a:pt x="103885" y="263128"/>
                  <a:pt x="101636" y="264033"/>
                  <a:pt x="98947" y="264033"/>
                </a:cubicBezTo>
                <a:cubicBezTo>
                  <a:pt x="96268" y="264033"/>
                  <a:pt x="94037" y="263128"/>
                  <a:pt x="92254" y="261326"/>
                </a:cubicBezTo>
                <a:close/>
                <a:moveTo>
                  <a:pt x="144119" y="261326"/>
                </a:moveTo>
                <a:cubicBezTo>
                  <a:pt x="142336" y="259507"/>
                  <a:pt x="141449" y="257266"/>
                  <a:pt x="141449" y="254606"/>
                </a:cubicBezTo>
                <a:lnTo>
                  <a:pt x="141449" y="208712"/>
                </a:lnTo>
                <a:cubicBezTo>
                  <a:pt x="141449" y="206033"/>
                  <a:pt x="142354" y="203783"/>
                  <a:pt x="144183" y="201982"/>
                </a:cubicBezTo>
                <a:cubicBezTo>
                  <a:pt x="146002" y="200180"/>
                  <a:pt x="148261" y="199284"/>
                  <a:pt x="150940" y="199284"/>
                </a:cubicBezTo>
                <a:cubicBezTo>
                  <a:pt x="153619" y="199284"/>
                  <a:pt x="155850" y="200180"/>
                  <a:pt x="157633" y="201982"/>
                </a:cubicBezTo>
                <a:cubicBezTo>
                  <a:pt x="159416" y="203783"/>
                  <a:pt x="160303" y="206033"/>
                  <a:pt x="160303" y="208712"/>
                </a:cubicBezTo>
                <a:lnTo>
                  <a:pt x="160303" y="254606"/>
                </a:lnTo>
                <a:cubicBezTo>
                  <a:pt x="160303" y="257285"/>
                  <a:pt x="159398" y="259525"/>
                  <a:pt x="157569" y="261326"/>
                </a:cubicBezTo>
                <a:cubicBezTo>
                  <a:pt x="155750" y="263128"/>
                  <a:pt x="153491" y="264033"/>
                  <a:pt x="150812" y="264033"/>
                </a:cubicBezTo>
                <a:cubicBezTo>
                  <a:pt x="148133" y="264033"/>
                  <a:pt x="145902" y="263128"/>
                  <a:pt x="144119" y="261326"/>
                </a:cubicBezTo>
                <a:close/>
                <a:moveTo>
                  <a:pt x="195983" y="261326"/>
                </a:moveTo>
                <a:cubicBezTo>
                  <a:pt x="194200" y="259507"/>
                  <a:pt x="193313" y="257266"/>
                  <a:pt x="193313" y="254606"/>
                </a:cubicBezTo>
                <a:lnTo>
                  <a:pt x="193313" y="177284"/>
                </a:lnTo>
                <a:cubicBezTo>
                  <a:pt x="193313" y="174596"/>
                  <a:pt x="194219" y="172355"/>
                  <a:pt x="196047" y="170554"/>
                </a:cubicBezTo>
                <a:cubicBezTo>
                  <a:pt x="197867" y="168753"/>
                  <a:pt x="200116" y="167847"/>
                  <a:pt x="202805" y="167847"/>
                </a:cubicBezTo>
                <a:cubicBezTo>
                  <a:pt x="205484" y="167847"/>
                  <a:pt x="207715" y="168753"/>
                  <a:pt x="209498" y="170554"/>
                </a:cubicBezTo>
                <a:cubicBezTo>
                  <a:pt x="211281" y="172355"/>
                  <a:pt x="212168" y="174596"/>
                  <a:pt x="212168" y="177284"/>
                </a:cubicBezTo>
                <a:lnTo>
                  <a:pt x="212168" y="254606"/>
                </a:lnTo>
                <a:cubicBezTo>
                  <a:pt x="212168" y="257285"/>
                  <a:pt x="211254" y="259525"/>
                  <a:pt x="209434" y="261326"/>
                </a:cubicBezTo>
                <a:cubicBezTo>
                  <a:pt x="207615" y="263128"/>
                  <a:pt x="205356" y="264033"/>
                  <a:pt x="202677" y="264033"/>
                </a:cubicBezTo>
                <a:cubicBezTo>
                  <a:pt x="199998" y="264033"/>
                  <a:pt x="197766" y="263128"/>
                  <a:pt x="195983" y="261326"/>
                </a:cubicBezTo>
                <a:close/>
                <a:moveTo>
                  <a:pt x="247848" y="261326"/>
                </a:moveTo>
                <a:cubicBezTo>
                  <a:pt x="246065" y="259507"/>
                  <a:pt x="245178" y="257266"/>
                  <a:pt x="245178" y="254606"/>
                </a:cubicBezTo>
                <a:lnTo>
                  <a:pt x="245178" y="139565"/>
                </a:lnTo>
                <a:cubicBezTo>
                  <a:pt x="245178" y="136877"/>
                  <a:pt x="246083" y="134636"/>
                  <a:pt x="247912" y="132835"/>
                </a:cubicBezTo>
                <a:cubicBezTo>
                  <a:pt x="249732" y="131034"/>
                  <a:pt x="251981" y="130128"/>
                  <a:pt x="254670" y="130128"/>
                </a:cubicBezTo>
                <a:cubicBezTo>
                  <a:pt x="257349" y="130128"/>
                  <a:pt x="259580" y="131034"/>
                  <a:pt x="261363" y="132835"/>
                </a:cubicBezTo>
                <a:cubicBezTo>
                  <a:pt x="263146" y="134636"/>
                  <a:pt x="264033" y="136877"/>
                  <a:pt x="264033" y="139565"/>
                </a:cubicBezTo>
                <a:lnTo>
                  <a:pt x="264033" y="254606"/>
                </a:lnTo>
                <a:cubicBezTo>
                  <a:pt x="264033" y="257285"/>
                  <a:pt x="263119" y="259525"/>
                  <a:pt x="261299" y="261326"/>
                </a:cubicBezTo>
                <a:cubicBezTo>
                  <a:pt x="259479" y="263128"/>
                  <a:pt x="257221" y="264033"/>
                  <a:pt x="254542" y="264033"/>
                </a:cubicBezTo>
                <a:cubicBezTo>
                  <a:pt x="251862" y="264033"/>
                  <a:pt x="249622" y="263128"/>
                  <a:pt x="247848" y="261326"/>
                </a:cubicBezTo>
                <a:close/>
                <a:moveTo>
                  <a:pt x="175867" y="144905"/>
                </a:moveTo>
                <a:cubicBezTo>
                  <a:pt x="173453" y="144905"/>
                  <a:pt x="171093" y="144411"/>
                  <a:pt x="168789" y="143424"/>
                </a:cubicBezTo>
                <a:cubicBezTo>
                  <a:pt x="166485" y="142445"/>
                  <a:pt x="164391" y="141046"/>
                  <a:pt x="162507" y="139245"/>
                </a:cubicBezTo>
                <a:lnTo>
                  <a:pt x="125730" y="102468"/>
                </a:lnTo>
                <a:lnTo>
                  <a:pt x="54068" y="173818"/>
                </a:lnTo>
                <a:cubicBezTo>
                  <a:pt x="52157" y="175711"/>
                  <a:pt x="49908" y="176598"/>
                  <a:pt x="47302" y="176497"/>
                </a:cubicBezTo>
                <a:cubicBezTo>
                  <a:pt x="44687" y="176388"/>
                  <a:pt x="42456" y="175391"/>
                  <a:pt x="40609" y="173507"/>
                </a:cubicBezTo>
                <a:cubicBezTo>
                  <a:pt x="38917" y="171624"/>
                  <a:pt x="38012" y="169420"/>
                  <a:pt x="37911" y="166905"/>
                </a:cubicBezTo>
                <a:cubicBezTo>
                  <a:pt x="37801" y="164391"/>
                  <a:pt x="38697" y="162196"/>
                  <a:pt x="40581" y="160303"/>
                </a:cubicBezTo>
                <a:lnTo>
                  <a:pt x="112563" y="88953"/>
                </a:lnTo>
                <a:cubicBezTo>
                  <a:pt x="114465" y="87087"/>
                  <a:pt x="116559" y="85734"/>
                  <a:pt x="118845" y="84902"/>
                </a:cubicBezTo>
                <a:cubicBezTo>
                  <a:pt x="121131" y="84043"/>
                  <a:pt x="123426" y="83613"/>
                  <a:pt x="125730" y="83613"/>
                </a:cubicBezTo>
                <a:cubicBezTo>
                  <a:pt x="128034" y="83613"/>
                  <a:pt x="130375" y="84043"/>
                  <a:pt x="132743" y="84902"/>
                </a:cubicBezTo>
                <a:cubicBezTo>
                  <a:pt x="135130" y="85734"/>
                  <a:pt x="137197" y="87087"/>
                  <a:pt x="138934" y="88953"/>
                </a:cubicBezTo>
                <a:lnTo>
                  <a:pt x="176022" y="126041"/>
                </a:lnTo>
                <a:lnTo>
                  <a:pt x="248004" y="54068"/>
                </a:lnTo>
                <a:cubicBezTo>
                  <a:pt x="249887" y="52176"/>
                  <a:pt x="252091" y="51234"/>
                  <a:pt x="254606" y="51234"/>
                </a:cubicBezTo>
                <a:cubicBezTo>
                  <a:pt x="257120" y="51234"/>
                  <a:pt x="259306" y="52176"/>
                  <a:pt x="261171" y="54068"/>
                </a:cubicBezTo>
                <a:cubicBezTo>
                  <a:pt x="262872" y="55952"/>
                  <a:pt x="263768" y="58147"/>
                  <a:pt x="263878" y="60661"/>
                </a:cubicBezTo>
                <a:cubicBezTo>
                  <a:pt x="263978" y="63176"/>
                  <a:pt x="263091" y="65380"/>
                  <a:pt x="261208" y="67263"/>
                </a:cubicBezTo>
                <a:lnTo>
                  <a:pt x="189226" y="139245"/>
                </a:lnTo>
                <a:cubicBezTo>
                  <a:pt x="187543" y="141128"/>
                  <a:pt x="185504" y="142546"/>
                  <a:pt x="183090" y="143488"/>
                </a:cubicBezTo>
                <a:cubicBezTo>
                  <a:pt x="180685" y="144429"/>
                  <a:pt x="178271" y="144905"/>
                  <a:pt x="175867" y="144905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圖說"/>
          <p:cNvSpPr/>
          <p:nvPr/>
        </p:nvSpPr>
        <p:spPr>
          <a:xfrm>
            <a:off x="9405884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750" dirty="0"/>
          </a:p>
        </p:txBody>
      </p:sp>
      <p:sp>
        <p:nvSpPr>
          <p:cNvPr id="79" name="圖示 數據查詢"/>
          <p:cNvSpPr/>
          <p:nvPr/>
        </p:nvSpPr>
        <p:spPr>
          <a:xfrm>
            <a:off x="10105377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9833" y="166156"/>
                </a:moveTo>
                <a:cubicBezTo>
                  <a:pt x="17694" y="164711"/>
                  <a:pt x="16432" y="162745"/>
                  <a:pt x="16029" y="160276"/>
                </a:cubicBezTo>
                <a:cubicBezTo>
                  <a:pt x="15609" y="157780"/>
                  <a:pt x="16029" y="155485"/>
                  <a:pt x="17291" y="153391"/>
                </a:cubicBezTo>
                <a:lnTo>
                  <a:pt x="59719" y="85186"/>
                </a:lnTo>
                <a:cubicBezTo>
                  <a:pt x="63112" y="79672"/>
                  <a:pt x="67949" y="76727"/>
                  <a:pt x="74213" y="76352"/>
                </a:cubicBezTo>
                <a:cubicBezTo>
                  <a:pt x="80476" y="75950"/>
                  <a:pt x="85707" y="78163"/>
                  <a:pt x="89895" y="82982"/>
                </a:cubicBezTo>
                <a:lnTo>
                  <a:pt x="112526" y="109390"/>
                </a:lnTo>
                <a:lnTo>
                  <a:pt x="148992" y="49981"/>
                </a:lnTo>
                <a:cubicBezTo>
                  <a:pt x="152641" y="44047"/>
                  <a:pt x="157899" y="41047"/>
                  <a:pt x="164766" y="40993"/>
                </a:cubicBezTo>
                <a:cubicBezTo>
                  <a:pt x="171642" y="40901"/>
                  <a:pt x="176964" y="43690"/>
                  <a:pt x="180740" y="49350"/>
                </a:cubicBezTo>
                <a:lnTo>
                  <a:pt x="203683" y="83613"/>
                </a:lnTo>
                <a:lnTo>
                  <a:pt x="243285" y="21059"/>
                </a:lnTo>
                <a:cubicBezTo>
                  <a:pt x="244648" y="18773"/>
                  <a:pt x="246669" y="17374"/>
                  <a:pt x="249357" y="16852"/>
                </a:cubicBezTo>
                <a:cubicBezTo>
                  <a:pt x="252018" y="16322"/>
                  <a:pt x="254487" y="16926"/>
                  <a:pt x="256773" y="18635"/>
                </a:cubicBezTo>
                <a:cubicBezTo>
                  <a:pt x="258885" y="20044"/>
                  <a:pt x="260101" y="21955"/>
                  <a:pt x="260421" y="24360"/>
                </a:cubicBezTo>
                <a:cubicBezTo>
                  <a:pt x="260732" y="26774"/>
                  <a:pt x="260266" y="29023"/>
                  <a:pt x="259004" y="31117"/>
                </a:cubicBezTo>
                <a:lnTo>
                  <a:pt x="219401" y="93671"/>
                </a:lnTo>
                <a:cubicBezTo>
                  <a:pt x="215835" y="99532"/>
                  <a:pt x="210650" y="102523"/>
                  <a:pt x="203838" y="102623"/>
                </a:cubicBezTo>
                <a:cubicBezTo>
                  <a:pt x="197026" y="102733"/>
                  <a:pt x="191741" y="99953"/>
                  <a:pt x="187964" y="94302"/>
                </a:cubicBezTo>
                <a:lnTo>
                  <a:pt x="165022" y="60350"/>
                </a:lnTo>
                <a:lnTo>
                  <a:pt x="128555" y="119448"/>
                </a:lnTo>
                <a:cubicBezTo>
                  <a:pt x="125245" y="124806"/>
                  <a:pt x="120390" y="127723"/>
                  <a:pt x="113971" y="128181"/>
                </a:cubicBezTo>
                <a:cubicBezTo>
                  <a:pt x="107561" y="128647"/>
                  <a:pt x="102257" y="126462"/>
                  <a:pt x="98069" y="121643"/>
                </a:cubicBezTo>
                <a:lnTo>
                  <a:pt x="75749" y="95555"/>
                </a:lnTo>
                <a:lnTo>
                  <a:pt x="33321" y="163449"/>
                </a:lnTo>
                <a:cubicBezTo>
                  <a:pt x="31849" y="165753"/>
                  <a:pt x="29809" y="167225"/>
                  <a:pt x="27185" y="167847"/>
                </a:cubicBezTo>
                <a:cubicBezTo>
                  <a:pt x="24570" y="168478"/>
                  <a:pt x="22119" y="167911"/>
                  <a:pt x="19833" y="166156"/>
                </a:cubicBezTo>
                <a:close/>
                <a:moveTo>
                  <a:pt x="183191" y="232605"/>
                </a:moveTo>
                <a:cubicBezTo>
                  <a:pt x="193286" y="232605"/>
                  <a:pt x="201954" y="229094"/>
                  <a:pt x="209187" y="222071"/>
                </a:cubicBezTo>
                <a:cubicBezTo>
                  <a:pt x="216411" y="215049"/>
                  <a:pt x="220032" y="206462"/>
                  <a:pt x="220032" y="196294"/>
                </a:cubicBezTo>
                <a:cubicBezTo>
                  <a:pt x="220032" y="186135"/>
                  <a:pt x="216475" y="177485"/>
                  <a:pt x="209370" y="170362"/>
                </a:cubicBezTo>
                <a:cubicBezTo>
                  <a:pt x="202265" y="163239"/>
                  <a:pt x="193560" y="159682"/>
                  <a:pt x="183255" y="159682"/>
                </a:cubicBezTo>
                <a:cubicBezTo>
                  <a:pt x="173132" y="159682"/>
                  <a:pt x="164574" y="163294"/>
                  <a:pt x="157569" y="170517"/>
                </a:cubicBezTo>
                <a:cubicBezTo>
                  <a:pt x="150593" y="177750"/>
                  <a:pt x="147109" y="186419"/>
                  <a:pt x="147109" y="196514"/>
                </a:cubicBezTo>
                <a:cubicBezTo>
                  <a:pt x="147109" y="206618"/>
                  <a:pt x="150593" y="215158"/>
                  <a:pt x="157569" y="222135"/>
                </a:cubicBezTo>
                <a:cubicBezTo>
                  <a:pt x="164546" y="229112"/>
                  <a:pt x="173087" y="232605"/>
                  <a:pt x="183191" y="232605"/>
                </a:cubicBezTo>
                <a:close/>
                <a:moveTo>
                  <a:pt x="183255" y="251460"/>
                </a:moveTo>
                <a:cubicBezTo>
                  <a:pt x="167975" y="251460"/>
                  <a:pt x="154982" y="246102"/>
                  <a:pt x="144274" y="235394"/>
                </a:cubicBezTo>
                <a:cubicBezTo>
                  <a:pt x="133585" y="224686"/>
                  <a:pt x="128245" y="211702"/>
                  <a:pt x="128245" y="196422"/>
                </a:cubicBezTo>
                <a:cubicBezTo>
                  <a:pt x="128245" y="181143"/>
                  <a:pt x="133585" y="168058"/>
                  <a:pt x="144274" y="157167"/>
                </a:cubicBezTo>
                <a:cubicBezTo>
                  <a:pt x="154963" y="146267"/>
                  <a:pt x="167957" y="140818"/>
                  <a:pt x="183255" y="140818"/>
                </a:cubicBezTo>
                <a:cubicBezTo>
                  <a:pt x="198717" y="140818"/>
                  <a:pt x="211857" y="146222"/>
                  <a:pt x="222666" y="157039"/>
                </a:cubicBezTo>
                <a:cubicBezTo>
                  <a:pt x="233483" y="167847"/>
                  <a:pt x="238887" y="180987"/>
                  <a:pt x="238887" y="196450"/>
                </a:cubicBezTo>
                <a:cubicBezTo>
                  <a:pt x="238887" y="202530"/>
                  <a:pt x="238000" y="208236"/>
                  <a:pt x="236217" y="213586"/>
                </a:cubicBezTo>
                <a:cubicBezTo>
                  <a:pt x="234434" y="218926"/>
                  <a:pt x="231864" y="223900"/>
                  <a:pt x="228518" y="228518"/>
                </a:cubicBezTo>
                <a:lnTo>
                  <a:pt x="257120" y="256800"/>
                </a:lnTo>
                <a:cubicBezTo>
                  <a:pt x="259004" y="258693"/>
                  <a:pt x="259946" y="260887"/>
                  <a:pt x="259946" y="263402"/>
                </a:cubicBezTo>
                <a:cubicBezTo>
                  <a:pt x="259946" y="265917"/>
                  <a:pt x="259004" y="268120"/>
                  <a:pt x="257120" y="270004"/>
                </a:cubicBezTo>
                <a:cubicBezTo>
                  <a:pt x="255236" y="271888"/>
                  <a:pt x="253033" y="272839"/>
                  <a:pt x="250518" y="272839"/>
                </a:cubicBezTo>
                <a:cubicBezTo>
                  <a:pt x="248004" y="272839"/>
                  <a:pt x="245800" y="271888"/>
                  <a:pt x="243916" y="270004"/>
                </a:cubicBezTo>
                <a:lnTo>
                  <a:pt x="215314" y="241402"/>
                </a:lnTo>
                <a:cubicBezTo>
                  <a:pt x="210705" y="244547"/>
                  <a:pt x="205722" y="247007"/>
                  <a:pt x="200382" y="248790"/>
                </a:cubicBezTo>
                <a:cubicBezTo>
                  <a:pt x="195042" y="250573"/>
                  <a:pt x="189327" y="251460"/>
                  <a:pt x="183255" y="251460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圖說"/>
          <p:cNvSpPr/>
          <p:nvPr/>
        </p:nvSpPr>
        <p:spPr>
          <a:xfrm>
            <a:off x="9960605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750" dirty="0"/>
          </a:p>
        </p:txBody>
      </p:sp>
      <p:sp>
        <p:nvSpPr>
          <p:cNvPr id="81" name="圖示 上升"/>
          <p:cNvSpPr/>
          <p:nvPr/>
        </p:nvSpPr>
        <p:spPr>
          <a:xfrm>
            <a:off x="10660098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32059" y="222547"/>
                </a:moveTo>
                <a:cubicBezTo>
                  <a:pt x="30175" y="220654"/>
                  <a:pt x="29233" y="218404"/>
                  <a:pt x="29233" y="215780"/>
                </a:cubicBezTo>
                <a:cubicBezTo>
                  <a:pt x="29233" y="213165"/>
                  <a:pt x="30175" y="210916"/>
                  <a:pt x="32059" y="209023"/>
                </a:cubicBezTo>
                <a:lnTo>
                  <a:pt x="103730" y="137672"/>
                </a:lnTo>
                <a:cubicBezTo>
                  <a:pt x="107268" y="134115"/>
                  <a:pt x="111667" y="132332"/>
                  <a:pt x="116933" y="132332"/>
                </a:cubicBezTo>
                <a:cubicBezTo>
                  <a:pt x="122164" y="132332"/>
                  <a:pt x="126571" y="134115"/>
                  <a:pt x="130128" y="137672"/>
                </a:cubicBezTo>
                <a:lnTo>
                  <a:pt x="169420" y="176964"/>
                </a:lnTo>
                <a:lnTo>
                  <a:pt x="245178" y="101215"/>
                </a:lnTo>
                <a:lnTo>
                  <a:pt x="214683" y="101215"/>
                </a:lnTo>
                <a:cubicBezTo>
                  <a:pt x="212004" y="101215"/>
                  <a:pt x="209763" y="100301"/>
                  <a:pt x="207962" y="98481"/>
                </a:cubicBezTo>
                <a:cubicBezTo>
                  <a:pt x="206151" y="96652"/>
                  <a:pt x="205255" y="94403"/>
                  <a:pt x="205255" y="91723"/>
                </a:cubicBezTo>
                <a:cubicBezTo>
                  <a:pt x="205255" y="89035"/>
                  <a:pt x="206151" y="86804"/>
                  <a:pt x="207962" y="85021"/>
                </a:cubicBezTo>
                <a:cubicBezTo>
                  <a:pt x="209763" y="83247"/>
                  <a:pt x="212004" y="82351"/>
                  <a:pt x="214683" y="82351"/>
                </a:cubicBezTo>
                <a:lnTo>
                  <a:pt x="267179" y="82351"/>
                </a:lnTo>
                <a:cubicBezTo>
                  <a:pt x="269858" y="82351"/>
                  <a:pt x="272098" y="83256"/>
                  <a:pt x="273899" y="85057"/>
                </a:cubicBezTo>
                <a:cubicBezTo>
                  <a:pt x="275701" y="86859"/>
                  <a:pt x="276606" y="89099"/>
                  <a:pt x="276606" y="91787"/>
                </a:cubicBezTo>
                <a:lnTo>
                  <a:pt x="276606" y="144274"/>
                </a:lnTo>
                <a:cubicBezTo>
                  <a:pt x="276606" y="146789"/>
                  <a:pt x="275737" y="148992"/>
                  <a:pt x="274000" y="150876"/>
                </a:cubicBezTo>
                <a:cubicBezTo>
                  <a:pt x="272253" y="152760"/>
                  <a:pt x="270114" y="153701"/>
                  <a:pt x="267553" y="153701"/>
                </a:cubicBezTo>
                <a:cubicBezTo>
                  <a:pt x="264993" y="153701"/>
                  <a:pt x="262780" y="152760"/>
                  <a:pt x="260887" y="150876"/>
                </a:cubicBezTo>
                <a:cubicBezTo>
                  <a:pt x="259004" y="148992"/>
                  <a:pt x="258062" y="146789"/>
                  <a:pt x="258062" y="144274"/>
                </a:cubicBezTo>
                <a:lnTo>
                  <a:pt x="258062" y="115041"/>
                </a:lnTo>
                <a:lnTo>
                  <a:pt x="182313" y="190479"/>
                </a:lnTo>
                <a:cubicBezTo>
                  <a:pt x="178765" y="194045"/>
                  <a:pt x="174367" y="195828"/>
                  <a:pt x="169109" y="195828"/>
                </a:cubicBezTo>
                <a:cubicBezTo>
                  <a:pt x="163870" y="195828"/>
                  <a:pt x="159471" y="194045"/>
                  <a:pt x="155905" y="190479"/>
                </a:cubicBezTo>
                <a:lnTo>
                  <a:pt x="116613" y="151507"/>
                </a:lnTo>
                <a:lnTo>
                  <a:pt x="45574" y="222547"/>
                </a:lnTo>
                <a:cubicBezTo>
                  <a:pt x="43690" y="224430"/>
                  <a:pt x="41441" y="225372"/>
                  <a:pt x="38816" y="225372"/>
                </a:cubicBezTo>
                <a:cubicBezTo>
                  <a:pt x="36201" y="225372"/>
                  <a:pt x="33952" y="224430"/>
                  <a:pt x="32059" y="222547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圖說"/>
          <p:cNvSpPr/>
          <p:nvPr/>
        </p:nvSpPr>
        <p:spPr>
          <a:xfrm>
            <a:off x="10515326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750" dirty="0"/>
          </a:p>
        </p:txBody>
      </p:sp>
      <p:sp>
        <p:nvSpPr>
          <p:cNvPr id="83" name="圖示 下降"/>
          <p:cNvSpPr/>
          <p:nvPr/>
        </p:nvSpPr>
        <p:spPr>
          <a:xfrm>
            <a:off x="11214819" y="2180844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45178" y="207459"/>
                </a:moveTo>
                <a:lnTo>
                  <a:pt x="169420" y="131701"/>
                </a:lnTo>
                <a:lnTo>
                  <a:pt x="130128" y="170993"/>
                </a:lnTo>
                <a:cubicBezTo>
                  <a:pt x="126590" y="174559"/>
                  <a:pt x="122191" y="176333"/>
                  <a:pt x="116933" y="176333"/>
                </a:cubicBezTo>
                <a:cubicBezTo>
                  <a:pt x="111694" y="176333"/>
                  <a:pt x="107287" y="174559"/>
                  <a:pt x="103730" y="170993"/>
                </a:cubicBezTo>
                <a:lnTo>
                  <a:pt x="32059" y="99331"/>
                </a:lnTo>
                <a:cubicBezTo>
                  <a:pt x="30175" y="97438"/>
                  <a:pt x="29233" y="95189"/>
                  <a:pt x="29233" y="92565"/>
                </a:cubicBezTo>
                <a:cubicBezTo>
                  <a:pt x="29233" y="89950"/>
                  <a:pt x="30175" y="87700"/>
                  <a:pt x="32059" y="85807"/>
                </a:cubicBezTo>
                <a:cubicBezTo>
                  <a:pt x="33952" y="83924"/>
                  <a:pt x="36201" y="82982"/>
                  <a:pt x="38816" y="82982"/>
                </a:cubicBezTo>
                <a:cubicBezTo>
                  <a:pt x="41441" y="82982"/>
                  <a:pt x="43690" y="83924"/>
                  <a:pt x="45574" y="85807"/>
                </a:cubicBezTo>
                <a:lnTo>
                  <a:pt x="116613" y="157167"/>
                </a:lnTo>
                <a:lnTo>
                  <a:pt x="155905" y="117875"/>
                </a:lnTo>
                <a:cubicBezTo>
                  <a:pt x="159444" y="114309"/>
                  <a:pt x="163851" y="112526"/>
                  <a:pt x="169109" y="112526"/>
                </a:cubicBezTo>
                <a:cubicBezTo>
                  <a:pt x="174349" y="112526"/>
                  <a:pt x="178747" y="114309"/>
                  <a:pt x="182313" y="117875"/>
                </a:cubicBezTo>
                <a:lnTo>
                  <a:pt x="258062" y="193624"/>
                </a:lnTo>
                <a:lnTo>
                  <a:pt x="258062" y="164080"/>
                </a:lnTo>
                <a:cubicBezTo>
                  <a:pt x="258062" y="161501"/>
                  <a:pt x="259004" y="159334"/>
                  <a:pt x="260887" y="157569"/>
                </a:cubicBezTo>
                <a:cubicBezTo>
                  <a:pt x="262780" y="155832"/>
                  <a:pt x="264993" y="154963"/>
                  <a:pt x="267553" y="154963"/>
                </a:cubicBezTo>
                <a:cubicBezTo>
                  <a:pt x="270114" y="154963"/>
                  <a:pt x="272253" y="155832"/>
                  <a:pt x="274000" y="157569"/>
                </a:cubicBezTo>
                <a:cubicBezTo>
                  <a:pt x="275737" y="159334"/>
                  <a:pt x="276606" y="161501"/>
                  <a:pt x="276606" y="164080"/>
                </a:cubicBezTo>
                <a:lnTo>
                  <a:pt x="276606" y="216887"/>
                </a:lnTo>
                <a:cubicBezTo>
                  <a:pt x="276606" y="219566"/>
                  <a:pt x="275701" y="221806"/>
                  <a:pt x="273899" y="223607"/>
                </a:cubicBezTo>
                <a:cubicBezTo>
                  <a:pt x="272098" y="225409"/>
                  <a:pt x="269858" y="226314"/>
                  <a:pt x="267179" y="226314"/>
                </a:cubicBezTo>
                <a:lnTo>
                  <a:pt x="214683" y="226314"/>
                </a:lnTo>
                <a:cubicBezTo>
                  <a:pt x="212004" y="226314"/>
                  <a:pt x="209763" y="225400"/>
                  <a:pt x="207962" y="223580"/>
                </a:cubicBezTo>
                <a:cubicBezTo>
                  <a:pt x="206151" y="221760"/>
                  <a:pt x="205255" y="219502"/>
                  <a:pt x="205255" y="216823"/>
                </a:cubicBezTo>
                <a:cubicBezTo>
                  <a:pt x="205255" y="214143"/>
                  <a:pt x="206151" y="211903"/>
                  <a:pt x="207962" y="210129"/>
                </a:cubicBezTo>
                <a:cubicBezTo>
                  <a:pt x="209763" y="208346"/>
                  <a:pt x="212004" y="207459"/>
                  <a:pt x="214683" y="207459"/>
                </a:cubicBezTo>
                <a:lnTo>
                  <a:pt x="245178" y="207459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圖說"/>
          <p:cNvSpPr/>
          <p:nvPr/>
        </p:nvSpPr>
        <p:spPr>
          <a:xfrm>
            <a:off x="11070046" y="2510028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750" dirty="0"/>
          </a:p>
        </p:txBody>
      </p:sp>
      <p:sp>
        <p:nvSpPr>
          <p:cNvPr id="85" name="圖示 占比"/>
          <p:cNvSpPr/>
          <p:nvPr/>
        </p:nvSpPr>
        <p:spPr>
          <a:xfrm>
            <a:off x="675124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0303" y="141449"/>
                </a:moveTo>
                <a:lnTo>
                  <a:pt x="257431" y="141449"/>
                </a:lnTo>
                <a:cubicBezTo>
                  <a:pt x="255127" y="115882"/>
                  <a:pt x="244803" y="93717"/>
                  <a:pt x="226469" y="74963"/>
                </a:cubicBezTo>
                <a:cubicBezTo>
                  <a:pt x="208136" y="56208"/>
                  <a:pt x="186080" y="45994"/>
                  <a:pt x="160303" y="44321"/>
                </a:cubicBezTo>
                <a:lnTo>
                  <a:pt x="160303" y="141449"/>
                </a:lnTo>
                <a:close/>
                <a:moveTo>
                  <a:pt x="141449" y="257431"/>
                </a:moveTo>
                <a:lnTo>
                  <a:pt x="141449" y="44321"/>
                </a:lnTo>
                <a:cubicBezTo>
                  <a:pt x="113998" y="46625"/>
                  <a:pt x="90891" y="58046"/>
                  <a:pt x="72137" y="78584"/>
                </a:cubicBezTo>
                <a:cubicBezTo>
                  <a:pt x="53383" y="99121"/>
                  <a:pt x="44010" y="123215"/>
                  <a:pt x="44010" y="150876"/>
                </a:cubicBezTo>
                <a:cubicBezTo>
                  <a:pt x="44010" y="178537"/>
                  <a:pt x="53383" y="202631"/>
                  <a:pt x="72137" y="223168"/>
                </a:cubicBezTo>
                <a:cubicBezTo>
                  <a:pt x="90891" y="243706"/>
                  <a:pt x="113998" y="255127"/>
                  <a:pt x="141449" y="257431"/>
                </a:cubicBezTo>
                <a:close/>
                <a:moveTo>
                  <a:pt x="160303" y="257431"/>
                </a:moveTo>
                <a:cubicBezTo>
                  <a:pt x="186080" y="255758"/>
                  <a:pt x="208136" y="245544"/>
                  <a:pt x="226469" y="226789"/>
                </a:cubicBezTo>
                <a:cubicBezTo>
                  <a:pt x="244803" y="208035"/>
                  <a:pt x="255127" y="185870"/>
                  <a:pt x="257431" y="160303"/>
                </a:cubicBezTo>
                <a:lnTo>
                  <a:pt x="160303" y="160303"/>
                </a:lnTo>
                <a:lnTo>
                  <a:pt x="160303" y="257431"/>
                </a:lnTo>
                <a:close/>
                <a:moveTo>
                  <a:pt x="150876" y="150876"/>
                </a:moveTo>
                <a:close/>
                <a:moveTo>
                  <a:pt x="150876" y="276606"/>
                </a:moveTo>
                <a:cubicBezTo>
                  <a:pt x="133484" y="276606"/>
                  <a:pt x="117135" y="273305"/>
                  <a:pt x="101846" y="266703"/>
                </a:cubicBezTo>
                <a:cubicBezTo>
                  <a:pt x="86548" y="260101"/>
                  <a:pt x="73234" y="251149"/>
                  <a:pt x="61923" y="239829"/>
                </a:cubicBezTo>
                <a:cubicBezTo>
                  <a:pt x="50603" y="228518"/>
                  <a:pt x="41651" y="215204"/>
                  <a:pt x="35049" y="199915"/>
                </a:cubicBezTo>
                <a:cubicBezTo>
                  <a:pt x="28447" y="184617"/>
                  <a:pt x="25146" y="168268"/>
                  <a:pt x="25146" y="150876"/>
                </a:cubicBezTo>
                <a:cubicBezTo>
                  <a:pt x="25146" y="133484"/>
                  <a:pt x="28447" y="117135"/>
                  <a:pt x="35049" y="101846"/>
                </a:cubicBezTo>
                <a:cubicBezTo>
                  <a:pt x="41651" y="86548"/>
                  <a:pt x="50603" y="73234"/>
                  <a:pt x="61923" y="61923"/>
                </a:cubicBezTo>
                <a:cubicBezTo>
                  <a:pt x="73234" y="50603"/>
                  <a:pt x="86548" y="41651"/>
                  <a:pt x="101846" y="35049"/>
                </a:cubicBezTo>
                <a:cubicBezTo>
                  <a:pt x="117135" y="28447"/>
                  <a:pt x="133484" y="25146"/>
                  <a:pt x="150876" y="25146"/>
                </a:cubicBezTo>
                <a:cubicBezTo>
                  <a:pt x="168268" y="25146"/>
                  <a:pt x="184617" y="28447"/>
                  <a:pt x="199915" y="35049"/>
                </a:cubicBezTo>
                <a:cubicBezTo>
                  <a:pt x="215204" y="41651"/>
                  <a:pt x="228518" y="50603"/>
                  <a:pt x="239829" y="61923"/>
                </a:cubicBezTo>
                <a:cubicBezTo>
                  <a:pt x="251149" y="73234"/>
                  <a:pt x="260101" y="86548"/>
                  <a:pt x="266703" y="101846"/>
                </a:cubicBezTo>
                <a:cubicBezTo>
                  <a:pt x="273305" y="117135"/>
                  <a:pt x="276606" y="133484"/>
                  <a:pt x="276606" y="150876"/>
                </a:cubicBezTo>
                <a:cubicBezTo>
                  <a:pt x="276606" y="168268"/>
                  <a:pt x="273305" y="184617"/>
                  <a:pt x="266703" y="199915"/>
                </a:cubicBezTo>
                <a:cubicBezTo>
                  <a:pt x="260101" y="215204"/>
                  <a:pt x="251149" y="228518"/>
                  <a:pt x="239829" y="239829"/>
                </a:cubicBezTo>
                <a:cubicBezTo>
                  <a:pt x="228518" y="251149"/>
                  <a:pt x="215204" y="260101"/>
                  <a:pt x="199915" y="266703"/>
                </a:cubicBezTo>
                <a:cubicBezTo>
                  <a:pt x="184617" y="273305"/>
                  <a:pt x="168268" y="276606"/>
                  <a:pt x="150876" y="276606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530352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750" dirty="0"/>
          </a:p>
        </p:txBody>
      </p:sp>
      <p:sp>
        <p:nvSpPr>
          <p:cNvPr id="87" name="圖示 表格"/>
          <p:cNvSpPr/>
          <p:nvPr/>
        </p:nvSpPr>
        <p:spPr>
          <a:xfrm>
            <a:off x="1229845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45178" y="263722"/>
                </a:moveTo>
                <a:lnTo>
                  <a:pt x="56583" y="263722"/>
                </a:lnTo>
                <a:cubicBezTo>
                  <a:pt x="51554" y="263722"/>
                  <a:pt x="47146" y="261829"/>
                  <a:pt x="43379" y="258062"/>
                </a:cubicBezTo>
                <a:cubicBezTo>
                  <a:pt x="39603" y="254285"/>
                  <a:pt x="37719" y="249887"/>
                  <a:pt x="37719" y="244858"/>
                </a:cubicBezTo>
                <a:lnTo>
                  <a:pt x="37719" y="56583"/>
                </a:lnTo>
                <a:cubicBezTo>
                  <a:pt x="37719" y="51554"/>
                  <a:pt x="39603" y="47146"/>
                  <a:pt x="43379" y="43379"/>
                </a:cubicBezTo>
                <a:cubicBezTo>
                  <a:pt x="47146" y="39603"/>
                  <a:pt x="51554" y="37719"/>
                  <a:pt x="56583" y="37719"/>
                </a:cubicBezTo>
                <a:lnTo>
                  <a:pt x="245178" y="37719"/>
                </a:lnTo>
                <a:cubicBezTo>
                  <a:pt x="250207" y="37719"/>
                  <a:pt x="254606" y="39603"/>
                  <a:pt x="258373" y="43379"/>
                </a:cubicBezTo>
                <a:cubicBezTo>
                  <a:pt x="262149" y="47146"/>
                  <a:pt x="264033" y="51554"/>
                  <a:pt x="264033" y="56583"/>
                </a:cubicBezTo>
                <a:lnTo>
                  <a:pt x="264033" y="244858"/>
                </a:lnTo>
                <a:cubicBezTo>
                  <a:pt x="264033" y="249887"/>
                  <a:pt x="262149" y="254285"/>
                  <a:pt x="258373" y="258062"/>
                </a:cubicBezTo>
                <a:cubicBezTo>
                  <a:pt x="254606" y="261829"/>
                  <a:pt x="250207" y="263722"/>
                  <a:pt x="245178" y="263722"/>
                </a:cubicBezTo>
                <a:close/>
                <a:moveTo>
                  <a:pt x="56583" y="100895"/>
                </a:moveTo>
                <a:lnTo>
                  <a:pt x="245178" y="100895"/>
                </a:lnTo>
                <a:lnTo>
                  <a:pt x="245178" y="56583"/>
                </a:lnTo>
                <a:lnTo>
                  <a:pt x="56583" y="56583"/>
                </a:lnTo>
                <a:lnTo>
                  <a:pt x="56583" y="100895"/>
                </a:lnTo>
                <a:close/>
                <a:moveTo>
                  <a:pt x="97438" y="119759"/>
                </a:moveTo>
                <a:lnTo>
                  <a:pt x="56583" y="119759"/>
                </a:lnTo>
                <a:lnTo>
                  <a:pt x="56583" y="244858"/>
                </a:lnTo>
                <a:lnTo>
                  <a:pt x="97438" y="244858"/>
                </a:lnTo>
                <a:lnTo>
                  <a:pt x="97438" y="119759"/>
                </a:lnTo>
                <a:close/>
                <a:moveTo>
                  <a:pt x="204314" y="119759"/>
                </a:moveTo>
                <a:lnTo>
                  <a:pt x="204314" y="244858"/>
                </a:lnTo>
                <a:lnTo>
                  <a:pt x="245178" y="244858"/>
                </a:lnTo>
                <a:lnTo>
                  <a:pt x="245178" y="119759"/>
                </a:lnTo>
                <a:lnTo>
                  <a:pt x="204314" y="119759"/>
                </a:lnTo>
                <a:close/>
                <a:moveTo>
                  <a:pt x="185449" y="119759"/>
                </a:moveTo>
                <a:lnTo>
                  <a:pt x="116303" y="119759"/>
                </a:lnTo>
                <a:lnTo>
                  <a:pt x="116303" y="244858"/>
                </a:lnTo>
                <a:lnTo>
                  <a:pt x="185449" y="244858"/>
                </a:lnTo>
                <a:lnTo>
                  <a:pt x="185449" y="119759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圖說"/>
          <p:cNvSpPr/>
          <p:nvPr/>
        </p:nvSpPr>
        <p:spPr>
          <a:xfrm>
            <a:off x="1085073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750" dirty="0"/>
          </a:p>
        </p:txBody>
      </p:sp>
      <p:sp>
        <p:nvSpPr>
          <p:cNvPr id="89" name="圖示 儀表板"/>
          <p:cNvSpPr/>
          <p:nvPr/>
        </p:nvSpPr>
        <p:spPr>
          <a:xfrm>
            <a:off x="1784566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0303" y="113157"/>
                </a:moveTo>
                <a:lnTo>
                  <a:pt x="160303" y="47146"/>
                </a:lnTo>
                <a:cubicBezTo>
                  <a:pt x="160303" y="44467"/>
                  <a:pt x="161209" y="42227"/>
                  <a:pt x="163010" y="40426"/>
                </a:cubicBezTo>
                <a:cubicBezTo>
                  <a:pt x="164830" y="38624"/>
                  <a:pt x="167070" y="37719"/>
                  <a:pt x="169740" y="37719"/>
                </a:cubicBezTo>
                <a:lnTo>
                  <a:pt x="254606" y="37719"/>
                </a:lnTo>
                <a:cubicBezTo>
                  <a:pt x="257285" y="37719"/>
                  <a:pt x="259525" y="38624"/>
                  <a:pt x="261326" y="40426"/>
                </a:cubicBezTo>
                <a:cubicBezTo>
                  <a:pt x="263128" y="42227"/>
                  <a:pt x="264033" y="44467"/>
                  <a:pt x="264033" y="47146"/>
                </a:cubicBezTo>
                <a:lnTo>
                  <a:pt x="264033" y="113157"/>
                </a:lnTo>
                <a:cubicBezTo>
                  <a:pt x="264033" y="115836"/>
                  <a:pt x="263128" y="118086"/>
                  <a:pt x="261326" y="119887"/>
                </a:cubicBezTo>
                <a:cubicBezTo>
                  <a:pt x="259525" y="121688"/>
                  <a:pt x="257285" y="122584"/>
                  <a:pt x="254606" y="122584"/>
                </a:cubicBezTo>
                <a:lnTo>
                  <a:pt x="169740" y="122584"/>
                </a:lnTo>
                <a:cubicBezTo>
                  <a:pt x="167052" y="122584"/>
                  <a:pt x="164811" y="121688"/>
                  <a:pt x="163010" y="119887"/>
                </a:cubicBezTo>
                <a:cubicBezTo>
                  <a:pt x="161209" y="118058"/>
                  <a:pt x="160303" y="115818"/>
                  <a:pt x="160303" y="113157"/>
                </a:cubicBezTo>
                <a:close/>
                <a:moveTo>
                  <a:pt x="37719" y="150876"/>
                </a:moveTo>
                <a:lnTo>
                  <a:pt x="37719" y="47146"/>
                </a:lnTo>
                <a:cubicBezTo>
                  <a:pt x="37719" y="44467"/>
                  <a:pt x="38624" y="42227"/>
                  <a:pt x="40426" y="40426"/>
                </a:cubicBezTo>
                <a:cubicBezTo>
                  <a:pt x="42245" y="38624"/>
                  <a:pt x="44486" y="37719"/>
                  <a:pt x="47146" y="37719"/>
                </a:cubicBezTo>
                <a:lnTo>
                  <a:pt x="132021" y="37719"/>
                </a:lnTo>
                <a:cubicBezTo>
                  <a:pt x="134700" y="37719"/>
                  <a:pt x="136941" y="38624"/>
                  <a:pt x="138742" y="40426"/>
                </a:cubicBezTo>
                <a:cubicBezTo>
                  <a:pt x="140543" y="42227"/>
                  <a:pt x="141449" y="44467"/>
                  <a:pt x="141449" y="47146"/>
                </a:cubicBezTo>
                <a:lnTo>
                  <a:pt x="141449" y="150876"/>
                </a:lnTo>
                <a:cubicBezTo>
                  <a:pt x="141449" y="153555"/>
                  <a:pt x="140543" y="155805"/>
                  <a:pt x="138742" y="157606"/>
                </a:cubicBezTo>
                <a:cubicBezTo>
                  <a:pt x="136941" y="159407"/>
                  <a:pt x="134700" y="160303"/>
                  <a:pt x="132021" y="160303"/>
                </a:cubicBezTo>
                <a:lnTo>
                  <a:pt x="47146" y="160303"/>
                </a:lnTo>
                <a:cubicBezTo>
                  <a:pt x="44467" y="160303"/>
                  <a:pt x="42227" y="159407"/>
                  <a:pt x="40426" y="157606"/>
                </a:cubicBezTo>
                <a:cubicBezTo>
                  <a:pt x="38624" y="155777"/>
                  <a:pt x="37719" y="153537"/>
                  <a:pt x="37719" y="150876"/>
                </a:cubicBezTo>
                <a:close/>
                <a:moveTo>
                  <a:pt x="160303" y="254606"/>
                </a:moveTo>
                <a:lnTo>
                  <a:pt x="160303" y="150876"/>
                </a:lnTo>
                <a:cubicBezTo>
                  <a:pt x="160303" y="148197"/>
                  <a:pt x="161209" y="145947"/>
                  <a:pt x="163010" y="144146"/>
                </a:cubicBezTo>
                <a:cubicBezTo>
                  <a:pt x="164830" y="142345"/>
                  <a:pt x="167070" y="141449"/>
                  <a:pt x="169740" y="141449"/>
                </a:cubicBezTo>
                <a:lnTo>
                  <a:pt x="254606" y="141449"/>
                </a:lnTo>
                <a:cubicBezTo>
                  <a:pt x="257285" y="141449"/>
                  <a:pt x="259525" y="142345"/>
                  <a:pt x="261326" y="144146"/>
                </a:cubicBezTo>
                <a:cubicBezTo>
                  <a:pt x="263128" y="145947"/>
                  <a:pt x="264033" y="148197"/>
                  <a:pt x="264033" y="150876"/>
                </a:cubicBezTo>
                <a:lnTo>
                  <a:pt x="264033" y="254606"/>
                </a:lnTo>
                <a:cubicBezTo>
                  <a:pt x="264033" y="257285"/>
                  <a:pt x="263128" y="259525"/>
                  <a:pt x="261326" y="261326"/>
                </a:cubicBezTo>
                <a:cubicBezTo>
                  <a:pt x="259525" y="263128"/>
                  <a:pt x="257285" y="264033"/>
                  <a:pt x="254606" y="264033"/>
                </a:cubicBezTo>
                <a:lnTo>
                  <a:pt x="169740" y="264033"/>
                </a:lnTo>
                <a:cubicBezTo>
                  <a:pt x="167052" y="264033"/>
                  <a:pt x="164811" y="263128"/>
                  <a:pt x="163010" y="261326"/>
                </a:cubicBezTo>
                <a:cubicBezTo>
                  <a:pt x="161209" y="259507"/>
                  <a:pt x="160303" y="257266"/>
                  <a:pt x="160303" y="254606"/>
                </a:cubicBezTo>
                <a:close/>
                <a:moveTo>
                  <a:pt x="37719" y="254606"/>
                </a:moveTo>
                <a:lnTo>
                  <a:pt x="37719" y="188595"/>
                </a:lnTo>
                <a:cubicBezTo>
                  <a:pt x="37719" y="185916"/>
                  <a:pt x="38624" y="183666"/>
                  <a:pt x="40426" y="181865"/>
                </a:cubicBezTo>
                <a:cubicBezTo>
                  <a:pt x="42245" y="180064"/>
                  <a:pt x="44486" y="179168"/>
                  <a:pt x="47146" y="179168"/>
                </a:cubicBezTo>
                <a:lnTo>
                  <a:pt x="132021" y="179168"/>
                </a:lnTo>
                <a:cubicBezTo>
                  <a:pt x="134700" y="179168"/>
                  <a:pt x="136941" y="180064"/>
                  <a:pt x="138742" y="181865"/>
                </a:cubicBezTo>
                <a:cubicBezTo>
                  <a:pt x="140543" y="183666"/>
                  <a:pt x="141449" y="185916"/>
                  <a:pt x="141449" y="188595"/>
                </a:cubicBezTo>
                <a:lnTo>
                  <a:pt x="141449" y="254606"/>
                </a:lnTo>
                <a:cubicBezTo>
                  <a:pt x="141449" y="257285"/>
                  <a:pt x="140543" y="259525"/>
                  <a:pt x="138742" y="261326"/>
                </a:cubicBezTo>
                <a:cubicBezTo>
                  <a:pt x="136941" y="263128"/>
                  <a:pt x="134700" y="264033"/>
                  <a:pt x="132021" y="264033"/>
                </a:cubicBezTo>
                <a:lnTo>
                  <a:pt x="47146" y="264033"/>
                </a:lnTo>
                <a:cubicBezTo>
                  <a:pt x="44467" y="264033"/>
                  <a:pt x="42227" y="263128"/>
                  <a:pt x="40426" y="261326"/>
                </a:cubicBezTo>
                <a:cubicBezTo>
                  <a:pt x="38624" y="259507"/>
                  <a:pt x="37719" y="257266"/>
                  <a:pt x="37719" y="254606"/>
                </a:cubicBezTo>
                <a:close/>
                <a:moveTo>
                  <a:pt x="56583" y="141449"/>
                </a:moveTo>
                <a:lnTo>
                  <a:pt x="122584" y="141449"/>
                </a:lnTo>
                <a:lnTo>
                  <a:pt x="122584" y="56583"/>
                </a:lnTo>
                <a:lnTo>
                  <a:pt x="56583" y="56583"/>
                </a:lnTo>
                <a:lnTo>
                  <a:pt x="56583" y="141449"/>
                </a:lnTo>
                <a:close/>
                <a:moveTo>
                  <a:pt x="179168" y="245178"/>
                </a:moveTo>
                <a:lnTo>
                  <a:pt x="245178" y="245178"/>
                </a:lnTo>
                <a:lnTo>
                  <a:pt x="245178" y="160303"/>
                </a:lnTo>
                <a:lnTo>
                  <a:pt x="179168" y="160303"/>
                </a:lnTo>
                <a:lnTo>
                  <a:pt x="179168" y="245178"/>
                </a:lnTo>
                <a:close/>
                <a:moveTo>
                  <a:pt x="179168" y="103730"/>
                </a:moveTo>
                <a:lnTo>
                  <a:pt x="245178" y="103730"/>
                </a:lnTo>
                <a:lnTo>
                  <a:pt x="245178" y="56583"/>
                </a:lnTo>
                <a:lnTo>
                  <a:pt x="179168" y="56583"/>
                </a:lnTo>
                <a:lnTo>
                  <a:pt x="179168" y="103730"/>
                </a:lnTo>
                <a:close/>
                <a:moveTo>
                  <a:pt x="56583" y="245178"/>
                </a:moveTo>
                <a:lnTo>
                  <a:pt x="122584" y="245178"/>
                </a:lnTo>
                <a:lnTo>
                  <a:pt x="122584" y="198022"/>
                </a:lnTo>
                <a:lnTo>
                  <a:pt x="56583" y="198022"/>
                </a:lnTo>
                <a:lnTo>
                  <a:pt x="56583" y="245178"/>
                </a:lnTo>
                <a:close/>
                <a:moveTo>
                  <a:pt x="122584" y="141449"/>
                </a:moveTo>
                <a:close/>
                <a:moveTo>
                  <a:pt x="179168" y="103730"/>
                </a:moveTo>
                <a:close/>
                <a:moveTo>
                  <a:pt x="179168" y="160303"/>
                </a:moveTo>
                <a:close/>
                <a:moveTo>
                  <a:pt x="122584" y="198022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圖說"/>
          <p:cNvSpPr/>
          <p:nvPr/>
        </p:nvSpPr>
        <p:spPr>
          <a:xfrm>
            <a:off x="1639794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750" dirty="0"/>
          </a:p>
        </p:txBody>
      </p:sp>
      <p:sp>
        <p:nvSpPr>
          <p:cNvPr id="91" name="圖示 時間軸"/>
          <p:cNvSpPr/>
          <p:nvPr/>
        </p:nvSpPr>
        <p:spPr>
          <a:xfrm>
            <a:off x="2339287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34546" y="226314"/>
                </a:moveTo>
                <a:cubicBezTo>
                  <a:pt x="28493" y="226314"/>
                  <a:pt x="23308" y="224156"/>
                  <a:pt x="19020" y="219840"/>
                </a:cubicBezTo>
                <a:cubicBezTo>
                  <a:pt x="14722" y="215524"/>
                  <a:pt x="12573" y="210339"/>
                  <a:pt x="12573" y="204277"/>
                </a:cubicBezTo>
                <a:cubicBezTo>
                  <a:pt x="12573" y="198224"/>
                  <a:pt x="14722" y="193048"/>
                  <a:pt x="19020" y="188750"/>
                </a:cubicBezTo>
                <a:cubicBezTo>
                  <a:pt x="23308" y="184453"/>
                  <a:pt x="28474" y="182313"/>
                  <a:pt x="34509" y="182313"/>
                </a:cubicBezTo>
                <a:cubicBezTo>
                  <a:pt x="35607" y="182313"/>
                  <a:pt x="36667" y="182359"/>
                  <a:pt x="37719" y="182469"/>
                </a:cubicBezTo>
                <a:cubicBezTo>
                  <a:pt x="38771" y="182569"/>
                  <a:pt x="40133" y="182834"/>
                  <a:pt x="41806" y="183255"/>
                </a:cubicBezTo>
                <a:lnTo>
                  <a:pt x="104671" y="120390"/>
                </a:lnTo>
                <a:cubicBezTo>
                  <a:pt x="104251" y="118707"/>
                  <a:pt x="103986" y="117345"/>
                  <a:pt x="103885" y="116303"/>
                </a:cubicBezTo>
                <a:cubicBezTo>
                  <a:pt x="103775" y="115251"/>
                  <a:pt x="103730" y="114181"/>
                  <a:pt x="103730" y="113093"/>
                </a:cubicBezTo>
                <a:cubicBezTo>
                  <a:pt x="103730" y="107058"/>
                  <a:pt x="105888" y="101892"/>
                  <a:pt x="110203" y="97594"/>
                </a:cubicBezTo>
                <a:cubicBezTo>
                  <a:pt x="114519" y="93305"/>
                  <a:pt x="119704" y="91157"/>
                  <a:pt x="125757" y="91157"/>
                </a:cubicBezTo>
                <a:cubicBezTo>
                  <a:pt x="131820" y="91157"/>
                  <a:pt x="136995" y="93315"/>
                  <a:pt x="141293" y="97630"/>
                </a:cubicBezTo>
                <a:cubicBezTo>
                  <a:pt x="145582" y="101946"/>
                  <a:pt x="147730" y="107140"/>
                  <a:pt x="147730" y="113221"/>
                </a:cubicBezTo>
                <a:cubicBezTo>
                  <a:pt x="147730" y="113596"/>
                  <a:pt x="147420" y="115982"/>
                  <a:pt x="146789" y="120390"/>
                </a:cubicBezTo>
                <a:lnTo>
                  <a:pt x="181362" y="154963"/>
                </a:lnTo>
                <a:cubicBezTo>
                  <a:pt x="183045" y="154543"/>
                  <a:pt x="184407" y="154278"/>
                  <a:pt x="185449" y="154177"/>
                </a:cubicBezTo>
                <a:cubicBezTo>
                  <a:pt x="186501" y="154067"/>
                  <a:pt x="187543" y="154022"/>
                  <a:pt x="188595" y="154022"/>
                </a:cubicBezTo>
                <a:cubicBezTo>
                  <a:pt x="189647" y="154022"/>
                  <a:pt x="190689" y="154067"/>
                  <a:pt x="191741" y="154177"/>
                </a:cubicBezTo>
                <a:cubicBezTo>
                  <a:pt x="192783" y="154278"/>
                  <a:pt x="194145" y="154543"/>
                  <a:pt x="195828" y="154963"/>
                </a:cubicBezTo>
                <a:lnTo>
                  <a:pt x="246120" y="104671"/>
                </a:lnTo>
                <a:cubicBezTo>
                  <a:pt x="245699" y="102998"/>
                  <a:pt x="245434" y="101636"/>
                  <a:pt x="245334" y="100584"/>
                </a:cubicBezTo>
                <a:cubicBezTo>
                  <a:pt x="245224" y="99532"/>
                  <a:pt x="245178" y="98472"/>
                  <a:pt x="245178" y="97374"/>
                </a:cubicBezTo>
                <a:cubicBezTo>
                  <a:pt x="245178" y="91339"/>
                  <a:pt x="247336" y="86173"/>
                  <a:pt x="251652" y="81885"/>
                </a:cubicBezTo>
                <a:cubicBezTo>
                  <a:pt x="255968" y="77587"/>
                  <a:pt x="261153" y="75438"/>
                  <a:pt x="267206" y="75438"/>
                </a:cubicBezTo>
                <a:cubicBezTo>
                  <a:pt x="273259" y="75438"/>
                  <a:pt x="278444" y="77596"/>
                  <a:pt x="282732" y="81912"/>
                </a:cubicBezTo>
                <a:cubicBezTo>
                  <a:pt x="287030" y="86228"/>
                  <a:pt x="289179" y="91413"/>
                  <a:pt x="289179" y="97475"/>
                </a:cubicBezTo>
                <a:cubicBezTo>
                  <a:pt x="289179" y="103528"/>
                  <a:pt x="287030" y="108704"/>
                  <a:pt x="282732" y="113002"/>
                </a:cubicBezTo>
                <a:cubicBezTo>
                  <a:pt x="278444" y="117299"/>
                  <a:pt x="273278" y="119448"/>
                  <a:pt x="267243" y="119448"/>
                </a:cubicBezTo>
                <a:cubicBezTo>
                  <a:pt x="266145" y="119448"/>
                  <a:pt x="265085" y="119393"/>
                  <a:pt x="264033" y="119283"/>
                </a:cubicBezTo>
                <a:cubicBezTo>
                  <a:pt x="262981" y="119183"/>
                  <a:pt x="261619" y="118918"/>
                  <a:pt x="259946" y="118497"/>
                </a:cubicBezTo>
                <a:lnTo>
                  <a:pt x="209654" y="168789"/>
                </a:lnTo>
                <a:cubicBezTo>
                  <a:pt x="210074" y="170472"/>
                  <a:pt x="210339" y="171834"/>
                  <a:pt x="210440" y="172876"/>
                </a:cubicBezTo>
                <a:cubicBezTo>
                  <a:pt x="210550" y="173928"/>
                  <a:pt x="210595" y="174998"/>
                  <a:pt x="210595" y="176086"/>
                </a:cubicBezTo>
                <a:cubicBezTo>
                  <a:pt x="210595" y="182121"/>
                  <a:pt x="208437" y="187287"/>
                  <a:pt x="204122" y="191585"/>
                </a:cubicBezTo>
                <a:cubicBezTo>
                  <a:pt x="199806" y="195874"/>
                  <a:pt x="194621" y="198022"/>
                  <a:pt x="188568" y="198022"/>
                </a:cubicBezTo>
                <a:cubicBezTo>
                  <a:pt x="182505" y="198022"/>
                  <a:pt x="177330" y="195874"/>
                  <a:pt x="173032" y="191585"/>
                </a:cubicBezTo>
                <a:cubicBezTo>
                  <a:pt x="168743" y="187287"/>
                  <a:pt x="166595" y="182121"/>
                  <a:pt x="166595" y="176086"/>
                </a:cubicBezTo>
                <a:cubicBezTo>
                  <a:pt x="166595" y="174998"/>
                  <a:pt x="166640" y="173928"/>
                  <a:pt x="166750" y="172876"/>
                </a:cubicBezTo>
                <a:cubicBezTo>
                  <a:pt x="166851" y="171834"/>
                  <a:pt x="167116" y="170472"/>
                  <a:pt x="167536" y="168789"/>
                </a:cubicBezTo>
                <a:lnTo>
                  <a:pt x="132963" y="134216"/>
                </a:lnTo>
                <a:cubicBezTo>
                  <a:pt x="131280" y="134636"/>
                  <a:pt x="129918" y="134901"/>
                  <a:pt x="128876" y="135002"/>
                </a:cubicBezTo>
                <a:cubicBezTo>
                  <a:pt x="127824" y="135112"/>
                  <a:pt x="126745" y="135157"/>
                  <a:pt x="125639" y="135157"/>
                </a:cubicBezTo>
                <a:cubicBezTo>
                  <a:pt x="125255" y="135157"/>
                  <a:pt x="122868" y="134847"/>
                  <a:pt x="118470" y="134216"/>
                </a:cubicBezTo>
                <a:lnTo>
                  <a:pt x="55632" y="197081"/>
                </a:lnTo>
                <a:cubicBezTo>
                  <a:pt x="56053" y="198754"/>
                  <a:pt x="56318" y="200116"/>
                  <a:pt x="56418" y="201168"/>
                </a:cubicBezTo>
                <a:cubicBezTo>
                  <a:pt x="56528" y="202220"/>
                  <a:pt x="56583" y="203280"/>
                  <a:pt x="56583" y="204378"/>
                </a:cubicBezTo>
                <a:cubicBezTo>
                  <a:pt x="56583" y="210413"/>
                  <a:pt x="54416" y="215579"/>
                  <a:pt x="50100" y="219867"/>
                </a:cubicBezTo>
                <a:cubicBezTo>
                  <a:pt x="45784" y="224165"/>
                  <a:pt x="40599" y="226314"/>
                  <a:pt x="34546" y="226314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圖說"/>
          <p:cNvSpPr/>
          <p:nvPr/>
        </p:nvSpPr>
        <p:spPr>
          <a:xfrm>
            <a:off x="2194514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750" dirty="0"/>
          </a:p>
        </p:txBody>
      </p:sp>
      <p:sp>
        <p:nvSpPr>
          <p:cNvPr id="93" name="圖示 完成"/>
          <p:cNvSpPr/>
          <p:nvPr/>
        </p:nvSpPr>
        <p:spPr>
          <a:xfrm>
            <a:off x="2894007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332" y="179478"/>
                </a:moveTo>
                <a:lnTo>
                  <a:pt x="101526" y="148672"/>
                </a:lnTo>
                <a:cubicBezTo>
                  <a:pt x="99642" y="146789"/>
                  <a:pt x="97338" y="145847"/>
                  <a:pt x="94613" y="145847"/>
                </a:cubicBezTo>
                <a:cubicBezTo>
                  <a:pt x="91888" y="145847"/>
                  <a:pt x="89474" y="146898"/>
                  <a:pt x="87380" y="148992"/>
                </a:cubicBezTo>
                <a:cubicBezTo>
                  <a:pt x="85496" y="150876"/>
                  <a:pt x="84555" y="153180"/>
                  <a:pt x="84555" y="155905"/>
                </a:cubicBezTo>
                <a:cubicBezTo>
                  <a:pt x="84555" y="158630"/>
                  <a:pt x="85496" y="160934"/>
                  <a:pt x="87380" y="162818"/>
                </a:cubicBezTo>
                <a:lnTo>
                  <a:pt x="125730" y="201479"/>
                </a:lnTo>
                <a:cubicBezTo>
                  <a:pt x="127614" y="203372"/>
                  <a:pt x="129817" y="204314"/>
                  <a:pt x="132332" y="204314"/>
                </a:cubicBezTo>
                <a:cubicBezTo>
                  <a:pt x="134847" y="204314"/>
                  <a:pt x="137050" y="203372"/>
                  <a:pt x="138934" y="201479"/>
                </a:cubicBezTo>
                <a:lnTo>
                  <a:pt x="214052" y="126361"/>
                </a:lnTo>
                <a:cubicBezTo>
                  <a:pt x="216155" y="124267"/>
                  <a:pt x="217197" y="121853"/>
                  <a:pt x="217197" y="119128"/>
                </a:cubicBezTo>
                <a:cubicBezTo>
                  <a:pt x="217197" y="116403"/>
                  <a:pt x="216155" y="113998"/>
                  <a:pt x="214052" y="111904"/>
                </a:cubicBezTo>
                <a:cubicBezTo>
                  <a:pt x="211958" y="110011"/>
                  <a:pt x="209498" y="109124"/>
                  <a:pt x="206673" y="109225"/>
                </a:cubicBezTo>
                <a:cubicBezTo>
                  <a:pt x="203838" y="109335"/>
                  <a:pt x="201479" y="110332"/>
                  <a:pt x="199595" y="112215"/>
                </a:cubicBezTo>
                <a:lnTo>
                  <a:pt x="132332" y="179478"/>
                </a:lnTo>
                <a:close/>
                <a:moveTo>
                  <a:pt x="150876" y="276606"/>
                </a:moveTo>
                <a:cubicBezTo>
                  <a:pt x="133694" y="276606"/>
                  <a:pt x="117455" y="273305"/>
                  <a:pt x="102157" y="266703"/>
                </a:cubicBezTo>
                <a:cubicBezTo>
                  <a:pt x="86859" y="260101"/>
                  <a:pt x="73499" y="251094"/>
                  <a:pt x="62079" y="239673"/>
                </a:cubicBezTo>
                <a:cubicBezTo>
                  <a:pt x="50658" y="228253"/>
                  <a:pt x="41651" y="214893"/>
                  <a:pt x="35049" y="199595"/>
                </a:cubicBezTo>
                <a:cubicBezTo>
                  <a:pt x="28447" y="184297"/>
                  <a:pt x="25146" y="168058"/>
                  <a:pt x="25146" y="150876"/>
                </a:cubicBezTo>
                <a:cubicBezTo>
                  <a:pt x="25146" y="133484"/>
                  <a:pt x="28447" y="117135"/>
                  <a:pt x="35049" y="101846"/>
                </a:cubicBezTo>
                <a:cubicBezTo>
                  <a:pt x="41651" y="86548"/>
                  <a:pt x="50658" y="73234"/>
                  <a:pt x="62079" y="61923"/>
                </a:cubicBezTo>
                <a:cubicBezTo>
                  <a:pt x="73499" y="50603"/>
                  <a:pt x="86859" y="41651"/>
                  <a:pt x="102157" y="35049"/>
                </a:cubicBezTo>
                <a:cubicBezTo>
                  <a:pt x="117455" y="28447"/>
                  <a:pt x="133694" y="25146"/>
                  <a:pt x="150876" y="25146"/>
                </a:cubicBezTo>
                <a:cubicBezTo>
                  <a:pt x="168268" y="25146"/>
                  <a:pt x="184617" y="28447"/>
                  <a:pt x="199915" y="35049"/>
                </a:cubicBezTo>
                <a:cubicBezTo>
                  <a:pt x="215204" y="41651"/>
                  <a:pt x="228518" y="50603"/>
                  <a:pt x="239829" y="61923"/>
                </a:cubicBezTo>
                <a:cubicBezTo>
                  <a:pt x="251149" y="73234"/>
                  <a:pt x="260101" y="86548"/>
                  <a:pt x="266703" y="101846"/>
                </a:cubicBezTo>
                <a:cubicBezTo>
                  <a:pt x="273305" y="117135"/>
                  <a:pt x="276606" y="133484"/>
                  <a:pt x="276606" y="150876"/>
                </a:cubicBezTo>
                <a:cubicBezTo>
                  <a:pt x="276606" y="168058"/>
                  <a:pt x="273305" y="184297"/>
                  <a:pt x="266703" y="199595"/>
                </a:cubicBezTo>
                <a:cubicBezTo>
                  <a:pt x="260101" y="214893"/>
                  <a:pt x="251149" y="228253"/>
                  <a:pt x="239829" y="239673"/>
                </a:cubicBezTo>
                <a:cubicBezTo>
                  <a:pt x="228518" y="251094"/>
                  <a:pt x="215204" y="260101"/>
                  <a:pt x="199915" y="266703"/>
                </a:cubicBezTo>
                <a:cubicBezTo>
                  <a:pt x="184617" y="273305"/>
                  <a:pt x="168268" y="276606"/>
                  <a:pt x="150876" y="276606"/>
                </a:cubicBezTo>
                <a:close/>
                <a:moveTo>
                  <a:pt x="150876" y="257751"/>
                </a:moveTo>
                <a:cubicBezTo>
                  <a:pt x="180631" y="257751"/>
                  <a:pt x="205886" y="247318"/>
                  <a:pt x="226625" y="226469"/>
                </a:cubicBezTo>
                <a:cubicBezTo>
                  <a:pt x="247373" y="205621"/>
                  <a:pt x="257751" y="180420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21332" y="44010"/>
                  <a:pt x="96131" y="54379"/>
                  <a:pt x="75283" y="75127"/>
                </a:cubicBezTo>
                <a:cubicBezTo>
                  <a:pt x="54434" y="95866"/>
                  <a:pt x="44010" y="121121"/>
                  <a:pt x="44010" y="150876"/>
                </a:cubicBezTo>
                <a:cubicBezTo>
                  <a:pt x="44010" y="180420"/>
                  <a:pt x="54434" y="205621"/>
                  <a:pt x="75283" y="226469"/>
                </a:cubicBezTo>
                <a:cubicBezTo>
                  <a:pt x="96131" y="247318"/>
                  <a:pt x="121332" y="257751"/>
                  <a:pt x="150876" y="25775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2749235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750" dirty="0"/>
          </a:p>
        </p:txBody>
      </p:sp>
      <p:sp>
        <p:nvSpPr>
          <p:cNvPr id="95" name="圖示 達成"/>
          <p:cNvSpPr/>
          <p:nvPr/>
        </p:nvSpPr>
        <p:spPr>
          <a:xfrm>
            <a:off x="3448728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76606"/>
                </a:moveTo>
                <a:cubicBezTo>
                  <a:pt x="133063" y="276606"/>
                  <a:pt x="116513" y="273415"/>
                  <a:pt x="101215" y="267023"/>
                </a:cubicBezTo>
                <a:cubicBezTo>
                  <a:pt x="85917" y="260631"/>
                  <a:pt x="72613" y="251771"/>
                  <a:pt x="61292" y="240460"/>
                </a:cubicBezTo>
                <a:cubicBezTo>
                  <a:pt x="49981" y="229139"/>
                  <a:pt x="41121" y="215835"/>
                  <a:pt x="34729" y="200537"/>
                </a:cubicBezTo>
                <a:cubicBezTo>
                  <a:pt x="28337" y="185239"/>
                  <a:pt x="25146" y="168689"/>
                  <a:pt x="25146" y="150876"/>
                </a:cubicBezTo>
                <a:cubicBezTo>
                  <a:pt x="25146" y="133274"/>
                  <a:pt x="28337" y="116824"/>
                  <a:pt x="34729" y="101526"/>
                </a:cubicBezTo>
                <a:cubicBezTo>
                  <a:pt x="41121" y="86228"/>
                  <a:pt x="49981" y="72923"/>
                  <a:pt x="61292" y="61612"/>
                </a:cubicBezTo>
                <a:cubicBezTo>
                  <a:pt x="72613" y="50292"/>
                  <a:pt x="85917" y="41386"/>
                  <a:pt x="101215" y="34894"/>
                </a:cubicBezTo>
                <a:cubicBezTo>
                  <a:pt x="116513" y="28392"/>
                  <a:pt x="133063" y="25146"/>
                  <a:pt x="150876" y="25146"/>
                </a:cubicBezTo>
                <a:cubicBezTo>
                  <a:pt x="163449" y="25146"/>
                  <a:pt x="175711" y="26984"/>
                  <a:pt x="187653" y="30651"/>
                </a:cubicBezTo>
                <a:cubicBezTo>
                  <a:pt x="199595" y="34317"/>
                  <a:pt x="210806" y="39712"/>
                  <a:pt x="221285" y="46836"/>
                </a:cubicBezTo>
                <a:cubicBezTo>
                  <a:pt x="223589" y="48299"/>
                  <a:pt x="225006" y="50292"/>
                  <a:pt x="225528" y="52807"/>
                </a:cubicBezTo>
                <a:cubicBezTo>
                  <a:pt x="226049" y="55321"/>
                  <a:pt x="225473" y="57625"/>
                  <a:pt x="223799" y="59719"/>
                </a:cubicBezTo>
                <a:cubicBezTo>
                  <a:pt x="222126" y="61813"/>
                  <a:pt x="220032" y="62966"/>
                  <a:pt x="217517" y="63176"/>
                </a:cubicBezTo>
                <a:cubicBezTo>
                  <a:pt x="215003" y="63386"/>
                  <a:pt x="212589" y="62764"/>
                  <a:pt x="210285" y="61292"/>
                </a:cubicBezTo>
                <a:cubicBezTo>
                  <a:pt x="201479" y="55632"/>
                  <a:pt x="192051" y="51344"/>
                  <a:pt x="181993" y="48408"/>
                </a:cubicBezTo>
                <a:cubicBezTo>
                  <a:pt x="171935" y="45473"/>
                  <a:pt x="161565" y="44010"/>
                  <a:pt x="150876" y="44010"/>
                </a:cubicBezTo>
                <a:cubicBezTo>
                  <a:pt x="120490" y="44010"/>
                  <a:pt x="95079" y="54224"/>
                  <a:pt x="74652" y="74652"/>
                </a:cubicBezTo>
                <a:cubicBezTo>
                  <a:pt x="54224" y="95079"/>
                  <a:pt x="44010" y="120490"/>
                  <a:pt x="44010" y="150876"/>
                </a:cubicBezTo>
                <a:cubicBezTo>
                  <a:pt x="44010" y="181262"/>
                  <a:pt x="54224" y="206673"/>
                  <a:pt x="74652" y="227100"/>
                </a:cubicBezTo>
                <a:cubicBezTo>
                  <a:pt x="95079" y="247528"/>
                  <a:pt x="120490" y="257751"/>
                  <a:pt x="150876" y="257751"/>
                </a:cubicBezTo>
                <a:cubicBezTo>
                  <a:pt x="181262" y="257751"/>
                  <a:pt x="206673" y="247528"/>
                  <a:pt x="227100" y="227100"/>
                </a:cubicBezTo>
                <a:cubicBezTo>
                  <a:pt x="247528" y="206673"/>
                  <a:pt x="257751" y="181262"/>
                  <a:pt x="257751" y="150876"/>
                </a:cubicBezTo>
                <a:cubicBezTo>
                  <a:pt x="257751" y="146898"/>
                  <a:pt x="257586" y="143021"/>
                  <a:pt x="257276" y="139245"/>
                </a:cubicBezTo>
                <a:cubicBezTo>
                  <a:pt x="256965" y="135478"/>
                  <a:pt x="256389" y="131811"/>
                  <a:pt x="255547" y="128245"/>
                </a:cubicBezTo>
                <a:cubicBezTo>
                  <a:pt x="255127" y="125520"/>
                  <a:pt x="255547" y="123005"/>
                  <a:pt x="256800" y="120701"/>
                </a:cubicBezTo>
                <a:cubicBezTo>
                  <a:pt x="258062" y="118397"/>
                  <a:pt x="259946" y="117034"/>
                  <a:pt x="262460" y="116613"/>
                </a:cubicBezTo>
                <a:cubicBezTo>
                  <a:pt x="265185" y="115982"/>
                  <a:pt x="267700" y="116458"/>
                  <a:pt x="270004" y="118031"/>
                </a:cubicBezTo>
                <a:cubicBezTo>
                  <a:pt x="272308" y="119604"/>
                  <a:pt x="273671" y="121752"/>
                  <a:pt x="274091" y="124477"/>
                </a:cubicBezTo>
                <a:cubicBezTo>
                  <a:pt x="274933" y="128665"/>
                  <a:pt x="275554" y="132963"/>
                  <a:pt x="275975" y="137361"/>
                </a:cubicBezTo>
                <a:cubicBezTo>
                  <a:pt x="276396" y="141759"/>
                  <a:pt x="276606" y="146267"/>
                  <a:pt x="276606" y="150876"/>
                </a:cubicBezTo>
                <a:cubicBezTo>
                  <a:pt x="276606" y="168689"/>
                  <a:pt x="273360" y="185239"/>
                  <a:pt x="266858" y="200537"/>
                </a:cubicBezTo>
                <a:cubicBezTo>
                  <a:pt x="260366" y="215835"/>
                  <a:pt x="251460" y="229139"/>
                  <a:pt x="240149" y="240460"/>
                </a:cubicBezTo>
                <a:cubicBezTo>
                  <a:pt x="228829" y="251771"/>
                  <a:pt x="215524" y="260631"/>
                  <a:pt x="200226" y="267023"/>
                </a:cubicBezTo>
                <a:cubicBezTo>
                  <a:pt x="184928" y="273415"/>
                  <a:pt x="168478" y="276606"/>
                  <a:pt x="150876" y="276606"/>
                </a:cubicBezTo>
                <a:close/>
                <a:moveTo>
                  <a:pt x="132332" y="179478"/>
                </a:moveTo>
                <a:lnTo>
                  <a:pt x="255547" y="56263"/>
                </a:lnTo>
                <a:cubicBezTo>
                  <a:pt x="257431" y="54379"/>
                  <a:pt x="259735" y="53438"/>
                  <a:pt x="262460" y="53438"/>
                </a:cubicBezTo>
                <a:cubicBezTo>
                  <a:pt x="265185" y="53438"/>
                  <a:pt x="267599" y="54379"/>
                  <a:pt x="269693" y="56263"/>
                </a:cubicBezTo>
                <a:cubicBezTo>
                  <a:pt x="271787" y="58357"/>
                  <a:pt x="272839" y="60771"/>
                  <a:pt x="272839" y="63496"/>
                </a:cubicBezTo>
                <a:cubicBezTo>
                  <a:pt x="272839" y="66221"/>
                  <a:pt x="271787" y="68626"/>
                  <a:pt x="269693" y="70720"/>
                </a:cubicBezTo>
                <a:lnTo>
                  <a:pt x="138934" y="201479"/>
                </a:lnTo>
                <a:cubicBezTo>
                  <a:pt x="137050" y="203372"/>
                  <a:pt x="134847" y="204314"/>
                  <a:pt x="132332" y="204314"/>
                </a:cubicBezTo>
                <a:cubicBezTo>
                  <a:pt x="129817" y="204314"/>
                  <a:pt x="127614" y="203372"/>
                  <a:pt x="125730" y="201479"/>
                </a:cubicBezTo>
                <a:lnTo>
                  <a:pt x="87380" y="162818"/>
                </a:lnTo>
                <a:cubicBezTo>
                  <a:pt x="85496" y="160934"/>
                  <a:pt x="84609" y="158575"/>
                  <a:pt x="84710" y="155750"/>
                </a:cubicBezTo>
                <a:cubicBezTo>
                  <a:pt x="84820" y="152915"/>
                  <a:pt x="85807" y="150565"/>
                  <a:pt x="87700" y="148672"/>
                </a:cubicBezTo>
                <a:cubicBezTo>
                  <a:pt x="89584" y="146789"/>
                  <a:pt x="91943" y="145847"/>
                  <a:pt x="94768" y="145847"/>
                </a:cubicBezTo>
                <a:cubicBezTo>
                  <a:pt x="97594" y="145847"/>
                  <a:pt x="99953" y="146789"/>
                  <a:pt x="101846" y="148672"/>
                </a:cubicBezTo>
                <a:lnTo>
                  <a:pt x="132332" y="179478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3303956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750" dirty="0"/>
          </a:p>
        </p:txBody>
      </p:sp>
      <p:sp>
        <p:nvSpPr>
          <p:cNvPr id="97" name="圖示 錯誤"/>
          <p:cNvSpPr/>
          <p:nvPr/>
        </p:nvSpPr>
        <p:spPr>
          <a:xfrm>
            <a:off x="4003449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164080"/>
                </a:moveTo>
                <a:lnTo>
                  <a:pt x="191420" y="204624"/>
                </a:lnTo>
                <a:cubicBezTo>
                  <a:pt x="193313" y="206508"/>
                  <a:pt x="195508" y="207459"/>
                  <a:pt x="198022" y="207459"/>
                </a:cubicBezTo>
                <a:cubicBezTo>
                  <a:pt x="200537" y="207459"/>
                  <a:pt x="202741" y="206508"/>
                  <a:pt x="204624" y="204624"/>
                </a:cubicBezTo>
                <a:cubicBezTo>
                  <a:pt x="206508" y="202741"/>
                  <a:pt x="207459" y="200537"/>
                  <a:pt x="207459" y="198022"/>
                </a:cubicBezTo>
                <a:cubicBezTo>
                  <a:pt x="207459" y="195508"/>
                  <a:pt x="206508" y="193313"/>
                  <a:pt x="204624" y="191420"/>
                </a:cubicBezTo>
                <a:lnTo>
                  <a:pt x="164080" y="150876"/>
                </a:lnTo>
                <a:lnTo>
                  <a:pt x="204624" y="110332"/>
                </a:lnTo>
                <a:cubicBezTo>
                  <a:pt x="206508" y="108439"/>
                  <a:pt x="207459" y="106244"/>
                  <a:pt x="207459" y="103730"/>
                </a:cubicBezTo>
                <a:cubicBezTo>
                  <a:pt x="207459" y="101215"/>
                  <a:pt x="206508" y="99011"/>
                  <a:pt x="204624" y="97128"/>
                </a:cubicBezTo>
                <a:cubicBezTo>
                  <a:pt x="202741" y="95244"/>
                  <a:pt x="200537" y="94302"/>
                  <a:pt x="198022" y="94302"/>
                </a:cubicBezTo>
                <a:cubicBezTo>
                  <a:pt x="195508" y="94302"/>
                  <a:pt x="193313" y="95244"/>
                  <a:pt x="191420" y="97128"/>
                </a:cubicBezTo>
                <a:lnTo>
                  <a:pt x="150876" y="137672"/>
                </a:lnTo>
                <a:lnTo>
                  <a:pt x="110332" y="97128"/>
                </a:lnTo>
                <a:cubicBezTo>
                  <a:pt x="108439" y="95244"/>
                  <a:pt x="106244" y="94302"/>
                  <a:pt x="103730" y="94302"/>
                </a:cubicBezTo>
                <a:cubicBezTo>
                  <a:pt x="101215" y="94302"/>
                  <a:pt x="99011" y="95244"/>
                  <a:pt x="97128" y="97128"/>
                </a:cubicBezTo>
                <a:cubicBezTo>
                  <a:pt x="95244" y="99011"/>
                  <a:pt x="94302" y="101215"/>
                  <a:pt x="94302" y="103730"/>
                </a:cubicBezTo>
                <a:cubicBezTo>
                  <a:pt x="94302" y="106244"/>
                  <a:pt x="95244" y="108439"/>
                  <a:pt x="97128" y="110332"/>
                </a:cubicBezTo>
                <a:lnTo>
                  <a:pt x="137672" y="150876"/>
                </a:lnTo>
                <a:lnTo>
                  <a:pt x="97128" y="191420"/>
                </a:lnTo>
                <a:cubicBezTo>
                  <a:pt x="95244" y="193313"/>
                  <a:pt x="94302" y="195508"/>
                  <a:pt x="94302" y="198022"/>
                </a:cubicBezTo>
                <a:cubicBezTo>
                  <a:pt x="94302" y="200537"/>
                  <a:pt x="95244" y="202741"/>
                  <a:pt x="97128" y="204624"/>
                </a:cubicBezTo>
                <a:cubicBezTo>
                  <a:pt x="99011" y="206508"/>
                  <a:pt x="101215" y="207459"/>
                  <a:pt x="103730" y="207459"/>
                </a:cubicBezTo>
                <a:cubicBezTo>
                  <a:pt x="106244" y="207459"/>
                  <a:pt x="108439" y="206508"/>
                  <a:pt x="110332" y="204624"/>
                </a:cubicBezTo>
                <a:lnTo>
                  <a:pt x="150876" y="164080"/>
                </a:lnTo>
                <a:close/>
                <a:moveTo>
                  <a:pt x="150876" y="276606"/>
                </a:moveTo>
                <a:cubicBezTo>
                  <a:pt x="133694" y="276606"/>
                  <a:pt x="117455" y="273305"/>
                  <a:pt x="102157" y="266703"/>
                </a:cubicBezTo>
                <a:cubicBezTo>
                  <a:pt x="86859" y="260101"/>
                  <a:pt x="73499" y="251094"/>
                  <a:pt x="62079" y="239673"/>
                </a:cubicBezTo>
                <a:cubicBezTo>
                  <a:pt x="50658" y="228253"/>
                  <a:pt x="41651" y="214893"/>
                  <a:pt x="35049" y="199595"/>
                </a:cubicBezTo>
                <a:cubicBezTo>
                  <a:pt x="28447" y="184297"/>
                  <a:pt x="25146" y="168058"/>
                  <a:pt x="25146" y="150876"/>
                </a:cubicBezTo>
                <a:cubicBezTo>
                  <a:pt x="25146" y="133484"/>
                  <a:pt x="28447" y="117135"/>
                  <a:pt x="35049" y="101846"/>
                </a:cubicBezTo>
                <a:cubicBezTo>
                  <a:pt x="41651" y="86548"/>
                  <a:pt x="50658" y="73234"/>
                  <a:pt x="62079" y="61923"/>
                </a:cubicBezTo>
                <a:cubicBezTo>
                  <a:pt x="73499" y="50603"/>
                  <a:pt x="86859" y="41651"/>
                  <a:pt x="102157" y="35049"/>
                </a:cubicBezTo>
                <a:cubicBezTo>
                  <a:pt x="117455" y="28447"/>
                  <a:pt x="133694" y="25146"/>
                  <a:pt x="150876" y="25146"/>
                </a:cubicBezTo>
                <a:cubicBezTo>
                  <a:pt x="168268" y="25146"/>
                  <a:pt x="184617" y="28447"/>
                  <a:pt x="199915" y="35049"/>
                </a:cubicBezTo>
                <a:cubicBezTo>
                  <a:pt x="215204" y="41651"/>
                  <a:pt x="228518" y="50603"/>
                  <a:pt x="239829" y="61923"/>
                </a:cubicBezTo>
                <a:cubicBezTo>
                  <a:pt x="251149" y="73234"/>
                  <a:pt x="260101" y="86548"/>
                  <a:pt x="266703" y="101846"/>
                </a:cubicBezTo>
                <a:cubicBezTo>
                  <a:pt x="273305" y="117135"/>
                  <a:pt x="276606" y="133484"/>
                  <a:pt x="276606" y="150876"/>
                </a:cubicBezTo>
                <a:cubicBezTo>
                  <a:pt x="276606" y="168058"/>
                  <a:pt x="273305" y="184297"/>
                  <a:pt x="266703" y="199595"/>
                </a:cubicBezTo>
                <a:cubicBezTo>
                  <a:pt x="260101" y="214893"/>
                  <a:pt x="251149" y="228253"/>
                  <a:pt x="239829" y="239673"/>
                </a:cubicBezTo>
                <a:cubicBezTo>
                  <a:pt x="228518" y="251094"/>
                  <a:pt x="215204" y="260101"/>
                  <a:pt x="199915" y="266703"/>
                </a:cubicBezTo>
                <a:cubicBezTo>
                  <a:pt x="184617" y="273305"/>
                  <a:pt x="168268" y="276606"/>
                  <a:pt x="150876" y="276606"/>
                </a:cubicBezTo>
                <a:close/>
                <a:moveTo>
                  <a:pt x="150876" y="257751"/>
                </a:moveTo>
                <a:cubicBezTo>
                  <a:pt x="180631" y="257751"/>
                  <a:pt x="205886" y="247318"/>
                  <a:pt x="226625" y="226469"/>
                </a:cubicBezTo>
                <a:cubicBezTo>
                  <a:pt x="247373" y="205621"/>
                  <a:pt x="257751" y="180420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21332" y="44010"/>
                  <a:pt x="96131" y="54379"/>
                  <a:pt x="75283" y="75127"/>
                </a:cubicBezTo>
                <a:cubicBezTo>
                  <a:pt x="54434" y="95866"/>
                  <a:pt x="44010" y="121121"/>
                  <a:pt x="44010" y="150876"/>
                </a:cubicBezTo>
                <a:cubicBezTo>
                  <a:pt x="44010" y="180420"/>
                  <a:pt x="54434" y="205621"/>
                  <a:pt x="75283" y="226469"/>
                </a:cubicBezTo>
                <a:cubicBezTo>
                  <a:pt x="96131" y="247318"/>
                  <a:pt x="121332" y="257751"/>
                  <a:pt x="150876" y="25775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圖說"/>
          <p:cNvSpPr/>
          <p:nvPr/>
        </p:nvSpPr>
        <p:spPr>
          <a:xfrm>
            <a:off x="3858677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750" dirty="0"/>
          </a:p>
        </p:txBody>
      </p:sp>
      <p:sp>
        <p:nvSpPr>
          <p:cNvPr id="99" name="圖示 警示"/>
          <p:cNvSpPr/>
          <p:nvPr/>
        </p:nvSpPr>
        <p:spPr>
          <a:xfrm>
            <a:off x="4558170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8922" y="264033"/>
                </a:moveTo>
                <a:cubicBezTo>
                  <a:pt x="27030" y="264033"/>
                  <a:pt x="25411" y="263612"/>
                  <a:pt x="24049" y="262780"/>
                </a:cubicBezTo>
                <a:cubicBezTo>
                  <a:pt x="22686" y="261939"/>
                  <a:pt x="21580" y="260787"/>
                  <a:pt x="20748" y="259315"/>
                </a:cubicBezTo>
                <a:cubicBezTo>
                  <a:pt x="19906" y="257852"/>
                  <a:pt x="19440" y="256334"/>
                  <a:pt x="19330" y="254761"/>
                </a:cubicBezTo>
                <a:cubicBezTo>
                  <a:pt x="19230" y="253188"/>
                  <a:pt x="19696" y="251561"/>
                  <a:pt x="20748" y="249887"/>
                </a:cubicBezTo>
                <a:lnTo>
                  <a:pt x="142701" y="39292"/>
                </a:lnTo>
                <a:cubicBezTo>
                  <a:pt x="143753" y="37618"/>
                  <a:pt x="144960" y="36411"/>
                  <a:pt x="146322" y="35680"/>
                </a:cubicBezTo>
                <a:cubicBezTo>
                  <a:pt x="147685" y="34939"/>
                  <a:pt x="149203" y="34573"/>
                  <a:pt x="150876" y="34573"/>
                </a:cubicBezTo>
                <a:cubicBezTo>
                  <a:pt x="152549" y="34573"/>
                  <a:pt x="154067" y="34939"/>
                  <a:pt x="155430" y="35680"/>
                </a:cubicBezTo>
                <a:cubicBezTo>
                  <a:pt x="156792" y="36411"/>
                  <a:pt x="157999" y="37618"/>
                  <a:pt x="159051" y="39292"/>
                </a:cubicBezTo>
                <a:lnTo>
                  <a:pt x="281004" y="249887"/>
                </a:lnTo>
                <a:cubicBezTo>
                  <a:pt x="282056" y="251561"/>
                  <a:pt x="282522" y="253188"/>
                  <a:pt x="282422" y="254761"/>
                </a:cubicBezTo>
                <a:cubicBezTo>
                  <a:pt x="282312" y="256334"/>
                  <a:pt x="281846" y="257852"/>
                  <a:pt x="281004" y="259315"/>
                </a:cubicBezTo>
                <a:cubicBezTo>
                  <a:pt x="280172" y="260787"/>
                  <a:pt x="279066" y="261939"/>
                  <a:pt x="277703" y="262780"/>
                </a:cubicBezTo>
                <a:cubicBezTo>
                  <a:pt x="276341" y="263612"/>
                  <a:pt x="274722" y="264033"/>
                  <a:pt x="272839" y="264033"/>
                </a:cubicBezTo>
                <a:lnTo>
                  <a:pt x="28922" y="264033"/>
                </a:lnTo>
                <a:close/>
                <a:moveTo>
                  <a:pt x="45263" y="245178"/>
                </a:moveTo>
                <a:lnTo>
                  <a:pt x="256489" y="245178"/>
                </a:lnTo>
                <a:lnTo>
                  <a:pt x="150876" y="62865"/>
                </a:lnTo>
                <a:lnTo>
                  <a:pt x="45263" y="245178"/>
                </a:lnTo>
                <a:close/>
                <a:moveTo>
                  <a:pt x="158895" y="224586"/>
                </a:moveTo>
                <a:cubicBezTo>
                  <a:pt x="160669" y="222803"/>
                  <a:pt x="161565" y="220553"/>
                  <a:pt x="161565" y="217828"/>
                </a:cubicBezTo>
                <a:cubicBezTo>
                  <a:pt x="161565" y="215103"/>
                  <a:pt x="160669" y="212854"/>
                  <a:pt x="158895" y="211071"/>
                </a:cubicBezTo>
                <a:cubicBezTo>
                  <a:pt x="157112" y="209288"/>
                  <a:pt x="154854" y="208401"/>
                  <a:pt x="152138" y="208401"/>
                </a:cubicBezTo>
                <a:cubicBezTo>
                  <a:pt x="149413" y="208401"/>
                  <a:pt x="147154" y="209288"/>
                  <a:pt x="145371" y="211071"/>
                </a:cubicBezTo>
                <a:cubicBezTo>
                  <a:pt x="143597" y="212854"/>
                  <a:pt x="142701" y="215103"/>
                  <a:pt x="142701" y="217828"/>
                </a:cubicBezTo>
                <a:cubicBezTo>
                  <a:pt x="142701" y="220553"/>
                  <a:pt x="143597" y="222803"/>
                  <a:pt x="145371" y="224586"/>
                </a:cubicBezTo>
                <a:cubicBezTo>
                  <a:pt x="147154" y="226369"/>
                  <a:pt x="149413" y="227256"/>
                  <a:pt x="152138" y="227256"/>
                </a:cubicBezTo>
                <a:cubicBezTo>
                  <a:pt x="154854" y="227256"/>
                  <a:pt x="157112" y="226369"/>
                  <a:pt x="158895" y="224586"/>
                </a:cubicBezTo>
                <a:close/>
                <a:moveTo>
                  <a:pt x="158895" y="189692"/>
                </a:moveTo>
                <a:cubicBezTo>
                  <a:pt x="160669" y="187918"/>
                  <a:pt x="161565" y="185660"/>
                  <a:pt x="161565" y="182935"/>
                </a:cubicBezTo>
                <a:lnTo>
                  <a:pt x="161565" y="131390"/>
                </a:lnTo>
                <a:cubicBezTo>
                  <a:pt x="161565" y="128665"/>
                  <a:pt x="160669" y="126407"/>
                  <a:pt x="158895" y="124633"/>
                </a:cubicBezTo>
                <a:cubicBezTo>
                  <a:pt x="157112" y="122850"/>
                  <a:pt x="154854" y="121963"/>
                  <a:pt x="152138" y="121963"/>
                </a:cubicBezTo>
                <a:cubicBezTo>
                  <a:pt x="149413" y="121963"/>
                  <a:pt x="147154" y="122850"/>
                  <a:pt x="145371" y="124633"/>
                </a:cubicBezTo>
                <a:cubicBezTo>
                  <a:pt x="143597" y="126407"/>
                  <a:pt x="142701" y="128665"/>
                  <a:pt x="142701" y="131390"/>
                </a:cubicBezTo>
                <a:lnTo>
                  <a:pt x="142701" y="182935"/>
                </a:lnTo>
                <a:cubicBezTo>
                  <a:pt x="142701" y="185660"/>
                  <a:pt x="143597" y="187918"/>
                  <a:pt x="145371" y="189692"/>
                </a:cubicBezTo>
                <a:cubicBezTo>
                  <a:pt x="147154" y="191475"/>
                  <a:pt x="149413" y="192371"/>
                  <a:pt x="152138" y="192371"/>
                </a:cubicBezTo>
                <a:cubicBezTo>
                  <a:pt x="154854" y="192371"/>
                  <a:pt x="157112" y="191475"/>
                  <a:pt x="158895" y="189692"/>
                </a:cubicBezTo>
                <a:close/>
                <a:moveTo>
                  <a:pt x="150876" y="154022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圖說"/>
          <p:cNvSpPr/>
          <p:nvPr/>
        </p:nvSpPr>
        <p:spPr>
          <a:xfrm>
            <a:off x="4413397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750" dirty="0"/>
          </a:p>
        </p:txBody>
      </p:sp>
      <p:sp>
        <p:nvSpPr>
          <p:cNvPr id="101" name="圖示 異常"/>
          <p:cNvSpPr/>
          <p:nvPr/>
        </p:nvSpPr>
        <p:spPr>
          <a:xfrm>
            <a:off x="5112890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8264" y="210751"/>
                </a:moveTo>
                <a:cubicBezTo>
                  <a:pt x="160258" y="208767"/>
                  <a:pt x="161245" y="206298"/>
                  <a:pt x="161245" y="203372"/>
                </a:cubicBezTo>
                <a:cubicBezTo>
                  <a:pt x="161245" y="200436"/>
                  <a:pt x="160258" y="197977"/>
                  <a:pt x="158264" y="195983"/>
                </a:cubicBezTo>
                <a:cubicBezTo>
                  <a:pt x="156271" y="193990"/>
                  <a:pt x="153811" y="192993"/>
                  <a:pt x="150876" y="192993"/>
                </a:cubicBezTo>
                <a:cubicBezTo>
                  <a:pt x="147941" y="192993"/>
                  <a:pt x="145481" y="193990"/>
                  <a:pt x="143488" y="195983"/>
                </a:cubicBezTo>
                <a:cubicBezTo>
                  <a:pt x="141494" y="197977"/>
                  <a:pt x="140507" y="200436"/>
                  <a:pt x="140507" y="203372"/>
                </a:cubicBezTo>
                <a:cubicBezTo>
                  <a:pt x="140507" y="206298"/>
                  <a:pt x="141494" y="208767"/>
                  <a:pt x="143488" y="210751"/>
                </a:cubicBezTo>
                <a:cubicBezTo>
                  <a:pt x="145481" y="212744"/>
                  <a:pt x="147941" y="213741"/>
                  <a:pt x="150876" y="213741"/>
                </a:cubicBezTo>
                <a:cubicBezTo>
                  <a:pt x="153811" y="213741"/>
                  <a:pt x="156271" y="212744"/>
                  <a:pt x="158264" y="210751"/>
                </a:cubicBezTo>
                <a:close/>
                <a:moveTo>
                  <a:pt x="158575" y="162919"/>
                </a:moveTo>
                <a:cubicBezTo>
                  <a:pt x="160358" y="161108"/>
                  <a:pt x="161245" y="158868"/>
                  <a:pt x="161245" y="156189"/>
                </a:cubicBezTo>
                <a:lnTo>
                  <a:pt x="161245" y="95527"/>
                </a:lnTo>
                <a:cubicBezTo>
                  <a:pt x="161245" y="92839"/>
                  <a:pt x="160340" y="90599"/>
                  <a:pt x="158511" y="88797"/>
                </a:cubicBezTo>
                <a:cubicBezTo>
                  <a:pt x="156692" y="86996"/>
                  <a:pt x="154442" y="86091"/>
                  <a:pt x="151754" y="86091"/>
                </a:cubicBezTo>
                <a:cubicBezTo>
                  <a:pt x="149075" y="86091"/>
                  <a:pt x="146843" y="86996"/>
                  <a:pt x="145060" y="88797"/>
                </a:cubicBezTo>
                <a:cubicBezTo>
                  <a:pt x="143277" y="90599"/>
                  <a:pt x="142390" y="92839"/>
                  <a:pt x="142390" y="95527"/>
                </a:cubicBezTo>
                <a:lnTo>
                  <a:pt x="142390" y="156189"/>
                </a:lnTo>
                <a:cubicBezTo>
                  <a:pt x="142390" y="158868"/>
                  <a:pt x="143305" y="161108"/>
                  <a:pt x="145124" y="162919"/>
                </a:cubicBezTo>
                <a:cubicBezTo>
                  <a:pt x="146944" y="164720"/>
                  <a:pt x="149203" y="165616"/>
                  <a:pt x="151882" y="165616"/>
                </a:cubicBezTo>
                <a:cubicBezTo>
                  <a:pt x="154561" y="165616"/>
                  <a:pt x="156792" y="164720"/>
                  <a:pt x="158575" y="162919"/>
                </a:cubicBezTo>
                <a:close/>
                <a:moveTo>
                  <a:pt x="150967" y="276606"/>
                </a:moveTo>
                <a:cubicBezTo>
                  <a:pt x="133640" y="276606"/>
                  <a:pt x="117345" y="273305"/>
                  <a:pt x="102093" y="266703"/>
                </a:cubicBezTo>
                <a:cubicBezTo>
                  <a:pt x="86841" y="260101"/>
                  <a:pt x="73499" y="251094"/>
                  <a:pt x="62079" y="239673"/>
                </a:cubicBezTo>
                <a:cubicBezTo>
                  <a:pt x="50658" y="228253"/>
                  <a:pt x="41651" y="214911"/>
                  <a:pt x="35049" y="199659"/>
                </a:cubicBezTo>
                <a:cubicBezTo>
                  <a:pt x="28447" y="184380"/>
                  <a:pt x="25146" y="168067"/>
                  <a:pt x="25146" y="150721"/>
                </a:cubicBezTo>
                <a:cubicBezTo>
                  <a:pt x="25146" y="133365"/>
                  <a:pt x="28447" y="117052"/>
                  <a:pt x="35049" y="101782"/>
                </a:cubicBezTo>
                <a:cubicBezTo>
                  <a:pt x="41651" y="86521"/>
                  <a:pt x="50658" y="73234"/>
                  <a:pt x="62079" y="61923"/>
                </a:cubicBezTo>
                <a:cubicBezTo>
                  <a:pt x="73499" y="50603"/>
                  <a:pt x="86841" y="41651"/>
                  <a:pt x="102093" y="35049"/>
                </a:cubicBezTo>
                <a:cubicBezTo>
                  <a:pt x="117372" y="28447"/>
                  <a:pt x="133685" y="25146"/>
                  <a:pt x="151031" y="25146"/>
                </a:cubicBezTo>
                <a:cubicBezTo>
                  <a:pt x="168387" y="25146"/>
                  <a:pt x="184700" y="28447"/>
                  <a:pt x="199970" y="35049"/>
                </a:cubicBezTo>
                <a:cubicBezTo>
                  <a:pt x="215231" y="41651"/>
                  <a:pt x="228518" y="50603"/>
                  <a:pt x="239829" y="61923"/>
                </a:cubicBezTo>
                <a:cubicBezTo>
                  <a:pt x="251149" y="73234"/>
                  <a:pt x="260101" y="86548"/>
                  <a:pt x="266703" y="101846"/>
                </a:cubicBezTo>
                <a:cubicBezTo>
                  <a:pt x="273305" y="117135"/>
                  <a:pt x="276606" y="133448"/>
                  <a:pt x="276606" y="150785"/>
                </a:cubicBezTo>
                <a:cubicBezTo>
                  <a:pt x="276606" y="168112"/>
                  <a:pt x="273305" y="184407"/>
                  <a:pt x="266703" y="199659"/>
                </a:cubicBezTo>
                <a:cubicBezTo>
                  <a:pt x="260101" y="214911"/>
                  <a:pt x="251149" y="228234"/>
                  <a:pt x="239829" y="239609"/>
                </a:cubicBezTo>
                <a:cubicBezTo>
                  <a:pt x="228518" y="250985"/>
                  <a:pt x="215204" y="260000"/>
                  <a:pt x="199915" y="266639"/>
                </a:cubicBezTo>
                <a:cubicBezTo>
                  <a:pt x="184617" y="273287"/>
                  <a:pt x="168304" y="276606"/>
                  <a:pt x="150967" y="276606"/>
                </a:cubicBezTo>
                <a:close/>
                <a:moveTo>
                  <a:pt x="151031" y="257751"/>
                </a:moveTo>
                <a:cubicBezTo>
                  <a:pt x="180685" y="257751"/>
                  <a:pt x="205886" y="247318"/>
                  <a:pt x="226625" y="226469"/>
                </a:cubicBezTo>
                <a:cubicBezTo>
                  <a:pt x="247373" y="205621"/>
                  <a:pt x="257751" y="180375"/>
                  <a:pt x="257751" y="150721"/>
                </a:cubicBezTo>
                <a:cubicBezTo>
                  <a:pt x="257751" y="121067"/>
                  <a:pt x="247391" y="95866"/>
                  <a:pt x="226689" y="75127"/>
                </a:cubicBezTo>
                <a:cubicBezTo>
                  <a:pt x="205987" y="54379"/>
                  <a:pt x="180713" y="44010"/>
                  <a:pt x="150876" y="44010"/>
                </a:cubicBezTo>
                <a:cubicBezTo>
                  <a:pt x="121332" y="44010"/>
                  <a:pt x="96131" y="54361"/>
                  <a:pt x="75283" y="75063"/>
                </a:cubicBezTo>
                <a:cubicBezTo>
                  <a:pt x="54434" y="95765"/>
                  <a:pt x="44010" y="121039"/>
                  <a:pt x="44010" y="150876"/>
                </a:cubicBezTo>
                <a:cubicBezTo>
                  <a:pt x="44010" y="180420"/>
                  <a:pt x="54434" y="205621"/>
                  <a:pt x="75283" y="226469"/>
                </a:cubicBezTo>
                <a:cubicBezTo>
                  <a:pt x="96131" y="247318"/>
                  <a:pt x="121377" y="257751"/>
                  <a:pt x="151031" y="25775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圖說"/>
          <p:cNvSpPr/>
          <p:nvPr/>
        </p:nvSpPr>
        <p:spPr>
          <a:xfrm>
            <a:off x="4968118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750" dirty="0"/>
          </a:p>
        </p:txBody>
      </p:sp>
      <p:sp>
        <p:nvSpPr>
          <p:cNvPr id="103" name="圖示 資訊"/>
          <p:cNvSpPr/>
          <p:nvPr/>
        </p:nvSpPr>
        <p:spPr>
          <a:xfrm>
            <a:off x="5667611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8575" y="211034"/>
                </a:moveTo>
                <a:cubicBezTo>
                  <a:pt x="160358" y="209233"/>
                  <a:pt x="161245" y="206993"/>
                  <a:pt x="161245" y="204314"/>
                </a:cubicBezTo>
                <a:lnTo>
                  <a:pt x="161245" y="147730"/>
                </a:lnTo>
                <a:cubicBezTo>
                  <a:pt x="161245" y="145051"/>
                  <a:pt x="160340" y="142811"/>
                  <a:pt x="158511" y="141010"/>
                </a:cubicBezTo>
                <a:cubicBezTo>
                  <a:pt x="156692" y="139208"/>
                  <a:pt x="154442" y="138303"/>
                  <a:pt x="151754" y="138303"/>
                </a:cubicBezTo>
                <a:cubicBezTo>
                  <a:pt x="149075" y="138303"/>
                  <a:pt x="146843" y="139208"/>
                  <a:pt x="145060" y="141010"/>
                </a:cubicBezTo>
                <a:cubicBezTo>
                  <a:pt x="143277" y="142811"/>
                  <a:pt x="142390" y="145051"/>
                  <a:pt x="142390" y="147730"/>
                </a:cubicBezTo>
                <a:lnTo>
                  <a:pt x="142390" y="204314"/>
                </a:lnTo>
                <a:cubicBezTo>
                  <a:pt x="142390" y="206993"/>
                  <a:pt x="143305" y="209233"/>
                  <a:pt x="145124" y="211034"/>
                </a:cubicBezTo>
                <a:cubicBezTo>
                  <a:pt x="146944" y="212836"/>
                  <a:pt x="149203" y="213741"/>
                  <a:pt x="151882" y="213741"/>
                </a:cubicBezTo>
                <a:cubicBezTo>
                  <a:pt x="154561" y="213741"/>
                  <a:pt x="156792" y="212836"/>
                  <a:pt x="158575" y="211034"/>
                </a:cubicBezTo>
                <a:close/>
                <a:moveTo>
                  <a:pt x="158264" y="112151"/>
                </a:moveTo>
                <a:cubicBezTo>
                  <a:pt x="160258" y="110222"/>
                  <a:pt x="161245" y="107835"/>
                  <a:pt x="161245" y="104982"/>
                </a:cubicBezTo>
                <a:cubicBezTo>
                  <a:pt x="161245" y="101965"/>
                  <a:pt x="160258" y="99432"/>
                  <a:pt x="158264" y="97374"/>
                </a:cubicBezTo>
                <a:cubicBezTo>
                  <a:pt x="156271" y="95326"/>
                  <a:pt x="153811" y="94302"/>
                  <a:pt x="150876" y="94302"/>
                </a:cubicBezTo>
                <a:cubicBezTo>
                  <a:pt x="147941" y="94302"/>
                  <a:pt x="145481" y="95326"/>
                  <a:pt x="143488" y="97374"/>
                </a:cubicBezTo>
                <a:cubicBezTo>
                  <a:pt x="141494" y="99414"/>
                  <a:pt x="140507" y="101946"/>
                  <a:pt x="140507" y="104982"/>
                </a:cubicBezTo>
                <a:cubicBezTo>
                  <a:pt x="140507" y="107835"/>
                  <a:pt x="141494" y="110222"/>
                  <a:pt x="143488" y="112151"/>
                </a:cubicBezTo>
                <a:cubicBezTo>
                  <a:pt x="145481" y="114081"/>
                  <a:pt x="147941" y="115041"/>
                  <a:pt x="150876" y="115041"/>
                </a:cubicBezTo>
                <a:cubicBezTo>
                  <a:pt x="153811" y="115041"/>
                  <a:pt x="156271" y="114081"/>
                  <a:pt x="158264" y="112151"/>
                </a:cubicBezTo>
                <a:close/>
                <a:moveTo>
                  <a:pt x="150967" y="276606"/>
                </a:moveTo>
                <a:cubicBezTo>
                  <a:pt x="133640" y="276606"/>
                  <a:pt x="117345" y="273305"/>
                  <a:pt x="102093" y="266703"/>
                </a:cubicBezTo>
                <a:cubicBezTo>
                  <a:pt x="86841" y="260101"/>
                  <a:pt x="73499" y="251094"/>
                  <a:pt x="62079" y="239673"/>
                </a:cubicBezTo>
                <a:cubicBezTo>
                  <a:pt x="50658" y="228253"/>
                  <a:pt x="41651" y="214911"/>
                  <a:pt x="35049" y="199659"/>
                </a:cubicBezTo>
                <a:cubicBezTo>
                  <a:pt x="28447" y="184380"/>
                  <a:pt x="25146" y="168067"/>
                  <a:pt x="25146" y="150721"/>
                </a:cubicBezTo>
                <a:cubicBezTo>
                  <a:pt x="25146" y="133365"/>
                  <a:pt x="28447" y="117052"/>
                  <a:pt x="35049" y="101782"/>
                </a:cubicBezTo>
                <a:cubicBezTo>
                  <a:pt x="41651" y="86521"/>
                  <a:pt x="50658" y="73234"/>
                  <a:pt x="62079" y="61923"/>
                </a:cubicBezTo>
                <a:cubicBezTo>
                  <a:pt x="73499" y="50603"/>
                  <a:pt x="86841" y="41651"/>
                  <a:pt x="102093" y="35049"/>
                </a:cubicBezTo>
                <a:cubicBezTo>
                  <a:pt x="117372" y="28447"/>
                  <a:pt x="133685" y="25146"/>
                  <a:pt x="151031" y="25146"/>
                </a:cubicBezTo>
                <a:cubicBezTo>
                  <a:pt x="168387" y="25146"/>
                  <a:pt x="184700" y="28447"/>
                  <a:pt x="199970" y="35049"/>
                </a:cubicBezTo>
                <a:cubicBezTo>
                  <a:pt x="215231" y="41651"/>
                  <a:pt x="228518" y="50603"/>
                  <a:pt x="239829" y="61923"/>
                </a:cubicBezTo>
                <a:cubicBezTo>
                  <a:pt x="251149" y="73234"/>
                  <a:pt x="260101" y="86548"/>
                  <a:pt x="266703" y="101846"/>
                </a:cubicBezTo>
                <a:cubicBezTo>
                  <a:pt x="273305" y="117135"/>
                  <a:pt x="276606" y="133448"/>
                  <a:pt x="276606" y="150785"/>
                </a:cubicBezTo>
                <a:cubicBezTo>
                  <a:pt x="276606" y="168112"/>
                  <a:pt x="273305" y="184407"/>
                  <a:pt x="266703" y="199659"/>
                </a:cubicBezTo>
                <a:cubicBezTo>
                  <a:pt x="260101" y="214911"/>
                  <a:pt x="251149" y="228234"/>
                  <a:pt x="239829" y="239609"/>
                </a:cubicBezTo>
                <a:cubicBezTo>
                  <a:pt x="228518" y="250985"/>
                  <a:pt x="215204" y="260000"/>
                  <a:pt x="199915" y="266639"/>
                </a:cubicBezTo>
                <a:cubicBezTo>
                  <a:pt x="184617" y="273287"/>
                  <a:pt x="168304" y="276606"/>
                  <a:pt x="150967" y="276606"/>
                </a:cubicBezTo>
                <a:close/>
                <a:moveTo>
                  <a:pt x="151031" y="257751"/>
                </a:moveTo>
                <a:cubicBezTo>
                  <a:pt x="180685" y="257751"/>
                  <a:pt x="205886" y="247318"/>
                  <a:pt x="226625" y="226469"/>
                </a:cubicBezTo>
                <a:cubicBezTo>
                  <a:pt x="247373" y="205621"/>
                  <a:pt x="257751" y="180375"/>
                  <a:pt x="257751" y="150721"/>
                </a:cubicBezTo>
                <a:cubicBezTo>
                  <a:pt x="257751" y="121067"/>
                  <a:pt x="247391" y="95866"/>
                  <a:pt x="226689" y="75127"/>
                </a:cubicBezTo>
                <a:cubicBezTo>
                  <a:pt x="205987" y="54379"/>
                  <a:pt x="180713" y="44010"/>
                  <a:pt x="150876" y="44010"/>
                </a:cubicBezTo>
                <a:cubicBezTo>
                  <a:pt x="121332" y="44010"/>
                  <a:pt x="96131" y="54361"/>
                  <a:pt x="75283" y="75063"/>
                </a:cubicBezTo>
                <a:cubicBezTo>
                  <a:pt x="54434" y="95765"/>
                  <a:pt x="44010" y="121039"/>
                  <a:pt x="44010" y="150876"/>
                </a:cubicBezTo>
                <a:cubicBezTo>
                  <a:pt x="44010" y="180420"/>
                  <a:pt x="54434" y="205621"/>
                  <a:pt x="75283" y="226469"/>
                </a:cubicBezTo>
                <a:cubicBezTo>
                  <a:pt x="96131" y="247318"/>
                  <a:pt x="121377" y="257751"/>
                  <a:pt x="151031" y="25775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圖說"/>
          <p:cNvSpPr/>
          <p:nvPr/>
        </p:nvSpPr>
        <p:spPr>
          <a:xfrm>
            <a:off x="5522839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750" dirty="0"/>
          </a:p>
        </p:txBody>
      </p:sp>
      <p:sp>
        <p:nvSpPr>
          <p:cNvPr id="105" name="圖示 問題"/>
          <p:cNvSpPr/>
          <p:nvPr/>
        </p:nvSpPr>
        <p:spPr>
          <a:xfrm>
            <a:off x="6222332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0624" y="220654"/>
                </a:moveTo>
                <a:cubicBezTo>
                  <a:pt x="162928" y="218350"/>
                  <a:pt x="164080" y="215524"/>
                  <a:pt x="164080" y="212168"/>
                </a:cubicBezTo>
                <a:cubicBezTo>
                  <a:pt x="164080" y="208812"/>
                  <a:pt x="162928" y="205987"/>
                  <a:pt x="160624" y="203683"/>
                </a:cubicBezTo>
                <a:cubicBezTo>
                  <a:pt x="158319" y="201378"/>
                  <a:pt x="155485" y="200226"/>
                  <a:pt x="152138" y="200226"/>
                </a:cubicBezTo>
                <a:cubicBezTo>
                  <a:pt x="148782" y="200226"/>
                  <a:pt x="145947" y="201378"/>
                  <a:pt x="143643" y="203683"/>
                </a:cubicBezTo>
                <a:cubicBezTo>
                  <a:pt x="141339" y="205987"/>
                  <a:pt x="140187" y="208812"/>
                  <a:pt x="140187" y="212168"/>
                </a:cubicBezTo>
                <a:cubicBezTo>
                  <a:pt x="140187" y="215524"/>
                  <a:pt x="141339" y="218350"/>
                  <a:pt x="143643" y="220654"/>
                </a:cubicBezTo>
                <a:cubicBezTo>
                  <a:pt x="145947" y="222958"/>
                  <a:pt x="148782" y="224110"/>
                  <a:pt x="152138" y="224110"/>
                </a:cubicBezTo>
                <a:cubicBezTo>
                  <a:pt x="155485" y="224110"/>
                  <a:pt x="158319" y="222958"/>
                  <a:pt x="160624" y="220654"/>
                </a:cubicBezTo>
                <a:close/>
                <a:moveTo>
                  <a:pt x="150967" y="276606"/>
                </a:moveTo>
                <a:cubicBezTo>
                  <a:pt x="133640" y="276606"/>
                  <a:pt x="117345" y="273305"/>
                  <a:pt x="102093" y="266703"/>
                </a:cubicBezTo>
                <a:cubicBezTo>
                  <a:pt x="86841" y="260101"/>
                  <a:pt x="73499" y="251094"/>
                  <a:pt x="62079" y="239673"/>
                </a:cubicBezTo>
                <a:cubicBezTo>
                  <a:pt x="50658" y="228253"/>
                  <a:pt x="41651" y="214911"/>
                  <a:pt x="35049" y="199659"/>
                </a:cubicBezTo>
                <a:cubicBezTo>
                  <a:pt x="28447" y="184380"/>
                  <a:pt x="25146" y="168067"/>
                  <a:pt x="25146" y="150721"/>
                </a:cubicBezTo>
                <a:cubicBezTo>
                  <a:pt x="25146" y="133365"/>
                  <a:pt x="28447" y="117052"/>
                  <a:pt x="35049" y="101782"/>
                </a:cubicBezTo>
                <a:cubicBezTo>
                  <a:pt x="41651" y="86521"/>
                  <a:pt x="50658" y="73234"/>
                  <a:pt x="62079" y="61923"/>
                </a:cubicBezTo>
                <a:cubicBezTo>
                  <a:pt x="73499" y="50603"/>
                  <a:pt x="86841" y="41651"/>
                  <a:pt x="102093" y="35049"/>
                </a:cubicBezTo>
                <a:cubicBezTo>
                  <a:pt x="117372" y="28447"/>
                  <a:pt x="133685" y="25146"/>
                  <a:pt x="151031" y="25146"/>
                </a:cubicBezTo>
                <a:cubicBezTo>
                  <a:pt x="168387" y="25146"/>
                  <a:pt x="184700" y="28447"/>
                  <a:pt x="199970" y="35049"/>
                </a:cubicBezTo>
                <a:cubicBezTo>
                  <a:pt x="215231" y="41651"/>
                  <a:pt x="228518" y="50603"/>
                  <a:pt x="239829" y="61923"/>
                </a:cubicBezTo>
                <a:cubicBezTo>
                  <a:pt x="251149" y="73234"/>
                  <a:pt x="260101" y="86548"/>
                  <a:pt x="266703" y="101846"/>
                </a:cubicBezTo>
                <a:cubicBezTo>
                  <a:pt x="273305" y="117135"/>
                  <a:pt x="276606" y="133448"/>
                  <a:pt x="276606" y="150785"/>
                </a:cubicBezTo>
                <a:cubicBezTo>
                  <a:pt x="276606" y="168112"/>
                  <a:pt x="273305" y="184407"/>
                  <a:pt x="266703" y="199659"/>
                </a:cubicBezTo>
                <a:cubicBezTo>
                  <a:pt x="260101" y="214911"/>
                  <a:pt x="251149" y="228234"/>
                  <a:pt x="239829" y="239609"/>
                </a:cubicBezTo>
                <a:cubicBezTo>
                  <a:pt x="228518" y="250985"/>
                  <a:pt x="215204" y="260000"/>
                  <a:pt x="199915" y="266639"/>
                </a:cubicBezTo>
                <a:cubicBezTo>
                  <a:pt x="184617" y="273287"/>
                  <a:pt x="168304" y="276606"/>
                  <a:pt x="150967" y="276606"/>
                </a:cubicBezTo>
                <a:close/>
                <a:moveTo>
                  <a:pt x="151031" y="257751"/>
                </a:moveTo>
                <a:cubicBezTo>
                  <a:pt x="180685" y="257751"/>
                  <a:pt x="205886" y="247318"/>
                  <a:pt x="226625" y="226469"/>
                </a:cubicBezTo>
                <a:cubicBezTo>
                  <a:pt x="247373" y="205621"/>
                  <a:pt x="257751" y="180375"/>
                  <a:pt x="257751" y="150721"/>
                </a:cubicBezTo>
                <a:cubicBezTo>
                  <a:pt x="257751" y="121067"/>
                  <a:pt x="247391" y="95866"/>
                  <a:pt x="226689" y="75127"/>
                </a:cubicBezTo>
                <a:cubicBezTo>
                  <a:pt x="205987" y="54379"/>
                  <a:pt x="180713" y="44010"/>
                  <a:pt x="150876" y="44010"/>
                </a:cubicBezTo>
                <a:cubicBezTo>
                  <a:pt x="121332" y="44010"/>
                  <a:pt x="96131" y="54361"/>
                  <a:pt x="75283" y="75063"/>
                </a:cubicBezTo>
                <a:cubicBezTo>
                  <a:pt x="54434" y="95765"/>
                  <a:pt x="44010" y="121039"/>
                  <a:pt x="44010" y="150876"/>
                </a:cubicBezTo>
                <a:cubicBezTo>
                  <a:pt x="44010" y="180420"/>
                  <a:pt x="54434" y="205621"/>
                  <a:pt x="75283" y="226469"/>
                </a:cubicBezTo>
                <a:cubicBezTo>
                  <a:pt x="96131" y="247318"/>
                  <a:pt x="121377" y="257751"/>
                  <a:pt x="151031" y="257751"/>
                </a:cubicBezTo>
                <a:close/>
                <a:moveTo>
                  <a:pt x="150876" y="150876"/>
                </a:moveTo>
                <a:close/>
                <a:moveTo>
                  <a:pt x="151754" y="94302"/>
                </a:moveTo>
                <a:cubicBezTo>
                  <a:pt x="158081" y="94302"/>
                  <a:pt x="163659" y="96231"/>
                  <a:pt x="168478" y="100109"/>
                </a:cubicBezTo>
                <a:cubicBezTo>
                  <a:pt x="173297" y="103986"/>
                  <a:pt x="175711" y="108932"/>
                  <a:pt x="175711" y="114949"/>
                </a:cubicBezTo>
                <a:cubicBezTo>
                  <a:pt x="175711" y="120463"/>
                  <a:pt x="174065" y="125245"/>
                  <a:pt x="170773" y="129314"/>
                </a:cubicBezTo>
                <a:cubicBezTo>
                  <a:pt x="167500" y="133402"/>
                  <a:pt x="163806" y="137233"/>
                  <a:pt x="159682" y="140818"/>
                </a:cubicBezTo>
                <a:cubicBezTo>
                  <a:pt x="154854" y="144795"/>
                  <a:pt x="150666" y="149239"/>
                  <a:pt x="147109" y="154150"/>
                </a:cubicBezTo>
                <a:cubicBezTo>
                  <a:pt x="143543" y="159051"/>
                  <a:pt x="141759" y="164555"/>
                  <a:pt x="141759" y="170682"/>
                </a:cubicBezTo>
                <a:cubicBezTo>
                  <a:pt x="141759" y="172986"/>
                  <a:pt x="142637" y="174815"/>
                  <a:pt x="144402" y="176177"/>
                </a:cubicBezTo>
                <a:cubicBezTo>
                  <a:pt x="146158" y="177540"/>
                  <a:pt x="148215" y="178226"/>
                  <a:pt x="150565" y="178226"/>
                </a:cubicBezTo>
                <a:cubicBezTo>
                  <a:pt x="153080" y="178226"/>
                  <a:pt x="155165" y="177384"/>
                  <a:pt x="156820" y="175711"/>
                </a:cubicBezTo>
                <a:cubicBezTo>
                  <a:pt x="158475" y="174029"/>
                  <a:pt x="159526" y="171935"/>
                  <a:pt x="159993" y="169420"/>
                </a:cubicBezTo>
                <a:cubicBezTo>
                  <a:pt x="160624" y="165022"/>
                  <a:pt x="162297" y="161035"/>
                  <a:pt x="165022" y="157478"/>
                </a:cubicBezTo>
                <a:cubicBezTo>
                  <a:pt x="167747" y="153912"/>
                  <a:pt x="170911" y="150684"/>
                  <a:pt x="174513" y="147794"/>
                </a:cubicBezTo>
                <a:cubicBezTo>
                  <a:pt x="179707" y="143561"/>
                  <a:pt x="183986" y="138614"/>
                  <a:pt x="187342" y="132963"/>
                </a:cubicBezTo>
                <a:cubicBezTo>
                  <a:pt x="190689" y="127303"/>
                  <a:pt x="192371" y="121158"/>
                  <a:pt x="192371" y="114538"/>
                </a:cubicBezTo>
                <a:cubicBezTo>
                  <a:pt x="192371" y="103976"/>
                  <a:pt x="188440" y="95189"/>
                  <a:pt x="180576" y="88166"/>
                </a:cubicBezTo>
                <a:cubicBezTo>
                  <a:pt x="172721" y="81144"/>
                  <a:pt x="163403" y="77642"/>
                  <a:pt x="152641" y="77642"/>
                </a:cubicBezTo>
                <a:cubicBezTo>
                  <a:pt x="145179" y="77642"/>
                  <a:pt x="137992" y="79214"/>
                  <a:pt x="131070" y="82351"/>
                </a:cubicBezTo>
                <a:cubicBezTo>
                  <a:pt x="124157" y="85496"/>
                  <a:pt x="118497" y="90105"/>
                  <a:pt x="114099" y="96186"/>
                </a:cubicBezTo>
                <a:cubicBezTo>
                  <a:pt x="112636" y="98280"/>
                  <a:pt x="111950" y="100529"/>
                  <a:pt x="112060" y="102943"/>
                </a:cubicBezTo>
                <a:cubicBezTo>
                  <a:pt x="112160" y="105348"/>
                  <a:pt x="113157" y="107287"/>
                  <a:pt x="115041" y="108759"/>
                </a:cubicBezTo>
                <a:cubicBezTo>
                  <a:pt x="117436" y="110432"/>
                  <a:pt x="119905" y="110953"/>
                  <a:pt x="122466" y="110332"/>
                </a:cubicBezTo>
                <a:cubicBezTo>
                  <a:pt x="125017" y="109701"/>
                  <a:pt x="127156" y="108228"/>
                  <a:pt x="128876" y="105924"/>
                </a:cubicBezTo>
                <a:cubicBezTo>
                  <a:pt x="131555" y="102175"/>
                  <a:pt x="134901" y="99304"/>
                  <a:pt x="138897" y="97320"/>
                </a:cubicBezTo>
                <a:cubicBezTo>
                  <a:pt x="142902" y="95308"/>
                  <a:pt x="147191" y="94302"/>
                  <a:pt x="151754" y="94302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圖說"/>
          <p:cNvSpPr/>
          <p:nvPr/>
        </p:nvSpPr>
        <p:spPr>
          <a:xfrm>
            <a:off x="6077560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750" dirty="0"/>
          </a:p>
        </p:txBody>
      </p:sp>
      <p:sp>
        <p:nvSpPr>
          <p:cNvPr id="107" name="圖示 緊急"/>
          <p:cNvSpPr/>
          <p:nvPr/>
        </p:nvSpPr>
        <p:spPr>
          <a:xfrm>
            <a:off x="6777053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49" y="264033"/>
                </a:moveTo>
                <a:cubicBezTo>
                  <a:pt x="144786" y="264033"/>
                  <a:pt x="139611" y="261875"/>
                  <a:pt x="135313" y="257559"/>
                </a:cubicBezTo>
                <a:cubicBezTo>
                  <a:pt x="131024" y="253243"/>
                  <a:pt x="128876" y="248058"/>
                  <a:pt x="128876" y="241996"/>
                </a:cubicBezTo>
                <a:cubicBezTo>
                  <a:pt x="128876" y="235943"/>
                  <a:pt x="131034" y="230767"/>
                  <a:pt x="135349" y="226469"/>
                </a:cubicBezTo>
                <a:cubicBezTo>
                  <a:pt x="139665" y="222172"/>
                  <a:pt x="144850" y="220032"/>
                  <a:pt x="150903" y="220032"/>
                </a:cubicBezTo>
                <a:cubicBezTo>
                  <a:pt x="156966" y="220032"/>
                  <a:pt x="162141" y="222190"/>
                  <a:pt x="166439" y="226506"/>
                </a:cubicBezTo>
                <a:cubicBezTo>
                  <a:pt x="170728" y="230822"/>
                  <a:pt x="172876" y="236007"/>
                  <a:pt x="172876" y="242060"/>
                </a:cubicBezTo>
                <a:cubicBezTo>
                  <a:pt x="172876" y="248113"/>
                  <a:pt x="170718" y="253298"/>
                  <a:pt x="166403" y="257586"/>
                </a:cubicBezTo>
                <a:cubicBezTo>
                  <a:pt x="162087" y="261884"/>
                  <a:pt x="156902" y="264033"/>
                  <a:pt x="150849" y="264033"/>
                </a:cubicBezTo>
                <a:close/>
                <a:moveTo>
                  <a:pt x="150849" y="188595"/>
                </a:moveTo>
                <a:cubicBezTo>
                  <a:pt x="144786" y="188595"/>
                  <a:pt x="139611" y="186437"/>
                  <a:pt x="135313" y="182121"/>
                </a:cubicBezTo>
                <a:cubicBezTo>
                  <a:pt x="131024" y="177823"/>
                  <a:pt x="128876" y="172648"/>
                  <a:pt x="128876" y="166595"/>
                </a:cubicBezTo>
                <a:lnTo>
                  <a:pt x="128876" y="59719"/>
                </a:lnTo>
                <a:cubicBezTo>
                  <a:pt x="128876" y="53666"/>
                  <a:pt x="131034" y="48491"/>
                  <a:pt x="135349" y="44193"/>
                </a:cubicBezTo>
                <a:cubicBezTo>
                  <a:pt x="139665" y="39895"/>
                  <a:pt x="144850" y="37737"/>
                  <a:pt x="150903" y="37719"/>
                </a:cubicBezTo>
                <a:cubicBezTo>
                  <a:pt x="156966" y="37719"/>
                  <a:pt x="162141" y="39877"/>
                  <a:pt x="166439" y="44193"/>
                </a:cubicBezTo>
                <a:cubicBezTo>
                  <a:pt x="170728" y="48491"/>
                  <a:pt x="172876" y="53666"/>
                  <a:pt x="172876" y="59719"/>
                </a:cubicBezTo>
                <a:lnTo>
                  <a:pt x="172876" y="166595"/>
                </a:lnTo>
                <a:cubicBezTo>
                  <a:pt x="172876" y="172648"/>
                  <a:pt x="170718" y="177823"/>
                  <a:pt x="166403" y="182121"/>
                </a:cubicBezTo>
                <a:cubicBezTo>
                  <a:pt x="162087" y="186437"/>
                  <a:pt x="156902" y="188595"/>
                  <a:pt x="150849" y="188595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圖說"/>
          <p:cNvSpPr/>
          <p:nvPr/>
        </p:nvSpPr>
        <p:spPr>
          <a:xfrm>
            <a:off x="6632280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750" dirty="0"/>
          </a:p>
        </p:txBody>
      </p:sp>
      <p:sp>
        <p:nvSpPr>
          <p:cNvPr id="109" name="圖示 阻擋"/>
          <p:cNvSpPr/>
          <p:nvPr/>
        </p:nvSpPr>
        <p:spPr>
          <a:xfrm>
            <a:off x="7331774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1846" y="266703"/>
                </a:moveTo>
                <a:cubicBezTo>
                  <a:pt x="86548" y="260101"/>
                  <a:pt x="73234" y="251149"/>
                  <a:pt x="61923" y="239829"/>
                </a:cubicBezTo>
                <a:cubicBezTo>
                  <a:pt x="50603" y="228518"/>
                  <a:pt x="41651" y="215204"/>
                  <a:pt x="35049" y="199915"/>
                </a:cubicBezTo>
                <a:cubicBezTo>
                  <a:pt x="28447" y="184617"/>
                  <a:pt x="25146" y="168268"/>
                  <a:pt x="25146" y="150876"/>
                </a:cubicBezTo>
                <a:cubicBezTo>
                  <a:pt x="25146" y="133484"/>
                  <a:pt x="28447" y="117135"/>
                  <a:pt x="35049" y="101846"/>
                </a:cubicBezTo>
                <a:cubicBezTo>
                  <a:pt x="41651" y="86548"/>
                  <a:pt x="50603" y="73234"/>
                  <a:pt x="61923" y="61923"/>
                </a:cubicBezTo>
                <a:cubicBezTo>
                  <a:pt x="73234" y="50603"/>
                  <a:pt x="86548" y="41651"/>
                  <a:pt x="101846" y="35049"/>
                </a:cubicBezTo>
                <a:cubicBezTo>
                  <a:pt x="117135" y="28447"/>
                  <a:pt x="133484" y="25146"/>
                  <a:pt x="150876" y="25146"/>
                </a:cubicBezTo>
                <a:cubicBezTo>
                  <a:pt x="168268" y="25146"/>
                  <a:pt x="184617" y="28447"/>
                  <a:pt x="199915" y="35049"/>
                </a:cubicBezTo>
                <a:cubicBezTo>
                  <a:pt x="215204" y="41651"/>
                  <a:pt x="228518" y="50603"/>
                  <a:pt x="239829" y="61923"/>
                </a:cubicBezTo>
                <a:cubicBezTo>
                  <a:pt x="251149" y="73234"/>
                  <a:pt x="260101" y="86548"/>
                  <a:pt x="266703" y="101846"/>
                </a:cubicBezTo>
                <a:cubicBezTo>
                  <a:pt x="273305" y="117135"/>
                  <a:pt x="276606" y="133484"/>
                  <a:pt x="276606" y="150876"/>
                </a:cubicBezTo>
                <a:cubicBezTo>
                  <a:pt x="276606" y="168268"/>
                  <a:pt x="273305" y="184617"/>
                  <a:pt x="266703" y="199915"/>
                </a:cubicBezTo>
                <a:cubicBezTo>
                  <a:pt x="260101" y="215204"/>
                  <a:pt x="251149" y="228518"/>
                  <a:pt x="239829" y="239829"/>
                </a:cubicBezTo>
                <a:cubicBezTo>
                  <a:pt x="228518" y="251149"/>
                  <a:pt x="215204" y="260101"/>
                  <a:pt x="199915" y="266703"/>
                </a:cubicBezTo>
                <a:cubicBezTo>
                  <a:pt x="184617" y="273305"/>
                  <a:pt x="168268" y="276606"/>
                  <a:pt x="150876" y="276606"/>
                </a:cubicBezTo>
                <a:cubicBezTo>
                  <a:pt x="133484" y="276606"/>
                  <a:pt x="117135" y="273305"/>
                  <a:pt x="101846" y="266703"/>
                </a:cubicBezTo>
                <a:close/>
                <a:moveTo>
                  <a:pt x="150876" y="257751"/>
                </a:moveTo>
                <a:cubicBezTo>
                  <a:pt x="163659" y="257751"/>
                  <a:pt x="175967" y="255602"/>
                  <a:pt x="187809" y="251305"/>
                </a:cubicBezTo>
                <a:cubicBezTo>
                  <a:pt x="199650" y="247007"/>
                  <a:pt x="210285" y="240771"/>
                  <a:pt x="219712" y="232605"/>
                </a:cubicBezTo>
                <a:lnTo>
                  <a:pt x="69156" y="82040"/>
                </a:lnTo>
                <a:cubicBezTo>
                  <a:pt x="61192" y="91678"/>
                  <a:pt x="55010" y="102385"/>
                  <a:pt x="50603" y="114163"/>
                </a:cubicBezTo>
                <a:cubicBezTo>
                  <a:pt x="46205" y="125940"/>
                  <a:pt x="44010" y="138175"/>
                  <a:pt x="44010" y="150876"/>
                </a:cubicBezTo>
                <a:cubicBezTo>
                  <a:pt x="44010" y="180713"/>
                  <a:pt x="54361" y="205987"/>
                  <a:pt x="75063" y="226689"/>
                </a:cubicBezTo>
                <a:cubicBezTo>
                  <a:pt x="95765" y="247391"/>
                  <a:pt x="121039" y="257751"/>
                  <a:pt x="150876" y="257751"/>
                </a:cubicBezTo>
                <a:close/>
                <a:moveTo>
                  <a:pt x="232285" y="219712"/>
                </a:moveTo>
                <a:cubicBezTo>
                  <a:pt x="240039" y="210285"/>
                  <a:pt x="246220" y="199650"/>
                  <a:pt x="250829" y="187809"/>
                </a:cubicBezTo>
                <a:cubicBezTo>
                  <a:pt x="255438" y="175967"/>
                  <a:pt x="257751" y="163659"/>
                  <a:pt x="257751" y="150876"/>
                </a:cubicBezTo>
                <a:cubicBezTo>
                  <a:pt x="257751" y="121039"/>
                  <a:pt x="247391" y="95765"/>
                  <a:pt x="226689" y="75063"/>
                </a:cubicBezTo>
                <a:cubicBezTo>
                  <a:pt x="205987" y="54361"/>
                  <a:pt x="180713" y="44001"/>
                  <a:pt x="150876" y="44010"/>
                </a:cubicBezTo>
                <a:cubicBezTo>
                  <a:pt x="138157" y="44010"/>
                  <a:pt x="125922" y="46205"/>
                  <a:pt x="114163" y="50603"/>
                </a:cubicBezTo>
                <a:cubicBezTo>
                  <a:pt x="102404" y="55010"/>
                  <a:pt x="91696" y="61292"/>
                  <a:pt x="82040" y="69467"/>
                </a:cubicBezTo>
                <a:lnTo>
                  <a:pt x="232285" y="219712"/>
                </a:ln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圖說"/>
          <p:cNvSpPr/>
          <p:nvPr/>
        </p:nvSpPr>
        <p:spPr>
          <a:xfrm>
            <a:off x="7187001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750" dirty="0"/>
          </a:p>
        </p:txBody>
      </p:sp>
      <p:sp>
        <p:nvSpPr>
          <p:cNvPr id="111" name="圖示 進行中"/>
          <p:cNvSpPr/>
          <p:nvPr/>
        </p:nvSpPr>
        <p:spPr>
          <a:xfrm>
            <a:off x="7886494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4768" y="162004"/>
                </a:moveTo>
                <a:cubicBezTo>
                  <a:pt x="97804" y="158941"/>
                  <a:pt x="99331" y="155229"/>
                  <a:pt x="99331" y="150849"/>
                </a:cubicBezTo>
                <a:cubicBezTo>
                  <a:pt x="99331" y="146469"/>
                  <a:pt x="97795" y="142756"/>
                  <a:pt x="94741" y="139720"/>
                </a:cubicBezTo>
                <a:cubicBezTo>
                  <a:pt x="91678" y="136675"/>
                  <a:pt x="87956" y="135157"/>
                  <a:pt x="83576" y="135157"/>
                </a:cubicBezTo>
                <a:cubicBezTo>
                  <a:pt x="79196" y="135157"/>
                  <a:pt x="75493" y="136694"/>
                  <a:pt x="72448" y="139748"/>
                </a:cubicBezTo>
                <a:cubicBezTo>
                  <a:pt x="69412" y="142811"/>
                  <a:pt x="67894" y="146523"/>
                  <a:pt x="67894" y="150903"/>
                </a:cubicBezTo>
                <a:cubicBezTo>
                  <a:pt x="67894" y="155283"/>
                  <a:pt x="69421" y="158996"/>
                  <a:pt x="72484" y="162032"/>
                </a:cubicBezTo>
                <a:cubicBezTo>
                  <a:pt x="75539" y="165077"/>
                  <a:pt x="79260" y="166595"/>
                  <a:pt x="83640" y="166595"/>
                </a:cubicBezTo>
                <a:cubicBezTo>
                  <a:pt x="88020" y="166595"/>
                  <a:pt x="91733" y="165058"/>
                  <a:pt x="94768" y="162004"/>
                </a:cubicBezTo>
                <a:close/>
                <a:moveTo>
                  <a:pt x="162032" y="162004"/>
                </a:moveTo>
                <a:cubicBezTo>
                  <a:pt x="165077" y="158941"/>
                  <a:pt x="166595" y="155229"/>
                  <a:pt x="166595" y="150849"/>
                </a:cubicBezTo>
                <a:cubicBezTo>
                  <a:pt x="166595" y="146469"/>
                  <a:pt x="165058" y="142756"/>
                  <a:pt x="162004" y="139720"/>
                </a:cubicBezTo>
                <a:cubicBezTo>
                  <a:pt x="158941" y="136675"/>
                  <a:pt x="155229" y="135157"/>
                  <a:pt x="150849" y="135157"/>
                </a:cubicBezTo>
                <a:cubicBezTo>
                  <a:pt x="146469" y="135157"/>
                  <a:pt x="142756" y="136694"/>
                  <a:pt x="139720" y="139748"/>
                </a:cubicBezTo>
                <a:cubicBezTo>
                  <a:pt x="136675" y="142811"/>
                  <a:pt x="135157" y="146523"/>
                  <a:pt x="135157" y="150903"/>
                </a:cubicBezTo>
                <a:cubicBezTo>
                  <a:pt x="135157" y="155283"/>
                  <a:pt x="136694" y="158996"/>
                  <a:pt x="139748" y="162032"/>
                </a:cubicBezTo>
                <a:cubicBezTo>
                  <a:pt x="142811" y="165077"/>
                  <a:pt x="146523" y="166595"/>
                  <a:pt x="150903" y="166595"/>
                </a:cubicBezTo>
                <a:cubicBezTo>
                  <a:pt x="155283" y="166595"/>
                  <a:pt x="158996" y="165058"/>
                  <a:pt x="162032" y="162004"/>
                </a:cubicBezTo>
                <a:close/>
                <a:moveTo>
                  <a:pt x="228984" y="162004"/>
                </a:moveTo>
                <a:cubicBezTo>
                  <a:pt x="232020" y="158941"/>
                  <a:pt x="233547" y="155229"/>
                  <a:pt x="233547" y="150849"/>
                </a:cubicBezTo>
                <a:cubicBezTo>
                  <a:pt x="233547" y="146469"/>
                  <a:pt x="232011" y="142756"/>
                  <a:pt x="228957" y="139720"/>
                </a:cubicBezTo>
                <a:cubicBezTo>
                  <a:pt x="225893" y="136675"/>
                  <a:pt x="222172" y="135157"/>
                  <a:pt x="217792" y="135157"/>
                </a:cubicBezTo>
                <a:cubicBezTo>
                  <a:pt x="213412" y="135157"/>
                  <a:pt x="209708" y="136694"/>
                  <a:pt x="206673" y="139748"/>
                </a:cubicBezTo>
                <a:cubicBezTo>
                  <a:pt x="203628" y="142811"/>
                  <a:pt x="202110" y="146523"/>
                  <a:pt x="202110" y="150903"/>
                </a:cubicBezTo>
                <a:cubicBezTo>
                  <a:pt x="202110" y="155283"/>
                  <a:pt x="203637" y="158996"/>
                  <a:pt x="206700" y="162032"/>
                </a:cubicBezTo>
                <a:cubicBezTo>
                  <a:pt x="209763" y="165077"/>
                  <a:pt x="213476" y="166595"/>
                  <a:pt x="217856" y="166595"/>
                </a:cubicBezTo>
                <a:cubicBezTo>
                  <a:pt x="222236" y="166595"/>
                  <a:pt x="225948" y="165058"/>
                  <a:pt x="228984" y="162004"/>
                </a:cubicBezTo>
                <a:close/>
                <a:moveTo>
                  <a:pt x="150967" y="276606"/>
                </a:moveTo>
                <a:cubicBezTo>
                  <a:pt x="133640" y="276606"/>
                  <a:pt x="117345" y="273305"/>
                  <a:pt x="102093" y="266703"/>
                </a:cubicBezTo>
                <a:cubicBezTo>
                  <a:pt x="86841" y="260101"/>
                  <a:pt x="73499" y="251094"/>
                  <a:pt x="62079" y="239673"/>
                </a:cubicBezTo>
                <a:cubicBezTo>
                  <a:pt x="50658" y="228253"/>
                  <a:pt x="41651" y="214911"/>
                  <a:pt x="35049" y="199659"/>
                </a:cubicBezTo>
                <a:cubicBezTo>
                  <a:pt x="28447" y="184380"/>
                  <a:pt x="25146" y="168067"/>
                  <a:pt x="25146" y="150721"/>
                </a:cubicBezTo>
                <a:cubicBezTo>
                  <a:pt x="25146" y="133365"/>
                  <a:pt x="28447" y="117052"/>
                  <a:pt x="35049" y="101782"/>
                </a:cubicBezTo>
                <a:cubicBezTo>
                  <a:pt x="41651" y="86521"/>
                  <a:pt x="50658" y="73234"/>
                  <a:pt x="62079" y="61923"/>
                </a:cubicBezTo>
                <a:cubicBezTo>
                  <a:pt x="73499" y="50603"/>
                  <a:pt x="86841" y="41651"/>
                  <a:pt x="102093" y="35049"/>
                </a:cubicBezTo>
                <a:cubicBezTo>
                  <a:pt x="117372" y="28447"/>
                  <a:pt x="133685" y="25146"/>
                  <a:pt x="151031" y="25146"/>
                </a:cubicBezTo>
                <a:cubicBezTo>
                  <a:pt x="168387" y="25146"/>
                  <a:pt x="184700" y="28447"/>
                  <a:pt x="199970" y="35049"/>
                </a:cubicBezTo>
                <a:cubicBezTo>
                  <a:pt x="215231" y="41651"/>
                  <a:pt x="228518" y="50603"/>
                  <a:pt x="239829" y="61923"/>
                </a:cubicBezTo>
                <a:cubicBezTo>
                  <a:pt x="251149" y="73234"/>
                  <a:pt x="260101" y="86548"/>
                  <a:pt x="266703" y="101846"/>
                </a:cubicBezTo>
                <a:cubicBezTo>
                  <a:pt x="273305" y="117135"/>
                  <a:pt x="276606" y="133448"/>
                  <a:pt x="276606" y="150785"/>
                </a:cubicBezTo>
                <a:cubicBezTo>
                  <a:pt x="276606" y="168112"/>
                  <a:pt x="273305" y="184407"/>
                  <a:pt x="266703" y="199659"/>
                </a:cubicBezTo>
                <a:cubicBezTo>
                  <a:pt x="260101" y="214911"/>
                  <a:pt x="251149" y="228234"/>
                  <a:pt x="239829" y="239609"/>
                </a:cubicBezTo>
                <a:cubicBezTo>
                  <a:pt x="228518" y="250985"/>
                  <a:pt x="215204" y="260000"/>
                  <a:pt x="199915" y="266639"/>
                </a:cubicBezTo>
                <a:cubicBezTo>
                  <a:pt x="184617" y="273287"/>
                  <a:pt x="168304" y="276606"/>
                  <a:pt x="150967" y="276606"/>
                </a:cubicBezTo>
                <a:close/>
                <a:moveTo>
                  <a:pt x="151031" y="257751"/>
                </a:moveTo>
                <a:cubicBezTo>
                  <a:pt x="180685" y="257751"/>
                  <a:pt x="205886" y="247318"/>
                  <a:pt x="226625" y="226469"/>
                </a:cubicBezTo>
                <a:cubicBezTo>
                  <a:pt x="247373" y="205621"/>
                  <a:pt x="257751" y="180375"/>
                  <a:pt x="257751" y="150721"/>
                </a:cubicBezTo>
                <a:cubicBezTo>
                  <a:pt x="257751" y="121067"/>
                  <a:pt x="247391" y="95866"/>
                  <a:pt x="226689" y="75127"/>
                </a:cubicBezTo>
                <a:cubicBezTo>
                  <a:pt x="205987" y="54379"/>
                  <a:pt x="180713" y="44010"/>
                  <a:pt x="150876" y="44010"/>
                </a:cubicBezTo>
                <a:cubicBezTo>
                  <a:pt x="121332" y="44010"/>
                  <a:pt x="96131" y="54361"/>
                  <a:pt x="75283" y="75063"/>
                </a:cubicBezTo>
                <a:cubicBezTo>
                  <a:pt x="54434" y="95765"/>
                  <a:pt x="44010" y="121039"/>
                  <a:pt x="44010" y="150876"/>
                </a:cubicBezTo>
                <a:cubicBezTo>
                  <a:pt x="44010" y="180420"/>
                  <a:pt x="54434" y="205621"/>
                  <a:pt x="75283" y="226469"/>
                </a:cubicBezTo>
                <a:cubicBezTo>
                  <a:pt x="96131" y="247318"/>
                  <a:pt x="121377" y="257751"/>
                  <a:pt x="151031" y="25775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圖說"/>
          <p:cNvSpPr/>
          <p:nvPr/>
        </p:nvSpPr>
        <p:spPr>
          <a:xfrm>
            <a:off x="7741722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750" dirty="0"/>
          </a:p>
        </p:txBody>
      </p:sp>
      <p:sp>
        <p:nvSpPr>
          <p:cNvPr id="113" name="圖示 已驗證"/>
          <p:cNvSpPr/>
          <p:nvPr/>
        </p:nvSpPr>
        <p:spPr>
          <a:xfrm>
            <a:off x="8441215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7361" y="165653"/>
                </a:moveTo>
                <a:lnTo>
                  <a:pt x="114419" y="141759"/>
                </a:lnTo>
                <a:cubicBezTo>
                  <a:pt x="112526" y="139665"/>
                  <a:pt x="110222" y="138614"/>
                  <a:pt x="107497" y="138614"/>
                </a:cubicBezTo>
                <a:cubicBezTo>
                  <a:pt x="104772" y="138614"/>
                  <a:pt x="102367" y="139565"/>
                  <a:pt x="100273" y="141449"/>
                </a:cubicBezTo>
                <a:cubicBezTo>
                  <a:pt x="98170" y="143543"/>
                  <a:pt x="97128" y="145947"/>
                  <a:pt x="97128" y="148672"/>
                </a:cubicBezTo>
                <a:cubicBezTo>
                  <a:pt x="97128" y="151397"/>
                  <a:pt x="98170" y="153811"/>
                  <a:pt x="100273" y="155905"/>
                </a:cubicBezTo>
                <a:lnTo>
                  <a:pt x="130759" y="186080"/>
                </a:lnTo>
                <a:cubicBezTo>
                  <a:pt x="132643" y="187964"/>
                  <a:pt x="134847" y="188906"/>
                  <a:pt x="137361" y="188906"/>
                </a:cubicBezTo>
                <a:cubicBezTo>
                  <a:pt x="139876" y="188906"/>
                  <a:pt x="142079" y="187964"/>
                  <a:pt x="143963" y="186080"/>
                </a:cubicBezTo>
                <a:lnTo>
                  <a:pt x="201479" y="128876"/>
                </a:lnTo>
                <a:cubicBezTo>
                  <a:pt x="203372" y="126992"/>
                  <a:pt x="204314" y="124678"/>
                  <a:pt x="204314" y="121963"/>
                </a:cubicBezTo>
                <a:cubicBezTo>
                  <a:pt x="204314" y="119238"/>
                  <a:pt x="203262" y="116933"/>
                  <a:pt x="201168" y="115041"/>
                </a:cubicBezTo>
                <a:cubicBezTo>
                  <a:pt x="199284" y="113367"/>
                  <a:pt x="197026" y="112581"/>
                  <a:pt x="194411" y="112682"/>
                </a:cubicBezTo>
                <a:cubicBezTo>
                  <a:pt x="191786" y="112791"/>
                  <a:pt x="189647" y="113678"/>
                  <a:pt x="187964" y="115361"/>
                </a:cubicBezTo>
                <a:lnTo>
                  <a:pt x="137361" y="165653"/>
                </a:lnTo>
                <a:close/>
                <a:moveTo>
                  <a:pt x="104360" y="275353"/>
                </a:moveTo>
                <a:lnTo>
                  <a:pt x="84865" y="242033"/>
                </a:lnTo>
                <a:lnTo>
                  <a:pt x="45894" y="234169"/>
                </a:lnTo>
                <a:cubicBezTo>
                  <a:pt x="43589" y="233757"/>
                  <a:pt x="41651" y="232495"/>
                  <a:pt x="40078" y="230401"/>
                </a:cubicBezTo>
                <a:cubicBezTo>
                  <a:pt x="38505" y="228307"/>
                  <a:pt x="37929" y="226104"/>
                  <a:pt x="38350" y="223799"/>
                </a:cubicBezTo>
                <a:lnTo>
                  <a:pt x="42748" y="186080"/>
                </a:lnTo>
                <a:lnTo>
                  <a:pt x="17913" y="157167"/>
                </a:lnTo>
                <a:cubicBezTo>
                  <a:pt x="16240" y="155485"/>
                  <a:pt x="15398" y="153391"/>
                  <a:pt x="15398" y="150876"/>
                </a:cubicBezTo>
                <a:cubicBezTo>
                  <a:pt x="15398" y="148361"/>
                  <a:pt x="16240" y="146267"/>
                  <a:pt x="17913" y="144594"/>
                </a:cubicBezTo>
                <a:lnTo>
                  <a:pt x="42748" y="115982"/>
                </a:lnTo>
                <a:lnTo>
                  <a:pt x="38350" y="78263"/>
                </a:lnTo>
                <a:cubicBezTo>
                  <a:pt x="37929" y="75959"/>
                  <a:pt x="38505" y="73765"/>
                  <a:pt x="40078" y="71671"/>
                </a:cubicBezTo>
                <a:cubicBezTo>
                  <a:pt x="41651" y="69568"/>
                  <a:pt x="43589" y="68315"/>
                  <a:pt x="45894" y="67894"/>
                </a:cubicBezTo>
                <a:lnTo>
                  <a:pt x="84865" y="60040"/>
                </a:lnTo>
                <a:lnTo>
                  <a:pt x="104360" y="26408"/>
                </a:lnTo>
                <a:cubicBezTo>
                  <a:pt x="105613" y="24305"/>
                  <a:pt x="107396" y="22842"/>
                  <a:pt x="109701" y="22000"/>
                </a:cubicBezTo>
                <a:cubicBezTo>
                  <a:pt x="112005" y="21168"/>
                  <a:pt x="114309" y="21269"/>
                  <a:pt x="116613" y="22321"/>
                </a:cubicBezTo>
                <a:lnTo>
                  <a:pt x="150876" y="38350"/>
                </a:lnTo>
                <a:lnTo>
                  <a:pt x="185139" y="22321"/>
                </a:lnTo>
                <a:cubicBezTo>
                  <a:pt x="187443" y="21269"/>
                  <a:pt x="189747" y="21113"/>
                  <a:pt x="192051" y="21845"/>
                </a:cubicBezTo>
                <a:cubicBezTo>
                  <a:pt x="194356" y="22577"/>
                  <a:pt x="196139" y="23994"/>
                  <a:pt x="197401" y="26088"/>
                </a:cubicBezTo>
                <a:lnTo>
                  <a:pt x="217197" y="60040"/>
                </a:lnTo>
                <a:lnTo>
                  <a:pt x="255858" y="67894"/>
                </a:lnTo>
                <a:cubicBezTo>
                  <a:pt x="258163" y="68315"/>
                  <a:pt x="260101" y="69568"/>
                  <a:pt x="261674" y="71671"/>
                </a:cubicBezTo>
                <a:cubicBezTo>
                  <a:pt x="263247" y="73765"/>
                  <a:pt x="263823" y="75959"/>
                  <a:pt x="263402" y="78263"/>
                </a:cubicBezTo>
                <a:lnTo>
                  <a:pt x="259004" y="115982"/>
                </a:lnTo>
                <a:lnTo>
                  <a:pt x="283839" y="144594"/>
                </a:lnTo>
                <a:cubicBezTo>
                  <a:pt x="285512" y="146267"/>
                  <a:pt x="286354" y="148361"/>
                  <a:pt x="286354" y="150876"/>
                </a:cubicBezTo>
                <a:cubicBezTo>
                  <a:pt x="286354" y="153391"/>
                  <a:pt x="285512" y="155485"/>
                  <a:pt x="283839" y="157167"/>
                </a:cubicBezTo>
                <a:lnTo>
                  <a:pt x="259004" y="186080"/>
                </a:lnTo>
                <a:lnTo>
                  <a:pt x="263402" y="223799"/>
                </a:lnTo>
                <a:cubicBezTo>
                  <a:pt x="263823" y="226104"/>
                  <a:pt x="263247" y="228307"/>
                  <a:pt x="261674" y="230401"/>
                </a:cubicBezTo>
                <a:cubicBezTo>
                  <a:pt x="260101" y="232495"/>
                  <a:pt x="258163" y="233757"/>
                  <a:pt x="255858" y="234169"/>
                </a:cubicBezTo>
                <a:lnTo>
                  <a:pt x="217197" y="242033"/>
                </a:lnTo>
                <a:lnTo>
                  <a:pt x="197401" y="275664"/>
                </a:lnTo>
                <a:cubicBezTo>
                  <a:pt x="196139" y="277758"/>
                  <a:pt x="194356" y="279175"/>
                  <a:pt x="192051" y="279907"/>
                </a:cubicBezTo>
                <a:cubicBezTo>
                  <a:pt x="189747" y="280639"/>
                  <a:pt x="187443" y="280483"/>
                  <a:pt x="185139" y="279431"/>
                </a:cubicBezTo>
                <a:lnTo>
                  <a:pt x="150876" y="263402"/>
                </a:lnTo>
                <a:lnTo>
                  <a:pt x="116613" y="279431"/>
                </a:lnTo>
                <a:cubicBezTo>
                  <a:pt x="114309" y="280483"/>
                  <a:pt x="112005" y="280584"/>
                  <a:pt x="109701" y="279752"/>
                </a:cubicBezTo>
                <a:cubicBezTo>
                  <a:pt x="107396" y="278910"/>
                  <a:pt x="105613" y="277447"/>
                  <a:pt x="104360" y="275353"/>
                </a:cubicBezTo>
                <a:close/>
                <a:moveTo>
                  <a:pt x="117244" y="258062"/>
                </a:moveTo>
                <a:lnTo>
                  <a:pt x="150876" y="243916"/>
                </a:lnTo>
                <a:lnTo>
                  <a:pt x="185449" y="258062"/>
                </a:lnTo>
                <a:lnTo>
                  <a:pt x="206508" y="226625"/>
                </a:lnTo>
                <a:lnTo>
                  <a:pt x="243285" y="217197"/>
                </a:lnTo>
                <a:lnTo>
                  <a:pt x="239518" y="179798"/>
                </a:lnTo>
                <a:lnTo>
                  <a:pt x="264975" y="150876"/>
                </a:lnTo>
                <a:lnTo>
                  <a:pt x="239518" y="121332"/>
                </a:lnTo>
                <a:lnTo>
                  <a:pt x="243285" y="83924"/>
                </a:lnTo>
                <a:lnTo>
                  <a:pt x="206508" y="75127"/>
                </a:lnTo>
                <a:lnTo>
                  <a:pt x="184828" y="43690"/>
                </a:lnTo>
                <a:lnTo>
                  <a:pt x="150876" y="57836"/>
                </a:lnTo>
                <a:lnTo>
                  <a:pt x="116303" y="43690"/>
                </a:lnTo>
                <a:lnTo>
                  <a:pt x="95244" y="75127"/>
                </a:lnTo>
                <a:lnTo>
                  <a:pt x="58467" y="83924"/>
                </a:lnTo>
                <a:lnTo>
                  <a:pt x="62234" y="121332"/>
                </a:lnTo>
                <a:lnTo>
                  <a:pt x="36777" y="150876"/>
                </a:lnTo>
                <a:lnTo>
                  <a:pt x="62234" y="179798"/>
                </a:lnTo>
                <a:lnTo>
                  <a:pt x="58467" y="217828"/>
                </a:lnTo>
                <a:lnTo>
                  <a:pt x="95244" y="226625"/>
                </a:lnTo>
                <a:lnTo>
                  <a:pt x="117244" y="258062"/>
                </a:ln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8296443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750" dirty="0"/>
          </a:p>
        </p:txBody>
      </p:sp>
      <p:sp>
        <p:nvSpPr>
          <p:cNvPr id="115" name="圖示 通知"/>
          <p:cNvSpPr/>
          <p:nvPr/>
        </p:nvSpPr>
        <p:spPr>
          <a:xfrm>
            <a:off x="8995936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9719" y="238887"/>
                </a:moveTo>
                <a:cubicBezTo>
                  <a:pt x="57040" y="238887"/>
                  <a:pt x="54800" y="237973"/>
                  <a:pt x="52999" y="236153"/>
                </a:cubicBezTo>
                <a:cubicBezTo>
                  <a:pt x="51197" y="234333"/>
                  <a:pt x="50292" y="232075"/>
                  <a:pt x="50292" y="229396"/>
                </a:cubicBezTo>
                <a:cubicBezTo>
                  <a:pt x="50292" y="226716"/>
                  <a:pt x="51197" y="224476"/>
                  <a:pt x="52999" y="222702"/>
                </a:cubicBezTo>
                <a:cubicBezTo>
                  <a:pt x="54800" y="220919"/>
                  <a:pt x="57040" y="220032"/>
                  <a:pt x="59719" y="220032"/>
                </a:cubicBezTo>
                <a:lnTo>
                  <a:pt x="75438" y="220032"/>
                </a:lnTo>
                <a:lnTo>
                  <a:pt x="75438" y="124477"/>
                </a:lnTo>
                <a:cubicBezTo>
                  <a:pt x="75438" y="106875"/>
                  <a:pt x="80623" y="91102"/>
                  <a:pt x="91001" y="77166"/>
                </a:cubicBezTo>
                <a:cubicBezTo>
                  <a:pt x="101370" y="63231"/>
                  <a:pt x="115041" y="54480"/>
                  <a:pt x="132021" y="50923"/>
                </a:cubicBezTo>
                <a:lnTo>
                  <a:pt x="132021" y="44010"/>
                </a:lnTo>
                <a:cubicBezTo>
                  <a:pt x="132021" y="38771"/>
                  <a:pt x="133850" y="34317"/>
                  <a:pt x="137517" y="30651"/>
                </a:cubicBezTo>
                <a:cubicBezTo>
                  <a:pt x="141183" y="26984"/>
                  <a:pt x="145636" y="25146"/>
                  <a:pt x="150876" y="25146"/>
                </a:cubicBezTo>
                <a:cubicBezTo>
                  <a:pt x="156116" y="25146"/>
                  <a:pt x="160569" y="26984"/>
                  <a:pt x="164235" y="30651"/>
                </a:cubicBezTo>
                <a:cubicBezTo>
                  <a:pt x="167902" y="34317"/>
                  <a:pt x="169740" y="38771"/>
                  <a:pt x="169740" y="44010"/>
                </a:cubicBezTo>
                <a:lnTo>
                  <a:pt x="169740" y="50923"/>
                </a:lnTo>
                <a:cubicBezTo>
                  <a:pt x="186711" y="54480"/>
                  <a:pt x="200382" y="63231"/>
                  <a:pt x="210751" y="77166"/>
                </a:cubicBezTo>
                <a:cubicBezTo>
                  <a:pt x="221129" y="91102"/>
                  <a:pt x="226314" y="106875"/>
                  <a:pt x="226314" y="124477"/>
                </a:cubicBezTo>
                <a:lnTo>
                  <a:pt x="226314" y="220032"/>
                </a:lnTo>
                <a:lnTo>
                  <a:pt x="242033" y="220032"/>
                </a:lnTo>
                <a:cubicBezTo>
                  <a:pt x="244712" y="220032"/>
                  <a:pt x="246952" y="220937"/>
                  <a:pt x="248753" y="222766"/>
                </a:cubicBezTo>
                <a:cubicBezTo>
                  <a:pt x="250555" y="224586"/>
                  <a:pt x="251460" y="226835"/>
                  <a:pt x="251460" y="229524"/>
                </a:cubicBezTo>
                <a:cubicBezTo>
                  <a:pt x="251460" y="232203"/>
                  <a:pt x="250555" y="234434"/>
                  <a:pt x="248753" y="236217"/>
                </a:cubicBezTo>
                <a:cubicBezTo>
                  <a:pt x="246952" y="238000"/>
                  <a:pt x="244712" y="238887"/>
                  <a:pt x="242033" y="238887"/>
                </a:cubicBezTo>
                <a:lnTo>
                  <a:pt x="59719" y="238887"/>
                </a:lnTo>
                <a:close/>
                <a:moveTo>
                  <a:pt x="150876" y="143963"/>
                </a:moveTo>
                <a:close/>
                <a:moveTo>
                  <a:pt x="150876" y="276606"/>
                </a:moveTo>
                <a:cubicBezTo>
                  <a:pt x="143963" y="276606"/>
                  <a:pt x="138038" y="274146"/>
                  <a:pt x="133118" y="269218"/>
                </a:cubicBezTo>
                <a:cubicBezTo>
                  <a:pt x="128190" y="264298"/>
                  <a:pt x="125730" y="258373"/>
                  <a:pt x="125730" y="251460"/>
                </a:cubicBezTo>
                <a:lnTo>
                  <a:pt x="176022" y="251460"/>
                </a:lnTo>
                <a:cubicBezTo>
                  <a:pt x="176022" y="258373"/>
                  <a:pt x="173562" y="264298"/>
                  <a:pt x="168634" y="269218"/>
                </a:cubicBezTo>
                <a:cubicBezTo>
                  <a:pt x="163714" y="274146"/>
                  <a:pt x="157789" y="276606"/>
                  <a:pt x="150876" y="276606"/>
                </a:cubicBezTo>
                <a:close/>
                <a:moveTo>
                  <a:pt x="94302" y="220032"/>
                </a:moveTo>
                <a:lnTo>
                  <a:pt x="207459" y="220032"/>
                </a:lnTo>
                <a:lnTo>
                  <a:pt x="207459" y="124477"/>
                </a:lnTo>
                <a:cubicBezTo>
                  <a:pt x="207459" y="108759"/>
                  <a:pt x="201954" y="95399"/>
                  <a:pt x="190954" y="84399"/>
                </a:cubicBezTo>
                <a:cubicBezTo>
                  <a:pt x="179954" y="73399"/>
                  <a:pt x="166595" y="67894"/>
                  <a:pt x="150876" y="67894"/>
                </a:cubicBezTo>
                <a:cubicBezTo>
                  <a:pt x="135157" y="67894"/>
                  <a:pt x="121798" y="73399"/>
                  <a:pt x="110798" y="84399"/>
                </a:cubicBezTo>
                <a:cubicBezTo>
                  <a:pt x="99798" y="95399"/>
                  <a:pt x="94302" y="108759"/>
                  <a:pt x="94302" y="124477"/>
                </a:cubicBezTo>
                <a:lnTo>
                  <a:pt x="94302" y="220032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8851163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750" dirty="0"/>
          </a:p>
        </p:txBody>
      </p:sp>
      <p:sp>
        <p:nvSpPr>
          <p:cNvPr id="117" name="圖示 問題追蹤"/>
          <p:cNvSpPr/>
          <p:nvPr/>
        </p:nvSpPr>
        <p:spPr>
          <a:xfrm>
            <a:off x="9550657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64033"/>
                </a:moveTo>
                <a:cubicBezTo>
                  <a:pt x="137169" y="264033"/>
                  <a:pt x="124477" y="260787"/>
                  <a:pt x="112782" y="254285"/>
                </a:cubicBezTo>
                <a:cubicBezTo>
                  <a:pt x="101087" y="247793"/>
                  <a:pt x="92409" y="238466"/>
                  <a:pt x="86758" y="226314"/>
                </a:cubicBezTo>
                <a:lnTo>
                  <a:pt x="59719" y="226314"/>
                </a:lnTo>
                <a:cubicBezTo>
                  <a:pt x="57040" y="226314"/>
                  <a:pt x="54800" y="225400"/>
                  <a:pt x="52999" y="223580"/>
                </a:cubicBezTo>
                <a:cubicBezTo>
                  <a:pt x="51197" y="221760"/>
                  <a:pt x="50292" y="219502"/>
                  <a:pt x="50292" y="216823"/>
                </a:cubicBezTo>
                <a:cubicBezTo>
                  <a:pt x="50292" y="214143"/>
                  <a:pt x="51197" y="211903"/>
                  <a:pt x="52999" y="210129"/>
                </a:cubicBezTo>
                <a:cubicBezTo>
                  <a:pt x="54800" y="208346"/>
                  <a:pt x="57040" y="207459"/>
                  <a:pt x="59719" y="207459"/>
                </a:cubicBezTo>
                <a:lnTo>
                  <a:pt x="79214" y="207459"/>
                </a:lnTo>
                <a:cubicBezTo>
                  <a:pt x="77742" y="202009"/>
                  <a:pt x="77011" y="196486"/>
                  <a:pt x="77011" y="190890"/>
                </a:cubicBezTo>
                <a:lnTo>
                  <a:pt x="77011" y="174138"/>
                </a:lnTo>
                <a:lnTo>
                  <a:pt x="59409" y="174138"/>
                </a:lnTo>
                <a:cubicBezTo>
                  <a:pt x="56729" y="174138"/>
                  <a:pt x="54480" y="173224"/>
                  <a:pt x="52679" y="171404"/>
                </a:cubicBezTo>
                <a:cubicBezTo>
                  <a:pt x="50877" y="169575"/>
                  <a:pt x="49981" y="167326"/>
                  <a:pt x="49981" y="164647"/>
                </a:cubicBezTo>
                <a:cubicBezTo>
                  <a:pt x="49981" y="161959"/>
                  <a:pt x="50877" y="159727"/>
                  <a:pt x="52679" y="157944"/>
                </a:cubicBezTo>
                <a:cubicBezTo>
                  <a:pt x="54480" y="156170"/>
                  <a:pt x="56729" y="155274"/>
                  <a:pt x="59409" y="155274"/>
                </a:cubicBezTo>
                <a:lnTo>
                  <a:pt x="77011" y="155274"/>
                </a:lnTo>
                <a:cubicBezTo>
                  <a:pt x="77011" y="149203"/>
                  <a:pt x="77066" y="143177"/>
                  <a:pt x="77166" y="137206"/>
                </a:cubicBezTo>
                <a:cubicBezTo>
                  <a:pt x="77276" y="131235"/>
                  <a:pt x="78163" y="125309"/>
                  <a:pt x="79836" y="119448"/>
                </a:cubicBezTo>
                <a:lnTo>
                  <a:pt x="59719" y="119448"/>
                </a:lnTo>
                <a:cubicBezTo>
                  <a:pt x="57040" y="119448"/>
                  <a:pt x="54800" y="118534"/>
                  <a:pt x="52999" y="116705"/>
                </a:cubicBezTo>
                <a:cubicBezTo>
                  <a:pt x="51197" y="114885"/>
                  <a:pt x="50292" y="112636"/>
                  <a:pt x="50292" y="109947"/>
                </a:cubicBezTo>
                <a:cubicBezTo>
                  <a:pt x="50292" y="107268"/>
                  <a:pt x="51197" y="105037"/>
                  <a:pt x="52999" y="103254"/>
                </a:cubicBezTo>
                <a:cubicBezTo>
                  <a:pt x="54800" y="101471"/>
                  <a:pt x="57040" y="100584"/>
                  <a:pt x="59719" y="100584"/>
                </a:cubicBezTo>
                <a:lnTo>
                  <a:pt x="88011" y="100584"/>
                </a:lnTo>
                <a:cubicBezTo>
                  <a:pt x="90946" y="94714"/>
                  <a:pt x="94823" y="89584"/>
                  <a:pt x="99642" y="85186"/>
                </a:cubicBezTo>
                <a:cubicBezTo>
                  <a:pt x="104461" y="80778"/>
                  <a:pt x="109801" y="77111"/>
                  <a:pt x="115672" y="74185"/>
                </a:cubicBezTo>
                <a:lnTo>
                  <a:pt x="97759" y="56583"/>
                </a:lnTo>
                <a:cubicBezTo>
                  <a:pt x="96076" y="54901"/>
                  <a:pt x="95244" y="52825"/>
                  <a:pt x="95244" y="50356"/>
                </a:cubicBezTo>
                <a:cubicBezTo>
                  <a:pt x="95244" y="47878"/>
                  <a:pt x="96122" y="45747"/>
                  <a:pt x="97877" y="43946"/>
                </a:cubicBezTo>
                <a:cubicBezTo>
                  <a:pt x="99496" y="42291"/>
                  <a:pt x="101544" y="41459"/>
                  <a:pt x="104040" y="41459"/>
                </a:cubicBezTo>
                <a:cubicBezTo>
                  <a:pt x="106537" y="41459"/>
                  <a:pt x="108622" y="42300"/>
                  <a:pt x="110295" y="43973"/>
                </a:cubicBezTo>
                <a:lnTo>
                  <a:pt x="133557" y="67236"/>
                </a:lnTo>
                <a:cubicBezTo>
                  <a:pt x="139364" y="65142"/>
                  <a:pt x="145262" y="64090"/>
                  <a:pt x="151251" y="64090"/>
                </a:cubicBezTo>
                <a:cubicBezTo>
                  <a:pt x="157286" y="64109"/>
                  <a:pt x="163239" y="65169"/>
                  <a:pt x="169109" y="67263"/>
                </a:cubicBezTo>
                <a:lnTo>
                  <a:pt x="192371" y="44010"/>
                </a:lnTo>
                <a:cubicBezTo>
                  <a:pt x="194045" y="42328"/>
                  <a:pt x="196121" y="41495"/>
                  <a:pt x="198589" y="41495"/>
                </a:cubicBezTo>
                <a:cubicBezTo>
                  <a:pt x="201067" y="41495"/>
                  <a:pt x="203198" y="42373"/>
                  <a:pt x="204999" y="44129"/>
                </a:cubicBezTo>
                <a:cubicBezTo>
                  <a:pt x="206654" y="45747"/>
                  <a:pt x="207487" y="47796"/>
                  <a:pt x="207487" y="50292"/>
                </a:cubicBezTo>
                <a:cubicBezTo>
                  <a:pt x="207487" y="52788"/>
                  <a:pt x="206636" y="54882"/>
                  <a:pt x="204944" y="56583"/>
                </a:cubicBezTo>
                <a:lnTo>
                  <a:pt x="187342" y="74185"/>
                </a:lnTo>
                <a:cubicBezTo>
                  <a:pt x="193204" y="77111"/>
                  <a:pt x="198379" y="80851"/>
                  <a:pt x="202869" y="85405"/>
                </a:cubicBezTo>
                <a:cubicBezTo>
                  <a:pt x="207349" y="89931"/>
                  <a:pt x="211290" y="94988"/>
                  <a:pt x="214683" y="100584"/>
                </a:cubicBezTo>
                <a:lnTo>
                  <a:pt x="242343" y="100584"/>
                </a:lnTo>
                <a:cubicBezTo>
                  <a:pt x="245023" y="100584"/>
                  <a:pt x="247272" y="101498"/>
                  <a:pt x="249073" y="103318"/>
                </a:cubicBezTo>
                <a:cubicBezTo>
                  <a:pt x="250875" y="105138"/>
                  <a:pt x="251771" y="107396"/>
                  <a:pt x="251771" y="110075"/>
                </a:cubicBezTo>
                <a:cubicBezTo>
                  <a:pt x="251771" y="112755"/>
                  <a:pt x="250875" y="114995"/>
                  <a:pt x="249073" y="116769"/>
                </a:cubicBezTo>
                <a:cubicBezTo>
                  <a:pt x="247272" y="118552"/>
                  <a:pt x="245023" y="119448"/>
                  <a:pt x="242343" y="119448"/>
                </a:cubicBezTo>
                <a:lnTo>
                  <a:pt x="221916" y="119448"/>
                </a:lnTo>
                <a:cubicBezTo>
                  <a:pt x="223799" y="125309"/>
                  <a:pt x="224686" y="131253"/>
                  <a:pt x="224586" y="137270"/>
                </a:cubicBezTo>
                <a:cubicBezTo>
                  <a:pt x="224476" y="143277"/>
                  <a:pt x="224430" y="149285"/>
                  <a:pt x="224430" y="155274"/>
                </a:cubicBezTo>
                <a:lnTo>
                  <a:pt x="242343" y="155274"/>
                </a:lnTo>
                <a:cubicBezTo>
                  <a:pt x="245023" y="155274"/>
                  <a:pt x="247272" y="156189"/>
                  <a:pt x="249073" y="158008"/>
                </a:cubicBezTo>
                <a:cubicBezTo>
                  <a:pt x="250875" y="159837"/>
                  <a:pt x="251771" y="162087"/>
                  <a:pt x="251771" y="164766"/>
                </a:cubicBezTo>
                <a:cubicBezTo>
                  <a:pt x="251771" y="167454"/>
                  <a:pt x="250875" y="169685"/>
                  <a:pt x="249073" y="171468"/>
                </a:cubicBezTo>
                <a:cubicBezTo>
                  <a:pt x="247272" y="173242"/>
                  <a:pt x="245023" y="174138"/>
                  <a:pt x="242343" y="174138"/>
                </a:cubicBezTo>
                <a:lnTo>
                  <a:pt x="224430" y="174138"/>
                </a:lnTo>
                <a:cubicBezTo>
                  <a:pt x="224430" y="179798"/>
                  <a:pt x="224476" y="185404"/>
                  <a:pt x="224586" y="190954"/>
                </a:cubicBezTo>
                <a:cubicBezTo>
                  <a:pt x="224686" y="196505"/>
                  <a:pt x="224010" y="202009"/>
                  <a:pt x="222547" y="207459"/>
                </a:cubicBezTo>
                <a:lnTo>
                  <a:pt x="242343" y="207459"/>
                </a:lnTo>
                <a:cubicBezTo>
                  <a:pt x="245023" y="207459"/>
                  <a:pt x="247272" y="208364"/>
                  <a:pt x="249073" y="210193"/>
                </a:cubicBezTo>
                <a:cubicBezTo>
                  <a:pt x="250875" y="212013"/>
                  <a:pt x="251771" y="214262"/>
                  <a:pt x="251771" y="216951"/>
                </a:cubicBezTo>
                <a:cubicBezTo>
                  <a:pt x="251771" y="219630"/>
                  <a:pt x="250875" y="221861"/>
                  <a:pt x="249073" y="223644"/>
                </a:cubicBezTo>
                <a:cubicBezTo>
                  <a:pt x="247272" y="225427"/>
                  <a:pt x="245023" y="226314"/>
                  <a:pt x="242343" y="226314"/>
                </a:cubicBezTo>
                <a:lnTo>
                  <a:pt x="215314" y="226314"/>
                </a:lnTo>
                <a:cubicBezTo>
                  <a:pt x="209864" y="238677"/>
                  <a:pt x="201223" y="248058"/>
                  <a:pt x="189381" y="254450"/>
                </a:cubicBezTo>
                <a:cubicBezTo>
                  <a:pt x="177558" y="260842"/>
                  <a:pt x="164729" y="264033"/>
                  <a:pt x="150876" y="264033"/>
                </a:cubicBezTo>
                <a:close/>
                <a:moveTo>
                  <a:pt x="150940" y="245178"/>
                </a:moveTo>
                <a:cubicBezTo>
                  <a:pt x="165982" y="245178"/>
                  <a:pt x="178847" y="239884"/>
                  <a:pt x="189537" y="229304"/>
                </a:cubicBezTo>
                <a:cubicBezTo>
                  <a:pt x="200226" y="218715"/>
                  <a:pt x="205566" y="205886"/>
                  <a:pt x="205566" y="190799"/>
                </a:cubicBezTo>
                <a:lnTo>
                  <a:pt x="205566" y="138303"/>
                </a:lnTo>
                <a:cubicBezTo>
                  <a:pt x="205566" y="123215"/>
                  <a:pt x="200208" y="110377"/>
                  <a:pt x="189473" y="99798"/>
                </a:cubicBezTo>
                <a:cubicBezTo>
                  <a:pt x="178747" y="89218"/>
                  <a:pt x="165863" y="83924"/>
                  <a:pt x="150812" y="83924"/>
                </a:cubicBezTo>
                <a:cubicBezTo>
                  <a:pt x="135770" y="83924"/>
                  <a:pt x="122905" y="89218"/>
                  <a:pt x="112215" y="99798"/>
                </a:cubicBezTo>
                <a:cubicBezTo>
                  <a:pt x="101526" y="110377"/>
                  <a:pt x="96186" y="123215"/>
                  <a:pt x="96186" y="138303"/>
                </a:cubicBezTo>
                <a:lnTo>
                  <a:pt x="96186" y="190799"/>
                </a:lnTo>
                <a:cubicBezTo>
                  <a:pt x="96186" y="205886"/>
                  <a:pt x="101544" y="218715"/>
                  <a:pt x="112279" y="229304"/>
                </a:cubicBezTo>
                <a:cubicBezTo>
                  <a:pt x="123005" y="239884"/>
                  <a:pt x="135889" y="245178"/>
                  <a:pt x="150940" y="245178"/>
                </a:cubicBezTo>
                <a:close/>
                <a:moveTo>
                  <a:pt x="135157" y="201168"/>
                </a:moveTo>
                <a:lnTo>
                  <a:pt x="166595" y="201168"/>
                </a:lnTo>
                <a:cubicBezTo>
                  <a:pt x="169274" y="201168"/>
                  <a:pt x="171514" y="200254"/>
                  <a:pt x="173315" y="198434"/>
                </a:cubicBezTo>
                <a:cubicBezTo>
                  <a:pt x="175117" y="196614"/>
                  <a:pt x="176022" y="194356"/>
                  <a:pt x="176022" y="191677"/>
                </a:cubicBezTo>
                <a:cubicBezTo>
                  <a:pt x="176022" y="188997"/>
                  <a:pt x="175117" y="186757"/>
                  <a:pt x="173315" y="184983"/>
                </a:cubicBezTo>
                <a:cubicBezTo>
                  <a:pt x="171514" y="183200"/>
                  <a:pt x="169274" y="182313"/>
                  <a:pt x="166595" y="182313"/>
                </a:cubicBezTo>
                <a:lnTo>
                  <a:pt x="135157" y="182313"/>
                </a:lnTo>
                <a:cubicBezTo>
                  <a:pt x="132478" y="182313"/>
                  <a:pt x="130238" y="183218"/>
                  <a:pt x="128437" y="185047"/>
                </a:cubicBezTo>
                <a:cubicBezTo>
                  <a:pt x="126635" y="186867"/>
                  <a:pt x="125730" y="189116"/>
                  <a:pt x="125730" y="191805"/>
                </a:cubicBezTo>
                <a:cubicBezTo>
                  <a:pt x="125730" y="194484"/>
                  <a:pt x="126635" y="196715"/>
                  <a:pt x="128437" y="198498"/>
                </a:cubicBezTo>
                <a:cubicBezTo>
                  <a:pt x="130238" y="200281"/>
                  <a:pt x="132478" y="201168"/>
                  <a:pt x="135157" y="201168"/>
                </a:cubicBezTo>
                <a:close/>
                <a:moveTo>
                  <a:pt x="135157" y="146789"/>
                </a:moveTo>
                <a:lnTo>
                  <a:pt x="166595" y="146789"/>
                </a:lnTo>
                <a:cubicBezTo>
                  <a:pt x="169274" y="146789"/>
                  <a:pt x="171514" y="145874"/>
                  <a:pt x="173315" y="144055"/>
                </a:cubicBezTo>
                <a:cubicBezTo>
                  <a:pt x="175117" y="142235"/>
                  <a:pt x="176022" y="139976"/>
                  <a:pt x="176022" y="137297"/>
                </a:cubicBezTo>
                <a:cubicBezTo>
                  <a:pt x="176022" y="134618"/>
                  <a:pt x="175117" y="132387"/>
                  <a:pt x="173315" y="130604"/>
                </a:cubicBezTo>
                <a:cubicBezTo>
                  <a:pt x="171514" y="128821"/>
                  <a:pt x="169274" y="127934"/>
                  <a:pt x="166595" y="127934"/>
                </a:cubicBezTo>
                <a:lnTo>
                  <a:pt x="135157" y="127934"/>
                </a:lnTo>
                <a:cubicBezTo>
                  <a:pt x="132478" y="127934"/>
                  <a:pt x="130238" y="128839"/>
                  <a:pt x="128437" y="130668"/>
                </a:cubicBezTo>
                <a:cubicBezTo>
                  <a:pt x="126635" y="132487"/>
                  <a:pt x="125730" y="134737"/>
                  <a:pt x="125730" y="137425"/>
                </a:cubicBezTo>
                <a:cubicBezTo>
                  <a:pt x="125730" y="140104"/>
                  <a:pt x="126635" y="142336"/>
                  <a:pt x="128437" y="144119"/>
                </a:cubicBezTo>
                <a:cubicBezTo>
                  <a:pt x="130238" y="145902"/>
                  <a:pt x="132478" y="146789"/>
                  <a:pt x="135157" y="146789"/>
                </a:cubicBezTo>
                <a:close/>
                <a:moveTo>
                  <a:pt x="151031" y="164711"/>
                </a:moveTo>
                <a:lnTo>
                  <a:pt x="150876" y="164711"/>
                </a:lnTo>
                <a:lnTo>
                  <a:pt x="151031" y="164711"/>
                </a:lnTo>
                <a:lnTo>
                  <a:pt x="150876" y="164711"/>
                </a:lnTo>
                <a:lnTo>
                  <a:pt x="151031" y="164711"/>
                </a:lnTo>
                <a:lnTo>
                  <a:pt x="150876" y="164711"/>
                </a:lnTo>
                <a:lnTo>
                  <a:pt x="151031" y="164711"/>
                </a:lnTo>
                <a:lnTo>
                  <a:pt x="150876" y="164711"/>
                </a:lnTo>
                <a:lnTo>
                  <a:pt x="151031" y="164711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9405884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750" dirty="0"/>
          </a:p>
        </p:txBody>
      </p:sp>
      <p:sp>
        <p:nvSpPr>
          <p:cNvPr id="119" name="圖示 時間"/>
          <p:cNvSpPr/>
          <p:nvPr/>
        </p:nvSpPr>
        <p:spPr>
          <a:xfrm>
            <a:off x="10105377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1245" y="147109"/>
                </a:moveTo>
                <a:lnTo>
                  <a:pt x="161245" y="93351"/>
                </a:lnTo>
                <a:cubicBezTo>
                  <a:pt x="161245" y="90626"/>
                  <a:pt x="160358" y="88377"/>
                  <a:pt x="158575" y="86594"/>
                </a:cubicBezTo>
                <a:cubicBezTo>
                  <a:pt x="156792" y="84820"/>
                  <a:pt x="154543" y="83924"/>
                  <a:pt x="151818" y="83924"/>
                </a:cubicBezTo>
                <a:cubicBezTo>
                  <a:pt x="149093" y="83924"/>
                  <a:pt x="146843" y="84820"/>
                  <a:pt x="145060" y="86594"/>
                </a:cubicBezTo>
                <a:cubicBezTo>
                  <a:pt x="143277" y="88377"/>
                  <a:pt x="142390" y="90626"/>
                  <a:pt x="142390" y="93351"/>
                </a:cubicBezTo>
                <a:lnTo>
                  <a:pt x="142390" y="150876"/>
                </a:lnTo>
                <a:cubicBezTo>
                  <a:pt x="142390" y="152138"/>
                  <a:pt x="142601" y="153290"/>
                  <a:pt x="143021" y="154332"/>
                </a:cubicBezTo>
                <a:cubicBezTo>
                  <a:pt x="143433" y="155384"/>
                  <a:pt x="144064" y="156426"/>
                  <a:pt x="144905" y="157478"/>
                </a:cubicBezTo>
                <a:lnTo>
                  <a:pt x="190168" y="204314"/>
                </a:lnTo>
                <a:cubicBezTo>
                  <a:pt x="192051" y="206408"/>
                  <a:pt x="194411" y="207404"/>
                  <a:pt x="197236" y="207294"/>
                </a:cubicBezTo>
                <a:cubicBezTo>
                  <a:pt x="200071" y="207194"/>
                  <a:pt x="202430" y="206197"/>
                  <a:pt x="204314" y="204314"/>
                </a:cubicBezTo>
                <a:cubicBezTo>
                  <a:pt x="206197" y="202430"/>
                  <a:pt x="207139" y="200116"/>
                  <a:pt x="207139" y="197401"/>
                </a:cubicBezTo>
                <a:cubicBezTo>
                  <a:pt x="207139" y="194676"/>
                  <a:pt x="206197" y="192371"/>
                  <a:pt x="204314" y="190479"/>
                </a:cubicBezTo>
                <a:lnTo>
                  <a:pt x="161245" y="147109"/>
                </a:lnTo>
                <a:close/>
                <a:moveTo>
                  <a:pt x="150876" y="276606"/>
                </a:moveTo>
                <a:cubicBezTo>
                  <a:pt x="133694" y="276606"/>
                  <a:pt x="117455" y="273305"/>
                  <a:pt x="102157" y="266703"/>
                </a:cubicBezTo>
                <a:cubicBezTo>
                  <a:pt x="86859" y="260101"/>
                  <a:pt x="73499" y="251094"/>
                  <a:pt x="62079" y="239673"/>
                </a:cubicBezTo>
                <a:cubicBezTo>
                  <a:pt x="50658" y="228253"/>
                  <a:pt x="41651" y="214893"/>
                  <a:pt x="35049" y="199595"/>
                </a:cubicBezTo>
                <a:cubicBezTo>
                  <a:pt x="28447" y="184297"/>
                  <a:pt x="25146" y="168058"/>
                  <a:pt x="25146" y="150876"/>
                </a:cubicBezTo>
                <a:cubicBezTo>
                  <a:pt x="25146" y="133694"/>
                  <a:pt x="28447" y="117455"/>
                  <a:pt x="35049" y="102157"/>
                </a:cubicBezTo>
                <a:cubicBezTo>
                  <a:pt x="41651" y="86859"/>
                  <a:pt x="50658" y="73499"/>
                  <a:pt x="62079" y="62079"/>
                </a:cubicBezTo>
                <a:cubicBezTo>
                  <a:pt x="73499" y="50658"/>
                  <a:pt x="86859" y="41651"/>
                  <a:pt x="102157" y="35049"/>
                </a:cubicBezTo>
                <a:cubicBezTo>
                  <a:pt x="117455" y="28447"/>
                  <a:pt x="133694" y="25146"/>
                  <a:pt x="150876" y="25146"/>
                </a:cubicBezTo>
                <a:cubicBezTo>
                  <a:pt x="168058" y="25146"/>
                  <a:pt x="184297" y="28447"/>
                  <a:pt x="199595" y="35049"/>
                </a:cubicBezTo>
                <a:cubicBezTo>
                  <a:pt x="214893" y="41651"/>
                  <a:pt x="228253" y="50658"/>
                  <a:pt x="239673" y="62079"/>
                </a:cubicBezTo>
                <a:cubicBezTo>
                  <a:pt x="251094" y="73499"/>
                  <a:pt x="260101" y="86859"/>
                  <a:pt x="266703" y="102157"/>
                </a:cubicBezTo>
                <a:cubicBezTo>
                  <a:pt x="273305" y="117455"/>
                  <a:pt x="276606" y="133694"/>
                  <a:pt x="276606" y="150876"/>
                </a:cubicBezTo>
                <a:cubicBezTo>
                  <a:pt x="276606" y="168058"/>
                  <a:pt x="273305" y="184297"/>
                  <a:pt x="266703" y="199595"/>
                </a:cubicBezTo>
                <a:cubicBezTo>
                  <a:pt x="260101" y="214893"/>
                  <a:pt x="251094" y="228253"/>
                  <a:pt x="239673" y="239673"/>
                </a:cubicBezTo>
                <a:cubicBezTo>
                  <a:pt x="228253" y="251094"/>
                  <a:pt x="214893" y="260101"/>
                  <a:pt x="199595" y="266703"/>
                </a:cubicBezTo>
                <a:cubicBezTo>
                  <a:pt x="184297" y="273305"/>
                  <a:pt x="168058" y="276606"/>
                  <a:pt x="150876" y="276606"/>
                </a:cubicBezTo>
                <a:close/>
                <a:moveTo>
                  <a:pt x="150876" y="150876"/>
                </a:moveTo>
                <a:close/>
                <a:moveTo>
                  <a:pt x="150876" y="257751"/>
                </a:moveTo>
                <a:cubicBezTo>
                  <a:pt x="180210" y="257751"/>
                  <a:pt x="205356" y="247272"/>
                  <a:pt x="226314" y="226314"/>
                </a:cubicBezTo>
                <a:cubicBezTo>
                  <a:pt x="247272" y="205356"/>
                  <a:pt x="257751" y="180210"/>
                  <a:pt x="257751" y="150876"/>
                </a:cubicBezTo>
                <a:cubicBezTo>
                  <a:pt x="257751" y="121542"/>
                  <a:pt x="247272" y="96396"/>
                  <a:pt x="226314" y="75438"/>
                </a:cubicBezTo>
                <a:cubicBezTo>
                  <a:pt x="205356" y="54480"/>
                  <a:pt x="180210" y="44010"/>
                  <a:pt x="150876" y="44010"/>
                </a:cubicBezTo>
                <a:cubicBezTo>
                  <a:pt x="121542" y="44010"/>
                  <a:pt x="96396" y="54480"/>
                  <a:pt x="75438" y="75438"/>
                </a:cubicBezTo>
                <a:cubicBezTo>
                  <a:pt x="54480" y="96396"/>
                  <a:pt x="44010" y="121542"/>
                  <a:pt x="44010" y="150876"/>
                </a:cubicBezTo>
                <a:cubicBezTo>
                  <a:pt x="44010" y="180210"/>
                  <a:pt x="54480" y="205356"/>
                  <a:pt x="75438" y="226314"/>
                </a:cubicBezTo>
                <a:cubicBezTo>
                  <a:pt x="96396" y="247272"/>
                  <a:pt x="121542" y="257751"/>
                  <a:pt x="150876" y="257751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9960605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750" dirty="0"/>
          </a:p>
        </p:txBody>
      </p:sp>
      <p:sp>
        <p:nvSpPr>
          <p:cNvPr id="121" name="圖示 計時"/>
          <p:cNvSpPr/>
          <p:nvPr/>
        </p:nvSpPr>
        <p:spPr>
          <a:xfrm>
            <a:off x="10660098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2584" y="31437"/>
                </a:moveTo>
                <a:cubicBezTo>
                  <a:pt x="119860" y="31437"/>
                  <a:pt x="117610" y="30541"/>
                  <a:pt x="115827" y="28758"/>
                </a:cubicBezTo>
                <a:cubicBezTo>
                  <a:pt x="114044" y="26984"/>
                  <a:pt x="113157" y="24725"/>
                  <a:pt x="113157" y="22000"/>
                </a:cubicBezTo>
                <a:cubicBezTo>
                  <a:pt x="113157" y="19276"/>
                  <a:pt x="114044" y="17026"/>
                  <a:pt x="115827" y="15243"/>
                </a:cubicBezTo>
                <a:cubicBezTo>
                  <a:pt x="117610" y="13460"/>
                  <a:pt x="119860" y="12573"/>
                  <a:pt x="122584" y="12573"/>
                </a:cubicBezTo>
                <a:lnTo>
                  <a:pt x="179168" y="12573"/>
                </a:lnTo>
                <a:cubicBezTo>
                  <a:pt x="181892" y="12573"/>
                  <a:pt x="184142" y="13460"/>
                  <a:pt x="185925" y="15243"/>
                </a:cubicBezTo>
                <a:cubicBezTo>
                  <a:pt x="187708" y="17026"/>
                  <a:pt x="188595" y="19276"/>
                  <a:pt x="188595" y="22000"/>
                </a:cubicBezTo>
                <a:cubicBezTo>
                  <a:pt x="188595" y="24725"/>
                  <a:pt x="187708" y="26984"/>
                  <a:pt x="185925" y="28758"/>
                </a:cubicBezTo>
                <a:cubicBezTo>
                  <a:pt x="184142" y="30541"/>
                  <a:pt x="181892" y="31437"/>
                  <a:pt x="179168" y="31437"/>
                </a:cubicBezTo>
                <a:lnTo>
                  <a:pt x="122584" y="31437"/>
                </a:lnTo>
                <a:close/>
                <a:moveTo>
                  <a:pt x="157633" y="169265"/>
                </a:moveTo>
                <a:cubicBezTo>
                  <a:pt x="159416" y="167482"/>
                  <a:pt x="160303" y="165232"/>
                  <a:pt x="160303" y="162507"/>
                </a:cubicBezTo>
                <a:lnTo>
                  <a:pt x="160303" y="109070"/>
                </a:lnTo>
                <a:cubicBezTo>
                  <a:pt x="160303" y="106345"/>
                  <a:pt x="159416" y="104095"/>
                  <a:pt x="157633" y="102312"/>
                </a:cubicBezTo>
                <a:cubicBezTo>
                  <a:pt x="155850" y="100529"/>
                  <a:pt x="153601" y="99642"/>
                  <a:pt x="150876" y="99642"/>
                </a:cubicBezTo>
                <a:cubicBezTo>
                  <a:pt x="148151" y="99642"/>
                  <a:pt x="145902" y="100529"/>
                  <a:pt x="144119" y="102312"/>
                </a:cubicBezTo>
                <a:cubicBezTo>
                  <a:pt x="142336" y="104095"/>
                  <a:pt x="141449" y="106345"/>
                  <a:pt x="141449" y="109070"/>
                </a:cubicBezTo>
                <a:lnTo>
                  <a:pt x="141449" y="162507"/>
                </a:lnTo>
                <a:cubicBezTo>
                  <a:pt x="141449" y="165232"/>
                  <a:pt x="142336" y="167482"/>
                  <a:pt x="144119" y="169265"/>
                </a:cubicBezTo>
                <a:cubicBezTo>
                  <a:pt x="145902" y="171048"/>
                  <a:pt x="148151" y="171935"/>
                  <a:pt x="150876" y="171935"/>
                </a:cubicBezTo>
                <a:cubicBezTo>
                  <a:pt x="153601" y="171935"/>
                  <a:pt x="155850" y="171048"/>
                  <a:pt x="157633" y="169265"/>
                </a:cubicBezTo>
                <a:close/>
                <a:moveTo>
                  <a:pt x="107031" y="267334"/>
                </a:moveTo>
                <a:cubicBezTo>
                  <a:pt x="93305" y="261363"/>
                  <a:pt x="81308" y="253243"/>
                  <a:pt x="71040" y="242974"/>
                </a:cubicBezTo>
                <a:cubicBezTo>
                  <a:pt x="60771" y="232706"/>
                  <a:pt x="52651" y="220709"/>
                  <a:pt x="46680" y="206984"/>
                </a:cubicBezTo>
                <a:cubicBezTo>
                  <a:pt x="40709" y="193258"/>
                  <a:pt x="37719" y="178637"/>
                  <a:pt x="37719" y="163138"/>
                </a:cubicBezTo>
                <a:cubicBezTo>
                  <a:pt x="37719" y="147630"/>
                  <a:pt x="40709" y="133009"/>
                  <a:pt x="46680" y="119283"/>
                </a:cubicBezTo>
                <a:cubicBezTo>
                  <a:pt x="52651" y="105558"/>
                  <a:pt x="60771" y="93561"/>
                  <a:pt x="71040" y="83293"/>
                </a:cubicBezTo>
                <a:cubicBezTo>
                  <a:pt x="81308" y="73024"/>
                  <a:pt x="93305" y="64904"/>
                  <a:pt x="107031" y="58933"/>
                </a:cubicBezTo>
                <a:cubicBezTo>
                  <a:pt x="120756" y="52962"/>
                  <a:pt x="135368" y="49981"/>
                  <a:pt x="150876" y="49981"/>
                </a:cubicBezTo>
                <a:cubicBezTo>
                  <a:pt x="164912" y="49981"/>
                  <a:pt x="178116" y="52331"/>
                  <a:pt x="190479" y="57049"/>
                </a:cubicBezTo>
                <a:cubicBezTo>
                  <a:pt x="202841" y="61768"/>
                  <a:pt x="213842" y="68315"/>
                  <a:pt x="223489" y="76700"/>
                </a:cubicBezTo>
                <a:lnTo>
                  <a:pt x="232916" y="67263"/>
                </a:lnTo>
                <a:cubicBezTo>
                  <a:pt x="234800" y="65380"/>
                  <a:pt x="237003" y="64438"/>
                  <a:pt x="239518" y="64438"/>
                </a:cubicBezTo>
                <a:cubicBezTo>
                  <a:pt x="242033" y="64438"/>
                  <a:pt x="244227" y="65380"/>
                  <a:pt x="246120" y="67263"/>
                </a:cubicBezTo>
                <a:cubicBezTo>
                  <a:pt x="248004" y="69156"/>
                  <a:pt x="248945" y="71351"/>
                  <a:pt x="248945" y="73865"/>
                </a:cubicBezTo>
                <a:cubicBezTo>
                  <a:pt x="248945" y="76380"/>
                  <a:pt x="248004" y="78584"/>
                  <a:pt x="246120" y="80467"/>
                </a:cubicBezTo>
                <a:lnTo>
                  <a:pt x="236683" y="89895"/>
                </a:lnTo>
                <a:cubicBezTo>
                  <a:pt x="244227" y="98280"/>
                  <a:pt x="250674" y="108439"/>
                  <a:pt x="256014" y="120390"/>
                </a:cubicBezTo>
                <a:cubicBezTo>
                  <a:pt x="261363" y="132332"/>
                  <a:pt x="264033" y="146578"/>
                  <a:pt x="264033" y="163138"/>
                </a:cubicBezTo>
                <a:cubicBezTo>
                  <a:pt x="264033" y="178637"/>
                  <a:pt x="261043" y="193258"/>
                  <a:pt x="255072" y="206984"/>
                </a:cubicBezTo>
                <a:cubicBezTo>
                  <a:pt x="249101" y="220709"/>
                  <a:pt x="240981" y="232706"/>
                  <a:pt x="230712" y="242974"/>
                </a:cubicBezTo>
                <a:cubicBezTo>
                  <a:pt x="220444" y="253243"/>
                  <a:pt x="208447" y="261363"/>
                  <a:pt x="194721" y="267334"/>
                </a:cubicBezTo>
                <a:cubicBezTo>
                  <a:pt x="180996" y="273305"/>
                  <a:pt x="166384" y="276295"/>
                  <a:pt x="150876" y="276295"/>
                </a:cubicBezTo>
                <a:cubicBezTo>
                  <a:pt x="135368" y="276295"/>
                  <a:pt x="120756" y="273305"/>
                  <a:pt x="107031" y="267334"/>
                </a:cubicBezTo>
                <a:close/>
                <a:moveTo>
                  <a:pt x="217673" y="229926"/>
                </a:moveTo>
                <a:cubicBezTo>
                  <a:pt x="236007" y="211592"/>
                  <a:pt x="245178" y="189327"/>
                  <a:pt x="245178" y="163138"/>
                </a:cubicBezTo>
                <a:cubicBezTo>
                  <a:pt x="245178" y="136941"/>
                  <a:pt x="236007" y="114675"/>
                  <a:pt x="217673" y="96341"/>
                </a:cubicBezTo>
                <a:cubicBezTo>
                  <a:pt x="199330" y="78007"/>
                  <a:pt x="177074" y="68836"/>
                  <a:pt x="150876" y="68836"/>
                </a:cubicBezTo>
                <a:cubicBezTo>
                  <a:pt x="124678" y="68836"/>
                  <a:pt x="102422" y="78007"/>
                  <a:pt x="84079" y="96341"/>
                </a:cubicBezTo>
                <a:cubicBezTo>
                  <a:pt x="65745" y="114675"/>
                  <a:pt x="56583" y="136941"/>
                  <a:pt x="56583" y="163138"/>
                </a:cubicBezTo>
                <a:cubicBezTo>
                  <a:pt x="56583" y="189327"/>
                  <a:pt x="65745" y="211592"/>
                  <a:pt x="84079" y="229926"/>
                </a:cubicBezTo>
                <a:cubicBezTo>
                  <a:pt x="102422" y="248269"/>
                  <a:pt x="124678" y="257431"/>
                  <a:pt x="150876" y="257431"/>
                </a:cubicBezTo>
                <a:cubicBezTo>
                  <a:pt x="177074" y="257431"/>
                  <a:pt x="199330" y="248269"/>
                  <a:pt x="217673" y="229926"/>
                </a:cubicBezTo>
                <a:close/>
                <a:moveTo>
                  <a:pt x="150876" y="163449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圖說"/>
          <p:cNvSpPr/>
          <p:nvPr/>
        </p:nvSpPr>
        <p:spPr>
          <a:xfrm>
            <a:off x="10515326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750" dirty="0"/>
          </a:p>
        </p:txBody>
      </p:sp>
      <p:sp>
        <p:nvSpPr>
          <p:cNvPr id="123" name="圖示 等待"/>
          <p:cNvSpPr/>
          <p:nvPr/>
        </p:nvSpPr>
        <p:spPr>
          <a:xfrm>
            <a:off x="11214819" y="2715768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6817" y="257751"/>
                </a:moveTo>
                <a:lnTo>
                  <a:pt x="204944" y="257751"/>
                </a:lnTo>
                <a:lnTo>
                  <a:pt x="204944" y="217828"/>
                </a:lnTo>
                <a:cubicBezTo>
                  <a:pt x="204944" y="202741"/>
                  <a:pt x="199705" y="190012"/>
                  <a:pt x="189226" y="179634"/>
                </a:cubicBezTo>
                <a:cubicBezTo>
                  <a:pt x="178747" y="169265"/>
                  <a:pt x="165964" y="164080"/>
                  <a:pt x="150876" y="164080"/>
                </a:cubicBezTo>
                <a:cubicBezTo>
                  <a:pt x="135788" y="164080"/>
                  <a:pt x="123005" y="169265"/>
                  <a:pt x="112526" y="179634"/>
                </a:cubicBezTo>
                <a:cubicBezTo>
                  <a:pt x="102047" y="190012"/>
                  <a:pt x="96817" y="202741"/>
                  <a:pt x="96817" y="217828"/>
                </a:cubicBezTo>
                <a:lnTo>
                  <a:pt x="96817" y="257751"/>
                </a:lnTo>
                <a:close/>
                <a:moveTo>
                  <a:pt x="189226" y="121963"/>
                </a:moveTo>
                <a:cubicBezTo>
                  <a:pt x="199705" y="111484"/>
                  <a:pt x="204944" y="98700"/>
                  <a:pt x="204944" y="83613"/>
                </a:cubicBezTo>
                <a:lnTo>
                  <a:pt x="204944" y="44010"/>
                </a:lnTo>
                <a:lnTo>
                  <a:pt x="96817" y="44010"/>
                </a:lnTo>
                <a:lnTo>
                  <a:pt x="96817" y="83613"/>
                </a:lnTo>
                <a:cubicBezTo>
                  <a:pt x="96817" y="98700"/>
                  <a:pt x="102047" y="111484"/>
                  <a:pt x="112526" y="121963"/>
                </a:cubicBezTo>
                <a:cubicBezTo>
                  <a:pt x="123005" y="132433"/>
                  <a:pt x="135788" y="137672"/>
                  <a:pt x="150876" y="137672"/>
                </a:cubicBezTo>
                <a:cubicBezTo>
                  <a:pt x="165964" y="137672"/>
                  <a:pt x="178747" y="132433"/>
                  <a:pt x="189226" y="121963"/>
                </a:cubicBezTo>
                <a:close/>
                <a:moveTo>
                  <a:pt x="59719" y="276606"/>
                </a:moveTo>
                <a:cubicBezTo>
                  <a:pt x="56995" y="276606"/>
                  <a:pt x="54745" y="275719"/>
                  <a:pt x="52962" y="273936"/>
                </a:cubicBezTo>
                <a:cubicBezTo>
                  <a:pt x="51179" y="272153"/>
                  <a:pt x="50292" y="269903"/>
                  <a:pt x="50292" y="267179"/>
                </a:cubicBezTo>
                <a:cubicBezTo>
                  <a:pt x="50292" y="264454"/>
                  <a:pt x="51179" y="262195"/>
                  <a:pt x="52962" y="260421"/>
                </a:cubicBezTo>
                <a:cubicBezTo>
                  <a:pt x="54745" y="258638"/>
                  <a:pt x="56995" y="257751"/>
                  <a:pt x="59719" y="257751"/>
                </a:cubicBezTo>
                <a:lnTo>
                  <a:pt x="77953" y="257751"/>
                </a:lnTo>
                <a:lnTo>
                  <a:pt x="77953" y="217828"/>
                </a:lnTo>
                <a:cubicBezTo>
                  <a:pt x="77953" y="202951"/>
                  <a:pt x="82141" y="189436"/>
                  <a:pt x="90526" y="177284"/>
                </a:cubicBezTo>
                <a:cubicBezTo>
                  <a:pt x="98911" y="165122"/>
                  <a:pt x="110011" y="156326"/>
                  <a:pt x="123846" y="150876"/>
                </a:cubicBezTo>
                <a:cubicBezTo>
                  <a:pt x="110011" y="145216"/>
                  <a:pt x="98911" y="136310"/>
                  <a:pt x="90526" y="124157"/>
                </a:cubicBezTo>
                <a:cubicBezTo>
                  <a:pt x="82141" y="112005"/>
                  <a:pt x="77953" y="98490"/>
                  <a:pt x="77953" y="83613"/>
                </a:cubicBezTo>
                <a:lnTo>
                  <a:pt x="77953" y="44010"/>
                </a:lnTo>
                <a:lnTo>
                  <a:pt x="59719" y="44010"/>
                </a:lnTo>
                <a:cubicBezTo>
                  <a:pt x="56995" y="44010"/>
                  <a:pt x="54745" y="43114"/>
                  <a:pt x="52962" y="41331"/>
                </a:cubicBezTo>
                <a:cubicBezTo>
                  <a:pt x="51179" y="39557"/>
                  <a:pt x="50292" y="37298"/>
                  <a:pt x="50292" y="34573"/>
                </a:cubicBezTo>
                <a:cubicBezTo>
                  <a:pt x="50292" y="31849"/>
                  <a:pt x="51179" y="29599"/>
                  <a:pt x="52962" y="27816"/>
                </a:cubicBezTo>
                <a:cubicBezTo>
                  <a:pt x="54745" y="26033"/>
                  <a:pt x="56995" y="25146"/>
                  <a:pt x="59719" y="25146"/>
                </a:cubicBezTo>
                <a:lnTo>
                  <a:pt x="242033" y="25146"/>
                </a:lnTo>
                <a:cubicBezTo>
                  <a:pt x="244757" y="25146"/>
                  <a:pt x="247007" y="26033"/>
                  <a:pt x="248790" y="27816"/>
                </a:cubicBezTo>
                <a:cubicBezTo>
                  <a:pt x="250573" y="29599"/>
                  <a:pt x="251460" y="31849"/>
                  <a:pt x="251460" y="34573"/>
                </a:cubicBezTo>
                <a:cubicBezTo>
                  <a:pt x="251460" y="37298"/>
                  <a:pt x="250573" y="39557"/>
                  <a:pt x="248790" y="41331"/>
                </a:cubicBezTo>
                <a:cubicBezTo>
                  <a:pt x="247007" y="43114"/>
                  <a:pt x="244757" y="44010"/>
                  <a:pt x="242033" y="44010"/>
                </a:cubicBezTo>
                <a:lnTo>
                  <a:pt x="223799" y="44010"/>
                </a:lnTo>
                <a:lnTo>
                  <a:pt x="223799" y="83613"/>
                </a:lnTo>
                <a:cubicBezTo>
                  <a:pt x="223799" y="98490"/>
                  <a:pt x="219611" y="112005"/>
                  <a:pt x="211226" y="124157"/>
                </a:cubicBezTo>
                <a:cubicBezTo>
                  <a:pt x="202841" y="136310"/>
                  <a:pt x="191741" y="145216"/>
                  <a:pt x="177906" y="150876"/>
                </a:cubicBezTo>
                <a:cubicBezTo>
                  <a:pt x="191741" y="156326"/>
                  <a:pt x="202841" y="165122"/>
                  <a:pt x="211226" y="177284"/>
                </a:cubicBezTo>
                <a:cubicBezTo>
                  <a:pt x="219611" y="189436"/>
                  <a:pt x="223799" y="202951"/>
                  <a:pt x="223799" y="217828"/>
                </a:cubicBezTo>
                <a:lnTo>
                  <a:pt x="223799" y="257751"/>
                </a:lnTo>
                <a:lnTo>
                  <a:pt x="242033" y="257751"/>
                </a:lnTo>
                <a:cubicBezTo>
                  <a:pt x="244757" y="257751"/>
                  <a:pt x="247007" y="258638"/>
                  <a:pt x="248790" y="260421"/>
                </a:cubicBezTo>
                <a:cubicBezTo>
                  <a:pt x="250573" y="262195"/>
                  <a:pt x="251460" y="264454"/>
                  <a:pt x="251460" y="267179"/>
                </a:cubicBezTo>
                <a:cubicBezTo>
                  <a:pt x="251460" y="269903"/>
                  <a:pt x="250573" y="272153"/>
                  <a:pt x="248790" y="273936"/>
                </a:cubicBezTo>
                <a:cubicBezTo>
                  <a:pt x="247007" y="275719"/>
                  <a:pt x="244757" y="276606"/>
                  <a:pt x="242033" y="276606"/>
                </a:cubicBezTo>
                <a:lnTo>
                  <a:pt x="59719" y="276606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圖說"/>
          <p:cNvSpPr/>
          <p:nvPr/>
        </p:nvSpPr>
        <p:spPr>
          <a:xfrm>
            <a:off x="11070046" y="3044952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750" dirty="0"/>
          </a:p>
        </p:txBody>
      </p:sp>
      <p:sp>
        <p:nvSpPr>
          <p:cNvPr id="125" name="圖示 行事曆"/>
          <p:cNvSpPr/>
          <p:nvPr/>
        </p:nvSpPr>
        <p:spPr>
          <a:xfrm>
            <a:off x="675124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6583" y="276606"/>
                </a:moveTo>
                <a:cubicBezTo>
                  <a:pt x="51554" y="276606"/>
                  <a:pt x="47146" y="274722"/>
                  <a:pt x="43379" y="270946"/>
                </a:cubicBezTo>
                <a:cubicBezTo>
                  <a:pt x="39603" y="267179"/>
                  <a:pt x="37719" y="262780"/>
                  <a:pt x="37719" y="257751"/>
                </a:cubicBezTo>
                <a:lnTo>
                  <a:pt x="37719" y="62865"/>
                </a:lnTo>
                <a:cubicBezTo>
                  <a:pt x="37719" y="57836"/>
                  <a:pt x="39603" y="53438"/>
                  <a:pt x="43379" y="49661"/>
                </a:cubicBezTo>
                <a:cubicBezTo>
                  <a:pt x="47146" y="45894"/>
                  <a:pt x="51554" y="44010"/>
                  <a:pt x="56583" y="44010"/>
                </a:cubicBezTo>
                <a:lnTo>
                  <a:pt x="77011" y="44010"/>
                </a:lnTo>
                <a:lnTo>
                  <a:pt x="77011" y="35204"/>
                </a:lnTo>
                <a:cubicBezTo>
                  <a:pt x="77011" y="32351"/>
                  <a:pt x="77953" y="29965"/>
                  <a:pt x="79836" y="28036"/>
                </a:cubicBezTo>
                <a:cubicBezTo>
                  <a:pt x="81729" y="26106"/>
                  <a:pt x="84134" y="25146"/>
                  <a:pt x="87069" y="25146"/>
                </a:cubicBezTo>
                <a:cubicBezTo>
                  <a:pt x="90004" y="25146"/>
                  <a:pt x="92464" y="26106"/>
                  <a:pt x="94458" y="28036"/>
                </a:cubicBezTo>
                <a:cubicBezTo>
                  <a:pt x="96442" y="29965"/>
                  <a:pt x="97438" y="32351"/>
                  <a:pt x="97438" y="35204"/>
                </a:cubicBezTo>
                <a:lnTo>
                  <a:pt x="97438" y="44010"/>
                </a:lnTo>
                <a:lnTo>
                  <a:pt x="204314" y="44010"/>
                </a:lnTo>
                <a:lnTo>
                  <a:pt x="204314" y="35204"/>
                </a:lnTo>
                <a:cubicBezTo>
                  <a:pt x="204314" y="32351"/>
                  <a:pt x="205255" y="29965"/>
                  <a:pt x="207139" y="28036"/>
                </a:cubicBezTo>
                <a:cubicBezTo>
                  <a:pt x="209023" y="26106"/>
                  <a:pt x="211437" y="25146"/>
                  <a:pt x="214372" y="25146"/>
                </a:cubicBezTo>
                <a:cubicBezTo>
                  <a:pt x="217307" y="25146"/>
                  <a:pt x="219767" y="26106"/>
                  <a:pt x="221760" y="28036"/>
                </a:cubicBezTo>
                <a:cubicBezTo>
                  <a:pt x="223745" y="29965"/>
                  <a:pt x="224741" y="32351"/>
                  <a:pt x="224741" y="35204"/>
                </a:cubicBezTo>
                <a:lnTo>
                  <a:pt x="224741" y="44010"/>
                </a:lnTo>
                <a:lnTo>
                  <a:pt x="245178" y="44010"/>
                </a:lnTo>
                <a:cubicBezTo>
                  <a:pt x="250207" y="44010"/>
                  <a:pt x="254606" y="45894"/>
                  <a:pt x="258373" y="49661"/>
                </a:cubicBezTo>
                <a:cubicBezTo>
                  <a:pt x="262149" y="53438"/>
                  <a:pt x="264033" y="57836"/>
                  <a:pt x="264033" y="62865"/>
                </a:cubicBezTo>
                <a:lnTo>
                  <a:pt x="264033" y="257751"/>
                </a:lnTo>
                <a:cubicBezTo>
                  <a:pt x="264033" y="262780"/>
                  <a:pt x="262149" y="267179"/>
                  <a:pt x="258373" y="270946"/>
                </a:cubicBezTo>
                <a:cubicBezTo>
                  <a:pt x="254606" y="274722"/>
                  <a:pt x="250207" y="276606"/>
                  <a:pt x="245178" y="276606"/>
                </a:cubicBezTo>
                <a:lnTo>
                  <a:pt x="56583" y="276606"/>
                </a:lnTo>
                <a:close/>
                <a:moveTo>
                  <a:pt x="56583" y="257751"/>
                </a:moveTo>
                <a:lnTo>
                  <a:pt x="245178" y="257751"/>
                </a:lnTo>
                <a:lnTo>
                  <a:pt x="245178" y="122584"/>
                </a:lnTo>
                <a:lnTo>
                  <a:pt x="56583" y="122584"/>
                </a:lnTo>
                <a:lnTo>
                  <a:pt x="56583" y="257751"/>
                </a:lnTo>
                <a:close/>
                <a:moveTo>
                  <a:pt x="56583" y="103730"/>
                </a:moveTo>
                <a:lnTo>
                  <a:pt x="245178" y="103730"/>
                </a:lnTo>
                <a:lnTo>
                  <a:pt x="245178" y="62865"/>
                </a:lnTo>
                <a:lnTo>
                  <a:pt x="56583" y="62865"/>
                </a:lnTo>
                <a:lnTo>
                  <a:pt x="56583" y="103730"/>
                </a:lnTo>
                <a:close/>
                <a:moveTo>
                  <a:pt x="56583" y="103730"/>
                </a:moveTo>
                <a:lnTo>
                  <a:pt x="56583" y="62865"/>
                </a:lnTo>
                <a:lnTo>
                  <a:pt x="56583" y="103730"/>
                </a:lnTo>
                <a:close/>
                <a:moveTo>
                  <a:pt x="150876" y="176022"/>
                </a:moveTo>
                <a:cubicBezTo>
                  <a:pt x="147310" y="176022"/>
                  <a:pt x="144329" y="174815"/>
                  <a:pt x="141915" y="172410"/>
                </a:cubicBezTo>
                <a:cubicBezTo>
                  <a:pt x="139510" y="169996"/>
                  <a:pt x="138303" y="167015"/>
                  <a:pt x="138303" y="163449"/>
                </a:cubicBezTo>
                <a:cubicBezTo>
                  <a:pt x="138303" y="159883"/>
                  <a:pt x="139510" y="156902"/>
                  <a:pt x="141915" y="154488"/>
                </a:cubicBezTo>
                <a:cubicBezTo>
                  <a:pt x="144329" y="152083"/>
                  <a:pt x="147310" y="150876"/>
                  <a:pt x="150876" y="150876"/>
                </a:cubicBezTo>
                <a:cubicBezTo>
                  <a:pt x="154442" y="150876"/>
                  <a:pt x="157423" y="152083"/>
                  <a:pt x="159837" y="154488"/>
                </a:cubicBezTo>
                <a:cubicBezTo>
                  <a:pt x="162242" y="156902"/>
                  <a:pt x="163449" y="159883"/>
                  <a:pt x="163449" y="163449"/>
                </a:cubicBezTo>
                <a:cubicBezTo>
                  <a:pt x="163449" y="167015"/>
                  <a:pt x="162242" y="169996"/>
                  <a:pt x="159837" y="172410"/>
                </a:cubicBezTo>
                <a:cubicBezTo>
                  <a:pt x="157423" y="174815"/>
                  <a:pt x="154442" y="176022"/>
                  <a:pt x="150876" y="176022"/>
                </a:cubicBezTo>
                <a:close/>
                <a:moveTo>
                  <a:pt x="91623" y="172410"/>
                </a:moveTo>
                <a:cubicBezTo>
                  <a:pt x="89218" y="169996"/>
                  <a:pt x="88011" y="167015"/>
                  <a:pt x="88011" y="163449"/>
                </a:cubicBezTo>
                <a:cubicBezTo>
                  <a:pt x="88011" y="159883"/>
                  <a:pt x="89218" y="156902"/>
                  <a:pt x="91623" y="154488"/>
                </a:cubicBezTo>
                <a:cubicBezTo>
                  <a:pt x="94037" y="152083"/>
                  <a:pt x="97018" y="150876"/>
                  <a:pt x="100584" y="150876"/>
                </a:cubicBezTo>
                <a:cubicBezTo>
                  <a:pt x="104150" y="150876"/>
                  <a:pt x="107131" y="152083"/>
                  <a:pt x="109545" y="154488"/>
                </a:cubicBezTo>
                <a:cubicBezTo>
                  <a:pt x="111950" y="156902"/>
                  <a:pt x="113157" y="159883"/>
                  <a:pt x="113157" y="163449"/>
                </a:cubicBezTo>
                <a:cubicBezTo>
                  <a:pt x="113157" y="167015"/>
                  <a:pt x="111950" y="169996"/>
                  <a:pt x="109545" y="172410"/>
                </a:cubicBezTo>
                <a:cubicBezTo>
                  <a:pt x="107131" y="174815"/>
                  <a:pt x="104150" y="176022"/>
                  <a:pt x="100584" y="176022"/>
                </a:cubicBezTo>
                <a:cubicBezTo>
                  <a:pt x="97018" y="176022"/>
                  <a:pt x="94037" y="174815"/>
                  <a:pt x="91623" y="172410"/>
                </a:cubicBezTo>
                <a:close/>
                <a:moveTo>
                  <a:pt x="201168" y="176022"/>
                </a:moveTo>
                <a:cubicBezTo>
                  <a:pt x="197602" y="176022"/>
                  <a:pt x="194621" y="174815"/>
                  <a:pt x="192207" y="172410"/>
                </a:cubicBezTo>
                <a:cubicBezTo>
                  <a:pt x="189802" y="169996"/>
                  <a:pt x="188595" y="167015"/>
                  <a:pt x="188595" y="163449"/>
                </a:cubicBezTo>
                <a:cubicBezTo>
                  <a:pt x="188595" y="159883"/>
                  <a:pt x="189802" y="156902"/>
                  <a:pt x="192207" y="154488"/>
                </a:cubicBezTo>
                <a:cubicBezTo>
                  <a:pt x="194621" y="152083"/>
                  <a:pt x="197602" y="150876"/>
                  <a:pt x="201168" y="150876"/>
                </a:cubicBezTo>
                <a:cubicBezTo>
                  <a:pt x="204734" y="150876"/>
                  <a:pt x="207715" y="152083"/>
                  <a:pt x="210129" y="154488"/>
                </a:cubicBezTo>
                <a:cubicBezTo>
                  <a:pt x="212534" y="156902"/>
                  <a:pt x="213741" y="159883"/>
                  <a:pt x="213741" y="163449"/>
                </a:cubicBezTo>
                <a:cubicBezTo>
                  <a:pt x="213741" y="167015"/>
                  <a:pt x="212534" y="169996"/>
                  <a:pt x="210129" y="172410"/>
                </a:cubicBezTo>
                <a:cubicBezTo>
                  <a:pt x="207715" y="174815"/>
                  <a:pt x="204734" y="176022"/>
                  <a:pt x="201168" y="176022"/>
                </a:cubicBezTo>
                <a:close/>
                <a:moveTo>
                  <a:pt x="150876" y="226314"/>
                </a:moveTo>
                <a:cubicBezTo>
                  <a:pt x="147310" y="226314"/>
                  <a:pt x="144329" y="225107"/>
                  <a:pt x="141915" y="222702"/>
                </a:cubicBezTo>
                <a:cubicBezTo>
                  <a:pt x="139510" y="220288"/>
                  <a:pt x="138303" y="217307"/>
                  <a:pt x="138303" y="213741"/>
                </a:cubicBezTo>
                <a:cubicBezTo>
                  <a:pt x="138303" y="210175"/>
                  <a:pt x="139510" y="207194"/>
                  <a:pt x="141915" y="204780"/>
                </a:cubicBezTo>
                <a:cubicBezTo>
                  <a:pt x="144329" y="202375"/>
                  <a:pt x="147310" y="201168"/>
                  <a:pt x="150876" y="201168"/>
                </a:cubicBezTo>
                <a:cubicBezTo>
                  <a:pt x="154442" y="201168"/>
                  <a:pt x="157423" y="202375"/>
                  <a:pt x="159837" y="204780"/>
                </a:cubicBezTo>
                <a:cubicBezTo>
                  <a:pt x="162242" y="207194"/>
                  <a:pt x="163449" y="210175"/>
                  <a:pt x="163449" y="213741"/>
                </a:cubicBezTo>
                <a:cubicBezTo>
                  <a:pt x="163449" y="217307"/>
                  <a:pt x="162242" y="220288"/>
                  <a:pt x="159837" y="222702"/>
                </a:cubicBezTo>
                <a:cubicBezTo>
                  <a:pt x="157423" y="225107"/>
                  <a:pt x="154442" y="226314"/>
                  <a:pt x="150876" y="226314"/>
                </a:cubicBezTo>
                <a:close/>
                <a:moveTo>
                  <a:pt x="91623" y="222702"/>
                </a:moveTo>
                <a:cubicBezTo>
                  <a:pt x="89218" y="220288"/>
                  <a:pt x="88011" y="217307"/>
                  <a:pt x="88011" y="213741"/>
                </a:cubicBezTo>
                <a:cubicBezTo>
                  <a:pt x="88011" y="210175"/>
                  <a:pt x="89218" y="207194"/>
                  <a:pt x="91623" y="204780"/>
                </a:cubicBezTo>
                <a:cubicBezTo>
                  <a:pt x="94037" y="202375"/>
                  <a:pt x="97018" y="201168"/>
                  <a:pt x="100584" y="201168"/>
                </a:cubicBezTo>
                <a:cubicBezTo>
                  <a:pt x="104150" y="201168"/>
                  <a:pt x="107131" y="202375"/>
                  <a:pt x="109545" y="204780"/>
                </a:cubicBezTo>
                <a:cubicBezTo>
                  <a:pt x="111950" y="207194"/>
                  <a:pt x="113157" y="210175"/>
                  <a:pt x="113157" y="213741"/>
                </a:cubicBezTo>
                <a:cubicBezTo>
                  <a:pt x="113157" y="217307"/>
                  <a:pt x="111950" y="220288"/>
                  <a:pt x="109545" y="222702"/>
                </a:cubicBezTo>
                <a:cubicBezTo>
                  <a:pt x="107131" y="225107"/>
                  <a:pt x="104150" y="226314"/>
                  <a:pt x="100584" y="226314"/>
                </a:cubicBezTo>
                <a:cubicBezTo>
                  <a:pt x="97018" y="226314"/>
                  <a:pt x="94037" y="225107"/>
                  <a:pt x="91623" y="222702"/>
                </a:cubicBezTo>
                <a:close/>
                <a:moveTo>
                  <a:pt x="201168" y="226314"/>
                </a:moveTo>
                <a:cubicBezTo>
                  <a:pt x="197602" y="226314"/>
                  <a:pt x="194621" y="225107"/>
                  <a:pt x="192207" y="222702"/>
                </a:cubicBezTo>
                <a:cubicBezTo>
                  <a:pt x="189802" y="220288"/>
                  <a:pt x="188595" y="217307"/>
                  <a:pt x="188595" y="213741"/>
                </a:cubicBezTo>
                <a:cubicBezTo>
                  <a:pt x="188595" y="210175"/>
                  <a:pt x="189802" y="207194"/>
                  <a:pt x="192207" y="204780"/>
                </a:cubicBezTo>
                <a:cubicBezTo>
                  <a:pt x="194621" y="202375"/>
                  <a:pt x="197602" y="201168"/>
                  <a:pt x="201168" y="201168"/>
                </a:cubicBezTo>
                <a:cubicBezTo>
                  <a:pt x="204734" y="201168"/>
                  <a:pt x="207715" y="202375"/>
                  <a:pt x="210129" y="204780"/>
                </a:cubicBezTo>
                <a:cubicBezTo>
                  <a:pt x="212534" y="207194"/>
                  <a:pt x="213741" y="210175"/>
                  <a:pt x="213741" y="213741"/>
                </a:cubicBezTo>
                <a:cubicBezTo>
                  <a:pt x="213741" y="217307"/>
                  <a:pt x="212534" y="220288"/>
                  <a:pt x="210129" y="222702"/>
                </a:cubicBezTo>
                <a:cubicBezTo>
                  <a:pt x="207715" y="225107"/>
                  <a:pt x="204734" y="226314"/>
                  <a:pt x="201168" y="226314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圖說"/>
          <p:cNvSpPr/>
          <p:nvPr/>
        </p:nvSpPr>
        <p:spPr>
          <a:xfrm>
            <a:off x="530352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750" dirty="0"/>
          </a:p>
        </p:txBody>
      </p:sp>
      <p:sp>
        <p:nvSpPr>
          <p:cNvPr id="127" name="圖示 事件"/>
          <p:cNvSpPr/>
          <p:nvPr/>
        </p:nvSpPr>
        <p:spPr>
          <a:xfrm>
            <a:off x="1229845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5964" y="223735"/>
                </a:moveTo>
                <a:cubicBezTo>
                  <a:pt x="160093" y="217828"/>
                  <a:pt x="157167" y="210595"/>
                  <a:pt x="157167" y="202046"/>
                </a:cubicBezTo>
                <a:cubicBezTo>
                  <a:pt x="157167" y="193496"/>
                  <a:pt x="160121" y="186291"/>
                  <a:pt x="166028" y="180420"/>
                </a:cubicBezTo>
                <a:cubicBezTo>
                  <a:pt x="171935" y="174559"/>
                  <a:pt x="179168" y="171624"/>
                  <a:pt x="187717" y="171624"/>
                </a:cubicBezTo>
                <a:cubicBezTo>
                  <a:pt x="196267" y="171624"/>
                  <a:pt x="203472" y="174577"/>
                  <a:pt x="209343" y="180484"/>
                </a:cubicBezTo>
                <a:cubicBezTo>
                  <a:pt x="215204" y="186391"/>
                  <a:pt x="218139" y="193624"/>
                  <a:pt x="218139" y="202174"/>
                </a:cubicBezTo>
                <a:cubicBezTo>
                  <a:pt x="218139" y="210723"/>
                  <a:pt x="215186" y="217929"/>
                  <a:pt x="209279" y="223799"/>
                </a:cubicBezTo>
                <a:cubicBezTo>
                  <a:pt x="203372" y="229670"/>
                  <a:pt x="196139" y="232605"/>
                  <a:pt x="187589" y="232605"/>
                </a:cubicBezTo>
                <a:cubicBezTo>
                  <a:pt x="179040" y="232605"/>
                  <a:pt x="171834" y="229642"/>
                  <a:pt x="165964" y="223735"/>
                </a:cubicBezTo>
                <a:close/>
                <a:moveTo>
                  <a:pt x="56583" y="276606"/>
                </a:moveTo>
                <a:cubicBezTo>
                  <a:pt x="51554" y="276606"/>
                  <a:pt x="47146" y="274722"/>
                  <a:pt x="43379" y="270946"/>
                </a:cubicBezTo>
                <a:cubicBezTo>
                  <a:pt x="39603" y="267179"/>
                  <a:pt x="37719" y="262780"/>
                  <a:pt x="37719" y="257751"/>
                </a:cubicBezTo>
                <a:lnTo>
                  <a:pt x="37719" y="62865"/>
                </a:lnTo>
                <a:cubicBezTo>
                  <a:pt x="37719" y="57836"/>
                  <a:pt x="39603" y="53438"/>
                  <a:pt x="43379" y="49661"/>
                </a:cubicBezTo>
                <a:cubicBezTo>
                  <a:pt x="47146" y="45894"/>
                  <a:pt x="51554" y="44010"/>
                  <a:pt x="56583" y="44010"/>
                </a:cubicBezTo>
                <a:lnTo>
                  <a:pt x="77011" y="44010"/>
                </a:lnTo>
                <a:lnTo>
                  <a:pt x="77011" y="35204"/>
                </a:lnTo>
                <a:cubicBezTo>
                  <a:pt x="77011" y="32351"/>
                  <a:pt x="77953" y="29965"/>
                  <a:pt x="79836" y="28036"/>
                </a:cubicBezTo>
                <a:cubicBezTo>
                  <a:pt x="81729" y="26106"/>
                  <a:pt x="84134" y="25146"/>
                  <a:pt x="87069" y="25146"/>
                </a:cubicBezTo>
                <a:cubicBezTo>
                  <a:pt x="90004" y="25146"/>
                  <a:pt x="92464" y="26106"/>
                  <a:pt x="94458" y="28036"/>
                </a:cubicBezTo>
                <a:cubicBezTo>
                  <a:pt x="96442" y="29965"/>
                  <a:pt x="97438" y="32351"/>
                  <a:pt x="97438" y="35204"/>
                </a:cubicBezTo>
                <a:lnTo>
                  <a:pt x="97438" y="44010"/>
                </a:lnTo>
                <a:lnTo>
                  <a:pt x="204314" y="44010"/>
                </a:lnTo>
                <a:lnTo>
                  <a:pt x="204314" y="35204"/>
                </a:lnTo>
                <a:cubicBezTo>
                  <a:pt x="204314" y="32351"/>
                  <a:pt x="205255" y="29965"/>
                  <a:pt x="207139" y="28036"/>
                </a:cubicBezTo>
                <a:cubicBezTo>
                  <a:pt x="209023" y="26106"/>
                  <a:pt x="211437" y="25146"/>
                  <a:pt x="214372" y="25146"/>
                </a:cubicBezTo>
                <a:cubicBezTo>
                  <a:pt x="217307" y="25146"/>
                  <a:pt x="219767" y="26106"/>
                  <a:pt x="221760" y="28036"/>
                </a:cubicBezTo>
                <a:cubicBezTo>
                  <a:pt x="223745" y="29965"/>
                  <a:pt x="224741" y="32351"/>
                  <a:pt x="224741" y="35204"/>
                </a:cubicBezTo>
                <a:lnTo>
                  <a:pt x="224741" y="44010"/>
                </a:lnTo>
                <a:lnTo>
                  <a:pt x="245178" y="44010"/>
                </a:lnTo>
                <a:cubicBezTo>
                  <a:pt x="250207" y="44010"/>
                  <a:pt x="254606" y="45894"/>
                  <a:pt x="258373" y="49661"/>
                </a:cubicBezTo>
                <a:cubicBezTo>
                  <a:pt x="262149" y="53438"/>
                  <a:pt x="264033" y="57836"/>
                  <a:pt x="264033" y="62865"/>
                </a:cubicBezTo>
                <a:lnTo>
                  <a:pt x="264033" y="257751"/>
                </a:lnTo>
                <a:cubicBezTo>
                  <a:pt x="264033" y="262780"/>
                  <a:pt x="262149" y="267179"/>
                  <a:pt x="258373" y="270946"/>
                </a:cubicBezTo>
                <a:cubicBezTo>
                  <a:pt x="254606" y="274722"/>
                  <a:pt x="250207" y="276606"/>
                  <a:pt x="245178" y="276606"/>
                </a:cubicBezTo>
                <a:lnTo>
                  <a:pt x="56583" y="276606"/>
                </a:lnTo>
                <a:close/>
                <a:moveTo>
                  <a:pt x="56583" y="257751"/>
                </a:moveTo>
                <a:lnTo>
                  <a:pt x="245178" y="257751"/>
                </a:lnTo>
                <a:lnTo>
                  <a:pt x="245178" y="122584"/>
                </a:lnTo>
                <a:lnTo>
                  <a:pt x="56583" y="122584"/>
                </a:lnTo>
                <a:lnTo>
                  <a:pt x="56583" y="257751"/>
                </a:lnTo>
                <a:close/>
                <a:moveTo>
                  <a:pt x="56583" y="103730"/>
                </a:moveTo>
                <a:lnTo>
                  <a:pt x="245178" y="103730"/>
                </a:lnTo>
                <a:lnTo>
                  <a:pt x="245178" y="62865"/>
                </a:lnTo>
                <a:lnTo>
                  <a:pt x="56583" y="62865"/>
                </a:lnTo>
                <a:lnTo>
                  <a:pt x="56583" y="103730"/>
                </a:lnTo>
                <a:close/>
                <a:moveTo>
                  <a:pt x="56583" y="103730"/>
                </a:moveTo>
                <a:lnTo>
                  <a:pt x="56583" y="62865"/>
                </a:lnTo>
                <a:lnTo>
                  <a:pt x="56583" y="103730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圖說"/>
          <p:cNvSpPr/>
          <p:nvPr/>
        </p:nvSpPr>
        <p:spPr>
          <a:xfrm>
            <a:off x="1085073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750" dirty="0"/>
          </a:p>
        </p:txBody>
      </p:sp>
      <p:sp>
        <p:nvSpPr>
          <p:cNvPr id="129" name="圖示 已排程"/>
          <p:cNvSpPr/>
          <p:nvPr/>
        </p:nvSpPr>
        <p:spPr>
          <a:xfrm>
            <a:off x="1784566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6099" y="203372"/>
                </a:moveTo>
                <a:lnTo>
                  <a:pt x="187342" y="152138"/>
                </a:lnTo>
                <a:cubicBezTo>
                  <a:pt x="189226" y="150245"/>
                  <a:pt x="191420" y="149358"/>
                  <a:pt x="193935" y="149459"/>
                </a:cubicBezTo>
                <a:cubicBezTo>
                  <a:pt x="196450" y="149568"/>
                  <a:pt x="198653" y="150565"/>
                  <a:pt x="200537" y="152449"/>
                </a:cubicBezTo>
                <a:cubicBezTo>
                  <a:pt x="202430" y="154332"/>
                  <a:pt x="203372" y="156554"/>
                  <a:pt x="203372" y="159115"/>
                </a:cubicBezTo>
                <a:cubicBezTo>
                  <a:pt x="203372" y="161666"/>
                  <a:pt x="202430" y="163851"/>
                  <a:pt x="200537" y="165653"/>
                </a:cubicBezTo>
                <a:lnTo>
                  <a:pt x="142701" y="223489"/>
                </a:lnTo>
                <a:cubicBezTo>
                  <a:pt x="140818" y="225372"/>
                  <a:pt x="138614" y="226314"/>
                  <a:pt x="136099" y="226314"/>
                </a:cubicBezTo>
                <a:cubicBezTo>
                  <a:pt x="133585" y="226314"/>
                  <a:pt x="131390" y="225372"/>
                  <a:pt x="129506" y="223489"/>
                </a:cubicBezTo>
                <a:lnTo>
                  <a:pt x="99331" y="193624"/>
                </a:lnTo>
                <a:cubicBezTo>
                  <a:pt x="97438" y="191823"/>
                  <a:pt x="96497" y="189647"/>
                  <a:pt x="96497" y="187086"/>
                </a:cubicBezTo>
                <a:cubicBezTo>
                  <a:pt x="96497" y="184526"/>
                  <a:pt x="97438" y="182313"/>
                  <a:pt x="99331" y="180420"/>
                </a:cubicBezTo>
                <a:cubicBezTo>
                  <a:pt x="101215" y="178537"/>
                  <a:pt x="103409" y="177650"/>
                  <a:pt x="105924" y="177750"/>
                </a:cubicBezTo>
                <a:cubicBezTo>
                  <a:pt x="108439" y="177860"/>
                  <a:pt x="110642" y="178747"/>
                  <a:pt x="112526" y="180420"/>
                </a:cubicBezTo>
                <a:lnTo>
                  <a:pt x="136099" y="203372"/>
                </a:lnTo>
                <a:close/>
                <a:moveTo>
                  <a:pt x="56583" y="276606"/>
                </a:moveTo>
                <a:cubicBezTo>
                  <a:pt x="51554" y="276606"/>
                  <a:pt x="47146" y="274722"/>
                  <a:pt x="43379" y="270946"/>
                </a:cubicBezTo>
                <a:cubicBezTo>
                  <a:pt x="39603" y="267179"/>
                  <a:pt x="37719" y="262780"/>
                  <a:pt x="37719" y="257751"/>
                </a:cubicBezTo>
                <a:lnTo>
                  <a:pt x="37719" y="62865"/>
                </a:lnTo>
                <a:cubicBezTo>
                  <a:pt x="37719" y="57836"/>
                  <a:pt x="39603" y="53438"/>
                  <a:pt x="43379" y="49661"/>
                </a:cubicBezTo>
                <a:cubicBezTo>
                  <a:pt x="47146" y="45894"/>
                  <a:pt x="51554" y="44010"/>
                  <a:pt x="56583" y="44010"/>
                </a:cubicBezTo>
                <a:lnTo>
                  <a:pt x="77011" y="44010"/>
                </a:lnTo>
                <a:lnTo>
                  <a:pt x="77011" y="35204"/>
                </a:lnTo>
                <a:cubicBezTo>
                  <a:pt x="77011" y="32351"/>
                  <a:pt x="77953" y="29965"/>
                  <a:pt x="79836" y="28036"/>
                </a:cubicBezTo>
                <a:cubicBezTo>
                  <a:pt x="81729" y="26106"/>
                  <a:pt x="84134" y="25146"/>
                  <a:pt x="87069" y="25146"/>
                </a:cubicBezTo>
                <a:cubicBezTo>
                  <a:pt x="90004" y="25146"/>
                  <a:pt x="92464" y="26106"/>
                  <a:pt x="94458" y="28036"/>
                </a:cubicBezTo>
                <a:cubicBezTo>
                  <a:pt x="96442" y="29965"/>
                  <a:pt x="97438" y="32351"/>
                  <a:pt x="97438" y="35204"/>
                </a:cubicBezTo>
                <a:lnTo>
                  <a:pt x="97438" y="44010"/>
                </a:lnTo>
                <a:lnTo>
                  <a:pt x="204314" y="44010"/>
                </a:lnTo>
                <a:lnTo>
                  <a:pt x="204314" y="35204"/>
                </a:lnTo>
                <a:cubicBezTo>
                  <a:pt x="204314" y="32351"/>
                  <a:pt x="205255" y="29965"/>
                  <a:pt x="207139" y="28036"/>
                </a:cubicBezTo>
                <a:cubicBezTo>
                  <a:pt x="209023" y="26106"/>
                  <a:pt x="211437" y="25146"/>
                  <a:pt x="214372" y="25146"/>
                </a:cubicBezTo>
                <a:cubicBezTo>
                  <a:pt x="217307" y="25146"/>
                  <a:pt x="219767" y="26106"/>
                  <a:pt x="221760" y="28036"/>
                </a:cubicBezTo>
                <a:cubicBezTo>
                  <a:pt x="223745" y="29965"/>
                  <a:pt x="224741" y="32351"/>
                  <a:pt x="224741" y="35204"/>
                </a:cubicBezTo>
                <a:lnTo>
                  <a:pt x="224741" y="44010"/>
                </a:lnTo>
                <a:lnTo>
                  <a:pt x="245178" y="44010"/>
                </a:lnTo>
                <a:cubicBezTo>
                  <a:pt x="250207" y="44010"/>
                  <a:pt x="254606" y="45894"/>
                  <a:pt x="258373" y="49661"/>
                </a:cubicBezTo>
                <a:cubicBezTo>
                  <a:pt x="262149" y="53438"/>
                  <a:pt x="264033" y="57836"/>
                  <a:pt x="264033" y="62865"/>
                </a:cubicBezTo>
                <a:lnTo>
                  <a:pt x="264033" y="257751"/>
                </a:lnTo>
                <a:cubicBezTo>
                  <a:pt x="264033" y="262780"/>
                  <a:pt x="262149" y="267179"/>
                  <a:pt x="258373" y="270946"/>
                </a:cubicBezTo>
                <a:cubicBezTo>
                  <a:pt x="254606" y="274722"/>
                  <a:pt x="250207" y="276606"/>
                  <a:pt x="245178" y="276606"/>
                </a:cubicBezTo>
                <a:lnTo>
                  <a:pt x="56583" y="276606"/>
                </a:lnTo>
                <a:close/>
                <a:moveTo>
                  <a:pt x="56583" y="257751"/>
                </a:moveTo>
                <a:lnTo>
                  <a:pt x="245178" y="257751"/>
                </a:lnTo>
                <a:lnTo>
                  <a:pt x="245178" y="122584"/>
                </a:lnTo>
                <a:lnTo>
                  <a:pt x="56583" y="122584"/>
                </a:lnTo>
                <a:lnTo>
                  <a:pt x="56583" y="257751"/>
                </a:lnTo>
                <a:close/>
                <a:moveTo>
                  <a:pt x="56583" y="103730"/>
                </a:moveTo>
                <a:lnTo>
                  <a:pt x="245178" y="103730"/>
                </a:lnTo>
                <a:lnTo>
                  <a:pt x="245178" y="62865"/>
                </a:lnTo>
                <a:lnTo>
                  <a:pt x="56583" y="62865"/>
                </a:lnTo>
                <a:lnTo>
                  <a:pt x="56583" y="103730"/>
                </a:lnTo>
                <a:close/>
                <a:moveTo>
                  <a:pt x="56583" y="103730"/>
                </a:moveTo>
                <a:lnTo>
                  <a:pt x="56583" y="62865"/>
                </a:lnTo>
                <a:lnTo>
                  <a:pt x="56583" y="103730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圖說"/>
          <p:cNvSpPr/>
          <p:nvPr/>
        </p:nvSpPr>
        <p:spPr>
          <a:xfrm>
            <a:off x="1639794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750" dirty="0"/>
          </a:p>
        </p:txBody>
      </p:sp>
      <p:sp>
        <p:nvSpPr>
          <p:cNvPr id="131" name="圖示 文件"/>
          <p:cNvSpPr/>
          <p:nvPr/>
        </p:nvSpPr>
        <p:spPr>
          <a:xfrm>
            <a:off x="2339287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9701" y="223168"/>
                </a:moveTo>
                <a:lnTo>
                  <a:pt x="192051" y="223168"/>
                </a:lnTo>
                <a:cubicBezTo>
                  <a:pt x="194731" y="223168"/>
                  <a:pt x="196980" y="222263"/>
                  <a:pt x="198781" y="220434"/>
                </a:cubicBezTo>
                <a:cubicBezTo>
                  <a:pt x="200583" y="218615"/>
                  <a:pt x="201479" y="216356"/>
                  <a:pt x="201479" y="213677"/>
                </a:cubicBezTo>
                <a:cubicBezTo>
                  <a:pt x="201479" y="210998"/>
                  <a:pt x="200583" y="208767"/>
                  <a:pt x="198781" y="206984"/>
                </a:cubicBezTo>
                <a:cubicBezTo>
                  <a:pt x="196980" y="205201"/>
                  <a:pt x="194731" y="204314"/>
                  <a:pt x="192051" y="204314"/>
                </a:cubicBezTo>
                <a:lnTo>
                  <a:pt x="109701" y="204314"/>
                </a:lnTo>
                <a:cubicBezTo>
                  <a:pt x="107021" y="204314"/>
                  <a:pt x="104772" y="205219"/>
                  <a:pt x="102971" y="207048"/>
                </a:cubicBezTo>
                <a:cubicBezTo>
                  <a:pt x="101169" y="208867"/>
                  <a:pt x="100273" y="211126"/>
                  <a:pt x="100273" y="213805"/>
                </a:cubicBezTo>
                <a:cubicBezTo>
                  <a:pt x="100273" y="216484"/>
                  <a:pt x="101169" y="218715"/>
                  <a:pt x="102971" y="220498"/>
                </a:cubicBezTo>
                <a:cubicBezTo>
                  <a:pt x="104772" y="222281"/>
                  <a:pt x="107021" y="223168"/>
                  <a:pt x="109701" y="223168"/>
                </a:cubicBezTo>
                <a:close/>
                <a:moveTo>
                  <a:pt x="109701" y="169740"/>
                </a:moveTo>
                <a:lnTo>
                  <a:pt x="192051" y="169740"/>
                </a:lnTo>
                <a:cubicBezTo>
                  <a:pt x="194731" y="169740"/>
                  <a:pt x="196980" y="168826"/>
                  <a:pt x="198781" y="166997"/>
                </a:cubicBezTo>
                <a:cubicBezTo>
                  <a:pt x="200583" y="165177"/>
                  <a:pt x="201479" y="162928"/>
                  <a:pt x="201479" y="160239"/>
                </a:cubicBezTo>
                <a:cubicBezTo>
                  <a:pt x="201479" y="157560"/>
                  <a:pt x="200583" y="155329"/>
                  <a:pt x="198781" y="153546"/>
                </a:cubicBezTo>
                <a:cubicBezTo>
                  <a:pt x="196980" y="151763"/>
                  <a:pt x="194731" y="150876"/>
                  <a:pt x="192051" y="150876"/>
                </a:cubicBezTo>
                <a:lnTo>
                  <a:pt x="109701" y="150876"/>
                </a:lnTo>
                <a:cubicBezTo>
                  <a:pt x="107021" y="150876"/>
                  <a:pt x="104772" y="151790"/>
                  <a:pt x="102971" y="153610"/>
                </a:cubicBezTo>
                <a:cubicBezTo>
                  <a:pt x="101169" y="155430"/>
                  <a:pt x="100273" y="157688"/>
                  <a:pt x="100273" y="160367"/>
                </a:cubicBezTo>
                <a:cubicBezTo>
                  <a:pt x="100273" y="163047"/>
                  <a:pt x="101169" y="165287"/>
                  <a:pt x="102971" y="167061"/>
                </a:cubicBezTo>
                <a:cubicBezTo>
                  <a:pt x="104772" y="168844"/>
                  <a:pt x="107021" y="169740"/>
                  <a:pt x="109701" y="169740"/>
                </a:cubicBezTo>
                <a:close/>
                <a:moveTo>
                  <a:pt x="69156" y="276606"/>
                </a:moveTo>
                <a:cubicBezTo>
                  <a:pt x="64127" y="276606"/>
                  <a:pt x="59719" y="274722"/>
                  <a:pt x="55952" y="270946"/>
                </a:cubicBezTo>
                <a:cubicBezTo>
                  <a:pt x="52176" y="267179"/>
                  <a:pt x="50292" y="262780"/>
                  <a:pt x="50292" y="257751"/>
                </a:cubicBezTo>
                <a:lnTo>
                  <a:pt x="50292" y="44010"/>
                </a:lnTo>
                <a:cubicBezTo>
                  <a:pt x="50292" y="38981"/>
                  <a:pt x="52176" y="34573"/>
                  <a:pt x="55952" y="30806"/>
                </a:cubicBezTo>
                <a:cubicBezTo>
                  <a:pt x="59719" y="27030"/>
                  <a:pt x="64127" y="25146"/>
                  <a:pt x="69156" y="25146"/>
                </a:cubicBezTo>
                <a:lnTo>
                  <a:pt x="174769" y="25146"/>
                </a:lnTo>
                <a:cubicBezTo>
                  <a:pt x="177366" y="25146"/>
                  <a:pt x="179844" y="25667"/>
                  <a:pt x="182212" y="26719"/>
                </a:cubicBezTo>
                <a:cubicBezTo>
                  <a:pt x="184581" y="27761"/>
                  <a:pt x="186602" y="29124"/>
                  <a:pt x="188284" y="30806"/>
                </a:cubicBezTo>
                <a:lnTo>
                  <a:pt x="245800" y="88322"/>
                </a:lnTo>
                <a:cubicBezTo>
                  <a:pt x="247482" y="90004"/>
                  <a:pt x="248845" y="92025"/>
                  <a:pt x="249887" y="94394"/>
                </a:cubicBezTo>
                <a:cubicBezTo>
                  <a:pt x="250939" y="96762"/>
                  <a:pt x="251460" y="99240"/>
                  <a:pt x="251460" y="101846"/>
                </a:cubicBezTo>
                <a:lnTo>
                  <a:pt x="251460" y="257751"/>
                </a:lnTo>
                <a:cubicBezTo>
                  <a:pt x="251460" y="262780"/>
                  <a:pt x="249576" y="267179"/>
                  <a:pt x="245800" y="270946"/>
                </a:cubicBezTo>
                <a:cubicBezTo>
                  <a:pt x="242033" y="274722"/>
                  <a:pt x="237634" y="276606"/>
                  <a:pt x="232605" y="276606"/>
                </a:cubicBezTo>
                <a:lnTo>
                  <a:pt x="69156" y="276606"/>
                </a:lnTo>
                <a:close/>
                <a:moveTo>
                  <a:pt x="173197" y="93040"/>
                </a:moveTo>
                <a:lnTo>
                  <a:pt x="173197" y="44010"/>
                </a:lnTo>
                <a:lnTo>
                  <a:pt x="69156" y="44010"/>
                </a:lnTo>
                <a:lnTo>
                  <a:pt x="69156" y="257751"/>
                </a:lnTo>
                <a:lnTo>
                  <a:pt x="232605" y="257751"/>
                </a:lnTo>
                <a:lnTo>
                  <a:pt x="232605" y="102468"/>
                </a:lnTo>
                <a:lnTo>
                  <a:pt x="182624" y="102468"/>
                </a:lnTo>
                <a:cubicBezTo>
                  <a:pt x="179945" y="102468"/>
                  <a:pt x="177695" y="101572"/>
                  <a:pt x="175894" y="99770"/>
                </a:cubicBezTo>
                <a:cubicBezTo>
                  <a:pt x="174093" y="97941"/>
                  <a:pt x="173197" y="95701"/>
                  <a:pt x="173197" y="93040"/>
                </a:cubicBezTo>
                <a:close/>
                <a:moveTo>
                  <a:pt x="69156" y="44010"/>
                </a:moveTo>
                <a:lnTo>
                  <a:pt x="69156" y="102468"/>
                </a:lnTo>
                <a:lnTo>
                  <a:pt x="69156" y="44010"/>
                </a:lnTo>
                <a:lnTo>
                  <a:pt x="69156" y="257751"/>
                </a:lnTo>
                <a:lnTo>
                  <a:pt x="69156" y="44010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2" name="圖說"/>
          <p:cNvSpPr/>
          <p:nvPr/>
        </p:nvSpPr>
        <p:spPr>
          <a:xfrm>
            <a:off x="2194514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750" dirty="0"/>
          </a:p>
        </p:txBody>
      </p:sp>
      <p:sp>
        <p:nvSpPr>
          <p:cNvPr id="133" name="圖示 報告"/>
          <p:cNvSpPr/>
          <p:nvPr/>
        </p:nvSpPr>
        <p:spPr>
          <a:xfrm>
            <a:off x="2894007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6583" y="264033"/>
                </a:moveTo>
                <a:cubicBezTo>
                  <a:pt x="51554" y="264033"/>
                  <a:pt x="47146" y="262149"/>
                  <a:pt x="43379" y="258373"/>
                </a:cubicBezTo>
                <a:cubicBezTo>
                  <a:pt x="39603" y="254606"/>
                  <a:pt x="37719" y="250207"/>
                  <a:pt x="37719" y="245178"/>
                </a:cubicBezTo>
                <a:lnTo>
                  <a:pt x="37719" y="56583"/>
                </a:lnTo>
                <a:cubicBezTo>
                  <a:pt x="37719" y="51554"/>
                  <a:pt x="39603" y="47146"/>
                  <a:pt x="43379" y="43379"/>
                </a:cubicBezTo>
                <a:cubicBezTo>
                  <a:pt x="47146" y="39603"/>
                  <a:pt x="51554" y="37719"/>
                  <a:pt x="56583" y="37719"/>
                </a:cubicBezTo>
                <a:lnTo>
                  <a:pt x="245178" y="37719"/>
                </a:lnTo>
                <a:cubicBezTo>
                  <a:pt x="250207" y="37719"/>
                  <a:pt x="254606" y="39603"/>
                  <a:pt x="258373" y="43379"/>
                </a:cubicBezTo>
                <a:cubicBezTo>
                  <a:pt x="262149" y="47146"/>
                  <a:pt x="264033" y="51554"/>
                  <a:pt x="264033" y="56583"/>
                </a:cubicBezTo>
                <a:lnTo>
                  <a:pt x="264033" y="245178"/>
                </a:lnTo>
                <a:cubicBezTo>
                  <a:pt x="264033" y="250207"/>
                  <a:pt x="262149" y="254606"/>
                  <a:pt x="258373" y="258373"/>
                </a:cubicBezTo>
                <a:cubicBezTo>
                  <a:pt x="254606" y="262149"/>
                  <a:pt x="250207" y="264033"/>
                  <a:pt x="245178" y="264033"/>
                </a:cubicBezTo>
                <a:lnTo>
                  <a:pt x="56583" y="264033"/>
                </a:lnTo>
                <a:close/>
                <a:moveTo>
                  <a:pt x="56583" y="245178"/>
                </a:moveTo>
                <a:lnTo>
                  <a:pt x="245178" y="245178"/>
                </a:lnTo>
                <a:lnTo>
                  <a:pt x="245178" y="56583"/>
                </a:lnTo>
                <a:lnTo>
                  <a:pt x="56583" y="56583"/>
                </a:lnTo>
                <a:lnTo>
                  <a:pt x="56583" y="245178"/>
                </a:lnTo>
                <a:close/>
                <a:moveTo>
                  <a:pt x="56583" y="56583"/>
                </a:moveTo>
                <a:lnTo>
                  <a:pt x="56583" y="245178"/>
                </a:lnTo>
                <a:lnTo>
                  <a:pt x="56583" y="56583"/>
                </a:lnTo>
                <a:close/>
                <a:moveTo>
                  <a:pt x="96497" y="214052"/>
                </a:moveTo>
                <a:lnTo>
                  <a:pt x="164080" y="214052"/>
                </a:lnTo>
                <a:cubicBezTo>
                  <a:pt x="166759" y="214052"/>
                  <a:pt x="168999" y="213147"/>
                  <a:pt x="170801" y="211318"/>
                </a:cubicBezTo>
                <a:cubicBezTo>
                  <a:pt x="172602" y="209498"/>
                  <a:pt x="173507" y="207249"/>
                  <a:pt x="173507" y="204560"/>
                </a:cubicBezTo>
                <a:cubicBezTo>
                  <a:pt x="173507" y="201881"/>
                  <a:pt x="172602" y="199650"/>
                  <a:pt x="170801" y="197867"/>
                </a:cubicBezTo>
                <a:cubicBezTo>
                  <a:pt x="168999" y="196084"/>
                  <a:pt x="166759" y="195197"/>
                  <a:pt x="164080" y="195197"/>
                </a:cubicBezTo>
                <a:lnTo>
                  <a:pt x="96497" y="195197"/>
                </a:lnTo>
                <a:cubicBezTo>
                  <a:pt x="93817" y="195197"/>
                  <a:pt x="91577" y="196111"/>
                  <a:pt x="89776" y="197931"/>
                </a:cubicBezTo>
                <a:cubicBezTo>
                  <a:pt x="87965" y="199751"/>
                  <a:pt x="87069" y="202009"/>
                  <a:pt x="87069" y="204688"/>
                </a:cubicBezTo>
                <a:cubicBezTo>
                  <a:pt x="87069" y="207368"/>
                  <a:pt x="87965" y="209599"/>
                  <a:pt x="89776" y="211382"/>
                </a:cubicBezTo>
                <a:cubicBezTo>
                  <a:pt x="91577" y="213165"/>
                  <a:pt x="93817" y="214052"/>
                  <a:pt x="96497" y="214052"/>
                </a:cubicBezTo>
                <a:close/>
                <a:moveTo>
                  <a:pt x="96497" y="160303"/>
                </a:moveTo>
                <a:lnTo>
                  <a:pt x="205255" y="160303"/>
                </a:lnTo>
                <a:cubicBezTo>
                  <a:pt x="207935" y="160303"/>
                  <a:pt x="210175" y="159398"/>
                  <a:pt x="211976" y="157569"/>
                </a:cubicBezTo>
                <a:cubicBezTo>
                  <a:pt x="213787" y="155750"/>
                  <a:pt x="214683" y="153491"/>
                  <a:pt x="214683" y="150812"/>
                </a:cubicBezTo>
                <a:cubicBezTo>
                  <a:pt x="214683" y="148133"/>
                  <a:pt x="213787" y="145902"/>
                  <a:pt x="211976" y="144119"/>
                </a:cubicBezTo>
                <a:cubicBezTo>
                  <a:pt x="210175" y="142336"/>
                  <a:pt x="207935" y="141449"/>
                  <a:pt x="205255" y="141449"/>
                </a:cubicBezTo>
                <a:lnTo>
                  <a:pt x="96497" y="141449"/>
                </a:lnTo>
                <a:cubicBezTo>
                  <a:pt x="93817" y="141449"/>
                  <a:pt x="91577" y="142354"/>
                  <a:pt x="89776" y="144183"/>
                </a:cubicBezTo>
                <a:cubicBezTo>
                  <a:pt x="87965" y="146002"/>
                  <a:pt x="87069" y="148261"/>
                  <a:pt x="87069" y="150940"/>
                </a:cubicBezTo>
                <a:cubicBezTo>
                  <a:pt x="87069" y="153619"/>
                  <a:pt x="87965" y="155850"/>
                  <a:pt x="89776" y="157633"/>
                </a:cubicBezTo>
                <a:cubicBezTo>
                  <a:pt x="91577" y="159416"/>
                  <a:pt x="93817" y="160303"/>
                  <a:pt x="96497" y="160303"/>
                </a:cubicBezTo>
                <a:close/>
                <a:moveTo>
                  <a:pt x="96497" y="106555"/>
                </a:moveTo>
                <a:lnTo>
                  <a:pt x="205255" y="106555"/>
                </a:lnTo>
                <a:cubicBezTo>
                  <a:pt x="207935" y="106555"/>
                  <a:pt x="210175" y="105641"/>
                  <a:pt x="211976" y="103821"/>
                </a:cubicBezTo>
                <a:cubicBezTo>
                  <a:pt x="213787" y="102001"/>
                  <a:pt x="214683" y="99743"/>
                  <a:pt x="214683" y="97064"/>
                </a:cubicBezTo>
                <a:cubicBezTo>
                  <a:pt x="214683" y="94384"/>
                  <a:pt x="213787" y="92153"/>
                  <a:pt x="211976" y="90370"/>
                </a:cubicBezTo>
                <a:cubicBezTo>
                  <a:pt x="210175" y="88587"/>
                  <a:pt x="207935" y="87700"/>
                  <a:pt x="205255" y="87700"/>
                </a:cubicBezTo>
                <a:lnTo>
                  <a:pt x="96497" y="87700"/>
                </a:lnTo>
                <a:cubicBezTo>
                  <a:pt x="93817" y="87700"/>
                  <a:pt x="91577" y="88605"/>
                  <a:pt x="89776" y="90434"/>
                </a:cubicBezTo>
                <a:cubicBezTo>
                  <a:pt x="87965" y="92254"/>
                  <a:pt x="87069" y="94503"/>
                  <a:pt x="87069" y="97192"/>
                </a:cubicBezTo>
                <a:cubicBezTo>
                  <a:pt x="87069" y="99871"/>
                  <a:pt x="87965" y="102102"/>
                  <a:pt x="89776" y="103885"/>
                </a:cubicBezTo>
                <a:cubicBezTo>
                  <a:pt x="91577" y="105668"/>
                  <a:pt x="93817" y="106555"/>
                  <a:pt x="96497" y="106555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圖說"/>
          <p:cNvSpPr/>
          <p:nvPr/>
        </p:nvSpPr>
        <p:spPr>
          <a:xfrm>
            <a:off x="2749235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750" dirty="0"/>
          </a:p>
        </p:txBody>
      </p:sp>
      <p:sp>
        <p:nvSpPr>
          <p:cNvPr id="135" name="圖示 任務"/>
          <p:cNvSpPr/>
          <p:nvPr/>
        </p:nvSpPr>
        <p:spPr>
          <a:xfrm>
            <a:off x="3448728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6583" y="264033"/>
                </a:moveTo>
                <a:cubicBezTo>
                  <a:pt x="51380" y="264033"/>
                  <a:pt x="46936" y="262186"/>
                  <a:pt x="43251" y="258501"/>
                </a:cubicBezTo>
                <a:cubicBezTo>
                  <a:pt x="39566" y="254788"/>
                  <a:pt x="37719" y="250354"/>
                  <a:pt x="37719" y="245178"/>
                </a:cubicBezTo>
                <a:lnTo>
                  <a:pt x="37719" y="56583"/>
                </a:lnTo>
                <a:cubicBezTo>
                  <a:pt x="37719" y="51380"/>
                  <a:pt x="39566" y="46936"/>
                  <a:pt x="43251" y="43251"/>
                </a:cubicBezTo>
                <a:cubicBezTo>
                  <a:pt x="46964" y="39566"/>
                  <a:pt x="51398" y="37719"/>
                  <a:pt x="56583" y="37719"/>
                </a:cubicBezTo>
                <a:lnTo>
                  <a:pt x="121012" y="37719"/>
                </a:lnTo>
                <a:cubicBezTo>
                  <a:pt x="122063" y="30386"/>
                  <a:pt x="125419" y="24360"/>
                  <a:pt x="131070" y="19641"/>
                </a:cubicBezTo>
                <a:cubicBezTo>
                  <a:pt x="136730" y="14932"/>
                  <a:pt x="143332" y="12573"/>
                  <a:pt x="150876" y="12573"/>
                </a:cubicBezTo>
                <a:cubicBezTo>
                  <a:pt x="158420" y="12573"/>
                  <a:pt x="165022" y="14932"/>
                  <a:pt x="170682" y="19641"/>
                </a:cubicBezTo>
                <a:cubicBezTo>
                  <a:pt x="176333" y="24360"/>
                  <a:pt x="179689" y="30386"/>
                  <a:pt x="180740" y="37719"/>
                </a:cubicBezTo>
                <a:lnTo>
                  <a:pt x="245178" y="37719"/>
                </a:lnTo>
                <a:cubicBezTo>
                  <a:pt x="250372" y="37719"/>
                  <a:pt x="254816" y="39566"/>
                  <a:pt x="258501" y="43251"/>
                </a:cubicBezTo>
                <a:cubicBezTo>
                  <a:pt x="262186" y="46936"/>
                  <a:pt x="264033" y="51380"/>
                  <a:pt x="264033" y="56583"/>
                </a:cubicBezTo>
                <a:lnTo>
                  <a:pt x="264033" y="245178"/>
                </a:lnTo>
                <a:cubicBezTo>
                  <a:pt x="264033" y="250372"/>
                  <a:pt x="262186" y="254816"/>
                  <a:pt x="258501" y="258501"/>
                </a:cubicBezTo>
                <a:cubicBezTo>
                  <a:pt x="254816" y="262186"/>
                  <a:pt x="250372" y="264033"/>
                  <a:pt x="245178" y="264033"/>
                </a:cubicBezTo>
                <a:lnTo>
                  <a:pt x="56583" y="264033"/>
                </a:lnTo>
                <a:close/>
                <a:moveTo>
                  <a:pt x="56583" y="245178"/>
                </a:moveTo>
                <a:lnTo>
                  <a:pt x="245178" y="245178"/>
                </a:lnTo>
                <a:lnTo>
                  <a:pt x="245178" y="56583"/>
                </a:lnTo>
                <a:lnTo>
                  <a:pt x="56583" y="56583"/>
                </a:lnTo>
                <a:lnTo>
                  <a:pt x="56583" y="245178"/>
                </a:lnTo>
                <a:close/>
                <a:moveTo>
                  <a:pt x="97438" y="213741"/>
                </a:moveTo>
                <a:lnTo>
                  <a:pt x="164391" y="213741"/>
                </a:lnTo>
                <a:cubicBezTo>
                  <a:pt x="167070" y="213741"/>
                  <a:pt x="169319" y="212827"/>
                  <a:pt x="171121" y="211007"/>
                </a:cubicBezTo>
                <a:cubicBezTo>
                  <a:pt x="172922" y="209187"/>
                  <a:pt x="173818" y="206929"/>
                  <a:pt x="173818" y="204250"/>
                </a:cubicBezTo>
                <a:cubicBezTo>
                  <a:pt x="173818" y="201570"/>
                  <a:pt x="172922" y="199330"/>
                  <a:pt x="171121" y="197556"/>
                </a:cubicBezTo>
                <a:cubicBezTo>
                  <a:pt x="169319" y="195773"/>
                  <a:pt x="167070" y="194886"/>
                  <a:pt x="164391" y="194886"/>
                </a:cubicBezTo>
                <a:lnTo>
                  <a:pt x="97438" y="194886"/>
                </a:lnTo>
                <a:cubicBezTo>
                  <a:pt x="94759" y="194886"/>
                  <a:pt x="92519" y="195791"/>
                  <a:pt x="90718" y="197620"/>
                </a:cubicBezTo>
                <a:cubicBezTo>
                  <a:pt x="88916" y="199440"/>
                  <a:pt x="88011" y="201689"/>
                  <a:pt x="88011" y="204378"/>
                </a:cubicBezTo>
                <a:cubicBezTo>
                  <a:pt x="88011" y="207057"/>
                  <a:pt x="88916" y="209288"/>
                  <a:pt x="90718" y="211071"/>
                </a:cubicBezTo>
                <a:cubicBezTo>
                  <a:pt x="92519" y="212854"/>
                  <a:pt x="94759" y="213741"/>
                  <a:pt x="97438" y="213741"/>
                </a:cubicBezTo>
                <a:close/>
                <a:moveTo>
                  <a:pt x="97438" y="160303"/>
                </a:moveTo>
                <a:lnTo>
                  <a:pt x="204314" y="160303"/>
                </a:lnTo>
                <a:cubicBezTo>
                  <a:pt x="206993" y="160303"/>
                  <a:pt x="209233" y="159398"/>
                  <a:pt x="211034" y="157569"/>
                </a:cubicBezTo>
                <a:cubicBezTo>
                  <a:pt x="212836" y="155750"/>
                  <a:pt x="213741" y="153491"/>
                  <a:pt x="213741" y="150812"/>
                </a:cubicBezTo>
                <a:cubicBezTo>
                  <a:pt x="213741" y="148133"/>
                  <a:pt x="212836" y="145902"/>
                  <a:pt x="211034" y="144119"/>
                </a:cubicBezTo>
                <a:cubicBezTo>
                  <a:pt x="209233" y="142336"/>
                  <a:pt x="206993" y="141449"/>
                  <a:pt x="204314" y="141449"/>
                </a:cubicBezTo>
                <a:lnTo>
                  <a:pt x="97438" y="141449"/>
                </a:lnTo>
                <a:cubicBezTo>
                  <a:pt x="94759" y="141449"/>
                  <a:pt x="92519" y="142354"/>
                  <a:pt x="90718" y="144183"/>
                </a:cubicBezTo>
                <a:cubicBezTo>
                  <a:pt x="88916" y="146002"/>
                  <a:pt x="88011" y="148261"/>
                  <a:pt x="88011" y="150940"/>
                </a:cubicBezTo>
                <a:cubicBezTo>
                  <a:pt x="88011" y="153619"/>
                  <a:pt x="88916" y="155850"/>
                  <a:pt x="90718" y="157633"/>
                </a:cubicBezTo>
                <a:cubicBezTo>
                  <a:pt x="92519" y="159416"/>
                  <a:pt x="94759" y="160303"/>
                  <a:pt x="97438" y="160303"/>
                </a:cubicBezTo>
                <a:close/>
                <a:moveTo>
                  <a:pt x="97438" y="106875"/>
                </a:moveTo>
                <a:lnTo>
                  <a:pt x="204314" y="106875"/>
                </a:lnTo>
                <a:cubicBezTo>
                  <a:pt x="206993" y="106875"/>
                  <a:pt x="209233" y="105961"/>
                  <a:pt x="211034" y="104132"/>
                </a:cubicBezTo>
                <a:cubicBezTo>
                  <a:pt x="212836" y="102312"/>
                  <a:pt x="213741" y="100063"/>
                  <a:pt x="213741" y="97374"/>
                </a:cubicBezTo>
                <a:cubicBezTo>
                  <a:pt x="213741" y="94695"/>
                  <a:pt x="212836" y="92464"/>
                  <a:pt x="211034" y="90681"/>
                </a:cubicBezTo>
                <a:cubicBezTo>
                  <a:pt x="209233" y="88898"/>
                  <a:pt x="206993" y="88011"/>
                  <a:pt x="204314" y="88011"/>
                </a:cubicBezTo>
                <a:lnTo>
                  <a:pt x="97438" y="88011"/>
                </a:lnTo>
                <a:cubicBezTo>
                  <a:pt x="94759" y="88011"/>
                  <a:pt x="92519" y="88925"/>
                  <a:pt x="90718" y="90745"/>
                </a:cubicBezTo>
                <a:cubicBezTo>
                  <a:pt x="88916" y="92565"/>
                  <a:pt x="88011" y="94823"/>
                  <a:pt x="88011" y="97502"/>
                </a:cubicBezTo>
                <a:cubicBezTo>
                  <a:pt x="88011" y="100182"/>
                  <a:pt x="88916" y="102422"/>
                  <a:pt x="90718" y="104196"/>
                </a:cubicBezTo>
                <a:cubicBezTo>
                  <a:pt x="92519" y="105979"/>
                  <a:pt x="94759" y="106875"/>
                  <a:pt x="97438" y="106875"/>
                </a:cubicBezTo>
                <a:close/>
                <a:moveTo>
                  <a:pt x="158575" y="47933"/>
                </a:moveTo>
                <a:cubicBezTo>
                  <a:pt x="160779" y="45738"/>
                  <a:pt x="161876" y="43169"/>
                  <a:pt x="161876" y="40234"/>
                </a:cubicBezTo>
                <a:cubicBezTo>
                  <a:pt x="161876" y="37298"/>
                  <a:pt x="160779" y="34729"/>
                  <a:pt x="158575" y="32534"/>
                </a:cubicBezTo>
                <a:cubicBezTo>
                  <a:pt x="156381" y="30331"/>
                  <a:pt x="153811" y="29233"/>
                  <a:pt x="150876" y="29233"/>
                </a:cubicBezTo>
                <a:cubicBezTo>
                  <a:pt x="147941" y="29233"/>
                  <a:pt x="145371" y="30331"/>
                  <a:pt x="143177" y="32534"/>
                </a:cubicBezTo>
                <a:cubicBezTo>
                  <a:pt x="140973" y="34729"/>
                  <a:pt x="139876" y="37298"/>
                  <a:pt x="139876" y="40234"/>
                </a:cubicBezTo>
                <a:cubicBezTo>
                  <a:pt x="139876" y="43169"/>
                  <a:pt x="140973" y="45738"/>
                  <a:pt x="143177" y="47933"/>
                </a:cubicBezTo>
                <a:cubicBezTo>
                  <a:pt x="145371" y="50137"/>
                  <a:pt x="147941" y="51234"/>
                  <a:pt x="150876" y="51234"/>
                </a:cubicBezTo>
                <a:cubicBezTo>
                  <a:pt x="153811" y="51234"/>
                  <a:pt x="156381" y="50137"/>
                  <a:pt x="158575" y="47933"/>
                </a:cubicBezTo>
                <a:close/>
                <a:moveTo>
                  <a:pt x="56583" y="245178"/>
                </a:moveTo>
                <a:lnTo>
                  <a:pt x="56583" y="56583"/>
                </a:lnTo>
                <a:lnTo>
                  <a:pt x="56583" y="245178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圖說"/>
          <p:cNvSpPr/>
          <p:nvPr/>
        </p:nvSpPr>
        <p:spPr>
          <a:xfrm>
            <a:off x="3303956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750" dirty="0"/>
          </a:p>
        </p:txBody>
      </p:sp>
      <p:sp>
        <p:nvSpPr>
          <p:cNvPr id="137" name="圖示 已交付"/>
          <p:cNvSpPr/>
          <p:nvPr/>
        </p:nvSpPr>
        <p:spPr>
          <a:xfrm>
            <a:off x="4003449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963" y="171304"/>
                </a:moveTo>
                <a:lnTo>
                  <a:pt x="101526" y="139876"/>
                </a:lnTo>
                <a:cubicBezTo>
                  <a:pt x="99642" y="137992"/>
                  <a:pt x="97438" y="137050"/>
                  <a:pt x="94924" y="137050"/>
                </a:cubicBezTo>
                <a:cubicBezTo>
                  <a:pt x="92409" y="137050"/>
                  <a:pt x="90215" y="137992"/>
                  <a:pt x="88322" y="139876"/>
                </a:cubicBezTo>
                <a:cubicBezTo>
                  <a:pt x="86438" y="141759"/>
                  <a:pt x="85551" y="143963"/>
                  <a:pt x="85652" y="146478"/>
                </a:cubicBezTo>
                <a:cubicBezTo>
                  <a:pt x="85762" y="148992"/>
                  <a:pt x="86649" y="151187"/>
                  <a:pt x="88322" y="153080"/>
                </a:cubicBezTo>
                <a:lnTo>
                  <a:pt x="126361" y="191741"/>
                </a:lnTo>
                <a:cubicBezTo>
                  <a:pt x="128245" y="193624"/>
                  <a:pt x="130448" y="194566"/>
                  <a:pt x="132963" y="194566"/>
                </a:cubicBezTo>
                <a:cubicBezTo>
                  <a:pt x="135478" y="194566"/>
                  <a:pt x="137672" y="193624"/>
                  <a:pt x="139565" y="191741"/>
                </a:cubicBezTo>
                <a:lnTo>
                  <a:pt x="213430" y="117875"/>
                </a:lnTo>
                <a:cubicBezTo>
                  <a:pt x="215314" y="115982"/>
                  <a:pt x="216256" y="113733"/>
                  <a:pt x="216256" y="111118"/>
                </a:cubicBezTo>
                <a:cubicBezTo>
                  <a:pt x="216256" y="108494"/>
                  <a:pt x="215314" y="106244"/>
                  <a:pt x="213430" y="104360"/>
                </a:cubicBezTo>
                <a:cubicBezTo>
                  <a:pt x="211537" y="102468"/>
                  <a:pt x="209288" y="101526"/>
                  <a:pt x="206673" y="101526"/>
                </a:cubicBezTo>
                <a:cubicBezTo>
                  <a:pt x="204048" y="101526"/>
                  <a:pt x="201799" y="102468"/>
                  <a:pt x="199915" y="104360"/>
                </a:cubicBezTo>
                <a:lnTo>
                  <a:pt x="132963" y="171304"/>
                </a:lnTo>
                <a:close/>
                <a:moveTo>
                  <a:pt x="56583" y="264033"/>
                </a:moveTo>
                <a:cubicBezTo>
                  <a:pt x="51380" y="264033"/>
                  <a:pt x="46936" y="262186"/>
                  <a:pt x="43251" y="258501"/>
                </a:cubicBezTo>
                <a:cubicBezTo>
                  <a:pt x="39566" y="254788"/>
                  <a:pt x="37719" y="250354"/>
                  <a:pt x="37719" y="245178"/>
                </a:cubicBezTo>
                <a:lnTo>
                  <a:pt x="37719" y="56583"/>
                </a:lnTo>
                <a:cubicBezTo>
                  <a:pt x="37719" y="51380"/>
                  <a:pt x="39566" y="46936"/>
                  <a:pt x="43251" y="43251"/>
                </a:cubicBezTo>
                <a:cubicBezTo>
                  <a:pt x="46964" y="39566"/>
                  <a:pt x="51398" y="37719"/>
                  <a:pt x="56583" y="37719"/>
                </a:cubicBezTo>
                <a:lnTo>
                  <a:pt x="121012" y="37719"/>
                </a:lnTo>
                <a:cubicBezTo>
                  <a:pt x="122063" y="30386"/>
                  <a:pt x="125419" y="24360"/>
                  <a:pt x="131070" y="19641"/>
                </a:cubicBezTo>
                <a:cubicBezTo>
                  <a:pt x="136730" y="14932"/>
                  <a:pt x="143332" y="12573"/>
                  <a:pt x="150876" y="12573"/>
                </a:cubicBezTo>
                <a:cubicBezTo>
                  <a:pt x="158420" y="12573"/>
                  <a:pt x="165022" y="14932"/>
                  <a:pt x="170682" y="19641"/>
                </a:cubicBezTo>
                <a:cubicBezTo>
                  <a:pt x="176333" y="24360"/>
                  <a:pt x="179689" y="30386"/>
                  <a:pt x="180740" y="37719"/>
                </a:cubicBezTo>
                <a:lnTo>
                  <a:pt x="245178" y="37719"/>
                </a:lnTo>
                <a:cubicBezTo>
                  <a:pt x="250372" y="37719"/>
                  <a:pt x="254816" y="39566"/>
                  <a:pt x="258501" y="43251"/>
                </a:cubicBezTo>
                <a:cubicBezTo>
                  <a:pt x="262186" y="46936"/>
                  <a:pt x="264033" y="51380"/>
                  <a:pt x="264033" y="56583"/>
                </a:cubicBezTo>
                <a:lnTo>
                  <a:pt x="264033" y="245178"/>
                </a:lnTo>
                <a:cubicBezTo>
                  <a:pt x="264033" y="250372"/>
                  <a:pt x="262186" y="254816"/>
                  <a:pt x="258501" y="258501"/>
                </a:cubicBezTo>
                <a:cubicBezTo>
                  <a:pt x="254816" y="262186"/>
                  <a:pt x="250372" y="264033"/>
                  <a:pt x="245178" y="264033"/>
                </a:cubicBezTo>
                <a:lnTo>
                  <a:pt x="56583" y="264033"/>
                </a:lnTo>
                <a:close/>
                <a:moveTo>
                  <a:pt x="56583" y="245178"/>
                </a:moveTo>
                <a:lnTo>
                  <a:pt x="245178" y="245178"/>
                </a:lnTo>
                <a:lnTo>
                  <a:pt x="245178" y="56583"/>
                </a:lnTo>
                <a:lnTo>
                  <a:pt x="56583" y="56583"/>
                </a:lnTo>
                <a:lnTo>
                  <a:pt x="56583" y="245178"/>
                </a:lnTo>
                <a:close/>
                <a:moveTo>
                  <a:pt x="158575" y="47933"/>
                </a:moveTo>
                <a:cubicBezTo>
                  <a:pt x="160779" y="45738"/>
                  <a:pt x="161876" y="43169"/>
                  <a:pt x="161876" y="40234"/>
                </a:cubicBezTo>
                <a:cubicBezTo>
                  <a:pt x="161876" y="37298"/>
                  <a:pt x="160779" y="34729"/>
                  <a:pt x="158575" y="32534"/>
                </a:cubicBezTo>
                <a:cubicBezTo>
                  <a:pt x="156381" y="30331"/>
                  <a:pt x="153811" y="29233"/>
                  <a:pt x="150876" y="29233"/>
                </a:cubicBezTo>
                <a:cubicBezTo>
                  <a:pt x="147941" y="29233"/>
                  <a:pt x="145371" y="30331"/>
                  <a:pt x="143177" y="32534"/>
                </a:cubicBezTo>
                <a:cubicBezTo>
                  <a:pt x="140973" y="34729"/>
                  <a:pt x="139876" y="37298"/>
                  <a:pt x="139876" y="40234"/>
                </a:cubicBezTo>
                <a:cubicBezTo>
                  <a:pt x="139876" y="43169"/>
                  <a:pt x="140973" y="45738"/>
                  <a:pt x="143177" y="47933"/>
                </a:cubicBezTo>
                <a:cubicBezTo>
                  <a:pt x="145371" y="50137"/>
                  <a:pt x="147941" y="51234"/>
                  <a:pt x="150876" y="51234"/>
                </a:cubicBezTo>
                <a:cubicBezTo>
                  <a:pt x="153811" y="51234"/>
                  <a:pt x="156381" y="50137"/>
                  <a:pt x="158575" y="47933"/>
                </a:cubicBezTo>
                <a:close/>
                <a:moveTo>
                  <a:pt x="56583" y="245178"/>
                </a:moveTo>
                <a:lnTo>
                  <a:pt x="56583" y="56583"/>
                </a:lnTo>
                <a:lnTo>
                  <a:pt x="56583" y="245178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8" name="圖說"/>
          <p:cNvSpPr/>
          <p:nvPr/>
        </p:nvSpPr>
        <p:spPr>
          <a:xfrm>
            <a:off x="3858677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750" dirty="0"/>
          </a:p>
        </p:txBody>
      </p:sp>
      <p:sp>
        <p:nvSpPr>
          <p:cNvPr id="139" name="圖示 檢核表"/>
          <p:cNvSpPr/>
          <p:nvPr/>
        </p:nvSpPr>
        <p:spPr>
          <a:xfrm>
            <a:off x="4558170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9778" y="207770"/>
                </a:moveTo>
                <a:lnTo>
                  <a:pt x="119448" y="158109"/>
                </a:lnTo>
                <a:cubicBezTo>
                  <a:pt x="121332" y="156216"/>
                  <a:pt x="123526" y="155329"/>
                  <a:pt x="126041" y="155430"/>
                </a:cubicBezTo>
                <a:cubicBezTo>
                  <a:pt x="128555" y="155539"/>
                  <a:pt x="130805" y="156536"/>
                  <a:pt x="132771" y="158420"/>
                </a:cubicBezTo>
                <a:cubicBezTo>
                  <a:pt x="134572" y="160303"/>
                  <a:pt x="135478" y="162507"/>
                  <a:pt x="135478" y="165022"/>
                </a:cubicBezTo>
                <a:cubicBezTo>
                  <a:pt x="135478" y="167536"/>
                  <a:pt x="134536" y="169740"/>
                  <a:pt x="132643" y="171624"/>
                </a:cubicBezTo>
                <a:lnTo>
                  <a:pt x="76380" y="227887"/>
                </a:lnTo>
                <a:cubicBezTo>
                  <a:pt x="74496" y="229770"/>
                  <a:pt x="72292" y="230712"/>
                  <a:pt x="69778" y="230712"/>
                </a:cubicBezTo>
                <a:cubicBezTo>
                  <a:pt x="67263" y="230712"/>
                  <a:pt x="65069" y="229770"/>
                  <a:pt x="63176" y="227887"/>
                </a:cubicBezTo>
                <a:lnTo>
                  <a:pt x="31748" y="196450"/>
                </a:lnTo>
                <a:cubicBezTo>
                  <a:pt x="29864" y="194566"/>
                  <a:pt x="28922" y="192371"/>
                  <a:pt x="28922" y="189857"/>
                </a:cubicBezTo>
                <a:cubicBezTo>
                  <a:pt x="28922" y="187342"/>
                  <a:pt x="29864" y="185139"/>
                  <a:pt x="31748" y="183255"/>
                </a:cubicBezTo>
                <a:cubicBezTo>
                  <a:pt x="33632" y="181362"/>
                  <a:pt x="35835" y="180475"/>
                  <a:pt x="38350" y="180576"/>
                </a:cubicBezTo>
                <a:cubicBezTo>
                  <a:pt x="40865" y="180685"/>
                  <a:pt x="43059" y="181572"/>
                  <a:pt x="44952" y="183255"/>
                </a:cubicBezTo>
                <a:lnTo>
                  <a:pt x="69778" y="207770"/>
                </a:lnTo>
                <a:close/>
                <a:moveTo>
                  <a:pt x="69778" y="107186"/>
                </a:moveTo>
                <a:lnTo>
                  <a:pt x="119448" y="57525"/>
                </a:lnTo>
                <a:cubicBezTo>
                  <a:pt x="121332" y="55632"/>
                  <a:pt x="123526" y="54745"/>
                  <a:pt x="126041" y="54846"/>
                </a:cubicBezTo>
                <a:cubicBezTo>
                  <a:pt x="128555" y="54955"/>
                  <a:pt x="130805" y="55952"/>
                  <a:pt x="132771" y="57836"/>
                </a:cubicBezTo>
                <a:cubicBezTo>
                  <a:pt x="134572" y="59719"/>
                  <a:pt x="135478" y="61923"/>
                  <a:pt x="135478" y="64438"/>
                </a:cubicBezTo>
                <a:cubicBezTo>
                  <a:pt x="135478" y="66952"/>
                  <a:pt x="134536" y="69156"/>
                  <a:pt x="132643" y="71040"/>
                </a:cubicBezTo>
                <a:lnTo>
                  <a:pt x="76380" y="127303"/>
                </a:lnTo>
                <a:cubicBezTo>
                  <a:pt x="74496" y="129186"/>
                  <a:pt x="72292" y="130128"/>
                  <a:pt x="69778" y="130128"/>
                </a:cubicBezTo>
                <a:cubicBezTo>
                  <a:pt x="67263" y="130128"/>
                  <a:pt x="65069" y="129186"/>
                  <a:pt x="63176" y="127303"/>
                </a:cubicBezTo>
                <a:lnTo>
                  <a:pt x="31748" y="95866"/>
                </a:lnTo>
                <a:cubicBezTo>
                  <a:pt x="29864" y="93982"/>
                  <a:pt x="28922" y="91787"/>
                  <a:pt x="28922" y="89273"/>
                </a:cubicBezTo>
                <a:cubicBezTo>
                  <a:pt x="28922" y="86758"/>
                  <a:pt x="29864" y="84555"/>
                  <a:pt x="31748" y="82671"/>
                </a:cubicBezTo>
                <a:cubicBezTo>
                  <a:pt x="33632" y="80778"/>
                  <a:pt x="35835" y="79891"/>
                  <a:pt x="38350" y="79992"/>
                </a:cubicBezTo>
                <a:cubicBezTo>
                  <a:pt x="40865" y="80101"/>
                  <a:pt x="43059" y="80988"/>
                  <a:pt x="44952" y="82671"/>
                </a:cubicBezTo>
                <a:lnTo>
                  <a:pt x="69778" y="107186"/>
                </a:lnTo>
                <a:close/>
                <a:moveTo>
                  <a:pt x="172876" y="210595"/>
                </a:moveTo>
                <a:cubicBezTo>
                  <a:pt x="170197" y="210595"/>
                  <a:pt x="167957" y="209690"/>
                  <a:pt x="166156" y="207861"/>
                </a:cubicBezTo>
                <a:cubicBezTo>
                  <a:pt x="164354" y="206042"/>
                  <a:pt x="163449" y="203783"/>
                  <a:pt x="163449" y="201104"/>
                </a:cubicBezTo>
                <a:cubicBezTo>
                  <a:pt x="163449" y="198425"/>
                  <a:pt x="164354" y="196194"/>
                  <a:pt x="166156" y="194411"/>
                </a:cubicBezTo>
                <a:cubicBezTo>
                  <a:pt x="167957" y="192628"/>
                  <a:pt x="170197" y="191741"/>
                  <a:pt x="172876" y="191741"/>
                </a:cubicBezTo>
                <a:lnTo>
                  <a:pt x="267179" y="191741"/>
                </a:lnTo>
                <a:cubicBezTo>
                  <a:pt x="269858" y="191741"/>
                  <a:pt x="272098" y="192646"/>
                  <a:pt x="273899" y="194475"/>
                </a:cubicBezTo>
                <a:cubicBezTo>
                  <a:pt x="275701" y="196294"/>
                  <a:pt x="276606" y="198553"/>
                  <a:pt x="276606" y="201232"/>
                </a:cubicBezTo>
                <a:cubicBezTo>
                  <a:pt x="276606" y="203911"/>
                  <a:pt x="275701" y="206142"/>
                  <a:pt x="273899" y="207925"/>
                </a:cubicBezTo>
                <a:cubicBezTo>
                  <a:pt x="272098" y="209708"/>
                  <a:pt x="269858" y="210595"/>
                  <a:pt x="267179" y="210595"/>
                </a:cubicBezTo>
                <a:lnTo>
                  <a:pt x="172876" y="210595"/>
                </a:lnTo>
                <a:close/>
                <a:moveTo>
                  <a:pt x="172876" y="110011"/>
                </a:moveTo>
                <a:cubicBezTo>
                  <a:pt x="170197" y="110011"/>
                  <a:pt x="167957" y="109106"/>
                  <a:pt x="166156" y="107277"/>
                </a:cubicBezTo>
                <a:cubicBezTo>
                  <a:pt x="164354" y="105458"/>
                  <a:pt x="163449" y="103199"/>
                  <a:pt x="163449" y="100520"/>
                </a:cubicBezTo>
                <a:cubicBezTo>
                  <a:pt x="163449" y="97841"/>
                  <a:pt x="164354" y="95610"/>
                  <a:pt x="166156" y="93827"/>
                </a:cubicBezTo>
                <a:cubicBezTo>
                  <a:pt x="167957" y="92044"/>
                  <a:pt x="170197" y="91157"/>
                  <a:pt x="172876" y="91157"/>
                </a:cubicBezTo>
                <a:lnTo>
                  <a:pt x="267179" y="91157"/>
                </a:lnTo>
                <a:cubicBezTo>
                  <a:pt x="269858" y="91157"/>
                  <a:pt x="272098" y="92062"/>
                  <a:pt x="273899" y="93891"/>
                </a:cubicBezTo>
                <a:cubicBezTo>
                  <a:pt x="275701" y="95710"/>
                  <a:pt x="276606" y="97969"/>
                  <a:pt x="276606" y="100648"/>
                </a:cubicBezTo>
                <a:cubicBezTo>
                  <a:pt x="276606" y="103327"/>
                  <a:pt x="275701" y="105558"/>
                  <a:pt x="273899" y="107341"/>
                </a:cubicBezTo>
                <a:cubicBezTo>
                  <a:pt x="272098" y="109124"/>
                  <a:pt x="269858" y="110011"/>
                  <a:pt x="267179" y="110011"/>
                </a:cubicBezTo>
                <a:lnTo>
                  <a:pt x="172876" y="110011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0" name="圖說"/>
          <p:cNvSpPr/>
          <p:nvPr/>
        </p:nvSpPr>
        <p:spPr>
          <a:xfrm>
            <a:off x="4413397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750" dirty="0"/>
          </a:p>
        </p:txBody>
      </p:sp>
      <p:sp>
        <p:nvSpPr>
          <p:cNvPr id="141" name="圖示 查核"/>
          <p:cNvSpPr/>
          <p:nvPr/>
        </p:nvSpPr>
        <p:spPr>
          <a:xfrm>
            <a:off x="5112890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1495" y="264033"/>
                </a:moveTo>
                <a:cubicBezTo>
                  <a:pt x="36466" y="264033"/>
                  <a:pt x="32059" y="262149"/>
                  <a:pt x="28292" y="258373"/>
                </a:cubicBezTo>
                <a:cubicBezTo>
                  <a:pt x="24515" y="254606"/>
                  <a:pt x="22631" y="250207"/>
                  <a:pt x="22631" y="245178"/>
                </a:cubicBezTo>
                <a:lnTo>
                  <a:pt x="22631" y="56583"/>
                </a:lnTo>
                <a:cubicBezTo>
                  <a:pt x="22631" y="51554"/>
                  <a:pt x="24515" y="47146"/>
                  <a:pt x="28292" y="43379"/>
                </a:cubicBezTo>
                <a:cubicBezTo>
                  <a:pt x="32059" y="39603"/>
                  <a:pt x="36466" y="37719"/>
                  <a:pt x="41495" y="37719"/>
                </a:cubicBezTo>
                <a:lnTo>
                  <a:pt x="260266" y="37719"/>
                </a:lnTo>
                <a:cubicBezTo>
                  <a:pt x="265295" y="37719"/>
                  <a:pt x="269693" y="39603"/>
                  <a:pt x="273460" y="43379"/>
                </a:cubicBezTo>
                <a:cubicBezTo>
                  <a:pt x="277237" y="47146"/>
                  <a:pt x="279121" y="51554"/>
                  <a:pt x="279121" y="56583"/>
                </a:cubicBezTo>
                <a:lnTo>
                  <a:pt x="279121" y="245178"/>
                </a:lnTo>
                <a:cubicBezTo>
                  <a:pt x="279121" y="250207"/>
                  <a:pt x="277237" y="254606"/>
                  <a:pt x="273460" y="258373"/>
                </a:cubicBezTo>
                <a:cubicBezTo>
                  <a:pt x="269693" y="262149"/>
                  <a:pt x="265295" y="264033"/>
                  <a:pt x="260266" y="264033"/>
                </a:cubicBezTo>
                <a:lnTo>
                  <a:pt x="41495" y="264033"/>
                </a:lnTo>
                <a:close/>
                <a:moveTo>
                  <a:pt x="41495" y="245178"/>
                </a:moveTo>
                <a:lnTo>
                  <a:pt x="260266" y="245178"/>
                </a:lnTo>
                <a:lnTo>
                  <a:pt x="260266" y="56583"/>
                </a:lnTo>
                <a:lnTo>
                  <a:pt x="41495" y="56583"/>
                </a:lnTo>
                <a:lnTo>
                  <a:pt x="41495" y="245178"/>
                </a:lnTo>
                <a:close/>
                <a:moveTo>
                  <a:pt x="113157" y="213741"/>
                </a:moveTo>
                <a:cubicBezTo>
                  <a:pt x="116723" y="213741"/>
                  <a:pt x="119704" y="212534"/>
                  <a:pt x="122118" y="210129"/>
                </a:cubicBezTo>
                <a:cubicBezTo>
                  <a:pt x="124523" y="207715"/>
                  <a:pt x="125730" y="204734"/>
                  <a:pt x="125730" y="201168"/>
                </a:cubicBezTo>
                <a:cubicBezTo>
                  <a:pt x="125730" y="197602"/>
                  <a:pt x="124523" y="194621"/>
                  <a:pt x="122118" y="192207"/>
                </a:cubicBezTo>
                <a:cubicBezTo>
                  <a:pt x="119704" y="189802"/>
                  <a:pt x="116723" y="188595"/>
                  <a:pt x="113157" y="188595"/>
                </a:cubicBezTo>
                <a:lnTo>
                  <a:pt x="75438" y="188595"/>
                </a:lnTo>
                <a:cubicBezTo>
                  <a:pt x="71872" y="188595"/>
                  <a:pt x="68891" y="189802"/>
                  <a:pt x="66477" y="192207"/>
                </a:cubicBezTo>
                <a:cubicBezTo>
                  <a:pt x="64072" y="194621"/>
                  <a:pt x="62865" y="197602"/>
                  <a:pt x="62865" y="201168"/>
                </a:cubicBezTo>
                <a:cubicBezTo>
                  <a:pt x="62865" y="204734"/>
                  <a:pt x="64072" y="207715"/>
                  <a:pt x="66477" y="210129"/>
                </a:cubicBezTo>
                <a:cubicBezTo>
                  <a:pt x="68891" y="212534"/>
                  <a:pt x="71872" y="213741"/>
                  <a:pt x="75438" y="213741"/>
                </a:cubicBezTo>
                <a:lnTo>
                  <a:pt x="113157" y="213741"/>
                </a:lnTo>
                <a:close/>
                <a:moveTo>
                  <a:pt x="182935" y="153080"/>
                </a:moveTo>
                <a:lnTo>
                  <a:pt x="173818" y="143963"/>
                </a:lnTo>
                <a:cubicBezTo>
                  <a:pt x="171304" y="141449"/>
                  <a:pt x="168378" y="140242"/>
                  <a:pt x="165022" y="140342"/>
                </a:cubicBezTo>
                <a:cubicBezTo>
                  <a:pt x="161666" y="140452"/>
                  <a:pt x="158731" y="141759"/>
                  <a:pt x="156216" y="144274"/>
                </a:cubicBezTo>
                <a:cubicBezTo>
                  <a:pt x="153912" y="146789"/>
                  <a:pt x="152714" y="149724"/>
                  <a:pt x="152604" y="153080"/>
                </a:cubicBezTo>
                <a:cubicBezTo>
                  <a:pt x="152504" y="156426"/>
                  <a:pt x="153701" y="159362"/>
                  <a:pt x="156216" y="161876"/>
                </a:cubicBezTo>
                <a:lnTo>
                  <a:pt x="176333" y="181993"/>
                </a:lnTo>
                <a:cubicBezTo>
                  <a:pt x="178226" y="183877"/>
                  <a:pt x="180420" y="184828"/>
                  <a:pt x="182935" y="184828"/>
                </a:cubicBezTo>
                <a:cubicBezTo>
                  <a:pt x="185449" y="184828"/>
                  <a:pt x="187653" y="183877"/>
                  <a:pt x="189537" y="181993"/>
                </a:cubicBezTo>
                <a:lnTo>
                  <a:pt x="236372" y="135157"/>
                </a:lnTo>
                <a:cubicBezTo>
                  <a:pt x="238887" y="132643"/>
                  <a:pt x="240149" y="129708"/>
                  <a:pt x="240149" y="126361"/>
                </a:cubicBezTo>
                <a:cubicBezTo>
                  <a:pt x="240149" y="123005"/>
                  <a:pt x="238887" y="120070"/>
                  <a:pt x="236372" y="117555"/>
                </a:cubicBezTo>
                <a:cubicBezTo>
                  <a:pt x="233858" y="115041"/>
                  <a:pt x="230868" y="113788"/>
                  <a:pt x="227411" y="113788"/>
                </a:cubicBezTo>
                <a:cubicBezTo>
                  <a:pt x="223955" y="113788"/>
                  <a:pt x="220974" y="115041"/>
                  <a:pt x="218459" y="117555"/>
                </a:cubicBezTo>
                <a:lnTo>
                  <a:pt x="182935" y="153080"/>
                </a:lnTo>
                <a:close/>
                <a:moveTo>
                  <a:pt x="113157" y="163449"/>
                </a:moveTo>
                <a:cubicBezTo>
                  <a:pt x="116723" y="163449"/>
                  <a:pt x="119704" y="162242"/>
                  <a:pt x="122118" y="159837"/>
                </a:cubicBezTo>
                <a:cubicBezTo>
                  <a:pt x="124523" y="157423"/>
                  <a:pt x="125730" y="154442"/>
                  <a:pt x="125730" y="150876"/>
                </a:cubicBezTo>
                <a:cubicBezTo>
                  <a:pt x="125730" y="147310"/>
                  <a:pt x="124523" y="144329"/>
                  <a:pt x="122118" y="141915"/>
                </a:cubicBezTo>
                <a:cubicBezTo>
                  <a:pt x="119704" y="139510"/>
                  <a:pt x="116723" y="138303"/>
                  <a:pt x="113157" y="138303"/>
                </a:cubicBezTo>
                <a:lnTo>
                  <a:pt x="75438" y="138303"/>
                </a:lnTo>
                <a:cubicBezTo>
                  <a:pt x="71872" y="138303"/>
                  <a:pt x="68891" y="139510"/>
                  <a:pt x="66477" y="141915"/>
                </a:cubicBezTo>
                <a:cubicBezTo>
                  <a:pt x="64072" y="144329"/>
                  <a:pt x="62865" y="147310"/>
                  <a:pt x="62865" y="150876"/>
                </a:cubicBezTo>
                <a:cubicBezTo>
                  <a:pt x="62865" y="154442"/>
                  <a:pt x="64072" y="157423"/>
                  <a:pt x="66477" y="159837"/>
                </a:cubicBezTo>
                <a:cubicBezTo>
                  <a:pt x="68891" y="162242"/>
                  <a:pt x="71872" y="163449"/>
                  <a:pt x="75438" y="163449"/>
                </a:cubicBezTo>
                <a:lnTo>
                  <a:pt x="113157" y="163449"/>
                </a:lnTo>
                <a:close/>
                <a:moveTo>
                  <a:pt x="113157" y="113157"/>
                </a:moveTo>
                <a:cubicBezTo>
                  <a:pt x="116723" y="113157"/>
                  <a:pt x="119704" y="111950"/>
                  <a:pt x="122118" y="109545"/>
                </a:cubicBezTo>
                <a:cubicBezTo>
                  <a:pt x="124523" y="107131"/>
                  <a:pt x="125730" y="104150"/>
                  <a:pt x="125730" y="100584"/>
                </a:cubicBezTo>
                <a:cubicBezTo>
                  <a:pt x="125730" y="97018"/>
                  <a:pt x="124523" y="94037"/>
                  <a:pt x="122118" y="91623"/>
                </a:cubicBezTo>
                <a:cubicBezTo>
                  <a:pt x="119704" y="89218"/>
                  <a:pt x="116723" y="88011"/>
                  <a:pt x="113157" y="88011"/>
                </a:cubicBezTo>
                <a:lnTo>
                  <a:pt x="75438" y="88011"/>
                </a:lnTo>
                <a:cubicBezTo>
                  <a:pt x="71872" y="88011"/>
                  <a:pt x="68891" y="89218"/>
                  <a:pt x="66477" y="91623"/>
                </a:cubicBezTo>
                <a:cubicBezTo>
                  <a:pt x="64072" y="94037"/>
                  <a:pt x="62865" y="97018"/>
                  <a:pt x="62865" y="100584"/>
                </a:cubicBezTo>
                <a:cubicBezTo>
                  <a:pt x="62865" y="104150"/>
                  <a:pt x="64072" y="107131"/>
                  <a:pt x="66477" y="109545"/>
                </a:cubicBezTo>
                <a:cubicBezTo>
                  <a:pt x="68891" y="111950"/>
                  <a:pt x="71872" y="113157"/>
                  <a:pt x="75438" y="113157"/>
                </a:cubicBezTo>
                <a:lnTo>
                  <a:pt x="113157" y="113157"/>
                </a:lnTo>
                <a:close/>
                <a:moveTo>
                  <a:pt x="41495" y="245178"/>
                </a:moveTo>
                <a:lnTo>
                  <a:pt x="41495" y="56583"/>
                </a:lnTo>
                <a:lnTo>
                  <a:pt x="41495" y="245178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圖說"/>
          <p:cNvSpPr/>
          <p:nvPr/>
        </p:nvSpPr>
        <p:spPr>
          <a:xfrm>
            <a:off x="4968118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750" dirty="0"/>
          </a:p>
        </p:txBody>
      </p:sp>
      <p:sp>
        <p:nvSpPr>
          <p:cNvPr id="143" name="圖示 資料夾"/>
          <p:cNvSpPr/>
          <p:nvPr/>
        </p:nvSpPr>
        <p:spPr>
          <a:xfrm>
            <a:off x="5667611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4010" y="251460"/>
                </a:moveTo>
                <a:cubicBezTo>
                  <a:pt x="38981" y="251460"/>
                  <a:pt x="34573" y="249521"/>
                  <a:pt x="30806" y="245644"/>
                </a:cubicBezTo>
                <a:cubicBezTo>
                  <a:pt x="27030" y="241767"/>
                  <a:pt x="25146" y="237424"/>
                  <a:pt x="25146" y="232605"/>
                </a:cubicBezTo>
                <a:lnTo>
                  <a:pt x="25146" y="69156"/>
                </a:lnTo>
                <a:cubicBezTo>
                  <a:pt x="25146" y="64328"/>
                  <a:pt x="27030" y="59985"/>
                  <a:pt x="30806" y="56108"/>
                </a:cubicBezTo>
                <a:cubicBezTo>
                  <a:pt x="34573" y="52231"/>
                  <a:pt x="38981" y="50292"/>
                  <a:pt x="44010" y="50292"/>
                </a:cubicBezTo>
                <a:lnTo>
                  <a:pt x="124477" y="50292"/>
                </a:lnTo>
                <a:cubicBezTo>
                  <a:pt x="127074" y="50292"/>
                  <a:pt x="129552" y="50813"/>
                  <a:pt x="131920" y="51865"/>
                </a:cubicBezTo>
                <a:cubicBezTo>
                  <a:pt x="134289" y="52907"/>
                  <a:pt x="136319" y="54288"/>
                  <a:pt x="138020" y="55980"/>
                </a:cubicBezTo>
                <a:lnTo>
                  <a:pt x="151187" y="69156"/>
                </a:lnTo>
                <a:lnTo>
                  <a:pt x="257751" y="69156"/>
                </a:lnTo>
                <a:cubicBezTo>
                  <a:pt x="262570" y="69156"/>
                  <a:pt x="266913" y="71085"/>
                  <a:pt x="270790" y="74963"/>
                </a:cubicBezTo>
                <a:cubicBezTo>
                  <a:pt x="274667" y="78840"/>
                  <a:pt x="276606" y="83192"/>
                  <a:pt x="276606" y="88011"/>
                </a:cubicBezTo>
                <a:lnTo>
                  <a:pt x="276606" y="232605"/>
                </a:lnTo>
                <a:cubicBezTo>
                  <a:pt x="276606" y="237424"/>
                  <a:pt x="274667" y="241767"/>
                  <a:pt x="270790" y="245644"/>
                </a:cubicBezTo>
                <a:cubicBezTo>
                  <a:pt x="266913" y="249521"/>
                  <a:pt x="262570" y="251460"/>
                  <a:pt x="257751" y="251460"/>
                </a:cubicBezTo>
                <a:lnTo>
                  <a:pt x="44010" y="251460"/>
                </a:lnTo>
                <a:close/>
                <a:moveTo>
                  <a:pt x="44010" y="232605"/>
                </a:moveTo>
                <a:lnTo>
                  <a:pt x="257751" y="232605"/>
                </a:lnTo>
                <a:lnTo>
                  <a:pt x="257751" y="88011"/>
                </a:lnTo>
                <a:lnTo>
                  <a:pt x="143332" y="88011"/>
                </a:lnTo>
                <a:lnTo>
                  <a:pt x="124477" y="69156"/>
                </a:lnTo>
                <a:lnTo>
                  <a:pt x="44010" y="69156"/>
                </a:lnTo>
                <a:lnTo>
                  <a:pt x="44010" y="232605"/>
                </a:lnTo>
                <a:close/>
                <a:moveTo>
                  <a:pt x="44010" y="232605"/>
                </a:moveTo>
                <a:lnTo>
                  <a:pt x="44010" y="69156"/>
                </a:lnTo>
                <a:lnTo>
                  <a:pt x="44010" y="232605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4" name="圖說"/>
          <p:cNvSpPr/>
          <p:nvPr/>
        </p:nvSpPr>
        <p:spPr>
          <a:xfrm>
            <a:off x="5522839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750" dirty="0"/>
          </a:p>
        </p:txBody>
      </p:sp>
      <p:sp>
        <p:nvSpPr>
          <p:cNvPr id="145" name="圖示 筆記"/>
          <p:cNvSpPr/>
          <p:nvPr/>
        </p:nvSpPr>
        <p:spPr>
          <a:xfrm>
            <a:off x="6222332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9719" y="172876"/>
                </a:moveTo>
                <a:cubicBezTo>
                  <a:pt x="57040" y="172876"/>
                  <a:pt x="54800" y="171971"/>
                  <a:pt x="52999" y="170142"/>
                </a:cubicBezTo>
                <a:cubicBezTo>
                  <a:pt x="51197" y="168323"/>
                  <a:pt x="50292" y="166064"/>
                  <a:pt x="50292" y="163385"/>
                </a:cubicBezTo>
                <a:cubicBezTo>
                  <a:pt x="50292" y="160706"/>
                  <a:pt x="51197" y="158475"/>
                  <a:pt x="52999" y="156692"/>
                </a:cubicBezTo>
                <a:cubicBezTo>
                  <a:pt x="54800" y="154909"/>
                  <a:pt x="57040" y="154022"/>
                  <a:pt x="59719" y="154022"/>
                </a:cubicBezTo>
                <a:lnTo>
                  <a:pt x="135157" y="154022"/>
                </a:lnTo>
                <a:cubicBezTo>
                  <a:pt x="137846" y="154022"/>
                  <a:pt x="140086" y="154927"/>
                  <a:pt x="141887" y="156756"/>
                </a:cubicBezTo>
                <a:cubicBezTo>
                  <a:pt x="143689" y="158575"/>
                  <a:pt x="144594" y="160834"/>
                  <a:pt x="144594" y="163513"/>
                </a:cubicBezTo>
                <a:cubicBezTo>
                  <a:pt x="144594" y="166192"/>
                  <a:pt x="143689" y="168423"/>
                  <a:pt x="141887" y="170206"/>
                </a:cubicBezTo>
                <a:cubicBezTo>
                  <a:pt x="140086" y="171989"/>
                  <a:pt x="137846" y="172876"/>
                  <a:pt x="135157" y="172876"/>
                </a:cubicBezTo>
                <a:lnTo>
                  <a:pt x="59719" y="172876"/>
                </a:lnTo>
                <a:close/>
                <a:moveTo>
                  <a:pt x="59719" y="121012"/>
                </a:moveTo>
                <a:cubicBezTo>
                  <a:pt x="57040" y="121012"/>
                  <a:pt x="54800" y="120106"/>
                  <a:pt x="52999" y="118278"/>
                </a:cubicBezTo>
                <a:cubicBezTo>
                  <a:pt x="51197" y="116458"/>
                  <a:pt x="50292" y="114209"/>
                  <a:pt x="50292" y="111520"/>
                </a:cubicBezTo>
                <a:cubicBezTo>
                  <a:pt x="50292" y="108841"/>
                  <a:pt x="51197" y="106610"/>
                  <a:pt x="52999" y="104827"/>
                </a:cubicBezTo>
                <a:cubicBezTo>
                  <a:pt x="54800" y="103044"/>
                  <a:pt x="57040" y="102157"/>
                  <a:pt x="59719" y="102157"/>
                </a:cubicBezTo>
                <a:lnTo>
                  <a:pt x="188595" y="102157"/>
                </a:lnTo>
                <a:cubicBezTo>
                  <a:pt x="191274" y="102157"/>
                  <a:pt x="193524" y="103071"/>
                  <a:pt x="195325" y="104891"/>
                </a:cubicBezTo>
                <a:cubicBezTo>
                  <a:pt x="197126" y="106710"/>
                  <a:pt x="198022" y="108969"/>
                  <a:pt x="198022" y="111648"/>
                </a:cubicBezTo>
                <a:cubicBezTo>
                  <a:pt x="198022" y="114327"/>
                  <a:pt x="197126" y="116559"/>
                  <a:pt x="195325" y="118342"/>
                </a:cubicBezTo>
                <a:cubicBezTo>
                  <a:pt x="193524" y="120125"/>
                  <a:pt x="191274" y="121012"/>
                  <a:pt x="188595" y="121012"/>
                </a:cubicBezTo>
                <a:lnTo>
                  <a:pt x="59719" y="121012"/>
                </a:lnTo>
                <a:close/>
                <a:moveTo>
                  <a:pt x="59719" y="69156"/>
                </a:moveTo>
                <a:cubicBezTo>
                  <a:pt x="57040" y="69156"/>
                  <a:pt x="54800" y="68242"/>
                  <a:pt x="52999" y="66413"/>
                </a:cubicBezTo>
                <a:cubicBezTo>
                  <a:pt x="51197" y="64593"/>
                  <a:pt x="50292" y="62344"/>
                  <a:pt x="50292" y="59655"/>
                </a:cubicBezTo>
                <a:cubicBezTo>
                  <a:pt x="50292" y="56976"/>
                  <a:pt x="51197" y="54745"/>
                  <a:pt x="52999" y="52962"/>
                </a:cubicBezTo>
                <a:cubicBezTo>
                  <a:pt x="54800" y="51179"/>
                  <a:pt x="57040" y="50292"/>
                  <a:pt x="59719" y="50292"/>
                </a:cubicBezTo>
                <a:lnTo>
                  <a:pt x="188595" y="50292"/>
                </a:lnTo>
                <a:cubicBezTo>
                  <a:pt x="191274" y="50292"/>
                  <a:pt x="193524" y="51206"/>
                  <a:pt x="195325" y="53026"/>
                </a:cubicBezTo>
                <a:cubicBezTo>
                  <a:pt x="197126" y="54846"/>
                  <a:pt x="198022" y="57104"/>
                  <a:pt x="198022" y="59783"/>
                </a:cubicBezTo>
                <a:cubicBezTo>
                  <a:pt x="198022" y="62463"/>
                  <a:pt x="197126" y="64703"/>
                  <a:pt x="195325" y="66477"/>
                </a:cubicBezTo>
                <a:cubicBezTo>
                  <a:pt x="193524" y="68260"/>
                  <a:pt x="191274" y="69156"/>
                  <a:pt x="188595" y="69156"/>
                </a:cubicBezTo>
                <a:lnTo>
                  <a:pt x="59719" y="69156"/>
                </a:lnTo>
                <a:close/>
                <a:moveTo>
                  <a:pt x="163449" y="242033"/>
                </a:moveTo>
                <a:lnTo>
                  <a:pt x="163449" y="216566"/>
                </a:lnTo>
                <a:cubicBezTo>
                  <a:pt x="163449" y="215396"/>
                  <a:pt x="163659" y="214262"/>
                  <a:pt x="164080" y="213174"/>
                </a:cubicBezTo>
                <a:cubicBezTo>
                  <a:pt x="164501" y="212086"/>
                  <a:pt x="165232" y="211016"/>
                  <a:pt x="166274" y="209974"/>
                </a:cubicBezTo>
                <a:lnTo>
                  <a:pt x="232788" y="143707"/>
                </a:lnTo>
                <a:cubicBezTo>
                  <a:pt x="234699" y="141805"/>
                  <a:pt x="236820" y="140415"/>
                  <a:pt x="239170" y="139565"/>
                </a:cubicBezTo>
                <a:cubicBezTo>
                  <a:pt x="241493" y="138724"/>
                  <a:pt x="243816" y="138303"/>
                  <a:pt x="246120" y="138303"/>
                </a:cubicBezTo>
                <a:cubicBezTo>
                  <a:pt x="248635" y="138303"/>
                  <a:pt x="251039" y="138778"/>
                  <a:pt x="253344" y="139720"/>
                </a:cubicBezTo>
                <a:cubicBezTo>
                  <a:pt x="255648" y="140662"/>
                  <a:pt x="257751" y="142079"/>
                  <a:pt x="259635" y="143963"/>
                </a:cubicBezTo>
                <a:lnTo>
                  <a:pt x="271266" y="155594"/>
                </a:lnTo>
                <a:cubicBezTo>
                  <a:pt x="273150" y="157478"/>
                  <a:pt x="274512" y="159572"/>
                  <a:pt x="275353" y="161876"/>
                </a:cubicBezTo>
                <a:cubicBezTo>
                  <a:pt x="276185" y="164181"/>
                  <a:pt x="276606" y="166485"/>
                  <a:pt x="276606" y="168789"/>
                </a:cubicBezTo>
                <a:cubicBezTo>
                  <a:pt x="276606" y="171093"/>
                  <a:pt x="276131" y="173453"/>
                  <a:pt x="275189" y="175867"/>
                </a:cubicBezTo>
                <a:cubicBezTo>
                  <a:pt x="274247" y="178271"/>
                  <a:pt x="272820" y="180429"/>
                  <a:pt x="270918" y="182341"/>
                </a:cubicBezTo>
                <a:lnTo>
                  <a:pt x="204944" y="248635"/>
                </a:lnTo>
                <a:cubicBezTo>
                  <a:pt x="203893" y="249677"/>
                  <a:pt x="202823" y="250408"/>
                  <a:pt x="201735" y="250829"/>
                </a:cubicBezTo>
                <a:cubicBezTo>
                  <a:pt x="200647" y="251250"/>
                  <a:pt x="199513" y="251460"/>
                  <a:pt x="198343" y="251460"/>
                </a:cubicBezTo>
                <a:lnTo>
                  <a:pt x="172876" y="251460"/>
                </a:lnTo>
                <a:cubicBezTo>
                  <a:pt x="170197" y="251460"/>
                  <a:pt x="167957" y="250555"/>
                  <a:pt x="166156" y="248753"/>
                </a:cubicBezTo>
                <a:cubicBezTo>
                  <a:pt x="164354" y="246934"/>
                  <a:pt x="163449" y="244693"/>
                  <a:pt x="163449" y="242033"/>
                </a:cubicBezTo>
                <a:close/>
                <a:moveTo>
                  <a:pt x="257751" y="168789"/>
                </a:moveTo>
                <a:lnTo>
                  <a:pt x="246120" y="157167"/>
                </a:lnTo>
                <a:lnTo>
                  <a:pt x="257751" y="168789"/>
                </a:lnTo>
                <a:close/>
                <a:moveTo>
                  <a:pt x="182313" y="232605"/>
                </a:moveTo>
                <a:lnTo>
                  <a:pt x="194255" y="232605"/>
                </a:lnTo>
                <a:lnTo>
                  <a:pt x="232285" y="194255"/>
                </a:lnTo>
                <a:lnTo>
                  <a:pt x="226625" y="188284"/>
                </a:lnTo>
                <a:lnTo>
                  <a:pt x="220654" y="182624"/>
                </a:lnTo>
                <a:lnTo>
                  <a:pt x="182313" y="220654"/>
                </a:lnTo>
                <a:lnTo>
                  <a:pt x="182313" y="232605"/>
                </a:lnTo>
                <a:close/>
                <a:moveTo>
                  <a:pt x="226625" y="188284"/>
                </a:moveTo>
                <a:lnTo>
                  <a:pt x="220654" y="182624"/>
                </a:lnTo>
                <a:lnTo>
                  <a:pt x="232285" y="194255"/>
                </a:lnTo>
                <a:lnTo>
                  <a:pt x="226625" y="188284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6" name="圖說"/>
          <p:cNvSpPr/>
          <p:nvPr/>
        </p:nvSpPr>
        <p:spPr>
          <a:xfrm>
            <a:off x="6077560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750" dirty="0"/>
          </a:p>
        </p:txBody>
      </p:sp>
      <p:sp>
        <p:nvSpPr>
          <p:cNvPr id="147" name="圖示 手冊"/>
          <p:cNvSpPr/>
          <p:nvPr/>
        </p:nvSpPr>
        <p:spPr>
          <a:xfrm>
            <a:off x="6777053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7953" y="207459"/>
                </a:moveTo>
                <a:cubicBezTo>
                  <a:pt x="89181" y="207459"/>
                  <a:pt x="100109" y="208767"/>
                  <a:pt x="110734" y="211382"/>
                </a:cubicBezTo>
                <a:cubicBezTo>
                  <a:pt x="121359" y="214006"/>
                  <a:pt x="131811" y="217929"/>
                  <a:pt x="142079" y="223168"/>
                </a:cubicBezTo>
                <a:lnTo>
                  <a:pt x="142079" y="88953"/>
                </a:lnTo>
                <a:cubicBezTo>
                  <a:pt x="132643" y="82671"/>
                  <a:pt x="122420" y="77797"/>
                  <a:pt x="111401" y="74341"/>
                </a:cubicBezTo>
                <a:cubicBezTo>
                  <a:pt x="100374" y="70884"/>
                  <a:pt x="89227" y="69156"/>
                  <a:pt x="77953" y="69156"/>
                </a:cubicBezTo>
                <a:cubicBezTo>
                  <a:pt x="69988" y="69156"/>
                  <a:pt x="62188" y="70144"/>
                  <a:pt x="54535" y="72137"/>
                </a:cubicBezTo>
                <a:cubicBezTo>
                  <a:pt x="46890" y="74130"/>
                  <a:pt x="39182" y="76590"/>
                  <a:pt x="31437" y="79525"/>
                </a:cubicBezTo>
                <a:lnTo>
                  <a:pt x="31437" y="215945"/>
                </a:lnTo>
                <a:cubicBezTo>
                  <a:pt x="37929" y="213009"/>
                  <a:pt x="45318" y="210861"/>
                  <a:pt x="53593" y="209498"/>
                </a:cubicBezTo>
                <a:cubicBezTo>
                  <a:pt x="61868" y="208136"/>
                  <a:pt x="69988" y="207459"/>
                  <a:pt x="77953" y="207459"/>
                </a:cubicBezTo>
                <a:close/>
                <a:moveTo>
                  <a:pt x="160934" y="223168"/>
                </a:moveTo>
                <a:cubicBezTo>
                  <a:pt x="171413" y="217929"/>
                  <a:pt x="181682" y="214006"/>
                  <a:pt x="191741" y="211382"/>
                </a:cubicBezTo>
                <a:cubicBezTo>
                  <a:pt x="201799" y="208767"/>
                  <a:pt x="212488" y="207459"/>
                  <a:pt x="223799" y="207459"/>
                </a:cubicBezTo>
                <a:cubicBezTo>
                  <a:pt x="231764" y="207459"/>
                  <a:pt x="239984" y="208081"/>
                  <a:pt x="248470" y="209343"/>
                </a:cubicBezTo>
                <a:cubicBezTo>
                  <a:pt x="256965" y="210595"/>
                  <a:pt x="264243" y="212278"/>
                  <a:pt x="270324" y="214372"/>
                </a:cubicBezTo>
                <a:lnTo>
                  <a:pt x="270324" y="79525"/>
                </a:lnTo>
                <a:cubicBezTo>
                  <a:pt x="263192" y="75959"/>
                  <a:pt x="255675" y="73344"/>
                  <a:pt x="247748" y="71671"/>
                </a:cubicBezTo>
                <a:cubicBezTo>
                  <a:pt x="239829" y="69988"/>
                  <a:pt x="231846" y="69156"/>
                  <a:pt x="223799" y="69156"/>
                </a:cubicBezTo>
                <a:cubicBezTo>
                  <a:pt x="212488" y="69156"/>
                  <a:pt x="201534" y="70884"/>
                  <a:pt x="190954" y="74341"/>
                </a:cubicBezTo>
                <a:cubicBezTo>
                  <a:pt x="180375" y="77797"/>
                  <a:pt x="170362" y="82671"/>
                  <a:pt x="160934" y="88953"/>
                </a:cubicBezTo>
                <a:lnTo>
                  <a:pt x="160934" y="223168"/>
                </a:lnTo>
                <a:close/>
                <a:moveTo>
                  <a:pt x="146944" y="247528"/>
                </a:moveTo>
                <a:cubicBezTo>
                  <a:pt x="145582" y="247217"/>
                  <a:pt x="144384" y="246641"/>
                  <a:pt x="143332" y="245800"/>
                </a:cubicBezTo>
                <a:cubicBezTo>
                  <a:pt x="133484" y="239728"/>
                  <a:pt x="123023" y="235010"/>
                  <a:pt x="111959" y="231654"/>
                </a:cubicBezTo>
                <a:cubicBezTo>
                  <a:pt x="100895" y="228307"/>
                  <a:pt x="89565" y="226625"/>
                  <a:pt x="77953" y="226625"/>
                </a:cubicBezTo>
                <a:cubicBezTo>
                  <a:pt x="70308" y="226625"/>
                  <a:pt x="62783" y="227576"/>
                  <a:pt x="55385" y="229460"/>
                </a:cubicBezTo>
                <a:cubicBezTo>
                  <a:pt x="47988" y="231343"/>
                  <a:pt x="40636" y="233647"/>
                  <a:pt x="33321" y="236372"/>
                </a:cubicBezTo>
                <a:cubicBezTo>
                  <a:pt x="28474" y="238677"/>
                  <a:pt x="23811" y="238366"/>
                  <a:pt x="19330" y="235431"/>
                </a:cubicBezTo>
                <a:cubicBezTo>
                  <a:pt x="14822" y="232495"/>
                  <a:pt x="12573" y="228307"/>
                  <a:pt x="12573" y="222858"/>
                </a:cubicBezTo>
                <a:lnTo>
                  <a:pt x="12573" y="77322"/>
                </a:lnTo>
                <a:cubicBezTo>
                  <a:pt x="12573" y="74185"/>
                  <a:pt x="13305" y="71296"/>
                  <a:pt x="14777" y="68681"/>
                </a:cubicBezTo>
                <a:cubicBezTo>
                  <a:pt x="16240" y="66056"/>
                  <a:pt x="18443" y="64017"/>
                  <a:pt x="21379" y="62554"/>
                </a:cubicBezTo>
                <a:cubicBezTo>
                  <a:pt x="30175" y="58357"/>
                  <a:pt x="39328" y="55266"/>
                  <a:pt x="48847" y="53282"/>
                </a:cubicBezTo>
                <a:cubicBezTo>
                  <a:pt x="58357" y="51289"/>
                  <a:pt x="68059" y="50292"/>
                  <a:pt x="77953" y="50292"/>
                </a:cubicBezTo>
                <a:cubicBezTo>
                  <a:pt x="91157" y="50292"/>
                  <a:pt x="103986" y="52075"/>
                  <a:pt x="116458" y="55632"/>
                </a:cubicBezTo>
                <a:cubicBezTo>
                  <a:pt x="128921" y="59198"/>
                  <a:pt x="140607" y="64648"/>
                  <a:pt x="151507" y="71982"/>
                </a:cubicBezTo>
                <a:cubicBezTo>
                  <a:pt x="162196" y="64648"/>
                  <a:pt x="173663" y="59198"/>
                  <a:pt x="185925" y="55632"/>
                </a:cubicBezTo>
                <a:cubicBezTo>
                  <a:pt x="198178" y="52075"/>
                  <a:pt x="210806" y="50292"/>
                  <a:pt x="223799" y="50292"/>
                </a:cubicBezTo>
                <a:cubicBezTo>
                  <a:pt x="233629" y="50292"/>
                  <a:pt x="243258" y="51289"/>
                  <a:pt x="252685" y="53282"/>
                </a:cubicBezTo>
                <a:cubicBezTo>
                  <a:pt x="262140" y="55266"/>
                  <a:pt x="271266" y="58357"/>
                  <a:pt x="280062" y="62554"/>
                </a:cubicBezTo>
                <a:cubicBezTo>
                  <a:pt x="282998" y="64017"/>
                  <a:pt x="285247" y="66056"/>
                  <a:pt x="286820" y="68681"/>
                </a:cubicBezTo>
                <a:cubicBezTo>
                  <a:pt x="288393" y="71296"/>
                  <a:pt x="289179" y="74185"/>
                  <a:pt x="289179" y="77322"/>
                </a:cubicBezTo>
                <a:lnTo>
                  <a:pt x="289179" y="222858"/>
                </a:lnTo>
                <a:cubicBezTo>
                  <a:pt x="289179" y="228701"/>
                  <a:pt x="286820" y="233154"/>
                  <a:pt x="282111" y="236217"/>
                </a:cubicBezTo>
                <a:cubicBezTo>
                  <a:pt x="277392" y="239253"/>
                  <a:pt x="272729" y="239308"/>
                  <a:pt x="268120" y="236372"/>
                </a:cubicBezTo>
                <a:cubicBezTo>
                  <a:pt x="260997" y="233437"/>
                  <a:pt x="253746" y="231078"/>
                  <a:pt x="246367" y="229304"/>
                </a:cubicBezTo>
                <a:cubicBezTo>
                  <a:pt x="238969" y="227521"/>
                  <a:pt x="231444" y="226625"/>
                  <a:pt x="223799" y="226625"/>
                </a:cubicBezTo>
                <a:cubicBezTo>
                  <a:pt x="212424" y="226625"/>
                  <a:pt x="201305" y="228307"/>
                  <a:pt x="190451" y="231654"/>
                </a:cubicBezTo>
                <a:cubicBezTo>
                  <a:pt x="179570" y="235010"/>
                  <a:pt x="169319" y="239728"/>
                  <a:pt x="159682" y="245800"/>
                </a:cubicBezTo>
                <a:cubicBezTo>
                  <a:pt x="158630" y="246641"/>
                  <a:pt x="157423" y="247217"/>
                  <a:pt x="156061" y="247528"/>
                </a:cubicBezTo>
                <a:cubicBezTo>
                  <a:pt x="154698" y="247848"/>
                  <a:pt x="153180" y="248004"/>
                  <a:pt x="151507" y="248004"/>
                </a:cubicBezTo>
                <a:cubicBezTo>
                  <a:pt x="149824" y="248004"/>
                  <a:pt x="148307" y="247848"/>
                  <a:pt x="146944" y="247528"/>
                </a:cubicBezTo>
                <a:close/>
                <a:moveTo>
                  <a:pt x="86758" y="148051"/>
                </a:moveTo>
                <a:close/>
                <a:moveTo>
                  <a:pt x="176022" y="110642"/>
                </a:moveTo>
                <a:cubicBezTo>
                  <a:pt x="176022" y="109490"/>
                  <a:pt x="176443" y="108302"/>
                  <a:pt x="177284" y="107095"/>
                </a:cubicBezTo>
                <a:cubicBezTo>
                  <a:pt x="178116" y="105878"/>
                  <a:pt x="179058" y="105065"/>
                  <a:pt x="180109" y="104671"/>
                </a:cubicBezTo>
                <a:cubicBezTo>
                  <a:pt x="186391" y="102367"/>
                  <a:pt x="192820" y="100584"/>
                  <a:pt x="199376" y="99331"/>
                </a:cubicBezTo>
                <a:cubicBezTo>
                  <a:pt x="205932" y="98069"/>
                  <a:pt x="212836" y="97438"/>
                  <a:pt x="220087" y="97438"/>
                </a:cubicBezTo>
                <a:cubicBezTo>
                  <a:pt x="224613" y="97438"/>
                  <a:pt x="229094" y="97704"/>
                  <a:pt x="233510" y="98225"/>
                </a:cubicBezTo>
                <a:cubicBezTo>
                  <a:pt x="237936" y="98746"/>
                  <a:pt x="242243" y="99532"/>
                  <a:pt x="246431" y="100584"/>
                </a:cubicBezTo>
                <a:cubicBezTo>
                  <a:pt x="247693" y="101005"/>
                  <a:pt x="248845" y="101782"/>
                  <a:pt x="249887" y="102907"/>
                </a:cubicBezTo>
                <a:cubicBezTo>
                  <a:pt x="250939" y="104040"/>
                  <a:pt x="251460" y="105311"/>
                  <a:pt x="251460" y="106710"/>
                </a:cubicBezTo>
                <a:cubicBezTo>
                  <a:pt x="251460" y="109124"/>
                  <a:pt x="250674" y="110953"/>
                  <a:pt x="249101" y="112215"/>
                </a:cubicBezTo>
                <a:cubicBezTo>
                  <a:pt x="247528" y="113468"/>
                  <a:pt x="245590" y="113788"/>
                  <a:pt x="243285" y="113157"/>
                </a:cubicBezTo>
                <a:cubicBezTo>
                  <a:pt x="239765" y="112105"/>
                  <a:pt x="236062" y="111319"/>
                  <a:pt x="232157" y="110798"/>
                </a:cubicBezTo>
                <a:cubicBezTo>
                  <a:pt x="228262" y="110277"/>
                  <a:pt x="224220" y="110011"/>
                  <a:pt x="220032" y="110011"/>
                </a:cubicBezTo>
                <a:cubicBezTo>
                  <a:pt x="213951" y="110011"/>
                  <a:pt x="208081" y="110588"/>
                  <a:pt x="202430" y="111740"/>
                </a:cubicBezTo>
                <a:cubicBezTo>
                  <a:pt x="196770" y="112892"/>
                  <a:pt x="191210" y="114620"/>
                  <a:pt x="185770" y="116933"/>
                </a:cubicBezTo>
                <a:cubicBezTo>
                  <a:pt x="182834" y="117976"/>
                  <a:pt x="180475" y="117921"/>
                  <a:pt x="178692" y="116769"/>
                </a:cubicBezTo>
                <a:cubicBezTo>
                  <a:pt x="176909" y="115617"/>
                  <a:pt x="176022" y="113578"/>
                  <a:pt x="176022" y="110642"/>
                </a:cubicBezTo>
                <a:close/>
                <a:moveTo>
                  <a:pt x="176022" y="179798"/>
                </a:moveTo>
                <a:cubicBezTo>
                  <a:pt x="176022" y="178582"/>
                  <a:pt x="176443" y="177330"/>
                  <a:pt x="177284" y="176049"/>
                </a:cubicBezTo>
                <a:cubicBezTo>
                  <a:pt x="178116" y="174778"/>
                  <a:pt x="179058" y="173928"/>
                  <a:pt x="180109" y="173507"/>
                </a:cubicBezTo>
                <a:cubicBezTo>
                  <a:pt x="186391" y="171203"/>
                  <a:pt x="192820" y="169475"/>
                  <a:pt x="199376" y="168323"/>
                </a:cubicBezTo>
                <a:cubicBezTo>
                  <a:pt x="205932" y="167171"/>
                  <a:pt x="212836" y="166595"/>
                  <a:pt x="220087" y="166595"/>
                </a:cubicBezTo>
                <a:cubicBezTo>
                  <a:pt x="224613" y="166595"/>
                  <a:pt x="229094" y="166851"/>
                  <a:pt x="233510" y="167381"/>
                </a:cubicBezTo>
                <a:cubicBezTo>
                  <a:pt x="237936" y="167902"/>
                  <a:pt x="242243" y="168689"/>
                  <a:pt x="246431" y="169740"/>
                </a:cubicBezTo>
                <a:cubicBezTo>
                  <a:pt x="247693" y="170152"/>
                  <a:pt x="248845" y="170929"/>
                  <a:pt x="249887" y="172063"/>
                </a:cubicBezTo>
                <a:cubicBezTo>
                  <a:pt x="250939" y="173197"/>
                  <a:pt x="251460" y="174458"/>
                  <a:pt x="251460" y="175867"/>
                </a:cubicBezTo>
                <a:cubicBezTo>
                  <a:pt x="251460" y="178271"/>
                  <a:pt x="250674" y="180109"/>
                  <a:pt x="249101" y="181362"/>
                </a:cubicBezTo>
                <a:cubicBezTo>
                  <a:pt x="247528" y="182624"/>
                  <a:pt x="245590" y="182935"/>
                  <a:pt x="243285" y="182313"/>
                </a:cubicBezTo>
                <a:cubicBezTo>
                  <a:pt x="239765" y="181262"/>
                  <a:pt x="236062" y="180475"/>
                  <a:pt x="232157" y="179954"/>
                </a:cubicBezTo>
                <a:cubicBezTo>
                  <a:pt x="228262" y="179424"/>
                  <a:pt x="224220" y="179168"/>
                  <a:pt x="220032" y="179168"/>
                </a:cubicBezTo>
                <a:cubicBezTo>
                  <a:pt x="213951" y="179168"/>
                  <a:pt x="208081" y="179689"/>
                  <a:pt x="202430" y="180740"/>
                </a:cubicBezTo>
                <a:cubicBezTo>
                  <a:pt x="196770" y="181783"/>
                  <a:pt x="191210" y="183465"/>
                  <a:pt x="185770" y="185770"/>
                </a:cubicBezTo>
                <a:cubicBezTo>
                  <a:pt x="182834" y="186812"/>
                  <a:pt x="180475" y="186812"/>
                  <a:pt x="178692" y="185770"/>
                </a:cubicBezTo>
                <a:cubicBezTo>
                  <a:pt x="176909" y="184718"/>
                  <a:pt x="176022" y="182725"/>
                  <a:pt x="176022" y="179798"/>
                </a:cubicBezTo>
                <a:close/>
                <a:moveTo>
                  <a:pt x="176022" y="145216"/>
                </a:moveTo>
                <a:cubicBezTo>
                  <a:pt x="176022" y="144064"/>
                  <a:pt x="176443" y="142884"/>
                  <a:pt x="177284" y="141668"/>
                </a:cubicBezTo>
                <a:cubicBezTo>
                  <a:pt x="178116" y="140452"/>
                  <a:pt x="179058" y="139647"/>
                  <a:pt x="180109" y="139245"/>
                </a:cubicBezTo>
                <a:cubicBezTo>
                  <a:pt x="186391" y="136941"/>
                  <a:pt x="192820" y="135157"/>
                  <a:pt x="199376" y="133905"/>
                </a:cubicBezTo>
                <a:cubicBezTo>
                  <a:pt x="205932" y="132643"/>
                  <a:pt x="212836" y="132021"/>
                  <a:pt x="220087" y="132021"/>
                </a:cubicBezTo>
                <a:cubicBezTo>
                  <a:pt x="224613" y="132021"/>
                  <a:pt x="229094" y="132277"/>
                  <a:pt x="233510" y="132798"/>
                </a:cubicBezTo>
                <a:cubicBezTo>
                  <a:pt x="237936" y="133329"/>
                  <a:pt x="242243" y="134115"/>
                  <a:pt x="246431" y="135157"/>
                </a:cubicBezTo>
                <a:cubicBezTo>
                  <a:pt x="247693" y="135578"/>
                  <a:pt x="248845" y="136355"/>
                  <a:pt x="249887" y="137489"/>
                </a:cubicBezTo>
                <a:cubicBezTo>
                  <a:pt x="250939" y="138614"/>
                  <a:pt x="251460" y="139885"/>
                  <a:pt x="251460" y="141293"/>
                </a:cubicBezTo>
                <a:cubicBezTo>
                  <a:pt x="251460" y="143698"/>
                  <a:pt x="250674" y="145536"/>
                  <a:pt x="249101" y="146789"/>
                </a:cubicBezTo>
                <a:cubicBezTo>
                  <a:pt x="247528" y="148051"/>
                  <a:pt x="245590" y="148361"/>
                  <a:pt x="243285" y="147730"/>
                </a:cubicBezTo>
                <a:cubicBezTo>
                  <a:pt x="239765" y="146688"/>
                  <a:pt x="236062" y="145902"/>
                  <a:pt x="232157" y="145371"/>
                </a:cubicBezTo>
                <a:cubicBezTo>
                  <a:pt x="228262" y="144850"/>
                  <a:pt x="224220" y="144594"/>
                  <a:pt x="220032" y="144594"/>
                </a:cubicBezTo>
                <a:cubicBezTo>
                  <a:pt x="213951" y="144594"/>
                  <a:pt x="208081" y="145170"/>
                  <a:pt x="202430" y="146322"/>
                </a:cubicBezTo>
                <a:cubicBezTo>
                  <a:pt x="196770" y="147474"/>
                  <a:pt x="191210" y="149203"/>
                  <a:pt x="185770" y="151507"/>
                </a:cubicBezTo>
                <a:cubicBezTo>
                  <a:pt x="182834" y="152549"/>
                  <a:pt x="180475" y="152504"/>
                  <a:pt x="178692" y="151351"/>
                </a:cubicBezTo>
                <a:cubicBezTo>
                  <a:pt x="176909" y="150199"/>
                  <a:pt x="176022" y="148151"/>
                  <a:pt x="176022" y="145216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8" name="圖說"/>
          <p:cNvSpPr/>
          <p:nvPr/>
        </p:nvSpPr>
        <p:spPr>
          <a:xfrm>
            <a:off x="6632280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750" dirty="0"/>
          </a:p>
        </p:txBody>
      </p:sp>
      <p:sp>
        <p:nvSpPr>
          <p:cNvPr id="149" name="圖示 設定"/>
          <p:cNvSpPr/>
          <p:nvPr/>
        </p:nvSpPr>
        <p:spPr>
          <a:xfrm>
            <a:off x="7331774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332" y="276606"/>
                </a:moveTo>
                <a:cubicBezTo>
                  <a:pt x="129397" y="276606"/>
                  <a:pt x="126782" y="275664"/>
                  <a:pt x="124477" y="273781"/>
                </a:cubicBezTo>
                <a:cubicBezTo>
                  <a:pt x="122164" y="271888"/>
                  <a:pt x="120801" y="269483"/>
                  <a:pt x="120390" y="266548"/>
                </a:cubicBezTo>
                <a:lnTo>
                  <a:pt x="115672" y="237003"/>
                </a:lnTo>
                <a:cubicBezTo>
                  <a:pt x="111694" y="235531"/>
                  <a:pt x="107497" y="233547"/>
                  <a:pt x="103099" y="231032"/>
                </a:cubicBezTo>
                <a:cubicBezTo>
                  <a:pt x="98700" y="228518"/>
                  <a:pt x="94823" y="225893"/>
                  <a:pt x="91467" y="223168"/>
                </a:cubicBezTo>
                <a:lnTo>
                  <a:pt x="64438" y="235741"/>
                </a:lnTo>
                <a:cubicBezTo>
                  <a:pt x="61503" y="237003"/>
                  <a:pt x="58567" y="237159"/>
                  <a:pt x="55632" y="236217"/>
                </a:cubicBezTo>
                <a:cubicBezTo>
                  <a:pt x="52706" y="235275"/>
                  <a:pt x="50393" y="233437"/>
                  <a:pt x="48719" y="230712"/>
                </a:cubicBezTo>
                <a:lnTo>
                  <a:pt x="30486" y="198022"/>
                </a:lnTo>
                <a:cubicBezTo>
                  <a:pt x="28813" y="195298"/>
                  <a:pt x="28337" y="192472"/>
                  <a:pt x="29078" y="189537"/>
                </a:cubicBezTo>
                <a:cubicBezTo>
                  <a:pt x="29809" y="186602"/>
                  <a:pt x="31437" y="184197"/>
                  <a:pt x="33952" y="182313"/>
                </a:cubicBezTo>
                <a:lnTo>
                  <a:pt x="59098" y="163760"/>
                </a:lnTo>
                <a:cubicBezTo>
                  <a:pt x="58677" y="161876"/>
                  <a:pt x="58412" y="159727"/>
                  <a:pt x="58311" y="157323"/>
                </a:cubicBezTo>
                <a:cubicBezTo>
                  <a:pt x="58202" y="154909"/>
                  <a:pt x="58147" y="152760"/>
                  <a:pt x="58147" y="150876"/>
                </a:cubicBezTo>
                <a:cubicBezTo>
                  <a:pt x="58147" y="148992"/>
                  <a:pt x="58202" y="146843"/>
                  <a:pt x="58311" y="144429"/>
                </a:cubicBezTo>
                <a:cubicBezTo>
                  <a:pt x="58412" y="142025"/>
                  <a:pt x="58677" y="139876"/>
                  <a:pt x="59098" y="137992"/>
                </a:cubicBezTo>
                <a:lnTo>
                  <a:pt x="33952" y="119448"/>
                </a:lnTo>
                <a:cubicBezTo>
                  <a:pt x="31437" y="117555"/>
                  <a:pt x="29809" y="115150"/>
                  <a:pt x="29078" y="112215"/>
                </a:cubicBezTo>
                <a:cubicBezTo>
                  <a:pt x="28337" y="109280"/>
                  <a:pt x="28813" y="106454"/>
                  <a:pt x="30486" y="103730"/>
                </a:cubicBezTo>
                <a:lnTo>
                  <a:pt x="48719" y="71040"/>
                </a:lnTo>
                <a:cubicBezTo>
                  <a:pt x="50393" y="68315"/>
                  <a:pt x="52706" y="66477"/>
                  <a:pt x="55632" y="65535"/>
                </a:cubicBezTo>
                <a:cubicBezTo>
                  <a:pt x="58567" y="64593"/>
                  <a:pt x="61503" y="64749"/>
                  <a:pt x="64438" y="66011"/>
                </a:cubicBezTo>
                <a:lnTo>
                  <a:pt x="91467" y="78584"/>
                </a:lnTo>
                <a:cubicBezTo>
                  <a:pt x="94823" y="75859"/>
                  <a:pt x="98700" y="73234"/>
                  <a:pt x="103099" y="70720"/>
                </a:cubicBezTo>
                <a:cubicBezTo>
                  <a:pt x="107497" y="68205"/>
                  <a:pt x="111694" y="66321"/>
                  <a:pt x="115672" y="65069"/>
                </a:cubicBezTo>
                <a:lnTo>
                  <a:pt x="120390" y="35204"/>
                </a:lnTo>
                <a:cubicBezTo>
                  <a:pt x="120801" y="32269"/>
                  <a:pt x="122164" y="29864"/>
                  <a:pt x="124477" y="27971"/>
                </a:cubicBezTo>
                <a:cubicBezTo>
                  <a:pt x="126782" y="26088"/>
                  <a:pt x="129397" y="25146"/>
                  <a:pt x="132332" y="25146"/>
                </a:cubicBezTo>
                <a:lnTo>
                  <a:pt x="169420" y="25146"/>
                </a:lnTo>
                <a:cubicBezTo>
                  <a:pt x="172355" y="25146"/>
                  <a:pt x="174970" y="26088"/>
                  <a:pt x="177284" y="27971"/>
                </a:cubicBezTo>
                <a:cubicBezTo>
                  <a:pt x="179588" y="29864"/>
                  <a:pt x="180951" y="32269"/>
                  <a:pt x="181362" y="35204"/>
                </a:cubicBezTo>
                <a:lnTo>
                  <a:pt x="186080" y="64749"/>
                </a:lnTo>
                <a:cubicBezTo>
                  <a:pt x="190058" y="66221"/>
                  <a:pt x="194301" y="68159"/>
                  <a:pt x="198809" y="70564"/>
                </a:cubicBezTo>
                <a:cubicBezTo>
                  <a:pt x="203317" y="72978"/>
                  <a:pt x="207139" y="75648"/>
                  <a:pt x="210285" y="78584"/>
                </a:cubicBezTo>
                <a:lnTo>
                  <a:pt x="237314" y="66011"/>
                </a:lnTo>
                <a:cubicBezTo>
                  <a:pt x="240249" y="64749"/>
                  <a:pt x="243130" y="64593"/>
                  <a:pt x="245955" y="65535"/>
                </a:cubicBezTo>
                <a:cubicBezTo>
                  <a:pt x="248790" y="66477"/>
                  <a:pt x="251039" y="68315"/>
                  <a:pt x="252722" y="71040"/>
                </a:cubicBezTo>
                <a:lnTo>
                  <a:pt x="271266" y="103730"/>
                </a:lnTo>
                <a:cubicBezTo>
                  <a:pt x="272939" y="106454"/>
                  <a:pt x="273415" y="109335"/>
                  <a:pt x="272674" y="112371"/>
                </a:cubicBezTo>
                <a:cubicBezTo>
                  <a:pt x="271943" y="115406"/>
                  <a:pt x="270324" y="117766"/>
                  <a:pt x="267809" y="119448"/>
                </a:cubicBezTo>
                <a:lnTo>
                  <a:pt x="242663" y="137361"/>
                </a:lnTo>
                <a:cubicBezTo>
                  <a:pt x="243075" y="139455"/>
                  <a:pt x="243340" y="141705"/>
                  <a:pt x="243441" y="144119"/>
                </a:cubicBezTo>
                <a:cubicBezTo>
                  <a:pt x="243550" y="146523"/>
                  <a:pt x="243605" y="148782"/>
                  <a:pt x="243605" y="150876"/>
                </a:cubicBezTo>
                <a:cubicBezTo>
                  <a:pt x="243605" y="152970"/>
                  <a:pt x="243550" y="155174"/>
                  <a:pt x="243441" y="157478"/>
                </a:cubicBezTo>
                <a:cubicBezTo>
                  <a:pt x="243340" y="159782"/>
                  <a:pt x="243075" y="161986"/>
                  <a:pt x="242663" y="164080"/>
                </a:cubicBezTo>
                <a:lnTo>
                  <a:pt x="267809" y="182313"/>
                </a:lnTo>
                <a:cubicBezTo>
                  <a:pt x="270324" y="183986"/>
                  <a:pt x="271943" y="186346"/>
                  <a:pt x="272674" y="189381"/>
                </a:cubicBezTo>
                <a:cubicBezTo>
                  <a:pt x="273415" y="192417"/>
                  <a:pt x="272939" y="195298"/>
                  <a:pt x="271266" y="198022"/>
                </a:cubicBezTo>
                <a:lnTo>
                  <a:pt x="253033" y="230712"/>
                </a:lnTo>
                <a:cubicBezTo>
                  <a:pt x="251359" y="233437"/>
                  <a:pt x="249046" y="235275"/>
                  <a:pt x="246120" y="236217"/>
                </a:cubicBezTo>
                <a:cubicBezTo>
                  <a:pt x="243185" y="237159"/>
                  <a:pt x="240249" y="237003"/>
                  <a:pt x="237314" y="235741"/>
                </a:cubicBezTo>
                <a:lnTo>
                  <a:pt x="210285" y="223168"/>
                </a:lnTo>
                <a:cubicBezTo>
                  <a:pt x="206929" y="225893"/>
                  <a:pt x="203107" y="228563"/>
                  <a:pt x="198809" y="231188"/>
                </a:cubicBezTo>
                <a:cubicBezTo>
                  <a:pt x="194511" y="233803"/>
                  <a:pt x="190268" y="235741"/>
                  <a:pt x="186080" y="237003"/>
                </a:cubicBezTo>
                <a:lnTo>
                  <a:pt x="181362" y="266548"/>
                </a:lnTo>
                <a:cubicBezTo>
                  <a:pt x="180951" y="269483"/>
                  <a:pt x="179588" y="271888"/>
                  <a:pt x="177284" y="273781"/>
                </a:cubicBezTo>
                <a:cubicBezTo>
                  <a:pt x="174970" y="275664"/>
                  <a:pt x="172355" y="276606"/>
                  <a:pt x="169420" y="276606"/>
                </a:cubicBezTo>
                <a:lnTo>
                  <a:pt x="132332" y="276606"/>
                </a:lnTo>
                <a:close/>
                <a:moveTo>
                  <a:pt x="137050" y="257751"/>
                </a:moveTo>
                <a:lnTo>
                  <a:pt x="164711" y="257751"/>
                </a:lnTo>
                <a:lnTo>
                  <a:pt x="169109" y="222547"/>
                </a:lnTo>
                <a:cubicBezTo>
                  <a:pt x="176022" y="220864"/>
                  <a:pt x="182569" y="218249"/>
                  <a:pt x="188750" y="214683"/>
                </a:cubicBezTo>
                <a:cubicBezTo>
                  <a:pt x="194932" y="211126"/>
                  <a:pt x="200537" y="206828"/>
                  <a:pt x="205566" y="201799"/>
                </a:cubicBezTo>
                <a:lnTo>
                  <a:pt x="238887" y="216256"/>
                </a:lnTo>
                <a:lnTo>
                  <a:pt x="251460" y="193624"/>
                </a:lnTo>
                <a:lnTo>
                  <a:pt x="221916" y="171935"/>
                </a:lnTo>
                <a:cubicBezTo>
                  <a:pt x="222748" y="168378"/>
                  <a:pt x="223434" y="164866"/>
                  <a:pt x="223955" y="161410"/>
                </a:cubicBezTo>
                <a:cubicBezTo>
                  <a:pt x="224476" y="157944"/>
                  <a:pt x="224741" y="154442"/>
                  <a:pt x="224741" y="150876"/>
                </a:cubicBezTo>
                <a:cubicBezTo>
                  <a:pt x="224741" y="147310"/>
                  <a:pt x="224531" y="143808"/>
                  <a:pt x="224110" y="140342"/>
                </a:cubicBezTo>
                <a:cubicBezTo>
                  <a:pt x="223699" y="136886"/>
                  <a:pt x="222958" y="133374"/>
                  <a:pt x="221916" y="129817"/>
                </a:cubicBezTo>
                <a:lnTo>
                  <a:pt x="251460" y="108128"/>
                </a:lnTo>
                <a:lnTo>
                  <a:pt x="238887" y="85496"/>
                </a:lnTo>
                <a:lnTo>
                  <a:pt x="205566" y="99953"/>
                </a:lnTo>
                <a:cubicBezTo>
                  <a:pt x="200747" y="94503"/>
                  <a:pt x="195298" y="89950"/>
                  <a:pt x="189226" y="86283"/>
                </a:cubicBezTo>
                <a:cubicBezTo>
                  <a:pt x="183145" y="82616"/>
                  <a:pt x="176443" y="80257"/>
                  <a:pt x="169109" y="79214"/>
                </a:cubicBezTo>
                <a:lnTo>
                  <a:pt x="164711" y="44010"/>
                </a:lnTo>
                <a:lnTo>
                  <a:pt x="137050" y="44010"/>
                </a:lnTo>
                <a:lnTo>
                  <a:pt x="132643" y="79214"/>
                </a:lnTo>
                <a:cubicBezTo>
                  <a:pt x="125520" y="80678"/>
                  <a:pt x="118863" y="83192"/>
                  <a:pt x="112682" y="86758"/>
                </a:cubicBezTo>
                <a:cubicBezTo>
                  <a:pt x="106500" y="90315"/>
                  <a:pt x="101005" y="94714"/>
                  <a:pt x="96186" y="99953"/>
                </a:cubicBezTo>
                <a:lnTo>
                  <a:pt x="62865" y="85496"/>
                </a:lnTo>
                <a:lnTo>
                  <a:pt x="50292" y="108128"/>
                </a:lnTo>
                <a:lnTo>
                  <a:pt x="79836" y="129817"/>
                </a:lnTo>
                <a:cubicBezTo>
                  <a:pt x="79004" y="133374"/>
                  <a:pt x="78318" y="136886"/>
                  <a:pt x="77797" y="140342"/>
                </a:cubicBezTo>
                <a:cubicBezTo>
                  <a:pt x="77276" y="143808"/>
                  <a:pt x="77011" y="147310"/>
                  <a:pt x="77011" y="150876"/>
                </a:cubicBezTo>
                <a:cubicBezTo>
                  <a:pt x="77011" y="154442"/>
                  <a:pt x="77276" y="157944"/>
                  <a:pt x="77797" y="161410"/>
                </a:cubicBezTo>
                <a:cubicBezTo>
                  <a:pt x="78318" y="164866"/>
                  <a:pt x="79004" y="168378"/>
                  <a:pt x="79836" y="171935"/>
                </a:cubicBezTo>
                <a:lnTo>
                  <a:pt x="50292" y="193624"/>
                </a:lnTo>
                <a:lnTo>
                  <a:pt x="62865" y="216256"/>
                </a:lnTo>
                <a:lnTo>
                  <a:pt x="96186" y="201799"/>
                </a:lnTo>
                <a:cubicBezTo>
                  <a:pt x="101215" y="206828"/>
                  <a:pt x="106820" y="211126"/>
                  <a:pt x="113002" y="214683"/>
                </a:cubicBezTo>
                <a:cubicBezTo>
                  <a:pt x="119183" y="218249"/>
                  <a:pt x="125730" y="220864"/>
                  <a:pt x="132643" y="222547"/>
                </a:cubicBezTo>
                <a:lnTo>
                  <a:pt x="137050" y="257751"/>
                </a:lnTo>
                <a:close/>
                <a:moveTo>
                  <a:pt x="150876" y="191741"/>
                </a:moveTo>
                <a:cubicBezTo>
                  <a:pt x="162196" y="191741"/>
                  <a:pt x="171834" y="187754"/>
                  <a:pt x="179798" y="179798"/>
                </a:cubicBezTo>
                <a:cubicBezTo>
                  <a:pt x="187754" y="171834"/>
                  <a:pt x="191741" y="162196"/>
                  <a:pt x="191741" y="150876"/>
                </a:cubicBezTo>
                <a:cubicBezTo>
                  <a:pt x="191741" y="139565"/>
                  <a:pt x="187754" y="129918"/>
                  <a:pt x="179798" y="121963"/>
                </a:cubicBezTo>
                <a:cubicBezTo>
                  <a:pt x="171834" y="113998"/>
                  <a:pt x="162196" y="110011"/>
                  <a:pt x="150876" y="110011"/>
                </a:cubicBezTo>
                <a:cubicBezTo>
                  <a:pt x="139565" y="110011"/>
                  <a:pt x="129918" y="113998"/>
                  <a:pt x="121963" y="121963"/>
                </a:cubicBezTo>
                <a:cubicBezTo>
                  <a:pt x="113998" y="129918"/>
                  <a:pt x="110011" y="139565"/>
                  <a:pt x="110011" y="150876"/>
                </a:cubicBezTo>
                <a:cubicBezTo>
                  <a:pt x="110011" y="162196"/>
                  <a:pt x="113998" y="171834"/>
                  <a:pt x="121963" y="179798"/>
                </a:cubicBezTo>
                <a:cubicBezTo>
                  <a:pt x="129918" y="187754"/>
                  <a:pt x="139565" y="191741"/>
                  <a:pt x="150876" y="191741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圖說"/>
          <p:cNvSpPr/>
          <p:nvPr/>
        </p:nvSpPr>
        <p:spPr>
          <a:xfrm>
            <a:off x="7187001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750" dirty="0"/>
          </a:p>
        </p:txBody>
      </p:sp>
      <p:sp>
        <p:nvSpPr>
          <p:cNvPr id="151" name="圖示 參數"/>
          <p:cNvSpPr/>
          <p:nvPr/>
        </p:nvSpPr>
        <p:spPr>
          <a:xfrm>
            <a:off x="7886494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6886" y="261326"/>
                </a:moveTo>
                <a:cubicBezTo>
                  <a:pt x="135112" y="259507"/>
                  <a:pt x="134216" y="257266"/>
                  <a:pt x="134216" y="254606"/>
                </a:cubicBezTo>
                <a:lnTo>
                  <a:pt x="134216" y="202741"/>
                </a:lnTo>
                <a:cubicBezTo>
                  <a:pt x="134216" y="200062"/>
                  <a:pt x="135130" y="197812"/>
                  <a:pt x="136950" y="196011"/>
                </a:cubicBezTo>
                <a:cubicBezTo>
                  <a:pt x="138778" y="194209"/>
                  <a:pt x="141028" y="193313"/>
                  <a:pt x="143707" y="193313"/>
                </a:cubicBezTo>
                <a:cubicBezTo>
                  <a:pt x="146395" y="193313"/>
                  <a:pt x="148627" y="194209"/>
                  <a:pt x="150401" y="196011"/>
                </a:cubicBezTo>
                <a:cubicBezTo>
                  <a:pt x="152184" y="197812"/>
                  <a:pt x="153080" y="200062"/>
                  <a:pt x="153080" y="202741"/>
                </a:cubicBezTo>
                <a:lnTo>
                  <a:pt x="153080" y="219401"/>
                </a:lnTo>
                <a:lnTo>
                  <a:pt x="254606" y="219401"/>
                </a:lnTo>
                <a:cubicBezTo>
                  <a:pt x="257285" y="219401"/>
                  <a:pt x="259525" y="220306"/>
                  <a:pt x="261326" y="222135"/>
                </a:cubicBezTo>
                <a:cubicBezTo>
                  <a:pt x="263128" y="223955"/>
                  <a:pt x="264033" y="226213"/>
                  <a:pt x="264033" y="228893"/>
                </a:cubicBezTo>
                <a:cubicBezTo>
                  <a:pt x="264033" y="231572"/>
                  <a:pt x="263128" y="233803"/>
                  <a:pt x="261326" y="235586"/>
                </a:cubicBezTo>
                <a:cubicBezTo>
                  <a:pt x="259525" y="237369"/>
                  <a:pt x="257285" y="238256"/>
                  <a:pt x="254606" y="238256"/>
                </a:cubicBezTo>
                <a:lnTo>
                  <a:pt x="153080" y="238256"/>
                </a:lnTo>
                <a:lnTo>
                  <a:pt x="153080" y="254606"/>
                </a:lnTo>
                <a:cubicBezTo>
                  <a:pt x="153080" y="257285"/>
                  <a:pt x="152165" y="259525"/>
                  <a:pt x="150346" y="261326"/>
                </a:cubicBezTo>
                <a:cubicBezTo>
                  <a:pt x="148517" y="263128"/>
                  <a:pt x="146267" y="264033"/>
                  <a:pt x="143588" y="264033"/>
                </a:cubicBezTo>
                <a:cubicBezTo>
                  <a:pt x="140900" y="264033"/>
                  <a:pt x="138669" y="263128"/>
                  <a:pt x="136886" y="261326"/>
                </a:cubicBezTo>
                <a:close/>
                <a:moveTo>
                  <a:pt x="47146" y="238256"/>
                </a:moveTo>
                <a:cubicBezTo>
                  <a:pt x="44467" y="238256"/>
                  <a:pt x="42227" y="237351"/>
                  <a:pt x="40426" y="235522"/>
                </a:cubicBezTo>
                <a:cubicBezTo>
                  <a:pt x="38624" y="233702"/>
                  <a:pt x="37719" y="231444"/>
                  <a:pt x="37719" y="228765"/>
                </a:cubicBezTo>
                <a:cubicBezTo>
                  <a:pt x="37719" y="226085"/>
                  <a:pt x="38624" y="223854"/>
                  <a:pt x="40426" y="222071"/>
                </a:cubicBezTo>
                <a:cubicBezTo>
                  <a:pt x="42227" y="220288"/>
                  <a:pt x="44467" y="219401"/>
                  <a:pt x="47146" y="219401"/>
                </a:cubicBezTo>
                <a:lnTo>
                  <a:pt x="105924" y="219401"/>
                </a:lnTo>
                <a:cubicBezTo>
                  <a:pt x="108612" y="219401"/>
                  <a:pt x="110853" y="220306"/>
                  <a:pt x="112654" y="222135"/>
                </a:cubicBezTo>
                <a:cubicBezTo>
                  <a:pt x="114455" y="223955"/>
                  <a:pt x="115361" y="226213"/>
                  <a:pt x="115361" y="228893"/>
                </a:cubicBezTo>
                <a:cubicBezTo>
                  <a:pt x="115361" y="231572"/>
                  <a:pt x="114455" y="233803"/>
                  <a:pt x="112654" y="235586"/>
                </a:cubicBezTo>
                <a:cubicBezTo>
                  <a:pt x="110853" y="237369"/>
                  <a:pt x="108612" y="238256"/>
                  <a:pt x="105924" y="238256"/>
                </a:cubicBezTo>
                <a:lnTo>
                  <a:pt x="47146" y="238256"/>
                </a:lnTo>
                <a:close/>
                <a:moveTo>
                  <a:pt x="99167" y="183374"/>
                </a:moveTo>
                <a:cubicBezTo>
                  <a:pt x="97393" y="181554"/>
                  <a:pt x="96497" y="179314"/>
                  <a:pt x="96497" y="176653"/>
                </a:cubicBezTo>
                <a:lnTo>
                  <a:pt x="96497" y="160303"/>
                </a:lnTo>
                <a:lnTo>
                  <a:pt x="47146" y="160303"/>
                </a:lnTo>
                <a:cubicBezTo>
                  <a:pt x="44467" y="160303"/>
                  <a:pt x="42227" y="159398"/>
                  <a:pt x="40426" y="157569"/>
                </a:cubicBezTo>
                <a:cubicBezTo>
                  <a:pt x="38624" y="155750"/>
                  <a:pt x="37719" y="153491"/>
                  <a:pt x="37719" y="150812"/>
                </a:cubicBezTo>
                <a:cubicBezTo>
                  <a:pt x="37719" y="148133"/>
                  <a:pt x="38624" y="145902"/>
                  <a:pt x="40426" y="144119"/>
                </a:cubicBezTo>
                <a:cubicBezTo>
                  <a:pt x="42227" y="142336"/>
                  <a:pt x="44467" y="141449"/>
                  <a:pt x="47146" y="141449"/>
                </a:cubicBezTo>
                <a:lnTo>
                  <a:pt x="96497" y="141449"/>
                </a:lnTo>
                <a:lnTo>
                  <a:pt x="96497" y="124477"/>
                </a:lnTo>
                <a:cubicBezTo>
                  <a:pt x="96497" y="121789"/>
                  <a:pt x="97411" y="119549"/>
                  <a:pt x="99231" y="117747"/>
                </a:cubicBezTo>
                <a:cubicBezTo>
                  <a:pt x="101059" y="115946"/>
                  <a:pt x="103309" y="115041"/>
                  <a:pt x="105988" y="115041"/>
                </a:cubicBezTo>
                <a:cubicBezTo>
                  <a:pt x="108676" y="115041"/>
                  <a:pt x="110908" y="115946"/>
                  <a:pt x="112682" y="117747"/>
                </a:cubicBezTo>
                <a:cubicBezTo>
                  <a:pt x="114465" y="119549"/>
                  <a:pt x="115361" y="121789"/>
                  <a:pt x="115361" y="124477"/>
                </a:cubicBezTo>
                <a:lnTo>
                  <a:pt x="115361" y="176653"/>
                </a:lnTo>
                <a:cubicBezTo>
                  <a:pt x="115361" y="179332"/>
                  <a:pt x="114446" y="181572"/>
                  <a:pt x="112627" y="183374"/>
                </a:cubicBezTo>
                <a:cubicBezTo>
                  <a:pt x="110798" y="185175"/>
                  <a:pt x="108548" y="186080"/>
                  <a:pt x="105869" y="186080"/>
                </a:cubicBezTo>
                <a:cubicBezTo>
                  <a:pt x="103181" y="186080"/>
                  <a:pt x="100950" y="185175"/>
                  <a:pt x="99167" y="183374"/>
                </a:cubicBezTo>
                <a:close/>
                <a:moveTo>
                  <a:pt x="143643" y="160303"/>
                </a:moveTo>
                <a:cubicBezTo>
                  <a:pt x="140964" y="160303"/>
                  <a:pt x="138724" y="159398"/>
                  <a:pt x="136922" y="157569"/>
                </a:cubicBezTo>
                <a:cubicBezTo>
                  <a:pt x="135121" y="155750"/>
                  <a:pt x="134216" y="153491"/>
                  <a:pt x="134216" y="150812"/>
                </a:cubicBezTo>
                <a:cubicBezTo>
                  <a:pt x="134216" y="148133"/>
                  <a:pt x="135121" y="145902"/>
                  <a:pt x="136922" y="144119"/>
                </a:cubicBezTo>
                <a:cubicBezTo>
                  <a:pt x="138724" y="142336"/>
                  <a:pt x="140964" y="141449"/>
                  <a:pt x="143643" y="141449"/>
                </a:cubicBezTo>
                <a:lnTo>
                  <a:pt x="254606" y="141449"/>
                </a:lnTo>
                <a:cubicBezTo>
                  <a:pt x="257285" y="141449"/>
                  <a:pt x="259525" y="142354"/>
                  <a:pt x="261326" y="144183"/>
                </a:cubicBezTo>
                <a:cubicBezTo>
                  <a:pt x="263128" y="146002"/>
                  <a:pt x="264033" y="148261"/>
                  <a:pt x="264033" y="150940"/>
                </a:cubicBezTo>
                <a:cubicBezTo>
                  <a:pt x="264033" y="153619"/>
                  <a:pt x="263128" y="155850"/>
                  <a:pt x="261326" y="157633"/>
                </a:cubicBezTo>
                <a:cubicBezTo>
                  <a:pt x="259525" y="159416"/>
                  <a:pt x="257285" y="160303"/>
                  <a:pt x="254606" y="160303"/>
                </a:cubicBezTo>
                <a:lnTo>
                  <a:pt x="143643" y="160303"/>
                </a:lnTo>
                <a:close/>
                <a:moveTo>
                  <a:pt x="189070" y="105741"/>
                </a:moveTo>
                <a:cubicBezTo>
                  <a:pt x="187287" y="103912"/>
                  <a:pt x="186391" y="101672"/>
                  <a:pt x="186391" y="99011"/>
                </a:cubicBezTo>
                <a:lnTo>
                  <a:pt x="186391" y="47146"/>
                </a:lnTo>
                <a:cubicBezTo>
                  <a:pt x="186391" y="44467"/>
                  <a:pt x="187306" y="42227"/>
                  <a:pt x="189125" y="40426"/>
                </a:cubicBezTo>
                <a:cubicBezTo>
                  <a:pt x="190954" y="38624"/>
                  <a:pt x="193204" y="37719"/>
                  <a:pt x="195892" y="37719"/>
                </a:cubicBezTo>
                <a:cubicBezTo>
                  <a:pt x="198571" y="37719"/>
                  <a:pt x="200802" y="38624"/>
                  <a:pt x="202585" y="40426"/>
                </a:cubicBezTo>
                <a:cubicBezTo>
                  <a:pt x="204359" y="42227"/>
                  <a:pt x="205255" y="44467"/>
                  <a:pt x="205255" y="47146"/>
                </a:cubicBezTo>
                <a:lnTo>
                  <a:pt x="205255" y="63496"/>
                </a:lnTo>
                <a:lnTo>
                  <a:pt x="254606" y="63496"/>
                </a:lnTo>
                <a:cubicBezTo>
                  <a:pt x="257285" y="63496"/>
                  <a:pt x="259525" y="64401"/>
                  <a:pt x="261326" y="66230"/>
                </a:cubicBezTo>
                <a:cubicBezTo>
                  <a:pt x="263128" y="68050"/>
                  <a:pt x="264033" y="70308"/>
                  <a:pt x="264033" y="72987"/>
                </a:cubicBezTo>
                <a:cubicBezTo>
                  <a:pt x="264033" y="75667"/>
                  <a:pt x="263128" y="77898"/>
                  <a:pt x="261326" y="79681"/>
                </a:cubicBezTo>
                <a:cubicBezTo>
                  <a:pt x="259525" y="81464"/>
                  <a:pt x="257285" y="82351"/>
                  <a:pt x="254606" y="82351"/>
                </a:cubicBezTo>
                <a:lnTo>
                  <a:pt x="205255" y="82351"/>
                </a:lnTo>
                <a:lnTo>
                  <a:pt x="205255" y="99011"/>
                </a:lnTo>
                <a:cubicBezTo>
                  <a:pt x="205255" y="101690"/>
                  <a:pt x="204341" y="103940"/>
                  <a:pt x="202521" y="105741"/>
                </a:cubicBezTo>
                <a:cubicBezTo>
                  <a:pt x="200693" y="107543"/>
                  <a:pt x="198443" y="108439"/>
                  <a:pt x="195764" y="108439"/>
                </a:cubicBezTo>
                <a:cubicBezTo>
                  <a:pt x="193076" y="108439"/>
                  <a:pt x="190844" y="107543"/>
                  <a:pt x="189070" y="105741"/>
                </a:cubicBezTo>
                <a:close/>
                <a:moveTo>
                  <a:pt x="47146" y="82351"/>
                </a:moveTo>
                <a:cubicBezTo>
                  <a:pt x="44467" y="82351"/>
                  <a:pt x="42227" y="81446"/>
                  <a:pt x="40426" y="79617"/>
                </a:cubicBezTo>
                <a:cubicBezTo>
                  <a:pt x="38624" y="77797"/>
                  <a:pt x="37719" y="75539"/>
                  <a:pt x="37719" y="72859"/>
                </a:cubicBezTo>
                <a:cubicBezTo>
                  <a:pt x="37719" y="70180"/>
                  <a:pt x="38624" y="67949"/>
                  <a:pt x="40426" y="66166"/>
                </a:cubicBezTo>
                <a:cubicBezTo>
                  <a:pt x="42227" y="64383"/>
                  <a:pt x="44467" y="63496"/>
                  <a:pt x="47146" y="63496"/>
                </a:cubicBezTo>
                <a:lnTo>
                  <a:pt x="158109" y="63496"/>
                </a:lnTo>
                <a:cubicBezTo>
                  <a:pt x="160788" y="63496"/>
                  <a:pt x="163028" y="64401"/>
                  <a:pt x="164830" y="66230"/>
                </a:cubicBezTo>
                <a:cubicBezTo>
                  <a:pt x="166631" y="68050"/>
                  <a:pt x="167536" y="70308"/>
                  <a:pt x="167536" y="72987"/>
                </a:cubicBezTo>
                <a:cubicBezTo>
                  <a:pt x="167536" y="75667"/>
                  <a:pt x="166631" y="77898"/>
                  <a:pt x="164830" y="79681"/>
                </a:cubicBezTo>
                <a:cubicBezTo>
                  <a:pt x="163028" y="81464"/>
                  <a:pt x="160788" y="82351"/>
                  <a:pt x="158109" y="82351"/>
                </a:cubicBezTo>
                <a:lnTo>
                  <a:pt x="47146" y="82351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2" name="圖說"/>
          <p:cNvSpPr/>
          <p:nvPr/>
        </p:nvSpPr>
        <p:spPr>
          <a:xfrm>
            <a:off x="7741722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750" dirty="0"/>
          </a:p>
        </p:txBody>
      </p:sp>
      <p:sp>
        <p:nvSpPr>
          <p:cNvPr id="153" name="圖示 篩選"/>
          <p:cNvSpPr/>
          <p:nvPr/>
        </p:nvSpPr>
        <p:spPr>
          <a:xfrm>
            <a:off x="8441215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8303" y="251460"/>
                </a:moveTo>
                <a:cubicBezTo>
                  <a:pt x="134737" y="251460"/>
                  <a:pt x="131756" y="250253"/>
                  <a:pt x="129342" y="247848"/>
                </a:cubicBezTo>
                <a:cubicBezTo>
                  <a:pt x="126937" y="245434"/>
                  <a:pt x="125730" y="242453"/>
                  <a:pt x="125730" y="238887"/>
                </a:cubicBezTo>
                <a:lnTo>
                  <a:pt x="125730" y="163449"/>
                </a:lnTo>
                <a:lnTo>
                  <a:pt x="50603" y="67583"/>
                </a:lnTo>
                <a:cubicBezTo>
                  <a:pt x="47677" y="64017"/>
                  <a:pt x="47256" y="60250"/>
                  <a:pt x="49350" y="56263"/>
                </a:cubicBezTo>
                <a:cubicBezTo>
                  <a:pt x="51444" y="52285"/>
                  <a:pt x="54690" y="50292"/>
                  <a:pt x="59098" y="50292"/>
                </a:cubicBezTo>
                <a:lnTo>
                  <a:pt x="242663" y="50292"/>
                </a:lnTo>
                <a:cubicBezTo>
                  <a:pt x="247062" y="50292"/>
                  <a:pt x="250308" y="52285"/>
                  <a:pt x="252402" y="56263"/>
                </a:cubicBezTo>
                <a:cubicBezTo>
                  <a:pt x="254496" y="60250"/>
                  <a:pt x="254075" y="64017"/>
                  <a:pt x="251149" y="67583"/>
                </a:cubicBezTo>
                <a:lnTo>
                  <a:pt x="176022" y="163449"/>
                </a:lnTo>
                <a:lnTo>
                  <a:pt x="176022" y="238887"/>
                </a:lnTo>
                <a:cubicBezTo>
                  <a:pt x="176022" y="242453"/>
                  <a:pt x="174815" y="245434"/>
                  <a:pt x="172410" y="247848"/>
                </a:cubicBezTo>
                <a:cubicBezTo>
                  <a:pt x="169996" y="250253"/>
                  <a:pt x="167015" y="251460"/>
                  <a:pt x="163449" y="251460"/>
                </a:cubicBezTo>
                <a:lnTo>
                  <a:pt x="138303" y="251460"/>
                </a:lnTo>
                <a:close/>
                <a:moveTo>
                  <a:pt x="150876" y="164711"/>
                </a:moveTo>
                <a:lnTo>
                  <a:pt x="226314" y="69156"/>
                </a:lnTo>
                <a:lnTo>
                  <a:pt x="75438" y="69156"/>
                </a:lnTo>
                <a:lnTo>
                  <a:pt x="150876" y="164711"/>
                </a:lnTo>
                <a:close/>
                <a:moveTo>
                  <a:pt x="150876" y="164711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4" name="圖說"/>
          <p:cNvSpPr/>
          <p:nvPr/>
        </p:nvSpPr>
        <p:spPr>
          <a:xfrm>
            <a:off x="8296443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750" dirty="0"/>
          </a:p>
        </p:txBody>
      </p:sp>
      <p:sp>
        <p:nvSpPr>
          <p:cNvPr id="155" name="圖示 搜尋"/>
          <p:cNvSpPr/>
          <p:nvPr/>
        </p:nvSpPr>
        <p:spPr>
          <a:xfrm>
            <a:off x="8995936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18817" y="198343"/>
                </a:moveTo>
                <a:cubicBezTo>
                  <a:pt x="96140" y="198343"/>
                  <a:pt x="76956" y="190479"/>
                  <a:pt x="61265" y="174769"/>
                </a:cubicBezTo>
                <a:cubicBezTo>
                  <a:pt x="45565" y="159051"/>
                  <a:pt x="37719" y="140086"/>
                  <a:pt x="37719" y="117875"/>
                </a:cubicBezTo>
                <a:cubicBezTo>
                  <a:pt x="37719" y="95655"/>
                  <a:pt x="45574" y="76700"/>
                  <a:pt x="61292" y="60981"/>
                </a:cubicBezTo>
                <a:cubicBezTo>
                  <a:pt x="77011" y="45263"/>
                  <a:pt x="96030" y="37408"/>
                  <a:pt x="118342" y="37408"/>
                </a:cubicBezTo>
                <a:cubicBezTo>
                  <a:pt x="140662" y="37408"/>
                  <a:pt x="159627" y="45263"/>
                  <a:pt x="175236" y="60981"/>
                </a:cubicBezTo>
                <a:cubicBezTo>
                  <a:pt x="190844" y="76700"/>
                  <a:pt x="198653" y="95674"/>
                  <a:pt x="198653" y="117903"/>
                </a:cubicBezTo>
                <a:cubicBezTo>
                  <a:pt x="198653" y="126891"/>
                  <a:pt x="197190" y="135578"/>
                  <a:pt x="194255" y="143963"/>
                </a:cubicBezTo>
                <a:cubicBezTo>
                  <a:pt x="191320" y="152339"/>
                  <a:pt x="186922" y="160203"/>
                  <a:pt x="181051" y="167536"/>
                </a:cubicBezTo>
                <a:lnTo>
                  <a:pt x="257120" y="242974"/>
                </a:lnTo>
                <a:cubicBezTo>
                  <a:pt x="259004" y="244776"/>
                  <a:pt x="259946" y="247062"/>
                  <a:pt x="259946" y="249823"/>
                </a:cubicBezTo>
                <a:cubicBezTo>
                  <a:pt x="259946" y="252594"/>
                  <a:pt x="259004" y="254916"/>
                  <a:pt x="257120" y="256800"/>
                </a:cubicBezTo>
                <a:cubicBezTo>
                  <a:pt x="255236" y="258693"/>
                  <a:pt x="252905" y="259635"/>
                  <a:pt x="250143" y="259635"/>
                </a:cubicBezTo>
                <a:cubicBezTo>
                  <a:pt x="247373" y="259635"/>
                  <a:pt x="245087" y="258693"/>
                  <a:pt x="243285" y="256800"/>
                </a:cubicBezTo>
                <a:lnTo>
                  <a:pt x="167536" y="181051"/>
                </a:lnTo>
                <a:cubicBezTo>
                  <a:pt x="161245" y="186501"/>
                  <a:pt x="153912" y="190744"/>
                  <a:pt x="145536" y="193780"/>
                </a:cubicBezTo>
                <a:cubicBezTo>
                  <a:pt x="137169" y="196815"/>
                  <a:pt x="128263" y="198343"/>
                  <a:pt x="118817" y="198343"/>
                </a:cubicBezTo>
                <a:close/>
                <a:moveTo>
                  <a:pt x="118497" y="179478"/>
                </a:moveTo>
                <a:cubicBezTo>
                  <a:pt x="135542" y="179478"/>
                  <a:pt x="150007" y="173453"/>
                  <a:pt x="161913" y="161410"/>
                </a:cubicBezTo>
                <a:cubicBezTo>
                  <a:pt x="173837" y="149358"/>
                  <a:pt x="179798" y="134847"/>
                  <a:pt x="179798" y="117875"/>
                </a:cubicBezTo>
                <a:cubicBezTo>
                  <a:pt x="179798" y="100895"/>
                  <a:pt x="173837" y="86383"/>
                  <a:pt x="161913" y="74341"/>
                </a:cubicBezTo>
                <a:cubicBezTo>
                  <a:pt x="150007" y="62289"/>
                  <a:pt x="135542" y="56263"/>
                  <a:pt x="118497" y="56263"/>
                </a:cubicBezTo>
                <a:cubicBezTo>
                  <a:pt x="101297" y="56263"/>
                  <a:pt x="86676" y="62289"/>
                  <a:pt x="74652" y="74341"/>
                </a:cubicBezTo>
                <a:cubicBezTo>
                  <a:pt x="62600" y="86383"/>
                  <a:pt x="56583" y="100895"/>
                  <a:pt x="56583" y="117875"/>
                </a:cubicBezTo>
                <a:cubicBezTo>
                  <a:pt x="56583" y="134847"/>
                  <a:pt x="62600" y="149358"/>
                  <a:pt x="74652" y="161410"/>
                </a:cubicBezTo>
                <a:cubicBezTo>
                  <a:pt x="86676" y="173453"/>
                  <a:pt x="101297" y="179478"/>
                  <a:pt x="118497" y="179478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圖說"/>
          <p:cNvSpPr/>
          <p:nvPr/>
        </p:nvSpPr>
        <p:spPr>
          <a:xfrm>
            <a:off x="8851163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750" dirty="0"/>
          </a:p>
        </p:txBody>
      </p:sp>
      <p:sp>
        <p:nvSpPr>
          <p:cNvPr id="157" name="圖示 想法"/>
          <p:cNvSpPr/>
          <p:nvPr/>
        </p:nvSpPr>
        <p:spPr>
          <a:xfrm>
            <a:off x="9550657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2798" y="269218"/>
                </a:moveTo>
                <a:cubicBezTo>
                  <a:pt x="127879" y="264298"/>
                  <a:pt x="125419" y="258272"/>
                  <a:pt x="125419" y="251149"/>
                </a:cubicBezTo>
                <a:lnTo>
                  <a:pt x="176333" y="251149"/>
                </a:lnTo>
                <a:cubicBezTo>
                  <a:pt x="176333" y="258272"/>
                  <a:pt x="173873" y="264298"/>
                  <a:pt x="168954" y="269218"/>
                </a:cubicBezTo>
                <a:cubicBezTo>
                  <a:pt x="164025" y="274146"/>
                  <a:pt x="157999" y="276606"/>
                  <a:pt x="150876" y="276606"/>
                </a:cubicBezTo>
                <a:cubicBezTo>
                  <a:pt x="143753" y="276606"/>
                  <a:pt x="137727" y="274146"/>
                  <a:pt x="132798" y="269218"/>
                </a:cubicBezTo>
                <a:close/>
                <a:moveTo>
                  <a:pt x="109390" y="231654"/>
                </a:moveTo>
                <a:cubicBezTo>
                  <a:pt x="106665" y="231654"/>
                  <a:pt x="104406" y="230767"/>
                  <a:pt x="102623" y="228984"/>
                </a:cubicBezTo>
                <a:cubicBezTo>
                  <a:pt x="100849" y="227201"/>
                  <a:pt x="99953" y="224952"/>
                  <a:pt x="99953" y="222227"/>
                </a:cubicBezTo>
                <a:cubicBezTo>
                  <a:pt x="99953" y="219502"/>
                  <a:pt x="100849" y="217252"/>
                  <a:pt x="102623" y="215469"/>
                </a:cubicBezTo>
                <a:cubicBezTo>
                  <a:pt x="104406" y="213686"/>
                  <a:pt x="106665" y="212799"/>
                  <a:pt x="109390" y="212799"/>
                </a:cubicBezTo>
                <a:lnTo>
                  <a:pt x="192371" y="212799"/>
                </a:lnTo>
                <a:cubicBezTo>
                  <a:pt x="195087" y="212799"/>
                  <a:pt x="197346" y="213686"/>
                  <a:pt x="199129" y="215469"/>
                </a:cubicBezTo>
                <a:cubicBezTo>
                  <a:pt x="200903" y="217252"/>
                  <a:pt x="201799" y="219502"/>
                  <a:pt x="201799" y="222227"/>
                </a:cubicBezTo>
                <a:cubicBezTo>
                  <a:pt x="201799" y="224952"/>
                  <a:pt x="200903" y="227201"/>
                  <a:pt x="199129" y="228984"/>
                </a:cubicBezTo>
                <a:cubicBezTo>
                  <a:pt x="197346" y="230767"/>
                  <a:pt x="195087" y="231654"/>
                  <a:pt x="192371" y="231654"/>
                </a:cubicBezTo>
                <a:lnTo>
                  <a:pt x="109390" y="231654"/>
                </a:lnTo>
                <a:close/>
                <a:moveTo>
                  <a:pt x="101526" y="193624"/>
                </a:moveTo>
                <a:cubicBezTo>
                  <a:pt x="87700" y="184617"/>
                  <a:pt x="76746" y="173352"/>
                  <a:pt x="68681" y="159837"/>
                </a:cubicBezTo>
                <a:cubicBezTo>
                  <a:pt x="60616" y="146322"/>
                  <a:pt x="56583" y="131070"/>
                  <a:pt x="56583" y="114099"/>
                </a:cubicBezTo>
                <a:cubicBezTo>
                  <a:pt x="56583" y="88532"/>
                  <a:pt x="65901" y="66431"/>
                  <a:pt x="84555" y="47777"/>
                </a:cubicBezTo>
                <a:cubicBezTo>
                  <a:pt x="103199" y="29124"/>
                  <a:pt x="125309" y="19806"/>
                  <a:pt x="150876" y="19806"/>
                </a:cubicBezTo>
                <a:cubicBezTo>
                  <a:pt x="176443" y="19806"/>
                  <a:pt x="198553" y="29124"/>
                  <a:pt x="217197" y="47777"/>
                </a:cubicBezTo>
                <a:cubicBezTo>
                  <a:pt x="235851" y="66431"/>
                  <a:pt x="245178" y="88532"/>
                  <a:pt x="245178" y="114099"/>
                </a:cubicBezTo>
                <a:cubicBezTo>
                  <a:pt x="245178" y="131070"/>
                  <a:pt x="241191" y="146322"/>
                  <a:pt x="233227" y="159837"/>
                </a:cubicBezTo>
                <a:cubicBezTo>
                  <a:pt x="225262" y="173352"/>
                  <a:pt x="214262" y="184617"/>
                  <a:pt x="200226" y="193624"/>
                </a:cubicBezTo>
                <a:lnTo>
                  <a:pt x="101526" y="193624"/>
                </a:lnTo>
                <a:close/>
                <a:moveTo>
                  <a:pt x="108439" y="174769"/>
                </a:moveTo>
                <a:lnTo>
                  <a:pt x="193624" y="174769"/>
                </a:lnTo>
                <a:cubicBezTo>
                  <a:pt x="203683" y="168058"/>
                  <a:pt x="211647" y="159362"/>
                  <a:pt x="217517" y="148672"/>
                </a:cubicBezTo>
                <a:cubicBezTo>
                  <a:pt x="223379" y="137992"/>
                  <a:pt x="226314" y="126462"/>
                  <a:pt x="226314" y="114099"/>
                </a:cubicBezTo>
                <a:cubicBezTo>
                  <a:pt x="226314" y="93351"/>
                  <a:pt x="218926" y="75593"/>
                  <a:pt x="204158" y="60826"/>
                </a:cubicBezTo>
                <a:cubicBezTo>
                  <a:pt x="189381" y="46049"/>
                  <a:pt x="171624" y="38661"/>
                  <a:pt x="150876" y="38661"/>
                </a:cubicBezTo>
                <a:cubicBezTo>
                  <a:pt x="130128" y="38661"/>
                  <a:pt x="112371" y="46049"/>
                  <a:pt x="97594" y="60826"/>
                </a:cubicBezTo>
                <a:cubicBezTo>
                  <a:pt x="82826" y="75593"/>
                  <a:pt x="75438" y="93351"/>
                  <a:pt x="75438" y="114099"/>
                </a:cubicBezTo>
                <a:cubicBezTo>
                  <a:pt x="75438" y="126462"/>
                  <a:pt x="78373" y="137992"/>
                  <a:pt x="84244" y="148672"/>
                </a:cubicBezTo>
                <a:cubicBezTo>
                  <a:pt x="90105" y="159362"/>
                  <a:pt x="98170" y="168058"/>
                  <a:pt x="108439" y="174769"/>
                </a:cubicBezTo>
                <a:close/>
                <a:moveTo>
                  <a:pt x="150876" y="174769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8" name="圖說"/>
          <p:cNvSpPr/>
          <p:nvPr/>
        </p:nvSpPr>
        <p:spPr>
          <a:xfrm>
            <a:off x="9405884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750" dirty="0"/>
          </a:p>
        </p:txBody>
      </p:sp>
      <p:sp>
        <p:nvSpPr>
          <p:cNvPr id="159" name="圖示 目標"/>
          <p:cNvSpPr/>
          <p:nvPr/>
        </p:nvSpPr>
        <p:spPr>
          <a:xfrm>
            <a:off x="10105377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1846" y="266703"/>
                </a:moveTo>
                <a:cubicBezTo>
                  <a:pt x="86548" y="260101"/>
                  <a:pt x="73234" y="251149"/>
                  <a:pt x="61923" y="239829"/>
                </a:cubicBezTo>
                <a:cubicBezTo>
                  <a:pt x="50603" y="228518"/>
                  <a:pt x="41651" y="215204"/>
                  <a:pt x="35049" y="199915"/>
                </a:cubicBezTo>
                <a:cubicBezTo>
                  <a:pt x="28447" y="184617"/>
                  <a:pt x="25146" y="168268"/>
                  <a:pt x="25146" y="150876"/>
                </a:cubicBezTo>
                <a:cubicBezTo>
                  <a:pt x="25146" y="133484"/>
                  <a:pt x="28447" y="117135"/>
                  <a:pt x="35049" y="101846"/>
                </a:cubicBezTo>
                <a:cubicBezTo>
                  <a:pt x="41651" y="86548"/>
                  <a:pt x="50603" y="73234"/>
                  <a:pt x="61923" y="61923"/>
                </a:cubicBezTo>
                <a:cubicBezTo>
                  <a:pt x="73234" y="50603"/>
                  <a:pt x="86548" y="41651"/>
                  <a:pt x="101846" y="35049"/>
                </a:cubicBezTo>
                <a:cubicBezTo>
                  <a:pt x="117135" y="28447"/>
                  <a:pt x="133484" y="25146"/>
                  <a:pt x="150876" y="25146"/>
                </a:cubicBezTo>
                <a:cubicBezTo>
                  <a:pt x="168268" y="25146"/>
                  <a:pt x="184617" y="28447"/>
                  <a:pt x="199915" y="35049"/>
                </a:cubicBezTo>
                <a:cubicBezTo>
                  <a:pt x="215204" y="41651"/>
                  <a:pt x="228518" y="50603"/>
                  <a:pt x="239829" y="61923"/>
                </a:cubicBezTo>
                <a:cubicBezTo>
                  <a:pt x="251149" y="73234"/>
                  <a:pt x="260101" y="86548"/>
                  <a:pt x="266703" y="101846"/>
                </a:cubicBezTo>
                <a:cubicBezTo>
                  <a:pt x="273305" y="117135"/>
                  <a:pt x="276606" y="133484"/>
                  <a:pt x="276606" y="150876"/>
                </a:cubicBezTo>
                <a:cubicBezTo>
                  <a:pt x="276606" y="168268"/>
                  <a:pt x="273305" y="184617"/>
                  <a:pt x="266703" y="199915"/>
                </a:cubicBezTo>
                <a:cubicBezTo>
                  <a:pt x="260101" y="215204"/>
                  <a:pt x="251149" y="228518"/>
                  <a:pt x="239829" y="239829"/>
                </a:cubicBezTo>
                <a:cubicBezTo>
                  <a:pt x="228518" y="251149"/>
                  <a:pt x="215204" y="260101"/>
                  <a:pt x="199915" y="266703"/>
                </a:cubicBezTo>
                <a:cubicBezTo>
                  <a:pt x="184617" y="273305"/>
                  <a:pt x="168268" y="276606"/>
                  <a:pt x="150876" y="276606"/>
                </a:cubicBezTo>
                <a:cubicBezTo>
                  <a:pt x="133484" y="276606"/>
                  <a:pt x="117135" y="273305"/>
                  <a:pt x="101846" y="266703"/>
                </a:cubicBezTo>
                <a:close/>
                <a:moveTo>
                  <a:pt x="226625" y="226625"/>
                </a:moveTo>
                <a:cubicBezTo>
                  <a:pt x="247373" y="205886"/>
                  <a:pt x="257751" y="180631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21121" y="44010"/>
                  <a:pt x="95866" y="54379"/>
                  <a:pt x="75127" y="75127"/>
                </a:cubicBezTo>
                <a:cubicBezTo>
                  <a:pt x="54379" y="95866"/>
                  <a:pt x="44010" y="121121"/>
                  <a:pt x="44010" y="150876"/>
                </a:cubicBezTo>
                <a:cubicBezTo>
                  <a:pt x="44010" y="180631"/>
                  <a:pt x="54379" y="205886"/>
                  <a:pt x="75127" y="226625"/>
                </a:cubicBezTo>
                <a:cubicBezTo>
                  <a:pt x="95866" y="247373"/>
                  <a:pt x="121121" y="257751"/>
                  <a:pt x="150876" y="257751"/>
                </a:cubicBezTo>
                <a:cubicBezTo>
                  <a:pt x="180631" y="257751"/>
                  <a:pt x="205886" y="247373"/>
                  <a:pt x="226625" y="226625"/>
                </a:cubicBezTo>
                <a:close/>
                <a:moveTo>
                  <a:pt x="97438" y="204314"/>
                </a:moveTo>
                <a:cubicBezTo>
                  <a:pt x="82771" y="189647"/>
                  <a:pt x="75438" y="171834"/>
                  <a:pt x="75438" y="150876"/>
                </a:cubicBezTo>
                <a:cubicBezTo>
                  <a:pt x="75438" y="129918"/>
                  <a:pt x="82771" y="112105"/>
                  <a:pt x="97438" y="97438"/>
                </a:cubicBezTo>
                <a:cubicBezTo>
                  <a:pt x="112105" y="82771"/>
                  <a:pt x="129918" y="75438"/>
                  <a:pt x="150876" y="75438"/>
                </a:cubicBezTo>
                <a:cubicBezTo>
                  <a:pt x="171834" y="75438"/>
                  <a:pt x="189647" y="82771"/>
                  <a:pt x="204314" y="97438"/>
                </a:cubicBezTo>
                <a:cubicBezTo>
                  <a:pt x="218981" y="112105"/>
                  <a:pt x="226314" y="129918"/>
                  <a:pt x="226314" y="150876"/>
                </a:cubicBezTo>
                <a:cubicBezTo>
                  <a:pt x="226314" y="171834"/>
                  <a:pt x="218981" y="189647"/>
                  <a:pt x="204314" y="204314"/>
                </a:cubicBezTo>
                <a:cubicBezTo>
                  <a:pt x="189647" y="218981"/>
                  <a:pt x="171834" y="226314"/>
                  <a:pt x="150876" y="226314"/>
                </a:cubicBezTo>
                <a:cubicBezTo>
                  <a:pt x="129918" y="226314"/>
                  <a:pt x="112105" y="218981"/>
                  <a:pt x="97438" y="204314"/>
                </a:cubicBezTo>
                <a:close/>
                <a:moveTo>
                  <a:pt x="190954" y="190954"/>
                </a:moveTo>
                <a:cubicBezTo>
                  <a:pt x="201954" y="179954"/>
                  <a:pt x="207459" y="166595"/>
                  <a:pt x="207459" y="150876"/>
                </a:cubicBezTo>
                <a:cubicBezTo>
                  <a:pt x="207459" y="135157"/>
                  <a:pt x="201954" y="121798"/>
                  <a:pt x="190954" y="110798"/>
                </a:cubicBezTo>
                <a:cubicBezTo>
                  <a:pt x="179954" y="99798"/>
                  <a:pt x="166595" y="94302"/>
                  <a:pt x="150876" y="94302"/>
                </a:cubicBezTo>
                <a:cubicBezTo>
                  <a:pt x="135157" y="94302"/>
                  <a:pt x="121798" y="99798"/>
                  <a:pt x="110798" y="110798"/>
                </a:cubicBezTo>
                <a:cubicBezTo>
                  <a:pt x="99798" y="121798"/>
                  <a:pt x="94302" y="135157"/>
                  <a:pt x="94302" y="150876"/>
                </a:cubicBezTo>
                <a:cubicBezTo>
                  <a:pt x="94302" y="166595"/>
                  <a:pt x="99798" y="179954"/>
                  <a:pt x="110798" y="190954"/>
                </a:cubicBezTo>
                <a:cubicBezTo>
                  <a:pt x="121798" y="201954"/>
                  <a:pt x="135157" y="207459"/>
                  <a:pt x="150876" y="207459"/>
                </a:cubicBezTo>
                <a:cubicBezTo>
                  <a:pt x="166595" y="207459"/>
                  <a:pt x="179954" y="201954"/>
                  <a:pt x="190954" y="190954"/>
                </a:cubicBezTo>
                <a:close/>
                <a:moveTo>
                  <a:pt x="133118" y="168634"/>
                </a:moveTo>
                <a:cubicBezTo>
                  <a:pt x="128190" y="163714"/>
                  <a:pt x="125730" y="157789"/>
                  <a:pt x="125730" y="150876"/>
                </a:cubicBezTo>
                <a:cubicBezTo>
                  <a:pt x="125730" y="143963"/>
                  <a:pt x="128190" y="138038"/>
                  <a:pt x="133118" y="133118"/>
                </a:cubicBezTo>
                <a:cubicBezTo>
                  <a:pt x="138038" y="128190"/>
                  <a:pt x="143963" y="125730"/>
                  <a:pt x="150876" y="125730"/>
                </a:cubicBezTo>
                <a:cubicBezTo>
                  <a:pt x="157789" y="125730"/>
                  <a:pt x="163714" y="128190"/>
                  <a:pt x="168634" y="133118"/>
                </a:cubicBezTo>
                <a:cubicBezTo>
                  <a:pt x="173562" y="138038"/>
                  <a:pt x="176022" y="143963"/>
                  <a:pt x="176022" y="150876"/>
                </a:cubicBezTo>
                <a:cubicBezTo>
                  <a:pt x="176022" y="157789"/>
                  <a:pt x="173562" y="163714"/>
                  <a:pt x="168634" y="168634"/>
                </a:cubicBezTo>
                <a:cubicBezTo>
                  <a:pt x="163714" y="173562"/>
                  <a:pt x="157789" y="176022"/>
                  <a:pt x="150876" y="176022"/>
                </a:cubicBezTo>
                <a:cubicBezTo>
                  <a:pt x="143963" y="176022"/>
                  <a:pt x="138038" y="173562"/>
                  <a:pt x="133118" y="168634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0" name="圖說"/>
          <p:cNvSpPr/>
          <p:nvPr/>
        </p:nvSpPr>
        <p:spPr>
          <a:xfrm>
            <a:off x="9960605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750" dirty="0"/>
          </a:p>
        </p:txBody>
      </p:sp>
      <p:sp>
        <p:nvSpPr>
          <p:cNvPr id="161" name="圖示 里程碑"/>
          <p:cNvSpPr/>
          <p:nvPr/>
        </p:nvSpPr>
        <p:spPr>
          <a:xfrm>
            <a:off x="10660098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81729" y="166905"/>
                </a:moveTo>
                <a:lnTo>
                  <a:pt x="81729" y="254606"/>
                </a:lnTo>
                <a:cubicBezTo>
                  <a:pt x="81729" y="257285"/>
                  <a:pt x="80815" y="259525"/>
                  <a:pt x="78986" y="261326"/>
                </a:cubicBezTo>
                <a:cubicBezTo>
                  <a:pt x="77166" y="263128"/>
                  <a:pt x="74917" y="264033"/>
                  <a:pt x="72228" y="264033"/>
                </a:cubicBezTo>
                <a:cubicBezTo>
                  <a:pt x="69549" y="264033"/>
                  <a:pt x="67318" y="263128"/>
                  <a:pt x="65535" y="261326"/>
                </a:cubicBezTo>
                <a:cubicBezTo>
                  <a:pt x="63752" y="259525"/>
                  <a:pt x="62865" y="257285"/>
                  <a:pt x="62865" y="254606"/>
                </a:cubicBezTo>
                <a:lnTo>
                  <a:pt x="62865" y="59719"/>
                </a:lnTo>
                <a:cubicBezTo>
                  <a:pt x="62865" y="57040"/>
                  <a:pt x="63770" y="54800"/>
                  <a:pt x="65572" y="52999"/>
                </a:cubicBezTo>
                <a:cubicBezTo>
                  <a:pt x="67391" y="51197"/>
                  <a:pt x="69632" y="50292"/>
                  <a:pt x="72292" y="50292"/>
                </a:cubicBezTo>
                <a:lnTo>
                  <a:pt x="163138" y="50292"/>
                </a:lnTo>
                <a:cubicBezTo>
                  <a:pt x="165333" y="50292"/>
                  <a:pt x="167308" y="50969"/>
                  <a:pt x="169045" y="52331"/>
                </a:cubicBezTo>
                <a:cubicBezTo>
                  <a:pt x="170782" y="53694"/>
                  <a:pt x="171852" y="55532"/>
                  <a:pt x="172255" y="57836"/>
                </a:cubicBezTo>
                <a:lnTo>
                  <a:pt x="176653" y="77322"/>
                </a:lnTo>
                <a:lnTo>
                  <a:pt x="242033" y="77322"/>
                </a:lnTo>
                <a:cubicBezTo>
                  <a:pt x="244712" y="77322"/>
                  <a:pt x="246952" y="78227"/>
                  <a:pt x="248753" y="80028"/>
                </a:cubicBezTo>
                <a:cubicBezTo>
                  <a:pt x="250555" y="81830"/>
                  <a:pt x="251460" y="84070"/>
                  <a:pt x="251460" y="86758"/>
                </a:cubicBezTo>
                <a:lnTo>
                  <a:pt x="251460" y="184197"/>
                </a:lnTo>
                <a:cubicBezTo>
                  <a:pt x="251460" y="186876"/>
                  <a:pt x="250555" y="189116"/>
                  <a:pt x="248753" y="190918"/>
                </a:cubicBezTo>
                <a:cubicBezTo>
                  <a:pt x="246952" y="192719"/>
                  <a:pt x="244712" y="193624"/>
                  <a:pt x="242033" y="193624"/>
                </a:cubicBezTo>
                <a:lnTo>
                  <a:pt x="178537" y="193624"/>
                </a:lnTo>
                <a:cubicBezTo>
                  <a:pt x="176333" y="193624"/>
                  <a:pt x="174367" y="192993"/>
                  <a:pt x="172630" y="191741"/>
                </a:cubicBezTo>
                <a:cubicBezTo>
                  <a:pt x="170892" y="190479"/>
                  <a:pt x="169822" y="188696"/>
                  <a:pt x="169420" y="186391"/>
                </a:cubicBezTo>
                <a:lnTo>
                  <a:pt x="165022" y="166905"/>
                </a:lnTo>
                <a:lnTo>
                  <a:pt x="81729" y="166905"/>
                </a:lnTo>
                <a:close/>
                <a:moveTo>
                  <a:pt x="187022" y="174769"/>
                </a:moveTo>
                <a:lnTo>
                  <a:pt x="232605" y="174769"/>
                </a:lnTo>
                <a:lnTo>
                  <a:pt x="232605" y="96186"/>
                </a:lnTo>
                <a:lnTo>
                  <a:pt x="168167" y="96186"/>
                </a:lnTo>
                <a:cubicBezTo>
                  <a:pt x="165964" y="96186"/>
                  <a:pt x="163998" y="95500"/>
                  <a:pt x="162251" y="94137"/>
                </a:cubicBezTo>
                <a:cubicBezTo>
                  <a:pt x="160514" y="92775"/>
                  <a:pt x="159444" y="90946"/>
                  <a:pt x="159051" y="88642"/>
                </a:cubicBezTo>
                <a:lnTo>
                  <a:pt x="154652" y="69156"/>
                </a:lnTo>
                <a:lnTo>
                  <a:pt x="81729" y="69156"/>
                </a:lnTo>
                <a:lnTo>
                  <a:pt x="81729" y="148051"/>
                </a:lnTo>
                <a:lnTo>
                  <a:pt x="173507" y="148051"/>
                </a:lnTo>
                <a:cubicBezTo>
                  <a:pt x="175711" y="148051"/>
                  <a:pt x="177677" y="148672"/>
                  <a:pt x="179414" y="149934"/>
                </a:cubicBezTo>
                <a:cubicBezTo>
                  <a:pt x="181152" y="151187"/>
                  <a:pt x="182222" y="152970"/>
                  <a:pt x="182624" y="155274"/>
                </a:cubicBezTo>
                <a:lnTo>
                  <a:pt x="187022" y="174769"/>
                </a:lnTo>
                <a:close/>
                <a:moveTo>
                  <a:pt x="157167" y="121963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圖說"/>
          <p:cNvSpPr/>
          <p:nvPr/>
        </p:nvSpPr>
        <p:spPr>
          <a:xfrm>
            <a:off x="10515326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750" dirty="0"/>
          </a:p>
        </p:txBody>
      </p:sp>
      <p:sp>
        <p:nvSpPr>
          <p:cNvPr id="163" name="圖示 成果"/>
          <p:cNvSpPr/>
          <p:nvPr/>
        </p:nvSpPr>
        <p:spPr>
          <a:xfrm>
            <a:off x="11214819" y="3250692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1449" y="245178"/>
                </a:moveTo>
                <a:lnTo>
                  <a:pt x="141449" y="198653"/>
                </a:lnTo>
                <a:cubicBezTo>
                  <a:pt x="130128" y="196349"/>
                  <a:pt x="120070" y="191475"/>
                  <a:pt x="111273" y="184041"/>
                </a:cubicBezTo>
                <a:cubicBezTo>
                  <a:pt x="102468" y="176598"/>
                  <a:pt x="96396" y="167326"/>
                  <a:pt x="93040" y="156216"/>
                </a:cubicBezTo>
                <a:cubicBezTo>
                  <a:pt x="77532" y="154543"/>
                  <a:pt x="64438" y="148261"/>
                  <a:pt x="53748" y="137361"/>
                </a:cubicBezTo>
                <a:cubicBezTo>
                  <a:pt x="43059" y="126462"/>
                  <a:pt x="37719" y="113367"/>
                  <a:pt x="37719" y="98069"/>
                </a:cubicBezTo>
                <a:lnTo>
                  <a:pt x="37719" y="84244"/>
                </a:lnTo>
                <a:cubicBezTo>
                  <a:pt x="37719" y="79041"/>
                  <a:pt x="39566" y="74597"/>
                  <a:pt x="43251" y="70912"/>
                </a:cubicBezTo>
                <a:cubicBezTo>
                  <a:pt x="46964" y="67227"/>
                  <a:pt x="51398" y="65380"/>
                  <a:pt x="56583" y="65380"/>
                </a:cubicBezTo>
                <a:lnTo>
                  <a:pt x="89273" y="65380"/>
                </a:lnTo>
                <a:lnTo>
                  <a:pt x="89273" y="56583"/>
                </a:lnTo>
                <a:cubicBezTo>
                  <a:pt x="89273" y="51380"/>
                  <a:pt x="91111" y="46936"/>
                  <a:pt x="94805" y="43251"/>
                </a:cubicBezTo>
                <a:cubicBezTo>
                  <a:pt x="98508" y="39566"/>
                  <a:pt x="102952" y="37719"/>
                  <a:pt x="108128" y="37719"/>
                </a:cubicBezTo>
                <a:lnTo>
                  <a:pt x="193624" y="37719"/>
                </a:lnTo>
                <a:cubicBezTo>
                  <a:pt x="198818" y="37719"/>
                  <a:pt x="203262" y="39566"/>
                  <a:pt x="206956" y="43251"/>
                </a:cubicBezTo>
                <a:cubicBezTo>
                  <a:pt x="210641" y="46936"/>
                  <a:pt x="212488" y="51380"/>
                  <a:pt x="212488" y="56583"/>
                </a:cubicBezTo>
                <a:lnTo>
                  <a:pt x="212488" y="65380"/>
                </a:lnTo>
                <a:lnTo>
                  <a:pt x="245178" y="65380"/>
                </a:lnTo>
                <a:cubicBezTo>
                  <a:pt x="250372" y="65380"/>
                  <a:pt x="254816" y="67227"/>
                  <a:pt x="258501" y="70912"/>
                </a:cubicBezTo>
                <a:cubicBezTo>
                  <a:pt x="262186" y="74597"/>
                  <a:pt x="264033" y="79041"/>
                  <a:pt x="264033" y="84244"/>
                </a:cubicBezTo>
                <a:lnTo>
                  <a:pt x="264033" y="98069"/>
                </a:lnTo>
                <a:cubicBezTo>
                  <a:pt x="264033" y="113367"/>
                  <a:pt x="258693" y="126462"/>
                  <a:pt x="248004" y="137361"/>
                </a:cubicBezTo>
                <a:cubicBezTo>
                  <a:pt x="237314" y="148261"/>
                  <a:pt x="224220" y="154543"/>
                  <a:pt x="208712" y="156216"/>
                </a:cubicBezTo>
                <a:cubicBezTo>
                  <a:pt x="205356" y="167326"/>
                  <a:pt x="199284" y="176598"/>
                  <a:pt x="190479" y="184041"/>
                </a:cubicBezTo>
                <a:cubicBezTo>
                  <a:pt x="181682" y="191475"/>
                  <a:pt x="171624" y="196349"/>
                  <a:pt x="160303" y="198653"/>
                </a:cubicBezTo>
                <a:lnTo>
                  <a:pt x="160303" y="245178"/>
                </a:lnTo>
                <a:lnTo>
                  <a:pt x="198653" y="245178"/>
                </a:lnTo>
                <a:cubicBezTo>
                  <a:pt x="201333" y="245178"/>
                  <a:pt x="203582" y="246083"/>
                  <a:pt x="205383" y="247912"/>
                </a:cubicBezTo>
                <a:cubicBezTo>
                  <a:pt x="207185" y="249732"/>
                  <a:pt x="208081" y="251981"/>
                  <a:pt x="208081" y="254670"/>
                </a:cubicBezTo>
                <a:cubicBezTo>
                  <a:pt x="208081" y="257349"/>
                  <a:pt x="207185" y="259580"/>
                  <a:pt x="205383" y="261363"/>
                </a:cubicBezTo>
                <a:cubicBezTo>
                  <a:pt x="203582" y="263146"/>
                  <a:pt x="201333" y="264033"/>
                  <a:pt x="198653" y="264033"/>
                </a:cubicBezTo>
                <a:lnTo>
                  <a:pt x="103099" y="264033"/>
                </a:lnTo>
                <a:cubicBezTo>
                  <a:pt x="100419" y="264033"/>
                  <a:pt x="98170" y="263119"/>
                  <a:pt x="96369" y="261299"/>
                </a:cubicBezTo>
                <a:cubicBezTo>
                  <a:pt x="94567" y="259479"/>
                  <a:pt x="93671" y="257221"/>
                  <a:pt x="93671" y="254542"/>
                </a:cubicBezTo>
                <a:cubicBezTo>
                  <a:pt x="93671" y="251862"/>
                  <a:pt x="94567" y="249622"/>
                  <a:pt x="96369" y="247848"/>
                </a:cubicBezTo>
                <a:cubicBezTo>
                  <a:pt x="98170" y="246065"/>
                  <a:pt x="100419" y="245178"/>
                  <a:pt x="103099" y="245178"/>
                </a:cubicBezTo>
                <a:lnTo>
                  <a:pt x="141449" y="245178"/>
                </a:lnTo>
                <a:close/>
                <a:moveTo>
                  <a:pt x="89273" y="136419"/>
                </a:moveTo>
                <a:lnTo>
                  <a:pt x="89273" y="84244"/>
                </a:lnTo>
                <a:lnTo>
                  <a:pt x="56583" y="84244"/>
                </a:lnTo>
                <a:lnTo>
                  <a:pt x="56583" y="98069"/>
                </a:lnTo>
                <a:cubicBezTo>
                  <a:pt x="56583" y="107497"/>
                  <a:pt x="59674" y="115726"/>
                  <a:pt x="65855" y="122740"/>
                </a:cubicBezTo>
                <a:cubicBezTo>
                  <a:pt x="72036" y="129763"/>
                  <a:pt x="79836" y="134325"/>
                  <a:pt x="89273" y="136419"/>
                </a:cubicBezTo>
                <a:close/>
                <a:moveTo>
                  <a:pt x="181207" y="168167"/>
                </a:moveTo>
                <a:cubicBezTo>
                  <a:pt x="189482" y="159801"/>
                  <a:pt x="193624" y="149642"/>
                  <a:pt x="193624" y="137672"/>
                </a:cubicBezTo>
                <a:lnTo>
                  <a:pt x="193624" y="56583"/>
                </a:lnTo>
                <a:lnTo>
                  <a:pt x="108128" y="56583"/>
                </a:lnTo>
                <a:lnTo>
                  <a:pt x="108128" y="137672"/>
                </a:lnTo>
                <a:cubicBezTo>
                  <a:pt x="108128" y="149642"/>
                  <a:pt x="112288" y="159801"/>
                  <a:pt x="120609" y="168167"/>
                </a:cubicBezTo>
                <a:cubicBezTo>
                  <a:pt x="128949" y="176543"/>
                  <a:pt x="139062" y="180740"/>
                  <a:pt x="150940" y="180740"/>
                </a:cubicBezTo>
                <a:cubicBezTo>
                  <a:pt x="162845" y="180740"/>
                  <a:pt x="172931" y="176543"/>
                  <a:pt x="181207" y="168167"/>
                </a:cubicBezTo>
                <a:close/>
                <a:moveTo>
                  <a:pt x="212488" y="136419"/>
                </a:moveTo>
                <a:cubicBezTo>
                  <a:pt x="221916" y="134325"/>
                  <a:pt x="229716" y="129763"/>
                  <a:pt x="235897" y="122740"/>
                </a:cubicBezTo>
                <a:cubicBezTo>
                  <a:pt x="242078" y="115726"/>
                  <a:pt x="245178" y="107497"/>
                  <a:pt x="245178" y="98069"/>
                </a:cubicBezTo>
                <a:lnTo>
                  <a:pt x="245178" y="84244"/>
                </a:lnTo>
                <a:lnTo>
                  <a:pt x="212488" y="84244"/>
                </a:lnTo>
                <a:lnTo>
                  <a:pt x="212488" y="136419"/>
                </a:lnTo>
                <a:close/>
                <a:moveTo>
                  <a:pt x="150876" y="118497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4" name="圖說"/>
          <p:cNvSpPr/>
          <p:nvPr/>
        </p:nvSpPr>
        <p:spPr>
          <a:xfrm>
            <a:off x="11070046" y="3579876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750" dirty="0"/>
          </a:p>
        </p:txBody>
      </p:sp>
      <p:sp>
        <p:nvSpPr>
          <p:cNvPr id="165" name="圖示 重點"/>
          <p:cNvSpPr/>
          <p:nvPr/>
        </p:nvSpPr>
        <p:spPr>
          <a:xfrm>
            <a:off x="675124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1526" y="224741"/>
                </a:moveTo>
                <a:lnTo>
                  <a:pt x="150876" y="195197"/>
                </a:lnTo>
                <a:lnTo>
                  <a:pt x="200226" y="225061"/>
                </a:lnTo>
                <a:lnTo>
                  <a:pt x="187022" y="169109"/>
                </a:lnTo>
                <a:lnTo>
                  <a:pt x="230401" y="131390"/>
                </a:lnTo>
                <a:lnTo>
                  <a:pt x="173197" y="126361"/>
                </a:lnTo>
                <a:lnTo>
                  <a:pt x="150876" y="73554"/>
                </a:lnTo>
                <a:lnTo>
                  <a:pt x="128555" y="126041"/>
                </a:lnTo>
                <a:lnTo>
                  <a:pt x="71351" y="131070"/>
                </a:lnTo>
                <a:lnTo>
                  <a:pt x="114730" y="168789"/>
                </a:lnTo>
                <a:lnTo>
                  <a:pt x="101526" y="224741"/>
                </a:lnTo>
                <a:close/>
                <a:moveTo>
                  <a:pt x="150876" y="217197"/>
                </a:moveTo>
                <a:lnTo>
                  <a:pt x="92409" y="252402"/>
                </a:lnTo>
                <a:cubicBezTo>
                  <a:pt x="90736" y="253453"/>
                  <a:pt x="88953" y="253920"/>
                  <a:pt x="87069" y="253819"/>
                </a:cubicBezTo>
                <a:cubicBezTo>
                  <a:pt x="85186" y="253709"/>
                  <a:pt x="83503" y="253133"/>
                  <a:pt x="82040" y="252091"/>
                </a:cubicBezTo>
                <a:cubicBezTo>
                  <a:pt x="80568" y="251039"/>
                  <a:pt x="79471" y="249677"/>
                  <a:pt x="78739" y="248004"/>
                </a:cubicBezTo>
                <a:cubicBezTo>
                  <a:pt x="78007" y="246330"/>
                  <a:pt x="77852" y="244437"/>
                  <a:pt x="78263" y="242343"/>
                </a:cubicBezTo>
                <a:lnTo>
                  <a:pt x="93671" y="175711"/>
                </a:lnTo>
                <a:lnTo>
                  <a:pt x="42117" y="130759"/>
                </a:lnTo>
                <a:cubicBezTo>
                  <a:pt x="40444" y="129296"/>
                  <a:pt x="39447" y="127669"/>
                  <a:pt x="39136" y="125885"/>
                </a:cubicBezTo>
                <a:cubicBezTo>
                  <a:pt x="38816" y="124102"/>
                  <a:pt x="38871" y="122374"/>
                  <a:pt x="39292" y="120701"/>
                </a:cubicBezTo>
                <a:cubicBezTo>
                  <a:pt x="39712" y="119027"/>
                  <a:pt x="40654" y="117610"/>
                  <a:pt x="42117" y="116458"/>
                </a:cubicBezTo>
                <a:cubicBezTo>
                  <a:pt x="43589" y="115306"/>
                  <a:pt x="45363" y="114620"/>
                  <a:pt x="47467" y="114419"/>
                </a:cubicBezTo>
                <a:lnTo>
                  <a:pt x="115672" y="108439"/>
                </a:lnTo>
                <a:lnTo>
                  <a:pt x="142079" y="45574"/>
                </a:lnTo>
                <a:cubicBezTo>
                  <a:pt x="142912" y="43690"/>
                  <a:pt x="144173" y="42273"/>
                  <a:pt x="145847" y="41331"/>
                </a:cubicBezTo>
                <a:cubicBezTo>
                  <a:pt x="147520" y="40389"/>
                  <a:pt x="149203" y="39923"/>
                  <a:pt x="150876" y="39923"/>
                </a:cubicBezTo>
                <a:cubicBezTo>
                  <a:pt x="152549" y="39923"/>
                  <a:pt x="154232" y="40389"/>
                  <a:pt x="155905" y="41331"/>
                </a:cubicBezTo>
                <a:cubicBezTo>
                  <a:pt x="157579" y="42273"/>
                  <a:pt x="158840" y="43690"/>
                  <a:pt x="159682" y="45574"/>
                </a:cubicBezTo>
                <a:lnTo>
                  <a:pt x="186080" y="108439"/>
                </a:lnTo>
                <a:lnTo>
                  <a:pt x="254285" y="114419"/>
                </a:lnTo>
                <a:cubicBezTo>
                  <a:pt x="256389" y="114620"/>
                  <a:pt x="258163" y="115306"/>
                  <a:pt x="259635" y="116458"/>
                </a:cubicBezTo>
                <a:cubicBezTo>
                  <a:pt x="261098" y="117610"/>
                  <a:pt x="262040" y="119027"/>
                  <a:pt x="262460" y="120701"/>
                </a:cubicBezTo>
                <a:cubicBezTo>
                  <a:pt x="262881" y="122374"/>
                  <a:pt x="262936" y="124102"/>
                  <a:pt x="262616" y="125885"/>
                </a:cubicBezTo>
                <a:cubicBezTo>
                  <a:pt x="262305" y="127669"/>
                  <a:pt x="261308" y="129296"/>
                  <a:pt x="259635" y="130759"/>
                </a:cubicBezTo>
                <a:lnTo>
                  <a:pt x="208081" y="175711"/>
                </a:lnTo>
                <a:lnTo>
                  <a:pt x="223489" y="242343"/>
                </a:lnTo>
                <a:cubicBezTo>
                  <a:pt x="223900" y="244437"/>
                  <a:pt x="223745" y="246330"/>
                  <a:pt x="223013" y="248004"/>
                </a:cubicBezTo>
                <a:cubicBezTo>
                  <a:pt x="222281" y="249677"/>
                  <a:pt x="221184" y="251039"/>
                  <a:pt x="219712" y="252091"/>
                </a:cubicBezTo>
                <a:cubicBezTo>
                  <a:pt x="218249" y="253133"/>
                  <a:pt x="216566" y="253709"/>
                  <a:pt x="214683" y="253819"/>
                </a:cubicBezTo>
                <a:cubicBezTo>
                  <a:pt x="212799" y="253920"/>
                  <a:pt x="211016" y="253453"/>
                  <a:pt x="209343" y="252402"/>
                </a:cubicBezTo>
                <a:lnTo>
                  <a:pt x="150876" y="217197"/>
                </a:lnTo>
                <a:close/>
                <a:moveTo>
                  <a:pt x="150876" y="152449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6" name="圖說"/>
          <p:cNvSpPr/>
          <p:nvPr/>
        </p:nvSpPr>
        <p:spPr>
          <a:xfrm>
            <a:off x="530352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750" dirty="0"/>
          </a:p>
        </p:txBody>
      </p:sp>
      <p:sp>
        <p:nvSpPr>
          <p:cNvPr id="167" name="圖示 思考"/>
          <p:cNvSpPr/>
          <p:nvPr/>
        </p:nvSpPr>
        <p:spPr>
          <a:xfrm>
            <a:off x="1229845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0187" y="170362"/>
                </a:moveTo>
                <a:lnTo>
                  <a:pt x="140818" y="179798"/>
                </a:lnTo>
                <a:cubicBezTo>
                  <a:pt x="140964" y="181097"/>
                  <a:pt x="141467" y="182148"/>
                  <a:pt x="142326" y="182971"/>
                </a:cubicBezTo>
                <a:cubicBezTo>
                  <a:pt x="143168" y="183785"/>
                  <a:pt x="144201" y="184197"/>
                  <a:pt x="145435" y="184197"/>
                </a:cubicBezTo>
                <a:lnTo>
                  <a:pt x="155622" y="184197"/>
                </a:lnTo>
                <a:cubicBezTo>
                  <a:pt x="156856" y="184197"/>
                  <a:pt x="157908" y="183785"/>
                  <a:pt x="158767" y="182971"/>
                </a:cubicBezTo>
                <a:cubicBezTo>
                  <a:pt x="159627" y="182148"/>
                  <a:pt x="160139" y="181097"/>
                  <a:pt x="160303" y="179798"/>
                </a:cubicBezTo>
                <a:lnTo>
                  <a:pt x="160934" y="170362"/>
                </a:lnTo>
                <a:cubicBezTo>
                  <a:pt x="163449" y="169941"/>
                  <a:pt x="165808" y="169054"/>
                  <a:pt x="168003" y="167692"/>
                </a:cubicBezTo>
                <a:cubicBezTo>
                  <a:pt x="170188" y="166348"/>
                  <a:pt x="172127" y="164830"/>
                  <a:pt x="173818" y="163138"/>
                </a:cubicBezTo>
                <a:lnTo>
                  <a:pt x="183255" y="166274"/>
                </a:lnTo>
                <a:cubicBezTo>
                  <a:pt x="184297" y="166695"/>
                  <a:pt x="185349" y="166695"/>
                  <a:pt x="186391" y="166274"/>
                </a:cubicBezTo>
                <a:cubicBezTo>
                  <a:pt x="187443" y="165863"/>
                  <a:pt x="188257" y="165150"/>
                  <a:pt x="188851" y="164144"/>
                </a:cubicBezTo>
                <a:lnTo>
                  <a:pt x="193688" y="155878"/>
                </a:lnTo>
                <a:cubicBezTo>
                  <a:pt x="194273" y="154872"/>
                  <a:pt x="194511" y="153839"/>
                  <a:pt x="194411" y="152796"/>
                </a:cubicBezTo>
                <a:cubicBezTo>
                  <a:pt x="194301" y="151745"/>
                  <a:pt x="193761" y="150785"/>
                  <a:pt x="192774" y="149898"/>
                </a:cubicBezTo>
                <a:lnTo>
                  <a:pt x="186391" y="144905"/>
                </a:lnTo>
                <a:cubicBezTo>
                  <a:pt x="187443" y="141970"/>
                  <a:pt x="187964" y="138934"/>
                  <a:pt x="187964" y="135788"/>
                </a:cubicBezTo>
                <a:cubicBezTo>
                  <a:pt x="187964" y="132643"/>
                  <a:pt x="187443" y="129607"/>
                  <a:pt x="186391" y="126672"/>
                </a:cubicBezTo>
                <a:lnTo>
                  <a:pt x="192774" y="121707"/>
                </a:lnTo>
                <a:cubicBezTo>
                  <a:pt x="193761" y="120829"/>
                  <a:pt x="194301" y="119860"/>
                  <a:pt x="194411" y="118817"/>
                </a:cubicBezTo>
                <a:cubicBezTo>
                  <a:pt x="194511" y="117766"/>
                  <a:pt x="194273" y="116741"/>
                  <a:pt x="193688" y="115736"/>
                </a:cubicBezTo>
                <a:lnTo>
                  <a:pt x="188851" y="107469"/>
                </a:lnTo>
                <a:cubicBezTo>
                  <a:pt x="188257" y="106445"/>
                  <a:pt x="187443" y="105714"/>
                  <a:pt x="186391" y="105302"/>
                </a:cubicBezTo>
                <a:cubicBezTo>
                  <a:pt x="185349" y="104882"/>
                  <a:pt x="184297" y="104882"/>
                  <a:pt x="183255" y="105302"/>
                </a:cubicBezTo>
                <a:lnTo>
                  <a:pt x="173818" y="108439"/>
                </a:lnTo>
                <a:cubicBezTo>
                  <a:pt x="172081" y="106829"/>
                  <a:pt x="170069" y="105385"/>
                  <a:pt x="167783" y="104104"/>
                </a:cubicBezTo>
                <a:cubicBezTo>
                  <a:pt x="165525" y="102806"/>
                  <a:pt x="163239" y="101846"/>
                  <a:pt x="160934" y="101215"/>
                </a:cubicBezTo>
                <a:lnTo>
                  <a:pt x="160303" y="91787"/>
                </a:lnTo>
                <a:cubicBezTo>
                  <a:pt x="160157" y="90480"/>
                  <a:pt x="159654" y="89428"/>
                  <a:pt x="158795" y="88605"/>
                </a:cubicBezTo>
                <a:cubicBezTo>
                  <a:pt x="157963" y="87792"/>
                  <a:pt x="156920" y="87380"/>
                  <a:pt x="155686" y="87380"/>
                </a:cubicBezTo>
                <a:lnTo>
                  <a:pt x="145499" y="87380"/>
                </a:lnTo>
                <a:cubicBezTo>
                  <a:pt x="144265" y="87380"/>
                  <a:pt x="143213" y="87792"/>
                  <a:pt x="142354" y="88605"/>
                </a:cubicBezTo>
                <a:cubicBezTo>
                  <a:pt x="141494" y="89428"/>
                  <a:pt x="140982" y="90480"/>
                  <a:pt x="140818" y="91787"/>
                </a:cubicBezTo>
                <a:lnTo>
                  <a:pt x="140187" y="101215"/>
                </a:lnTo>
                <a:cubicBezTo>
                  <a:pt x="137882" y="101846"/>
                  <a:pt x="135596" y="102806"/>
                  <a:pt x="133338" y="104104"/>
                </a:cubicBezTo>
                <a:cubicBezTo>
                  <a:pt x="131052" y="105385"/>
                  <a:pt x="129040" y="106829"/>
                  <a:pt x="127303" y="108439"/>
                </a:cubicBezTo>
                <a:lnTo>
                  <a:pt x="117875" y="105302"/>
                </a:lnTo>
                <a:cubicBezTo>
                  <a:pt x="116824" y="104882"/>
                  <a:pt x="115772" y="104882"/>
                  <a:pt x="114730" y="105302"/>
                </a:cubicBezTo>
                <a:cubicBezTo>
                  <a:pt x="113678" y="105714"/>
                  <a:pt x="112864" y="106427"/>
                  <a:pt x="112279" y="107433"/>
                </a:cubicBezTo>
                <a:lnTo>
                  <a:pt x="107433" y="115699"/>
                </a:lnTo>
                <a:cubicBezTo>
                  <a:pt x="106848" y="116732"/>
                  <a:pt x="106610" y="117766"/>
                  <a:pt x="106710" y="118817"/>
                </a:cubicBezTo>
                <a:cubicBezTo>
                  <a:pt x="106820" y="119860"/>
                  <a:pt x="107360" y="120829"/>
                  <a:pt x="108347" y="121707"/>
                </a:cubicBezTo>
                <a:lnTo>
                  <a:pt x="114730" y="126672"/>
                </a:lnTo>
                <a:cubicBezTo>
                  <a:pt x="113678" y="129607"/>
                  <a:pt x="113157" y="132643"/>
                  <a:pt x="113157" y="135788"/>
                </a:cubicBezTo>
                <a:cubicBezTo>
                  <a:pt x="113157" y="138934"/>
                  <a:pt x="113678" y="141970"/>
                  <a:pt x="114730" y="144905"/>
                </a:cubicBezTo>
                <a:lnTo>
                  <a:pt x="108347" y="149870"/>
                </a:lnTo>
                <a:cubicBezTo>
                  <a:pt x="107360" y="150748"/>
                  <a:pt x="106820" y="151717"/>
                  <a:pt x="106710" y="152760"/>
                </a:cubicBezTo>
                <a:cubicBezTo>
                  <a:pt x="106610" y="153811"/>
                  <a:pt x="106848" y="154835"/>
                  <a:pt x="107433" y="155841"/>
                </a:cubicBezTo>
                <a:lnTo>
                  <a:pt x="112279" y="164107"/>
                </a:lnTo>
                <a:cubicBezTo>
                  <a:pt x="112864" y="165131"/>
                  <a:pt x="113678" y="165863"/>
                  <a:pt x="114730" y="166274"/>
                </a:cubicBezTo>
                <a:cubicBezTo>
                  <a:pt x="115772" y="166695"/>
                  <a:pt x="116824" y="166695"/>
                  <a:pt x="117875" y="166274"/>
                </a:cubicBezTo>
                <a:lnTo>
                  <a:pt x="127303" y="163138"/>
                </a:lnTo>
                <a:cubicBezTo>
                  <a:pt x="129004" y="164830"/>
                  <a:pt x="130933" y="166348"/>
                  <a:pt x="133118" y="167692"/>
                </a:cubicBezTo>
                <a:cubicBezTo>
                  <a:pt x="135313" y="169054"/>
                  <a:pt x="137672" y="169941"/>
                  <a:pt x="140187" y="170362"/>
                </a:cubicBezTo>
                <a:close/>
                <a:moveTo>
                  <a:pt x="135002" y="151379"/>
                </a:moveTo>
                <a:cubicBezTo>
                  <a:pt x="130704" y="147109"/>
                  <a:pt x="128555" y="141915"/>
                  <a:pt x="128555" y="135816"/>
                </a:cubicBezTo>
                <a:cubicBezTo>
                  <a:pt x="128555" y="129726"/>
                  <a:pt x="130695" y="124523"/>
                  <a:pt x="134975" y="120225"/>
                </a:cubicBezTo>
                <a:cubicBezTo>
                  <a:pt x="139245" y="115937"/>
                  <a:pt x="144429" y="113788"/>
                  <a:pt x="150529" y="113788"/>
                </a:cubicBezTo>
                <a:cubicBezTo>
                  <a:pt x="156628" y="113788"/>
                  <a:pt x="161821" y="115928"/>
                  <a:pt x="166119" y="120198"/>
                </a:cubicBezTo>
                <a:cubicBezTo>
                  <a:pt x="170417" y="124477"/>
                  <a:pt x="172566" y="129662"/>
                  <a:pt x="172566" y="135761"/>
                </a:cubicBezTo>
                <a:cubicBezTo>
                  <a:pt x="172566" y="141851"/>
                  <a:pt x="170426" y="147054"/>
                  <a:pt x="166156" y="151351"/>
                </a:cubicBezTo>
                <a:cubicBezTo>
                  <a:pt x="161876" y="155640"/>
                  <a:pt x="156692" y="157789"/>
                  <a:pt x="150593" y="157789"/>
                </a:cubicBezTo>
                <a:cubicBezTo>
                  <a:pt x="144493" y="157789"/>
                  <a:pt x="139300" y="155658"/>
                  <a:pt x="135002" y="151379"/>
                </a:cubicBezTo>
                <a:close/>
                <a:moveTo>
                  <a:pt x="75438" y="222547"/>
                </a:moveTo>
                <a:cubicBezTo>
                  <a:pt x="63496" y="211647"/>
                  <a:pt x="54224" y="198919"/>
                  <a:pt x="47622" y="184352"/>
                </a:cubicBezTo>
                <a:cubicBezTo>
                  <a:pt x="41020" y="169786"/>
                  <a:pt x="37719" y="154442"/>
                  <a:pt x="37719" y="138303"/>
                </a:cubicBezTo>
                <a:cubicBezTo>
                  <a:pt x="37719" y="106875"/>
                  <a:pt x="48719" y="80156"/>
                  <a:pt x="70720" y="58147"/>
                </a:cubicBezTo>
                <a:cubicBezTo>
                  <a:pt x="92729" y="36146"/>
                  <a:pt x="119448" y="25146"/>
                  <a:pt x="150876" y="25146"/>
                </a:cubicBezTo>
                <a:cubicBezTo>
                  <a:pt x="177074" y="25146"/>
                  <a:pt x="200281" y="32845"/>
                  <a:pt x="220498" y="48253"/>
                </a:cubicBezTo>
                <a:cubicBezTo>
                  <a:pt x="240725" y="63651"/>
                  <a:pt x="253874" y="83713"/>
                  <a:pt x="259946" y="108439"/>
                </a:cubicBezTo>
                <a:lnTo>
                  <a:pt x="277237" y="176964"/>
                </a:lnTo>
                <a:cubicBezTo>
                  <a:pt x="278069" y="179899"/>
                  <a:pt x="277548" y="182569"/>
                  <a:pt x="275664" y="184983"/>
                </a:cubicBezTo>
                <a:cubicBezTo>
                  <a:pt x="273781" y="187388"/>
                  <a:pt x="271266" y="188595"/>
                  <a:pt x="268120" y="188595"/>
                </a:cubicBezTo>
                <a:lnTo>
                  <a:pt x="238887" y="188595"/>
                </a:lnTo>
                <a:lnTo>
                  <a:pt x="238887" y="232605"/>
                </a:lnTo>
                <a:cubicBezTo>
                  <a:pt x="238887" y="237799"/>
                  <a:pt x="237040" y="242243"/>
                  <a:pt x="233355" y="245928"/>
                </a:cubicBezTo>
                <a:cubicBezTo>
                  <a:pt x="229670" y="249613"/>
                  <a:pt x="225226" y="251460"/>
                  <a:pt x="220032" y="251460"/>
                </a:cubicBezTo>
                <a:lnTo>
                  <a:pt x="188595" y="251460"/>
                </a:lnTo>
                <a:lnTo>
                  <a:pt x="188595" y="267179"/>
                </a:lnTo>
                <a:cubicBezTo>
                  <a:pt x="188595" y="269858"/>
                  <a:pt x="187681" y="272098"/>
                  <a:pt x="185861" y="273899"/>
                </a:cubicBezTo>
                <a:cubicBezTo>
                  <a:pt x="184041" y="275701"/>
                  <a:pt x="181783" y="276606"/>
                  <a:pt x="179104" y="276606"/>
                </a:cubicBezTo>
                <a:cubicBezTo>
                  <a:pt x="176424" y="276606"/>
                  <a:pt x="174184" y="275701"/>
                  <a:pt x="172410" y="273899"/>
                </a:cubicBezTo>
                <a:cubicBezTo>
                  <a:pt x="170627" y="272080"/>
                  <a:pt x="169740" y="269839"/>
                  <a:pt x="169740" y="267179"/>
                </a:cubicBezTo>
                <a:lnTo>
                  <a:pt x="169740" y="242033"/>
                </a:lnTo>
                <a:cubicBezTo>
                  <a:pt x="169740" y="239344"/>
                  <a:pt x="170636" y="237104"/>
                  <a:pt x="172438" y="235303"/>
                </a:cubicBezTo>
                <a:cubicBezTo>
                  <a:pt x="174266" y="233501"/>
                  <a:pt x="176507" y="232605"/>
                  <a:pt x="179168" y="232605"/>
                </a:cubicBezTo>
                <a:lnTo>
                  <a:pt x="220032" y="232605"/>
                </a:lnTo>
                <a:lnTo>
                  <a:pt x="220032" y="179168"/>
                </a:lnTo>
                <a:cubicBezTo>
                  <a:pt x="220032" y="176479"/>
                  <a:pt x="220928" y="174239"/>
                  <a:pt x="222730" y="172438"/>
                </a:cubicBezTo>
                <a:cubicBezTo>
                  <a:pt x="224558" y="170636"/>
                  <a:pt x="226799" y="169740"/>
                  <a:pt x="229460" y="169740"/>
                </a:cubicBezTo>
                <a:lnTo>
                  <a:pt x="255858" y="169740"/>
                </a:lnTo>
                <a:lnTo>
                  <a:pt x="241712" y="113157"/>
                </a:lnTo>
                <a:cubicBezTo>
                  <a:pt x="236683" y="92830"/>
                  <a:pt x="225683" y="76224"/>
                  <a:pt x="208712" y="63340"/>
                </a:cubicBezTo>
                <a:cubicBezTo>
                  <a:pt x="191741" y="50447"/>
                  <a:pt x="172456" y="44010"/>
                  <a:pt x="150876" y="44010"/>
                </a:cubicBezTo>
                <a:cubicBezTo>
                  <a:pt x="124678" y="44010"/>
                  <a:pt x="102422" y="53072"/>
                  <a:pt x="84079" y="71195"/>
                </a:cubicBezTo>
                <a:cubicBezTo>
                  <a:pt x="65745" y="89319"/>
                  <a:pt x="56583" y="111429"/>
                  <a:pt x="56583" y="137517"/>
                </a:cubicBezTo>
                <a:cubicBezTo>
                  <a:pt x="56583" y="151013"/>
                  <a:pt x="59335" y="163833"/>
                  <a:pt x="64849" y="175995"/>
                </a:cubicBezTo>
                <a:cubicBezTo>
                  <a:pt x="70381" y="188147"/>
                  <a:pt x="78209" y="198946"/>
                  <a:pt x="88322" y="208401"/>
                </a:cubicBezTo>
                <a:lnTo>
                  <a:pt x="94302" y="214052"/>
                </a:lnTo>
                <a:lnTo>
                  <a:pt x="94302" y="267179"/>
                </a:lnTo>
                <a:cubicBezTo>
                  <a:pt x="94302" y="269858"/>
                  <a:pt x="93388" y="272098"/>
                  <a:pt x="91559" y="273899"/>
                </a:cubicBezTo>
                <a:cubicBezTo>
                  <a:pt x="89739" y="275701"/>
                  <a:pt x="87490" y="276606"/>
                  <a:pt x="84801" y="276606"/>
                </a:cubicBezTo>
                <a:cubicBezTo>
                  <a:pt x="82122" y="276606"/>
                  <a:pt x="79891" y="275701"/>
                  <a:pt x="78108" y="273899"/>
                </a:cubicBezTo>
                <a:cubicBezTo>
                  <a:pt x="76325" y="272080"/>
                  <a:pt x="75438" y="269839"/>
                  <a:pt x="75438" y="267179"/>
                </a:cubicBezTo>
                <a:lnTo>
                  <a:pt x="75438" y="222547"/>
                </a:lnTo>
                <a:close/>
                <a:moveTo>
                  <a:pt x="156216" y="160303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圖說"/>
          <p:cNvSpPr/>
          <p:nvPr/>
        </p:nvSpPr>
        <p:spPr>
          <a:xfrm>
            <a:off x="1085073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750" dirty="0"/>
          </a:p>
        </p:txBody>
      </p:sp>
      <p:sp>
        <p:nvSpPr>
          <p:cNvPr id="169" name="圖示 啟動"/>
          <p:cNvSpPr/>
          <p:nvPr/>
        </p:nvSpPr>
        <p:spPr>
          <a:xfrm>
            <a:off x="1784566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91787" y="142701"/>
                </a:moveTo>
                <a:cubicBezTo>
                  <a:pt x="95555" y="135157"/>
                  <a:pt x="99587" y="127723"/>
                  <a:pt x="103885" y="120390"/>
                </a:cubicBezTo>
                <a:cubicBezTo>
                  <a:pt x="108183" y="113056"/>
                  <a:pt x="112736" y="106034"/>
                  <a:pt x="117555" y="99331"/>
                </a:cubicBezTo>
                <a:lnTo>
                  <a:pt x="92729" y="94302"/>
                </a:lnTo>
                <a:lnTo>
                  <a:pt x="58467" y="128555"/>
                </a:lnTo>
                <a:lnTo>
                  <a:pt x="91787" y="142701"/>
                </a:lnTo>
                <a:close/>
                <a:moveTo>
                  <a:pt x="253664" y="44632"/>
                </a:moveTo>
                <a:cubicBezTo>
                  <a:pt x="232285" y="45683"/>
                  <a:pt x="213009" y="50237"/>
                  <a:pt x="195828" y="58311"/>
                </a:cubicBezTo>
                <a:cubicBezTo>
                  <a:pt x="178637" y="66376"/>
                  <a:pt x="161876" y="78584"/>
                  <a:pt x="145536" y="94924"/>
                </a:cubicBezTo>
                <a:cubicBezTo>
                  <a:pt x="139035" y="101425"/>
                  <a:pt x="132332" y="109911"/>
                  <a:pt x="125419" y="120390"/>
                </a:cubicBezTo>
                <a:cubicBezTo>
                  <a:pt x="118497" y="130860"/>
                  <a:pt x="112316" y="142079"/>
                  <a:pt x="106875" y="154022"/>
                </a:cubicBezTo>
                <a:lnTo>
                  <a:pt x="148672" y="195828"/>
                </a:lnTo>
                <a:cubicBezTo>
                  <a:pt x="160624" y="190378"/>
                  <a:pt x="171834" y="184197"/>
                  <a:pt x="182313" y="177284"/>
                </a:cubicBezTo>
                <a:cubicBezTo>
                  <a:pt x="192783" y="170362"/>
                  <a:pt x="201269" y="163659"/>
                  <a:pt x="207770" y="157167"/>
                </a:cubicBezTo>
                <a:cubicBezTo>
                  <a:pt x="224110" y="140818"/>
                  <a:pt x="236318" y="124102"/>
                  <a:pt x="244392" y="107031"/>
                </a:cubicBezTo>
                <a:cubicBezTo>
                  <a:pt x="252457" y="89950"/>
                  <a:pt x="257010" y="70720"/>
                  <a:pt x="258062" y="49350"/>
                </a:cubicBezTo>
                <a:cubicBezTo>
                  <a:pt x="258062" y="48719"/>
                  <a:pt x="257952" y="48088"/>
                  <a:pt x="257751" y="47467"/>
                </a:cubicBezTo>
                <a:cubicBezTo>
                  <a:pt x="257541" y="46836"/>
                  <a:pt x="257221" y="46314"/>
                  <a:pt x="256800" y="45894"/>
                </a:cubicBezTo>
                <a:cubicBezTo>
                  <a:pt x="256389" y="45473"/>
                  <a:pt x="255913" y="45162"/>
                  <a:pt x="255392" y="44952"/>
                </a:cubicBezTo>
                <a:cubicBezTo>
                  <a:pt x="254862" y="44742"/>
                  <a:pt x="254285" y="44632"/>
                  <a:pt x="253664" y="44632"/>
                </a:cubicBezTo>
                <a:close/>
                <a:moveTo>
                  <a:pt x="172876" y="108283"/>
                </a:moveTo>
                <a:cubicBezTo>
                  <a:pt x="172876" y="102102"/>
                  <a:pt x="174970" y="96917"/>
                  <a:pt x="179168" y="92729"/>
                </a:cubicBezTo>
                <a:cubicBezTo>
                  <a:pt x="183355" y="88532"/>
                  <a:pt x="188540" y="86438"/>
                  <a:pt x="194721" y="86438"/>
                </a:cubicBezTo>
                <a:cubicBezTo>
                  <a:pt x="200903" y="86438"/>
                  <a:pt x="206097" y="88532"/>
                  <a:pt x="210285" y="92729"/>
                </a:cubicBezTo>
                <a:cubicBezTo>
                  <a:pt x="214473" y="96917"/>
                  <a:pt x="216566" y="102102"/>
                  <a:pt x="216566" y="108283"/>
                </a:cubicBezTo>
                <a:cubicBezTo>
                  <a:pt x="216566" y="114465"/>
                  <a:pt x="214473" y="119649"/>
                  <a:pt x="210285" y="123846"/>
                </a:cubicBezTo>
                <a:cubicBezTo>
                  <a:pt x="206097" y="128034"/>
                  <a:pt x="200903" y="130128"/>
                  <a:pt x="194721" y="130128"/>
                </a:cubicBezTo>
                <a:cubicBezTo>
                  <a:pt x="188540" y="130128"/>
                  <a:pt x="183355" y="128034"/>
                  <a:pt x="179168" y="123846"/>
                </a:cubicBezTo>
                <a:cubicBezTo>
                  <a:pt x="174970" y="119649"/>
                  <a:pt x="172876" y="114465"/>
                  <a:pt x="172876" y="108283"/>
                </a:cubicBezTo>
                <a:close/>
                <a:moveTo>
                  <a:pt x="159993" y="211226"/>
                </a:moveTo>
                <a:lnTo>
                  <a:pt x="174138" y="244227"/>
                </a:lnTo>
                <a:lnTo>
                  <a:pt x="208401" y="209974"/>
                </a:lnTo>
                <a:lnTo>
                  <a:pt x="203683" y="185139"/>
                </a:lnTo>
                <a:cubicBezTo>
                  <a:pt x="196980" y="189957"/>
                  <a:pt x="189903" y="194566"/>
                  <a:pt x="182469" y="198964"/>
                </a:cubicBezTo>
                <a:cubicBezTo>
                  <a:pt x="175025" y="203372"/>
                  <a:pt x="167536" y="207459"/>
                  <a:pt x="159993" y="211226"/>
                </a:cubicBezTo>
                <a:close/>
                <a:moveTo>
                  <a:pt x="277237" y="35515"/>
                </a:moveTo>
                <a:cubicBezTo>
                  <a:pt x="277868" y="61713"/>
                  <a:pt x="273616" y="85862"/>
                  <a:pt x="264508" y="107972"/>
                </a:cubicBezTo>
                <a:cubicBezTo>
                  <a:pt x="255392" y="130083"/>
                  <a:pt x="240981" y="150977"/>
                  <a:pt x="221285" y="170682"/>
                </a:cubicBezTo>
                <a:cubicBezTo>
                  <a:pt x="221074" y="170892"/>
                  <a:pt x="220864" y="171048"/>
                  <a:pt x="220654" y="171148"/>
                </a:cubicBezTo>
                <a:cubicBezTo>
                  <a:pt x="220444" y="171258"/>
                  <a:pt x="220233" y="171413"/>
                  <a:pt x="220032" y="171624"/>
                </a:cubicBezTo>
                <a:lnTo>
                  <a:pt x="226945" y="206197"/>
                </a:lnTo>
                <a:cubicBezTo>
                  <a:pt x="227576" y="209343"/>
                  <a:pt x="227466" y="212379"/>
                  <a:pt x="226625" y="215314"/>
                </a:cubicBezTo>
                <a:cubicBezTo>
                  <a:pt x="225793" y="218249"/>
                  <a:pt x="224220" y="220864"/>
                  <a:pt x="221916" y="223168"/>
                </a:cubicBezTo>
                <a:lnTo>
                  <a:pt x="177595" y="267489"/>
                </a:lnTo>
                <a:cubicBezTo>
                  <a:pt x="175290" y="269794"/>
                  <a:pt x="172511" y="270635"/>
                  <a:pt x="169265" y="270004"/>
                </a:cubicBezTo>
                <a:cubicBezTo>
                  <a:pt x="166018" y="269373"/>
                  <a:pt x="163760" y="267489"/>
                  <a:pt x="162507" y="264344"/>
                </a:cubicBezTo>
                <a:lnTo>
                  <a:pt x="141128" y="215003"/>
                </a:lnTo>
                <a:lnTo>
                  <a:pt x="88011" y="161565"/>
                </a:lnTo>
                <a:lnTo>
                  <a:pt x="38350" y="140507"/>
                </a:lnTo>
                <a:cubicBezTo>
                  <a:pt x="35204" y="139245"/>
                  <a:pt x="33366" y="136941"/>
                  <a:pt x="32845" y="133585"/>
                </a:cubicBezTo>
                <a:cubicBezTo>
                  <a:pt x="32324" y="130238"/>
                  <a:pt x="33211" y="127403"/>
                  <a:pt x="35515" y="125099"/>
                </a:cubicBezTo>
                <a:lnTo>
                  <a:pt x="79525" y="81098"/>
                </a:lnTo>
                <a:cubicBezTo>
                  <a:pt x="81830" y="78794"/>
                  <a:pt x="84445" y="77166"/>
                  <a:pt x="87380" y="76224"/>
                </a:cubicBezTo>
                <a:cubicBezTo>
                  <a:pt x="90315" y="75283"/>
                  <a:pt x="93351" y="75127"/>
                  <a:pt x="96497" y="75749"/>
                </a:cubicBezTo>
                <a:lnTo>
                  <a:pt x="131070" y="82671"/>
                </a:lnTo>
                <a:cubicBezTo>
                  <a:pt x="131280" y="82461"/>
                  <a:pt x="131491" y="82305"/>
                  <a:pt x="131701" y="82195"/>
                </a:cubicBezTo>
                <a:cubicBezTo>
                  <a:pt x="131911" y="82095"/>
                  <a:pt x="132122" y="81930"/>
                  <a:pt x="132332" y="81729"/>
                </a:cubicBezTo>
                <a:cubicBezTo>
                  <a:pt x="152028" y="62024"/>
                  <a:pt x="172876" y="47622"/>
                  <a:pt x="194886" y="38505"/>
                </a:cubicBezTo>
                <a:cubicBezTo>
                  <a:pt x="216887" y="29389"/>
                  <a:pt x="240981" y="25146"/>
                  <a:pt x="267179" y="25777"/>
                </a:cubicBezTo>
                <a:cubicBezTo>
                  <a:pt x="268431" y="25777"/>
                  <a:pt x="269638" y="26033"/>
                  <a:pt x="270790" y="26563"/>
                </a:cubicBezTo>
                <a:cubicBezTo>
                  <a:pt x="271943" y="27085"/>
                  <a:pt x="273040" y="27871"/>
                  <a:pt x="274091" y="28922"/>
                </a:cubicBezTo>
                <a:cubicBezTo>
                  <a:pt x="275143" y="29965"/>
                  <a:pt x="275929" y="31016"/>
                  <a:pt x="276451" y="32059"/>
                </a:cubicBezTo>
                <a:cubicBezTo>
                  <a:pt x="276972" y="33110"/>
                  <a:pt x="277237" y="34263"/>
                  <a:pt x="277237" y="35515"/>
                </a:cubicBezTo>
                <a:close/>
                <a:moveTo>
                  <a:pt x="46836" y="199595"/>
                </a:moveTo>
                <a:cubicBezTo>
                  <a:pt x="54169" y="192262"/>
                  <a:pt x="63130" y="188540"/>
                  <a:pt x="73710" y="188440"/>
                </a:cubicBezTo>
                <a:cubicBezTo>
                  <a:pt x="84289" y="188330"/>
                  <a:pt x="93251" y="191951"/>
                  <a:pt x="100584" y="199284"/>
                </a:cubicBezTo>
                <a:cubicBezTo>
                  <a:pt x="107917" y="206618"/>
                  <a:pt x="111529" y="215579"/>
                  <a:pt x="111429" y="226159"/>
                </a:cubicBezTo>
                <a:cubicBezTo>
                  <a:pt x="111319" y="236738"/>
                  <a:pt x="107607" y="245699"/>
                  <a:pt x="100273" y="253033"/>
                </a:cubicBezTo>
                <a:cubicBezTo>
                  <a:pt x="90425" y="262881"/>
                  <a:pt x="78629" y="268797"/>
                  <a:pt x="64904" y="270790"/>
                </a:cubicBezTo>
                <a:cubicBezTo>
                  <a:pt x="51179" y="272784"/>
                  <a:pt x="37408" y="274722"/>
                  <a:pt x="23573" y="276606"/>
                </a:cubicBezTo>
                <a:lnTo>
                  <a:pt x="29233" y="235120"/>
                </a:lnTo>
                <a:cubicBezTo>
                  <a:pt x="31117" y="221285"/>
                  <a:pt x="36987" y="209443"/>
                  <a:pt x="46836" y="199595"/>
                </a:cubicBezTo>
                <a:close/>
                <a:moveTo>
                  <a:pt x="60040" y="213110"/>
                </a:moveTo>
                <a:cubicBezTo>
                  <a:pt x="55010" y="218560"/>
                  <a:pt x="51755" y="224851"/>
                  <a:pt x="50292" y="231974"/>
                </a:cubicBezTo>
                <a:cubicBezTo>
                  <a:pt x="48829" y="239097"/>
                  <a:pt x="47467" y="246330"/>
                  <a:pt x="46205" y="253664"/>
                </a:cubicBezTo>
                <a:cubicBezTo>
                  <a:pt x="53538" y="252402"/>
                  <a:pt x="60771" y="251039"/>
                  <a:pt x="67894" y="249576"/>
                </a:cubicBezTo>
                <a:cubicBezTo>
                  <a:pt x="75017" y="248104"/>
                  <a:pt x="81308" y="244858"/>
                  <a:pt x="86758" y="239829"/>
                </a:cubicBezTo>
                <a:cubicBezTo>
                  <a:pt x="90946" y="236272"/>
                  <a:pt x="93040" y="231819"/>
                  <a:pt x="93040" y="226469"/>
                </a:cubicBezTo>
                <a:cubicBezTo>
                  <a:pt x="93040" y="221129"/>
                  <a:pt x="91157" y="216466"/>
                  <a:pt x="87380" y="212488"/>
                </a:cubicBezTo>
                <a:cubicBezTo>
                  <a:pt x="83402" y="208712"/>
                  <a:pt x="78739" y="206828"/>
                  <a:pt x="73399" y="206828"/>
                </a:cubicBezTo>
                <a:cubicBezTo>
                  <a:pt x="68050" y="206828"/>
                  <a:pt x="63597" y="208922"/>
                  <a:pt x="60040" y="213110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0" name="圖說"/>
          <p:cNvSpPr/>
          <p:nvPr/>
        </p:nvSpPr>
        <p:spPr>
          <a:xfrm>
            <a:off x="1639794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750" dirty="0"/>
          </a:p>
        </p:txBody>
      </p:sp>
      <p:sp>
        <p:nvSpPr>
          <p:cNvPr id="171" name="圖示 效能"/>
          <p:cNvSpPr/>
          <p:nvPr/>
        </p:nvSpPr>
        <p:spPr>
          <a:xfrm>
            <a:off x="2339287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8837" y="206353"/>
                </a:moveTo>
                <a:cubicBezTo>
                  <a:pt x="157944" y="206042"/>
                  <a:pt x="164601" y="202631"/>
                  <a:pt x="168789" y="196139"/>
                </a:cubicBezTo>
                <a:lnTo>
                  <a:pt x="225061" y="108128"/>
                </a:lnTo>
                <a:cubicBezTo>
                  <a:pt x="226524" y="105824"/>
                  <a:pt x="226369" y="103775"/>
                  <a:pt x="224586" y="102001"/>
                </a:cubicBezTo>
                <a:cubicBezTo>
                  <a:pt x="222803" y="100218"/>
                  <a:pt x="220764" y="100063"/>
                  <a:pt x="218459" y="101526"/>
                </a:cubicBezTo>
                <a:lnTo>
                  <a:pt x="131390" y="158420"/>
                </a:lnTo>
                <a:cubicBezTo>
                  <a:pt x="125099" y="162608"/>
                  <a:pt x="121752" y="169319"/>
                  <a:pt x="121332" y="178537"/>
                </a:cubicBezTo>
                <a:cubicBezTo>
                  <a:pt x="120911" y="187754"/>
                  <a:pt x="123115" y="194776"/>
                  <a:pt x="127934" y="199595"/>
                </a:cubicBezTo>
                <a:cubicBezTo>
                  <a:pt x="132753" y="204414"/>
                  <a:pt x="139720" y="206673"/>
                  <a:pt x="148837" y="206353"/>
                </a:cubicBezTo>
                <a:close/>
                <a:moveTo>
                  <a:pt x="150245" y="50603"/>
                </a:moveTo>
                <a:cubicBezTo>
                  <a:pt x="159682" y="50603"/>
                  <a:pt x="169575" y="51865"/>
                  <a:pt x="179954" y="54379"/>
                </a:cubicBezTo>
                <a:cubicBezTo>
                  <a:pt x="190323" y="56894"/>
                  <a:pt x="200537" y="60981"/>
                  <a:pt x="210595" y="66641"/>
                </a:cubicBezTo>
                <a:cubicBezTo>
                  <a:pt x="212900" y="68105"/>
                  <a:pt x="214473" y="70125"/>
                  <a:pt x="215314" y="72704"/>
                </a:cubicBezTo>
                <a:cubicBezTo>
                  <a:pt x="216155" y="75283"/>
                  <a:pt x="215734" y="77742"/>
                  <a:pt x="214052" y="80092"/>
                </a:cubicBezTo>
                <a:cubicBezTo>
                  <a:pt x="212379" y="82433"/>
                  <a:pt x="210230" y="83768"/>
                  <a:pt x="207615" y="84079"/>
                </a:cubicBezTo>
                <a:cubicBezTo>
                  <a:pt x="204990" y="84399"/>
                  <a:pt x="202430" y="83924"/>
                  <a:pt x="199915" y="82671"/>
                </a:cubicBezTo>
                <a:cubicBezTo>
                  <a:pt x="191320" y="78053"/>
                  <a:pt x="182569" y="74706"/>
                  <a:pt x="173663" y="72613"/>
                </a:cubicBezTo>
                <a:cubicBezTo>
                  <a:pt x="164757" y="70509"/>
                  <a:pt x="156957" y="69467"/>
                  <a:pt x="150245" y="69467"/>
                </a:cubicBezTo>
                <a:cubicBezTo>
                  <a:pt x="120801" y="69467"/>
                  <a:pt x="95747" y="79964"/>
                  <a:pt x="75063" y="100959"/>
                </a:cubicBezTo>
                <a:cubicBezTo>
                  <a:pt x="54361" y="121963"/>
                  <a:pt x="44010" y="147401"/>
                  <a:pt x="44010" y="177284"/>
                </a:cubicBezTo>
                <a:cubicBezTo>
                  <a:pt x="44010" y="186711"/>
                  <a:pt x="45318" y="196239"/>
                  <a:pt x="47933" y="205886"/>
                </a:cubicBezTo>
                <a:cubicBezTo>
                  <a:pt x="50557" y="215524"/>
                  <a:pt x="54270" y="224430"/>
                  <a:pt x="59098" y="232605"/>
                </a:cubicBezTo>
                <a:lnTo>
                  <a:pt x="241091" y="232605"/>
                </a:lnTo>
                <a:cubicBezTo>
                  <a:pt x="245699" y="225061"/>
                  <a:pt x="249366" y="216256"/>
                  <a:pt x="252091" y="206197"/>
                </a:cubicBezTo>
                <a:cubicBezTo>
                  <a:pt x="254816" y="196139"/>
                  <a:pt x="256178" y="186291"/>
                  <a:pt x="256178" y="176653"/>
                </a:cubicBezTo>
                <a:cubicBezTo>
                  <a:pt x="256178" y="169319"/>
                  <a:pt x="255236" y="161410"/>
                  <a:pt x="253344" y="152915"/>
                </a:cubicBezTo>
                <a:cubicBezTo>
                  <a:pt x="251460" y="144429"/>
                  <a:pt x="248314" y="136310"/>
                  <a:pt x="243916" y="128555"/>
                </a:cubicBezTo>
                <a:cubicBezTo>
                  <a:pt x="242453" y="126251"/>
                  <a:pt x="241877" y="123737"/>
                  <a:pt x="242188" y="121012"/>
                </a:cubicBezTo>
                <a:cubicBezTo>
                  <a:pt x="242499" y="118287"/>
                  <a:pt x="243816" y="116193"/>
                  <a:pt x="246120" y="114730"/>
                </a:cubicBezTo>
                <a:cubicBezTo>
                  <a:pt x="248342" y="113056"/>
                  <a:pt x="250783" y="112636"/>
                  <a:pt x="253444" y="113468"/>
                </a:cubicBezTo>
                <a:cubicBezTo>
                  <a:pt x="256105" y="114309"/>
                  <a:pt x="258062" y="115982"/>
                  <a:pt x="259315" y="118497"/>
                </a:cubicBezTo>
                <a:cubicBezTo>
                  <a:pt x="264134" y="127934"/>
                  <a:pt x="267855" y="137306"/>
                  <a:pt x="270480" y="146633"/>
                </a:cubicBezTo>
                <a:cubicBezTo>
                  <a:pt x="273095" y="155960"/>
                  <a:pt x="274613" y="165333"/>
                  <a:pt x="275033" y="174769"/>
                </a:cubicBezTo>
                <a:cubicBezTo>
                  <a:pt x="275454" y="187342"/>
                  <a:pt x="274192" y="199175"/>
                  <a:pt x="271266" y="210285"/>
                </a:cubicBezTo>
                <a:cubicBezTo>
                  <a:pt x="268331" y="221385"/>
                  <a:pt x="264033" y="231654"/>
                  <a:pt x="258373" y="241091"/>
                </a:cubicBezTo>
                <a:cubicBezTo>
                  <a:pt x="255858" y="245910"/>
                  <a:pt x="253188" y="248845"/>
                  <a:pt x="250363" y="249887"/>
                </a:cubicBezTo>
                <a:cubicBezTo>
                  <a:pt x="247528" y="250939"/>
                  <a:pt x="244017" y="251460"/>
                  <a:pt x="239829" y="251460"/>
                </a:cubicBezTo>
                <a:lnTo>
                  <a:pt x="60350" y="251460"/>
                </a:lnTo>
                <a:cubicBezTo>
                  <a:pt x="56784" y="251460"/>
                  <a:pt x="53282" y="250573"/>
                  <a:pt x="49817" y="248790"/>
                </a:cubicBezTo>
                <a:cubicBezTo>
                  <a:pt x="46360" y="247007"/>
                  <a:pt x="43800" y="244437"/>
                  <a:pt x="42117" y="241091"/>
                </a:cubicBezTo>
                <a:cubicBezTo>
                  <a:pt x="36667" y="231032"/>
                  <a:pt x="32479" y="220809"/>
                  <a:pt x="29544" y="210440"/>
                </a:cubicBezTo>
                <a:cubicBezTo>
                  <a:pt x="26609" y="200071"/>
                  <a:pt x="25146" y="189016"/>
                  <a:pt x="25146" y="177284"/>
                </a:cubicBezTo>
                <a:cubicBezTo>
                  <a:pt x="25146" y="159883"/>
                  <a:pt x="28447" y="143488"/>
                  <a:pt x="35049" y="128089"/>
                </a:cubicBezTo>
                <a:cubicBezTo>
                  <a:pt x="41651" y="112682"/>
                  <a:pt x="50603" y="99276"/>
                  <a:pt x="61923" y="87856"/>
                </a:cubicBezTo>
                <a:cubicBezTo>
                  <a:pt x="73234" y="76435"/>
                  <a:pt x="86511" y="67373"/>
                  <a:pt x="101745" y="60661"/>
                </a:cubicBezTo>
                <a:cubicBezTo>
                  <a:pt x="116979" y="53959"/>
                  <a:pt x="133146" y="50603"/>
                  <a:pt x="150245" y="50603"/>
                </a:cubicBezTo>
                <a:close/>
                <a:moveTo>
                  <a:pt x="147420" y="154652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2" name="圖說"/>
          <p:cNvSpPr/>
          <p:nvPr/>
        </p:nvSpPr>
        <p:spPr>
          <a:xfrm>
            <a:off x="2194514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750" dirty="0"/>
          </a:p>
        </p:txBody>
      </p:sp>
      <p:sp>
        <p:nvSpPr>
          <p:cNvPr id="173" name="圖示 快速"/>
          <p:cNvSpPr/>
          <p:nvPr/>
        </p:nvSpPr>
        <p:spPr>
          <a:xfrm>
            <a:off x="2894007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3526" y="249887"/>
                </a:moveTo>
                <a:lnTo>
                  <a:pt x="211226" y="144594"/>
                </a:lnTo>
                <a:lnTo>
                  <a:pt x="154652" y="144594"/>
                </a:lnTo>
                <a:lnTo>
                  <a:pt x="165964" y="54690"/>
                </a:lnTo>
                <a:lnTo>
                  <a:pt x="86438" y="169740"/>
                </a:lnTo>
                <a:lnTo>
                  <a:pt x="134847" y="169740"/>
                </a:lnTo>
                <a:lnTo>
                  <a:pt x="123526" y="249887"/>
                </a:lnTo>
                <a:close/>
                <a:moveTo>
                  <a:pt x="113157" y="188595"/>
                </a:moveTo>
                <a:lnTo>
                  <a:pt x="68205" y="188595"/>
                </a:lnTo>
                <a:cubicBezTo>
                  <a:pt x="64438" y="188595"/>
                  <a:pt x="61658" y="186922"/>
                  <a:pt x="59875" y="183566"/>
                </a:cubicBezTo>
                <a:cubicBezTo>
                  <a:pt x="58101" y="180210"/>
                  <a:pt x="58357" y="176964"/>
                  <a:pt x="60661" y="173818"/>
                </a:cubicBezTo>
                <a:lnTo>
                  <a:pt x="166905" y="20428"/>
                </a:lnTo>
                <a:cubicBezTo>
                  <a:pt x="168579" y="18123"/>
                  <a:pt x="170682" y="16551"/>
                  <a:pt x="173197" y="15719"/>
                </a:cubicBezTo>
                <a:cubicBezTo>
                  <a:pt x="175711" y="14877"/>
                  <a:pt x="178226" y="14987"/>
                  <a:pt x="180740" y="16029"/>
                </a:cubicBezTo>
                <a:cubicBezTo>
                  <a:pt x="183255" y="17081"/>
                  <a:pt x="185239" y="18754"/>
                  <a:pt x="186711" y="21059"/>
                </a:cubicBezTo>
                <a:cubicBezTo>
                  <a:pt x="188174" y="23363"/>
                  <a:pt x="188696" y="25878"/>
                  <a:pt x="188284" y="28602"/>
                </a:cubicBezTo>
                <a:lnTo>
                  <a:pt x="176022" y="125730"/>
                </a:lnTo>
                <a:lnTo>
                  <a:pt x="231343" y="125730"/>
                </a:lnTo>
                <a:cubicBezTo>
                  <a:pt x="235321" y="125730"/>
                  <a:pt x="238155" y="127513"/>
                  <a:pt x="239829" y="131070"/>
                </a:cubicBezTo>
                <a:cubicBezTo>
                  <a:pt x="241502" y="134636"/>
                  <a:pt x="241091" y="137992"/>
                  <a:pt x="238576" y="141128"/>
                </a:cubicBezTo>
                <a:lnTo>
                  <a:pt x="121963" y="281004"/>
                </a:lnTo>
                <a:cubicBezTo>
                  <a:pt x="120280" y="283098"/>
                  <a:pt x="118131" y="284461"/>
                  <a:pt x="115516" y="285092"/>
                </a:cubicBezTo>
                <a:cubicBezTo>
                  <a:pt x="112892" y="285723"/>
                  <a:pt x="110432" y="285512"/>
                  <a:pt x="108128" y="284461"/>
                </a:cubicBezTo>
                <a:cubicBezTo>
                  <a:pt x="105824" y="283418"/>
                  <a:pt x="103986" y="281736"/>
                  <a:pt x="102623" y="279431"/>
                </a:cubicBezTo>
                <a:cubicBezTo>
                  <a:pt x="101261" y="277127"/>
                  <a:pt x="100794" y="274613"/>
                  <a:pt x="101215" y="271888"/>
                </a:cubicBezTo>
                <a:lnTo>
                  <a:pt x="113157" y="188595"/>
                </a:lnTo>
                <a:close/>
                <a:moveTo>
                  <a:pt x="148672" y="152449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圖說"/>
          <p:cNvSpPr/>
          <p:nvPr/>
        </p:nvSpPr>
        <p:spPr>
          <a:xfrm>
            <a:off x="2749235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750" dirty="0"/>
          </a:p>
        </p:txBody>
      </p:sp>
      <p:sp>
        <p:nvSpPr>
          <p:cNvPr id="175" name="圖示 鎖定"/>
          <p:cNvSpPr/>
          <p:nvPr/>
        </p:nvSpPr>
        <p:spPr>
          <a:xfrm>
            <a:off x="3448728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9156" y="276606"/>
                </a:moveTo>
                <a:cubicBezTo>
                  <a:pt x="63953" y="276606"/>
                  <a:pt x="59509" y="274759"/>
                  <a:pt x="55824" y="271074"/>
                </a:cubicBezTo>
                <a:cubicBezTo>
                  <a:pt x="52139" y="267361"/>
                  <a:pt x="50292" y="262927"/>
                  <a:pt x="50292" y="257751"/>
                </a:cubicBezTo>
                <a:lnTo>
                  <a:pt x="50292" y="121332"/>
                </a:lnTo>
                <a:cubicBezTo>
                  <a:pt x="50292" y="116129"/>
                  <a:pt x="52139" y="111694"/>
                  <a:pt x="55824" y="108000"/>
                </a:cubicBezTo>
                <a:cubicBezTo>
                  <a:pt x="59537" y="104315"/>
                  <a:pt x="63971" y="102468"/>
                  <a:pt x="69156" y="102468"/>
                </a:cubicBezTo>
                <a:lnTo>
                  <a:pt x="91157" y="102468"/>
                </a:lnTo>
                <a:lnTo>
                  <a:pt x="91157" y="72292"/>
                </a:lnTo>
                <a:cubicBezTo>
                  <a:pt x="91157" y="55778"/>
                  <a:pt x="96981" y="41697"/>
                  <a:pt x="108631" y="30047"/>
                </a:cubicBezTo>
                <a:cubicBezTo>
                  <a:pt x="120280" y="18398"/>
                  <a:pt x="134371" y="12573"/>
                  <a:pt x="150903" y="12573"/>
                </a:cubicBezTo>
                <a:cubicBezTo>
                  <a:pt x="167445" y="12573"/>
                  <a:pt x="181527" y="18398"/>
                  <a:pt x="193149" y="30047"/>
                </a:cubicBezTo>
                <a:cubicBezTo>
                  <a:pt x="204780" y="41678"/>
                  <a:pt x="210595" y="55760"/>
                  <a:pt x="210595" y="72292"/>
                </a:cubicBezTo>
                <a:lnTo>
                  <a:pt x="210595" y="102468"/>
                </a:lnTo>
                <a:lnTo>
                  <a:pt x="232605" y="102468"/>
                </a:lnTo>
                <a:cubicBezTo>
                  <a:pt x="237799" y="102468"/>
                  <a:pt x="242243" y="104315"/>
                  <a:pt x="245928" y="108000"/>
                </a:cubicBezTo>
                <a:cubicBezTo>
                  <a:pt x="249613" y="111694"/>
                  <a:pt x="251460" y="116129"/>
                  <a:pt x="251460" y="121332"/>
                </a:cubicBezTo>
                <a:lnTo>
                  <a:pt x="251460" y="257751"/>
                </a:lnTo>
                <a:cubicBezTo>
                  <a:pt x="251460" y="262945"/>
                  <a:pt x="249613" y="267389"/>
                  <a:pt x="245928" y="271074"/>
                </a:cubicBezTo>
                <a:cubicBezTo>
                  <a:pt x="242243" y="274759"/>
                  <a:pt x="237799" y="276606"/>
                  <a:pt x="232605" y="276606"/>
                </a:cubicBezTo>
                <a:lnTo>
                  <a:pt x="69156" y="276606"/>
                </a:lnTo>
                <a:close/>
                <a:moveTo>
                  <a:pt x="69156" y="257751"/>
                </a:moveTo>
                <a:lnTo>
                  <a:pt x="232605" y="257751"/>
                </a:lnTo>
                <a:lnTo>
                  <a:pt x="232605" y="121332"/>
                </a:lnTo>
                <a:lnTo>
                  <a:pt x="69156" y="121332"/>
                </a:lnTo>
                <a:lnTo>
                  <a:pt x="69156" y="257751"/>
                </a:lnTo>
                <a:close/>
                <a:moveTo>
                  <a:pt x="168003" y="206828"/>
                </a:moveTo>
                <a:cubicBezTo>
                  <a:pt x="172721" y="202192"/>
                  <a:pt x="175080" y="196642"/>
                  <a:pt x="175080" y="190168"/>
                </a:cubicBezTo>
                <a:cubicBezTo>
                  <a:pt x="175080" y="183877"/>
                  <a:pt x="172703" y="178171"/>
                  <a:pt x="167948" y="173032"/>
                </a:cubicBezTo>
                <a:cubicBezTo>
                  <a:pt x="163184" y="167902"/>
                  <a:pt x="157478" y="165333"/>
                  <a:pt x="150812" y="165333"/>
                </a:cubicBezTo>
                <a:cubicBezTo>
                  <a:pt x="144146" y="165333"/>
                  <a:pt x="138458" y="167902"/>
                  <a:pt x="133749" y="173032"/>
                </a:cubicBezTo>
                <a:cubicBezTo>
                  <a:pt x="129031" y="178171"/>
                  <a:pt x="126672" y="183932"/>
                  <a:pt x="126672" y="190323"/>
                </a:cubicBezTo>
                <a:cubicBezTo>
                  <a:pt x="126672" y="196715"/>
                  <a:pt x="129049" y="202220"/>
                  <a:pt x="133804" y="206828"/>
                </a:cubicBezTo>
                <a:cubicBezTo>
                  <a:pt x="138568" y="211437"/>
                  <a:pt x="144274" y="213741"/>
                  <a:pt x="150940" y="213741"/>
                </a:cubicBezTo>
                <a:cubicBezTo>
                  <a:pt x="157606" y="213741"/>
                  <a:pt x="163294" y="211437"/>
                  <a:pt x="168003" y="206828"/>
                </a:cubicBezTo>
                <a:close/>
                <a:moveTo>
                  <a:pt x="110011" y="102468"/>
                </a:moveTo>
                <a:lnTo>
                  <a:pt x="191741" y="102468"/>
                </a:lnTo>
                <a:lnTo>
                  <a:pt x="191741" y="72292"/>
                </a:lnTo>
                <a:cubicBezTo>
                  <a:pt x="191741" y="60936"/>
                  <a:pt x="187763" y="51289"/>
                  <a:pt x="179826" y="43343"/>
                </a:cubicBezTo>
                <a:cubicBezTo>
                  <a:pt x="171880" y="35406"/>
                  <a:pt x="162242" y="31437"/>
                  <a:pt x="150903" y="31437"/>
                </a:cubicBezTo>
                <a:cubicBezTo>
                  <a:pt x="139574" y="31437"/>
                  <a:pt x="129918" y="35406"/>
                  <a:pt x="121963" y="43343"/>
                </a:cubicBezTo>
                <a:cubicBezTo>
                  <a:pt x="113998" y="51289"/>
                  <a:pt x="110011" y="60936"/>
                  <a:pt x="110011" y="72292"/>
                </a:cubicBezTo>
                <a:lnTo>
                  <a:pt x="110011" y="102468"/>
                </a:lnTo>
                <a:close/>
                <a:moveTo>
                  <a:pt x="69156" y="257751"/>
                </a:moveTo>
                <a:lnTo>
                  <a:pt x="69156" y="121332"/>
                </a:lnTo>
                <a:lnTo>
                  <a:pt x="69156" y="257751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6" name="圖說"/>
          <p:cNvSpPr/>
          <p:nvPr/>
        </p:nvSpPr>
        <p:spPr>
          <a:xfrm>
            <a:off x="3303956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750" dirty="0"/>
          </a:p>
        </p:txBody>
      </p:sp>
      <p:sp>
        <p:nvSpPr>
          <p:cNvPr id="177" name="圖示 資安"/>
          <p:cNvSpPr/>
          <p:nvPr/>
        </p:nvSpPr>
        <p:spPr>
          <a:xfrm>
            <a:off x="4003449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57120"/>
                </a:moveTo>
                <a:cubicBezTo>
                  <a:pt x="173087" y="249787"/>
                  <a:pt x="191475" y="236318"/>
                  <a:pt x="206042" y="216731"/>
                </a:cubicBezTo>
                <a:cubicBezTo>
                  <a:pt x="220608" y="197135"/>
                  <a:pt x="229139" y="175181"/>
                  <a:pt x="231654" y="150876"/>
                </a:cubicBezTo>
                <a:lnTo>
                  <a:pt x="150876" y="150876"/>
                </a:lnTo>
                <a:lnTo>
                  <a:pt x="150876" y="45574"/>
                </a:lnTo>
                <a:lnTo>
                  <a:pt x="69156" y="76069"/>
                </a:lnTo>
                <a:lnTo>
                  <a:pt x="69156" y="137672"/>
                </a:lnTo>
                <a:cubicBezTo>
                  <a:pt x="69156" y="140187"/>
                  <a:pt x="69202" y="142336"/>
                  <a:pt x="69312" y="144119"/>
                </a:cubicBezTo>
                <a:cubicBezTo>
                  <a:pt x="69412" y="145902"/>
                  <a:pt x="69677" y="148151"/>
                  <a:pt x="70098" y="150876"/>
                </a:cubicBezTo>
                <a:lnTo>
                  <a:pt x="150876" y="150876"/>
                </a:lnTo>
                <a:lnTo>
                  <a:pt x="150876" y="257120"/>
                </a:lnTo>
                <a:close/>
                <a:moveTo>
                  <a:pt x="147886" y="275033"/>
                </a:moveTo>
                <a:cubicBezTo>
                  <a:pt x="146944" y="274823"/>
                  <a:pt x="145947" y="274512"/>
                  <a:pt x="144905" y="274091"/>
                </a:cubicBezTo>
                <a:cubicBezTo>
                  <a:pt x="115772" y="264243"/>
                  <a:pt x="92729" y="246586"/>
                  <a:pt x="75749" y="221129"/>
                </a:cubicBezTo>
                <a:cubicBezTo>
                  <a:pt x="58778" y="195663"/>
                  <a:pt x="50292" y="167747"/>
                  <a:pt x="50292" y="137361"/>
                </a:cubicBezTo>
                <a:lnTo>
                  <a:pt x="50292" y="75749"/>
                </a:lnTo>
                <a:cubicBezTo>
                  <a:pt x="50292" y="71771"/>
                  <a:pt x="51444" y="68159"/>
                  <a:pt x="53748" y="64904"/>
                </a:cubicBezTo>
                <a:cubicBezTo>
                  <a:pt x="56053" y="61658"/>
                  <a:pt x="58988" y="59299"/>
                  <a:pt x="62554" y="57836"/>
                </a:cubicBezTo>
                <a:lnTo>
                  <a:pt x="144274" y="27350"/>
                </a:lnTo>
                <a:cubicBezTo>
                  <a:pt x="146578" y="26508"/>
                  <a:pt x="148782" y="26088"/>
                  <a:pt x="150876" y="26088"/>
                </a:cubicBezTo>
                <a:cubicBezTo>
                  <a:pt x="152970" y="26088"/>
                  <a:pt x="155174" y="26508"/>
                  <a:pt x="157478" y="27350"/>
                </a:cubicBezTo>
                <a:lnTo>
                  <a:pt x="239198" y="57836"/>
                </a:lnTo>
                <a:cubicBezTo>
                  <a:pt x="242764" y="59299"/>
                  <a:pt x="245699" y="61658"/>
                  <a:pt x="248004" y="64904"/>
                </a:cubicBezTo>
                <a:cubicBezTo>
                  <a:pt x="250308" y="68159"/>
                  <a:pt x="251460" y="71771"/>
                  <a:pt x="251460" y="75749"/>
                </a:cubicBezTo>
                <a:lnTo>
                  <a:pt x="251460" y="137361"/>
                </a:lnTo>
                <a:cubicBezTo>
                  <a:pt x="251460" y="167747"/>
                  <a:pt x="242974" y="195663"/>
                  <a:pt x="226003" y="221129"/>
                </a:cubicBezTo>
                <a:cubicBezTo>
                  <a:pt x="209023" y="246586"/>
                  <a:pt x="185980" y="264243"/>
                  <a:pt x="156847" y="274091"/>
                </a:cubicBezTo>
                <a:cubicBezTo>
                  <a:pt x="155805" y="274512"/>
                  <a:pt x="154808" y="274823"/>
                  <a:pt x="153866" y="275033"/>
                </a:cubicBezTo>
                <a:cubicBezTo>
                  <a:pt x="152915" y="275244"/>
                  <a:pt x="151928" y="275353"/>
                  <a:pt x="150876" y="275353"/>
                </a:cubicBezTo>
                <a:cubicBezTo>
                  <a:pt x="149824" y="275353"/>
                  <a:pt x="148837" y="275244"/>
                  <a:pt x="147886" y="275033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8" name="圖說"/>
          <p:cNvSpPr/>
          <p:nvPr/>
        </p:nvSpPr>
        <p:spPr>
          <a:xfrm>
            <a:off x="3858677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750" dirty="0"/>
          </a:p>
        </p:txBody>
      </p:sp>
      <p:sp>
        <p:nvSpPr>
          <p:cNvPr id="179" name="圖示 認證"/>
          <p:cNvSpPr/>
          <p:nvPr/>
        </p:nvSpPr>
        <p:spPr>
          <a:xfrm>
            <a:off x="4558170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37992" y="165653"/>
                </a:moveTo>
                <a:lnTo>
                  <a:pt x="113157" y="140818"/>
                </a:lnTo>
                <a:cubicBezTo>
                  <a:pt x="111273" y="138934"/>
                  <a:pt x="108969" y="137992"/>
                  <a:pt x="106244" y="137992"/>
                </a:cubicBezTo>
                <a:cubicBezTo>
                  <a:pt x="103519" y="137992"/>
                  <a:pt x="101215" y="138934"/>
                  <a:pt x="99331" y="140818"/>
                </a:cubicBezTo>
                <a:cubicBezTo>
                  <a:pt x="97438" y="142701"/>
                  <a:pt x="96497" y="144987"/>
                  <a:pt x="96497" y="147666"/>
                </a:cubicBezTo>
                <a:cubicBezTo>
                  <a:pt x="96497" y="150355"/>
                  <a:pt x="97438" y="152677"/>
                  <a:pt x="99331" y="154652"/>
                </a:cubicBezTo>
                <a:lnTo>
                  <a:pt x="130448" y="186080"/>
                </a:lnTo>
                <a:cubicBezTo>
                  <a:pt x="132332" y="187964"/>
                  <a:pt x="134536" y="188906"/>
                  <a:pt x="137050" y="188906"/>
                </a:cubicBezTo>
                <a:cubicBezTo>
                  <a:pt x="139565" y="188906"/>
                  <a:pt x="141759" y="187964"/>
                  <a:pt x="143643" y="186080"/>
                </a:cubicBezTo>
                <a:lnTo>
                  <a:pt x="202110" y="127614"/>
                </a:lnTo>
                <a:cubicBezTo>
                  <a:pt x="203993" y="125712"/>
                  <a:pt x="204944" y="123453"/>
                  <a:pt x="204944" y="120856"/>
                </a:cubicBezTo>
                <a:cubicBezTo>
                  <a:pt x="204944" y="118241"/>
                  <a:pt x="204048" y="116092"/>
                  <a:pt x="202265" y="114419"/>
                </a:cubicBezTo>
                <a:cubicBezTo>
                  <a:pt x="200491" y="112736"/>
                  <a:pt x="198233" y="111950"/>
                  <a:pt x="195508" y="112060"/>
                </a:cubicBezTo>
                <a:cubicBezTo>
                  <a:pt x="192783" y="112160"/>
                  <a:pt x="190588" y="113056"/>
                  <a:pt x="188906" y="114730"/>
                </a:cubicBezTo>
                <a:lnTo>
                  <a:pt x="137992" y="165653"/>
                </a:lnTo>
                <a:close/>
                <a:moveTo>
                  <a:pt x="147767" y="275033"/>
                </a:moveTo>
                <a:cubicBezTo>
                  <a:pt x="146798" y="274823"/>
                  <a:pt x="145847" y="274512"/>
                  <a:pt x="144905" y="274091"/>
                </a:cubicBezTo>
                <a:cubicBezTo>
                  <a:pt x="115772" y="264243"/>
                  <a:pt x="92729" y="246586"/>
                  <a:pt x="75749" y="221129"/>
                </a:cubicBezTo>
                <a:cubicBezTo>
                  <a:pt x="58778" y="195663"/>
                  <a:pt x="50292" y="167738"/>
                  <a:pt x="50292" y="137325"/>
                </a:cubicBezTo>
                <a:lnTo>
                  <a:pt x="50292" y="75749"/>
                </a:lnTo>
                <a:cubicBezTo>
                  <a:pt x="50292" y="71707"/>
                  <a:pt x="51435" y="68068"/>
                  <a:pt x="53721" y="64849"/>
                </a:cubicBezTo>
                <a:cubicBezTo>
                  <a:pt x="55998" y="61621"/>
                  <a:pt x="58942" y="59281"/>
                  <a:pt x="62554" y="57836"/>
                </a:cubicBezTo>
                <a:lnTo>
                  <a:pt x="144274" y="27350"/>
                </a:lnTo>
                <a:cubicBezTo>
                  <a:pt x="146578" y="26508"/>
                  <a:pt x="148782" y="26088"/>
                  <a:pt x="150876" y="26088"/>
                </a:cubicBezTo>
                <a:cubicBezTo>
                  <a:pt x="152970" y="26088"/>
                  <a:pt x="155174" y="26508"/>
                  <a:pt x="157478" y="27350"/>
                </a:cubicBezTo>
                <a:lnTo>
                  <a:pt x="239198" y="57836"/>
                </a:lnTo>
                <a:cubicBezTo>
                  <a:pt x="242828" y="59281"/>
                  <a:pt x="245772" y="61621"/>
                  <a:pt x="248031" y="64849"/>
                </a:cubicBezTo>
                <a:cubicBezTo>
                  <a:pt x="250317" y="68068"/>
                  <a:pt x="251460" y="71707"/>
                  <a:pt x="251460" y="75749"/>
                </a:cubicBezTo>
                <a:lnTo>
                  <a:pt x="251460" y="137325"/>
                </a:lnTo>
                <a:cubicBezTo>
                  <a:pt x="251460" y="167738"/>
                  <a:pt x="242974" y="195663"/>
                  <a:pt x="226003" y="221129"/>
                </a:cubicBezTo>
                <a:cubicBezTo>
                  <a:pt x="209023" y="246586"/>
                  <a:pt x="185980" y="264243"/>
                  <a:pt x="156847" y="274091"/>
                </a:cubicBezTo>
                <a:cubicBezTo>
                  <a:pt x="155887" y="274512"/>
                  <a:pt x="154927" y="274823"/>
                  <a:pt x="153985" y="275033"/>
                </a:cubicBezTo>
                <a:cubicBezTo>
                  <a:pt x="153043" y="275244"/>
                  <a:pt x="152010" y="275353"/>
                  <a:pt x="150876" y="275353"/>
                </a:cubicBezTo>
                <a:cubicBezTo>
                  <a:pt x="149770" y="275353"/>
                  <a:pt x="148727" y="275244"/>
                  <a:pt x="147767" y="275033"/>
                </a:cubicBezTo>
                <a:close/>
                <a:moveTo>
                  <a:pt x="150876" y="256800"/>
                </a:moveTo>
                <a:cubicBezTo>
                  <a:pt x="174970" y="248845"/>
                  <a:pt x="194621" y="233803"/>
                  <a:pt x="209809" y="211702"/>
                </a:cubicBezTo>
                <a:cubicBezTo>
                  <a:pt x="225006" y="189592"/>
                  <a:pt x="232605" y="164811"/>
                  <a:pt x="232605" y="137361"/>
                </a:cubicBezTo>
                <a:lnTo>
                  <a:pt x="232605" y="75749"/>
                </a:lnTo>
                <a:lnTo>
                  <a:pt x="150876" y="44952"/>
                </a:lnTo>
                <a:lnTo>
                  <a:pt x="69156" y="75749"/>
                </a:lnTo>
                <a:lnTo>
                  <a:pt x="69156" y="137361"/>
                </a:lnTo>
                <a:cubicBezTo>
                  <a:pt x="69156" y="164811"/>
                  <a:pt x="76746" y="189592"/>
                  <a:pt x="91943" y="211702"/>
                </a:cubicBezTo>
                <a:cubicBezTo>
                  <a:pt x="107131" y="233803"/>
                  <a:pt x="126782" y="248845"/>
                  <a:pt x="150876" y="256800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圖說"/>
          <p:cNvSpPr/>
          <p:nvPr/>
        </p:nvSpPr>
        <p:spPr>
          <a:xfrm>
            <a:off x="4413397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750" dirty="0"/>
          </a:p>
        </p:txBody>
      </p:sp>
      <p:sp>
        <p:nvSpPr>
          <p:cNvPr id="181" name="圖示 金鑰"/>
          <p:cNvSpPr/>
          <p:nvPr/>
        </p:nvSpPr>
        <p:spPr>
          <a:xfrm>
            <a:off x="5112890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2923" y="165964"/>
                </a:moveTo>
                <a:cubicBezTo>
                  <a:pt x="68735" y="161776"/>
                  <a:pt x="66641" y="156746"/>
                  <a:pt x="66641" y="150876"/>
                </a:cubicBezTo>
                <a:cubicBezTo>
                  <a:pt x="66641" y="145006"/>
                  <a:pt x="68735" y="139976"/>
                  <a:pt x="72923" y="135788"/>
                </a:cubicBezTo>
                <a:cubicBezTo>
                  <a:pt x="77111" y="131600"/>
                  <a:pt x="82141" y="129506"/>
                  <a:pt x="88011" y="129506"/>
                </a:cubicBezTo>
                <a:cubicBezTo>
                  <a:pt x="93881" y="129506"/>
                  <a:pt x="98911" y="131600"/>
                  <a:pt x="103099" y="135788"/>
                </a:cubicBezTo>
                <a:cubicBezTo>
                  <a:pt x="107287" y="139976"/>
                  <a:pt x="109390" y="145006"/>
                  <a:pt x="109390" y="150876"/>
                </a:cubicBezTo>
                <a:cubicBezTo>
                  <a:pt x="109390" y="156746"/>
                  <a:pt x="107287" y="161776"/>
                  <a:pt x="103099" y="165964"/>
                </a:cubicBezTo>
                <a:cubicBezTo>
                  <a:pt x="98911" y="170152"/>
                  <a:pt x="93881" y="172255"/>
                  <a:pt x="88011" y="172255"/>
                </a:cubicBezTo>
                <a:cubicBezTo>
                  <a:pt x="82141" y="172255"/>
                  <a:pt x="77111" y="170152"/>
                  <a:pt x="72923" y="165964"/>
                </a:cubicBezTo>
                <a:close/>
                <a:moveTo>
                  <a:pt x="88011" y="226314"/>
                </a:moveTo>
                <a:cubicBezTo>
                  <a:pt x="67053" y="226314"/>
                  <a:pt x="49240" y="218981"/>
                  <a:pt x="34573" y="204314"/>
                </a:cubicBezTo>
                <a:cubicBezTo>
                  <a:pt x="19906" y="189647"/>
                  <a:pt x="12573" y="171834"/>
                  <a:pt x="12573" y="150876"/>
                </a:cubicBezTo>
                <a:cubicBezTo>
                  <a:pt x="12573" y="129918"/>
                  <a:pt x="19906" y="112105"/>
                  <a:pt x="34573" y="97438"/>
                </a:cubicBezTo>
                <a:cubicBezTo>
                  <a:pt x="49240" y="82771"/>
                  <a:pt x="67053" y="75438"/>
                  <a:pt x="88011" y="75438"/>
                </a:cubicBezTo>
                <a:cubicBezTo>
                  <a:pt x="103099" y="75438"/>
                  <a:pt x="116303" y="79004"/>
                  <a:pt x="127614" y="86127"/>
                </a:cubicBezTo>
                <a:cubicBezTo>
                  <a:pt x="138934" y="93251"/>
                  <a:pt x="147840" y="104040"/>
                  <a:pt x="154332" y="118497"/>
                </a:cubicBezTo>
                <a:lnTo>
                  <a:pt x="262460" y="118497"/>
                </a:lnTo>
                <a:cubicBezTo>
                  <a:pt x="263722" y="118497"/>
                  <a:pt x="264874" y="118707"/>
                  <a:pt x="265917" y="119128"/>
                </a:cubicBezTo>
                <a:cubicBezTo>
                  <a:pt x="266968" y="119549"/>
                  <a:pt x="268011" y="120280"/>
                  <a:pt x="269062" y="121332"/>
                </a:cubicBezTo>
                <a:lnTo>
                  <a:pt x="294839" y="147109"/>
                </a:lnTo>
                <a:cubicBezTo>
                  <a:pt x="295882" y="148151"/>
                  <a:pt x="296622" y="149248"/>
                  <a:pt x="297034" y="150401"/>
                </a:cubicBezTo>
                <a:cubicBezTo>
                  <a:pt x="297454" y="151553"/>
                  <a:pt x="297665" y="152760"/>
                  <a:pt x="297665" y="154022"/>
                </a:cubicBezTo>
                <a:cubicBezTo>
                  <a:pt x="297665" y="155274"/>
                  <a:pt x="297399" y="156426"/>
                  <a:pt x="296878" y="157478"/>
                </a:cubicBezTo>
                <a:cubicBezTo>
                  <a:pt x="296357" y="158520"/>
                  <a:pt x="295571" y="159572"/>
                  <a:pt x="294519" y="160624"/>
                </a:cubicBezTo>
                <a:lnTo>
                  <a:pt x="255236" y="196770"/>
                </a:lnTo>
                <a:cubicBezTo>
                  <a:pt x="254395" y="197602"/>
                  <a:pt x="253453" y="198233"/>
                  <a:pt x="252402" y="198653"/>
                </a:cubicBezTo>
                <a:cubicBezTo>
                  <a:pt x="251359" y="199074"/>
                  <a:pt x="250308" y="199284"/>
                  <a:pt x="249256" y="199284"/>
                </a:cubicBezTo>
                <a:cubicBezTo>
                  <a:pt x="248214" y="199284"/>
                  <a:pt x="247217" y="199175"/>
                  <a:pt x="246275" y="198964"/>
                </a:cubicBezTo>
                <a:cubicBezTo>
                  <a:pt x="245334" y="198754"/>
                  <a:pt x="244337" y="198343"/>
                  <a:pt x="243285" y="197712"/>
                </a:cubicBezTo>
                <a:lnTo>
                  <a:pt x="221596" y="181993"/>
                </a:lnTo>
                <a:lnTo>
                  <a:pt x="199595" y="198022"/>
                </a:lnTo>
                <a:cubicBezTo>
                  <a:pt x="198754" y="198653"/>
                  <a:pt x="197867" y="199074"/>
                  <a:pt x="196925" y="199284"/>
                </a:cubicBezTo>
                <a:cubicBezTo>
                  <a:pt x="195983" y="199495"/>
                  <a:pt x="194987" y="199595"/>
                  <a:pt x="193935" y="199595"/>
                </a:cubicBezTo>
                <a:cubicBezTo>
                  <a:pt x="192893" y="199595"/>
                  <a:pt x="191896" y="199440"/>
                  <a:pt x="190954" y="199129"/>
                </a:cubicBezTo>
                <a:cubicBezTo>
                  <a:pt x="190012" y="198809"/>
                  <a:pt x="189116" y="198343"/>
                  <a:pt x="188284" y="197712"/>
                </a:cubicBezTo>
                <a:lnTo>
                  <a:pt x="170362" y="183255"/>
                </a:lnTo>
                <a:lnTo>
                  <a:pt x="154332" y="183255"/>
                </a:lnTo>
                <a:cubicBezTo>
                  <a:pt x="149093" y="195828"/>
                  <a:pt x="140872" y="206142"/>
                  <a:pt x="129662" y="214216"/>
                </a:cubicBezTo>
                <a:cubicBezTo>
                  <a:pt x="118451" y="222281"/>
                  <a:pt x="104562" y="226314"/>
                  <a:pt x="88011" y="226314"/>
                </a:cubicBezTo>
                <a:close/>
                <a:moveTo>
                  <a:pt x="88011" y="207459"/>
                </a:moveTo>
                <a:cubicBezTo>
                  <a:pt x="100163" y="207459"/>
                  <a:pt x="111374" y="203417"/>
                  <a:pt x="121643" y="195352"/>
                </a:cubicBezTo>
                <a:cubicBezTo>
                  <a:pt x="131911" y="187287"/>
                  <a:pt x="138513" y="176964"/>
                  <a:pt x="141449" y="164391"/>
                </a:cubicBezTo>
                <a:lnTo>
                  <a:pt x="177284" y="164391"/>
                </a:lnTo>
                <a:lnTo>
                  <a:pt x="194255" y="178537"/>
                </a:lnTo>
                <a:cubicBezTo>
                  <a:pt x="194045" y="178537"/>
                  <a:pt x="194045" y="178537"/>
                  <a:pt x="194255" y="178537"/>
                </a:cubicBezTo>
                <a:lnTo>
                  <a:pt x="194411" y="178537"/>
                </a:lnTo>
                <a:lnTo>
                  <a:pt x="194255" y="178537"/>
                </a:lnTo>
                <a:lnTo>
                  <a:pt x="221916" y="158731"/>
                </a:lnTo>
                <a:lnTo>
                  <a:pt x="247693" y="178226"/>
                </a:lnTo>
                <a:lnTo>
                  <a:pt x="247528" y="178226"/>
                </a:lnTo>
                <a:lnTo>
                  <a:pt x="247693" y="178226"/>
                </a:lnTo>
                <a:lnTo>
                  <a:pt x="274402" y="153391"/>
                </a:lnTo>
                <a:lnTo>
                  <a:pt x="274567" y="153546"/>
                </a:lnTo>
                <a:lnTo>
                  <a:pt x="274402" y="153391"/>
                </a:lnTo>
                <a:lnTo>
                  <a:pt x="274567" y="153391"/>
                </a:lnTo>
                <a:lnTo>
                  <a:pt x="274402" y="153391"/>
                </a:lnTo>
                <a:lnTo>
                  <a:pt x="258373" y="137361"/>
                </a:lnTo>
                <a:lnTo>
                  <a:pt x="141449" y="137361"/>
                </a:lnTo>
                <a:cubicBezTo>
                  <a:pt x="138934" y="125629"/>
                  <a:pt x="132643" y="115516"/>
                  <a:pt x="122584" y="107031"/>
                </a:cubicBezTo>
                <a:cubicBezTo>
                  <a:pt x="112526" y="98545"/>
                  <a:pt x="101005" y="94302"/>
                  <a:pt x="88011" y="94302"/>
                </a:cubicBezTo>
                <a:cubicBezTo>
                  <a:pt x="72292" y="94302"/>
                  <a:pt x="58933" y="99798"/>
                  <a:pt x="47933" y="110798"/>
                </a:cubicBezTo>
                <a:cubicBezTo>
                  <a:pt x="36933" y="121798"/>
                  <a:pt x="31437" y="135157"/>
                  <a:pt x="31437" y="150876"/>
                </a:cubicBezTo>
                <a:cubicBezTo>
                  <a:pt x="31437" y="166595"/>
                  <a:pt x="36933" y="179954"/>
                  <a:pt x="47933" y="190954"/>
                </a:cubicBezTo>
                <a:cubicBezTo>
                  <a:pt x="58933" y="201954"/>
                  <a:pt x="72292" y="207459"/>
                  <a:pt x="88011" y="207459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2" name="圖說"/>
          <p:cNvSpPr/>
          <p:nvPr/>
        </p:nvSpPr>
        <p:spPr>
          <a:xfrm>
            <a:off x="4968118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750" dirty="0"/>
          </a:p>
        </p:txBody>
      </p:sp>
      <p:sp>
        <p:nvSpPr>
          <p:cNvPr id="183" name="圖示 稽核"/>
          <p:cNvSpPr/>
          <p:nvPr/>
        </p:nvSpPr>
        <p:spPr>
          <a:xfrm>
            <a:off x="5667611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7730" y="275097"/>
                </a:moveTo>
                <a:cubicBezTo>
                  <a:pt x="146688" y="274933"/>
                  <a:pt x="145636" y="274686"/>
                  <a:pt x="144594" y="274375"/>
                </a:cubicBezTo>
                <a:cubicBezTo>
                  <a:pt x="115672" y="264527"/>
                  <a:pt x="92729" y="246870"/>
                  <a:pt x="75749" y="221413"/>
                </a:cubicBezTo>
                <a:cubicBezTo>
                  <a:pt x="58778" y="195947"/>
                  <a:pt x="50292" y="168021"/>
                  <a:pt x="50292" y="137608"/>
                </a:cubicBezTo>
                <a:lnTo>
                  <a:pt x="50292" y="76069"/>
                </a:lnTo>
                <a:cubicBezTo>
                  <a:pt x="50292" y="72018"/>
                  <a:pt x="51435" y="68388"/>
                  <a:pt x="53721" y="65160"/>
                </a:cubicBezTo>
                <a:cubicBezTo>
                  <a:pt x="55998" y="61932"/>
                  <a:pt x="58942" y="59601"/>
                  <a:pt x="62554" y="58147"/>
                </a:cubicBezTo>
                <a:lnTo>
                  <a:pt x="144274" y="27661"/>
                </a:lnTo>
                <a:cubicBezTo>
                  <a:pt x="146578" y="26819"/>
                  <a:pt x="148782" y="26408"/>
                  <a:pt x="150876" y="26408"/>
                </a:cubicBezTo>
                <a:cubicBezTo>
                  <a:pt x="152970" y="26408"/>
                  <a:pt x="155174" y="26819"/>
                  <a:pt x="157478" y="27661"/>
                </a:cubicBezTo>
                <a:lnTo>
                  <a:pt x="239198" y="58147"/>
                </a:lnTo>
                <a:cubicBezTo>
                  <a:pt x="242828" y="59601"/>
                  <a:pt x="245772" y="61932"/>
                  <a:pt x="248031" y="65160"/>
                </a:cubicBezTo>
                <a:cubicBezTo>
                  <a:pt x="250317" y="68388"/>
                  <a:pt x="251460" y="72018"/>
                  <a:pt x="251460" y="76069"/>
                </a:cubicBezTo>
                <a:lnTo>
                  <a:pt x="251460" y="137672"/>
                </a:lnTo>
                <a:cubicBezTo>
                  <a:pt x="251460" y="152339"/>
                  <a:pt x="249677" y="166905"/>
                  <a:pt x="246120" y="181362"/>
                </a:cubicBezTo>
                <a:cubicBezTo>
                  <a:pt x="242554" y="195828"/>
                  <a:pt x="236372" y="209443"/>
                  <a:pt x="227576" y="222227"/>
                </a:cubicBezTo>
                <a:cubicBezTo>
                  <a:pt x="225893" y="224531"/>
                  <a:pt x="223644" y="225839"/>
                  <a:pt x="220809" y="226159"/>
                </a:cubicBezTo>
                <a:cubicBezTo>
                  <a:pt x="217984" y="226469"/>
                  <a:pt x="215524" y="225683"/>
                  <a:pt x="213430" y="223799"/>
                </a:cubicBezTo>
                <a:lnTo>
                  <a:pt x="176964" y="188906"/>
                </a:lnTo>
                <a:cubicBezTo>
                  <a:pt x="172986" y="191210"/>
                  <a:pt x="168771" y="193103"/>
                  <a:pt x="164327" y="194566"/>
                </a:cubicBezTo>
                <a:cubicBezTo>
                  <a:pt x="159883" y="196038"/>
                  <a:pt x="155402" y="196770"/>
                  <a:pt x="150876" y="196770"/>
                </a:cubicBezTo>
                <a:cubicBezTo>
                  <a:pt x="137882" y="196770"/>
                  <a:pt x="126827" y="192262"/>
                  <a:pt x="117711" y="183255"/>
                </a:cubicBezTo>
                <a:cubicBezTo>
                  <a:pt x="108603" y="174239"/>
                  <a:pt x="104040" y="163184"/>
                  <a:pt x="104040" y="150090"/>
                </a:cubicBezTo>
                <a:cubicBezTo>
                  <a:pt x="104040" y="136995"/>
                  <a:pt x="108603" y="125885"/>
                  <a:pt x="117711" y="116769"/>
                </a:cubicBezTo>
                <a:cubicBezTo>
                  <a:pt x="126827" y="107652"/>
                  <a:pt x="137882" y="103099"/>
                  <a:pt x="150876" y="103099"/>
                </a:cubicBezTo>
                <a:cubicBezTo>
                  <a:pt x="163870" y="103099"/>
                  <a:pt x="174925" y="107652"/>
                  <a:pt x="184041" y="116769"/>
                </a:cubicBezTo>
                <a:cubicBezTo>
                  <a:pt x="193149" y="125885"/>
                  <a:pt x="197712" y="137050"/>
                  <a:pt x="197712" y="150245"/>
                </a:cubicBezTo>
                <a:cubicBezTo>
                  <a:pt x="197712" y="154652"/>
                  <a:pt x="197081" y="159051"/>
                  <a:pt x="195828" y="163449"/>
                </a:cubicBezTo>
                <a:cubicBezTo>
                  <a:pt x="194566" y="167847"/>
                  <a:pt x="192573" y="171834"/>
                  <a:pt x="189857" y="175391"/>
                </a:cubicBezTo>
                <a:lnTo>
                  <a:pt x="217517" y="201799"/>
                </a:lnTo>
                <a:cubicBezTo>
                  <a:pt x="222547" y="192783"/>
                  <a:pt x="226314" y="182679"/>
                  <a:pt x="228829" y="171468"/>
                </a:cubicBezTo>
                <a:cubicBezTo>
                  <a:pt x="231343" y="160258"/>
                  <a:pt x="232605" y="148992"/>
                  <a:pt x="232605" y="137672"/>
                </a:cubicBezTo>
                <a:lnTo>
                  <a:pt x="232605" y="75283"/>
                </a:lnTo>
                <a:lnTo>
                  <a:pt x="150876" y="45574"/>
                </a:lnTo>
                <a:lnTo>
                  <a:pt x="69156" y="75283"/>
                </a:lnTo>
                <a:lnTo>
                  <a:pt x="69156" y="137672"/>
                </a:lnTo>
                <a:cubicBezTo>
                  <a:pt x="69156" y="165122"/>
                  <a:pt x="76746" y="189903"/>
                  <a:pt x="91943" y="212013"/>
                </a:cubicBezTo>
                <a:cubicBezTo>
                  <a:pt x="107131" y="234123"/>
                  <a:pt x="126782" y="249156"/>
                  <a:pt x="150876" y="257120"/>
                </a:cubicBezTo>
                <a:cubicBezTo>
                  <a:pt x="155695" y="255858"/>
                  <a:pt x="161410" y="253399"/>
                  <a:pt x="168003" y="249732"/>
                </a:cubicBezTo>
                <a:cubicBezTo>
                  <a:pt x="174605" y="246065"/>
                  <a:pt x="180631" y="242133"/>
                  <a:pt x="186080" y="237945"/>
                </a:cubicBezTo>
                <a:cubicBezTo>
                  <a:pt x="188174" y="236272"/>
                  <a:pt x="190479" y="235531"/>
                  <a:pt x="192993" y="235741"/>
                </a:cubicBezTo>
                <a:cubicBezTo>
                  <a:pt x="195508" y="235952"/>
                  <a:pt x="197602" y="237159"/>
                  <a:pt x="199284" y="239362"/>
                </a:cubicBezTo>
                <a:cubicBezTo>
                  <a:pt x="200958" y="241557"/>
                  <a:pt x="201589" y="244017"/>
                  <a:pt x="201168" y="246742"/>
                </a:cubicBezTo>
                <a:cubicBezTo>
                  <a:pt x="200747" y="249467"/>
                  <a:pt x="199385" y="251670"/>
                  <a:pt x="197081" y="253344"/>
                </a:cubicBezTo>
                <a:cubicBezTo>
                  <a:pt x="191009" y="257952"/>
                  <a:pt x="184663" y="261939"/>
                  <a:pt x="178061" y="265295"/>
                </a:cubicBezTo>
                <a:cubicBezTo>
                  <a:pt x="171468" y="268642"/>
                  <a:pt x="164501" y="271677"/>
                  <a:pt x="157167" y="274402"/>
                </a:cubicBezTo>
                <a:cubicBezTo>
                  <a:pt x="156116" y="274722"/>
                  <a:pt x="155064" y="274960"/>
                  <a:pt x="154022" y="275125"/>
                </a:cubicBezTo>
                <a:cubicBezTo>
                  <a:pt x="152970" y="275298"/>
                  <a:pt x="151928" y="275372"/>
                  <a:pt x="150876" y="275353"/>
                </a:cubicBezTo>
                <a:cubicBezTo>
                  <a:pt x="149824" y="275353"/>
                  <a:pt x="148782" y="275262"/>
                  <a:pt x="147730" y="275097"/>
                </a:cubicBezTo>
                <a:close/>
                <a:moveTo>
                  <a:pt x="170682" y="169859"/>
                </a:moveTo>
                <a:cubicBezTo>
                  <a:pt x="176123" y="164519"/>
                  <a:pt x="178847" y="157917"/>
                  <a:pt x="178847" y="150062"/>
                </a:cubicBezTo>
                <a:cubicBezTo>
                  <a:pt x="178847" y="142198"/>
                  <a:pt x="176104" y="135560"/>
                  <a:pt x="170618" y="130128"/>
                </a:cubicBezTo>
                <a:cubicBezTo>
                  <a:pt x="165122" y="124678"/>
                  <a:pt x="158520" y="121963"/>
                  <a:pt x="150812" y="121963"/>
                </a:cubicBezTo>
                <a:cubicBezTo>
                  <a:pt x="143104" y="121963"/>
                  <a:pt x="136520" y="124678"/>
                  <a:pt x="131070" y="130128"/>
                </a:cubicBezTo>
                <a:cubicBezTo>
                  <a:pt x="125629" y="135578"/>
                  <a:pt x="122905" y="142235"/>
                  <a:pt x="122905" y="150090"/>
                </a:cubicBezTo>
                <a:cubicBezTo>
                  <a:pt x="122905" y="157944"/>
                  <a:pt x="125648" y="164546"/>
                  <a:pt x="131134" y="169896"/>
                </a:cubicBezTo>
                <a:cubicBezTo>
                  <a:pt x="136630" y="175236"/>
                  <a:pt x="143232" y="177906"/>
                  <a:pt x="150940" y="177906"/>
                </a:cubicBezTo>
                <a:cubicBezTo>
                  <a:pt x="158648" y="177906"/>
                  <a:pt x="165232" y="175236"/>
                  <a:pt x="170682" y="169896"/>
                </a:cubicBezTo>
                <a:close/>
                <a:moveTo>
                  <a:pt x="150876" y="151187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4" name="圖說"/>
          <p:cNvSpPr/>
          <p:nvPr/>
        </p:nvSpPr>
        <p:spPr>
          <a:xfrm>
            <a:off x="5522839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750" dirty="0"/>
          </a:p>
        </p:txBody>
      </p:sp>
      <p:sp>
        <p:nvSpPr>
          <p:cNvPr id="185" name="圖示 交換"/>
          <p:cNvSpPr/>
          <p:nvPr/>
        </p:nvSpPr>
        <p:spPr>
          <a:xfrm>
            <a:off x="6222332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0981" y="200226"/>
                </a:moveTo>
                <a:lnTo>
                  <a:pt x="92409" y="231654"/>
                </a:lnTo>
                <a:cubicBezTo>
                  <a:pt x="94302" y="233547"/>
                  <a:pt x="95244" y="235741"/>
                  <a:pt x="95244" y="238256"/>
                </a:cubicBezTo>
                <a:cubicBezTo>
                  <a:pt x="95244" y="240771"/>
                  <a:pt x="94302" y="242974"/>
                  <a:pt x="92409" y="244858"/>
                </a:cubicBezTo>
                <a:cubicBezTo>
                  <a:pt x="90526" y="246742"/>
                  <a:pt x="88322" y="247693"/>
                  <a:pt x="85807" y="247693"/>
                </a:cubicBezTo>
                <a:cubicBezTo>
                  <a:pt x="83293" y="247693"/>
                  <a:pt x="81098" y="246742"/>
                  <a:pt x="79214" y="244858"/>
                </a:cubicBezTo>
                <a:lnTo>
                  <a:pt x="31748" y="197401"/>
                </a:lnTo>
                <a:cubicBezTo>
                  <a:pt x="30696" y="196349"/>
                  <a:pt x="29965" y="195298"/>
                  <a:pt x="29544" y="194255"/>
                </a:cubicBezTo>
                <a:cubicBezTo>
                  <a:pt x="29124" y="193204"/>
                  <a:pt x="28922" y="192051"/>
                  <a:pt x="28922" y="190799"/>
                </a:cubicBezTo>
                <a:cubicBezTo>
                  <a:pt x="28922" y="189537"/>
                  <a:pt x="29124" y="188385"/>
                  <a:pt x="29544" y="187342"/>
                </a:cubicBezTo>
                <a:cubicBezTo>
                  <a:pt x="29965" y="186291"/>
                  <a:pt x="30696" y="185239"/>
                  <a:pt x="31748" y="184197"/>
                </a:cubicBezTo>
                <a:lnTo>
                  <a:pt x="79214" y="136730"/>
                </a:lnTo>
                <a:cubicBezTo>
                  <a:pt x="81098" y="134847"/>
                  <a:pt x="83293" y="133905"/>
                  <a:pt x="85807" y="133905"/>
                </a:cubicBezTo>
                <a:cubicBezTo>
                  <a:pt x="88322" y="133905"/>
                  <a:pt x="90526" y="134847"/>
                  <a:pt x="92409" y="136730"/>
                </a:cubicBezTo>
                <a:cubicBezTo>
                  <a:pt x="94302" y="138614"/>
                  <a:pt x="95244" y="140818"/>
                  <a:pt x="95244" y="143332"/>
                </a:cubicBezTo>
                <a:cubicBezTo>
                  <a:pt x="95244" y="145847"/>
                  <a:pt x="94302" y="148051"/>
                  <a:pt x="92409" y="149934"/>
                </a:cubicBezTo>
                <a:lnTo>
                  <a:pt x="60981" y="181362"/>
                </a:lnTo>
                <a:lnTo>
                  <a:pt x="150876" y="181362"/>
                </a:lnTo>
                <a:cubicBezTo>
                  <a:pt x="153601" y="181362"/>
                  <a:pt x="155850" y="182258"/>
                  <a:pt x="157633" y="184041"/>
                </a:cubicBezTo>
                <a:cubicBezTo>
                  <a:pt x="159416" y="185815"/>
                  <a:pt x="160303" y="188074"/>
                  <a:pt x="160303" y="190799"/>
                </a:cubicBezTo>
                <a:cubicBezTo>
                  <a:pt x="160303" y="193524"/>
                  <a:pt x="159416" y="195773"/>
                  <a:pt x="157633" y="197556"/>
                </a:cubicBezTo>
                <a:cubicBezTo>
                  <a:pt x="155850" y="199330"/>
                  <a:pt x="153601" y="200226"/>
                  <a:pt x="150876" y="200226"/>
                </a:cubicBezTo>
                <a:lnTo>
                  <a:pt x="60981" y="200226"/>
                </a:lnTo>
                <a:close/>
                <a:moveTo>
                  <a:pt x="240771" y="120390"/>
                </a:moveTo>
                <a:lnTo>
                  <a:pt x="150876" y="120390"/>
                </a:lnTo>
                <a:cubicBezTo>
                  <a:pt x="148151" y="120390"/>
                  <a:pt x="145902" y="119494"/>
                  <a:pt x="144119" y="117711"/>
                </a:cubicBezTo>
                <a:cubicBezTo>
                  <a:pt x="142336" y="115937"/>
                  <a:pt x="141449" y="113678"/>
                  <a:pt x="141449" y="110953"/>
                </a:cubicBezTo>
                <a:cubicBezTo>
                  <a:pt x="141449" y="108228"/>
                  <a:pt x="142336" y="105979"/>
                  <a:pt x="144119" y="104196"/>
                </a:cubicBezTo>
                <a:cubicBezTo>
                  <a:pt x="145902" y="102422"/>
                  <a:pt x="148151" y="101526"/>
                  <a:pt x="150876" y="101526"/>
                </a:cubicBezTo>
                <a:lnTo>
                  <a:pt x="240771" y="101526"/>
                </a:lnTo>
                <a:lnTo>
                  <a:pt x="209343" y="70098"/>
                </a:lnTo>
                <a:cubicBezTo>
                  <a:pt x="207459" y="68205"/>
                  <a:pt x="206508" y="66011"/>
                  <a:pt x="206508" y="63496"/>
                </a:cubicBezTo>
                <a:cubicBezTo>
                  <a:pt x="206508" y="60981"/>
                  <a:pt x="207459" y="58778"/>
                  <a:pt x="209343" y="56894"/>
                </a:cubicBezTo>
                <a:cubicBezTo>
                  <a:pt x="211226" y="55010"/>
                  <a:pt x="213430" y="54068"/>
                  <a:pt x="215945" y="54068"/>
                </a:cubicBezTo>
                <a:cubicBezTo>
                  <a:pt x="218459" y="54068"/>
                  <a:pt x="220654" y="55010"/>
                  <a:pt x="222547" y="56894"/>
                </a:cubicBezTo>
                <a:lnTo>
                  <a:pt x="270004" y="104360"/>
                </a:lnTo>
                <a:cubicBezTo>
                  <a:pt x="271056" y="105403"/>
                  <a:pt x="271787" y="106454"/>
                  <a:pt x="272208" y="107497"/>
                </a:cubicBezTo>
                <a:cubicBezTo>
                  <a:pt x="272628" y="108548"/>
                  <a:pt x="272839" y="109701"/>
                  <a:pt x="272839" y="110953"/>
                </a:cubicBezTo>
                <a:cubicBezTo>
                  <a:pt x="272839" y="112215"/>
                  <a:pt x="272628" y="113367"/>
                  <a:pt x="272208" y="114419"/>
                </a:cubicBezTo>
                <a:cubicBezTo>
                  <a:pt x="271787" y="115461"/>
                  <a:pt x="271056" y="116513"/>
                  <a:pt x="270004" y="117555"/>
                </a:cubicBezTo>
                <a:lnTo>
                  <a:pt x="222547" y="165022"/>
                </a:lnTo>
                <a:cubicBezTo>
                  <a:pt x="220654" y="166905"/>
                  <a:pt x="218459" y="167847"/>
                  <a:pt x="215945" y="167847"/>
                </a:cubicBezTo>
                <a:cubicBezTo>
                  <a:pt x="213430" y="167847"/>
                  <a:pt x="211226" y="166905"/>
                  <a:pt x="209343" y="165022"/>
                </a:cubicBezTo>
                <a:cubicBezTo>
                  <a:pt x="207459" y="163138"/>
                  <a:pt x="206508" y="160934"/>
                  <a:pt x="206508" y="158420"/>
                </a:cubicBezTo>
                <a:cubicBezTo>
                  <a:pt x="206508" y="155905"/>
                  <a:pt x="207459" y="153701"/>
                  <a:pt x="209343" y="151818"/>
                </a:cubicBezTo>
                <a:lnTo>
                  <a:pt x="240771" y="120390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6" name="圖說"/>
          <p:cNvSpPr/>
          <p:nvPr/>
        </p:nvSpPr>
        <p:spPr>
          <a:xfrm>
            <a:off x="6077560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750" dirty="0"/>
          </a:p>
        </p:txBody>
      </p:sp>
      <p:sp>
        <p:nvSpPr>
          <p:cNvPr id="187" name="圖示 同步"/>
          <p:cNvSpPr/>
          <p:nvPr/>
        </p:nvSpPr>
        <p:spPr>
          <a:xfrm>
            <a:off x="6777053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9156" y="151818"/>
                </a:moveTo>
                <a:cubicBezTo>
                  <a:pt x="69156" y="165022"/>
                  <a:pt x="71616" y="176497"/>
                  <a:pt x="76535" y="186236"/>
                </a:cubicBezTo>
                <a:cubicBezTo>
                  <a:pt x="81464" y="195983"/>
                  <a:pt x="88112" y="204414"/>
                  <a:pt x="96497" y="211537"/>
                </a:cubicBezTo>
                <a:lnTo>
                  <a:pt x="105924" y="218139"/>
                </a:lnTo>
                <a:lnTo>
                  <a:pt x="105924" y="188595"/>
                </a:lnTo>
                <a:cubicBezTo>
                  <a:pt x="105924" y="185870"/>
                  <a:pt x="106820" y="183621"/>
                  <a:pt x="108603" y="181838"/>
                </a:cubicBezTo>
                <a:cubicBezTo>
                  <a:pt x="110377" y="180055"/>
                  <a:pt x="112636" y="179168"/>
                  <a:pt x="115361" y="179168"/>
                </a:cubicBezTo>
                <a:cubicBezTo>
                  <a:pt x="118086" y="179168"/>
                  <a:pt x="120335" y="180055"/>
                  <a:pt x="122118" y="181838"/>
                </a:cubicBezTo>
                <a:cubicBezTo>
                  <a:pt x="123892" y="183621"/>
                  <a:pt x="124788" y="185870"/>
                  <a:pt x="124788" y="188595"/>
                </a:cubicBezTo>
                <a:lnTo>
                  <a:pt x="124788" y="242033"/>
                </a:lnTo>
                <a:cubicBezTo>
                  <a:pt x="124788" y="244757"/>
                  <a:pt x="123892" y="247007"/>
                  <a:pt x="122118" y="248790"/>
                </a:cubicBezTo>
                <a:cubicBezTo>
                  <a:pt x="120335" y="250573"/>
                  <a:pt x="118086" y="251460"/>
                  <a:pt x="115361" y="251460"/>
                </a:cubicBezTo>
                <a:lnTo>
                  <a:pt x="61923" y="251460"/>
                </a:lnTo>
                <a:cubicBezTo>
                  <a:pt x="59198" y="251460"/>
                  <a:pt x="56949" y="250573"/>
                  <a:pt x="55166" y="248790"/>
                </a:cubicBezTo>
                <a:cubicBezTo>
                  <a:pt x="53383" y="247007"/>
                  <a:pt x="52496" y="244757"/>
                  <a:pt x="52496" y="242033"/>
                </a:cubicBezTo>
                <a:cubicBezTo>
                  <a:pt x="52496" y="239308"/>
                  <a:pt x="53383" y="237049"/>
                  <a:pt x="55166" y="235275"/>
                </a:cubicBezTo>
                <a:cubicBezTo>
                  <a:pt x="56949" y="233492"/>
                  <a:pt x="59198" y="232605"/>
                  <a:pt x="61923" y="232605"/>
                </a:cubicBezTo>
                <a:lnTo>
                  <a:pt x="93351" y="232605"/>
                </a:lnTo>
                <a:lnTo>
                  <a:pt x="88642" y="228829"/>
                </a:lnTo>
                <a:cubicBezTo>
                  <a:pt x="75228" y="218139"/>
                  <a:pt x="65480" y="206508"/>
                  <a:pt x="59409" y="193935"/>
                </a:cubicBezTo>
                <a:cubicBezTo>
                  <a:pt x="53328" y="181362"/>
                  <a:pt x="50292" y="167326"/>
                  <a:pt x="50292" y="151818"/>
                </a:cubicBezTo>
                <a:cubicBezTo>
                  <a:pt x="50292" y="132122"/>
                  <a:pt x="55477" y="114154"/>
                  <a:pt x="65855" y="97914"/>
                </a:cubicBezTo>
                <a:cubicBezTo>
                  <a:pt x="76224" y="81674"/>
                  <a:pt x="90105" y="69357"/>
                  <a:pt x="107497" y="60981"/>
                </a:cubicBezTo>
                <a:cubicBezTo>
                  <a:pt x="109801" y="59930"/>
                  <a:pt x="112005" y="59930"/>
                  <a:pt x="114099" y="60981"/>
                </a:cubicBezTo>
                <a:cubicBezTo>
                  <a:pt x="116193" y="62024"/>
                  <a:pt x="117665" y="63706"/>
                  <a:pt x="118497" y="66011"/>
                </a:cubicBezTo>
                <a:cubicBezTo>
                  <a:pt x="119549" y="68315"/>
                  <a:pt x="119549" y="70674"/>
                  <a:pt x="118497" y="73079"/>
                </a:cubicBezTo>
                <a:cubicBezTo>
                  <a:pt x="117455" y="75493"/>
                  <a:pt x="115772" y="77322"/>
                  <a:pt x="113468" y="78584"/>
                </a:cubicBezTo>
                <a:cubicBezTo>
                  <a:pt x="100063" y="85707"/>
                  <a:pt x="89319" y="95820"/>
                  <a:pt x="81254" y="108914"/>
                </a:cubicBezTo>
                <a:cubicBezTo>
                  <a:pt x="73189" y="122008"/>
                  <a:pt x="69156" y="136310"/>
                  <a:pt x="69156" y="151818"/>
                </a:cubicBezTo>
                <a:close/>
                <a:moveTo>
                  <a:pt x="232605" y="149934"/>
                </a:moveTo>
                <a:cubicBezTo>
                  <a:pt x="232605" y="139876"/>
                  <a:pt x="230136" y="129662"/>
                  <a:pt x="225217" y="119283"/>
                </a:cubicBezTo>
                <a:cubicBezTo>
                  <a:pt x="220288" y="108914"/>
                  <a:pt x="213842" y="99743"/>
                  <a:pt x="205886" y="91787"/>
                </a:cubicBezTo>
                <a:lnTo>
                  <a:pt x="196770" y="83613"/>
                </a:lnTo>
                <a:lnTo>
                  <a:pt x="196770" y="113157"/>
                </a:lnTo>
                <a:cubicBezTo>
                  <a:pt x="196770" y="115882"/>
                  <a:pt x="195874" y="118131"/>
                  <a:pt x="194100" y="119914"/>
                </a:cubicBezTo>
                <a:cubicBezTo>
                  <a:pt x="192317" y="121697"/>
                  <a:pt x="190058" y="122584"/>
                  <a:pt x="187342" y="122584"/>
                </a:cubicBezTo>
                <a:cubicBezTo>
                  <a:pt x="184617" y="122584"/>
                  <a:pt x="182359" y="121697"/>
                  <a:pt x="180576" y="119914"/>
                </a:cubicBezTo>
                <a:cubicBezTo>
                  <a:pt x="178802" y="118131"/>
                  <a:pt x="177906" y="115882"/>
                  <a:pt x="177906" y="113157"/>
                </a:cubicBezTo>
                <a:lnTo>
                  <a:pt x="177906" y="59719"/>
                </a:lnTo>
                <a:cubicBezTo>
                  <a:pt x="177906" y="56995"/>
                  <a:pt x="178802" y="54745"/>
                  <a:pt x="180576" y="52962"/>
                </a:cubicBezTo>
                <a:cubicBezTo>
                  <a:pt x="182359" y="51179"/>
                  <a:pt x="184617" y="50292"/>
                  <a:pt x="187342" y="50292"/>
                </a:cubicBezTo>
                <a:lnTo>
                  <a:pt x="240771" y="50292"/>
                </a:lnTo>
                <a:cubicBezTo>
                  <a:pt x="243496" y="50292"/>
                  <a:pt x="245754" y="51179"/>
                  <a:pt x="247528" y="52962"/>
                </a:cubicBezTo>
                <a:cubicBezTo>
                  <a:pt x="249311" y="54745"/>
                  <a:pt x="250207" y="56995"/>
                  <a:pt x="250207" y="59719"/>
                </a:cubicBezTo>
                <a:cubicBezTo>
                  <a:pt x="250207" y="62444"/>
                  <a:pt x="249311" y="64703"/>
                  <a:pt x="247528" y="66477"/>
                </a:cubicBezTo>
                <a:cubicBezTo>
                  <a:pt x="245754" y="68260"/>
                  <a:pt x="243496" y="69156"/>
                  <a:pt x="240771" y="69156"/>
                </a:cubicBezTo>
                <a:lnTo>
                  <a:pt x="209023" y="69156"/>
                </a:lnTo>
                <a:lnTo>
                  <a:pt x="213741" y="73554"/>
                </a:lnTo>
                <a:cubicBezTo>
                  <a:pt x="226314" y="85286"/>
                  <a:pt x="235741" y="97859"/>
                  <a:pt x="242033" y="111273"/>
                </a:cubicBezTo>
                <a:cubicBezTo>
                  <a:pt x="248314" y="124678"/>
                  <a:pt x="251460" y="137571"/>
                  <a:pt x="251460" y="149934"/>
                </a:cubicBezTo>
                <a:cubicBezTo>
                  <a:pt x="251460" y="169420"/>
                  <a:pt x="246431" y="187178"/>
                  <a:pt x="236372" y="203207"/>
                </a:cubicBezTo>
                <a:cubicBezTo>
                  <a:pt x="226314" y="219246"/>
                  <a:pt x="212799" y="231654"/>
                  <a:pt x="195828" y="240460"/>
                </a:cubicBezTo>
                <a:cubicBezTo>
                  <a:pt x="193524" y="241712"/>
                  <a:pt x="191164" y="241877"/>
                  <a:pt x="188750" y="240926"/>
                </a:cubicBezTo>
                <a:cubicBezTo>
                  <a:pt x="186346" y="239984"/>
                  <a:pt x="184617" y="238256"/>
                  <a:pt x="183566" y="235741"/>
                </a:cubicBezTo>
                <a:cubicBezTo>
                  <a:pt x="182514" y="233437"/>
                  <a:pt x="182514" y="231078"/>
                  <a:pt x="183566" y="228673"/>
                </a:cubicBezTo>
                <a:cubicBezTo>
                  <a:pt x="184617" y="226259"/>
                  <a:pt x="186291" y="224430"/>
                  <a:pt x="188595" y="223168"/>
                </a:cubicBezTo>
                <a:cubicBezTo>
                  <a:pt x="202220" y="216256"/>
                  <a:pt x="212955" y="206197"/>
                  <a:pt x="220809" y="192993"/>
                </a:cubicBezTo>
                <a:cubicBezTo>
                  <a:pt x="228673" y="179798"/>
                  <a:pt x="232605" y="165442"/>
                  <a:pt x="232605" y="149934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8" name="圖說"/>
          <p:cNvSpPr/>
          <p:nvPr/>
        </p:nvSpPr>
        <p:spPr>
          <a:xfrm>
            <a:off x="6632280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750" dirty="0"/>
          </a:p>
        </p:txBody>
      </p:sp>
      <p:sp>
        <p:nvSpPr>
          <p:cNvPr id="189" name="圖示 循環"/>
          <p:cNvSpPr/>
          <p:nvPr/>
        </p:nvSpPr>
        <p:spPr>
          <a:xfrm>
            <a:off x="7331774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9156" y="151507"/>
                </a:moveTo>
                <a:cubicBezTo>
                  <a:pt x="69156" y="155695"/>
                  <a:pt x="69412" y="159782"/>
                  <a:pt x="69933" y="163760"/>
                </a:cubicBezTo>
                <a:cubicBezTo>
                  <a:pt x="70464" y="167747"/>
                  <a:pt x="71250" y="171514"/>
                  <a:pt x="72292" y="175080"/>
                </a:cubicBezTo>
                <a:cubicBezTo>
                  <a:pt x="72923" y="177595"/>
                  <a:pt x="72768" y="180109"/>
                  <a:pt x="71826" y="182624"/>
                </a:cubicBezTo>
                <a:cubicBezTo>
                  <a:pt x="70884" y="185139"/>
                  <a:pt x="69257" y="186922"/>
                  <a:pt x="66952" y="187964"/>
                </a:cubicBezTo>
                <a:cubicBezTo>
                  <a:pt x="64648" y="189016"/>
                  <a:pt x="62289" y="189016"/>
                  <a:pt x="59875" y="187964"/>
                </a:cubicBezTo>
                <a:cubicBezTo>
                  <a:pt x="57470" y="186922"/>
                  <a:pt x="55842" y="185239"/>
                  <a:pt x="55010" y="182935"/>
                </a:cubicBezTo>
                <a:cubicBezTo>
                  <a:pt x="53328" y="177695"/>
                  <a:pt x="52130" y="172511"/>
                  <a:pt x="51389" y="167381"/>
                </a:cubicBezTo>
                <a:cubicBezTo>
                  <a:pt x="50658" y="162242"/>
                  <a:pt x="50292" y="156957"/>
                  <a:pt x="50292" y="151507"/>
                </a:cubicBezTo>
                <a:cubicBezTo>
                  <a:pt x="50292" y="124057"/>
                  <a:pt x="60195" y="100429"/>
                  <a:pt x="79992" y="80623"/>
                </a:cubicBezTo>
                <a:cubicBezTo>
                  <a:pt x="99798" y="60826"/>
                  <a:pt x="123426" y="50923"/>
                  <a:pt x="150876" y="50923"/>
                </a:cubicBezTo>
                <a:lnTo>
                  <a:pt x="164391" y="50923"/>
                </a:lnTo>
                <a:lnTo>
                  <a:pt x="145216" y="31748"/>
                </a:lnTo>
                <a:cubicBezTo>
                  <a:pt x="143543" y="30075"/>
                  <a:pt x="142701" y="28081"/>
                  <a:pt x="142701" y="25777"/>
                </a:cubicBezTo>
                <a:cubicBezTo>
                  <a:pt x="142701" y="23473"/>
                  <a:pt x="143543" y="21479"/>
                  <a:pt x="145216" y="19806"/>
                </a:cubicBezTo>
                <a:cubicBezTo>
                  <a:pt x="146898" y="18123"/>
                  <a:pt x="148937" y="17291"/>
                  <a:pt x="151351" y="17291"/>
                </a:cubicBezTo>
                <a:cubicBezTo>
                  <a:pt x="153756" y="17291"/>
                  <a:pt x="155805" y="18123"/>
                  <a:pt x="157478" y="19806"/>
                </a:cubicBezTo>
                <a:lnTo>
                  <a:pt x="191741" y="53748"/>
                </a:lnTo>
                <a:cubicBezTo>
                  <a:pt x="193624" y="55632"/>
                  <a:pt x="194566" y="57836"/>
                  <a:pt x="194566" y="60350"/>
                </a:cubicBezTo>
                <a:cubicBezTo>
                  <a:pt x="194566" y="62865"/>
                  <a:pt x="193624" y="65069"/>
                  <a:pt x="191741" y="66952"/>
                </a:cubicBezTo>
                <a:lnTo>
                  <a:pt x="157789" y="100895"/>
                </a:lnTo>
                <a:cubicBezTo>
                  <a:pt x="156116" y="102577"/>
                  <a:pt x="154022" y="103409"/>
                  <a:pt x="151507" y="103409"/>
                </a:cubicBezTo>
                <a:cubicBezTo>
                  <a:pt x="148992" y="103409"/>
                  <a:pt x="146898" y="102577"/>
                  <a:pt x="145216" y="100895"/>
                </a:cubicBezTo>
                <a:cubicBezTo>
                  <a:pt x="143543" y="99222"/>
                  <a:pt x="142701" y="97128"/>
                  <a:pt x="142701" y="94613"/>
                </a:cubicBezTo>
                <a:cubicBezTo>
                  <a:pt x="142701" y="92098"/>
                  <a:pt x="143543" y="90004"/>
                  <a:pt x="145216" y="88322"/>
                </a:cubicBezTo>
                <a:lnTo>
                  <a:pt x="163760" y="69778"/>
                </a:lnTo>
                <a:lnTo>
                  <a:pt x="150876" y="69778"/>
                </a:lnTo>
                <a:cubicBezTo>
                  <a:pt x="128455" y="69778"/>
                  <a:pt x="109225" y="77797"/>
                  <a:pt x="93196" y="93827"/>
                </a:cubicBezTo>
                <a:cubicBezTo>
                  <a:pt x="77166" y="109856"/>
                  <a:pt x="69156" y="129086"/>
                  <a:pt x="69156" y="151507"/>
                </a:cubicBezTo>
                <a:close/>
                <a:moveTo>
                  <a:pt x="232605" y="151187"/>
                </a:moveTo>
                <a:cubicBezTo>
                  <a:pt x="232605" y="146999"/>
                  <a:pt x="232340" y="142912"/>
                  <a:pt x="231819" y="138934"/>
                </a:cubicBezTo>
                <a:cubicBezTo>
                  <a:pt x="231288" y="134947"/>
                  <a:pt x="230502" y="131070"/>
                  <a:pt x="229460" y="127303"/>
                </a:cubicBezTo>
                <a:cubicBezTo>
                  <a:pt x="228618" y="124788"/>
                  <a:pt x="228673" y="122274"/>
                  <a:pt x="229615" y="119759"/>
                </a:cubicBezTo>
                <a:cubicBezTo>
                  <a:pt x="230557" y="117244"/>
                  <a:pt x="232184" y="115461"/>
                  <a:pt x="234489" y="114419"/>
                </a:cubicBezTo>
                <a:cubicBezTo>
                  <a:pt x="236793" y="113367"/>
                  <a:pt x="239097" y="113367"/>
                  <a:pt x="241402" y="114419"/>
                </a:cubicBezTo>
                <a:cubicBezTo>
                  <a:pt x="243706" y="115461"/>
                  <a:pt x="245279" y="117135"/>
                  <a:pt x="246120" y="119448"/>
                </a:cubicBezTo>
                <a:cubicBezTo>
                  <a:pt x="248004" y="124678"/>
                  <a:pt x="249366" y="129918"/>
                  <a:pt x="250207" y="135157"/>
                </a:cubicBezTo>
                <a:cubicBezTo>
                  <a:pt x="251039" y="140397"/>
                  <a:pt x="251460" y="145746"/>
                  <a:pt x="251460" y="151187"/>
                </a:cubicBezTo>
                <a:cubicBezTo>
                  <a:pt x="251460" y="178637"/>
                  <a:pt x="241557" y="202265"/>
                  <a:pt x="221760" y="222071"/>
                </a:cubicBezTo>
                <a:cubicBezTo>
                  <a:pt x="201954" y="241877"/>
                  <a:pt x="178326" y="251771"/>
                  <a:pt x="150876" y="251771"/>
                </a:cubicBezTo>
                <a:lnTo>
                  <a:pt x="136730" y="251771"/>
                </a:lnTo>
                <a:lnTo>
                  <a:pt x="155905" y="270946"/>
                </a:lnTo>
                <a:cubicBezTo>
                  <a:pt x="157579" y="272628"/>
                  <a:pt x="158420" y="274613"/>
                  <a:pt x="158420" y="276917"/>
                </a:cubicBezTo>
                <a:cubicBezTo>
                  <a:pt x="158420" y="279221"/>
                  <a:pt x="157579" y="281215"/>
                  <a:pt x="155905" y="282897"/>
                </a:cubicBezTo>
                <a:cubicBezTo>
                  <a:pt x="154232" y="284570"/>
                  <a:pt x="152184" y="285412"/>
                  <a:pt x="149779" y="285412"/>
                </a:cubicBezTo>
                <a:cubicBezTo>
                  <a:pt x="147365" y="285412"/>
                  <a:pt x="145326" y="284570"/>
                  <a:pt x="143643" y="282897"/>
                </a:cubicBezTo>
                <a:lnTo>
                  <a:pt x="109390" y="248945"/>
                </a:lnTo>
                <a:cubicBezTo>
                  <a:pt x="107497" y="247062"/>
                  <a:pt x="106555" y="244858"/>
                  <a:pt x="106555" y="242343"/>
                </a:cubicBezTo>
                <a:cubicBezTo>
                  <a:pt x="106555" y="239829"/>
                  <a:pt x="107497" y="237634"/>
                  <a:pt x="109390" y="235741"/>
                </a:cubicBezTo>
                <a:lnTo>
                  <a:pt x="143643" y="201479"/>
                </a:lnTo>
                <a:cubicBezTo>
                  <a:pt x="145326" y="199806"/>
                  <a:pt x="147365" y="198964"/>
                  <a:pt x="149779" y="198964"/>
                </a:cubicBezTo>
                <a:cubicBezTo>
                  <a:pt x="152184" y="198964"/>
                  <a:pt x="154232" y="199806"/>
                  <a:pt x="155905" y="201479"/>
                </a:cubicBezTo>
                <a:cubicBezTo>
                  <a:pt x="157579" y="203161"/>
                  <a:pt x="158420" y="205201"/>
                  <a:pt x="158420" y="207615"/>
                </a:cubicBezTo>
                <a:cubicBezTo>
                  <a:pt x="158420" y="210019"/>
                  <a:pt x="157579" y="212068"/>
                  <a:pt x="155905" y="213741"/>
                </a:cubicBezTo>
                <a:lnTo>
                  <a:pt x="136730" y="232916"/>
                </a:lnTo>
                <a:lnTo>
                  <a:pt x="150876" y="232916"/>
                </a:lnTo>
                <a:cubicBezTo>
                  <a:pt x="173297" y="232916"/>
                  <a:pt x="192527" y="224897"/>
                  <a:pt x="208556" y="208867"/>
                </a:cubicBezTo>
                <a:cubicBezTo>
                  <a:pt x="224586" y="192838"/>
                  <a:pt x="232605" y="173608"/>
                  <a:pt x="232605" y="151187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0" name="圖說"/>
          <p:cNvSpPr/>
          <p:nvPr/>
        </p:nvSpPr>
        <p:spPr>
          <a:xfrm>
            <a:off x="7187001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750" dirty="0"/>
          </a:p>
        </p:txBody>
      </p:sp>
      <p:sp>
        <p:nvSpPr>
          <p:cNvPr id="191" name="圖示 路徑"/>
          <p:cNvSpPr/>
          <p:nvPr/>
        </p:nvSpPr>
        <p:spPr>
          <a:xfrm>
            <a:off x="7886494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7011" y="249732"/>
                </a:moveTo>
                <a:cubicBezTo>
                  <a:pt x="67583" y="240176"/>
                  <a:pt x="62865" y="228701"/>
                  <a:pt x="62865" y="215314"/>
                </a:cubicBezTo>
                <a:lnTo>
                  <a:pt x="62865" y="105613"/>
                </a:lnTo>
                <a:cubicBezTo>
                  <a:pt x="55532" y="102888"/>
                  <a:pt x="49506" y="98563"/>
                  <a:pt x="44787" y="92629"/>
                </a:cubicBezTo>
                <a:cubicBezTo>
                  <a:pt x="40078" y="86703"/>
                  <a:pt x="37719" y="79955"/>
                  <a:pt x="37719" y="72393"/>
                </a:cubicBezTo>
                <a:cubicBezTo>
                  <a:pt x="37719" y="62691"/>
                  <a:pt x="41121" y="54480"/>
                  <a:pt x="47933" y="47777"/>
                </a:cubicBezTo>
                <a:cubicBezTo>
                  <a:pt x="54745" y="41075"/>
                  <a:pt x="62920" y="37719"/>
                  <a:pt x="72448" y="37719"/>
                </a:cubicBezTo>
                <a:cubicBezTo>
                  <a:pt x="81985" y="37719"/>
                  <a:pt x="90105" y="41084"/>
                  <a:pt x="96817" y="47805"/>
                </a:cubicBezTo>
                <a:cubicBezTo>
                  <a:pt x="103519" y="54535"/>
                  <a:pt x="106875" y="62710"/>
                  <a:pt x="106875" y="72329"/>
                </a:cubicBezTo>
                <a:cubicBezTo>
                  <a:pt x="106875" y="79827"/>
                  <a:pt x="104516" y="86566"/>
                  <a:pt x="99798" y="92537"/>
                </a:cubicBezTo>
                <a:cubicBezTo>
                  <a:pt x="95079" y="98508"/>
                  <a:pt x="89063" y="102870"/>
                  <a:pt x="81729" y="105613"/>
                </a:cubicBezTo>
                <a:lnTo>
                  <a:pt x="81729" y="215314"/>
                </a:lnTo>
                <a:cubicBezTo>
                  <a:pt x="81729" y="223525"/>
                  <a:pt x="84609" y="230557"/>
                  <a:pt x="90370" y="236400"/>
                </a:cubicBezTo>
                <a:cubicBezTo>
                  <a:pt x="96131" y="242252"/>
                  <a:pt x="103254" y="245178"/>
                  <a:pt x="111740" y="245178"/>
                </a:cubicBezTo>
                <a:cubicBezTo>
                  <a:pt x="120225" y="245178"/>
                  <a:pt x="127303" y="242252"/>
                  <a:pt x="132963" y="236400"/>
                </a:cubicBezTo>
                <a:cubicBezTo>
                  <a:pt x="138614" y="230557"/>
                  <a:pt x="141449" y="223525"/>
                  <a:pt x="141449" y="215314"/>
                </a:cubicBezTo>
                <a:lnTo>
                  <a:pt x="141449" y="86438"/>
                </a:lnTo>
                <a:cubicBezTo>
                  <a:pt x="141449" y="72823"/>
                  <a:pt x="146158" y="61292"/>
                  <a:pt x="155594" y="51865"/>
                </a:cubicBezTo>
                <a:cubicBezTo>
                  <a:pt x="165022" y="42437"/>
                  <a:pt x="176543" y="37719"/>
                  <a:pt x="190168" y="37719"/>
                </a:cubicBezTo>
                <a:cubicBezTo>
                  <a:pt x="203783" y="37719"/>
                  <a:pt x="215314" y="42437"/>
                  <a:pt x="224741" y="51865"/>
                </a:cubicBezTo>
                <a:cubicBezTo>
                  <a:pt x="234169" y="61292"/>
                  <a:pt x="238887" y="72823"/>
                  <a:pt x="238887" y="86438"/>
                </a:cubicBezTo>
                <a:lnTo>
                  <a:pt x="238887" y="196139"/>
                </a:lnTo>
                <a:cubicBezTo>
                  <a:pt x="246220" y="198864"/>
                  <a:pt x="252246" y="203198"/>
                  <a:pt x="256965" y="209151"/>
                </a:cubicBezTo>
                <a:cubicBezTo>
                  <a:pt x="261674" y="215085"/>
                  <a:pt x="264033" y="221852"/>
                  <a:pt x="264033" y="229460"/>
                </a:cubicBezTo>
                <a:cubicBezTo>
                  <a:pt x="264033" y="238887"/>
                  <a:pt x="260668" y="247007"/>
                  <a:pt x="253947" y="253819"/>
                </a:cubicBezTo>
                <a:cubicBezTo>
                  <a:pt x="247217" y="260631"/>
                  <a:pt x="239052" y="264033"/>
                  <a:pt x="229460" y="264033"/>
                </a:cubicBezTo>
                <a:cubicBezTo>
                  <a:pt x="220032" y="264033"/>
                  <a:pt x="211903" y="260631"/>
                  <a:pt x="205100" y="253819"/>
                </a:cubicBezTo>
                <a:cubicBezTo>
                  <a:pt x="198288" y="247007"/>
                  <a:pt x="194886" y="238887"/>
                  <a:pt x="194886" y="229460"/>
                </a:cubicBezTo>
                <a:cubicBezTo>
                  <a:pt x="194886" y="221852"/>
                  <a:pt x="197236" y="215021"/>
                  <a:pt x="201954" y="208968"/>
                </a:cubicBezTo>
                <a:cubicBezTo>
                  <a:pt x="206673" y="202933"/>
                  <a:pt x="212689" y="198653"/>
                  <a:pt x="220032" y="196139"/>
                </a:cubicBezTo>
                <a:lnTo>
                  <a:pt x="220032" y="86438"/>
                </a:lnTo>
                <a:cubicBezTo>
                  <a:pt x="220032" y="78053"/>
                  <a:pt x="217143" y="70985"/>
                  <a:pt x="211382" y="65224"/>
                </a:cubicBezTo>
                <a:cubicBezTo>
                  <a:pt x="205621" y="59463"/>
                  <a:pt x="198553" y="56583"/>
                  <a:pt x="190168" y="56583"/>
                </a:cubicBezTo>
                <a:cubicBezTo>
                  <a:pt x="181783" y="56583"/>
                  <a:pt x="174714" y="59463"/>
                  <a:pt x="168954" y="65224"/>
                </a:cubicBezTo>
                <a:cubicBezTo>
                  <a:pt x="163184" y="70985"/>
                  <a:pt x="160303" y="78053"/>
                  <a:pt x="160303" y="86438"/>
                </a:cubicBezTo>
                <a:lnTo>
                  <a:pt x="160303" y="215314"/>
                </a:lnTo>
                <a:cubicBezTo>
                  <a:pt x="160303" y="228701"/>
                  <a:pt x="155594" y="240176"/>
                  <a:pt x="146158" y="249732"/>
                </a:cubicBezTo>
                <a:cubicBezTo>
                  <a:pt x="136730" y="259287"/>
                  <a:pt x="125209" y="264051"/>
                  <a:pt x="111584" y="264033"/>
                </a:cubicBezTo>
                <a:cubicBezTo>
                  <a:pt x="97969" y="264033"/>
                  <a:pt x="86438" y="259269"/>
                  <a:pt x="77011" y="249732"/>
                </a:cubicBezTo>
                <a:close/>
                <a:moveTo>
                  <a:pt x="72448" y="88011"/>
                </a:moveTo>
                <a:cubicBezTo>
                  <a:pt x="76746" y="88011"/>
                  <a:pt x="80412" y="86438"/>
                  <a:pt x="83457" y="83293"/>
                </a:cubicBezTo>
                <a:cubicBezTo>
                  <a:pt x="86493" y="80156"/>
                  <a:pt x="88011" y="76435"/>
                  <a:pt x="88011" y="72137"/>
                </a:cubicBezTo>
                <a:cubicBezTo>
                  <a:pt x="88011" y="67839"/>
                  <a:pt x="86502" y="64173"/>
                  <a:pt x="83485" y="61137"/>
                </a:cubicBezTo>
                <a:cubicBezTo>
                  <a:pt x="80485" y="58101"/>
                  <a:pt x="76755" y="56583"/>
                  <a:pt x="72292" y="56583"/>
                </a:cubicBezTo>
                <a:cubicBezTo>
                  <a:pt x="68105" y="56583"/>
                  <a:pt x="64438" y="58083"/>
                  <a:pt x="61292" y="61109"/>
                </a:cubicBezTo>
                <a:cubicBezTo>
                  <a:pt x="58147" y="64127"/>
                  <a:pt x="56583" y="67848"/>
                  <a:pt x="56583" y="72292"/>
                </a:cubicBezTo>
                <a:cubicBezTo>
                  <a:pt x="56583" y="76490"/>
                  <a:pt x="58147" y="80156"/>
                  <a:pt x="61292" y="83293"/>
                </a:cubicBezTo>
                <a:cubicBezTo>
                  <a:pt x="64438" y="86438"/>
                  <a:pt x="68159" y="88011"/>
                  <a:pt x="72448" y="88011"/>
                </a:cubicBezTo>
                <a:close/>
                <a:moveTo>
                  <a:pt x="229615" y="245178"/>
                </a:moveTo>
                <a:cubicBezTo>
                  <a:pt x="233913" y="245178"/>
                  <a:pt x="237579" y="243605"/>
                  <a:pt x="240615" y="240460"/>
                </a:cubicBezTo>
                <a:cubicBezTo>
                  <a:pt x="243651" y="237314"/>
                  <a:pt x="245178" y="233593"/>
                  <a:pt x="245178" y="229304"/>
                </a:cubicBezTo>
                <a:cubicBezTo>
                  <a:pt x="245178" y="225006"/>
                  <a:pt x="243669" y="221340"/>
                  <a:pt x="240652" y="218295"/>
                </a:cubicBezTo>
                <a:cubicBezTo>
                  <a:pt x="237653" y="215259"/>
                  <a:pt x="233922" y="213741"/>
                  <a:pt x="229460" y="213741"/>
                </a:cubicBezTo>
                <a:cubicBezTo>
                  <a:pt x="225262" y="213741"/>
                  <a:pt x="221596" y="215250"/>
                  <a:pt x="218459" y="218267"/>
                </a:cubicBezTo>
                <a:cubicBezTo>
                  <a:pt x="215314" y="221285"/>
                  <a:pt x="213741" y="225016"/>
                  <a:pt x="213741" y="229460"/>
                </a:cubicBezTo>
                <a:cubicBezTo>
                  <a:pt x="213741" y="233647"/>
                  <a:pt x="215314" y="237314"/>
                  <a:pt x="218459" y="240460"/>
                </a:cubicBezTo>
                <a:cubicBezTo>
                  <a:pt x="221596" y="243605"/>
                  <a:pt x="225317" y="245178"/>
                  <a:pt x="229615" y="245178"/>
                </a:cubicBezTo>
                <a:close/>
                <a:moveTo>
                  <a:pt x="72292" y="72292"/>
                </a:moveTo>
                <a:close/>
                <a:moveTo>
                  <a:pt x="229460" y="229460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圖說"/>
          <p:cNvSpPr/>
          <p:nvPr/>
        </p:nvSpPr>
        <p:spPr>
          <a:xfrm>
            <a:off x="7741722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750" dirty="0"/>
          </a:p>
        </p:txBody>
      </p:sp>
      <p:sp>
        <p:nvSpPr>
          <p:cNvPr id="193" name="圖示 分流"/>
          <p:cNvSpPr/>
          <p:nvPr/>
        </p:nvSpPr>
        <p:spPr>
          <a:xfrm>
            <a:off x="8441215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1449" y="267179"/>
                </a:moveTo>
                <a:lnTo>
                  <a:pt x="141449" y="213741"/>
                </a:lnTo>
                <a:cubicBezTo>
                  <a:pt x="141449" y="203683"/>
                  <a:pt x="139766" y="195407"/>
                  <a:pt x="136419" y="188906"/>
                </a:cubicBezTo>
                <a:cubicBezTo>
                  <a:pt x="133063" y="182414"/>
                  <a:pt x="127934" y="175711"/>
                  <a:pt x="121012" y="168789"/>
                </a:cubicBezTo>
                <a:lnTo>
                  <a:pt x="134536" y="155274"/>
                </a:lnTo>
                <a:cubicBezTo>
                  <a:pt x="137251" y="157579"/>
                  <a:pt x="140141" y="160724"/>
                  <a:pt x="143177" y="164711"/>
                </a:cubicBezTo>
                <a:cubicBezTo>
                  <a:pt x="146213" y="168689"/>
                  <a:pt x="148782" y="172355"/>
                  <a:pt x="150876" y="175711"/>
                </a:cubicBezTo>
                <a:cubicBezTo>
                  <a:pt x="154442" y="170261"/>
                  <a:pt x="157944" y="165543"/>
                  <a:pt x="161410" y="161565"/>
                </a:cubicBezTo>
                <a:cubicBezTo>
                  <a:pt x="164866" y="157579"/>
                  <a:pt x="168167" y="154232"/>
                  <a:pt x="171304" y="151507"/>
                </a:cubicBezTo>
                <a:cubicBezTo>
                  <a:pt x="183465" y="141659"/>
                  <a:pt x="192207" y="129763"/>
                  <a:pt x="197556" y="115827"/>
                </a:cubicBezTo>
                <a:cubicBezTo>
                  <a:pt x="202896" y="101892"/>
                  <a:pt x="204944" y="83613"/>
                  <a:pt x="203683" y="60981"/>
                </a:cubicBezTo>
                <a:lnTo>
                  <a:pt x="181993" y="82671"/>
                </a:lnTo>
                <a:cubicBezTo>
                  <a:pt x="180109" y="84555"/>
                  <a:pt x="177906" y="85496"/>
                  <a:pt x="175391" y="85496"/>
                </a:cubicBezTo>
                <a:cubicBezTo>
                  <a:pt x="172876" y="85496"/>
                  <a:pt x="170682" y="84555"/>
                  <a:pt x="168789" y="82671"/>
                </a:cubicBezTo>
                <a:cubicBezTo>
                  <a:pt x="166905" y="80778"/>
                  <a:pt x="165964" y="78584"/>
                  <a:pt x="165964" y="76069"/>
                </a:cubicBezTo>
                <a:cubicBezTo>
                  <a:pt x="165964" y="73554"/>
                  <a:pt x="166905" y="71351"/>
                  <a:pt x="168789" y="69467"/>
                </a:cubicBezTo>
                <a:lnTo>
                  <a:pt x="206508" y="31748"/>
                </a:lnTo>
                <a:cubicBezTo>
                  <a:pt x="207560" y="30696"/>
                  <a:pt x="208611" y="29965"/>
                  <a:pt x="209654" y="29544"/>
                </a:cubicBezTo>
                <a:cubicBezTo>
                  <a:pt x="210705" y="29124"/>
                  <a:pt x="211857" y="28922"/>
                  <a:pt x="213110" y="28922"/>
                </a:cubicBezTo>
                <a:cubicBezTo>
                  <a:pt x="214372" y="28922"/>
                  <a:pt x="215524" y="29124"/>
                  <a:pt x="216566" y="29544"/>
                </a:cubicBezTo>
                <a:cubicBezTo>
                  <a:pt x="217618" y="29965"/>
                  <a:pt x="218670" y="30696"/>
                  <a:pt x="219712" y="31748"/>
                </a:cubicBezTo>
                <a:lnTo>
                  <a:pt x="257431" y="69467"/>
                </a:lnTo>
                <a:cubicBezTo>
                  <a:pt x="259315" y="71351"/>
                  <a:pt x="260266" y="73554"/>
                  <a:pt x="260266" y="76069"/>
                </a:cubicBezTo>
                <a:cubicBezTo>
                  <a:pt x="260266" y="78584"/>
                  <a:pt x="259315" y="80778"/>
                  <a:pt x="257431" y="82671"/>
                </a:cubicBezTo>
                <a:cubicBezTo>
                  <a:pt x="255547" y="84555"/>
                  <a:pt x="253344" y="85496"/>
                  <a:pt x="250829" y="85496"/>
                </a:cubicBezTo>
                <a:cubicBezTo>
                  <a:pt x="248314" y="85496"/>
                  <a:pt x="246120" y="84555"/>
                  <a:pt x="244227" y="82671"/>
                </a:cubicBezTo>
                <a:lnTo>
                  <a:pt x="222547" y="60981"/>
                </a:lnTo>
                <a:cubicBezTo>
                  <a:pt x="223589" y="87380"/>
                  <a:pt x="221020" y="108183"/>
                  <a:pt x="214838" y="123371"/>
                </a:cubicBezTo>
                <a:cubicBezTo>
                  <a:pt x="208657" y="138568"/>
                  <a:pt x="198343" y="152760"/>
                  <a:pt x="183877" y="165964"/>
                </a:cubicBezTo>
                <a:cubicBezTo>
                  <a:pt x="174660" y="174349"/>
                  <a:pt x="168423" y="181993"/>
                  <a:pt x="165177" y="188906"/>
                </a:cubicBezTo>
                <a:cubicBezTo>
                  <a:pt x="161931" y="195828"/>
                  <a:pt x="160303" y="204103"/>
                  <a:pt x="160303" y="213741"/>
                </a:cubicBezTo>
                <a:lnTo>
                  <a:pt x="160303" y="267179"/>
                </a:lnTo>
                <a:cubicBezTo>
                  <a:pt x="160303" y="269903"/>
                  <a:pt x="159416" y="272153"/>
                  <a:pt x="157633" y="273936"/>
                </a:cubicBezTo>
                <a:cubicBezTo>
                  <a:pt x="155850" y="275719"/>
                  <a:pt x="153601" y="276606"/>
                  <a:pt x="150876" y="276606"/>
                </a:cubicBezTo>
                <a:cubicBezTo>
                  <a:pt x="148151" y="276606"/>
                  <a:pt x="145902" y="275719"/>
                  <a:pt x="144119" y="273936"/>
                </a:cubicBezTo>
                <a:cubicBezTo>
                  <a:pt x="142336" y="272153"/>
                  <a:pt x="141449" y="269903"/>
                  <a:pt x="141449" y="267179"/>
                </a:cubicBezTo>
                <a:close/>
                <a:moveTo>
                  <a:pt x="81098" y="101846"/>
                </a:moveTo>
                <a:cubicBezTo>
                  <a:pt x="80257" y="98069"/>
                  <a:pt x="79580" y="92565"/>
                  <a:pt x="79050" y="85341"/>
                </a:cubicBezTo>
                <a:cubicBezTo>
                  <a:pt x="78529" y="78108"/>
                  <a:pt x="78474" y="70098"/>
                  <a:pt x="78894" y="61292"/>
                </a:cubicBezTo>
                <a:lnTo>
                  <a:pt x="57525" y="82671"/>
                </a:lnTo>
                <a:cubicBezTo>
                  <a:pt x="55632" y="84555"/>
                  <a:pt x="53438" y="85496"/>
                  <a:pt x="50923" y="85496"/>
                </a:cubicBezTo>
                <a:cubicBezTo>
                  <a:pt x="48408" y="85496"/>
                  <a:pt x="46205" y="84555"/>
                  <a:pt x="44321" y="82671"/>
                </a:cubicBezTo>
                <a:cubicBezTo>
                  <a:pt x="42437" y="80778"/>
                  <a:pt x="41495" y="78584"/>
                  <a:pt x="41495" y="76069"/>
                </a:cubicBezTo>
                <a:cubicBezTo>
                  <a:pt x="41495" y="73554"/>
                  <a:pt x="42437" y="71351"/>
                  <a:pt x="44321" y="69467"/>
                </a:cubicBezTo>
                <a:lnTo>
                  <a:pt x="82040" y="31748"/>
                </a:lnTo>
                <a:cubicBezTo>
                  <a:pt x="83082" y="30696"/>
                  <a:pt x="84134" y="29965"/>
                  <a:pt x="85186" y="29544"/>
                </a:cubicBezTo>
                <a:cubicBezTo>
                  <a:pt x="86228" y="29124"/>
                  <a:pt x="87380" y="28922"/>
                  <a:pt x="88642" y="28922"/>
                </a:cubicBezTo>
                <a:cubicBezTo>
                  <a:pt x="89895" y="28922"/>
                  <a:pt x="91047" y="29124"/>
                  <a:pt x="92098" y="29544"/>
                </a:cubicBezTo>
                <a:cubicBezTo>
                  <a:pt x="93141" y="29965"/>
                  <a:pt x="94192" y="30696"/>
                  <a:pt x="95244" y="31748"/>
                </a:cubicBezTo>
                <a:lnTo>
                  <a:pt x="132963" y="69467"/>
                </a:lnTo>
                <a:cubicBezTo>
                  <a:pt x="134847" y="71351"/>
                  <a:pt x="135788" y="73554"/>
                  <a:pt x="135788" y="76069"/>
                </a:cubicBezTo>
                <a:cubicBezTo>
                  <a:pt x="135788" y="78584"/>
                  <a:pt x="134847" y="80778"/>
                  <a:pt x="132963" y="82671"/>
                </a:cubicBezTo>
                <a:cubicBezTo>
                  <a:pt x="131070" y="84555"/>
                  <a:pt x="128876" y="85496"/>
                  <a:pt x="126361" y="85496"/>
                </a:cubicBezTo>
                <a:cubicBezTo>
                  <a:pt x="123846" y="85496"/>
                  <a:pt x="121643" y="84555"/>
                  <a:pt x="119759" y="82671"/>
                </a:cubicBezTo>
                <a:lnTo>
                  <a:pt x="98069" y="60981"/>
                </a:lnTo>
                <a:cubicBezTo>
                  <a:pt x="97649" y="68946"/>
                  <a:pt x="97548" y="75913"/>
                  <a:pt x="97759" y="81885"/>
                </a:cubicBezTo>
                <a:cubicBezTo>
                  <a:pt x="97969" y="87856"/>
                  <a:pt x="98490" y="93040"/>
                  <a:pt x="99331" y="97438"/>
                </a:cubicBezTo>
                <a:lnTo>
                  <a:pt x="81098" y="101846"/>
                </a:lnTo>
                <a:close/>
                <a:moveTo>
                  <a:pt x="107497" y="155594"/>
                </a:moveTo>
                <a:cubicBezTo>
                  <a:pt x="103940" y="151818"/>
                  <a:pt x="100008" y="146843"/>
                  <a:pt x="95710" y="140662"/>
                </a:cubicBezTo>
                <a:cubicBezTo>
                  <a:pt x="91413" y="134481"/>
                  <a:pt x="88112" y="127723"/>
                  <a:pt x="85807" y="120390"/>
                </a:cubicBezTo>
                <a:lnTo>
                  <a:pt x="104360" y="115672"/>
                </a:lnTo>
                <a:cubicBezTo>
                  <a:pt x="106244" y="120911"/>
                  <a:pt x="108759" y="125940"/>
                  <a:pt x="111904" y="130759"/>
                </a:cubicBezTo>
                <a:cubicBezTo>
                  <a:pt x="115041" y="135578"/>
                  <a:pt x="117976" y="139455"/>
                  <a:pt x="120701" y="142390"/>
                </a:cubicBezTo>
                <a:lnTo>
                  <a:pt x="107497" y="155594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4" name="圖說"/>
          <p:cNvSpPr/>
          <p:nvPr/>
        </p:nvSpPr>
        <p:spPr>
          <a:xfrm>
            <a:off x="8296443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750" dirty="0"/>
          </a:p>
        </p:txBody>
      </p:sp>
      <p:sp>
        <p:nvSpPr>
          <p:cNvPr id="195" name="圖示 分歧"/>
          <p:cNvSpPr/>
          <p:nvPr/>
        </p:nvSpPr>
        <p:spPr>
          <a:xfrm>
            <a:off x="8995936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9156" y="82351"/>
                </a:moveTo>
                <a:lnTo>
                  <a:pt x="69156" y="111584"/>
                </a:lnTo>
                <a:cubicBezTo>
                  <a:pt x="69156" y="114263"/>
                  <a:pt x="68242" y="116513"/>
                  <a:pt x="66413" y="118314"/>
                </a:cubicBezTo>
                <a:cubicBezTo>
                  <a:pt x="64593" y="120116"/>
                  <a:pt x="62344" y="121012"/>
                  <a:pt x="59655" y="121012"/>
                </a:cubicBezTo>
                <a:cubicBezTo>
                  <a:pt x="56976" y="121012"/>
                  <a:pt x="54745" y="120116"/>
                  <a:pt x="52962" y="118314"/>
                </a:cubicBezTo>
                <a:cubicBezTo>
                  <a:pt x="51179" y="116513"/>
                  <a:pt x="50292" y="114263"/>
                  <a:pt x="50292" y="111584"/>
                </a:cubicBezTo>
                <a:lnTo>
                  <a:pt x="50292" y="59719"/>
                </a:lnTo>
                <a:cubicBezTo>
                  <a:pt x="50292" y="57040"/>
                  <a:pt x="51197" y="54800"/>
                  <a:pt x="52999" y="52999"/>
                </a:cubicBezTo>
                <a:cubicBezTo>
                  <a:pt x="54818" y="51197"/>
                  <a:pt x="57059" y="50292"/>
                  <a:pt x="59719" y="50292"/>
                </a:cubicBezTo>
                <a:lnTo>
                  <a:pt x="111584" y="50292"/>
                </a:lnTo>
                <a:cubicBezTo>
                  <a:pt x="114263" y="50292"/>
                  <a:pt x="116513" y="51206"/>
                  <a:pt x="118314" y="53026"/>
                </a:cubicBezTo>
                <a:cubicBezTo>
                  <a:pt x="120116" y="54846"/>
                  <a:pt x="121012" y="57104"/>
                  <a:pt x="121012" y="59783"/>
                </a:cubicBezTo>
                <a:cubicBezTo>
                  <a:pt x="121012" y="62463"/>
                  <a:pt x="120116" y="64703"/>
                  <a:pt x="118314" y="66477"/>
                </a:cubicBezTo>
                <a:cubicBezTo>
                  <a:pt x="116513" y="68260"/>
                  <a:pt x="114263" y="69156"/>
                  <a:pt x="111584" y="69156"/>
                </a:cubicBezTo>
                <a:lnTo>
                  <a:pt x="82671" y="69156"/>
                </a:lnTo>
                <a:lnTo>
                  <a:pt x="155274" y="141759"/>
                </a:lnTo>
                <a:cubicBezTo>
                  <a:pt x="156957" y="143433"/>
                  <a:pt x="158319" y="145463"/>
                  <a:pt x="159362" y="147831"/>
                </a:cubicBezTo>
                <a:cubicBezTo>
                  <a:pt x="160413" y="150199"/>
                  <a:pt x="160934" y="152677"/>
                  <a:pt x="160934" y="155274"/>
                </a:cubicBezTo>
                <a:lnTo>
                  <a:pt x="160934" y="242033"/>
                </a:lnTo>
                <a:cubicBezTo>
                  <a:pt x="160934" y="244712"/>
                  <a:pt x="160020" y="246952"/>
                  <a:pt x="158200" y="248753"/>
                </a:cubicBezTo>
                <a:cubicBezTo>
                  <a:pt x="156381" y="250555"/>
                  <a:pt x="154122" y="251460"/>
                  <a:pt x="151443" y="251460"/>
                </a:cubicBezTo>
                <a:cubicBezTo>
                  <a:pt x="148764" y="251460"/>
                  <a:pt x="146523" y="250555"/>
                  <a:pt x="144750" y="248753"/>
                </a:cubicBezTo>
                <a:cubicBezTo>
                  <a:pt x="142966" y="246952"/>
                  <a:pt x="142079" y="244712"/>
                  <a:pt x="142079" y="242033"/>
                </a:cubicBezTo>
                <a:lnTo>
                  <a:pt x="142079" y="155274"/>
                </a:lnTo>
                <a:lnTo>
                  <a:pt x="69156" y="82351"/>
                </a:lnTo>
                <a:close/>
                <a:moveTo>
                  <a:pt x="232605" y="82351"/>
                </a:moveTo>
                <a:lnTo>
                  <a:pt x="184197" y="130448"/>
                </a:lnTo>
                <a:cubicBezTo>
                  <a:pt x="182350" y="132332"/>
                  <a:pt x="180164" y="133274"/>
                  <a:pt x="177622" y="133274"/>
                </a:cubicBezTo>
                <a:cubicBezTo>
                  <a:pt x="175089" y="133274"/>
                  <a:pt x="172876" y="132332"/>
                  <a:pt x="170993" y="130448"/>
                </a:cubicBezTo>
                <a:cubicBezTo>
                  <a:pt x="169109" y="128555"/>
                  <a:pt x="168167" y="126334"/>
                  <a:pt x="168167" y="123782"/>
                </a:cubicBezTo>
                <a:cubicBezTo>
                  <a:pt x="168167" y="121222"/>
                  <a:pt x="169109" y="119046"/>
                  <a:pt x="170993" y="117244"/>
                </a:cubicBezTo>
                <a:lnTo>
                  <a:pt x="219081" y="69156"/>
                </a:lnTo>
                <a:lnTo>
                  <a:pt x="190168" y="69156"/>
                </a:lnTo>
                <a:cubicBezTo>
                  <a:pt x="187489" y="69156"/>
                  <a:pt x="185239" y="68242"/>
                  <a:pt x="183438" y="66413"/>
                </a:cubicBezTo>
                <a:cubicBezTo>
                  <a:pt x="181636" y="64593"/>
                  <a:pt x="180740" y="62344"/>
                  <a:pt x="180740" y="59655"/>
                </a:cubicBezTo>
                <a:cubicBezTo>
                  <a:pt x="180740" y="56976"/>
                  <a:pt x="181636" y="54745"/>
                  <a:pt x="183438" y="52962"/>
                </a:cubicBezTo>
                <a:cubicBezTo>
                  <a:pt x="185239" y="51179"/>
                  <a:pt x="187489" y="50292"/>
                  <a:pt x="190168" y="50292"/>
                </a:cubicBezTo>
                <a:lnTo>
                  <a:pt x="242033" y="50292"/>
                </a:lnTo>
                <a:cubicBezTo>
                  <a:pt x="244712" y="50292"/>
                  <a:pt x="246952" y="51197"/>
                  <a:pt x="248753" y="52999"/>
                </a:cubicBezTo>
                <a:cubicBezTo>
                  <a:pt x="250555" y="54800"/>
                  <a:pt x="251460" y="57040"/>
                  <a:pt x="251460" y="59719"/>
                </a:cubicBezTo>
                <a:lnTo>
                  <a:pt x="251460" y="111584"/>
                </a:lnTo>
                <a:cubicBezTo>
                  <a:pt x="251460" y="114263"/>
                  <a:pt x="250546" y="116513"/>
                  <a:pt x="248726" y="118314"/>
                </a:cubicBezTo>
                <a:cubicBezTo>
                  <a:pt x="246906" y="120116"/>
                  <a:pt x="244648" y="121012"/>
                  <a:pt x="241969" y="121012"/>
                </a:cubicBezTo>
                <a:cubicBezTo>
                  <a:pt x="239289" y="121012"/>
                  <a:pt x="237049" y="120116"/>
                  <a:pt x="235275" y="118314"/>
                </a:cubicBezTo>
                <a:cubicBezTo>
                  <a:pt x="233492" y="116513"/>
                  <a:pt x="232605" y="114263"/>
                  <a:pt x="232605" y="111584"/>
                </a:cubicBezTo>
                <a:lnTo>
                  <a:pt x="232605" y="82351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6" name="圖說"/>
          <p:cNvSpPr/>
          <p:nvPr/>
        </p:nvSpPr>
        <p:spPr>
          <a:xfrm>
            <a:off x="8851163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750" dirty="0"/>
          </a:p>
        </p:txBody>
      </p:sp>
      <p:sp>
        <p:nvSpPr>
          <p:cNvPr id="197" name="圖示 合併"/>
          <p:cNvSpPr/>
          <p:nvPr/>
        </p:nvSpPr>
        <p:spPr>
          <a:xfrm>
            <a:off x="9550657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193624"/>
                </a:moveTo>
                <a:lnTo>
                  <a:pt x="87069" y="257431"/>
                </a:lnTo>
                <a:cubicBezTo>
                  <a:pt x="85186" y="259315"/>
                  <a:pt x="82982" y="260266"/>
                  <a:pt x="80467" y="260266"/>
                </a:cubicBezTo>
                <a:cubicBezTo>
                  <a:pt x="77953" y="260266"/>
                  <a:pt x="75749" y="259315"/>
                  <a:pt x="73865" y="257431"/>
                </a:cubicBezTo>
                <a:cubicBezTo>
                  <a:pt x="71982" y="255547"/>
                  <a:pt x="71040" y="253344"/>
                  <a:pt x="71040" y="250829"/>
                </a:cubicBezTo>
                <a:cubicBezTo>
                  <a:pt x="71040" y="248314"/>
                  <a:pt x="71982" y="246120"/>
                  <a:pt x="73865" y="244227"/>
                </a:cubicBezTo>
                <a:lnTo>
                  <a:pt x="128876" y="189226"/>
                </a:lnTo>
                <a:cubicBezTo>
                  <a:pt x="133905" y="184197"/>
                  <a:pt x="137251" y="179588"/>
                  <a:pt x="138934" y="175391"/>
                </a:cubicBezTo>
                <a:cubicBezTo>
                  <a:pt x="140607" y="171203"/>
                  <a:pt x="141449" y="165022"/>
                  <a:pt x="141449" y="156847"/>
                </a:cubicBezTo>
                <a:lnTo>
                  <a:pt x="141449" y="73554"/>
                </a:lnTo>
                <a:lnTo>
                  <a:pt x="119759" y="95244"/>
                </a:lnTo>
                <a:cubicBezTo>
                  <a:pt x="117875" y="97128"/>
                  <a:pt x="115672" y="98069"/>
                  <a:pt x="113157" y="98069"/>
                </a:cubicBezTo>
                <a:cubicBezTo>
                  <a:pt x="110642" y="98069"/>
                  <a:pt x="108439" y="97128"/>
                  <a:pt x="106555" y="95244"/>
                </a:cubicBezTo>
                <a:cubicBezTo>
                  <a:pt x="104671" y="93351"/>
                  <a:pt x="103730" y="91157"/>
                  <a:pt x="103730" y="88642"/>
                </a:cubicBezTo>
                <a:cubicBezTo>
                  <a:pt x="103730" y="86127"/>
                  <a:pt x="104671" y="83924"/>
                  <a:pt x="106555" y="82040"/>
                </a:cubicBezTo>
                <a:lnTo>
                  <a:pt x="144274" y="44321"/>
                </a:lnTo>
                <a:cubicBezTo>
                  <a:pt x="146158" y="42437"/>
                  <a:pt x="148361" y="41495"/>
                  <a:pt x="150876" y="41495"/>
                </a:cubicBezTo>
                <a:cubicBezTo>
                  <a:pt x="153391" y="41495"/>
                  <a:pt x="155594" y="42437"/>
                  <a:pt x="157478" y="44321"/>
                </a:cubicBezTo>
                <a:lnTo>
                  <a:pt x="195197" y="82040"/>
                </a:lnTo>
                <a:cubicBezTo>
                  <a:pt x="197081" y="83924"/>
                  <a:pt x="198022" y="86127"/>
                  <a:pt x="198022" y="88642"/>
                </a:cubicBezTo>
                <a:cubicBezTo>
                  <a:pt x="198022" y="91157"/>
                  <a:pt x="197081" y="93351"/>
                  <a:pt x="195197" y="95244"/>
                </a:cubicBezTo>
                <a:cubicBezTo>
                  <a:pt x="193313" y="97128"/>
                  <a:pt x="191110" y="98069"/>
                  <a:pt x="188595" y="98069"/>
                </a:cubicBezTo>
                <a:cubicBezTo>
                  <a:pt x="186080" y="98069"/>
                  <a:pt x="183877" y="97128"/>
                  <a:pt x="181993" y="95244"/>
                </a:cubicBezTo>
                <a:lnTo>
                  <a:pt x="160303" y="73554"/>
                </a:lnTo>
                <a:lnTo>
                  <a:pt x="160303" y="156847"/>
                </a:lnTo>
                <a:cubicBezTo>
                  <a:pt x="160303" y="165022"/>
                  <a:pt x="161145" y="171203"/>
                  <a:pt x="162818" y="175391"/>
                </a:cubicBezTo>
                <a:cubicBezTo>
                  <a:pt x="164501" y="179588"/>
                  <a:pt x="167847" y="184197"/>
                  <a:pt x="172876" y="189226"/>
                </a:cubicBezTo>
                <a:lnTo>
                  <a:pt x="227887" y="244227"/>
                </a:lnTo>
                <a:cubicBezTo>
                  <a:pt x="229770" y="246120"/>
                  <a:pt x="230712" y="248314"/>
                  <a:pt x="230712" y="250829"/>
                </a:cubicBezTo>
                <a:cubicBezTo>
                  <a:pt x="230712" y="253344"/>
                  <a:pt x="229770" y="255547"/>
                  <a:pt x="227887" y="257431"/>
                </a:cubicBezTo>
                <a:cubicBezTo>
                  <a:pt x="226003" y="259315"/>
                  <a:pt x="223799" y="260266"/>
                  <a:pt x="221285" y="260266"/>
                </a:cubicBezTo>
                <a:cubicBezTo>
                  <a:pt x="218770" y="260266"/>
                  <a:pt x="216566" y="259315"/>
                  <a:pt x="214683" y="257431"/>
                </a:cubicBezTo>
                <a:lnTo>
                  <a:pt x="150876" y="193624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圖說"/>
          <p:cNvSpPr/>
          <p:nvPr/>
        </p:nvSpPr>
        <p:spPr>
          <a:xfrm>
            <a:off x="9405884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750" dirty="0"/>
          </a:p>
        </p:txBody>
      </p:sp>
      <p:sp>
        <p:nvSpPr>
          <p:cNvPr id="199" name="圖示 樞紐"/>
          <p:cNvSpPr/>
          <p:nvPr/>
        </p:nvSpPr>
        <p:spPr>
          <a:xfrm>
            <a:off x="10105377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8088" y="278810"/>
                </a:moveTo>
                <a:cubicBezTo>
                  <a:pt x="41175" y="271888"/>
                  <a:pt x="37719" y="263402"/>
                  <a:pt x="37719" y="253344"/>
                </a:cubicBezTo>
                <a:cubicBezTo>
                  <a:pt x="37719" y="243285"/>
                  <a:pt x="41212" y="234800"/>
                  <a:pt x="48189" y="227887"/>
                </a:cubicBezTo>
                <a:cubicBezTo>
                  <a:pt x="55166" y="220974"/>
                  <a:pt x="63633" y="217517"/>
                  <a:pt x="73582" y="217517"/>
                </a:cubicBezTo>
                <a:cubicBezTo>
                  <a:pt x="76517" y="217517"/>
                  <a:pt x="79086" y="217774"/>
                  <a:pt x="81281" y="218295"/>
                </a:cubicBezTo>
                <a:cubicBezTo>
                  <a:pt x="83485" y="218825"/>
                  <a:pt x="85725" y="219611"/>
                  <a:pt x="88011" y="220654"/>
                </a:cubicBezTo>
                <a:lnTo>
                  <a:pt x="114730" y="187342"/>
                </a:lnTo>
                <a:cubicBezTo>
                  <a:pt x="110743" y="182514"/>
                  <a:pt x="107707" y="177019"/>
                  <a:pt x="105613" y="170837"/>
                </a:cubicBezTo>
                <a:cubicBezTo>
                  <a:pt x="103519" y="164656"/>
                  <a:pt x="102998" y="158209"/>
                  <a:pt x="104040" y="151507"/>
                </a:cubicBezTo>
                <a:lnTo>
                  <a:pt x="66011" y="138614"/>
                </a:lnTo>
                <a:cubicBezTo>
                  <a:pt x="62865" y="143853"/>
                  <a:pt x="58723" y="147941"/>
                  <a:pt x="53593" y="150876"/>
                </a:cubicBezTo>
                <a:cubicBezTo>
                  <a:pt x="48454" y="153811"/>
                  <a:pt x="42538" y="155274"/>
                  <a:pt x="35835" y="155274"/>
                </a:cubicBezTo>
                <a:cubicBezTo>
                  <a:pt x="25878" y="155274"/>
                  <a:pt x="17410" y="151790"/>
                  <a:pt x="10433" y="144814"/>
                </a:cubicBezTo>
                <a:cubicBezTo>
                  <a:pt x="3456" y="137828"/>
                  <a:pt x="-18" y="129378"/>
                  <a:pt x="0" y="119448"/>
                </a:cubicBezTo>
                <a:cubicBezTo>
                  <a:pt x="0" y="109490"/>
                  <a:pt x="3493" y="101023"/>
                  <a:pt x="10470" y="94046"/>
                </a:cubicBezTo>
                <a:cubicBezTo>
                  <a:pt x="17447" y="87069"/>
                  <a:pt x="25905" y="83585"/>
                  <a:pt x="35835" y="83613"/>
                </a:cubicBezTo>
                <a:cubicBezTo>
                  <a:pt x="45784" y="83613"/>
                  <a:pt x="54251" y="87097"/>
                  <a:pt x="61228" y="94073"/>
                </a:cubicBezTo>
                <a:cubicBezTo>
                  <a:pt x="68205" y="101059"/>
                  <a:pt x="71689" y="109509"/>
                  <a:pt x="71671" y="119448"/>
                </a:cubicBezTo>
                <a:lnTo>
                  <a:pt x="71671" y="120701"/>
                </a:lnTo>
                <a:lnTo>
                  <a:pt x="110011" y="133905"/>
                </a:lnTo>
                <a:cubicBezTo>
                  <a:pt x="113788" y="127193"/>
                  <a:pt x="118342" y="122063"/>
                  <a:pt x="123691" y="118497"/>
                </a:cubicBezTo>
                <a:cubicBezTo>
                  <a:pt x="129031" y="114940"/>
                  <a:pt x="134947" y="112425"/>
                  <a:pt x="141449" y="110953"/>
                </a:cubicBezTo>
                <a:lnTo>
                  <a:pt x="141449" y="70409"/>
                </a:lnTo>
                <a:cubicBezTo>
                  <a:pt x="133274" y="68105"/>
                  <a:pt x="126827" y="63597"/>
                  <a:pt x="122118" y="56894"/>
                </a:cubicBezTo>
                <a:cubicBezTo>
                  <a:pt x="117400" y="50191"/>
                  <a:pt x="115041" y="43169"/>
                  <a:pt x="115041" y="35835"/>
                </a:cubicBezTo>
                <a:cubicBezTo>
                  <a:pt x="115041" y="25878"/>
                  <a:pt x="118497" y="17410"/>
                  <a:pt x="125419" y="10433"/>
                </a:cubicBezTo>
                <a:cubicBezTo>
                  <a:pt x="132332" y="3456"/>
                  <a:pt x="140818" y="-18"/>
                  <a:pt x="150876" y="0"/>
                </a:cubicBezTo>
                <a:cubicBezTo>
                  <a:pt x="160934" y="0"/>
                  <a:pt x="169420" y="3493"/>
                  <a:pt x="176333" y="10470"/>
                </a:cubicBezTo>
                <a:cubicBezTo>
                  <a:pt x="183255" y="17447"/>
                  <a:pt x="186711" y="25896"/>
                  <a:pt x="186711" y="35835"/>
                </a:cubicBezTo>
                <a:cubicBezTo>
                  <a:pt x="186711" y="43169"/>
                  <a:pt x="184297" y="50191"/>
                  <a:pt x="179478" y="56894"/>
                </a:cubicBezTo>
                <a:cubicBezTo>
                  <a:pt x="174660" y="63597"/>
                  <a:pt x="168268" y="68105"/>
                  <a:pt x="160303" y="70409"/>
                </a:cubicBezTo>
                <a:lnTo>
                  <a:pt x="160303" y="110953"/>
                </a:lnTo>
                <a:cubicBezTo>
                  <a:pt x="166805" y="112425"/>
                  <a:pt x="172776" y="114940"/>
                  <a:pt x="178226" y="118497"/>
                </a:cubicBezTo>
                <a:cubicBezTo>
                  <a:pt x="183666" y="122063"/>
                  <a:pt x="188284" y="127193"/>
                  <a:pt x="192051" y="133905"/>
                </a:cubicBezTo>
                <a:lnTo>
                  <a:pt x="230090" y="120701"/>
                </a:lnTo>
                <a:lnTo>
                  <a:pt x="230090" y="119448"/>
                </a:lnTo>
                <a:cubicBezTo>
                  <a:pt x="230090" y="109490"/>
                  <a:pt x="233574" y="101023"/>
                  <a:pt x="240551" y="94046"/>
                </a:cubicBezTo>
                <a:cubicBezTo>
                  <a:pt x="247528" y="87069"/>
                  <a:pt x="255986" y="83585"/>
                  <a:pt x="265917" y="83613"/>
                </a:cubicBezTo>
                <a:cubicBezTo>
                  <a:pt x="275874" y="83613"/>
                  <a:pt x="284342" y="87069"/>
                  <a:pt x="291319" y="93982"/>
                </a:cubicBezTo>
                <a:cubicBezTo>
                  <a:pt x="298296" y="100895"/>
                  <a:pt x="301770" y="109390"/>
                  <a:pt x="301752" y="119448"/>
                </a:cubicBezTo>
                <a:cubicBezTo>
                  <a:pt x="301752" y="129506"/>
                  <a:pt x="298259" y="137992"/>
                  <a:pt x="291282" y="144905"/>
                </a:cubicBezTo>
                <a:cubicBezTo>
                  <a:pt x="284305" y="151818"/>
                  <a:pt x="275856" y="155274"/>
                  <a:pt x="265917" y="155274"/>
                </a:cubicBezTo>
                <a:cubicBezTo>
                  <a:pt x="259214" y="155274"/>
                  <a:pt x="253243" y="153811"/>
                  <a:pt x="248004" y="150876"/>
                </a:cubicBezTo>
                <a:cubicBezTo>
                  <a:pt x="242764" y="147941"/>
                  <a:pt x="238677" y="143853"/>
                  <a:pt x="235741" y="138614"/>
                </a:cubicBezTo>
                <a:lnTo>
                  <a:pt x="197712" y="151507"/>
                </a:lnTo>
                <a:cubicBezTo>
                  <a:pt x="198754" y="158209"/>
                  <a:pt x="198288" y="164656"/>
                  <a:pt x="196294" y="170837"/>
                </a:cubicBezTo>
                <a:cubicBezTo>
                  <a:pt x="194301" y="177019"/>
                  <a:pt x="191210" y="182514"/>
                  <a:pt x="187022" y="187342"/>
                </a:cubicBezTo>
                <a:lnTo>
                  <a:pt x="213741" y="220654"/>
                </a:lnTo>
                <a:cubicBezTo>
                  <a:pt x="216045" y="219611"/>
                  <a:pt x="218295" y="218825"/>
                  <a:pt x="220498" y="218295"/>
                </a:cubicBezTo>
                <a:cubicBezTo>
                  <a:pt x="222702" y="217774"/>
                  <a:pt x="225226" y="217517"/>
                  <a:pt x="228079" y="217517"/>
                </a:cubicBezTo>
                <a:cubicBezTo>
                  <a:pt x="238219" y="217517"/>
                  <a:pt x="246742" y="220974"/>
                  <a:pt x="253664" y="227887"/>
                </a:cubicBezTo>
                <a:cubicBezTo>
                  <a:pt x="260577" y="234800"/>
                  <a:pt x="264033" y="243285"/>
                  <a:pt x="264033" y="253344"/>
                </a:cubicBezTo>
                <a:cubicBezTo>
                  <a:pt x="264033" y="263402"/>
                  <a:pt x="260577" y="271888"/>
                  <a:pt x="253664" y="278810"/>
                </a:cubicBezTo>
                <a:cubicBezTo>
                  <a:pt x="246742" y="285723"/>
                  <a:pt x="238256" y="289179"/>
                  <a:pt x="228198" y="289179"/>
                </a:cubicBezTo>
                <a:cubicBezTo>
                  <a:pt x="218139" y="289179"/>
                  <a:pt x="209654" y="285686"/>
                  <a:pt x="202741" y="278709"/>
                </a:cubicBezTo>
                <a:cubicBezTo>
                  <a:pt x="195828" y="271732"/>
                  <a:pt x="192371" y="263283"/>
                  <a:pt x="192371" y="253344"/>
                </a:cubicBezTo>
                <a:cubicBezTo>
                  <a:pt x="192371" y="249156"/>
                  <a:pt x="192948" y="245379"/>
                  <a:pt x="194100" y="242033"/>
                </a:cubicBezTo>
                <a:cubicBezTo>
                  <a:pt x="195252" y="238677"/>
                  <a:pt x="196870" y="235431"/>
                  <a:pt x="198964" y="232285"/>
                </a:cubicBezTo>
                <a:lnTo>
                  <a:pt x="172255" y="198964"/>
                </a:lnTo>
                <a:cubicBezTo>
                  <a:pt x="165525" y="202530"/>
                  <a:pt x="158338" y="204314"/>
                  <a:pt x="150684" y="204314"/>
                </a:cubicBezTo>
                <a:cubicBezTo>
                  <a:pt x="143058" y="204314"/>
                  <a:pt x="135889" y="202530"/>
                  <a:pt x="129186" y="198964"/>
                </a:cubicBezTo>
                <a:lnTo>
                  <a:pt x="102788" y="232605"/>
                </a:lnTo>
                <a:cubicBezTo>
                  <a:pt x="104882" y="235741"/>
                  <a:pt x="106500" y="238942"/>
                  <a:pt x="107652" y="242188"/>
                </a:cubicBezTo>
                <a:cubicBezTo>
                  <a:pt x="108804" y="245434"/>
                  <a:pt x="109390" y="249156"/>
                  <a:pt x="109390" y="253344"/>
                </a:cubicBezTo>
                <a:cubicBezTo>
                  <a:pt x="109390" y="263301"/>
                  <a:pt x="105924" y="271769"/>
                  <a:pt x="99011" y="278746"/>
                </a:cubicBezTo>
                <a:cubicBezTo>
                  <a:pt x="92098" y="285723"/>
                  <a:pt x="83613" y="289197"/>
                  <a:pt x="73554" y="289179"/>
                </a:cubicBezTo>
                <a:cubicBezTo>
                  <a:pt x="63496" y="289179"/>
                  <a:pt x="55010" y="285723"/>
                  <a:pt x="48088" y="278810"/>
                </a:cubicBezTo>
                <a:close/>
                <a:moveTo>
                  <a:pt x="35835" y="136419"/>
                </a:moveTo>
                <a:cubicBezTo>
                  <a:pt x="40654" y="136419"/>
                  <a:pt x="44687" y="134792"/>
                  <a:pt x="47933" y="131546"/>
                </a:cubicBezTo>
                <a:cubicBezTo>
                  <a:pt x="51179" y="128299"/>
                  <a:pt x="52807" y="124267"/>
                  <a:pt x="52807" y="119448"/>
                </a:cubicBezTo>
                <a:cubicBezTo>
                  <a:pt x="52807" y="114620"/>
                  <a:pt x="51179" y="110588"/>
                  <a:pt x="47933" y="107341"/>
                </a:cubicBezTo>
                <a:cubicBezTo>
                  <a:pt x="44687" y="104095"/>
                  <a:pt x="40654" y="102468"/>
                  <a:pt x="35835" y="102468"/>
                </a:cubicBezTo>
                <a:cubicBezTo>
                  <a:pt x="31016" y="102468"/>
                  <a:pt x="26984" y="104095"/>
                  <a:pt x="23729" y="107341"/>
                </a:cubicBezTo>
                <a:cubicBezTo>
                  <a:pt x="20483" y="110615"/>
                  <a:pt x="18864" y="114647"/>
                  <a:pt x="18864" y="119448"/>
                </a:cubicBezTo>
                <a:cubicBezTo>
                  <a:pt x="18864" y="124267"/>
                  <a:pt x="20483" y="128299"/>
                  <a:pt x="23729" y="131546"/>
                </a:cubicBezTo>
                <a:cubicBezTo>
                  <a:pt x="26984" y="134792"/>
                  <a:pt x="31016" y="136419"/>
                  <a:pt x="35835" y="136419"/>
                </a:cubicBezTo>
                <a:close/>
                <a:moveTo>
                  <a:pt x="85652" y="265450"/>
                </a:moveTo>
                <a:cubicBezTo>
                  <a:pt x="88898" y="262195"/>
                  <a:pt x="90526" y="258163"/>
                  <a:pt x="90526" y="253344"/>
                </a:cubicBezTo>
                <a:cubicBezTo>
                  <a:pt x="90526" y="248525"/>
                  <a:pt x="88898" y="244492"/>
                  <a:pt x="85652" y="241246"/>
                </a:cubicBezTo>
                <a:cubicBezTo>
                  <a:pt x="82406" y="238000"/>
                  <a:pt x="78373" y="236372"/>
                  <a:pt x="73554" y="236372"/>
                </a:cubicBezTo>
                <a:cubicBezTo>
                  <a:pt x="68735" y="236372"/>
                  <a:pt x="64703" y="238000"/>
                  <a:pt x="61448" y="241246"/>
                </a:cubicBezTo>
                <a:cubicBezTo>
                  <a:pt x="58202" y="244492"/>
                  <a:pt x="56583" y="248525"/>
                  <a:pt x="56583" y="253344"/>
                </a:cubicBezTo>
                <a:cubicBezTo>
                  <a:pt x="56583" y="258163"/>
                  <a:pt x="58202" y="262195"/>
                  <a:pt x="61448" y="265450"/>
                </a:cubicBezTo>
                <a:cubicBezTo>
                  <a:pt x="64703" y="268696"/>
                  <a:pt x="68735" y="270324"/>
                  <a:pt x="73554" y="270324"/>
                </a:cubicBezTo>
                <a:cubicBezTo>
                  <a:pt x="78373" y="270324"/>
                  <a:pt x="82406" y="268696"/>
                  <a:pt x="85652" y="265450"/>
                </a:cubicBezTo>
                <a:close/>
                <a:moveTo>
                  <a:pt x="162974" y="47933"/>
                </a:moveTo>
                <a:cubicBezTo>
                  <a:pt x="166229" y="44687"/>
                  <a:pt x="167847" y="40654"/>
                  <a:pt x="167847" y="35835"/>
                </a:cubicBezTo>
                <a:cubicBezTo>
                  <a:pt x="167847" y="31016"/>
                  <a:pt x="166229" y="26984"/>
                  <a:pt x="162974" y="23729"/>
                </a:cubicBezTo>
                <a:cubicBezTo>
                  <a:pt x="159727" y="20483"/>
                  <a:pt x="155695" y="18864"/>
                  <a:pt x="150876" y="18864"/>
                </a:cubicBezTo>
                <a:cubicBezTo>
                  <a:pt x="146057" y="18864"/>
                  <a:pt x="142025" y="20483"/>
                  <a:pt x="138778" y="23729"/>
                </a:cubicBezTo>
                <a:cubicBezTo>
                  <a:pt x="135523" y="26984"/>
                  <a:pt x="133905" y="31016"/>
                  <a:pt x="133905" y="35835"/>
                </a:cubicBezTo>
                <a:cubicBezTo>
                  <a:pt x="133905" y="40654"/>
                  <a:pt x="135523" y="44687"/>
                  <a:pt x="138778" y="47933"/>
                </a:cubicBezTo>
                <a:cubicBezTo>
                  <a:pt x="142025" y="51179"/>
                  <a:pt x="146057" y="52807"/>
                  <a:pt x="150876" y="52807"/>
                </a:cubicBezTo>
                <a:cubicBezTo>
                  <a:pt x="155695" y="52807"/>
                  <a:pt x="159727" y="51179"/>
                  <a:pt x="162974" y="47933"/>
                </a:cubicBezTo>
                <a:close/>
                <a:moveTo>
                  <a:pt x="151031" y="185449"/>
                </a:moveTo>
                <a:cubicBezTo>
                  <a:pt x="158895" y="185449"/>
                  <a:pt x="165543" y="182679"/>
                  <a:pt x="170993" y="177119"/>
                </a:cubicBezTo>
                <a:cubicBezTo>
                  <a:pt x="176443" y="171569"/>
                  <a:pt x="179168" y="164866"/>
                  <a:pt x="179168" y="157002"/>
                </a:cubicBezTo>
                <a:cubicBezTo>
                  <a:pt x="179168" y="149148"/>
                  <a:pt x="176433" y="142491"/>
                  <a:pt x="170965" y="137050"/>
                </a:cubicBezTo>
                <a:cubicBezTo>
                  <a:pt x="165488" y="131600"/>
                  <a:pt x="158795" y="128876"/>
                  <a:pt x="150876" y="128876"/>
                </a:cubicBezTo>
                <a:cubicBezTo>
                  <a:pt x="143122" y="128876"/>
                  <a:pt x="136465" y="131610"/>
                  <a:pt x="130915" y="137078"/>
                </a:cubicBezTo>
                <a:cubicBezTo>
                  <a:pt x="125364" y="142546"/>
                  <a:pt x="122584" y="149239"/>
                  <a:pt x="122584" y="157167"/>
                </a:cubicBezTo>
                <a:cubicBezTo>
                  <a:pt x="122584" y="164912"/>
                  <a:pt x="125364" y="171569"/>
                  <a:pt x="130915" y="177119"/>
                </a:cubicBezTo>
                <a:cubicBezTo>
                  <a:pt x="136465" y="182679"/>
                  <a:pt x="143177" y="185449"/>
                  <a:pt x="151031" y="185449"/>
                </a:cubicBezTo>
                <a:close/>
                <a:moveTo>
                  <a:pt x="240304" y="265450"/>
                </a:moveTo>
                <a:cubicBezTo>
                  <a:pt x="243550" y="262195"/>
                  <a:pt x="245178" y="258163"/>
                  <a:pt x="245178" y="253344"/>
                </a:cubicBezTo>
                <a:cubicBezTo>
                  <a:pt x="245178" y="248525"/>
                  <a:pt x="243550" y="244492"/>
                  <a:pt x="240304" y="241246"/>
                </a:cubicBezTo>
                <a:cubicBezTo>
                  <a:pt x="237049" y="238000"/>
                  <a:pt x="233017" y="236372"/>
                  <a:pt x="228198" y="236372"/>
                </a:cubicBezTo>
                <a:cubicBezTo>
                  <a:pt x="223379" y="236372"/>
                  <a:pt x="219346" y="238000"/>
                  <a:pt x="216100" y="241246"/>
                </a:cubicBezTo>
                <a:cubicBezTo>
                  <a:pt x="212854" y="244492"/>
                  <a:pt x="211226" y="248525"/>
                  <a:pt x="211226" y="253344"/>
                </a:cubicBezTo>
                <a:cubicBezTo>
                  <a:pt x="211226" y="258163"/>
                  <a:pt x="212854" y="262195"/>
                  <a:pt x="216100" y="265450"/>
                </a:cubicBezTo>
                <a:cubicBezTo>
                  <a:pt x="219346" y="268696"/>
                  <a:pt x="223379" y="270324"/>
                  <a:pt x="228198" y="270324"/>
                </a:cubicBezTo>
                <a:cubicBezTo>
                  <a:pt x="233017" y="270324"/>
                  <a:pt x="237049" y="268696"/>
                  <a:pt x="240304" y="265450"/>
                </a:cubicBezTo>
                <a:close/>
                <a:moveTo>
                  <a:pt x="278023" y="131546"/>
                </a:moveTo>
                <a:cubicBezTo>
                  <a:pt x="281269" y="128299"/>
                  <a:pt x="282897" y="124267"/>
                  <a:pt x="282897" y="119448"/>
                </a:cubicBezTo>
                <a:cubicBezTo>
                  <a:pt x="282897" y="114620"/>
                  <a:pt x="281269" y="110588"/>
                  <a:pt x="278023" y="107341"/>
                </a:cubicBezTo>
                <a:cubicBezTo>
                  <a:pt x="274768" y="104095"/>
                  <a:pt x="270736" y="102468"/>
                  <a:pt x="265917" y="102468"/>
                </a:cubicBezTo>
                <a:cubicBezTo>
                  <a:pt x="261098" y="102468"/>
                  <a:pt x="257065" y="104095"/>
                  <a:pt x="253819" y="107341"/>
                </a:cubicBezTo>
                <a:cubicBezTo>
                  <a:pt x="250573" y="110588"/>
                  <a:pt x="248945" y="114620"/>
                  <a:pt x="248945" y="119448"/>
                </a:cubicBezTo>
                <a:cubicBezTo>
                  <a:pt x="248945" y="124267"/>
                  <a:pt x="250573" y="128299"/>
                  <a:pt x="253819" y="131546"/>
                </a:cubicBezTo>
                <a:cubicBezTo>
                  <a:pt x="257065" y="134792"/>
                  <a:pt x="261098" y="136419"/>
                  <a:pt x="265917" y="136419"/>
                </a:cubicBezTo>
                <a:cubicBezTo>
                  <a:pt x="270736" y="136419"/>
                  <a:pt x="274768" y="134792"/>
                  <a:pt x="278023" y="131546"/>
                </a:cubicBezTo>
                <a:close/>
                <a:moveTo>
                  <a:pt x="150876" y="35835"/>
                </a:moveTo>
                <a:close/>
                <a:moveTo>
                  <a:pt x="35835" y="119448"/>
                </a:moveTo>
                <a:close/>
                <a:moveTo>
                  <a:pt x="150876" y="157167"/>
                </a:moveTo>
                <a:close/>
                <a:moveTo>
                  <a:pt x="265917" y="119448"/>
                </a:moveTo>
                <a:close/>
                <a:moveTo>
                  <a:pt x="73554" y="253344"/>
                </a:moveTo>
                <a:close/>
                <a:moveTo>
                  <a:pt x="228198" y="253344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" name="圖說"/>
          <p:cNvSpPr/>
          <p:nvPr/>
        </p:nvSpPr>
        <p:spPr>
          <a:xfrm>
            <a:off x="9960605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750" dirty="0"/>
          </a:p>
        </p:txBody>
      </p:sp>
      <p:sp>
        <p:nvSpPr>
          <p:cNvPr id="201" name="圖示 付款"/>
          <p:cNvSpPr/>
          <p:nvPr/>
        </p:nvSpPr>
        <p:spPr>
          <a:xfrm>
            <a:off x="10660098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69740" y="169740"/>
                </a:moveTo>
                <a:cubicBezTo>
                  <a:pt x="159261" y="169740"/>
                  <a:pt x="150355" y="166064"/>
                  <a:pt x="143021" y="158731"/>
                </a:cubicBezTo>
                <a:cubicBezTo>
                  <a:pt x="135688" y="151397"/>
                  <a:pt x="132021" y="142491"/>
                  <a:pt x="132021" y="132021"/>
                </a:cubicBezTo>
                <a:cubicBezTo>
                  <a:pt x="132021" y="121542"/>
                  <a:pt x="135688" y="112636"/>
                  <a:pt x="143021" y="105302"/>
                </a:cubicBezTo>
                <a:cubicBezTo>
                  <a:pt x="150355" y="97969"/>
                  <a:pt x="159261" y="94302"/>
                  <a:pt x="169740" y="94302"/>
                </a:cubicBezTo>
                <a:cubicBezTo>
                  <a:pt x="180210" y="94302"/>
                  <a:pt x="189116" y="97969"/>
                  <a:pt x="196450" y="105302"/>
                </a:cubicBezTo>
                <a:cubicBezTo>
                  <a:pt x="203783" y="112636"/>
                  <a:pt x="207459" y="121542"/>
                  <a:pt x="207459" y="132021"/>
                </a:cubicBezTo>
                <a:cubicBezTo>
                  <a:pt x="207459" y="142491"/>
                  <a:pt x="203783" y="151397"/>
                  <a:pt x="196450" y="158731"/>
                </a:cubicBezTo>
                <a:cubicBezTo>
                  <a:pt x="189116" y="166064"/>
                  <a:pt x="180210" y="169740"/>
                  <a:pt x="169740" y="169740"/>
                </a:cubicBezTo>
                <a:close/>
                <a:moveTo>
                  <a:pt x="69156" y="213741"/>
                </a:moveTo>
                <a:cubicBezTo>
                  <a:pt x="63953" y="213741"/>
                  <a:pt x="59509" y="211894"/>
                  <a:pt x="55824" y="208209"/>
                </a:cubicBezTo>
                <a:cubicBezTo>
                  <a:pt x="52139" y="204496"/>
                  <a:pt x="50292" y="200062"/>
                  <a:pt x="50292" y="194886"/>
                </a:cubicBezTo>
                <a:lnTo>
                  <a:pt x="50292" y="69156"/>
                </a:lnTo>
                <a:cubicBezTo>
                  <a:pt x="50292" y="63953"/>
                  <a:pt x="52139" y="59509"/>
                  <a:pt x="55824" y="55824"/>
                </a:cubicBezTo>
                <a:cubicBezTo>
                  <a:pt x="59537" y="52139"/>
                  <a:pt x="63971" y="50292"/>
                  <a:pt x="69156" y="50292"/>
                </a:cubicBezTo>
                <a:lnTo>
                  <a:pt x="270324" y="50292"/>
                </a:lnTo>
                <a:cubicBezTo>
                  <a:pt x="275518" y="50292"/>
                  <a:pt x="279962" y="52139"/>
                  <a:pt x="283647" y="55824"/>
                </a:cubicBezTo>
                <a:cubicBezTo>
                  <a:pt x="287332" y="59509"/>
                  <a:pt x="289179" y="63953"/>
                  <a:pt x="289179" y="69156"/>
                </a:cubicBezTo>
                <a:lnTo>
                  <a:pt x="289179" y="194886"/>
                </a:lnTo>
                <a:cubicBezTo>
                  <a:pt x="289179" y="200080"/>
                  <a:pt x="287332" y="204524"/>
                  <a:pt x="283647" y="208209"/>
                </a:cubicBezTo>
                <a:cubicBezTo>
                  <a:pt x="279962" y="211894"/>
                  <a:pt x="275518" y="213741"/>
                  <a:pt x="270324" y="213741"/>
                </a:cubicBezTo>
                <a:lnTo>
                  <a:pt x="69156" y="213741"/>
                </a:lnTo>
                <a:close/>
                <a:moveTo>
                  <a:pt x="100584" y="194886"/>
                </a:moveTo>
                <a:lnTo>
                  <a:pt x="238887" y="194886"/>
                </a:lnTo>
                <a:cubicBezTo>
                  <a:pt x="238887" y="186080"/>
                  <a:pt x="241923" y="178637"/>
                  <a:pt x="248004" y="172566"/>
                </a:cubicBezTo>
                <a:cubicBezTo>
                  <a:pt x="254075" y="166485"/>
                  <a:pt x="261518" y="163449"/>
                  <a:pt x="270324" y="163449"/>
                </a:cubicBezTo>
                <a:lnTo>
                  <a:pt x="270324" y="100584"/>
                </a:lnTo>
                <a:cubicBezTo>
                  <a:pt x="261518" y="100584"/>
                  <a:pt x="254075" y="97548"/>
                  <a:pt x="248004" y="91467"/>
                </a:cubicBezTo>
                <a:cubicBezTo>
                  <a:pt x="241923" y="85396"/>
                  <a:pt x="238887" y="77953"/>
                  <a:pt x="238887" y="69156"/>
                </a:cubicBezTo>
                <a:lnTo>
                  <a:pt x="100584" y="69156"/>
                </a:lnTo>
                <a:cubicBezTo>
                  <a:pt x="100584" y="77953"/>
                  <a:pt x="97548" y="85396"/>
                  <a:pt x="91467" y="91467"/>
                </a:cubicBezTo>
                <a:cubicBezTo>
                  <a:pt x="85396" y="97548"/>
                  <a:pt x="77953" y="100584"/>
                  <a:pt x="69156" y="100584"/>
                </a:cubicBezTo>
                <a:lnTo>
                  <a:pt x="69156" y="163449"/>
                </a:lnTo>
                <a:cubicBezTo>
                  <a:pt x="77953" y="163449"/>
                  <a:pt x="85396" y="166485"/>
                  <a:pt x="91467" y="172566"/>
                </a:cubicBezTo>
                <a:cubicBezTo>
                  <a:pt x="97548" y="178637"/>
                  <a:pt x="100584" y="186080"/>
                  <a:pt x="100584" y="194886"/>
                </a:cubicBezTo>
                <a:close/>
                <a:moveTo>
                  <a:pt x="242033" y="251460"/>
                </a:moveTo>
                <a:lnTo>
                  <a:pt x="31437" y="251460"/>
                </a:lnTo>
                <a:cubicBezTo>
                  <a:pt x="26234" y="251460"/>
                  <a:pt x="21790" y="249613"/>
                  <a:pt x="18105" y="245928"/>
                </a:cubicBezTo>
                <a:cubicBezTo>
                  <a:pt x="14420" y="242215"/>
                  <a:pt x="12573" y="237781"/>
                  <a:pt x="12573" y="232605"/>
                </a:cubicBezTo>
                <a:lnTo>
                  <a:pt x="12573" y="97438"/>
                </a:lnTo>
                <a:cubicBezTo>
                  <a:pt x="12573" y="94759"/>
                  <a:pt x="13487" y="92519"/>
                  <a:pt x="15307" y="90718"/>
                </a:cubicBezTo>
                <a:cubicBezTo>
                  <a:pt x="17127" y="88916"/>
                  <a:pt x="19385" y="88011"/>
                  <a:pt x="22064" y="88011"/>
                </a:cubicBezTo>
                <a:cubicBezTo>
                  <a:pt x="24744" y="88011"/>
                  <a:pt x="26984" y="88916"/>
                  <a:pt x="28758" y="90718"/>
                </a:cubicBezTo>
                <a:cubicBezTo>
                  <a:pt x="30541" y="92519"/>
                  <a:pt x="31437" y="94759"/>
                  <a:pt x="31437" y="97438"/>
                </a:cubicBezTo>
                <a:lnTo>
                  <a:pt x="31437" y="232605"/>
                </a:lnTo>
                <a:lnTo>
                  <a:pt x="242033" y="232605"/>
                </a:lnTo>
                <a:cubicBezTo>
                  <a:pt x="244712" y="232605"/>
                  <a:pt x="246952" y="233510"/>
                  <a:pt x="248753" y="235339"/>
                </a:cubicBezTo>
                <a:cubicBezTo>
                  <a:pt x="250555" y="237159"/>
                  <a:pt x="251460" y="239408"/>
                  <a:pt x="251460" y="242097"/>
                </a:cubicBezTo>
                <a:cubicBezTo>
                  <a:pt x="251460" y="244776"/>
                  <a:pt x="250555" y="247007"/>
                  <a:pt x="248753" y="248790"/>
                </a:cubicBezTo>
                <a:cubicBezTo>
                  <a:pt x="246952" y="250573"/>
                  <a:pt x="244712" y="251460"/>
                  <a:pt x="242033" y="251460"/>
                </a:cubicBezTo>
                <a:close/>
                <a:moveTo>
                  <a:pt x="69156" y="194886"/>
                </a:moveTo>
                <a:lnTo>
                  <a:pt x="69156" y="69156"/>
                </a:lnTo>
                <a:lnTo>
                  <a:pt x="69156" y="194886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2" name="圖說"/>
          <p:cNvSpPr/>
          <p:nvPr/>
        </p:nvSpPr>
        <p:spPr>
          <a:xfrm>
            <a:off x="10515326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750" dirty="0"/>
          </a:p>
        </p:txBody>
      </p:sp>
      <p:sp>
        <p:nvSpPr>
          <p:cNvPr id="203" name="圖示 金額"/>
          <p:cNvSpPr/>
          <p:nvPr/>
        </p:nvSpPr>
        <p:spPr>
          <a:xfrm>
            <a:off x="11214819" y="3785616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1187" y="264033"/>
                </a:moveTo>
                <a:cubicBezTo>
                  <a:pt x="148462" y="264033"/>
                  <a:pt x="146213" y="263146"/>
                  <a:pt x="144429" y="261363"/>
                </a:cubicBezTo>
                <a:cubicBezTo>
                  <a:pt x="142656" y="259580"/>
                  <a:pt x="141759" y="257330"/>
                  <a:pt x="141759" y="254606"/>
                </a:cubicBezTo>
                <a:lnTo>
                  <a:pt x="141759" y="237634"/>
                </a:lnTo>
                <a:cubicBezTo>
                  <a:pt x="131701" y="235952"/>
                  <a:pt x="123115" y="232395"/>
                  <a:pt x="115982" y="226945"/>
                </a:cubicBezTo>
                <a:cubicBezTo>
                  <a:pt x="108859" y="221495"/>
                  <a:pt x="103309" y="214582"/>
                  <a:pt x="99331" y="206197"/>
                </a:cubicBezTo>
                <a:cubicBezTo>
                  <a:pt x="98280" y="203893"/>
                  <a:pt x="98280" y="201479"/>
                  <a:pt x="99331" y="198964"/>
                </a:cubicBezTo>
                <a:cubicBezTo>
                  <a:pt x="100374" y="196450"/>
                  <a:pt x="102157" y="194676"/>
                  <a:pt x="104671" y="193624"/>
                </a:cubicBezTo>
                <a:cubicBezTo>
                  <a:pt x="106976" y="192573"/>
                  <a:pt x="109335" y="192573"/>
                  <a:pt x="111740" y="193624"/>
                </a:cubicBezTo>
                <a:cubicBezTo>
                  <a:pt x="114154" y="194676"/>
                  <a:pt x="115982" y="196349"/>
                  <a:pt x="117244" y="198653"/>
                </a:cubicBezTo>
                <a:cubicBezTo>
                  <a:pt x="121012" y="205777"/>
                  <a:pt x="125940" y="211126"/>
                  <a:pt x="132021" y="214683"/>
                </a:cubicBezTo>
                <a:cubicBezTo>
                  <a:pt x="138093" y="218249"/>
                  <a:pt x="145115" y="220032"/>
                  <a:pt x="153080" y="220032"/>
                </a:cubicBezTo>
                <a:cubicBezTo>
                  <a:pt x="163138" y="220032"/>
                  <a:pt x="171413" y="217517"/>
                  <a:pt x="177906" y="212488"/>
                </a:cubicBezTo>
                <a:cubicBezTo>
                  <a:pt x="184407" y="207459"/>
                  <a:pt x="187653" y="200537"/>
                  <a:pt x="187653" y="191741"/>
                </a:cubicBezTo>
                <a:cubicBezTo>
                  <a:pt x="187653" y="182514"/>
                  <a:pt x="184773" y="175391"/>
                  <a:pt x="179012" y="170362"/>
                </a:cubicBezTo>
                <a:cubicBezTo>
                  <a:pt x="173242" y="165333"/>
                  <a:pt x="162397" y="160203"/>
                  <a:pt x="146478" y="154963"/>
                </a:cubicBezTo>
                <a:cubicBezTo>
                  <a:pt x="131390" y="150144"/>
                  <a:pt x="120125" y="143753"/>
                  <a:pt x="112682" y="135788"/>
                </a:cubicBezTo>
                <a:cubicBezTo>
                  <a:pt x="105247" y="127824"/>
                  <a:pt x="101526" y="117875"/>
                  <a:pt x="101526" y="105924"/>
                </a:cubicBezTo>
                <a:cubicBezTo>
                  <a:pt x="101526" y="94403"/>
                  <a:pt x="105247" y="84765"/>
                  <a:pt x="112682" y="77011"/>
                </a:cubicBezTo>
                <a:cubicBezTo>
                  <a:pt x="120125" y="69257"/>
                  <a:pt x="129817" y="64858"/>
                  <a:pt x="141759" y="63807"/>
                </a:cubicBezTo>
                <a:lnTo>
                  <a:pt x="141759" y="47146"/>
                </a:lnTo>
                <a:cubicBezTo>
                  <a:pt x="141759" y="44422"/>
                  <a:pt x="142656" y="42172"/>
                  <a:pt x="144429" y="40389"/>
                </a:cubicBezTo>
                <a:cubicBezTo>
                  <a:pt x="146213" y="38606"/>
                  <a:pt x="148462" y="37719"/>
                  <a:pt x="151187" y="37719"/>
                </a:cubicBezTo>
                <a:cubicBezTo>
                  <a:pt x="153912" y="37719"/>
                  <a:pt x="156170" y="38606"/>
                  <a:pt x="157944" y="40389"/>
                </a:cubicBezTo>
                <a:cubicBezTo>
                  <a:pt x="159727" y="42172"/>
                  <a:pt x="160624" y="44422"/>
                  <a:pt x="160624" y="47146"/>
                </a:cubicBezTo>
                <a:lnTo>
                  <a:pt x="160624" y="63807"/>
                </a:lnTo>
                <a:cubicBezTo>
                  <a:pt x="168167" y="64858"/>
                  <a:pt x="174925" y="67163"/>
                  <a:pt x="180896" y="70720"/>
                </a:cubicBezTo>
                <a:cubicBezTo>
                  <a:pt x="186867" y="74286"/>
                  <a:pt x="191841" y="78894"/>
                  <a:pt x="195828" y="84555"/>
                </a:cubicBezTo>
                <a:cubicBezTo>
                  <a:pt x="197291" y="86649"/>
                  <a:pt x="197602" y="88898"/>
                  <a:pt x="196770" y="91312"/>
                </a:cubicBezTo>
                <a:cubicBezTo>
                  <a:pt x="195928" y="93717"/>
                  <a:pt x="194255" y="95454"/>
                  <a:pt x="191741" y="96497"/>
                </a:cubicBezTo>
                <a:cubicBezTo>
                  <a:pt x="189436" y="97548"/>
                  <a:pt x="187022" y="97649"/>
                  <a:pt x="184508" y="96817"/>
                </a:cubicBezTo>
                <a:cubicBezTo>
                  <a:pt x="181993" y="95975"/>
                  <a:pt x="179899" y="94403"/>
                  <a:pt x="178226" y="92098"/>
                </a:cubicBezTo>
                <a:cubicBezTo>
                  <a:pt x="175290" y="88322"/>
                  <a:pt x="171669" y="85551"/>
                  <a:pt x="167381" y="83768"/>
                </a:cubicBezTo>
                <a:cubicBezTo>
                  <a:pt x="163083" y="81985"/>
                  <a:pt x="157899" y="81098"/>
                  <a:pt x="151818" y="81098"/>
                </a:cubicBezTo>
                <a:cubicBezTo>
                  <a:pt x="142180" y="81098"/>
                  <a:pt x="134536" y="83293"/>
                  <a:pt x="128876" y="87700"/>
                </a:cubicBezTo>
                <a:cubicBezTo>
                  <a:pt x="123215" y="92098"/>
                  <a:pt x="120390" y="98069"/>
                  <a:pt x="120390" y="105613"/>
                </a:cubicBezTo>
                <a:cubicBezTo>
                  <a:pt x="120390" y="113578"/>
                  <a:pt x="123526" y="120024"/>
                  <a:pt x="129817" y="124944"/>
                </a:cubicBezTo>
                <a:cubicBezTo>
                  <a:pt x="136099" y="129872"/>
                  <a:pt x="147730" y="134947"/>
                  <a:pt x="164711" y="140187"/>
                </a:cubicBezTo>
                <a:cubicBezTo>
                  <a:pt x="178957" y="144594"/>
                  <a:pt x="189482" y="150931"/>
                  <a:pt x="196294" y="159206"/>
                </a:cubicBezTo>
                <a:cubicBezTo>
                  <a:pt x="203107" y="167482"/>
                  <a:pt x="206508" y="177906"/>
                  <a:pt x="206508" y="190479"/>
                </a:cubicBezTo>
                <a:cubicBezTo>
                  <a:pt x="206508" y="203683"/>
                  <a:pt x="202631" y="214317"/>
                  <a:pt x="194886" y="222382"/>
                </a:cubicBezTo>
                <a:cubicBezTo>
                  <a:pt x="187132" y="230456"/>
                  <a:pt x="175711" y="235641"/>
                  <a:pt x="160624" y="237945"/>
                </a:cubicBezTo>
                <a:lnTo>
                  <a:pt x="160624" y="254606"/>
                </a:lnTo>
                <a:cubicBezTo>
                  <a:pt x="160624" y="257330"/>
                  <a:pt x="159727" y="259580"/>
                  <a:pt x="157944" y="261363"/>
                </a:cubicBezTo>
                <a:cubicBezTo>
                  <a:pt x="156170" y="263146"/>
                  <a:pt x="153912" y="264033"/>
                  <a:pt x="151187" y="264033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4" name="圖說"/>
          <p:cNvSpPr/>
          <p:nvPr/>
        </p:nvSpPr>
        <p:spPr>
          <a:xfrm>
            <a:off x="11070046" y="4114800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750" dirty="0"/>
          </a:p>
        </p:txBody>
      </p:sp>
      <p:sp>
        <p:nvSpPr>
          <p:cNvPr id="205" name="圖示 節省"/>
          <p:cNvSpPr/>
          <p:nvPr/>
        </p:nvSpPr>
        <p:spPr>
          <a:xfrm>
            <a:off x="675124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2292" y="264033"/>
                </a:moveTo>
                <a:cubicBezTo>
                  <a:pt x="67894" y="264033"/>
                  <a:pt x="63752" y="262570"/>
                  <a:pt x="59875" y="259635"/>
                </a:cubicBezTo>
                <a:cubicBezTo>
                  <a:pt x="55998" y="256718"/>
                  <a:pt x="53438" y="253161"/>
                  <a:pt x="52176" y="248945"/>
                </a:cubicBezTo>
                <a:cubicBezTo>
                  <a:pt x="46936" y="230923"/>
                  <a:pt x="42593" y="215369"/>
                  <a:pt x="39136" y="202265"/>
                </a:cubicBezTo>
                <a:cubicBezTo>
                  <a:pt x="35680" y="189171"/>
                  <a:pt x="32909" y="177677"/>
                  <a:pt x="30834" y="167783"/>
                </a:cubicBezTo>
                <a:cubicBezTo>
                  <a:pt x="28785" y="157899"/>
                  <a:pt x="27322" y="149120"/>
                  <a:pt x="26463" y="141449"/>
                </a:cubicBezTo>
                <a:cubicBezTo>
                  <a:pt x="25585" y="133795"/>
                  <a:pt x="25146" y="126462"/>
                  <a:pt x="25146" y="119448"/>
                </a:cubicBezTo>
                <a:cubicBezTo>
                  <a:pt x="25146" y="100163"/>
                  <a:pt x="31849" y="83823"/>
                  <a:pt x="45263" y="70409"/>
                </a:cubicBezTo>
                <a:cubicBezTo>
                  <a:pt x="58677" y="56995"/>
                  <a:pt x="75017" y="50292"/>
                  <a:pt x="94302" y="50292"/>
                </a:cubicBezTo>
                <a:lnTo>
                  <a:pt x="157167" y="50292"/>
                </a:lnTo>
                <a:cubicBezTo>
                  <a:pt x="162818" y="42748"/>
                  <a:pt x="169996" y="36667"/>
                  <a:pt x="178692" y="32059"/>
                </a:cubicBezTo>
                <a:cubicBezTo>
                  <a:pt x="187388" y="27450"/>
                  <a:pt x="196980" y="25146"/>
                  <a:pt x="207459" y="25146"/>
                </a:cubicBezTo>
                <a:cubicBezTo>
                  <a:pt x="212689" y="25146"/>
                  <a:pt x="217143" y="26984"/>
                  <a:pt x="220809" y="30651"/>
                </a:cubicBezTo>
                <a:cubicBezTo>
                  <a:pt x="224476" y="34317"/>
                  <a:pt x="226314" y="38771"/>
                  <a:pt x="226314" y="44010"/>
                </a:cubicBezTo>
                <a:cubicBezTo>
                  <a:pt x="226314" y="45263"/>
                  <a:pt x="226159" y="46525"/>
                  <a:pt x="225839" y="47777"/>
                </a:cubicBezTo>
                <a:cubicBezTo>
                  <a:pt x="225528" y="49039"/>
                  <a:pt x="225162" y="50191"/>
                  <a:pt x="224741" y="51234"/>
                </a:cubicBezTo>
                <a:cubicBezTo>
                  <a:pt x="223900" y="53538"/>
                  <a:pt x="223123" y="55842"/>
                  <a:pt x="222382" y="58147"/>
                </a:cubicBezTo>
                <a:cubicBezTo>
                  <a:pt x="221651" y="60451"/>
                  <a:pt x="221074" y="62966"/>
                  <a:pt x="220654" y="65690"/>
                </a:cubicBezTo>
                <a:lnTo>
                  <a:pt x="249256" y="94302"/>
                </a:lnTo>
                <a:lnTo>
                  <a:pt x="267179" y="94302"/>
                </a:lnTo>
                <a:cubicBezTo>
                  <a:pt x="269858" y="94302"/>
                  <a:pt x="272098" y="95198"/>
                  <a:pt x="273899" y="97000"/>
                </a:cubicBezTo>
                <a:cubicBezTo>
                  <a:pt x="275701" y="98801"/>
                  <a:pt x="276606" y="101041"/>
                  <a:pt x="276606" y="103730"/>
                </a:cubicBezTo>
                <a:lnTo>
                  <a:pt x="276606" y="175080"/>
                </a:lnTo>
                <a:cubicBezTo>
                  <a:pt x="276606" y="177220"/>
                  <a:pt x="276030" y="179113"/>
                  <a:pt x="274878" y="180768"/>
                </a:cubicBezTo>
                <a:cubicBezTo>
                  <a:pt x="273726" y="182423"/>
                  <a:pt x="272098" y="183566"/>
                  <a:pt x="270004" y="184197"/>
                </a:cubicBezTo>
                <a:lnTo>
                  <a:pt x="241118" y="193716"/>
                </a:lnTo>
                <a:lnTo>
                  <a:pt x="224110" y="250518"/>
                </a:lnTo>
                <a:cubicBezTo>
                  <a:pt x="222858" y="254624"/>
                  <a:pt x="220572" y="257907"/>
                  <a:pt x="217261" y="260357"/>
                </a:cubicBezTo>
                <a:cubicBezTo>
                  <a:pt x="213933" y="262808"/>
                  <a:pt x="210138" y="264033"/>
                  <a:pt x="205886" y="264033"/>
                </a:cubicBezTo>
                <a:lnTo>
                  <a:pt x="169740" y="264033"/>
                </a:lnTo>
                <a:cubicBezTo>
                  <a:pt x="164537" y="264033"/>
                  <a:pt x="160093" y="262186"/>
                  <a:pt x="156408" y="258501"/>
                </a:cubicBezTo>
                <a:cubicBezTo>
                  <a:pt x="152723" y="254788"/>
                  <a:pt x="150876" y="250354"/>
                  <a:pt x="150876" y="245178"/>
                </a:cubicBezTo>
                <a:lnTo>
                  <a:pt x="150876" y="238887"/>
                </a:lnTo>
                <a:lnTo>
                  <a:pt x="125730" y="238887"/>
                </a:lnTo>
                <a:lnTo>
                  <a:pt x="125730" y="245178"/>
                </a:lnTo>
                <a:cubicBezTo>
                  <a:pt x="125730" y="250372"/>
                  <a:pt x="123883" y="254816"/>
                  <a:pt x="120198" y="258501"/>
                </a:cubicBezTo>
                <a:cubicBezTo>
                  <a:pt x="116513" y="262186"/>
                  <a:pt x="112069" y="264033"/>
                  <a:pt x="106875" y="264033"/>
                </a:cubicBezTo>
                <a:lnTo>
                  <a:pt x="72292" y="264033"/>
                </a:lnTo>
                <a:close/>
                <a:moveTo>
                  <a:pt x="70720" y="245178"/>
                </a:moveTo>
                <a:lnTo>
                  <a:pt x="106875" y="245178"/>
                </a:lnTo>
                <a:lnTo>
                  <a:pt x="106875" y="220032"/>
                </a:lnTo>
                <a:lnTo>
                  <a:pt x="169740" y="220032"/>
                </a:lnTo>
                <a:lnTo>
                  <a:pt x="169740" y="245178"/>
                </a:lnTo>
                <a:lnTo>
                  <a:pt x="205886" y="245178"/>
                </a:lnTo>
                <a:lnTo>
                  <a:pt x="225683" y="179168"/>
                </a:lnTo>
                <a:lnTo>
                  <a:pt x="257751" y="168167"/>
                </a:lnTo>
                <a:lnTo>
                  <a:pt x="257751" y="113157"/>
                </a:lnTo>
                <a:lnTo>
                  <a:pt x="241402" y="113157"/>
                </a:lnTo>
                <a:lnTo>
                  <a:pt x="201168" y="72923"/>
                </a:lnTo>
                <a:cubicBezTo>
                  <a:pt x="201378" y="69357"/>
                  <a:pt x="201954" y="65014"/>
                  <a:pt x="202896" y="59875"/>
                </a:cubicBezTo>
                <a:cubicBezTo>
                  <a:pt x="203838" y="54745"/>
                  <a:pt x="205146" y="49039"/>
                  <a:pt x="206828" y="42748"/>
                </a:cubicBezTo>
                <a:cubicBezTo>
                  <a:pt x="197812" y="45052"/>
                  <a:pt x="189857" y="48509"/>
                  <a:pt x="182935" y="53117"/>
                </a:cubicBezTo>
                <a:cubicBezTo>
                  <a:pt x="176022" y="57735"/>
                  <a:pt x="170993" y="63075"/>
                  <a:pt x="167847" y="69156"/>
                </a:cubicBezTo>
                <a:lnTo>
                  <a:pt x="94302" y="69156"/>
                </a:lnTo>
                <a:cubicBezTo>
                  <a:pt x="80403" y="69156"/>
                  <a:pt x="68553" y="74066"/>
                  <a:pt x="58750" y="83896"/>
                </a:cubicBezTo>
                <a:cubicBezTo>
                  <a:pt x="48920" y="93699"/>
                  <a:pt x="44010" y="105549"/>
                  <a:pt x="44010" y="119448"/>
                </a:cubicBezTo>
                <a:cubicBezTo>
                  <a:pt x="44010" y="128245"/>
                  <a:pt x="46314" y="143597"/>
                  <a:pt x="50923" y="165488"/>
                </a:cubicBezTo>
                <a:cubicBezTo>
                  <a:pt x="55532" y="187388"/>
                  <a:pt x="62133" y="213951"/>
                  <a:pt x="70720" y="245178"/>
                </a:cubicBezTo>
                <a:close/>
                <a:moveTo>
                  <a:pt x="210129" y="134691"/>
                </a:moveTo>
                <a:cubicBezTo>
                  <a:pt x="212534" y="132277"/>
                  <a:pt x="213741" y="129296"/>
                  <a:pt x="213741" y="125730"/>
                </a:cubicBezTo>
                <a:cubicBezTo>
                  <a:pt x="213741" y="122164"/>
                  <a:pt x="212534" y="119183"/>
                  <a:pt x="210129" y="116769"/>
                </a:cubicBezTo>
                <a:cubicBezTo>
                  <a:pt x="207715" y="114364"/>
                  <a:pt x="204734" y="113157"/>
                  <a:pt x="201168" y="113157"/>
                </a:cubicBezTo>
                <a:cubicBezTo>
                  <a:pt x="197602" y="113157"/>
                  <a:pt x="194621" y="114364"/>
                  <a:pt x="192207" y="116769"/>
                </a:cubicBezTo>
                <a:cubicBezTo>
                  <a:pt x="189802" y="119183"/>
                  <a:pt x="188595" y="122164"/>
                  <a:pt x="188595" y="125730"/>
                </a:cubicBezTo>
                <a:cubicBezTo>
                  <a:pt x="188595" y="129296"/>
                  <a:pt x="189802" y="132277"/>
                  <a:pt x="192207" y="134691"/>
                </a:cubicBezTo>
                <a:cubicBezTo>
                  <a:pt x="194621" y="137096"/>
                  <a:pt x="197602" y="138303"/>
                  <a:pt x="201168" y="138303"/>
                </a:cubicBezTo>
                <a:cubicBezTo>
                  <a:pt x="204734" y="138303"/>
                  <a:pt x="207715" y="137096"/>
                  <a:pt x="210129" y="134691"/>
                </a:cubicBezTo>
                <a:close/>
                <a:moveTo>
                  <a:pt x="154022" y="106875"/>
                </a:moveTo>
                <a:cubicBezTo>
                  <a:pt x="156701" y="106875"/>
                  <a:pt x="158941" y="105961"/>
                  <a:pt x="160742" y="104132"/>
                </a:cubicBezTo>
                <a:cubicBezTo>
                  <a:pt x="162544" y="102312"/>
                  <a:pt x="163449" y="100063"/>
                  <a:pt x="163449" y="97374"/>
                </a:cubicBezTo>
                <a:cubicBezTo>
                  <a:pt x="163449" y="94695"/>
                  <a:pt x="162544" y="92464"/>
                  <a:pt x="160742" y="90681"/>
                </a:cubicBezTo>
                <a:cubicBezTo>
                  <a:pt x="158941" y="88898"/>
                  <a:pt x="156701" y="88011"/>
                  <a:pt x="154022" y="88011"/>
                </a:cubicBezTo>
                <a:lnTo>
                  <a:pt x="110011" y="88011"/>
                </a:lnTo>
                <a:cubicBezTo>
                  <a:pt x="107332" y="88011"/>
                  <a:pt x="105092" y="88925"/>
                  <a:pt x="103291" y="90745"/>
                </a:cubicBezTo>
                <a:cubicBezTo>
                  <a:pt x="101489" y="92565"/>
                  <a:pt x="100584" y="94823"/>
                  <a:pt x="100584" y="97502"/>
                </a:cubicBezTo>
                <a:cubicBezTo>
                  <a:pt x="100584" y="100182"/>
                  <a:pt x="101489" y="102422"/>
                  <a:pt x="103291" y="104196"/>
                </a:cubicBezTo>
                <a:cubicBezTo>
                  <a:pt x="105092" y="105979"/>
                  <a:pt x="107332" y="106875"/>
                  <a:pt x="110011" y="106875"/>
                </a:cubicBezTo>
                <a:lnTo>
                  <a:pt x="154022" y="106875"/>
                </a:lnTo>
                <a:close/>
                <a:moveTo>
                  <a:pt x="150876" y="143963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6" name="圖說"/>
          <p:cNvSpPr/>
          <p:nvPr/>
        </p:nvSpPr>
        <p:spPr>
          <a:xfrm>
            <a:off x="530352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750" dirty="0"/>
          </a:p>
        </p:txBody>
      </p:sp>
      <p:sp>
        <p:nvSpPr>
          <p:cNvPr id="207" name="圖示 收益"/>
          <p:cNvSpPr/>
          <p:nvPr/>
        </p:nvSpPr>
        <p:spPr>
          <a:xfrm>
            <a:off x="1229845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76606"/>
                </a:moveTo>
                <a:cubicBezTo>
                  <a:pt x="133694" y="276606"/>
                  <a:pt x="117455" y="273305"/>
                  <a:pt x="102157" y="266703"/>
                </a:cubicBezTo>
                <a:cubicBezTo>
                  <a:pt x="86859" y="260101"/>
                  <a:pt x="73499" y="251094"/>
                  <a:pt x="62079" y="239673"/>
                </a:cubicBezTo>
                <a:cubicBezTo>
                  <a:pt x="50658" y="228253"/>
                  <a:pt x="41651" y="214893"/>
                  <a:pt x="35049" y="199595"/>
                </a:cubicBezTo>
                <a:cubicBezTo>
                  <a:pt x="28447" y="184297"/>
                  <a:pt x="25146" y="168058"/>
                  <a:pt x="25146" y="150876"/>
                </a:cubicBezTo>
                <a:cubicBezTo>
                  <a:pt x="25146" y="133484"/>
                  <a:pt x="28447" y="117135"/>
                  <a:pt x="35049" y="101846"/>
                </a:cubicBezTo>
                <a:cubicBezTo>
                  <a:pt x="41651" y="86548"/>
                  <a:pt x="50658" y="73234"/>
                  <a:pt x="62079" y="61923"/>
                </a:cubicBezTo>
                <a:cubicBezTo>
                  <a:pt x="73499" y="50603"/>
                  <a:pt x="86859" y="41651"/>
                  <a:pt x="102157" y="35049"/>
                </a:cubicBezTo>
                <a:cubicBezTo>
                  <a:pt x="117455" y="28447"/>
                  <a:pt x="133694" y="25146"/>
                  <a:pt x="150876" y="25146"/>
                </a:cubicBezTo>
                <a:cubicBezTo>
                  <a:pt x="168268" y="25146"/>
                  <a:pt x="184617" y="28447"/>
                  <a:pt x="199915" y="35049"/>
                </a:cubicBezTo>
                <a:cubicBezTo>
                  <a:pt x="215204" y="41651"/>
                  <a:pt x="228518" y="50603"/>
                  <a:pt x="239829" y="61923"/>
                </a:cubicBezTo>
                <a:cubicBezTo>
                  <a:pt x="251149" y="73234"/>
                  <a:pt x="260101" y="86548"/>
                  <a:pt x="266703" y="101846"/>
                </a:cubicBezTo>
                <a:cubicBezTo>
                  <a:pt x="273305" y="117135"/>
                  <a:pt x="276606" y="133484"/>
                  <a:pt x="276606" y="150876"/>
                </a:cubicBezTo>
                <a:cubicBezTo>
                  <a:pt x="276606" y="168058"/>
                  <a:pt x="273305" y="184297"/>
                  <a:pt x="266703" y="199595"/>
                </a:cubicBezTo>
                <a:cubicBezTo>
                  <a:pt x="260101" y="214893"/>
                  <a:pt x="251149" y="228253"/>
                  <a:pt x="239829" y="239673"/>
                </a:cubicBezTo>
                <a:cubicBezTo>
                  <a:pt x="228518" y="251094"/>
                  <a:pt x="215204" y="260101"/>
                  <a:pt x="199915" y="266703"/>
                </a:cubicBezTo>
                <a:cubicBezTo>
                  <a:pt x="184617" y="273305"/>
                  <a:pt x="168268" y="276606"/>
                  <a:pt x="150876" y="276606"/>
                </a:cubicBezTo>
                <a:close/>
                <a:moveTo>
                  <a:pt x="150876" y="257751"/>
                </a:moveTo>
                <a:cubicBezTo>
                  <a:pt x="180631" y="257751"/>
                  <a:pt x="205886" y="247318"/>
                  <a:pt x="226625" y="226469"/>
                </a:cubicBezTo>
                <a:cubicBezTo>
                  <a:pt x="247373" y="205621"/>
                  <a:pt x="257751" y="180420"/>
                  <a:pt x="257751" y="150876"/>
                </a:cubicBezTo>
                <a:cubicBezTo>
                  <a:pt x="257751" y="121121"/>
                  <a:pt x="247373" y="95866"/>
                  <a:pt x="226625" y="75127"/>
                </a:cubicBezTo>
                <a:cubicBezTo>
                  <a:pt x="205886" y="54379"/>
                  <a:pt x="180631" y="44010"/>
                  <a:pt x="150876" y="44010"/>
                </a:cubicBezTo>
                <a:cubicBezTo>
                  <a:pt x="121332" y="44010"/>
                  <a:pt x="96131" y="54379"/>
                  <a:pt x="75283" y="75127"/>
                </a:cubicBezTo>
                <a:cubicBezTo>
                  <a:pt x="54434" y="95866"/>
                  <a:pt x="44010" y="121121"/>
                  <a:pt x="44010" y="150876"/>
                </a:cubicBezTo>
                <a:cubicBezTo>
                  <a:pt x="44010" y="180420"/>
                  <a:pt x="54434" y="205621"/>
                  <a:pt x="75283" y="226469"/>
                </a:cubicBezTo>
                <a:cubicBezTo>
                  <a:pt x="96131" y="247318"/>
                  <a:pt x="121332" y="257751"/>
                  <a:pt x="150876" y="257751"/>
                </a:cubicBezTo>
                <a:close/>
                <a:moveTo>
                  <a:pt x="150876" y="150876"/>
                </a:moveTo>
                <a:close/>
                <a:moveTo>
                  <a:pt x="156536" y="238412"/>
                </a:moveTo>
                <a:cubicBezTo>
                  <a:pt x="158209" y="236638"/>
                  <a:pt x="159051" y="234589"/>
                  <a:pt x="159051" y="232285"/>
                </a:cubicBezTo>
                <a:lnTo>
                  <a:pt x="159051" y="224741"/>
                </a:lnTo>
                <a:cubicBezTo>
                  <a:pt x="171624" y="223278"/>
                  <a:pt x="181527" y="219035"/>
                  <a:pt x="188750" y="212013"/>
                </a:cubicBezTo>
                <a:cubicBezTo>
                  <a:pt x="195983" y="204990"/>
                  <a:pt x="199595" y="196038"/>
                  <a:pt x="199595" y="185139"/>
                </a:cubicBezTo>
                <a:cubicBezTo>
                  <a:pt x="199595" y="174239"/>
                  <a:pt x="196614" y="165543"/>
                  <a:pt x="190634" y="159051"/>
                </a:cubicBezTo>
                <a:cubicBezTo>
                  <a:pt x="184663" y="152549"/>
                  <a:pt x="174349" y="146898"/>
                  <a:pt x="159682" y="142079"/>
                </a:cubicBezTo>
                <a:cubicBezTo>
                  <a:pt x="146478" y="137672"/>
                  <a:pt x="137416" y="133329"/>
                  <a:pt x="132487" y="129031"/>
                </a:cubicBezTo>
                <a:cubicBezTo>
                  <a:pt x="127568" y="124733"/>
                  <a:pt x="125099" y="119128"/>
                  <a:pt x="125099" y="112215"/>
                </a:cubicBezTo>
                <a:cubicBezTo>
                  <a:pt x="125099" y="105714"/>
                  <a:pt x="127458" y="100639"/>
                  <a:pt x="132177" y="96972"/>
                </a:cubicBezTo>
                <a:cubicBezTo>
                  <a:pt x="136886" y="93305"/>
                  <a:pt x="143332" y="91467"/>
                  <a:pt x="151507" y="91467"/>
                </a:cubicBezTo>
                <a:cubicBezTo>
                  <a:pt x="156536" y="91467"/>
                  <a:pt x="161035" y="92409"/>
                  <a:pt x="165022" y="94302"/>
                </a:cubicBezTo>
                <a:cubicBezTo>
                  <a:pt x="168999" y="96186"/>
                  <a:pt x="172456" y="99011"/>
                  <a:pt x="175391" y="102788"/>
                </a:cubicBezTo>
                <a:cubicBezTo>
                  <a:pt x="176863" y="104461"/>
                  <a:pt x="178637" y="105613"/>
                  <a:pt x="180740" y="106244"/>
                </a:cubicBezTo>
                <a:cubicBezTo>
                  <a:pt x="182834" y="106875"/>
                  <a:pt x="184828" y="106665"/>
                  <a:pt x="186711" y="105613"/>
                </a:cubicBezTo>
                <a:cubicBezTo>
                  <a:pt x="189016" y="104562"/>
                  <a:pt x="190534" y="102888"/>
                  <a:pt x="191265" y="100584"/>
                </a:cubicBezTo>
                <a:cubicBezTo>
                  <a:pt x="191997" y="98280"/>
                  <a:pt x="191631" y="96186"/>
                  <a:pt x="190168" y="94302"/>
                </a:cubicBezTo>
                <a:cubicBezTo>
                  <a:pt x="186602" y="89273"/>
                  <a:pt x="182258" y="85286"/>
                  <a:pt x="177119" y="82351"/>
                </a:cubicBezTo>
                <a:cubicBezTo>
                  <a:pt x="171989" y="79416"/>
                  <a:pt x="166174" y="77642"/>
                  <a:pt x="159682" y="77011"/>
                </a:cubicBezTo>
                <a:lnTo>
                  <a:pt x="159682" y="69467"/>
                </a:lnTo>
                <a:cubicBezTo>
                  <a:pt x="159682" y="67163"/>
                  <a:pt x="158840" y="65169"/>
                  <a:pt x="157167" y="63496"/>
                </a:cubicBezTo>
                <a:cubicBezTo>
                  <a:pt x="155485" y="61813"/>
                  <a:pt x="153491" y="60981"/>
                  <a:pt x="151187" y="60981"/>
                </a:cubicBezTo>
                <a:cubicBezTo>
                  <a:pt x="148883" y="60981"/>
                  <a:pt x="146843" y="61813"/>
                  <a:pt x="145060" y="63496"/>
                </a:cubicBezTo>
                <a:cubicBezTo>
                  <a:pt x="143277" y="65169"/>
                  <a:pt x="142390" y="67163"/>
                  <a:pt x="142390" y="69467"/>
                </a:cubicBezTo>
                <a:lnTo>
                  <a:pt x="142390" y="77011"/>
                </a:lnTo>
                <a:cubicBezTo>
                  <a:pt x="131701" y="78474"/>
                  <a:pt x="123270" y="82351"/>
                  <a:pt x="117089" y="88642"/>
                </a:cubicBezTo>
                <a:cubicBezTo>
                  <a:pt x="110908" y="94924"/>
                  <a:pt x="107817" y="102788"/>
                  <a:pt x="107817" y="112215"/>
                </a:cubicBezTo>
                <a:cubicBezTo>
                  <a:pt x="107817" y="122484"/>
                  <a:pt x="110487" y="130659"/>
                  <a:pt x="115827" y="136730"/>
                </a:cubicBezTo>
                <a:cubicBezTo>
                  <a:pt x="121176" y="142811"/>
                  <a:pt x="131070" y="148572"/>
                  <a:pt x="145536" y="154022"/>
                </a:cubicBezTo>
                <a:cubicBezTo>
                  <a:pt x="160413" y="159682"/>
                  <a:pt x="170261" y="164601"/>
                  <a:pt x="175080" y="168789"/>
                </a:cubicBezTo>
                <a:cubicBezTo>
                  <a:pt x="179899" y="172986"/>
                  <a:pt x="182313" y="178436"/>
                  <a:pt x="182313" y="185139"/>
                </a:cubicBezTo>
                <a:cubicBezTo>
                  <a:pt x="182313" y="192051"/>
                  <a:pt x="179478" y="197867"/>
                  <a:pt x="173818" y="202585"/>
                </a:cubicBezTo>
                <a:cubicBezTo>
                  <a:pt x="168167" y="207294"/>
                  <a:pt x="161245" y="209654"/>
                  <a:pt x="153080" y="209654"/>
                </a:cubicBezTo>
                <a:cubicBezTo>
                  <a:pt x="146158" y="209654"/>
                  <a:pt x="139821" y="207980"/>
                  <a:pt x="134060" y="204624"/>
                </a:cubicBezTo>
                <a:cubicBezTo>
                  <a:pt x="128299" y="201269"/>
                  <a:pt x="123846" y="196559"/>
                  <a:pt x="120701" y="190479"/>
                </a:cubicBezTo>
                <a:cubicBezTo>
                  <a:pt x="119649" y="188805"/>
                  <a:pt x="118241" y="187498"/>
                  <a:pt x="116458" y="186556"/>
                </a:cubicBezTo>
                <a:cubicBezTo>
                  <a:pt x="114675" y="185605"/>
                  <a:pt x="112846" y="185449"/>
                  <a:pt x="110953" y="186080"/>
                </a:cubicBezTo>
                <a:cubicBezTo>
                  <a:pt x="108228" y="187132"/>
                  <a:pt x="106400" y="188750"/>
                  <a:pt x="105458" y="190954"/>
                </a:cubicBezTo>
                <a:cubicBezTo>
                  <a:pt x="104516" y="193149"/>
                  <a:pt x="104772" y="195407"/>
                  <a:pt x="106244" y="197712"/>
                </a:cubicBezTo>
                <a:cubicBezTo>
                  <a:pt x="110432" y="204624"/>
                  <a:pt x="115406" y="210230"/>
                  <a:pt x="121176" y="214527"/>
                </a:cubicBezTo>
                <a:cubicBezTo>
                  <a:pt x="126937" y="218825"/>
                  <a:pt x="133795" y="222016"/>
                  <a:pt x="141759" y="224110"/>
                </a:cubicBezTo>
                <a:lnTo>
                  <a:pt x="141759" y="232605"/>
                </a:lnTo>
                <a:cubicBezTo>
                  <a:pt x="141759" y="234909"/>
                  <a:pt x="142656" y="236894"/>
                  <a:pt x="144429" y="238576"/>
                </a:cubicBezTo>
                <a:cubicBezTo>
                  <a:pt x="146213" y="240249"/>
                  <a:pt x="148261" y="241091"/>
                  <a:pt x="150565" y="241091"/>
                </a:cubicBezTo>
                <a:cubicBezTo>
                  <a:pt x="152869" y="241091"/>
                  <a:pt x="154854" y="240195"/>
                  <a:pt x="156536" y="238412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8" name="圖說"/>
          <p:cNvSpPr/>
          <p:nvPr/>
        </p:nvSpPr>
        <p:spPr>
          <a:xfrm>
            <a:off x="1085073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750" dirty="0"/>
          </a:p>
        </p:txBody>
      </p:sp>
      <p:sp>
        <p:nvSpPr>
          <p:cNvPr id="209" name="圖示 財務"/>
          <p:cNvSpPr/>
          <p:nvPr/>
        </p:nvSpPr>
        <p:spPr>
          <a:xfrm>
            <a:off x="1784566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6641" y="216566"/>
                </a:moveTo>
                <a:lnTo>
                  <a:pt x="66641" y="128876"/>
                </a:lnTo>
                <a:cubicBezTo>
                  <a:pt x="66641" y="126187"/>
                  <a:pt x="67547" y="123947"/>
                  <a:pt x="69376" y="122146"/>
                </a:cubicBezTo>
                <a:cubicBezTo>
                  <a:pt x="71195" y="120344"/>
                  <a:pt x="73445" y="119448"/>
                  <a:pt x="76133" y="119448"/>
                </a:cubicBezTo>
                <a:cubicBezTo>
                  <a:pt x="78812" y="119448"/>
                  <a:pt x="81043" y="120344"/>
                  <a:pt x="82826" y="122146"/>
                </a:cubicBezTo>
                <a:cubicBezTo>
                  <a:pt x="84609" y="123947"/>
                  <a:pt x="85496" y="126187"/>
                  <a:pt x="85496" y="128876"/>
                </a:cubicBezTo>
                <a:lnTo>
                  <a:pt x="85496" y="216566"/>
                </a:lnTo>
                <a:cubicBezTo>
                  <a:pt x="85496" y="219255"/>
                  <a:pt x="84582" y="221495"/>
                  <a:pt x="82762" y="223296"/>
                </a:cubicBezTo>
                <a:cubicBezTo>
                  <a:pt x="80943" y="225098"/>
                  <a:pt x="78684" y="226003"/>
                  <a:pt x="76005" y="226003"/>
                </a:cubicBezTo>
                <a:cubicBezTo>
                  <a:pt x="73326" y="226003"/>
                  <a:pt x="71085" y="225098"/>
                  <a:pt x="69312" y="223296"/>
                </a:cubicBezTo>
                <a:cubicBezTo>
                  <a:pt x="67528" y="221495"/>
                  <a:pt x="66641" y="219255"/>
                  <a:pt x="66641" y="216566"/>
                </a:cubicBezTo>
                <a:close/>
                <a:moveTo>
                  <a:pt x="142701" y="216566"/>
                </a:moveTo>
                <a:lnTo>
                  <a:pt x="142701" y="128876"/>
                </a:lnTo>
                <a:cubicBezTo>
                  <a:pt x="142701" y="126187"/>
                  <a:pt x="143616" y="123947"/>
                  <a:pt x="145435" y="122146"/>
                </a:cubicBezTo>
                <a:cubicBezTo>
                  <a:pt x="147264" y="120344"/>
                  <a:pt x="149514" y="119448"/>
                  <a:pt x="152193" y="119448"/>
                </a:cubicBezTo>
                <a:cubicBezTo>
                  <a:pt x="154881" y="119448"/>
                  <a:pt x="157112" y="120344"/>
                  <a:pt x="158895" y="122146"/>
                </a:cubicBezTo>
                <a:cubicBezTo>
                  <a:pt x="160669" y="123947"/>
                  <a:pt x="161565" y="126187"/>
                  <a:pt x="161565" y="128876"/>
                </a:cubicBezTo>
                <a:lnTo>
                  <a:pt x="161565" y="216566"/>
                </a:lnTo>
                <a:cubicBezTo>
                  <a:pt x="161565" y="219255"/>
                  <a:pt x="160651" y="221495"/>
                  <a:pt x="158831" y="223296"/>
                </a:cubicBezTo>
                <a:cubicBezTo>
                  <a:pt x="157002" y="225098"/>
                  <a:pt x="154753" y="226003"/>
                  <a:pt x="152074" y="226003"/>
                </a:cubicBezTo>
                <a:cubicBezTo>
                  <a:pt x="149386" y="226003"/>
                  <a:pt x="147154" y="225098"/>
                  <a:pt x="145371" y="223296"/>
                </a:cubicBezTo>
                <a:cubicBezTo>
                  <a:pt x="143597" y="221495"/>
                  <a:pt x="142701" y="219255"/>
                  <a:pt x="142701" y="216566"/>
                </a:cubicBezTo>
                <a:close/>
                <a:moveTo>
                  <a:pt x="34573" y="263722"/>
                </a:moveTo>
                <a:cubicBezTo>
                  <a:pt x="31894" y="263722"/>
                  <a:pt x="29654" y="262808"/>
                  <a:pt x="27853" y="260988"/>
                </a:cubicBezTo>
                <a:cubicBezTo>
                  <a:pt x="26051" y="259159"/>
                  <a:pt x="25146" y="256910"/>
                  <a:pt x="25146" y="254231"/>
                </a:cubicBezTo>
                <a:cubicBezTo>
                  <a:pt x="25146" y="251542"/>
                  <a:pt x="26051" y="249311"/>
                  <a:pt x="27853" y="247528"/>
                </a:cubicBezTo>
                <a:cubicBezTo>
                  <a:pt x="29672" y="245754"/>
                  <a:pt x="31913" y="244858"/>
                  <a:pt x="34573" y="244858"/>
                </a:cubicBezTo>
                <a:lnTo>
                  <a:pt x="267179" y="244858"/>
                </a:lnTo>
                <a:cubicBezTo>
                  <a:pt x="269858" y="244858"/>
                  <a:pt x="272098" y="245772"/>
                  <a:pt x="273899" y="247592"/>
                </a:cubicBezTo>
                <a:cubicBezTo>
                  <a:pt x="275701" y="249421"/>
                  <a:pt x="276606" y="251670"/>
                  <a:pt x="276606" y="254350"/>
                </a:cubicBezTo>
                <a:cubicBezTo>
                  <a:pt x="276606" y="257038"/>
                  <a:pt x="275701" y="259269"/>
                  <a:pt x="273899" y="261043"/>
                </a:cubicBezTo>
                <a:cubicBezTo>
                  <a:pt x="272098" y="262826"/>
                  <a:pt x="269858" y="263722"/>
                  <a:pt x="267179" y="263722"/>
                </a:cubicBezTo>
                <a:lnTo>
                  <a:pt x="34573" y="263722"/>
                </a:lnTo>
                <a:close/>
                <a:moveTo>
                  <a:pt x="216256" y="216566"/>
                </a:moveTo>
                <a:lnTo>
                  <a:pt x="216256" y="128876"/>
                </a:lnTo>
                <a:cubicBezTo>
                  <a:pt x="216256" y="126187"/>
                  <a:pt x="217170" y="123947"/>
                  <a:pt x="218990" y="122146"/>
                </a:cubicBezTo>
                <a:cubicBezTo>
                  <a:pt x="220809" y="120344"/>
                  <a:pt x="223068" y="119448"/>
                  <a:pt x="225747" y="119448"/>
                </a:cubicBezTo>
                <a:cubicBezTo>
                  <a:pt x="228426" y="119448"/>
                  <a:pt x="230667" y="120344"/>
                  <a:pt x="232440" y="122146"/>
                </a:cubicBezTo>
                <a:cubicBezTo>
                  <a:pt x="234224" y="123947"/>
                  <a:pt x="235120" y="126187"/>
                  <a:pt x="235120" y="128876"/>
                </a:cubicBezTo>
                <a:lnTo>
                  <a:pt x="235120" y="216566"/>
                </a:lnTo>
                <a:cubicBezTo>
                  <a:pt x="235120" y="219255"/>
                  <a:pt x="234205" y="221495"/>
                  <a:pt x="232376" y="223296"/>
                </a:cubicBezTo>
                <a:cubicBezTo>
                  <a:pt x="230557" y="225098"/>
                  <a:pt x="228307" y="226003"/>
                  <a:pt x="225619" y="226003"/>
                </a:cubicBezTo>
                <a:cubicBezTo>
                  <a:pt x="222940" y="226003"/>
                  <a:pt x="220709" y="225098"/>
                  <a:pt x="218926" y="223296"/>
                </a:cubicBezTo>
                <a:cubicBezTo>
                  <a:pt x="217143" y="221495"/>
                  <a:pt x="216256" y="219255"/>
                  <a:pt x="216256" y="216566"/>
                </a:cubicBezTo>
                <a:close/>
                <a:moveTo>
                  <a:pt x="268431" y="100584"/>
                </a:moveTo>
                <a:lnTo>
                  <a:pt x="32379" y="100584"/>
                </a:lnTo>
                <a:cubicBezTo>
                  <a:pt x="30367" y="100584"/>
                  <a:pt x="28657" y="99880"/>
                  <a:pt x="27249" y="98481"/>
                </a:cubicBezTo>
                <a:cubicBezTo>
                  <a:pt x="25850" y="97073"/>
                  <a:pt x="25146" y="95363"/>
                  <a:pt x="25146" y="93351"/>
                </a:cubicBezTo>
                <a:lnTo>
                  <a:pt x="25146" y="88011"/>
                </a:lnTo>
                <a:cubicBezTo>
                  <a:pt x="25146" y="86758"/>
                  <a:pt x="25512" y="85551"/>
                  <a:pt x="26243" y="84399"/>
                </a:cubicBezTo>
                <a:cubicBezTo>
                  <a:pt x="26984" y="83247"/>
                  <a:pt x="27871" y="82351"/>
                  <a:pt x="28922" y="81729"/>
                </a:cubicBezTo>
                <a:lnTo>
                  <a:pt x="141449" y="17602"/>
                </a:lnTo>
                <a:cubicBezTo>
                  <a:pt x="144420" y="15929"/>
                  <a:pt x="147566" y="15088"/>
                  <a:pt x="150876" y="15088"/>
                </a:cubicBezTo>
                <a:cubicBezTo>
                  <a:pt x="154186" y="15088"/>
                  <a:pt x="157332" y="15929"/>
                  <a:pt x="160303" y="17602"/>
                </a:cubicBezTo>
                <a:lnTo>
                  <a:pt x="272519" y="81409"/>
                </a:lnTo>
                <a:cubicBezTo>
                  <a:pt x="273781" y="82250"/>
                  <a:pt x="274768" y="83293"/>
                  <a:pt x="275509" y="84555"/>
                </a:cubicBezTo>
                <a:cubicBezTo>
                  <a:pt x="276240" y="85807"/>
                  <a:pt x="276606" y="87225"/>
                  <a:pt x="276606" y="88797"/>
                </a:cubicBezTo>
                <a:lnTo>
                  <a:pt x="276606" y="92007"/>
                </a:lnTo>
                <a:cubicBezTo>
                  <a:pt x="276606" y="94430"/>
                  <a:pt x="275820" y="96469"/>
                  <a:pt x="274247" y="98097"/>
                </a:cubicBezTo>
                <a:cubicBezTo>
                  <a:pt x="272674" y="99752"/>
                  <a:pt x="270736" y="100584"/>
                  <a:pt x="268431" y="100584"/>
                </a:cubicBezTo>
                <a:close/>
                <a:moveTo>
                  <a:pt x="67263" y="81729"/>
                </a:moveTo>
                <a:lnTo>
                  <a:pt x="234489" y="81729"/>
                </a:lnTo>
                <a:lnTo>
                  <a:pt x="67263" y="81729"/>
                </a:lnTo>
                <a:close/>
                <a:moveTo>
                  <a:pt x="67263" y="81729"/>
                </a:moveTo>
                <a:lnTo>
                  <a:pt x="234489" y="81729"/>
                </a:lnTo>
                <a:lnTo>
                  <a:pt x="150876" y="33952"/>
                </a:lnTo>
                <a:lnTo>
                  <a:pt x="67263" y="81729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0" name="圖說"/>
          <p:cNvSpPr/>
          <p:nvPr/>
        </p:nvSpPr>
        <p:spPr>
          <a:xfrm>
            <a:off x="1639794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750" dirty="0"/>
          </a:p>
        </p:txBody>
      </p:sp>
      <p:sp>
        <p:nvSpPr>
          <p:cNvPr id="211" name="圖示 報價"/>
          <p:cNvSpPr/>
          <p:nvPr/>
        </p:nvSpPr>
        <p:spPr>
          <a:xfrm>
            <a:off x="2339287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41449" y="226003"/>
                </a:moveTo>
                <a:lnTo>
                  <a:pt x="141449" y="233858"/>
                </a:lnTo>
                <a:cubicBezTo>
                  <a:pt x="141449" y="235120"/>
                  <a:pt x="141915" y="236217"/>
                  <a:pt x="142857" y="237159"/>
                </a:cubicBezTo>
                <a:cubicBezTo>
                  <a:pt x="143808" y="238101"/>
                  <a:pt x="144905" y="238576"/>
                  <a:pt x="146158" y="238576"/>
                </a:cubicBezTo>
                <a:lnTo>
                  <a:pt x="155594" y="238576"/>
                </a:lnTo>
                <a:cubicBezTo>
                  <a:pt x="156847" y="238576"/>
                  <a:pt x="157944" y="238101"/>
                  <a:pt x="158895" y="237159"/>
                </a:cubicBezTo>
                <a:cubicBezTo>
                  <a:pt x="159837" y="236217"/>
                  <a:pt x="160303" y="235120"/>
                  <a:pt x="160303" y="233858"/>
                </a:cubicBezTo>
                <a:lnTo>
                  <a:pt x="160303" y="226003"/>
                </a:lnTo>
                <a:lnTo>
                  <a:pt x="179168" y="226003"/>
                </a:lnTo>
                <a:cubicBezTo>
                  <a:pt x="181847" y="226003"/>
                  <a:pt x="184087" y="225098"/>
                  <a:pt x="185888" y="223296"/>
                </a:cubicBezTo>
                <a:cubicBezTo>
                  <a:pt x="187690" y="221477"/>
                  <a:pt x="188595" y="219227"/>
                  <a:pt x="188595" y="216566"/>
                </a:cubicBezTo>
                <a:lnTo>
                  <a:pt x="188595" y="175711"/>
                </a:lnTo>
                <a:cubicBezTo>
                  <a:pt x="188595" y="173023"/>
                  <a:pt x="187690" y="170782"/>
                  <a:pt x="185888" y="168981"/>
                </a:cubicBezTo>
                <a:cubicBezTo>
                  <a:pt x="184087" y="167180"/>
                  <a:pt x="181847" y="166274"/>
                  <a:pt x="179168" y="166274"/>
                </a:cubicBezTo>
                <a:lnTo>
                  <a:pt x="132021" y="166274"/>
                </a:lnTo>
                <a:lnTo>
                  <a:pt x="132021" y="144274"/>
                </a:lnTo>
                <a:lnTo>
                  <a:pt x="179168" y="144274"/>
                </a:lnTo>
                <a:cubicBezTo>
                  <a:pt x="181847" y="144274"/>
                  <a:pt x="184087" y="143360"/>
                  <a:pt x="185888" y="141540"/>
                </a:cubicBezTo>
                <a:cubicBezTo>
                  <a:pt x="187690" y="139720"/>
                  <a:pt x="188595" y="137462"/>
                  <a:pt x="188595" y="134783"/>
                </a:cubicBezTo>
                <a:cubicBezTo>
                  <a:pt x="188595" y="132103"/>
                  <a:pt x="187690" y="129872"/>
                  <a:pt x="185888" y="128089"/>
                </a:cubicBezTo>
                <a:cubicBezTo>
                  <a:pt x="184087" y="126306"/>
                  <a:pt x="181847" y="125419"/>
                  <a:pt x="179168" y="125419"/>
                </a:cubicBezTo>
                <a:lnTo>
                  <a:pt x="160303" y="125419"/>
                </a:lnTo>
                <a:lnTo>
                  <a:pt x="160303" y="117555"/>
                </a:lnTo>
                <a:cubicBezTo>
                  <a:pt x="160303" y="116303"/>
                  <a:pt x="159837" y="115196"/>
                  <a:pt x="158895" y="114254"/>
                </a:cubicBezTo>
                <a:cubicBezTo>
                  <a:pt x="157944" y="113312"/>
                  <a:pt x="156847" y="112846"/>
                  <a:pt x="155594" y="112846"/>
                </a:cubicBezTo>
                <a:lnTo>
                  <a:pt x="146158" y="112846"/>
                </a:lnTo>
                <a:cubicBezTo>
                  <a:pt x="144905" y="112846"/>
                  <a:pt x="143808" y="113312"/>
                  <a:pt x="142857" y="114254"/>
                </a:cubicBezTo>
                <a:cubicBezTo>
                  <a:pt x="141915" y="115196"/>
                  <a:pt x="141449" y="116303"/>
                  <a:pt x="141449" y="117555"/>
                </a:cubicBezTo>
                <a:lnTo>
                  <a:pt x="141449" y="125419"/>
                </a:lnTo>
                <a:lnTo>
                  <a:pt x="122584" y="125419"/>
                </a:lnTo>
                <a:cubicBezTo>
                  <a:pt x="119905" y="125419"/>
                  <a:pt x="117665" y="126315"/>
                  <a:pt x="115864" y="128117"/>
                </a:cubicBezTo>
                <a:cubicBezTo>
                  <a:pt x="114062" y="129918"/>
                  <a:pt x="113157" y="132167"/>
                  <a:pt x="113157" y="134847"/>
                </a:cubicBezTo>
                <a:lnTo>
                  <a:pt x="113157" y="175711"/>
                </a:lnTo>
                <a:cubicBezTo>
                  <a:pt x="113157" y="178390"/>
                  <a:pt x="114062" y="180631"/>
                  <a:pt x="115864" y="182432"/>
                </a:cubicBezTo>
                <a:cubicBezTo>
                  <a:pt x="117683" y="184233"/>
                  <a:pt x="119924" y="185139"/>
                  <a:pt x="122584" y="185139"/>
                </a:cubicBezTo>
                <a:lnTo>
                  <a:pt x="169740" y="185139"/>
                </a:lnTo>
                <a:lnTo>
                  <a:pt x="169740" y="207139"/>
                </a:lnTo>
                <a:lnTo>
                  <a:pt x="122584" y="207139"/>
                </a:lnTo>
                <a:cubicBezTo>
                  <a:pt x="119905" y="207139"/>
                  <a:pt x="117665" y="208053"/>
                  <a:pt x="115864" y="209873"/>
                </a:cubicBezTo>
                <a:cubicBezTo>
                  <a:pt x="114062" y="211702"/>
                  <a:pt x="113157" y="213951"/>
                  <a:pt x="113157" y="216631"/>
                </a:cubicBezTo>
                <a:cubicBezTo>
                  <a:pt x="113157" y="219319"/>
                  <a:pt x="114062" y="221550"/>
                  <a:pt x="115864" y="223324"/>
                </a:cubicBezTo>
                <a:cubicBezTo>
                  <a:pt x="117665" y="225107"/>
                  <a:pt x="119905" y="226003"/>
                  <a:pt x="122584" y="226003"/>
                </a:cubicBezTo>
                <a:lnTo>
                  <a:pt x="141449" y="226003"/>
                </a:lnTo>
                <a:close/>
                <a:moveTo>
                  <a:pt x="69156" y="276606"/>
                </a:moveTo>
                <a:cubicBezTo>
                  <a:pt x="64127" y="276606"/>
                  <a:pt x="59719" y="274722"/>
                  <a:pt x="55952" y="270946"/>
                </a:cubicBezTo>
                <a:cubicBezTo>
                  <a:pt x="52176" y="267179"/>
                  <a:pt x="50292" y="262780"/>
                  <a:pt x="50292" y="257751"/>
                </a:cubicBezTo>
                <a:lnTo>
                  <a:pt x="50292" y="44010"/>
                </a:lnTo>
                <a:cubicBezTo>
                  <a:pt x="50292" y="38981"/>
                  <a:pt x="52176" y="34573"/>
                  <a:pt x="55952" y="30806"/>
                </a:cubicBezTo>
                <a:cubicBezTo>
                  <a:pt x="59719" y="27030"/>
                  <a:pt x="64127" y="25146"/>
                  <a:pt x="69156" y="25146"/>
                </a:cubicBezTo>
                <a:lnTo>
                  <a:pt x="182624" y="25146"/>
                </a:lnTo>
                <a:lnTo>
                  <a:pt x="251460" y="93982"/>
                </a:lnTo>
                <a:lnTo>
                  <a:pt x="251460" y="257751"/>
                </a:lnTo>
                <a:cubicBezTo>
                  <a:pt x="251460" y="262780"/>
                  <a:pt x="249576" y="267179"/>
                  <a:pt x="245800" y="270946"/>
                </a:cubicBezTo>
                <a:cubicBezTo>
                  <a:pt x="242033" y="274722"/>
                  <a:pt x="237634" y="276606"/>
                  <a:pt x="232605" y="276606"/>
                </a:cubicBezTo>
                <a:lnTo>
                  <a:pt x="69156" y="276606"/>
                </a:lnTo>
                <a:close/>
                <a:moveTo>
                  <a:pt x="69156" y="257751"/>
                </a:moveTo>
                <a:lnTo>
                  <a:pt x="232605" y="257751"/>
                </a:lnTo>
                <a:lnTo>
                  <a:pt x="232605" y="102468"/>
                </a:lnTo>
                <a:lnTo>
                  <a:pt x="183566" y="102468"/>
                </a:lnTo>
                <a:cubicBezTo>
                  <a:pt x="180887" y="102468"/>
                  <a:pt x="178637" y="101572"/>
                  <a:pt x="176836" y="99770"/>
                </a:cubicBezTo>
                <a:cubicBezTo>
                  <a:pt x="175034" y="97941"/>
                  <a:pt x="174138" y="95701"/>
                  <a:pt x="174138" y="93040"/>
                </a:cubicBezTo>
                <a:lnTo>
                  <a:pt x="174138" y="44010"/>
                </a:lnTo>
                <a:lnTo>
                  <a:pt x="69156" y="44010"/>
                </a:lnTo>
                <a:lnTo>
                  <a:pt x="69156" y="257751"/>
                </a:lnTo>
                <a:close/>
                <a:moveTo>
                  <a:pt x="69156" y="44010"/>
                </a:moveTo>
                <a:lnTo>
                  <a:pt x="69156" y="102468"/>
                </a:lnTo>
                <a:lnTo>
                  <a:pt x="69156" y="44010"/>
                </a:lnTo>
                <a:lnTo>
                  <a:pt x="69156" y="257751"/>
                </a:lnTo>
                <a:lnTo>
                  <a:pt x="69156" y="44010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2" name="圖說"/>
          <p:cNvSpPr/>
          <p:nvPr/>
        </p:nvSpPr>
        <p:spPr>
          <a:xfrm>
            <a:off x="2194514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750" dirty="0"/>
          </a:p>
        </p:txBody>
      </p:sp>
      <p:sp>
        <p:nvSpPr>
          <p:cNvPr id="213" name="圖示 郵件"/>
          <p:cNvSpPr/>
          <p:nvPr/>
        </p:nvSpPr>
        <p:spPr>
          <a:xfrm>
            <a:off x="2894007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4010" y="251460"/>
                </a:moveTo>
                <a:cubicBezTo>
                  <a:pt x="38981" y="251460"/>
                  <a:pt x="34573" y="249576"/>
                  <a:pt x="30806" y="245800"/>
                </a:cubicBezTo>
                <a:cubicBezTo>
                  <a:pt x="27030" y="242033"/>
                  <a:pt x="25146" y="237634"/>
                  <a:pt x="25146" y="232605"/>
                </a:cubicBezTo>
                <a:lnTo>
                  <a:pt x="25146" y="69156"/>
                </a:lnTo>
                <a:cubicBezTo>
                  <a:pt x="25146" y="64127"/>
                  <a:pt x="27030" y="59719"/>
                  <a:pt x="30806" y="55952"/>
                </a:cubicBezTo>
                <a:cubicBezTo>
                  <a:pt x="34573" y="52176"/>
                  <a:pt x="38981" y="50292"/>
                  <a:pt x="44010" y="50292"/>
                </a:cubicBezTo>
                <a:lnTo>
                  <a:pt x="257751" y="50292"/>
                </a:lnTo>
                <a:cubicBezTo>
                  <a:pt x="262780" y="50292"/>
                  <a:pt x="267179" y="52176"/>
                  <a:pt x="270946" y="55952"/>
                </a:cubicBezTo>
                <a:cubicBezTo>
                  <a:pt x="274722" y="59719"/>
                  <a:pt x="276606" y="64127"/>
                  <a:pt x="276606" y="69156"/>
                </a:cubicBezTo>
                <a:lnTo>
                  <a:pt x="276606" y="232605"/>
                </a:lnTo>
                <a:cubicBezTo>
                  <a:pt x="276606" y="237634"/>
                  <a:pt x="274722" y="242033"/>
                  <a:pt x="270946" y="245800"/>
                </a:cubicBezTo>
                <a:cubicBezTo>
                  <a:pt x="267179" y="249576"/>
                  <a:pt x="262780" y="251460"/>
                  <a:pt x="257751" y="251460"/>
                </a:cubicBezTo>
                <a:lnTo>
                  <a:pt x="44010" y="251460"/>
                </a:lnTo>
                <a:close/>
                <a:moveTo>
                  <a:pt x="257751" y="86438"/>
                </a:moveTo>
                <a:lnTo>
                  <a:pt x="155905" y="153080"/>
                </a:lnTo>
                <a:cubicBezTo>
                  <a:pt x="155064" y="153491"/>
                  <a:pt x="154278" y="153866"/>
                  <a:pt x="153546" y="154177"/>
                </a:cubicBezTo>
                <a:cubicBezTo>
                  <a:pt x="152815" y="154488"/>
                  <a:pt x="151928" y="154652"/>
                  <a:pt x="150876" y="154652"/>
                </a:cubicBezTo>
                <a:cubicBezTo>
                  <a:pt x="149824" y="154652"/>
                  <a:pt x="148937" y="154488"/>
                  <a:pt x="148206" y="154177"/>
                </a:cubicBezTo>
                <a:cubicBezTo>
                  <a:pt x="147474" y="153866"/>
                  <a:pt x="146688" y="153491"/>
                  <a:pt x="145847" y="153080"/>
                </a:cubicBezTo>
                <a:lnTo>
                  <a:pt x="44010" y="86438"/>
                </a:lnTo>
                <a:lnTo>
                  <a:pt x="44010" y="232605"/>
                </a:lnTo>
                <a:lnTo>
                  <a:pt x="257751" y="232605"/>
                </a:lnTo>
                <a:lnTo>
                  <a:pt x="257751" y="86438"/>
                </a:lnTo>
                <a:close/>
                <a:moveTo>
                  <a:pt x="150876" y="137672"/>
                </a:moveTo>
                <a:lnTo>
                  <a:pt x="256489" y="69156"/>
                </a:lnTo>
                <a:lnTo>
                  <a:pt x="45574" y="69156"/>
                </a:lnTo>
                <a:lnTo>
                  <a:pt x="150876" y="137672"/>
                </a:lnTo>
                <a:close/>
                <a:moveTo>
                  <a:pt x="44010" y="86438"/>
                </a:moveTo>
                <a:lnTo>
                  <a:pt x="44010" y="88642"/>
                </a:lnTo>
                <a:lnTo>
                  <a:pt x="44010" y="76288"/>
                </a:lnTo>
                <a:lnTo>
                  <a:pt x="44010" y="76508"/>
                </a:lnTo>
                <a:lnTo>
                  <a:pt x="44010" y="69156"/>
                </a:lnTo>
                <a:lnTo>
                  <a:pt x="44010" y="76380"/>
                </a:lnTo>
                <a:lnTo>
                  <a:pt x="44010" y="76096"/>
                </a:lnTo>
                <a:lnTo>
                  <a:pt x="44010" y="88642"/>
                </a:lnTo>
                <a:lnTo>
                  <a:pt x="44010" y="86438"/>
                </a:lnTo>
                <a:lnTo>
                  <a:pt x="44010" y="232605"/>
                </a:lnTo>
                <a:lnTo>
                  <a:pt x="44010" y="86438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4" name="圖說"/>
          <p:cNvSpPr/>
          <p:nvPr/>
        </p:nvSpPr>
        <p:spPr>
          <a:xfrm>
            <a:off x="2749235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750" dirty="0"/>
          </a:p>
        </p:txBody>
      </p:sp>
      <p:sp>
        <p:nvSpPr>
          <p:cNvPr id="215" name="圖示 訊息"/>
          <p:cNvSpPr/>
          <p:nvPr/>
        </p:nvSpPr>
        <p:spPr>
          <a:xfrm>
            <a:off x="3448728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5438" y="226314"/>
                </a:moveTo>
                <a:lnTo>
                  <a:pt x="41175" y="260577"/>
                </a:lnTo>
                <a:cubicBezTo>
                  <a:pt x="38240" y="263512"/>
                  <a:pt x="34839" y="264170"/>
                  <a:pt x="30962" y="262552"/>
                </a:cubicBezTo>
                <a:cubicBezTo>
                  <a:pt x="27085" y="260961"/>
                  <a:pt x="25146" y="258099"/>
                  <a:pt x="25146" y="253975"/>
                </a:cubicBezTo>
                <a:lnTo>
                  <a:pt x="25146" y="44010"/>
                </a:lnTo>
                <a:cubicBezTo>
                  <a:pt x="25146" y="38981"/>
                  <a:pt x="27030" y="34573"/>
                  <a:pt x="30806" y="30806"/>
                </a:cubicBezTo>
                <a:cubicBezTo>
                  <a:pt x="34573" y="27030"/>
                  <a:pt x="38981" y="25146"/>
                  <a:pt x="44010" y="25146"/>
                </a:cubicBezTo>
                <a:lnTo>
                  <a:pt x="257751" y="25146"/>
                </a:lnTo>
                <a:cubicBezTo>
                  <a:pt x="262780" y="25146"/>
                  <a:pt x="267179" y="27030"/>
                  <a:pt x="270946" y="30806"/>
                </a:cubicBezTo>
                <a:cubicBezTo>
                  <a:pt x="274722" y="34573"/>
                  <a:pt x="276606" y="38981"/>
                  <a:pt x="276606" y="44010"/>
                </a:cubicBezTo>
                <a:lnTo>
                  <a:pt x="276606" y="207459"/>
                </a:lnTo>
                <a:cubicBezTo>
                  <a:pt x="276606" y="212488"/>
                  <a:pt x="274722" y="216887"/>
                  <a:pt x="270946" y="220654"/>
                </a:cubicBezTo>
                <a:cubicBezTo>
                  <a:pt x="267179" y="224430"/>
                  <a:pt x="262780" y="226314"/>
                  <a:pt x="257751" y="226314"/>
                </a:cubicBezTo>
                <a:lnTo>
                  <a:pt x="75438" y="226314"/>
                </a:lnTo>
                <a:close/>
                <a:moveTo>
                  <a:pt x="67263" y="207459"/>
                </a:moveTo>
                <a:lnTo>
                  <a:pt x="257751" y="207459"/>
                </a:lnTo>
                <a:lnTo>
                  <a:pt x="257751" y="44010"/>
                </a:lnTo>
                <a:lnTo>
                  <a:pt x="44010" y="44010"/>
                </a:lnTo>
                <a:lnTo>
                  <a:pt x="44010" y="232605"/>
                </a:lnTo>
                <a:lnTo>
                  <a:pt x="67263" y="207459"/>
                </a:lnTo>
                <a:close/>
                <a:moveTo>
                  <a:pt x="44010" y="207459"/>
                </a:moveTo>
                <a:lnTo>
                  <a:pt x="44010" y="44010"/>
                </a:lnTo>
                <a:lnTo>
                  <a:pt x="44010" y="207459"/>
                </a:lnTo>
                <a:close/>
                <a:moveTo>
                  <a:pt x="84865" y="176333"/>
                </a:moveTo>
                <a:lnTo>
                  <a:pt x="164391" y="176333"/>
                </a:lnTo>
                <a:cubicBezTo>
                  <a:pt x="167070" y="176333"/>
                  <a:pt x="169319" y="175428"/>
                  <a:pt x="171121" y="173599"/>
                </a:cubicBezTo>
                <a:cubicBezTo>
                  <a:pt x="172922" y="171779"/>
                  <a:pt x="173818" y="169530"/>
                  <a:pt x="173818" y="166841"/>
                </a:cubicBezTo>
                <a:cubicBezTo>
                  <a:pt x="173818" y="164162"/>
                  <a:pt x="172922" y="161931"/>
                  <a:pt x="171121" y="160148"/>
                </a:cubicBezTo>
                <a:cubicBezTo>
                  <a:pt x="169319" y="158365"/>
                  <a:pt x="167070" y="157478"/>
                  <a:pt x="164391" y="157478"/>
                </a:cubicBezTo>
                <a:lnTo>
                  <a:pt x="84865" y="157478"/>
                </a:lnTo>
                <a:cubicBezTo>
                  <a:pt x="82186" y="157478"/>
                  <a:pt x="79946" y="158392"/>
                  <a:pt x="78145" y="160212"/>
                </a:cubicBezTo>
                <a:cubicBezTo>
                  <a:pt x="76343" y="162032"/>
                  <a:pt x="75438" y="164290"/>
                  <a:pt x="75438" y="166969"/>
                </a:cubicBezTo>
                <a:cubicBezTo>
                  <a:pt x="75438" y="169649"/>
                  <a:pt x="76343" y="171880"/>
                  <a:pt x="78145" y="173663"/>
                </a:cubicBezTo>
                <a:cubicBezTo>
                  <a:pt x="79946" y="175446"/>
                  <a:pt x="82186" y="176333"/>
                  <a:pt x="84865" y="176333"/>
                </a:cubicBezTo>
                <a:close/>
                <a:moveTo>
                  <a:pt x="84865" y="135478"/>
                </a:moveTo>
                <a:lnTo>
                  <a:pt x="216887" y="135478"/>
                </a:lnTo>
                <a:cubicBezTo>
                  <a:pt x="219566" y="135478"/>
                  <a:pt x="221806" y="134563"/>
                  <a:pt x="223607" y="132743"/>
                </a:cubicBezTo>
                <a:cubicBezTo>
                  <a:pt x="225409" y="130915"/>
                  <a:pt x="226314" y="128665"/>
                  <a:pt x="226314" y="125986"/>
                </a:cubicBezTo>
                <a:cubicBezTo>
                  <a:pt x="226314" y="123298"/>
                  <a:pt x="225409" y="121067"/>
                  <a:pt x="223607" y="119283"/>
                </a:cubicBezTo>
                <a:cubicBezTo>
                  <a:pt x="221806" y="117510"/>
                  <a:pt x="219566" y="116613"/>
                  <a:pt x="216887" y="116613"/>
                </a:cubicBezTo>
                <a:lnTo>
                  <a:pt x="84865" y="116613"/>
                </a:lnTo>
                <a:cubicBezTo>
                  <a:pt x="82186" y="116613"/>
                  <a:pt x="79946" y="117528"/>
                  <a:pt x="78145" y="119347"/>
                </a:cubicBezTo>
                <a:cubicBezTo>
                  <a:pt x="76343" y="121176"/>
                  <a:pt x="75438" y="123426"/>
                  <a:pt x="75438" y="126105"/>
                </a:cubicBezTo>
                <a:cubicBezTo>
                  <a:pt x="75438" y="128793"/>
                  <a:pt x="76343" y="131024"/>
                  <a:pt x="78145" y="132798"/>
                </a:cubicBezTo>
                <a:cubicBezTo>
                  <a:pt x="79946" y="134581"/>
                  <a:pt x="82186" y="135478"/>
                  <a:pt x="84865" y="135478"/>
                </a:cubicBezTo>
                <a:close/>
                <a:moveTo>
                  <a:pt x="84865" y="94613"/>
                </a:moveTo>
                <a:lnTo>
                  <a:pt x="216887" y="94613"/>
                </a:lnTo>
                <a:cubicBezTo>
                  <a:pt x="219566" y="94613"/>
                  <a:pt x="221806" y="93699"/>
                  <a:pt x="223607" y="91879"/>
                </a:cubicBezTo>
                <a:cubicBezTo>
                  <a:pt x="225409" y="90050"/>
                  <a:pt x="226314" y="87801"/>
                  <a:pt x="226314" y="85121"/>
                </a:cubicBezTo>
                <a:cubicBezTo>
                  <a:pt x="226314" y="82433"/>
                  <a:pt x="225409" y="80202"/>
                  <a:pt x="223607" y="78428"/>
                </a:cubicBezTo>
                <a:cubicBezTo>
                  <a:pt x="221806" y="76645"/>
                  <a:pt x="219566" y="75749"/>
                  <a:pt x="216887" y="75749"/>
                </a:cubicBezTo>
                <a:lnTo>
                  <a:pt x="84865" y="75749"/>
                </a:lnTo>
                <a:cubicBezTo>
                  <a:pt x="82186" y="75749"/>
                  <a:pt x="79946" y="76663"/>
                  <a:pt x="78145" y="78483"/>
                </a:cubicBezTo>
                <a:cubicBezTo>
                  <a:pt x="76343" y="80312"/>
                  <a:pt x="75438" y="82561"/>
                  <a:pt x="75438" y="85250"/>
                </a:cubicBezTo>
                <a:cubicBezTo>
                  <a:pt x="75438" y="87929"/>
                  <a:pt x="76343" y="90160"/>
                  <a:pt x="78145" y="91943"/>
                </a:cubicBezTo>
                <a:cubicBezTo>
                  <a:pt x="79946" y="93717"/>
                  <a:pt x="82186" y="94613"/>
                  <a:pt x="84865" y="94613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6" name="圖說"/>
          <p:cNvSpPr/>
          <p:nvPr/>
        </p:nvSpPr>
        <p:spPr>
          <a:xfrm>
            <a:off x="3303956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750" dirty="0"/>
          </a:p>
        </p:txBody>
      </p:sp>
      <p:sp>
        <p:nvSpPr>
          <p:cNvPr id="217" name="圖示 討論"/>
          <p:cNvSpPr/>
          <p:nvPr/>
        </p:nvSpPr>
        <p:spPr>
          <a:xfrm>
            <a:off x="4003449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67270" y="263091"/>
                </a:moveTo>
                <a:cubicBezTo>
                  <a:pt x="266164" y="263091"/>
                  <a:pt x="265030" y="262881"/>
                  <a:pt x="263878" y="262460"/>
                </a:cubicBezTo>
                <a:cubicBezTo>
                  <a:pt x="262725" y="262040"/>
                  <a:pt x="261619" y="261308"/>
                  <a:pt x="260577" y="260266"/>
                </a:cubicBezTo>
                <a:lnTo>
                  <a:pt x="226625" y="226314"/>
                </a:lnTo>
                <a:lnTo>
                  <a:pt x="94302" y="226314"/>
                </a:lnTo>
                <a:cubicBezTo>
                  <a:pt x="89099" y="226314"/>
                  <a:pt x="84655" y="224467"/>
                  <a:pt x="80970" y="220782"/>
                </a:cubicBezTo>
                <a:cubicBezTo>
                  <a:pt x="77285" y="217069"/>
                  <a:pt x="75438" y="212635"/>
                  <a:pt x="75438" y="207459"/>
                </a:cubicBezTo>
                <a:lnTo>
                  <a:pt x="75438" y="182313"/>
                </a:lnTo>
                <a:lnTo>
                  <a:pt x="213741" y="182313"/>
                </a:lnTo>
                <a:cubicBezTo>
                  <a:pt x="218935" y="182313"/>
                  <a:pt x="223379" y="180466"/>
                  <a:pt x="227073" y="176781"/>
                </a:cubicBezTo>
                <a:cubicBezTo>
                  <a:pt x="230758" y="173068"/>
                  <a:pt x="232605" y="168625"/>
                  <a:pt x="232605" y="163449"/>
                </a:cubicBezTo>
                <a:lnTo>
                  <a:pt x="232605" y="75438"/>
                </a:lnTo>
                <a:lnTo>
                  <a:pt x="257751" y="75438"/>
                </a:lnTo>
                <a:cubicBezTo>
                  <a:pt x="262945" y="75438"/>
                  <a:pt x="267389" y="77285"/>
                  <a:pt x="271074" y="80970"/>
                </a:cubicBezTo>
                <a:cubicBezTo>
                  <a:pt x="274759" y="84655"/>
                  <a:pt x="276606" y="89099"/>
                  <a:pt x="276606" y="94302"/>
                </a:cubicBezTo>
                <a:lnTo>
                  <a:pt x="276606" y="253664"/>
                </a:lnTo>
                <a:cubicBezTo>
                  <a:pt x="276606" y="256590"/>
                  <a:pt x="275609" y="258903"/>
                  <a:pt x="273616" y="260577"/>
                </a:cubicBezTo>
                <a:cubicBezTo>
                  <a:pt x="271632" y="262250"/>
                  <a:pt x="269510" y="263091"/>
                  <a:pt x="267270" y="263091"/>
                </a:cubicBezTo>
                <a:close/>
                <a:moveTo>
                  <a:pt x="44010" y="168167"/>
                </a:moveTo>
                <a:lnTo>
                  <a:pt x="67583" y="144594"/>
                </a:lnTo>
                <a:lnTo>
                  <a:pt x="194886" y="144594"/>
                </a:lnTo>
                <a:lnTo>
                  <a:pt x="194886" y="44010"/>
                </a:lnTo>
                <a:lnTo>
                  <a:pt x="44010" y="44010"/>
                </a:lnTo>
                <a:lnTo>
                  <a:pt x="44010" y="168167"/>
                </a:lnTo>
                <a:close/>
                <a:moveTo>
                  <a:pt x="34482" y="200537"/>
                </a:moveTo>
                <a:cubicBezTo>
                  <a:pt x="32242" y="200537"/>
                  <a:pt x="30120" y="199705"/>
                  <a:pt x="28136" y="198022"/>
                </a:cubicBezTo>
                <a:cubicBezTo>
                  <a:pt x="26143" y="196349"/>
                  <a:pt x="25146" y="194045"/>
                  <a:pt x="25146" y="191110"/>
                </a:cubicBezTo>
                <a:lnTo>
                  <a:pt x="25146" y="44010"/>
                </a:lnTo>
                <a:cubicBezTo>
                  <a:pt x="25146" y="38807"/>
                  <a:pt x="26993" y="34363"/>
                  <a:pt x="30678" y="30678"/>
                </a:cubicBezTo>
                <a:cubicBezTo>
                  <a:pt x="34391" y="26993"/>
                  <a:pt x="38825" y="25146"/>
                  <a:pt x="44010" y="25146"/>
                </a:cubicBezTo>
                <a:lnTo>
                  <a:pt x="194886" y="25146"/>
                </a:lnTo>
                <a:cubicBezTo>
                  <a:pt x="200080" y="25146"/>
                  <a:pt x="204524" y="26993"/>
                  <a:pt x="208209" y="30678"/>
                </a:cubicBezTo>
                <a:cubicBezTo>
                  <a:pt x="211894" y="34363"/>
                  <a:pt x="213741" y="38807"/>
                  <a:pt x="213741" y="44010"/>
                </a:cubicBezTo>
                <a:lnTo>
                  <a:pt x="213741" y="144594"/>
                </a:lnTo>
                <a:cubicBezTo>
                  <a:pt x="213741" y="149788"/>
                  <a:pt x="211894" y="154232"/>
                  <a:pt x="208209" y="157917"/>
                </a:cubicBezTo>
                <a:cubicBezTo>
                  <a:pt x="204524" y="161602"/>
                  <a:pt x="200080" y="163449"/>
                  <a:pt x="194886" y="163449"/>
                </a:cubicBezTo>
                <a:lnTo>
                  <a:pt x="75438" y="163449"/>
                </a:lnTo>
                <a:lnTo>
                  <a:pt x="41175" y="197712"/>
                </a:lnTo>
                <a:cubicBezTo>
                  <a:pt x="40133" y="198754"/>
                  <a:pt x="39027" y="199495"/>
                  <a:pt x="37874" y="199915"/>
                </a:cubicBezTo>
                <a:cubicBezTo>
                  <a:pt x="36722" y="200327"/>
                  <a:pt x="35588" y="200537"/>
                  <a:pt x="34482" y="200537"/>
                </a:cubicBezTo>
                <a:close/>
                <a:moveTo>
                  <a:pt x="44010" y="144594"/>
                </a:moveTo>
                <a:lnTo>
                  <a:pt x="44010" y="44010"/>
                </a:lnTo>
                <a:lnTo>
                  <a:pt x="44010" y="144594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8" name="圖說"/>
          <p:cNvSpPr/>
          <p:nvPr/>
        </p:nvSpPr>
        <p:spPr>
          <a:xfrm>
            <a:off x="3858677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750" dirty="0"/>
          </a:p>
        </p:txBody>
      </p:sp>
      <p:sp>
        <p:nvSpPr>
          <p:cNvPr id="219" name="圖示 公告"/>
          <p:cNvSpPr/>
          <p:nvPr/>
        </p:nvSpPr>
        <p:spPr>
          <a:xfrm>
            <a:off x="4558170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67179" y="160303"/>
                </a:moveTo>
                <a:lnTo>
                  <a:pt x="238887" y="160303"/>
                </a:lnTo>
                <a:cubicBezTo>
                  <a:pt x="236208" y="160303"/>
                  <a:pt x="233958" y="159398"/>
                  <a:pt x="232157" y="157569"/>
                </a:cubicBezTo>
                <a:cubicBezTo>
                  <a:pt x="230356" y="155750"/>
                  <a:pt x="229460" y="153491"/>
                  <a:pt x="229460" y="150812"/>
                </a:cubicBezTo>
                <a:cubicBezTo>
                  <a:pt x="229460" y="148133"/>
                  <a:pt x="230356" y="145902"/>
                  <a:pt x="232157" y="144119"/>
                </a:cubicBezTo>
                <a:cubicBezTo>
                  <a:pt x="233958" y="142336"/>
                  <a:pt x="236208" y="141449"/>
                  <a:pt x="238887" y="141449"/>
                </a:cubicBezTo>
                <a:lnTo>
                  <a:pt x="267179" y="141449"/>
                </a:lnTo>
                <a:cubicBezTo>
                  <a:pt x="269858" y="141449"/>
                  <a:pt x="272098" y="142354"/>
                  <a:pt x="273899" y="144183"/>
                </a:cubicBezTo>
                <a:cubicBezTo>
                  <a:pt x="275701" y="146002"/>
                  <a:pt x="276606" y="148261"/>
                  <a:pt x="276606" y="150940"/>
                </a:cubicBezTo>
                <a:cubicBezTo>
                  <a:pt x="276606" y="153619"/>
                  <a:pt x="275701" y="155850"/>
                  <a:pt x="273899" y="157633"/>
                </a:cubicBezTo>
                <a:cubicBezTo>
                  <a:pt x="272098" y="159416"/>
                  <a:pt x="269858" y="160303"/>
                  <a:pt x="267179" y="160303"/>
                </a:cubicBezTo>
                <a:close/>
                <a:moveTo>
                  <a:pt x="212799" y="215625"/>
                </a:moveTo>
                <a:cubicBezTo>
                  <a:pt x="214473" y="213531"/>
                  <a:pt x="216548" y="212278"/>
                  <a:pt x="219026" y="211857"/>
                </a:cubicBezTo>
                <a:cubicBezTo>
                  <a:pt x="221495" y="211437"/>
                  <a:pt x="223818" y="212068"/>
                  <a:pt x="226003" y="213741"/>
                </a:cubicBezTo>
                <a:lnTo>
                  <a:pt x="248945" y="230712"/>
                </a:lnTo>
                <a:cubicBezTo>
                  <a:pt x="251039" y="232395"/>
                  <a:pt x="252301" y="234461"/>
                  <a:pt x="252722" y="236939"/>
                </a:cubicBezTo>
                <a:cubicBezTo>
                  <a:pt x="253133" y="239408"/>
                  <a:pt x="252512" y="241740"/>
                  <a:pt x="250829" y="243916"/>
                </a:cubicBezTo>
                <a:cubicBezTo>
                  <a:pt x="249156" y="246010"/>
                  <a:pt x="247080" y="247272"/>
                  <a:pt x="244611" y="247693"/>
                </a:cubicBezTo>
                <a:cubicBezTo>
                  <a:pt x="242133" y="248104"/>
                  <a:pt x="239811" y="247482"/>
                  <a:pt x="237634" y="245800"/>
                </a:cubicBezTo>
                <a:lnTo>
                  <a:pt x="214683" y="228829"/>
                </a:lnTo>
                <a:cubicBezTo>
                  <a:pt x="212589" y="227155"/>
                  <a:pt x="211327" y="225080"/>
                  <a:pt x="210916" y="222602"/>
                </a:cubicBezTo>
                <a:cubicBezTo>
                  <a:pt x="210495" y="220133"/>
                  <a:pt x="211126" y="217810"/>
                  <a:pt x="212799" y="215625"/>
                </a:cubicBezTo>
                <a:close/>
                <a:moveTo>
                  <a:pt x="248945" y="71040"/>
                </a:moveTo>
                <a:lnTo>
                  <a:pt x="226945" y="87700"/>
                </a:lnTo>
                <a:cubicBezTo>
                  <a:pt x="224787" y="89373"/>
                  <a:pt x="222455" y="90004"/>
                  <a:pt x="219968" y="89584"/>
                </a:cubicBezTo>
                <a:cubicBezTo>
                  <a:pt x="217490" y="89163"/>
                  <a:pt x="215414" y="87910"/>
                  <a:pt x="213741" y="85807"/>
                </a:cubicBezTo>
                <a:cubicBezTo>
                  <a:pt x="212068" y="83713"/>
                  <a:pt x="211437" y="81409"/>
                  <a:pt x="211857" y="78894"/>
                </a:cubicBezTo>
                <a:cubicBezTo>
                  <a:pt x="212278" y="76380"/>
                  <a:pt x="213531" y="74286"/>
                  <a:pt x="215625" y="72613"/>
                </a:cubicBezTo>
                <a:lnTo>
                  <a:pt x="237634" y="55952"/>
                </a:lnTo>
                <a:cubicBezTo>
                  <a:pt x="239792" y="54270"/>
                  <a:pt x="242115" y="53648"/>
                  <a:pt x="244611" y="54068"/>
                </a:cubicBezTo>
                <a:cubicBezTo>
                  <a:pt x="247080" y="54480"/>
                  <a:pt x="249156" y="55742"/>
                  <a:pt x="250829" y="57836"/>
                </a:cubicBezTo>
                <a:cubicBezTo>
                  <a:pt x="252512" y="59930"/>
                  <a:pt x="253133" y="62234"/>
                  <a:pt x="252722" y="64749"/>
                </a:cubicBezTo>
                <a:cubicBezTo>
                  <a:pt x="252301" y="67263"/>
                  <a:pt x="251039" y="69357"/>
                  <a:pt x="248945" y="71040"/>
                </a:cubicBezTo>
                <a:close/>
                <a:moveTo>
                  <a:pt x="66011" y="188595"/>
                </a:moveTo>
                <a:lnTo>
                  <a:pt x="44010" y="188595"/>
                </a:lnTo>
                <a:cubicBezTo>
                  <a:pt x="38807" y="188595"/>
                  <a:pt x="34363" y="186748"/>
                  <a:pt x="30678" y="183063"/>
                </a:cubicBezTo>
                <a:cubicBezTo>
                  <a:pt x="26993" y="179350"/>
                  <a:pt x="25146" y="174916"/>
                  <a:pt x="25146" y="169740"/>
                </a:cubicBezTo>
                <a:lnTo>
                  <a:pt x="25146" y="132021"/>
                </a:lnTo>
                <a:cubicBezTo>
                  <a:pt x="25146" y="126818"/>
                  <a:pt x="26993" y="122374"/>
                  <a:pt x="30678" y="118689"/>
                </a:cubicBezTo>
                <a:cubicBezTo>
                  <a:pt x="34391" y="115004"/>
                  <a:pt x="38825" y="113157"/>
                  <a:pt x="44010" y="113157"/>
                </a:cubicBezTo>
                <a:lnTo>
                  <a:pt x="100584" y="113157"/>
                </a:lnTo>
                <a:lnTo>
                  <a:pt x="149303" y="83924"/>
                </a:lnTo>
                <a:cubicBezTo>
                  <a:pt x="152449" y="82040"/>
                  <a:pt x="155594" y="82031"/>
                  <a:pt x="158731" y="83896"/>
                </a:cubicBezTo>
                <a:cubicBezTo>
                  <a:pt x="161876" y="85762"/>
                  <a:pt x="163449" y="88496"/>
                  <a:pt x="163449" y="92098"/>
                </a:cubicBezTo>
                <a:lnTo>
                  <a:pt x="163449" y="209654"/>
                </a:lnTo>
                <a:cubicBezTo>
                  <a:pt x="163449" y="213238"/>
                  <a:pt x="161876" y="215972"/>
                  <a:pt x="158731" y="217856"/>
                </a:cubicBezTo>
                <a:cubicBezTo>
                  <a:pt x="155594" y="219721"/>
                  <a:pt x="152449" y="219712"/>
                  <a:pt x="149303" y="217828"/>
                </a:cubicBezTo>
                <a:lnTo>
                  <a:pt x="100584" y="188595"/>
                </a:lnTo>
                <a:lnTo>
                  <a:pt x="84865" y="188595"/>
                </a:lnTo>
                <a:lnTo>
                  <a:pt x="84865" y="229460"/>
                </a:lnTo>
                <a:cubicBezTo>
                  <a:pt x="84865" y="232139"/>
                  <a:pt x="83960" y="234379"/>
                  <a:pt x="82131" y="236180"/>
                </a:cubicBezTo>
                <a:cubicBezTo>
                  <a:pt x="80312" y="237982"/>
                  <a:pt x="78053" y="238887"/>
                  <a:pt x="75374" y="238887"/>
                </a:cubicBezTo>
                <a:cubicBezTo>
                  <a:pt x="72695" y="238887"/>
                  <a:pt x="70464" y="237982"/>
                  <a:pt x="68681" y="236180"/>
                </a:cubicBezTo>
                <a:cubicBezTo>
                  <a:pt x="66898" y="234379"/>
                  <a:pt x="66011" y="232139"/>
                  <a:pt x="66011" y="229460"/>
                </a:cubicBezTo>
                <a:lnTo>
                  <a:pt x="66011" y="188595"/>
                </a:lnTo>
                <a:close/>
                <a:moveTo>
                  <a:pt x="144594" y="192993"/>
                </a:moveTo>
                <a:lnTo>
                  <a:pt x="144594" y="108759"/>
                </a:lnTo>
                <a:lnTo>
                  <a:pt x="105613" y="132021"/>
                </a:lnTo>
                <a:lnTo>
                  <a:pt x="44010" y="132021"/>
                </a:lnTo>
                <a:lnTo>
                  <a:pt x="44010" y="169740"/>
                </a:lnTo>
                <a:lnTo>
                  <a:pt x="105613" y="169740"/>
                </a:lnTo>
                <a:lnTo>
                  <a:pt x="144594" y="192993"/>
                </a:lnTo>
                <a:close/>
                <a:moveTo>
                  <a:pt x="176022" y="192993"/>
                </a:moveTo>
                <a:lnTo>
                  <a:pt x="176022" y="108759"/>
                </a:lnTo>
                <a:cubicBezTo>
                  <a:pt x="181682" y="113788"/>
                  <a:pt x="186236" y="119914"/>
                  <a:pt x="189692" y="127147"/>
                </a:cubicBezTo>
                <a:cubicBezTo>
                  <a:pt x="193149" y="134371"/>
                  <a:pt x="194886" y="142281"/>
                  <a:pt x="194886" y="150876"/>
                </a:cubicBezTo>
                <a:cubicBezTo>
                  <a:pt x="194886" y="159471"/>
                  <a:pt x="193149" y="167381"/>
                  <a:pt x="189692" y="174605"/>
                </a:cubicBezTo>
                <a:cubicBezTo>
                  <a:pt x="186236" y="181838"/>
                  <a:pt x="181682" y="187964"/>
                  <a:pt x="176022" y="192993"/>
                </a:cubicBezTo>
                <a:close/>
                <a:moveTo>
                  <a:pt x="94302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0" name="圖說"/>
          <p:cNvSpPr/>
          <p:nvPr/>
        </p:nvSpPr>
        <p:spPr>
          <a:xfrm>
            <a:off x="4413397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750" dirty="0"/>
          </a:p>
        </p:txBody>
      </p:sp>
      <p:sp>
        <p:nvSpPr>
          <p:cNvPr id="221" name="圖示 電話"/>
          <p:cNvSpPr/>
          <p:nvPr/>
        </p:nvSpPr>
        <p:spPr>
          <a:xfrm>
            <a:off x="5112890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249887" y="264033"/>
                </a:moveTo>
                <a:cubicBezTo>
                  <a:pt x="225582" y="264033"/>
                  <a:pt x="200802" y="258163"/>
                  <a:pt x="175547" y="246431"/>
                </a:cubicBezTo>
                <a:cubicBezTo>
                  <a:pt x="150300" y="234699"/>
                  <a:pt x="126882" y="218039"/>
                  <a:pt x="105302" y="196450"/>
                </a:cubicBezTo>
                <a:cubicBezTo>
                  <a:pt x="83713" y="174870"/>
                  <a:pt x="67053" y="151452"/>
                  <a:pt x="55321" y="126205"/>
                </a:cubicBezTo>
                <a:cubicBezTo>
                  <a:pt x="43589" y="100950"/>
                  <a:pt x="37719" y="76170"/>
                  <a:pt x="37719" y="51865"/>
                </a:cubicBezTo>
                <a:cubicBezTo>
                  <a:pt x="37719" y="47823"/>
                  <a:pt x="39072" y="44458"/>
                  <a:pt x="41770" y="41770"/>
                </a:cubicBezTo>
                <a:cubicBezTo>
                  <a:pt x="44458" y="39072"/>
                  <a:pt x="47823" y="37719"/>
                  <a:pt x="51865" y="37719"/>
                </a:cubicBezTo>
                <a:lnTo>
                  <a:pt x="95866" y="37719"/>
                </a:lnTo>
                <a:cubicBezTo>
                  <a:pt x="98801" y="37719"/>
                  <a:pt x="101316" y="38771"/>
                  <a:pt x="103409" y="40865"/>
                </a:cubicBezTo>
                <a:cubicBezTo>
                  <a:pt x="105513" y="42959"/>
                  <a:pt x="106976" y="45574"/>
                  <a:pt x="107817" y="48719"/>
                </a:cubicBezTo>
                <a:lnTo>
                  <a:pt x="116266" y="88203"/>
                </a:lnTo>
                <a:cubicBezTo>
                  <a:pt x="116705" y="91221"/>
                  <a:pt x="116668" y="93927"/>
                  <a:pt x="116147" y="96341"/>
                </a:cubicBezTo>
                <a:cubicBezTo>
                  <a:pt x="115617" y="98746"/>
                  <a:pt x="114501" y="100813"/>
                  <a:pt x="112782" y="102532"/>
                </a:cubicBezTo>
                <a:lnTo>
                  <a:pt x="81409" y="134216"/>
                </a:lnTo>
                <a:cubicBezTo>
                  <a:pt x="86859" y="143433"/>
                  <a:pt x="92620" y="152028"/>
                  <a:pt x="98700" y="159993"/>
                </a:cubicBezTo>
                <a:cubicBezTo>
                  <a:pt x="104772" y="167957"/>
                  <a:pt x="111484" y="175501"/>
                  <a:pt x="118817" y="182624"/>
                </a:cubicBezTo>
                <a:cubicBezTo>
                  <a:pt x="126571" y="190588"/>
                  <a:pt x="134737" y="197867"/>
                  <a:pt x="143332" y="204469"/>
                </a:cubicBezTo>
                <a:cubicBezTo>
                  <a:pt x="151928" y="211071"/>
                  <a:pt x="160934" y="216887"/>
                  <a:pt x="170362" y="221916"/>
                </a:cubicBezTo>
                <a:lnTo>
                  <a:pt x="200226" y="191110"/>
                </a:lnTo>
                <a:cubicBezTo>
                  <a:pt x="202320" y="188805"/>
                  <a:pt x="204743" y="187233"/>
                  <a:pt x="207487" y="186391"/>
                </a:cubicBezTo>
                <a:cubicBezTo>
                  <a:pt x="210248" y="185559"/>
                  <a:pt x="212964" y="185349"/>
                  <a:pt x="215625" y="185770"/>
                </a:cubicBezTo>
                <a:lnTo>
                  <a:pt x="253033" y="193935"/>
                </a:lnTo>
                <a:cubicBezTo>
                  <a:pt x="256178" y="194776"/>
                  <a:pt x="258793" y="196450"/>
                  <a:pt x="260887" y="198964"/>
                </a:cubicBezTo>
                <a:cubicBezTo>
                  <a:pt x="262981" y="201506"/>
                  <a:pt x="264033" y="204332"/>
                  <a:pt x="264033" y="207459"/>
                </a:cubicBezTo>
                <a:lnTo>
                  <a:pt x="264033" y="249887"/>
                </a:lnTo>
                <a:cubicBezTo>
                  <a:pt x="264033" y="253929"/>
                  <a:pt x="262680" y="257294"/>
                  <a:pt x="259982" y="259982"/>
                </a:cubicBezTo>
                <a:cubicBezTo>
                  <a:pt x="257294" y="262680"/>
                  <a:pt x="253929" y="264033"/>
                  <a:pt x="249887" y="264033"/>
                </a:cubicBezTo>
                <a:close/>
                <a:moveTo>
                  <a:pt x="71982" y="116933"/>
                </a:moveTo>
                <a:lnTo>
                  <a:pt x="97438" y="91157"/>
                </a:lnTo>
                <a:lnTo>
                  <a:pt x="90215" y="56583"/>
                </a:lnTo>
                <a:lnTo>
                  <a:pt x="56583" y="56583"/>
                </a:lnTo>
                <a:cubicBezTo>
                  <a:pt x="56995" y="65380"/>
                  <a:pt x="58412" y="74652"/>
                  <a:pt x="60826" y="84399"/>
                </a:cubicBezTo>
                <a:cubicBezTo>
                  <a:pt x="63231" y="94137"/>
                  <a:pt x="66952" y="104982"/>
                  <a:pt x="71982" y="116933"/>
                </a:cubicBezTo>
                <a:close/>
                <a:moveTo>
                  <a:pt x="187964" y="231032"/>
                </a:moveTo>
                <a:cubicBezTo>
                  <a:pt x="196559" y="235010"/>
                  <a:pt x="205886" y="238256"/>
                  <a:pt x="215945" y="240771"/>
                </a:cubicBezTo>
                <a:cubicBezTo>
                  <a:pt x="226003" y="243285"/>
                  <a:pt x="235741" y="244757"/>
                  <a:pt x="245178" y="245178"/>
                </a:cubicBezTo>
                <a:lnTo>
                  <a:pt x="245178" y="211537"/>
                </a:lnTo>
                <a:lnTo>
                  <a:pt x="212799" y="204944"/>
                </a:lnTo>
                <a:lnTo>
                  <a:pt x="187964" y="231032"/>
                </a:lnTo>
                <a:close/>
                <a:moveTo>
                  <a:pt x="71982" y="116933"/>
                </a:moveTo>
                <a:close/>
                <a:moveTo>
                  <a:pt x="187964" y="231032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2" name="圖說"/>
          <p:cNvSpPr/>
          <p:nvPr/>
        </p:nvSpPr>
        <p:spPr>
          <a:xfrm>
            <a:off x="4968118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750" dirty="0"/>
          </a:p>
        </p:txBody>
      </p:sp>
      <p:sp>
        <p:nvSpPr>
          <p:cNvPr id="223" name="圖示 視訊"/>
          <p:cNvSpPr/>
          <p:nvPr/>
        </p:nvSpPr>
        <p:spPr>
          <a:xfrm>
            <a:off x="5667611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44010" y="251460"/>
                </a:moveTo>
                <a:cubicBezTo>
                  <a:pt x="38981" y="251460"/>
                  <a:pt x="34573" y="249576"/>
                  <a:pt x="30806" y="245800"/>
                </a:cubicBezTo>
                <a:cubicBezTo>
                  <a:pt x="27030" y="242033"/>
                  <a:pt x="25146" y="237634"/>
                  <a:pt x="25146" y="232605"/>
                </a:cubicBezTo>
                <a:lnTo>
                  <a:pt x="25146" y="69156"/>
                </a:lnTo>
                <a:cubicBezTo>
                  <a:pt x="25146" y="64127"/>
                  <a:pt x="27030" y="59719"/>
                  <a:pt x="30806" y="55952"/>
                </a:cubicBezTo>
                <a:cubicBezTo>
                  <a:pt x="34573" y="52176"/>
                  <a:pt x="38981" y="50292"/>
                  <a:pt x="44010" y="50292"/>
                </a:cubicBezTo>
                <a:lnTo>
                  <a:pt x="207459" y="50292"/>
                </a:lnTo>
                <a:cubicBezTo>
                  <a:pt x="212488" y="50292"/>
                  <a:pt x="216887" y="52176"/>
                  <a:pt x="220654" y="55952"/>
                </a:cubicBezTo>
                <a:cubicBezTo>
                  <a:pt x="224430" y="59719"/>
                  <a:pt x="226314" y="64127"/>
                  <a:pt x="226314" y="69156"/>
                </a:cubicBezTo>
                <a:lnTo>
                  <a:pt x="226314" y="136730"/>
                </a:lnTo>
                <a:lnTo>
                  <a:pt x="268431" y="94613"/>
                </a:lnTo>
                <a:cubicBezTo>
                  <a:pt x="269903" y="93141"/>
                  <a:pt x="271632" y="92775"/>
                  <a:pt x="273616" y="93516"/>
                </a:cubicBezTo>
                <a:cubicBezTo>
                  <a:pt x="275609" y="94247"/>
                  <a:pt x="276606" y="95655"/>
                  <a:pt x="276606" y="97759"/>
                </a:cubicBezTo>
                <a:lnTo>
                  <a:pt x="276606" y="203993"/>
                </a:lnTo>
                <a:cubicBezTo>
                  <a:pt x="276606" y="206069"/>
                  <a:pt x="275609" y="207487"/>
                  <a:pt x="273616" y="208236"/>
                </a:cubicBezTo>
                <a:cubicBezTo>
                  <a:pt x="271632" y="208977"/>
                  <a:pt x="269903" y="208611"/>
                  <a:pt x="268431" y="207139"/>
                </a:cubicBezTo>
                <a:lnTo>
                  <a:pt x="226314" y="165022"/>
                </a:lnTo>
                <a:lnTo>
                  <a:pt x="226314" y="232605"/>
                </a:lnTo>
                <a:cubicBezTo>
                  <a:pt x="226314" y="237634"/>
                  <a:pt x="224430" y="242033"/>
                  <a:pt x="220654" y="245800"/>
                </a:cubicBezTo>
                <a:cubicBezTo>
                  <a:pt x="216887" y="249576"/>
                  <a:pt x="212488" y="251460"/>
                  <a:pt x="207459" y="251460"/>
                </a:cubicBezTo>
                <a:lnTo>
                  <a:pt x="44010" y="251460"/>
                </a:lnTo>
                <a:close/>
                <a:moveTo>
                  <a:pt x="44010" y="232605"/>
                </a:moveTo>
                <a:lnTo>
                  <a:pt x="207459" y="232605"/>
                </a:lnTo>
                <a:lnTo>
                  <a:pt x="207459" y="69156"/>
                </a:lnTo>
                <a:lnTo>
                  <a:pt x="44010" y="69156"/>
                </a:lnTo>
                <a:lnTo>
                  <a:pt x="44010" y="232605"/>
                </a:lnTo>
                <a:close/>
                <a:moveTo>
                  <a:pt x="44010" y="232605"/>
                </a:moveTo>
                <a:lnTo>
                  <a:pt x="44010" y="69156"/>
                </a:lnTo>
                <a:lnTo>
                  <a:pt x="44010" y="232605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4" name="圖說"/>
          <p:cNvSpPr/>
          <p:nvPr/>
        </p:nvSpPr>
        <p:spPr>
          <a:xfrm>
            <a:off x="5522839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750" dirty="0"/>
          </a:p>
        </p:txBody>
      </p:sp>
      <p:sp>
        <p:nvSpPr>
          <p:cNvPr id="225" name="圖示 全球"/>
          <p:cNvSpPr/>
          <p:nvPr/>
        </p:nvSpPr>
        <p:spPr>
          <a:xfrm>
            <a:off x="6222332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01846" y="266703"/>
                </a:moveTo>
                <a:cubicBezTo>
                  <a:pt x="86548" y="260101"/>
                  <a:pt x="73234" y="251149"/>
                  <a:pt x="61923" y="239829"/>
                </a:cubicBezTo>
                <a:cubicBezTo>
                  <a:pt x="50603" y="228518"/>
                  <a:pt x="41651" y="215204"/>
                  <a:pt x="35049" y="199915"/>
                </a:cubicBezTo>
                <a:cubicBezTo>
                  <a:pt x="28447" y="184617"/>
                  <a:pt x="25146" y="168268"/>
                  <a:pt x="25146" y="150876"/>
                </a:cubicBezTo>
                <a:cubicBezTo>
                  <a:pt x="25146" y="133484"/>
                  <a:pt x="28447" y="117135"/>
                  <a:pt x="35049" y="101846"/>
                </a:cubicBezTo>
                <a:cubicBezTo>
                  <a:pt x="41651" y="86548"/>
                  <a:pt x="50603" y="73234"/>
                  <a:pt x="61923" y="61923"/>
                </a:cubicBezTo>
                <a:cubicBezTo>
                  <a:pt x="73234" y="50603"/>
                  <a:pt x="86548" y="41651"/>
                  <a:pt x="101846" y="35049"/>
                </a:cubicBezTo>
                <a:cubicBezTo>
                  <a:pt x="117135" y="28447"/>
                  <a:pt x="133484" y="25146"/>
                  <a:pt x="150876" y="25146"/>
                </a:cubicBezTo>
                <a:cubicBezTo>
                  <a:pt x="168268" y="25146"/>
                  <a:pt x="184617" y="28447"/>
                  <a:pt x="199915" y="35049"/>
                </a:cubicBezTo>
                <a:cubicBezTo>
                  <a:pt x="215204" y="41651"/>
                  <a:pt x="228518" y="50603"/>
                  <a:pt x="239829" y="61923"/>
                </a:cubicBezTo>
                <a:cubicBezTo>
                  <a:pt x="251149" y="73234"/>
                  <a:pt x="260101" y="86548"/>
                  <a:pt x="266703" y="101846"/>
                </a:cubicBezTo>
                <a:cubicBezTo>
                  <a:pt x="273305" y="117135"/>
                  <a:pt x="276606" y="133484"/>
                  <a:pt x="276606" y="150876"/>
                </a:cubicBezTo>
                <a:cubicBezTo>
                  <a:pt x="276606" y="168268"/>
                  <a:pt x="273305" y="184617"/>
                  <a:pt x="266703" y="199915"/>
                </a:cubicBezTo>
                <a:cubicBezTo>
                  <a:pt x="260101" y="215204"/>
                  <a:pt x="251149" y="228518"/>
                  <a:pt x="239829" y="239829"/>
                </a:cubicBezTo>
                <a:cubicBezTo>
                  <a:pt x="228518" y="251149"/>
                  <a:pt x="215204" y="260101"/>
                  <a:pt x="199915" y="266703"/>
                </a:cubicBezTo>
                <a:cubicBezTo>
                  <a:pt x="184617" y="273305"/>
                  <a:pt x="168268" y="276606"/>
                  <a:pt x="150876" y="276606"/>
                </a:cubicBezTo>
                <a:cubicBezTo>
                  <a:pt x="133484" y="276606"/>
                  <a:pt x="117135" y="273305"/>
                  <a:pt x="101846" y="266703"/>
                </a:cubicBezTo>
                <a:close/>
                <a:moveTo>
                  <a:pt x="137361" y="257431"/>
                </a:moveTo>
                <a:lnTo>
                  <a:pt x="137361" y="231654"/>
                </a:lnTo>
                <a:cubicBezTo>
                  <a:pt x="130028" y="231654"/>
                  <a:pt x="123846" y="228929"/>
                  <a:pt x="118817" y="223489"/>
                </a:cubicBezTo>
                <a:cubicBezTo>
                  <a:pt x="113788" y="218039"/>
                  <a:pt x="111273" y="211647"/>
                  <a:pt x="111273" y="204314"/>
                </a:cubicBezTo>
                <a:lnTo>
                  <a:pt x="111273" y="190479"/>
                </a:lnTo>
                <a:lnTo>
                  <a:pt x="46836" y="126041"/>
                </a:lnTo>
                <a:cubicBezTo>
                  <a:pt x="45784" y="130238"/>
                  <a:pt x="45052" y="134371"/>
                  <a:pt x="44632" y="138458"/>
                </a:cubicBezTo>
                <a:cubicBezTo>
                  <a:pt x="44211" y="142546"/>
                  <a:pt x="44010" y="146688"/>
                  <a:pt x="44010" y="150876"/>
                </a:cubicBezTo>
                <a:cubicBezTo>
                  <a:pt x="44010" y="178116"/>
                  <a:pt x="52861" y="201900"/>
                  <a:pt x="70564" y="222227"/>
                </a:cubicBezTo>
                <a:cubicBezTo>
                  <a:pt x="88276" y="242554"/>
                  <a:pt x="110542" y="254285"/>
                  <a:pt x="137361" y="257431"/>
                </a:cubicBezTo>
                <a:close/>
                <a:moveTo>
                  <a:pt x="229770" y="223489"/>
                </a:moveTo>
                <a:cubicBezTo>
                  <a:pt x="238988" y="213430"/>
                  <a:pt x="245955" y="202165"/>
                  <a:pt x="250674" y="189692"/>
                </a:cubicBezTo>
                <a:cubicBezTo>
                  <a:pt x="255392" y="177229"/>
                  <a:pt x="257751" y="164290"/>
                  <a:pt x="257751" y="150876"/>
                </a:cubicBezTo>
                <a:cubicBezTo>
                  <a:pt x="257751" y="128665"/>
                  <a:pt x="251670" y="108494"/>
                  <a:pt x="239518" y="90370"/>
                </a:cubicBezTo>
                <a:cubicBezTo>
                  <a:pt x="227366" y="72247"/>
                  <a:pt x="211126" y="58988"/>
                  <a:pt x="190799" y="50603"/>
                </a:cubicBezTo>
                <a:lnTo>
                  <a:pt x="190799" y="56263"/>
                </a:lnTo>
                <a:cubicBezTo>
                  <a:pt x="190799" y="63597"/>
                  <a:pt x="188284" y="69988"/>
                  <a:pt x="183255" y="75438"/>
                </a:cubicBezTo>
                <a:cubicBezTo>
                  <a:pt x="178226" y="80888"/>
                  <a:pt x="172044" y="83613"/>
                  <a:pt x="164711" y="83613"/>
                </a:cubicBezTo>
                <a:lnTo>
                  <a:pt x="137361" y="83613"/>
                </a:lnTo>
                <a:lnTo>
                  <a:pt x="137361" y="110953"/>
                </a:lnTo>
                <a:cubicBezTo>
                  <a:pt x="137361" y="114519"/>
                  <a:pt x="135944" y="117455"/>
                  <a:pt x="133118" y="119759"/>
                </a:cubicBezTo>
                <a:cubicBezTo>
                  <a:pt x="130284" y="122063"/>
                  <a:pt x="127092" y="123215"/>
                  <a:pt x="123526" y="123215"/>
                </a:cubicBezTo>
                <a:lnTo>
                  <a:pt x="97438" y="123215"/>
                </a:lnTo>
                <a:lnTo>
                  <a:pt x="97438" y="150876"/>
                </a:lnTo>
                <a:lnTo>
                  <a:pt x="178537" y="150876"/>
                </a:lnTo>
                <a:cubicBezTo>
                  <a:pt x="182103" y="150876"/>
                  <a:pt x="185029" y="152238"/>
                  <a:pt x="187342" y="154963"/>
                </a:cubicBezTo>
                <a:cubicBezTo>
                  <a:pt x="189647" y="157688"/>
                  <a:pt x="190799" y="160834"/>
                  <a:pt x="190799" y="164391"/>
                </a:cubicBezTo>
                <a:lnTo>
                  <a:pt x="190799" y="204314"/>
                </a:lnTo>
                <a:lnTo>
                  <a:pt x="204314" y="204314"/>
                </a:lnTo>
                <a:cubicBezTo>
                  <a:pt x="210385" y="204314"/>
                  <a:pt x="215734" y="206097"/>
                  <a:pt x="220343" y="209654"/>
                </a:cubicBezTo>
                <a:cubicBezTo>
                  <a:pt x="224952" y="213220"/>
                  <a:pt x="228097" y="217828"/>
                  <a:pt x="229770" y="223489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6" name="圖說"/>
          <p:cNvSpPr/>
          <p:nvPr/>
        </p:nvSpPr>
        <p:spPr>
          <a:xfrm>
            <a:off x="6077560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750" dirty="0"/>
          </a:p>
        </p:txBody>
      </p:sp>
      <p:sp>
        <p:nvSpPr>
          <p:cNvPr id="227" name="圖示 地點"/>
          <p:cNvSpPr/>
          <p:nvPr/>
        </p:nvSpPr>
        <p:spPr>
          <a:xfrm>
            <a:off x="6777053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51771"/>
                </a:moveTo>
                <a:cubicBezTo>
                  <a:pt x="178747" y="226415"/>
                  <a:pt x="199330" y="203417"/>
                  <a:pt x="212644" y="182779"/>
                </a:cubicBezTo>
                <a:cubicBezTo>
                  <a:pt x="225948" y="162141"/>
                  <a:pt x="232605" y="143963"/>
                  <a:pt x="232605" y="128245"/>
                </a:cubicBezTo>
                <a:cubicBezTo>
                  <a:pt x="232605" y="103519"/>
                  <a:pt x="224686" y="83293"/>
                  <a:pt x="208867" y="67583"/>
                </a:cubicBezTo>
                <a:cubicBezTo>
                  <a:pt x="193048" y="51865"/>
                  <a:pt x="173718" y="44010"/>
                  <a:pt x="150876" y="44010"/>
                </a:cubicBezTo>
                <a:cubicBezTo>
                  <a:pt x="128034" y="44010"/>
                  <a:pt x="108704" y="51865"/>
                  <a:pt x="92885" y="67583"/>
                </a:cubicBezTo>
                <a:cubicBezTo>
                  <a:pt x="77066" y="83293"/>
                  <a:pt x="69156" y="103519"/>
                  <a:pt x="69156" y="128245"/>
                </a:cubicBezTo>
                <a:cubicBezTo>
                  <a:pt x="69156" y="143963"/>
                  <a:pt x="75959" y="162141"/>
                  <a:pt x="89584" y="182779"/>
                </a:cubicBezTo>
                <a:cubicBezTo>
                  <a:pt x="103199" y="203417"/>
                  <a:pt x="123636" y="226415"/>
                  <a:pt x="150876" y="251771"/>
                </a:cubicBezTo>
                <a:close/>
                <a:moveTo>
                  <a:pt x="144119" y="269218"/>
                </a:moveTo>
                <a:cubicBezTo>
                  <a:pt x="141915" y="268486"/>
                  <a:pt x="139976" y="267279"/>
                  <a:pt x="138303" y="265606"/>
                </a:cubicBezTo>
                <a:cubicBezTo>
                  <a:pt x="129506" y="257641"/>
                  <a:pt x="119969" y="248470"/>
                  <a:pt x="109701" y="238101"/>
                </a:cubicBezTo>
                <a:cubicBezTo>
                  <a:pt x="99432" y="227731"/>
                  <a:pt x="89895" y="216566"/>
                  <a:pt x="81098" y="204624"/>
                </a:cubicBezTo>
                <a:cubicBezTo>
                  <a:pt x="72292" y="192682"/>
                  <a:pt x="64959" y="180210"/>
                  <a:pt x="59098" y="167225"/>
                </a:cubicBezTo>
                <a:cubicBezTo>
                  <a:pt x="53227" y="154232"/>
                  <a:pt x="50292" y="141238"/>
                  <a:pt x="50292" y="128245"/>
                </a:cubicBezTo>
                <a:cubicBezTo>
                  <a:pt x="50292" y="96817"/>
                  <a:pt x="60405" y="71771"/>
                  <a:pt x="80623" y="53117"/>
                </a:cubicBezTo>
                <a:cubicBezTo>
                  <a:pt x="100849" y="34473"/>
                  <a:pt x="124267" y="25146"/>
                  <a:pt x="150876" y="25146"/>
                </a:cubicBezTo>
                <a:cubicBezTo>
                  <a:pt x="177485" y="25146"/>
                  <a:pt x="200903" y="34473"/>
                  <a:pt x="221129" y="53117"/>
                </a:cubicBezTo>
                <a:cubicBezTo>
                  <a:pt x="241347" y="71771"/>
                  <a:pt x="251460" y="96817"/>
                  <a:pt x="251460" y="128245"/>
                </a:cubicBezTo>
                <a:cubicBezTo>
                  <a:pt x="251460" y="141238"/>
                  <a:pt x="248525" y="154232"/>
                  <a:pt x="242663" y="167225"/>
                </a:cubicBezTo>
                <a:cubicBezTo>
                  <a:pt x="236793" y="180210"/>
                  <a:pt x="229460" y="192682"/>
                  <a:pt x="220654" y="204624"/>
                </a:cubicBezTo>
                <a:cubicBezTo>
                  <a:pt x="211857" y="216566"/>
                  <a:pt x="202320" y="227731"/>
                  <a:pt x="192051" y="238101"/>
                </a:cubicBezTo>
                <a:cubicBezTo>
                  <a:pt x="181783" y="248470"/>
                  <a:pt x="172255" y="257641"/>
                  <a:pt x="163449" y="265606"/>
                </a:cubicBezTo>
                <a:cubicBezTo>
                  <a:pt x="161776" y="267279"/>
                  <a:pt x="159837" y="268486"/>
                  <a:pt x="157633" y="269218"/>
                </a:cubicBezTo>
                <a:cubicBezTo>
                  <a:pt x="155430" y="269949"/>
                  <a:pt x="153180" y="270324"/>
                  <a:pt x="150876" y="270324"/>
                </a:cubicBezTo>
                <a:cubicBezTo>
                  <a:pt x="148572" y="270324"/>
                  <a:pt x="146322" y="269949"/>
                  <a:pt x="144119" y="269218"/>
                </a:cubicBezTo>
                <a:close/>
                <a:moveTo>
                  <a:pt x="150876" y="125730"/>
                </a:moveTo>
                <a:close/>
                <a:moveTo>
                  <a:pt x="166439" y="141293"/>
                </a:moveTo>
                <a:cubicBezTo>
                  <a:pt x="170728" y="136995"/>
                  <a:pt x="172876" y="131811"/>
                  <a:pt x="172876" y="125730"/>
                </a:cubicBezTo>
                <a:cubicBezTo>
                  <a:pt x="172876" y="119649"/>
                  <a:pt x="170728" y="114465"/>
                  <a:pt x="166439" y="110167"/>
                </a:cubicBezTo>
                <a:cubicBezTo>
                  <a:pt x="162141" y="105878"/>
                  <a:pt x="156957" y="103730"/>
                  <a:pt x="150876" y="103730"/>
                </a:cubicBezTo>
                <a:cubicBezTo>
                  <a:pt x="144795" y="103730"/>
                  <a:pt x="139611" y="105878"/>
                  <a:pt x="135313" y="110167"/>
                </a:cubicBezTo>
                <a:cubicBezTo>
                  <a:pt x="131024" y="114465"/>
                  <a:pt x="128876" y="119649"/>
                  <a:pt x="128876" y="125730"/>
                </a:cubicBezTo>
                <a:cubicBezTo>
                  <a:pt x="128876" y="131811"/>
                  <a:pt x="131024" y="136995"/>
                  <a:pt x="135313" y="141293"/>
                </a:cubicBezTo>
                <a:cubicBezTo>
                  <a:pt x="139611" y="145582"/>
                  <a:pt x="144795" y="147730"/>
                  <a:pt x="150876" y="147730"/>
                </a:cubicBezTo>
                <a:cubicBezTo>
                  <a:pt x="156957" y="147730"/>
                  <a:pt x="162141" y="145582"/>
                  <a:pt x="166439" y="141293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8" name="圖說"/>
          <p:cNvSpPr/>
          <p:nvPr/>
        </p:nvSpPr>
        <p:spPr>
          <a:xfrm>
            <a:off x="6632280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750" dirty="0"/>
          </a:p>
        </p:txBody>
      </p:sp>
      <p:sp>
        <p:nvSpPr>
          <p:cNvPr id="229" name="圖示 辦公室"/>
          <p:cNvSpPr/>
          <p:nvPr/>
        </p:nvSpPr>
        <p:spPr>
          <a:xfrm>
            <a:off x="7331774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56583" y="264033"/>
                </a:moveTo>
                <a:cubicBezTo>
                  <a:pt x="51380" y="264033"/>
                  <a:pt x="46936" y="262186"/>
                  <a:pt x="43251" y="258501"/>
                </a:cubicBezTo>
                <a:cubicBezTo>
                  <a:pt x="39566" y="254788"/>
                  <a:pt x="37719" y="250354"/>
                  <a:pt x="37719" y="245178"/>
                </a:cubicBezTo>
                <a:lnTo>
                  <a:pt x="37719" y="108439"/>
                </a:lnTo>
                <a:cubicBezTo>
                  <a:pt x="37719" y="103245"/>
                  <a:pt x="39566" y="98801"/>
                  <a:pt x="43251" y="95116"/>
                </a:cubicBezTo>
                <a:cubicBezTo>
                  <a:pt x="46964" y="91431"/>
                  <a:pt x="51398" y="89584"/>
                  <a:pt x="56583" y="89584"/>
                </a:cubicBezTo>
                <a:lnTo>
                  <a:pt x="89584" y="89584"/>
                </a:lnTo>
                <a:lnTo>
                  <a:pt x="89584" y="56583"/>
                </a:lnTo>
                <a:cubicBezTo>
                  <a:pt x="89584" y="51380"/>
                  <a:pt x="91431" y="46936"/>
                  <a:pt x="95116" y="43251"/>
                </a:cubicBezTo>
                <a:cubicBezTo>
                  <a:pt x="98828" y="39566"/>
                  <a:pt x="103263" y="37719"/>
                  <a:pt x="108439" y="37719"/>
                </a:cubicBezTo>
                <a:lnTo>
                  <a:pt x="193313" y="37719"/>
                </a:lnTo>
                <a:cubicBezTo>
                  <a:pt x="198507" y="37719"/>
                  <a:pt x="202951" y="39566"/>
                  <a:pt x="206636" y="43251"/>
                </a:cubicBezTo>
                <a:cubicBezTo>
                  <a:pt x="210321" y="46936"/>
                  <a:pt x="212168" y="51380"/>
                  <a:pt x="212168" y="56583"/>
                </a:cubicBezTo>
                <a:lnTo>
                  <a:pt x="212168" y="141449"/>
                </a:lnTo>
                <a:lnTo>
                  <a:pt x="245178" y="141449"/>
                </a:lnTo>
                <a:cubicBezTo>
                  <a:pt x="250372" y="141449"/>
                  <a:pt x="254816" y="143286"/>
                  <a:pt x="258501" y="146981"/>
                </a:cubicBezTo>
                <a:cubicBezTo>
                  <a:pt x="262186" y="150666"/>
                  <a:pt x="264033" y="155110"/>
                  <a:pt x="264033" y="160303"/>
                </a:cubicBezTo>
                <a:lnTo>
                  <a:pt x="264033" y="245178"/>
                </a:lnTo>
                <a:cubicBezTo>
                  <a:pt x="264033" y="250372"/>
                  <a:pt x="262186" y="254816"/>
                  <a:pt x="258501" y="258501"/>
                </a:cubicBezTo>
                <a:cubicBezTo>
                  <a:pt x="254816" y="262186"/>
                  <a:pt x="250372" y="264033"/>
                  <a:pt x="245178" y="264033"/>
                </a:cubicBezTo>
                <a:lnTo>
                  <a:pt x="167536" y="264033"/>
                </a:lnTo>
                <a:lnTo>
                  <a:pt x="167536" y="212168"/>
                </a:lnTo>
                <a:lnTo>
                  <a:pt x="134216" y="212168"/>
                </a:lnTo>
                <a:lnTo>
                  <a:pt x="134216" y="264033"/>
                </a:lnTo>
                <a:lnTo>
                  <a:pt x="56583" y="264033"/>
                </a:lnTo>
                <a:close/>
                <a:moveTo>
                  <a:pt x="56583" y="245178"/>
                </a:moveTo>
                <a:lnTo>
                  <a:pt x="89584" y="245178"/>
                </a:lnTo>
                <a:lnTo>
                  <a:pt x="89584" y="212168"/>
                </a:lnTo>
                <a:lnTo>
                  <a:pt x="56583" y="212168"/>
                </a:lnTo>
                <a:lnTo>
                  <a:pt x="56583" y="245178"/>
                </a:lnTo>
                <a:close/>
                <a:moveTo>
                  <a:pt x="56583" y="193313"/>
                </a:moveTo>
                <a:lnTo>
                  <a:pt x="89584" y="193313"/>
                </a:lnTo>
                <a:lnTo>
                  <a:pt x="89584" y="160303"/>
                </a:lnTo>
                <a:lnTo>
                  <a:pt x="56583" y="160303"/>
                </a:lnTo>
                <a:lnTo>
                  <a:pt x="56583" y="193313"/>
                </a:lnTo>
                <a:close/>
                <a:moveTo>
                  <a:pt x="56583" y="141449"/>
                </a:moveTo>
                <a:lnTo>
                  <a:pt x="89584" y="141449"/>
                </a:lnTo>
                <a:lnTo>
                  <a:pt x="89584" y="108439"/>
                </a:lnTo>
                <a:lnTo>
                  <a:pt x="56583" y="108439"/>
                </a:lnTo>
                <a:lnTo>
                  <a:pt x="56583" y="141449"/>
                </a:lnTo>
                <a:close/>
                <a:moveTo>
                  <a:pt x="108439" y="193313"/>
                </a:moveTo>
                <a:lnTo>
                  <a:pt x="141449" y="193313"/>
                </a:lnTo>
                <a:lnTo>
                  <a:pt x="141449" y="160303"/>
                </a:lnTo>
                <a:lnTo>
                  <a:pt x="108439" y="160303"/>
                </a:lnTo>
                <a:lnTo>
                  <a:pt x="108439" y="193313"/>
                </a:lnTo>
                <a:close/>
                <a:moveTo>
                  <a:pt x="108439" y="141449"/>
                </a:moveTo>
                <a:lnTo>
                  <a:pt x="141449" y="141449"/>
                </a:lnTo>
                <a:lnTo>
                  <a:pt x="141449" y="108439"/>
                </a:lnTo>
                <a:lnTo>
                  <a:pt x="108439" y="108439"/>
                </a:lnTo>
                <a:lnTo>
                  <a:pt x="108439" y="141449"/>
                </a:lnTo>
                <a:close/>
                <a:moveTo>
                  <a:pt x="108439" y="89584"/>
                </a:moveTo>
                <a:lnTo>
                  <a:pt x="141449" y="89584"/>
                </a:lnTo>
                <a:lnTo>
                  <a:pt x="141449" y="56583"/>
                </a:lnTo>
                <a:lnTo>
                  <a:pt x="108439" y="56583"/>
                </a:lnTo>
                <a:lnTo>
                  <a:pt x="108439" y="89584"/>
                </a:lnTo>
                <a:close/>
                <a:moveTo>
                  <a:pt x="160303" y="193313"/>
                </a:moveTo>
                <a:lnTo>
                  <a:pt x="193313" y="193313"/>
                </a:lnTo>
                <a:lnTo>
                  <a:pt x="193313" y="160303"/>
                </a:lnTo>
                <a:lnTo>
                  <a:pt x="160303" y="160303"/>
                </a:lnTo>
                <a:lnTo>
                  <a:pt x="160303" y="193313"/>
                </a:lnTo>
                <a:close/>
                <a:moveTo>
                  <a:pt x="160303" y="141449"/>
                </a:moveTo>
                <a:lnTo>
                  <a:pt x="193313" y="141449"/>
                </a:lnTo>
                <a:lnTo>
                  <a:pt x="193313" y="108439"/>
                </a:lnTo>
                <a:lnTo>
                  <a:pt x="160303" y="108439"/>
                </a:lnTo>
                <a:lnTo>
                  <a:pt x="160303" y="141449"/>
                </a:lnTo>
                <a:close/>
                <a:moveTo>
                  <a:pt x="160303" y="89584"/>
                </a:moveTo>
                <a:lnTo>
                  <a:pt x="193313" y="89584"/>
                </a:lnTo>
                <a:lnTo>
                  <a:pt x="193313" y="56583"/>
                </a:lnTo>
                <a:lnTo>
                  <a:pt x="160303" y="56583"/>
                </a:lnTo>
                <a:lnTo>
                  <a:pt x="160303" y="89584"/>
                </a:lnTo>
                <a:close/>
                <a:moveTo>
                  <a:pt x="212168" y="245178"/>
                </a:moveTo>
                <a:lnTo>
                  <a:pt x="245178" y="245178"/>
                </a:lnTo>
                <a:lnTo>
                  <a:pt x="245178" y="212168"/>
                </a:lnTo>
                <a:lnTo>
                  <a:pt x="212168" y="212168"/>
                </a:lnTo>
                <a:lnTo>
                  <a:pt x="212168" y="245178"/>
                </a:lnTo>
                <a:close/>
                <a:moveTo>
                  <a:pt x="212168" y="193313"/>
                </a:moveTo>
                <a:lnTo>
                  <a:pt x="245178" y="193313"/>
                </a:lnTo>
                <a:lnTo>
                  <a:pt x="245178" y="160303"/>
                </a:lnTo>
                <a:lnTo>
                  <a:pt x="212168" y="160303"/>
                </a:lnTo>
                <a:lnTo>
                  <a:pt x="212168" y="193313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0" name="圖說"/>
          <p:cNvSpPr/>
          <p:nvPr/>
        </p:nvSpPr>
        <p:spPr>
          <a:xfrm>
            <a:off x="7187001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750" dirty="0"/>
          </a:p>
        </p:txBody>
      </p:sp>
      <p:sp>
        <p:nvSpPr>
          <p:cNvPr id="231" name="圖示 環保"/>
          <p:cNvSpPr/>
          <p:nvPr/>
        </p:nvSpPr>
        <p:spPr>
          <a:xfrm>
            <a:off x="7886494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66952" y="246742"/>
                </a:moveTo>
                <a:cubicBezTo>
                  <a:pt x="57818" y="237314"/>
                  <a:pt x="50658" y="226415"/>
                  <a:pt x="45482" y="214052"/>
                </a:cubicBezTo>
                <a:cubicBezTo>
                  <a:pt x="40307" y="201689"/>
                  <a:pt x="37719" y="189016"/>
                  <a:pt x="37719" y="176022"/>
                </a:cubicBezTo>
                <a:cubicBezTo>
                  <a:pt x="37719" y="160724"/>
                  <a:pt x="40389" y="146734"/>
                  <a:pt x="45738" y="134060"/>
                </a:cubicBezTo>
                <a:cubicBezTo>
                  <a:pt x="51078" y="121377"/>
                  <a:pt x="59098" y="109701"/>
                  <a:pt x="69778" y="99011"/>
                </a:cubicBezTo>
                <a:cubicBezTo>
                  <a:pt x="82771" y="86018"/>
                  <a:pt x="101636" y="76535"/>
                  <a:pt x="126361" y="70564"/>
                </a:cubicBezTo>
                <a:cubicBezTo>
                  <a:pt x="151086" y="64593"/>
                  <a:pt x="182313" y="62133"/>
                  <a:pt x="220032" y="63176"/>
                </a:cubicBezTo>
                <a:cubicBezTo>
                  <a:pt x="224220" y="63386"/>
                  <a:pt x="227987" y="64227"/>
                  <a:pt x="231343" y="65690"/>
                </a:cubicBezTo>
                <a:cubicBezTo>
                  <a:pt x="234699" y="67163"/>
                  <a:pt x="237735" y="69257"/>
                  <a:pt x="240460" y="71982"/>
                </a:cubicBezTo>
                <a:cubicBezTo>
                  <a:pt x="243185" y="74706"/>
                  <a:pt x="245334" y="77742"/>
                  <a:pt x="246906" y="81098"/>
                </a:cubicBezTo>
                <a:cubicBezTo>
                  <a:pt x="248470" y="84445"/>
                  <a:pt x="249366" y="88221"/>
                  <a:pt x="249576" y="92409"/>
                </a:cubicBezTo>
                <a:cubicBezTo>
                  <a:pt x="250207" y="111273"/>
                  <a:pt x="249997" y="128510"/>
                  <a:pt x="248945" y="144119"/>
                </a:cubicBezTo>
                <a:cubicBezTo>
                  <a:pt x="247894" y="159727"/>
                  <a:pt x="245855" y="173818"/>
                  <a:pt x="242819" y="186391"/>
                </a:cubicBezTo>
                <a:cubicBezTo>
                  <a:pt x="239774" y="198964"/>
                  <a:pt x="235851" y="210074"/>
                  <a:pt x="231032" y="219712"/>
                </a:cubicBezTo>
                <a:cubicBezTo>
                  <a:pt x="226213" y="229350"/>
                  <a:pt x="220444" y="237525"/>
                  <a:pt x="213741" y="244227"/>
                </a:cubicBezTo>
                <a:cubicBezTo>
                  <a:pt x="203052" y="254916"/>
                  <a:pt x="191530" y="262981"/>
                  <a:pt x="179168" y="268431"/>
                </a:cubicBezTo>
                <a:cubicBezTo>
                  <a:pt x="166805" y="273881"/>
                  <a:pt x="153601" y="276606"/>
                  <a:pt x="139565" y="276606"/>
                </a:cubicBezTo>
                <a:cubicBezTo>
                  <a:pt x="125099" y="276606"/>
                  <a:pt x="111849" y="274146"/>
                  <a:pt x="99798" y="269218"/>
                </a:cubicBezTo>
                <a:cubicBezTo>
                  <a:pt x="87746" y="264298"/>
                  <a:pt x="76800" y="256800"/>
                  <a:pt x="66952" y="246742"/>
                </a:cubicBezTo>
                <a:close/>
                <a:moveTo>
                  <a:pt x="99331" y="246742"/>
                </a:moveTo>
                <a:cubicBezTo>
                  <a:pt x="104562" y="250308"/>
                  <a:pt x="110642" y="253033"/>
                  <a:pt x="117555" y="254916"/>
                </a:cubicBezTo>
                <a:cubicBezTo>
                  <a:pt x="124477" y="256800"/>
                  <a:pt x="131792" y="257751"/>
                  <a:pt x="139528" y="257751"/>
                </a:cubicBezTo>
                <a:cubicBezTo>
                  <a:pt x="150657" y="257751"/>
                  <a:pt x="161456" y="255438"/>
                  <a:pt x="171935" y="250829"/>
                </a:cubicBezTo>
                <a:cubicBezTo>
                  <a:pt x="182414" y="246220"/>
                  <a:pt x="191951" y="239518"/>
                  <a:pt x="200537" y="230712"/>
                </a:cubicBezTo>
                <a:cubicBezTo>
                  <a:pt x="206197" y="225061"/>
                  <a:pt x="211016" y="217673"/>
                  <a:pt x="215003" y="208556"/>
                </a:cubicBezTo>
                <a:cubicBezTo>
                  <a:pt x="218981" y="199440"/>
                  <a:pt x="222227" y="188650"/>
                  <a:pt x="224741" y="176177"/>
                </a:cubicBezTo>
                <a:cubicBezTo>
                  <a:pt x="227256" y="163714"/>
                  <a:pt x="228929" y="149623"/>
                  <a:pt x="229770" y="133905"/>
                </a:cubicBezTo>
                <a:cubicBezTo>
                  <a:pt x="230612" y="118186"/>
                  <a:pt x="230612" y="100895"/>
                  <a:pt x="229770" y="82040"/>
                </a:cubicBezTo>
                <a:cubicBezTo>
                  <a:pt x="210074" y="81619"/>
                  <a:pt x="192417" y="81885"/>
                  <a:pt x="176808" y="82826"/>
                </a:cubicBezTo>
                <a:cubicBezTo>
                  <a:pt x="161200" y="83768"/>
                  <a:pt x="147420" y="85496"/>
                  <a:pt x="135478" y="88011"/>
                </a:cubicBezTo>
                <a:cubicBezTo>
                  <a:pt x="123526" y="90526"/>
                  <a:pt x="113258" y="93717"/>
                  <a:pt x="104671" y="97594"/>
                </a:cubicBezTo>
                <a:cubicBezTo>
                  <a:pt x="96076" y="101471"/>
                  <a:pt x="89063" y="106244"/>
                  <a:pt x="83613" y="111904"/>
                </a:cubicBezTo>
                <a:cubicBezTo>
                  <a:pt x="74807" y="120911"/>
                  <a:pt x="68105" y="130448"/>
                  <a:pt x="63496" y="140507"/>
                </a:cubicBezTo>
                <a:cubicBezTo>
                  <a:pt x="58887" y="150565"/>
                  <a:pt x="56583" y="160834"/>
                  <a:pt x="56583" y="171304"/>
                </a:cubicBezTo>
                <a:cubicBezTo>
                  <a:pt x="56583" y="181362"/>
                  <a:pt x="58723" y="191896"/>
                  <a:pt x="63020" y="202896"/>
                </a:cubicBezTo>
                <a:cubicBezTo>
                  <a:pt x="67318" y="213896"/>
                  <a:pt x="72613" y="222748"/>
                  <a:pt x="78894" y="229460"/>
                </a:cubicBezTo>
                <a:cubicBezTo>
                  <a:pt x="90004" y="208922"/>
                  <a:pt x="103309" y="190479"/>
                  <a:pt x="118817" y="174138"/>
                </a:cubicBezTo>
                <a:cubicBezTo>
                  <a:pt x="134325" y="157789"/>
                  <a:pt x="150775" y="144905"/>
                  <a:pt x="168167" y="135478"/>
                </a:cubicBezTo>
                <a:cubicBezTo>
                  <a:pt x="149934" y="151187"/>
                  <a:pt x="135157" y="168213"/>
                  <a:pt x="123846" y="186556"/>
                </a:cubicBezTo>
                <a:cubicBezTo>
                  <a:pt x="112526" y="204890"/>
                  <a:pt x="104360" y="224952"/>
                  <a:pt x="99331" y="246742"/>
                </a:cubicBezTo>
                <a:close/>
                <a:moveTo>
                  <a:pt x="99331" y="246742"/>
                </a:moveTo>
                <a:close/>
                <a:moveTo>
                  <a:pt x="99331" y="246742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2" name="圖說"/>
          <p:cNvSpPr/>
          <p:nvPr/>
        </p:nvSpPr>
        <p:spPr>
          <a:xfrm>
            <a:off x="7741722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750" dirty="0"/>
          </a:p>
        </p:txBody>
      </p:sp>
      <p:sp>
        <p:nvSpPr>
          <p:cNvPr id="233" name="圖示 回收"/>
          <p:cNvSpPr/>
          <p:nvPr/>
        </p:nvSpPr>
        <p:spPr>
          <a:xfrm>
            <a:off x="8441215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20390" y="107497"/>
                </a:moveTo>
                <a:lnTo>
                  <a:pt x="143643" y="69467"/>
                </a:lnTo>
                <a:lnTo>
                  <a:pt x="125099" y="38661"/>
                </a:lnTo>
                <a:cubicBezTo>
                  <a:pt x="122584" y="34473"/>
                  <a:pt x="118973" y="32379"/>
                  <a:pt x="114254" y="32379"/>
                </a:cubicBezTo>
                <a:cubicBezTo>
                  <a:pt x="109545" y="32379"/>
                  <a:pt x="105924" y="34473"/>
                  <a:pt x="103409" y="38661"/>
                </a:cubicBezTo>
                <a:lnTo>
                  <a:pt x="77322" y="81729"/>
                </a:lnTo>
                <a:cubicBezTo>
                  <a:pt x="75859" y="84033"/>
                  <a:pt x="75493" y="86383"/>
                  <a:pt x="76224" y="88797"/>
                </a:cubicBezTo>
                <a:cubicBezTo>
                  <a:pt x="76956" y="91202"/>
                  <a:pt x="78474" y="93141"/>
                  <a:pt x="80778" y="94613"/>
                </a:cubicBezTo>
                <a:lnTo>
                  <a:pt x="107497" y="110953"/>
                </a:lnTo>
                <a:cubicBezTo>
                  <a:pt x="109801" y="112215"/>
                  <a:pt x="112160" y="112526"/>
                  <a:pt x="114574" y="111904"/>
                </a:cubicBezTo>
                <a:cubicBezTo>
                  <a:pt x="116979" y="111273"/>
                  <a:pt x="118918" y="109801"/>
                  <a:pt x="120390" y="107497"/>
                </a:cubicBezTo>
                <a:close/>
                <a:moveTo>
                  <a:pt x="237314" y="201168"/>
                </a:moveTo>
                <a:lnTo>
                  <a:pt x="214372" y="162818"/>
                </a:lnTo>
                <a:cubicBezTo>
                  <a:pt x="212900" y="160514"/>
                  <a:pt x="212534" y="158109"/>
                  <a:pt x="213266" y="155594"/>
                </a:cubicBezTo>
                <a:cubicBezTo>
                  <a:pt x="214006" y="153080"/>
                  <a:pt x="215524" y="151187"/>
                  <a:pt x="217828" y="149934"/>
                </a:cubicBezTo>
                <a:lnTo>
                  <a:pt x="244858" y="134216"/>
                </a:lnTo>
                <a:cubicBezTo>
                  <a:pt x="247162" y="132963"/>
                  <a:pt x="249576" y="132597"/>
                  <a:pt x="252091" y="133118"/>
                </a:cubicBezTo>
                <a:cubicBezTo>
                  <a:pt x="254606" y="133640"/>
                  <a:pt x="256489" y="135057"/>
                  <a:pt x="257751" y="137361"/>
                </a:cubicBezTo>
                <a:lnTo>
                  <a:pt x="273150" y="163138"/>
                </a:lnTo>
                <a:cubicBezTo>
                  <a:pt x="275454" y="166695"/>
                  <a:pt x="276707" y="170682"/>
                  <a:pt x="276917" y="175080"/>
                </a:cubicBezTo>
                <a:cubicBezTo>
                  <a:pt x="277127" y="179478"/>
                  <a:pt x="276185" y="183566"/>
                  <a:pt x="274091" y="187342"/>
                </a:cubicBezTo>
                <a:cubicBezTo>
                  <a:pt x="271997" y="191530"/>
                  <a:pt x="268907" y="194886"/>
                  <a:pt x="264819" y="197401"/>
                </a:cubicBezTo>
                <a:cubicBezTo>
                  <a:pt x="260732" y="199915"/>
                  <a:pt x="256279" y="201168"/>
                  <a:pt x="251460" y="201168"/>
                </a:cubicBezTo>
                <a:lnTo>
                  <a:pt x="237314" y="201168"/>
                </a:lnTo>
                <a:close/>
                <a:moveTo>
                  <a:pt x="192993" y="281004"/>
                </a:moveTo>
                <a:lnTo>
                  <a:pt x="157478" y="245489"/>
                </a:lnTo>
                <a:cubicBezTo>
                  <a:pt x="155594" y="243605"/>
                  <a:pt x="154652" y="241402"/>
                  <a:pt x="154652" y="238887"/>
                </a:cubicBezTo>
                <a:cubicBezTo>
                  <a:pt x="154652" y="236372"/>
                  <a:pt x="155594" y="234169"/>
                  <a:pt x="157478" y="232285"/>
                </a:cubicBezTo>
                <a:lnTo>
                  <a:pt x="192993" y="196770"/>
                </a:lnTo>
                <a:cubicBezTo>
                  <a:pt x="194465" y="195298"/>
                  <a:pt x="196194" y="194932"/>
                  <a:pt x="198178" y="195663"/>
                </a:cubicBezTo>
                <a:cubicBezTo>
                  <a:pt x="200171" y="196404"/>
                  <a:pt x="201168" y="197812"/>
                  <a:pt x="201168" y="199915"/>
                </a:cubicBezTo>
                <a:lnTo>
                  <a:pt x="201168" y="213741"/>
                </a:lnTo>
                <a:lnTo>
                  <a:pt x="260887" y="213741"/>
                </a:lnTo>
                <a:lnTo>
                  <a:pt x="242663" y="250207"/>
                </a:lnTo>
                <a:cubicBezTo>
                  <a:pt x="240350" y="254395"/>
                  <a:pt x="237214" y="257751"/>
                  <a:pt x="233227" y="260266"/>
                </a:cubicBezTo>
                <a:cubicBezTo>
                  <a:pt x="229249" y="262780"/>
                  <a:pt x="224851" y="264033"/>
                  <a:pt x="220032" y="264033"/>
                </a:cubicBezTo>
                <a:lnTo>
                  <a:pt x="201168" y="264033"/>
                </a:lnTo>
                <a:lnTo>
                  <a:pt x="201168" y="277868"/>
                </a:lnTo>
                <a:cubicBezTo>
                  <a:pt x="201168" y="279962"/>
                  <a:pt x="200171" y="281370"/>
                  <a:pt x="198178" y="282111"/>
                </a:cubicBezTo>
                <a:cubicBezTo>
                  <a:pt x="196194" y="282842"/>
                  <a:pt x="194465" y="282476"/>
                  <a:pt x="192993" y="281004"/>
                </a:cubicBezTo>
                <a:close/>
                <a:moveTo>
                  <a:pt x="79525" y="264033"/>
                </a:moveTo>
                <a:cubicBezTo>
                  <a:pt x="75337" y="264033"/>
                  <a:pt x="71506" y="262936"/>
                  <a:pt x="68050" y="260732"/>
                </a:cubicBezTo>
                <a:cubicBezTo>
                  <a:pt x="64593" y="258528"/>
                  <a:pt x="62024" y="255648"/>
                  <a:pt x="60350" y="252091"/>
                </a:cubicBezTo>
                <a:cubicBezTo>
                  <a:pt x="58677" y="248735"/>
                  <a:pt x="57891" y="245224"/>
                  <a:pt x="57991" y="241557"/>
                </a:cubicBezTo>
                <a:cubicBezTo>
                  <a:pt x="58101" y="237890"/>
                  <a:pt x="59098" y="234489"/>
                  <a:pt x="60981" y="231343"/>
                </a:cubicBezTo>
                <a:lnTo>
                  <a:pt x="71671" y="213741"/>
                </a:lnTo>
                <a:lnTo>
                  <a:pt x="116303" y="213741"/>
                </a:lnTo>
                <a:cubicBezTo>
                  <a:pt x="119027" y="213741"/>
                  <a:pt x="121277" y="214628"/>
                  <a:pt x="123060" y="216411"/>
                </a:cubicBezTo>
                <a:cubicBezTo>
                  <a:pt x="124843" y="218194"/>
                  <a:pt x="125730" y="220444"/>
                  <a:pt x="125730" y="223168"/>
                </a:cubicBezTo>
                <a:lnTo>
                  <a:pt x="125730" y="254606"/>
                </a:lnTo>
                <a:cubicBezTo>
                  <a:pt x="125730" y="257330"/>
                  <a:pt x="124843" y="259580"/>
                  <a:pt x="123060" y="261363"/>
                </a:cubicBezTo>
                <a:cubicBezTo>
                  <a:pt x="121277" y="263146"/>
                  <a:pt x="119027" y="264033"/>
                  <a:pt x="116303" y="264033"/>
                </a:cubicBezTo>
                <a:lnTo>
                  <a:pt x="79525" y="264033"/>
                </a:lnTo>
                <a:close/>
                <a:moveTo>
                  <a:pt x="48408" y="228198"/>
                </a:moveTo>
                <a:lnTo>
                  <a:pt x="27971" y="187342"/>
                </a:lnTo>
                <a:cubicBezTo>
                  <a:pt x="26088" y="183566"/>
                  <a:pt x="25201" y="179533"/>
                  <a:pt x="25301" y="175236"/>
                </a:cubicBezTo>
                <a:cubicBezTo>
                  <a:pt x="25411" y="170938"/>
                  <a:pt x="26609" y="166905"/>
                  <a:pt x="28922" y="163138"/>
                </a:cubicBezTo>
                <a:lnTo>
                  <a:pt x="33952" y="154652"/>
                </a:lnTo>
                <a:lnTo>
                  <a:pt x="22321" y="147730"/>
                </a:lnTo>
                <a:cubicBezTo>
                  <a:pt x="20638" y="146688"/>
                  <a:pt x="19906" y="145060"/>
                  <a:pt x="20117" y="142857"/>
                </a:cubicBezTo>
                <a:cubicBezTo>
                  <a:pt x="20327" y="140662"/>
                  <a:pt x="21479" y="139355"/>
                  <a:pt x="23573" y="138934"/>
                </a:cubicBezTo>
                <a:lnTo>
                  <a:pt x="72292" y="126672"/>
                </a:lnTo>
                <a:cubicBezTo>
                  <a:pt x="74807" y="126041"/>
                  <a:pt x="77166" y="126407"/>
                  <a:pt x="79370" y="127769"/>
                </a:cubicBezTo>
                <a:cubicBezTo>
                  <a:pt x="81564" y="129132"/>
                  <a:pt x="82982" y="131070"/>
                  <a:pt x="83613" y="133585"/>
                </a:cubicBezTo>
                <a:lnTo>
                  <a:pt x="95866" y="182624"/>
                </a:lnTo>
                <a:cubicBezTo>
                  <a:pt x="96286" y="184718"/>
                  <a:pt x="95655" y="186346"/>
                  <a:pt x="93982" y="187498"/>
                </a:cubicBezTo>
                <a:cubicBezTo>
                  <a:pt x="92309" y="188650"/>
                  <a:pt x="90626" y="188696"/>
                  <a:pt x="88953" y="187653"/>
                </a:cubicBezTo>
                <a:lnTo>
                  <a:pt x="77011" y="180420"/>
                </a:lnTo>
                <a:lnTo>
                  <a:pt x="48408" y="228198"/>
                </a:lnTo>
                <a:close/>
                <a:moveTo>
                  <a:pt x="209023" y="118497"/>
                </a:moveTo>
                <a:lnTo>
                  <a:pt x="160303" y="106244"/>
                </a:lnTo>
                <a:cubicBezTo>
                  <a:pt x="158209" y="105824"/>
                  <a:pt x="157002" y="104516"/>
                  <a:pt x="156692" y="102312"/>
                </a:cubicBezTo>
                <a:cubicBezTo>
                  <a:pt x="156381" y="100109"/>
                  <a:pt x="157167" y="98490"/>
                  <a:pt x="159051" y="97438"/>
                </a:cubicBezTo>
                <a:lnTo>
                  <a:pt x="170993" y="90526"/>
                </a:lnTo>
                <a:lnTo>
                  <a:pt x="131701" y="25146"/>
                </a:lnTo>
                <a:lnTo>
                  <a:pt x="176022" y="25146"/>
                </a:lnTo>
                <a:cubicBezTo>
                  <a:pt x="180420" y="25146"/>
                  <a:pt x="184562" y="26243"/>
                  <a:pt x="188440" y="28447"/>
                </a:cubicBezTo>
                <a:cubicBezTo>
                  <a:pt x="192317" y="30651"/>
                  <a:pt x="195407" y="33632"/>
                  <a:pt x="197712" y="37408"/>
                </a:cubicBezTo>
                <a:lnTo>
                  <a:pt x="214052" y="64749"/>
                </a:lnTo>
                <a:lnTo>
                  <a:pt x="225683" y="57525"/>
                </a:lnTo>
                <a:cubicBezTo>
                  <a:pt x="227366" y="56473"/>
                  <a:pt x="229039" y="56583"/>
                  <a:pt x="230712" y="57836"/>
                </a:cubicBezTo>
                <a:cubicBezTo>
                  <a:pt x="232395" y="59098"/>
                  <a:pt x="233017" y="60771"/>
                  <a:pt x="232605" y="62865"/>
                </a:cubicBezTo>
                <a:lnTo>
                  <a:pt x="220343" y="111584"/>
                </a:lnTo>
                <a:cubicBezTo>
                  <a:pt x="219712" y="114099"/>
                  <a:pt x="218295" y="116037"/>
                  <a:pt x="216100" y="117400"/>
                </a:cubicBezTo>
                <a:cubicBezTo>
                  <a:pt x="213896" y="118762"/>
                  <a:pt x="211537" y="119128"/>
                  <a:pt x="209023" y="118497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4" name="圖說"/>
          <p:cNvSpPr/>
          <p:nvPr/>
        </p:nvSpPr>
        <p:spPr>
          <a:xfrm>
            <a:off x="8296443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750" dirty="0"/>
          </a:p>
        </p:txBody>
      </p:sp>
      <p:sp>
        <p:nvSpPr>
          <p:cNvPr id="235" name="圖示 節能"/>
          <p:cNvSpPr/>
          <p:nvPr/>
        </p:nvSpPr>
        <p:spPr>
          <a:xfrm>
            <a:off x="8995936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50876" y="245178"/>
                </a:moveTo>
                <a:cubicBezTo>
                  <a:pt x="177074" y="245178"/>
                  <a:pt x="199330" y="236007"/>
                  <a:pt x="217673" y="217673"/>
                </a:cubicBezTo>
                <a:cubicBezTo>
                  <a:pt x="236007" y="199330"/>
                  <a:pt x="245178" y="177074"/>
                  <a:pt x="245178" y="150876"/>
                </a:cubicBezTo>
                <a:lnTo>
                  <a:pt x="245178" y="56583"/>
                </a:lnTo>
                <a:lnTo>
                  <a:pt x="150876" y="56583"/>
                </a:lnTo>
                <a:cubicBezTo>
                  <a:pt x="124678" y="56583"/>
                  <a:pt x="102422" y="65745"/>
                  <a:pt x="84079" y="84079"/>
                </a:cubicBezTo>
                <a:cubicBezTo>
                  <a:pt x="65745" y="102422"/>
                  <a:pt x="56583" y="124678"/>
                  <a:pt x="56583" y="150876"/>
                </a:cubicBezTo>
                <a:cubicBezTo>
                  <a:pt x="56583" y="177074"/>
                  <a:pt x="65745" y="199330"/>
                  <a:pt x="84079" y="217673"/>
                </a:cubicBezTo>
                <a:cubicBezTo>
                  <a:pt x="102422" y="236007"/>
                  <a:pt x="124678" y="245178"/>
                  <a:pt x="150876" y="245178"/>
                </a:cubicBezTo>
                <a:close/>
                <a:moveTo>
                  <a:pt x="134216" y="212168"/>
                </a:moveTo>
                <a:lnTo>
                  <a:pt x="199284" y="154022"/>
                </a:lnTo>
                <a:cubicBezTo>
                  <a:pt x="201378" y="152138"/>
                  <a:pt x="202009" y="149879"/>
                  <a:pt x="201168" y="147264"/>
                </a:cubicBezTo>
                <a:cubicBezTo>
                  <a:pt x="200327" y="144640"/>
                  <a:pt x="198443" y="143122"/>
                  <a:pt x="195508" y="142701"/>
                </a:cubicBezTo>
                <a:lnTo>
                  <a:pt x="144594" y="137672"/>
                </a:lnTo>
                <a:lnTo>
                  <a:pt x="175080" y="95866"/>
                </a:lnTo>
                <a:cubicBezTo>
                  <a:pt x="175921" y="94823"/>
                  <a:pt x="176287" y="93717"/>
                  <a:pt x="176177" y="92565"/>
                </a:cubicBezTo>
                <a:cubicBezTo>
                  <a:pt x="176077" y="91413"/>
                  <a:pt x="175601" y="90315"/>
                  <a:pt x="174769" y="89273"/>
                </a:cubicBezTo>
                <a:cubicBezTo>
                  <a:pt x="173718" y="88221"/>
                  <a:pt x="172511" y="87700"/>
                  <a:pt x="171148" y="87700"/>
                </a:cubicBezTo>
                <a:cubicBezTo>
                  <a:pt x="169786" y="87700"/>
                  <a:pt x="168579" y="88221"/>
                  <a:pt x="167536" y="89273"/>
                </a:cubicBezTo>
                <a:lnTo>
                  <a:pt x="102788" y="147420"/>
                </a:lnTo>
                <a:cubicBezTo>
                  <a:pt x="100685" y="149303"/>
                  <a:pt x="100063" y="151553"/>
                  <a:pt x="100895" y="154177"/>
                </a:cubicBezTo>
                <a:cubicBezTo>
                  <a:pt x="101736" y="156792"/>
                  <a:pt x="103620" y="158319"/>
                  <a:pt x="106555" y="158731"/>
                </a:cubicBezTo>
                <a:lnTo>
                  <a:pt x="157478" y="163760"/>
                </a:lnTo>
                <a:lnTo>
                  <a:pt x="126672" y="205566"/>
                </a:lnTo>
                <a:cubicBezTo>
                  <a:pt x="125831" y="206618"/>
                  <a:pt x="125465" y="207715"/>
                  <a:pt x="125575" y="208867"/>
                </a:cubicBezTo>
                <a:cubicBezTo>
                  <a:pt x="125675" y="210019"/>
                  <a:pt x="126251" y="211126"/>
                  <a:pt x="127303" y="212168"/>
                </a:cubicBezTo>
                <a:cubicBezTo>
                  <a:pt x="128345" y="213220"/>
                  <a:pt x="129506" y="213741"/>
                  <a:pt x="130759" y="213741"/>
                </a:cubicBezTo>
                <a:cubicBezTo>
                  <a:pt x="132021" y="213741"/>
                  <a:pt x="133173" y="213220"/>
                  <a:pt x="134216" y="212168"/>
                </a:cubicBezTo>
                <a:close/>
                <a:moveTo>
                  <a:pt x="150876" y="264033"/>
                </a:moveTo>
                <a:cubicBezTo>
                  <a:pt x="136840" y="264033"/>
                  <a:pt x="123636" y="261674"/>
                  <a:pt x="111273" y="256965"/>
                </a:cubicBezTo>
                <a:cubicBezTo>
                  <a:pt x="98911" y="252246"/>
                  <a:pt x="87700" y="245699"/>
                  <a:pt x="77642" y="237314"/>
                </a:cubicBezTo>
                <a:lnTo>
                  <a:pt x="53748" y="261208"/>
                </a:lnTo>
                <a:cubicBezTo>
                  <a:pt x="52706" y="262250"/>
                  <a:pt x="51654" y="262981"/>
                  <a:pt x="50603" y="263402"/>
                </a:cubicBezTo>
                <a:cubicBezTo>
                  <a:pt x="49560" y="263823"/>
                  <a:pt x="48408" y="264033"/>
                  <a:pt x="47146" y="264033"/>
                </a:cubicBezTo>
                <a:cubicBezTo>
                  <a:pt x="44632" y="264033"/>
                  <a:pt x="42437" y="263091"/>
                  <a:pt x="40544" y="261208"/>
                </a:cubicBezTo>
                <a:cubicBezTo>
                  <a:pt x="38661" y="259315"/>
                  <a:pt x="37719" y="257120"/>
                  <a:pt x="37719" y="254606"/>
                </a:cubicBezTo>
                <a:cubicBezTo>
                  <a:pt x="37719" y="253344"/>
                  <a:pt x="37929" y="252192"/>
                  <a:pt x="38350" y="251149"/>
                </a:cubicBezTo>
                <a:cubicBezTo>
                  <a:pt x="38771" y="250098"/>
                  <a:pt x="39502" y="249046"/>
                  <a:pt x="40544" y="248004"/>
                </a:cubicBezTo>
                <a:lnTo>
                  <a:pt x="64438" y="224110"/>
                </a:lnTo>
                <a:cubicBezTo>
                  <a:pt x="56053" y="214052"/>
                  <a:pt x="49506" y="202841"/>
                  <a:pt x="44787" y="190479"/>
                </a:cubicBezTo>
                <a:cubicBezTo>
                  <a:pt x="40078" y="178116"/>
                  <a:pt x="37719" y="164912"/>
                  <a:pt x="37719" y="150876"/>
                </a:cubicBezTo>
                <a:cubicBezTo>
                  <a:pt x="37719" y="119448"/>
                  <a:pt x="48719" y="92729"/>
                  <a:pt x="70720" y="70720"/>
                </a:cubicBezTo>
                <a:cubicBezTo>
                  <a:pt x="92729" y="48719"/>
                  <a:pt x="119448" y="37719"/>
                  <a:pt x="150876" y="37719"/>
                </a:cubicBezTo>
                <a:lnTo>
                  <a:pt x="245178" y="37719"/>
                </a:lnTo>
                <a:cubicBezTo>
                  <a:pt x="250408" y="37719"/>
                  <a:pt x="254862" y="39557"/>
                  <a:pt x="258528" y="43224"/>
                </a:cubicBezTo>
                <a:cubicBezTo>
                  <a:pt x="262195" y="46890"/>
                  <a:pt x="264033" y="51344"/>
                  <a:pt x="264033" y="56583"/>
                </a:cubicBezTo>
                <a:lnTo>
                  <a:pt x="264033" y="150876"/>
                </a:lnTo>
                <a:cubicBezTo>
                  <a:pt x="264033" y="182313"/>
                  <a:pt x="253033" y="209023"/>
                  <a:pt x="231032" y="231032"/>
                </a:cubicBezTo>
                <a:cubicBezTo>
                  <a:pt x="209023" y="253033"/>
                  <a:pt x="182313" y="264033"/>
                  <a:pt x="150876" y="264033"/>
                </a:cubicBezTo>
                <a:close/>
                <a:moveTo>
                  <a:pt x="150876" y="150876"/>
                </a:move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6" name="圖說"/>
          <p:cNvSpPr/>
          <p:nvPr/>
        </p:nvSpPr>
        <p:spPr>
          <a:xfrm>
            <a:off x="8851163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750" dirty="0"/>
          </a:p>
        </p:txBody>
      </p:sp>
      <p:sp>
        <p:nvSpPr>
          <p:cNvPr id="237" name="圖示 溫度"/>
          <p:cNvSpPr/>
          <p:nvPr/>
        </p:nvSpPr>
        <p:spPr>
          <a:xfrm>
            <a:off x="9550657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173818" y="119448"/>
                </a:moveTo>
                <a:cubicBezTo>
                  <a:pt x="171139" y="119448"/>
                  <a:pt x="168899" y="118534"/>
                  <a:pt x="167097" y="116705"/>
                </a:cubicBezTo>
                <a:cubicBezTo>
                  <a:pt x="165296" y="114885"/>
                  <a:pt x="164391" y="112636"/>
                  <a:pt x="164391" y="109947"/>
                </a:cubicBezTo>
                <a:cubicBezTo>
                  <a:pt x="164391" y="107268"/>
                  <a:pt x="165296" y="105037"/>
                  <a:pt x="167097" y="103254"/>
                </a:cubicBezTo>
                <a:cubicBezTo>
                  <a:pt x="168899" y="101471"/>
                  <a:pt x="171139" y="100584"/>
                  <a:pt x="173818" y="100584"/>
                </a:cubicBezTo>
                <a:lnTo>
                  <a:pt x="227256" y="100584"/>
                </a:lnTo>
                <a:cubicBezTo>
                  <a:pt x="229935" y="100584"/>
                  <a:pt x="232184" y="101498"/>
                  <a:pt x="233986" y="103318"/>
                </a:cubicBezTo>
                <a:cubicBezTo>
                  <a:pt x="235787" y="105138"/>
                  <a:pt x="236683" y="107396"/>
                  <a:pt x="236683" y="110075"/>
                </a:cubicBezTo>
                <a:cubicBezTo>
                  <a:pt x="236683" y="112755"/>
                  <a:pt x="235787" y="114995"/>
                  <a:pt x="233986" y="116769"/>
                </a:cubicBezTo>
                <a:cubicBezTo>
                  <a:pt x="232184" y="118552"/>
                  <a:pt x="229935" y="119448"/>
                  <a:pt x="227256" y="119448"/>
                </a:cubicBezTo>
                <a:lnTo>
                  <a:pt x="173818" y="119448"/>
                </a:lnTo>
                <a:close/>
                <a:moveTo>
                  <a:pt x="173818" y="81729"/>
                </a:moveTo>
                <a:cubicBezTo>
                  <a:pt x="171139" y="81729"/>
                  <a:pt x="168899" y="80815"/>
                  <a:pt x="167097" y="78986"/>
                </a:cubicBezTo>
                <a:cubicBezTo>
                  <a:pt x="165296" y="77166"/>
                  <a:pt x="164391" y="74917"/>
                  <a:pt x="164391" y="72228"/>
                </a:cubicBezTo>
                <a:cubicBezTo>
                  <a:pt x="164391" y="69549"/>
                  <a:pt x="165296" y="67318"/>
                  <a:pt x="167097" y="65535"/>
                </a:cubicBezTo>
                <a:cubicBezTo>
                  <a:pt x="168899" y="63752"/>
                  <a:pt x="171139" y="62865"/>
                  <a:pt x="173818" y="62865"/>
                </a:cubicBezTo>
                <a:lnTo>
                  <a:pt x="255547" y="62865"/>
                </a:lnTo>
                <a:cubicBezTo>
                  <a:pt x="258227" y="62865"/>
                  <a:pt x="260467" y="63779"/>
                  <a:pt x="262277" y="65599"/>
                </a:cubicBezTo>
                <a:cubicBezTo>
                  <a:pt x="264079" y="67419"/>
                  <a:pt x="264975" y="69677"/>
                  <a:pt x="264975" y="72356"/>
                </a:cubicBezTo>
                <a:cubicBezTo>
                  <a:pt x="264975" y="75036"/>
                  <a:pt x="264079" y="77276"/>
                  <a:pt x="262277" y="79050"/>
                </a:cubicBezTo>
                <a:cubicBezTo>
                  <a:pt x="260467" y="80833"/>
                  <a:pt x="258227" y="81729"/>
                  <a:pt x="255547" y="81729"/>
                </a:cubicBezTo>
                <a:lnTo>
                  <a:pt x="173818" y="81729"/>
                </a:lnTo>
                <a:close/>
                <a:moveTo>
                  <a:pt x="52496" y="246998"/>
                </a:moveTo>
                <a:cubicBezTo>
                  <a:pt x="41386" y="235824"/>
                  <a:pt x="35835" y="222336"/>
                  <a:pt x="35835" y="206508"/>
                </a:cubicBezTo>
                <a:cubicBezTo>
                  <a:pt x="35835" y="196450"/>
                  <a:pt x="38350" y="186967"/>
                  <a:pt x="43379" y="178061"/>
                </a:cubicBezTo>
                <a:cubicBezTo>
                  <a:pt x="48408" y="169155"/>
                  <a:pt x="55321" y="161986"/>
                  <a:pt x="64127" y="156536"/>
                </a:cubicBezTo>
                <a:lnTo>
                  <a:pt x="64127" y="66641"/>
                </a:lnTo>
                <a:cubicBezTo>
                  <a:pt x="64127" y="58613"/>
                  <a:pt x="66934" y="51782"/>
                  <a:pt x="72548" y="46141"/>
                </a:cubicBezTo>
                <a:cubicBezTo>
                  <a:pt x="78163" y="40526"/>
                  <a:pt x="84975" y="37719"/>
                  <a:pt x="92976" y="37719"/>
                </a:cubicBezTo>
                <a:cubicBezTo>
                  <a:pt x="100986" y="37719"/>
                  <a:pt x="107817" y="40526"/>
                  <a:pt x="113468" y="46141"/>
                </a:cubicBezTo>
                <a:cubicBezTo>
                  <a:pt x="119128" y="51755"/>
                  <a:pt x="121963" y="58586"/>
                  <a:pt x="121963" y="66641"/>
                </a:cubicBezTo>
                <a:lnTo>
                  <a:pt x="121963" y="156536"/>
                </a:lnTo>
                <a:cubicBezTo>
                  <a:pt x="130759" y="161986"/>
                  <a:pt x="137672" y="169155"/>
                  <a:pt x="142701" y="178061"/>
                </a:cubicBezTo>
                <a:cubicBezTo>
                  <a:pt x="147730" y="186967"/>
                  <a:pt x="150245" y="196450"/>
                  <a:pt x="150245" y="206508"/>
                </a:cubicBezTo>
                <a:cubicBezTo>
                  <a:pt x="150245" y="222336"/>
                  <a:pt x="144695" y="235824"/>
                  <a:pt x="133585" y="246998"/>
                </a:cubicBezTo>
                <a:cubicBezTo>
                  <a:pt x="122484" y="258144"/>
                  <a:pt x="108969" y="263722"/>
                  <a:pt x="93040" y="263722"/>
                </a:cubicBezTo>
                <a:cubicBezTo>
                  <a:pt x="77111" y="263722"/>
                  <a:pt x="63597" y="258144"/>
                  <a:pt x="52496" y="246998"/>
                </a:cubicBezTo>
                <a:close/>
                <a:moveTo>
                  <a:pt x="54690" y="206508"/>
                </a:moveTo>
                <a:lnTo>
                  <a:pt x="131390" y="206508"/>
                </a:lnTo>
                <a:cubicBezTo>
                  <a:pt x="131390" y="198132"/>
                  <a:pt x="129397" y="190634"/>
                  <a:pt x="125419" y="184041"/>
                </a:cubicBezTo>
                <a:cubicBezTo>
                  <a:pt x="121432" y="177439"/>
                  <a:pt x="116092" y="172666"/>
                  <a:pt x="109390" y="169740"/>
                </a:cubicBezTo>
                <a:lnTo>
                  <a:pt x="103099" y="166905"/>
                </a:lnTo>
                <a:lnTo>
                  <a:pt x="103099" y="66641"/>
                </a:lnTo>
                <a:cubicBezTo>
                  <a:pt x="103099" y="63789"/>
                  <a:pt x="102138" y="61402"/>
                  <a:pt x="100209" y="59473"/>
                </a:cubicBezTo>
                <a:cubicBezTo>
                  <a:pt x="98280" y="57543"/>
                  <a:pt x="95893" y="56583"/>
                  <a:pt x="93040" y="56583"/>
                </a:cubicBezTo>
                <a:cubicBezTo>
                  <a:pt x="90187" y="56583"/>
                  <a:pt x="87801" y="57543"/>
                  <a:pt x="85871" y="59473"/>
                </a:cubicBezTo>
                <a:cubicBezTo>
                  <a:pt x="83942" y="61402"/>
                  <a:pt x="82982" y="63789"/>
                  <a:pt x="82982" y="66641"/>
                </a:cubicBezTo>
                <a:lnTo>
                  <a:pt x="82982" y="166905"/>
                </a:lnTo>
                <a:lnTo>
                  <a:pt x="76700" y="169740"/>
                </a:lnTo>
                <a:cubicBezTo>
                  <a:pt x="69988" y="172666"/>
                  <a:pt x="64648" y="177485"/>
                  <a:pt x="60661" y="184197"/>
                </a:cubicBezTo>
                <a:cubicBezTo>
                  <a:pt x="56684" y="190899"/>
                  <a:pt x="54690" y="198343"/>
                  <a:pt x="54690" y="206508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8" name="圖說"/>
          <p:cNvSpPr/>
          <p:nvPr/>
        </p:nvSpPr>
        <p:spPr>
          <a:xfrm>
            <a:off x="9405884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750" dirty="0"/>
          </a:p>
        </p:txBody>
      </p:sp>
      <p:sp>
        <p:nvSpPr>
          <p:cNvPr id="239" name="圖示 用水"/>
          <p:cNvSpPr/>
          <p:nvPr/>
        </p:nvSpPr>
        <p:spPr>
          <a:xfrm>
            <a:off x="10105377" y="4320540"/>
            <a:ext cx="301752" cy="301752"/>
          </a:xfrm>
          <a:custGeom>
            <a:avLst/>
            <a:gdLst/>
            <a:ahLst/>
            <a:cxnLst/>
            <a:rect l="l" t="t" r="r" b="b"/>
            <a:pathLst>
              <a:path w="301752" h="301752">
                <a:moveTo>
                  <a:pt x="79050" y="247062"/>
                </a:moveTo>
                <a:cubicBezTo>
                  <a:pt x="59875" y="227366"/>
                  <a:pt x="50292" y="202841"/>
                  <a:pt x="50292" y="173507"/>
                </a:cubicBezTo>
                <a:cubicBezTo>
                  <a:pt x="50292" y="160093"/>
                  <a:pt x="53328" y="146789"/>
                  <a:pt x="59409" y="133585"/>
                </a:cubicBezTo>
                <a:cubicBezTo>
                  <a:pt x="65480" y="120390"/>
                  <a:pt x="73079" y="107707"/>
                  <a:pt x="82195" y="95555"/>
                </a:cubicBezTo>
                <a:cubicBezTo>
                  <a:pt x="91312" y="83402"/>
                  <a:pt x="101160" y="72036"/>
                  <a:pt x="111740" y="61448"/>
                </a:cubicBezTo>
                <a:cubicBezTo>
                  <a:pt x="122328" y="50868"/>
                  <a:pt x="132222" y="41495"/>
                  <a:pt x="141449" y="33321"/>
                </a:cubicBezTo>
                <a:cubicBezTo>
                  <a:pt x="142912" y="32059"/>
                  <a:pt x="144429" y="31172"/>
                  <a:pt x="146002" y="30651"/>
                </a:cubicBezTo>
                <a:cubicBezTo>
                  <a:pt x="147575" y="30120"/>
                  <a:pt x="149203" y="29864"/>
                  <a:pt x="150876" y="29864"/>
                </a:cubicBezTo>
                <a:cubicBezTo>
                  <a:pt x="152549" y="29864"/>
                  <a:pt x="154177" y="30120"/>
                  <a:pt x="155750" y="30651"/>
                </a:cubicBezTo>
                <a:cubicBezTo>
                  <a:pt x="157323" y="31172"/>
                  <a:pt x="158840" y="32059"/>
                  <a:pt x="160303" y="33321"/>
                </a:cubicBezTo>
                <a:cubicBezTo>
                  <a:pt x="169530" y="41495"/>
                  <a:pt x="179424" y="50868"/>
                  <a:pt x="190012" y="61448"/>
                </a:cubicBezTo>
                <a:cubicBezTo>
                  <a:pt x="200592" y="72036"/>
                  <a:pt x="210440" y="83402"/>
                  <a:pt x="219557" y="95555"/>
                </a:cubicBezTo>
                <a:cubicBezTo>
                  <a:pt x="228673" y="107707"/>
                  <a:pt x="236272" y="120390"/>
                  <a:pt x="242343" y="133585"/>
                </a:cubicBezTo>
                <a:cubicBezTo>
                  <a:pt x="248424" y="146789"/>
                  <a:pt x="251460" y="160093"/>
                  <a:pt x="251460" y="173507"/>
                </a:cubicBezTo>
                <a:cubicBezTo>
                  <a:pt x="251460" y="202841"/>
                  <a:pt x="241877" y="227366"/>
                  <a:pt x="222702" y="247062"/>
                </a:cubicBezTo>
                <a:cubicBezTo>
                  <a:pt x="203527" y="266758"/>
                  <a:pt x="179588" y="276606"/>
                  <a:pt x="150876" y="276606"/>
                </a:cubicBezTo>
                <a:cubicBezTo>
                  <a:pt x="122164" y="276606"/>
                  <a:pt x="98225" y="266758"/>
                  <a:pt x="79050" y="247062"/>
                </a:cubicBezTo>
                <a:close/>
                <a:moveTo>
                  <a:pt x="209343" y="233702"/>
                </a:moveTo>
                <a:cubicBezTo>
                  <a:pt x="224851" y="217673"/>
                  <a:pt x="232605" y="197602"/>
                  <a:pt x="232605" y="173507"/>
                </a:cubicBezTo>
                <a:cubicBezTo>
                  <a:pt x="232605" y="156957"/>
                  <a:pt x="225637" y="138148"/>
                  <a:pt x="211702" y="117089"/>
                </a:cubicBezTo>
                <a:cubicBezTo>
                  <a:pt x="197766" y="96030"/>
                  <a:pt x="177485" y="73765"/>
                  <a:pt x="150876" y="50292"/>
                </a:cubicBezTo>
                <a:cubicBezTo>
                  <a:pt x="124267" y="73765"/>
                  <a:pt x="103986" y="96030"/>
                  <a:pt x="90050" y="117089"/>
                </a:cubicBezTo>
                <a:cubicBezTo>
                  <a:pt x="76115" y="138148"/>
                  <a:pt x="69156" y="156957"/>
                  <a:pt x="69156" y="173507"/>
                </a:cubicBezTo>
                <a:cubicBezTo>
                  <a:pt x="69156" y="197602"/>
                  <a:pt x="76901" y="217673"/>
                  <a:pt x="92409" y="233702"/>
                </a:cubicBezTo>
                <a:cubicBezTo>
                  <a:pt x="107917" y="249732"/>
                  <a:pt x="127403" y="257751"/>
                  <a:pt x="150876" y="257751"/>
                </a:cubicBezTo>
                <a:cubicBezTo>
                  <a:pt x="174349" y="257751"/>
                  <a:pt x="193835" y="249732"/>
                  <a:pt x="209343" y="233702"/>
                </a:cubicBezTo>
                <a:close/>
                <a:moveTo>
                  <a:pt x="150876" y="150876"/>
                </a:moveTo>
                <a:close/>
                <a:moveTo>
                  <a:pt x="150565" y="236372"/>
                </a:moveTo>
                <a:cubicBezTo>
                  <a:pt x="153912" y="236372"/>
                  <a:pt x="156481" y="235796"/>
                  <a:pt x="158264" y="234644"/>
                </a:cubicBezTo>
                <a:cubicBezTo>
                  <a:pt x="160047" y="233492"/>
                  <a:pt x="160934" y="231764"/>
                  <a:pt x="160934" y="229460"/>
                </a:cubicBezTo>
                <a:cubicBezTo>
                  <a:pt x="160934" y="227155"/>
                  <a:pt x="160047" y="225372"/>
                  <a:pt x="158264" y="224110"/>
                </a:cubicBezTo>
                <a:cubicBezTo>
                  <a:pt x="156481" y="222858"/>
                  <a:pt x="153811" y="222227"/>
                  <a:pt x="150245" y="222227"/>
                </a:cubicBezTo>
                <a:cubicBezTo>
                  <a:pt x="141449" y="222227"/>
                  <a:pt x="132487" y="219447"/>
                  <a:pt x="123371" y="213896"/>
                </a:cubicBezTo>
                <a:cubicBezTo>
                  <a:pt x="114254" y="208346"/>
                  <a:pt x="108439" y="198553"/>
                  <a:pt x="105924" y="184508"/>
                </a:cubicBezTo>
                <a:cubicBezTo>
                  <a:pt x="105513" y="182624"/>
                  <a:pt x="104562" y="181106"/>
                  <a:pt x="103099" y="179954"/>
                </a:cubicBezTo>
                <a:cubicBezTo>
                  <a:pt x="101636" y="178802"/>
                  <a:pt x="100063" y="178226"/>
                  <a:pt x="98380" y="178226"/>
                </a:cubicBezTo>
                <a:cubicBezTo>
                  <a:pt x="96076" y="178226"/>
                  <a:pt x="94302" y="179113"/>
                  <a:pt x="93040" y="180896"/>
                </a:cubicBezTo>
                <a:cubicBezTo>
                  <a:pt x="91787" y="182679"/>
                  <a:pt x="91367" y="184508"/>
                  <a:pt x="91787" y="186391"/>
                </a:cubicBezTo>
                <a:cubicBezTo>
                  <a:pt x="94924" y="203993"/>
                  <a:pt x="102367" y="216731"/>
                  <a:pt x="114099" y="224586"/>
                </a:cubicBezTo>
                <a:cubicBezTo>
                  <a:pt x="125831" y="232440"/>
                  <a:pt x="137992" y="236372"/>
                  <a:pt x="150565" y="236372"/>
                </a:cubicBez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0" name="圖說"/>
          <p:cNvSpPr/>
          <p:nvPr/>
        </p:nvSpPr>
        <p:spPr>
          <a:xfrm>
            <a:off x="9960605" y="4649724"/>
            <a:ext cx="59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750" dirty="0"/>
          </a:p>
        </p:txBody>
      </p:sp>
      <p:sp>
        <p:nvSpPr>
          <p:cNvPr id="241" name="線條"/>
          <p:cNvSpPr/>
          <p:nvPr/>
        </p:nvSpPr>
        <p:spPr>
          <a:xfrm>
            <a:off x="548640" y="4818888"/>
            <a:ext cx="1109441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548640" y="494233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3" name="小節"/>
          <p:cNvSpPr/>
          <p:nvPr/>
        </p:nvSpPr>
        <p:spPr>
          <a:xfrm>
            <a:off x="749808" y="48737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40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548640" y="5202936"/>
            <a:ext cx="1965960" cy="676656"/>
            <a:chOff x="548640" y="5202936"/>
            <a:chExt cx="1965960" cy="676656"/>
          </a:xfrm>
        </p:grpSpPr>
        <p:sp>
          <p:nvSpPr>
            <p:cNvPr id="244" name="流程方塊"/>
            <p:cNvSpPr/>
            <p:nvPr/>
          </p:nvSpPr>
          <p:spPr>
            <a:xfrm>
              <a:off x="548640" y="5202936"/>
              <a:ext cx="1965960" cy="676656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5" name="圖示 機台"/>
            <p:cNvSpPr/>
            <p:nvPr/>
          </p:nvSpPr>
          <p:spPr>
            <a:xfrm>
              <a:off x="676656" y="5358384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81153" y="320040"/>
                  </a:moveTo>
                  <a:cubicBezTo>
                    <a:pt x="76069" y="320040"/>
                    <a:pt x="71817" y="318330"/>
                    <a:pt x="68388" y="314901"/>
                  </a:cubicBezTo>
                  <a:cubicBezTo>
                    <a:pt x="64959" y="311472"/>
                    <a:pt x="63249" y="307211"/>
                    <a:pt x="63249" y="302136"/>
                  </a:cubicBezTo>
                  <a:cubicBezTo>
                    <a:pt x="63249" y="297052"/>
                    <a:pt x="64959" y="292800"/>
                    <a:pt x="68388" y="289371"/>
                  </a:cubicBezTo>
                  <a:cubicBezTo>
                    <a:pt x="71817" y="285942"/>
                    <a:pt x="76069" y="284223"/>
                    <a:pt x="81153" y="284223"/>
                  </a:cubicBezTo>
                  <a:lnTo>
                    <a:pt x="111630" y="284223"/>
                  </a:lnTo>
                  <a:lnTo>
                    <a:pt x="71250" y="146304"/>
                  </a:lnTo>
                  <a:cubicBezTo>
                    <a:pt x="63121" y="142491"/>
                    <a:pt x="56766" y="137352"/>
                    <a:pt x="52194" y="130878"/>
                  </a:cubicBezTo>
                  <a:cubicBezTo>
                    <a:pt x="47622" y="124395"/>
                    <a:pt x="45336" y="115827"/>
                    <a:pt x="45336" y="105156"/>
                  </a:cubicBezTo>
                  <a:cubicBezTo>
                    <a:pt x="45336" y="93214"/>
                    <a:pt x="49725" y="82872"/>
                    <a:pt x="58485" y="74103"/>
                  </a:cubicBezTo>
                  <a:cubicBezTo>
                    <a:pt x="67245" y="65343"/>
                    <a:pt x="77596" y="60963"/>
                    <a:pt x="89538" y="60963"/>
                  </a:cubicBezTo>
                  <a:cubicBezTo>
                    <a:pt x="100712" y="60963"/>
                    <a:pt x="109984" y="63944"/>
                    <a:pt x="117345" y="69915"/>
                  </a:cubicBezTo>
                  <a:cubicBezTo>
                    <a:pt x="124715" y="75886"/>
                    <a:pt x="129671" y="83823"/>
                    <a:pt x="132204" y="93726"/>
                  </a:cubicBezTo>
                  <a:lnTo>
                    <a:pt x="187836" y="93726"/>
                  </a:lnTo>
                  <a:lnTo>
                    <a:pt x="187836" y="71250"/>
                  </a:lnTo>
                  <a:cubicBezTo>
                    <a:pt x="187836" y="68196"/>
                    <a:pt x="188979" y="65535"/>
                    <a:pt x="191265" y="63249"/>
                  </a:cubicBezTo>
                  <a:cubicBezTo>
                    <a:pt x="193551" y="60963"/>
                    <a:pt x="196212" y="59820"/>
                    <a:pt x="199266" y="59820"/>
                  </a:cubicBezTo>
                  <a:cubicBezTo>
                    <a:pt x="202055" y="59820"/>
                    <a:pt x="204405" y="60899"/>
                    <a:pt x="206316" y="63057"/>
                  </a:cubicBezTo>
                  <a:cubicBezTo>
                    <a:pt x="208218" y="65215"/>
                    <a:pt x="209169" y="67693"/>
                    <a:pt x="209169" y="70482"/>
                  </a:cubicBezTo>
                  <a:lnTo>
                    <a:pt x="237744" y="43050"/>
                  </a:lnTo>
                  <a:cubicBezTo>
                    <a:pt x="239774" y="41020"/>
                    <a:pt x="242380" y="39685"/>
                    <a:pt x="245553" y="39054"/>
                  </a:cubicBezTo>
                  <a:cubicBezTo>
                    <a:pt x="248726" y="38414"/>
                    <a:pt x="251972" y="38862"/>
                    <a:pt x="255273" y="40389"/>
                  </a:cubicBezTo>
                  <a:lnTo>
                    <a:pt x="315468" y="69339"/>
                  </a:lnTo>
                  <a:cubicBezTo>
                    <a:pt x="317754" y="70610"/>
                    <a:pt x="319345" y="72393"/>
                    <a:pt x="320232" y="74679"/>
                  </a:cubicBezTo>
                  <a:cubicBezTo>
                    <a:pt x="321119" y="76965"/>
                    <a:pt x="320927" y="79379"/>
                    <a:pt x="319656" y="81912"/>
                  </a:cubicBezTo>
                  <a:cubicBezTo>
                    <a:pt x="318385" y="84454"/>
                    <a:pt x="316547" y="85981"/>
                    <a:pt x="314133" y="86484"/>
                  </a:cubicBezTo>
                  <a:cubicBezTo>
                    <a:pt x="311719" y="86996"/>
                    <a:pt x="309369" y="86612"/>
                    <a:pt x="307083" y="85341"/>
                  </a:cubicBezTo>
                  <a:lnTo>
                    <a:pt x="248031" y="56766"/>
                  </a:lnTo>
                  <a:lnTo>
                    <a:pt x="210696" y="94485"/>
                  </a:lnTo>
                  <a:lnTo>
                    <a:pt x="210696" y="114300"/>
                  </a:lnTo>
                  <a:lnTo>
                    <a:pt x="248031" y="153546"/>
                  </a:lnTo>
                  <a:lnTo>
                    <a:pt x="307083" y="124587"/>
                  </a:lnTo>
                  <a:cubicBezTo>
                    <a:pt x="309625" y="123316"/>
                    <a:pt x="312039" y="122996"/>
                    <a:pt x="314325" y="123636"/>
                  </a:cubicBezTo>
                  <a:cubicBezTo>
                    <a:pt x="316611" y="124267"/>
                    <a:pt x="318385" y="125858"/>
                    <a:pt x="319656" y="128400"/>
                  </a:cubicBezTo>
                  <a:cubicBezTo>
                    <a:pt x="320927" y="130933"/>
                    <a:pt x="321119" y="133475"/>
                    <a:pt x="320232" y="136017"/>
                  </a:cubicBezTo>
                  <a:cubicBezTo>
                    <a:pt x="319345" y="138559"/>
                    <a:pt x="317626" y="140461"/>
                    <a:pt x="315084" y="141732"/>
                  </a:cubicBezTo>
                  <a:lnTo>
                    <a:pt x="256791" y="169164"/>
                  </a:lnTo>
                  <a:cubicBezTo>
                    <a:pt x="253234" y="170938"/>
                    <a:pt x="249805" y="171770"/>
                    <a:pt x="246504" y="171642"/>
                  </a:cubicBezTo>
                  <a:cubicBezTo>
                    <a:pt x="243203" y="171514"/>
                    <a:pt x="240286" y="170179"/>
                    <a:pt x="237744" y="167637"/>
                  </a:cubicBezTo>
                  <a:lnTo>
                    <a:pt x="209169" y="140205"/>
                  </a:lnTo>
                  <a:cubicBezTo>
                    <a:pt x="209169" y="143762"/>
                    <a:pt x="208218" y="146432"/>
                    <a:pt x="206316" y="148206"/>
                  </a:cubicBezTo>
                  <a:cubicBezTo>
                    <a:pt x="204405" y="149989"/>
                    <a:pt x="202055" y="150876"/>
                    <a:pt x="199266" y="150876"/>
                  </a:cubicBezTo>
                  <a:cubicBezTo>
                    <a:pt x="196212" y="150876"/>
                    <a:pt x="193551" y="149733"/>
                    <a:pt x="191265" y="147447"/>
                  </a:cubicBezTo>
                  <a:cubicBezTo>
                    <a:pt x="188979" y="145161"/>
                    <a:pt x="187836" y="142491"/>
                    <a:pt x="187836" y="139446"/>
                  </a:cubicBezTo>
                  <a:lnTo>
                    <a:pt x="187836" y="116586"/>
                  </a:lnTo>
                  <a:lnTo>
                    <a:pt x="131445" y="116586"/>
                  </a:lnTo>
                  <a:cubicBezTo>
                    <a:pt x="131445" y="119631"/>
                    <a:pt x="130622" y="122749"/>
                    <a:pt x="128967" y="125922"/>
                  </a:cubicBezTo>
                  <a:cubicBezTo>
                    <a:pt x="127321" y="129095"/>
                    <a:pt x="125346" y="131701"/>
                    <a:pt x="123060" y="133731"/>
                  </a:cubicBezTo>
                  <a:lnTo>
                    <a:pt x="201168" y="284223"/>
                  </a:lnTo>
                  <a:lnTo>
                    <a:pt x="243459" y="284223"/>
                  </a:lnTo>
                  <a:cubicBezTo>
                    <a:pt x="248543" y="284223"/>
                    <a:pt x="252795" y="285942"/>
                    <a:pt x="256224" y="289371"/>
                  </a:cubicBezTo>
                  <a:cubicBezTo>
                    <a:pt x="259653" y="292800"/>
                    <a:pt x="261363" y="297052"/>
                    <a:pt x="261363" y="302136"/>
                  </a:cubicBezTo>
                  <a:cubicBezTo>
                    <a:pt x="261363" y="307211"/>
                    <a:pt x="259653" y="311472"/>
                    <a:pt x="256224" y="314901"/>
                  </a:cubicBezTo>
                  <a:cubicBezTo>
                    <a:pt x="252795" y="318330"/>
                    <a:pt x="248543" y="320040"/>
                    <a:pt x="243459" y="320040"/>
                  </a:cubicBezTo>
                  <a:lnTo>
                    <a:pt x="81153" y="320040"/>
                  </a:lnTo>
                  <a:close/>
                  <a:moveTo>
                    <a:pt x="104772" y="120399"/>
                  </a:moveTo>
                  <a:cubicBezTo>
                    <a:pt x="108841" y="116330"/>
                    <a:pt x="110871" y="111255"/>
                    <a:pt x="110871" y="105156"/>
                  </a:cubicBezTo>
                  <a:cubicBezTo>
                    <a:pt x="110871" y="99057"/>
                    <a:pt x="108841" y="93982"/>
                    <a:pt x="104772" y="89913"/>
                  </a:cubicBezTo>
                  <a:cubicBezTo>
                    <a:pt x="100712" y="85853"/>
                    <a:pt x="95628" y="83823"/>
                    <a:pt x="89538" y="83823"/>
                  </a:cubicBezTo>
                  <a:cubicBezTo>
                    <a:pt x="83439" y="83823"/>
                    <a:pt x="78355" y="85853"/>
                    <a:pt x="74295" y="89913"/>
                  </a:cubicBezTo>
                  <a:cubicBezTo>
                    <a:pt x="70235" y="93982"/>
                    <a:pt x="68196" y="99057"/>
                    <a:pt x="68196" y="105156"/>
                  </a:cubicBezTo>
                  <a:cubicBezTo>
                    <a:pt x="68196" y="111255"/>
                    <a:pt x="70235" y="116330"/>
                    <a:pt x="74295" y="120399"/>
                  </a:cubicBezTo>
                  <a:cubicBezTo>
                    <a:pt x="78355" y="124459"/>
                    <a:pt x="83439" y="126489"/>
                    <a:pt x="89538" y="126489"/>
                  </a:cubicBezTo>
                  <a:cubicBezTo>
                    <a:pt x="95628" y="126489"/>
                    <a:pt x="100712" y="124459"/>
                    <a:pt x="104772" y="120399"/>
                  </a:cubicBezTo>
                  <a:close/>
                  <a:moveTo>
                    <a:pt x="136776" y="284223"/>
                  </a:moveTo>
                  <a:lnTo>
                    <a:pt x="175638" y="284223"/>
                  </a:lnTo>
                  <a:lnTo>
                    <a:pt x="103629" y="144402"/>
                  </a:lnTo>
                  <a:cubicBezTo>
                    <a:pt x="102870" y="144905"/>
                    <a:pt x="101599" y="145417"/>
                    <a:pt x="99825" y="145920"/>
                  </a:cubicBezTo>
                  <a:cubicBezTo>
                    <a:pt x="98042" y="146432"/>
                    <a:pt x="96643" y="146816"/>
                    <a:pt x="95628" y="147063"/>
                  </a:cubicBezTo>
                  <a:lnTo>
                    <a:pt x="136776" y="284223"/>
                  </a:lnTo>
                  <a:close/>
                  <a:moveTo>
                    <a:pt x="175638" y="284223"/>
                  </a:move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6" name="文字"/>
            <p:cNvSpPr/>
            <p:nvPr/>
          </p:nvSpPr>
          <p:spPr>
            <a:xfrm>
              <a:off x="1152144" y="5202936"/>
              <a:ext cx="1289304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40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2660904" y="5202936"/>
            <a:ext cx="1947672" cy="676656"/>
            <a:chOff x="2660904" y="5202936"/>
            <a:chExt cx="1947672" cy="676656"/>
          </a:xfrm>
        </p:grpSpPr>
        <p:sp>
          <p:nvSpPr>
            <p:cNvPr id="247" name="圖示底圓"/>
            <p:cNvSpPr/>
            <p:nvPr/>
          </p:nvSpPr>
          <p:spPr>
            <a:xfrm>
              <a:off x="2660904" y="5285232"/>
              <a:ext cx="512064" cy="512064"/>
            </a:xfrm>
            <a:prstGeom prst="ellipse">
              <a:avLst/>
            </a:prstGeom>
            <a:solidFill>
              <a:srgbClr val="DDEDE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8" name="圖示 檢測"/>
            <p:cNvSpPr/>
            <p:nvPr/>
          </p:nvSpPr>
          <p:spPr>
            <a:xfrm>
              <a:off x="2660904" y="5285232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268267" y="268203"/>
                  </a:moveTo>
                  <a:cubicBezTo>
                    <a:pt x="274530" y="261939"/>
                    <a:pt x="277658" y="254304"/>
                    <a:pt x="277658" y="245288"/>
                  </a:cubicBezTo>
                  <a:cubicBezTo>
                    <a:pt x="277658" y="236263"/>
                    <a:pt x="274530" y="228637"/>
                    <a:pt x="268267" y="222400"/>
                  </a:cubicBezTo>
                  <a:cubicBezTo>
                    <a:pt x="262030" y="216164"/>
                    <a:pt x="254386" y="213037"/>
                    <a:pt x="245352" y="213037"/>
                  </a:cubicBezTo>
                  <a:cubicBezTo>
                    <a:pt x="236308" y="213037"/>
                    <a:pt x="228664" y="216137"/>
                    <a:pt x="222400" y="222336"/>
                  </a:cubicBezTo>
                  <a:cubicBezTo>
                    <a:pt x="216164" y="228527"/>
                    <a:pt x="213037" y="236144"/>
                    <a:pt x="213037" y="245187"/>
                  </a:cubicBezTo>
                  <a:cubicBezTo>
                    <a:pt x="213037" y="254203"/>
                    <a:pt x="216164" y="261866"/>
                    <a:pt x="222400" y="268166"/>
                  </a:cubicBezTo>
                  <a:cubicBezTo>
                    <a:pt x="228637" y="274475"/>
                    <a:pt x="236281" y="277630"/>
                    <a:pt x="245315" y="277630"/>
                  </a:cubicBezTo>
                  <a:cubicBezTo>
                    <a:pt x="254377" y="277630"/>
                    <a:pt x="262040" y="274494"/>
                    <a:pt x="268303" y="268239"/>
                  </a:cubicBezTo>
                  <a:close/>
                  <a:moveTo>
                    <a:pt x="245516" y="299027"/>
                  </a:moveTo>
                  <a:cubicBezTo>
                    <a:pt x="230566" y="299027"/>
                    <a:pt x="217856" y="293769"/>
                    <a:pt x="207386" y="283254"/>
                  </a:cubicBezTo>
                  <a:cubicBezTo>
                    <a:pt x="196916" y="272729"/>
                    <a:pt x="191677" y="260055"/>
                    <a:pt x="191677" y="245215"/>
                  </a:cubicBezTo>
                  <a:cubicBezTo>
                    <a:pt x="191677" y="230493"/>
                    <a:pt x="196925" y="217883"/>
                    <a:pt x="207422" y="207386"/>
                  </a:cubicBezTo>
                  <a:cubicBezTo>
                    <a:pt x="217911" y="196889"/>
                    <a:pt x="230557" y="191640"/>
                    <a:pt x="245352" y="191640"/>
                  </a:cubicBezTo>
                  <a:cubicBezTo>
                    <a:pt x="260147" y="191640"/>
                    <a:pt x="272784" y="196889"/>
                    <a:pt x="283281" y="207386"/>
                  </a:cubicBezTo>
                  <a:cubicBezTo>
                    <a:pt x="293778" y="217856"/>
                    <a:pt x="299027" y="230520"/>
                    <a:pt x="299027" y="245379"/>
                  </a:cubicBezTo>
                  <a:cubicBezTo>
                    <a:pt x="299027" y="250125"/>
                    <a:pt x="298222" y="254971"/>
                    <a:pt x="296613" y="259936"/>
                  </a:cubicBezTo>
                  <a:cubicBezTo>
                    <a:pt x="295004" y="264893"/>
                    <a:pt x="292681" y="269821"/>
                    <a:pt x="289664" y="274713"/>
                  </a:cubicBezTo>
                  <a:lnTo>
                    <a:pt x="316584" y="301633"/>
                  </a:lnTo>
                  <a:cubicBezTo>
                    <a:pt x="318723" y="303773"/>
                    <a:pt x="319738" y="306278"/>
                    <a:pt x="319629" y="309140"/>
                  </a:cubicBezTo>
                  <a:cubicBezTo>
                    <a:pt x="319519" y="312012"/>
                    <a:pt x="318412" y="314526"/>
                    <a:pt x="316318" y="316684"/>
                  </a:cubicBezTo>
                  <a:cubicBezTo>
                    <a:pt x="314160" y="318796"/>
                    <a:pt x="311646" y="319839"/>
                    <a:pt x="308784" y="319793"/>
                  </a:cubicBezTo>
                  <a:cubicBezTo>
                    <a:pt x="305894" y="319775"/>
                    <a:pt x="303380" y="318687"/>
                    <a:pt x="301240" y="316556"/>
                  </a:cubicBezTo>
                  <a:lnTo>
                    <a:pt x="274649" y="290066"/>
                  </a:lnTo>
                  <a:cubicBezTo>
                    <a:pt x="269757" y="292992"/>
                    <a:pt x="264847" y="295223"/>
                    <a:pt x="259936" y="296741"/>
                  </a:cubicBezTo>
                  <a:cubicBezTo>
                    <a:pt x="255044" y="298259"/>
                    <a:pt x="250226" y="299027"/>
                    <a:pt x="245480" y="299027"/>
                  </a:cubicBezTo>
                  <a:close/>
                  <a:moveTo>
                    <a:pt x="157551" y="377071"/>
                  </a:moveTo>
                  <a:cubicBezTo>
                    <a:pt x="151461" y="377071"/>
                    <a:pt x="146185" y="374831"/>
                    <a:pt x="141705" y="370359"/>
                  </a:cubicBezTo>
                  <a:cubicBezTo>
                    <a:pt x="137233" y="365879"/>
                    <a:pt x="134993" y="360603"/>
                    <a:pt x="134993" y="354513"/>
                  </a:cubicBezTo>
                  <a:lnTo>
                    <a:pt x="134993" y="309607"/>
                  </a:lnTo>
                  <a:cubicBezTo>
                    <a:pt x="134993" y="306434"/>
                    <a:pt x="136081" y="303755"/>
                    <a:pt x="138266" y="301569"/>
                  </a:cubicBezTo>
                  <a:cubicBezTo>
                    <a:pt x="140452" y="299384"/>
                    <a:pt x="143140" y="298305"/>
                    <a:pt x="146341" y="298332"/>
                  </a:cubicBezTo>
                  <a:cubicBezTo>
                    <a:pt x="149532" y="298332"/>
                    <a:pt x="152202" y="299411"/>
                    <a:pt x="154342" y="301569"/>
                  </a:cubicBezTo>
                  <a:cubicBezTo>
                    <a:pt x="156481" y="303727"/>
                    <a:pt x="157551" y="306406"/>
                    <a:pt x="157551" y="309607"/>
                  </a:cubicBezTo>
                  <a:lnTo>
                    <a:pt x="157551" y="354513"/>
                  </a:lnTo>
                  <a:lnTo>
                    <a:pt x="202457" y="354513"/>
                  </a:lnTo>
                  <a:cubicBezTo>
                    <a:pt x="205630" y="354513"/>
                    <a:pt x="208309" y="355610"/>
                    <a:pt x="210495" y="357786"/>
                  </a:cubicBezTo>
                  <a:cubicBezTo>
                    <a:pt x="212680" y="359972"/>
                    <a:pt x="213759" y="362660"/>
                    <a:pt x="213732" y="365861"/>
                  </a:cubicBezTo>
                  <a:cubicBezTo>
                    <a:pt x="213732" y="369061"/>
                    <a:pt x="212653" y="371722"/>
                    <a:pt x="210495" y="373862"/>
                  </a:cubicBezTo>
                  <a:cubicBezTo>
                    <a:pt x="208337" y="376001"/>
                    <a:pt x="205658" y="377071"/>
                    <a:pt x="202457" y="377071"/>
                  </a:cubicBezTo>
                  <a:lnTo>
                    <a:pt x="157551" y="377071"/>
                  </a:lnTo>
                  <a:close/>
                  <a:moveTo>
                    <a:pt x="354549" y="377071"/>
                  </a:moveTo>
                  <a:lnTo>
                    <a:pt x="309643" y="377071"/>
                  </a:lnTo>
                  <a:cubicBezTo>
                    <a:pt x="306461" y="377071"/>
                    <a:pt x="303782" y="375983"/>
                    <a:pt x="301606" y="373798"/>
                  </a:cubicBezTo>
                  <a:cubicBezTo>
                    <a:pt x="299420" y="371612"/>
                    <a:pt x="298341" y="368924"/>
                    <a:pt x="298360" y="365723"/>
                  </a:cubicBezTo>
                  <a:cubicBezTo>
                    <a:pt x="298360" y="362532"/>
                    <a:pt x="299439" y="359862"/>
                    <a:pt x="301606" y="357722"/>
                  </a:cubicBezTo>
                  <a:cubicBezTo>
                    <a:pt x="303764" y="355583"/>
                    <a:pt x="306443" y="354513"/>
                    <a:pt x="309643" y="354513"/>
                  </a:cubicBezTo>
                  <a:lnTo>
                    <a:pt x="354549" y="354513"/>
                  </a:lnTo>
                  <a:lnTo>
                    <a:pt x="354549" y="309607"/>
                  </a:lnTo>
                  <a:cubicBezTo>
                    <a:pt x="354549" y="306434"/>
                    <a:pt x="355638" y="303755"/>
                    <a:pt x="357823" y="301569"/>
                  </a:cubicBezTo>
                  <a:cubicBezTo>
                    <a:pt x="360008" y="299384"/>
                    <a:pt x="362697" y="298305"/>
                    <a:pt x="365897" y="298332"/>
                  </a:cubicBezTo>
                  <a:cubicBezTo>
                    <a:pt x="369088" y="298332"/>
                    <a:pt x="371768" y="299411"/>
                    <a:pt x="373926" y="301569"/>
                  </a:cubicBezTo>
                  <a:cubicBezTo>
                    <a:pt x="376093" y="303727"/>
                    <a:pt x="377172" y="306406"/>
                    <a:pt x="377172" y="309607"/>
                  </a:cubicBezTo>
                  <a:lnTo>
                    <a:pt x="377172" y="354513"/>
                  </a:lnTo>
                  <a:cubicBezTo>
                    <a:pt x="377172" y="360603"/>
                    <a:pt x="374931" y="365879"/>
                    <a:pt x="370460" y="370359"/>
                  </a:cubicBezTo>
                  <a:cubicBezTo>
                    <a:pt x="365979" y="374831"/>
                    <a:pt x="360694" y="377071"/>
                    <a:pt x="354586" y="377071"/>
                  </a:cubicBezTo>
                  <a:close/>
                  <a:moveTo>
                    <a:pt x="134993" y="202421"/>
                  </a:moveTo>
                  <a:lnTo>
                    <a:pt x="134993" y="157515"/>
                  </a:lnTo>
                  <a:cubicBezTo>
                    <a:pt x="134993" y="151406"/>
                    <a:pt x="137233" y="146112"/>
                    <a:pt x="141705" y="141641"/>
                  </a:cubicBezTo>
                  <a:cubicBezTo>
                    <a:pt x="146185" y="137160"/>
                    <a:pt x="151461" y="134929"/>
                    <a:pt x="157551" y="134929"/>
                  </a:cubicBezTo>
                  <a:lnTo>
                    <a:pt x="202457" y="134929"/>
                  </a:lnTo>
                  <a:cubicBezTo>
                    <a:pt x="205630" y="134929"/>
                    <a:pt x="208309" y="136026"/>
                    <a:pt x="210495" y="138230"/>
                  </a:cubicBezTo>
                  <a:cubicBezTo>
                    <a:pt x="212653" y="140443"/>
                    <a:pt x="213732" y="143140"/>
                    <a:pt x="213732" y="146341"/>
                  </a:cubicBezTo>
                  <a:cubicBezTo>
                    <a:pt x="213732" y="149532"/>
                    <a:pt x="212653" y="152202"/>
                    <a:pt x="210495" y="154342"/>
                  </a:cubicBezTo>
                  <a:cubicBezTo>
                    <a:pt x="208337" y="156481"/>
                    <a:pt x="205658" y="157551"/>
                    <a:pt x="202457" y="157551"/>
                  </a:cubicBezTo>
                  <a:lnTo>
                    <a:pt x="157551" y="157551"/>
                  </a:lnTo>
                  <a:lnTo>
                    <a:pt x="157551" y="202457"/>
                  </a:lnTo>
                  <a:cubicBezTo>
                    <a:pt x="157551" y="205630"/>
                    <a:pt x="156454" y="208309"/>
                    <a:pt x="154278" y="210495"/>
                  </a:cubicBezTo>
                  <a:cubicBezTo>
                    <a:pt x="152092" y="212680"/>
                    <a:pt x="149404" y="213741"/>
                    <a:pt x="146203" y="213704"/>
                  </a:cubicBezTo>
                  <a:cubicBezTo>
                    <a:pt x="143003" y="213704"/>
                    <a:pt x="140342" y="212625"/>
                    <a:pt x="138202" y="210458"/>
                  </a:cubicBezTo>
                  <a:cubicBezTo>
                    <a:pt x="136063" y="208300"/>
                    <a:pt x="134993" y="205621"/>
                    <a:pt x="134993" y="202421"/>
                  </a:cubicBezTo>
                  <a:close/>
                  <a:moveTo>
                    <a:pt x="354513" y="202421"/>
                  </a:moveTo>
                  <a:lnTo>
                    <a:pt x="354513" y="157515"/>
                  </a:lnTo>
                  <a:lnTo>
                    <a:pt x="309643" y="157515"/>
                  </a:lnTo>
                  <a:cubicBezTo>
                    <a:pt x="306461" y="157515"/>
                    <a:pt x="303782" y="156426"/>
                    <a:pt x="301606" y="154241"/>
                  </a:cubicBezTo>
                  <a:cubicBezTo>
                    <a:pt x="299420" y="152056"/>
                    <a:pt x="298341" y="149376"/>
                    <a:pt x="298360" y="146203"/>
                  </a:cubicBezTo>
                  <a:cubicBezTo>
                    <a:pt x="298360" y="143003"/>
                    <a:pt x="299439" y="140324"/>
                    <a:pt x="301606" y="138166"/>
                  </a:cubicBezTo>
                  <a:cubicBezTo>
                    <a:pt x="303764" y="136008"/>
                    <a:pt x="306443" y="134929"/>
                    <a:pt x="309643" y="134929"/>
                  </a:cubicBezTo>
                  <a:lnTo>
                    <a:pt x="354549" y="134929"/>
                  </a:lnTo>
                  <a:cubicBezTo>
                    <a:pt x="360658" y="134929"/>
                    <a:pt x="365952" y="137160"/>
                    <a:pt x="370423" y="141641"/>
                  </a:cubicBezTo>
                  <a:cubicBezTo>
                    <a:pt x="374904" y="146112"/>
                    <a:pt x="377135" y="151406"/>
                    <a:pt x="377135" y="157515"/>
                  </a:cubicBezTo>
                  <a:lnTo>
                    <a:pt x="377135" y="202421"/>
                  </a:lnTo>
                  <a:cubicBezTo>
                    <a:pt x="377135" y="205603"/>
                    <a:pt x="376038" y="208282"/>
                    <a:pt x="373834" y="210458"/>
                  </a:cubicBezTo>
                  <a:cubicBezTo>
                    <a:pt x="371621" y="212625"/>
                    <a:pt x="368924" y="213704"/>
                    <a:pt x="365723" y="213704"/>
                  </a:cubicBezTo>
                  <a:cubicBezTo>
                    <a:pt x="362532" y="213704"/>
                    <a:pt x="359862" y="212625"/>
                    <a:pt x="357722" y="210458"/>
                  </a:cubicBezTo>
                  <a:cubicBezTo>
                    <a:pt x="355583" y="208300"/>
                    <a:pt x="354513" y="205621"/>
                    <a:pt x="354513" y="202421"/>
                  </a:cubicBez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9" name="文字"/>
            <p:cNvSpPr/>
            <p:nvPr/>
          </p:nvSpPr>
          <p:spPr>
            <a:xfrm>
              <a:off x="3282696" y="5202936"/>
              <a:ext cx="1325880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40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4773168" y="5202936"/>
            <a:ext cx="2103120" cy="676656"/>
            <a:chOff x="4773168" y="5202936"/>
            <a:chExt cx="2103120" cy="676656"/>
          </a:xfrm>
        </p:grpSpPr>
        <p:sp>
          <p:nvSpPr>
            <p:cNvPr id="250" name="卡片"/>
            <p:cNvSpPr/>
            <p:nvPr/>
          </p:nvSpPr>
          <p:spPr>
            <a:xfrm>
              <a:off x="4773168" y="5202936"/>
              <a:ext cx="2103120" cy="676656"/>
            </a:xfrm>
            <a:prstGeom prst="roundRect">
              <a:avLst>
                <a:gd name="adj" fmla="val 29730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1905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1" name="圖示底圓"/>
            <p:cNvSpPr/>
            <p:nvPr/>
          </p:nvSpPr>
          <p:spPr>
            <a:xfrm>
              <a:off x="4901184" y="5330952"/>
              <a:ext cx="420624" cy="420624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圖示 AI"/>
            <p:cNvSpPr/>
            <p:nvPr/>
          </p:nvSpPr>
          <p:spPr>
            <a:xfrm>
              <a:off x="4901184" y="5330952"/>
              <a:ext cx="420624" cy="420624"/>
            </a:xfrm>
            <a:custGeom>
              <a:avLst/>
              <a:gdLst/>
              <a:ahLst/>
              <a:cxnLst/>
              <a:rect l="l" t="t" r="r" b="b"/>
              <a:pathLst>
                <a:path w="420624" h="420624">
                  <a:moveTo>
                    <a:pt x="184508" y="309470"/>
                  </a:moveTo>
                  <a:cubicBezTo>
                    <a:pt x="175364" y="309470"/>
                    <a:pt x="167536" y="306141"/>
                    <a:pt x="161035" y="299493"/>
                  </a:cubicBezTo>
                  <a:cubicBezTo>
                    <a:pt x="154534" y="292846"/>
                    <a:pt x="150684" y="285293"/>
                    <a:pt x="149486" y="276816"/>
                  </a:cubicBezTo>
                  <a:cubicBezTo>
                    <a:pt x="138184" y="276341"/>
                    <a:pt x="128711" y="271961"/>
                    <a:pt x="121048" y="263667"/>
                  </a:cubicBezTo>
                  <a:cubicBezTo>
                    <a:pt x="113367" y="255374"/>
                    <a:pt x="109527" y="245141"/>
                    <a:pt x="109527" y="232971"/>
                  </a:cubicBezTo>
                  <a:cubicBezTo>
                    <a:pt x="109527" y="228783"/>
                    <a:pt x="110066" y="224750"/>
                    <a:pt x="111127" y="220882"/>
                  </a:cubicBezTo>
                  <a:cubicBezTo>
                    <a:pt x="112197" y="217005"/>
                    <a:pt x="113797" y="213284"/>
                    <a:pt x="115909" y="209718"/>
                  </a:cubicBezTo>
                  <a:cubicBezTo>
                    <a:pt x="113797" y="206362"/>
                    <a:pt x="112197" y="202786"/>
                    <a:pt x="111127" y="198983"/>
                  </a:cubicBezTo>
                  <a:cubicBezTo>
                    <a:pt x="110066" y="195179"/>
                    <a:pt x="109527" y="191100"/>
                    <a:pt x="109527" y="186730"/>
                  </a:cubicBezTo>
                  <a:cubicBezTo>
                    <a:pt x="109527" y="175647"/>
                    <a:pt x="113386" y="166101"/>
                    <a:pt x="121103" y="158100"/>
                  </a:cubicBezTo>
                  <a:cubicBezTo>
                    <a:pt x="128821" y="150099"/>
                    <a:pt x="137992" y="145490"/>
                    <a:pt x="148617" y="144274"/>
                  </a:cubicBezTo>
                  <a:cubicBezTo>
                    <a:pt x="149294" y="135002"/>
                    <a:pt x="152979" y="127166"/>
                    <a:pt x="159673" y="120774"/>
                  </a:cubicBezTo>
                  <a:cubicBezTo>
                    <a:pt x="166375" y="114382"/>
                    <a:pt x="174422" y="111182"/>
                    <a:pt x="183794" y="111182"/>
                  </a:cubicBezTo>
                  <a:cubicBezTo>
                    <a:pt x="189290" y="111182"/>
                    <a:pt x="194136" y="112188"/>
                    <a:pt x="198361" y="114199"/>
                  </a:cubicBezTo>
                  <a:cubicBezTo>
                    <a:pt x="202576" y="116211"/>
                    <a:pt x="206563" y="119137"/>
                    <a:pt x="210312" y="122978"/>
                  </a:cubicBezTo>
                  <a:cubicBezTo>
                    <a:pt x="214061" y="119192"/>
                    <a:pt x="218011" y="116275"/>
                    <a:pt x="222153" y="114227"/>
                  </a:cubicBezTo>
                  <a:cubicBezTo>
                    <a:pt x="226305" y="112197"/>
                    <a:pt x="231105" y="111182"/>
                    <a:pt x="236555" y="111182"/>
                  </a:cubicBezTo>
                  <a:cubicBezTo>
                    <a:pt x="245736" y="111182"/>
                    <a:pt x="253645" y="114391"/>
                    <a:pt x="260293" y="120801"/>
                  </a:cubicBezTo>
                  <a:cubicBezTo>
                    <a:pt x="266959" y="127211"/>
                    <a:pt x="270708" y="135057"/>
                    <a:pt x="271540" y="144329"/>
                  </a:cubicBezTo>
                  <a:cubicBezTo>
                    <a:pt x="282339" y="145216"/>
                    <a:pt x="291639" y="149678"/>
                    <a:pt x="299439" y="157716"/>
                  </a:cubicBezTo>
                  <a:cubicBezTo>
                    <a:pt x="307248" y="165744"/>
                    <a:pt x="311152" y="175409"/>
                    <a:pt x="311152" y="186730"/>
                  </a:cubicBezTo>
                  <a:cubicBezTo>
                    <a:pt x="311152" y="191174"/>
                    <a:pt x="310549" y="195352"/>
                    <a:pt x="309360" y="199284"/>
                  </a:cubicBezTo>
                  <a:cubicBezTo>
                    <a:pt x="308162" y="203198"/>
                    <a:pt x="306479" y="206837"/>
                    <a:pt x="304303" y="210202"/>
                  </a:cubicBezTo>
                  <a:cubicBezTo>
                    <a:pt x="306297" y="213860"/>
                    <a:pt x="307833" y="217719"/>
                    <a:pt x="308921" y="221779"/>
                  </a:cubicBezTo>
                  <a:cubicBezTo>
                    <a:pt x="310009" y="225829"/>
                    <a:pt x="310549" y="229780"/>
                    <a:pt x="310549" y="233620"/>
                  </a:cubicBezTo>
                  <a:cubicBezTo>
                    <a:pt x="310549" y="245608"/>
                    <a:pt x="306790" y="255566"/>
                    <a:pt x="299274" y="263503"/>
                  </a:cubicBezTo>
                  <a:cubicBezTo>
                    <a:pt x="291767" y="271430"/>
                    <a:pt x="282449" y="275728"/>
                    <a:pt x="271321" y="276377"/>
                  </a:cubicBezTo>
                  <a:cubicBezTo>
                    <a:pt x="270169" y="284982"/>
                    <a:pt x="266264" y="292663"/>
                    <a:pt x="259616" y="299411"/>
                  </a:cubicBezTo>
                  <a:cubicBezTo>
                    <a:pt x="252969" y="306169"/>
                    <a:pt x="245141" y="309515"/>
                    <a:pt x="236116" y="309470"/>
                  </a:cubicBezTo>
                  <a:cubicBezTo>
                    <a:pt x="230667" y="309470"/>
                    <a:pt x="225967" y="308573"/>
                    <a:pt x="222016" y="306799"/>
                  </a:cubicBezTo>
                  <a:cubicBezTo>
                    <a:pt x="218075" y="305026"/>
                    <a:pt x="214171" y="302374"/>
                    <a:pt x="210312" y="298844"/>
                  </a:cubicBezTo>
                  <a:cubicBezTo>
                    <a:pt x="206472" y="302392"/>
                    <a:pt x="202558" y="305044"/>
                    <a:pt x="198580" y="306799"/>
                  </a:cubicBezTo>
                  <a:cubicBezTo>
                    <a:pt x="194612" y="308564"/>
                    <a:pt x="189921" y="309442"/>
                    <a:pt x="184508" y="309442"/>
                  </a:cubicBezTo>
                  <a:close/>
                  <a:moveTo>
                    <a:pt x="219383" y="145115"/>
                  </a:moveTo>
                  <a:lnTo>
                    <a:pt x="219383" y="275975"/>
                  </a:lnTo>
                  <a:cubicBezTo>
                    <a:pt x="219383" y="280282"/>
                    <a:pt x="221047" y="283939"/>
                    <a:pt x="224385" y="286948"/>
                  </a:cubicBezTo>
                  <a:cubicBezTo>
                    <a:pt x="227713" y="289938"/>
                    <a:pt x="231718" y="291428"/>
                    <a:pt x="236391" y="291428"/>
                  </a:cubicBezTo>
                  <a:cubicBezTo>
                    <a:pt x="240880" y="291428"/>
                    <a:pt x="244776" y="289453"/>
                    <a:pt x="248068" y="285503"/>
                  </a:cubicBezTo>
                  <a:cubicBezTo>
                    <a:pt x="251369" y="281562"/>
                    <a:pt x="253170" y="277520"/>
                    <a:pt x="253481" y="273387"/>
                  </a:cubicBezTo>
                  <a:cubicBezTo>
                    <a:pt x="249659" y="271979"/>
                    <a:pt x="246092" y="270123"/>
                    <a:pt x="242773" y="267819"/>
                  </a:cubicBezTo>
                  <a:cubicBezTo>
                    <a:pt x="239463" y="265505"/>
                    <a:pt x="236647" y="262661"/>
                    <a:pt x="234324" y="259287"/>
                  </a:cubicBezTo>
                  <a:cubicBezTo>
                    <a:pt x="232751" y="257120"/>
                    <a:pt x="232166" y="254871"/>
                    <a:pt x="232559" y="252557"/>
                  </a:cubicBezTo>
                  <a:cubicBezTo>
                    <a:pt x="232980" y="250235"/>
                    <a:pt x="234260" y="248287"/>
                    <a:pt x="236418" y="246714"/>
                  </a:cubicBezTo>
                  <a:cubicBezTo>
                    <a:pt x="238576" y="245141"/>
                    <a:pt x="240826" y="244556"/>
                    <a:pt x="243185" y="244977"/>
                  </a:cubicBezTo>
                  <a:cubicBezTo>
                    <a:pt x="245516" y="245370"/>
                    <a:pt x="247473" y="246659"/>
                    <a:pt x="249046" y="248836"/>
                  </a:cubicBezTo>
                  <a:cubicBezTo>
                    <a:pt x="251314" y="251963"/>
                    <a:pt x="254103" y="254359"/>
                    <a:pt x="257413" y="256005"/>
                  </a:cubicBezTo>
                  <a:cubicBezTo>
                    <a:pt x="260732" y="257650"/>
                    <a:pt x="264399" y="258473"/>
                    <a:pt x="268422" y="258473"/>
                  </a:cubicBezTo>
                  <a:cubicBezTo>
                    <a:pt x="275042" y="258473"/>
                    <a:pt x="280712" y="256206"/>
                    <a:pt x="285421" y="251661"/>
                  </a:cubicBezTo>
                  <a:cubicBezTo>
                    <a:pt x="290130" y="247107"/>
                    <a:pt x="292489" y="241091"/>
                    <a:pt x="292489" y="233593"/>
                  </a:cubicBezTo>
                  <a:cubicBezTo>
                    <a:pt x="292489" y="232020"/>
                    <a:pt x="292315" y="230347"/>
                    <a:pt x="291968" y="228591"/>
                  </a:cubicBezTo>
                  <a:cubicBezTo>
                    <a:pt x="291630" y="226835"/>
                    <a:pt x="291255" y="225080"/>
                    <a:pt x="290861" y="223324"/>
                  </a:cubicBezTo>
                  <a:cubicBezTo>
                    <a:pt x="287817" y="225427"/>
                    <a:pt x="284461" y="227018"/>
                    <a:pt x="280803" y="228106"/>
                  </a:cubicBezTo>
                  <a:cubicBezTo>
                    <a:pt x="277145" y="229194"/>
                    <a:pt x="273360" y="229734"/>
                    <a:pt x="269455" y="229734"/>
                  </a:cubicBezTo>
                  <a:cubicBezTo>
                    <a:pt x="266877" y="229734"/>
                    <a:pt x="264746" y="228883"/>
                    <a:pt x="263036" y="227183"/>
                  </a:cubicBezTo>
                  <a:cubicBezTo>
                    <a:pt x="261317" y="225464"/>
                    <a:pt x="260458" y="223306"/>
                    <a:pt x="260458" y="220718"/>
                  </a:cubicBezTo>
                  <a:cubicBezTo>
                    <a:pt x="260458" y="218130"/>
                    <a:pt x="261317" y="215972"/>
                    <a:pt x="263036" y="214253"/>
                  </a:cubicBezTo>
                  <a:cubicBezTo>
                    <a:pt x="264765" y="212552"/>
                    <a:pt x="266895" y="211702"/>
                    <a:pt x="269455" y="211702"/>
                  </a:cubicBezTo>
                  <a:cubicBezTo>
                    <a:pt x="276057" y="211702"/>
                    <a:pt x="281644" y="209242"/>
                    <a:pt x="286216" y="204332"/>
                  </a:cubicBezTo>
                  <a:cubicBezTo>
                    <a:pt x="290779" y="199431"/>
                    <a:pt x="293056" y="193569"/>
                    <a:pt x="293056" y="186757"/>
                  </a:cubicBezTo>
                  <a:cubicBezTo>
                    <a:pt x="293056" y="180109"/>
                    <a:pt x="290615" y="174440"/>
                    <a:pt x="285723" y="169731"/>
                  </a:cubicBezTo>
                  <a:cubicBezTo>
                    <a:pt x="280831" y="165003"/>
                    <a:pt x="275253" y="162452"/>
                    <a:pt x="268989" y="162096"/>
                  </a:cubicBezTo>
                  <a:cubicBezTo>
                    <a:pt x="267087" y="166659"/>
                    <a:pt x="264408" y="170691"/>
                    <a:pt x="260951" y="174184"/>
                  </a:cubicBezTo>
                  <a:cubicBezTo>
                    <a:pt x="257486" y="177677"/>
                    <a:pt x="253481" y="180283"/>
                    <a:pt x="248918" y="182002"/>
                  </a:cubicBezTo>
                  <a:cubicBezTo>
                    <a:pt x="246486" y="182944"/>
                    <a:pt x="244145" y="182889"/>
                    <a:pt x="241877" y="181847"/>
                  </a:cubicBezTo>
                  <a:cubicBezTo>
                    <a:pt x="239619" y="180777"/>
                    <a:pt x="238082" y="179030"/>
                    <a:pt x="237287" y="176598"/>
                  </a:cubicBezTo>
                  <a:cubicBezTo>
                    <a:pt x="236528" y="174211"/>
                    <a:pt x="236665" y="171871"/>
                    <a:pt x="237698" y="169594"/>
                  </a:cubicBezTo>
                  <a:cubicBezTo>
                    <a:pt x="238722" y="167308"/>
                    <a:pt x="240423" y="165744"/>
                    <a:pt x="242773" y="164894"/>
                  </a:cubicBezTo>
                  <a:cubicBezTo>
                    <a:pt x="245964" y="163806"/>
                    <a:pt x="248552" y="161648"/>
                    <a:pt x="250546" y="158429"/>
                  </a:cubicBezTo>
                  <a:cubicBezTo>
                    <a:pt x="252557" y="155201"/>
                    <a:pt x="253563" y="151580"/>
                    <a:pt x="253563" y="147557"/>
                  </a:cubicBezTo>
                  <a:cubicBezTo>
                    <a:pt x="253563" y="142454"/>
                    <a:pt x="251853" y="138120"/>
                    <a:pt x="248452" y="134545"/>
                  </a:cubicBezTo>
                  <a:cubicBezTo>
                    <a:pt x="245050" y="130979"/>
                    <a:pt x="241018" y="129196"/>
                    <a:pt x="236363" y="129196"/>
                  </a:cubicBezTo>
                  <a:cubicBezTo>
                    <a:pt x="231746" y="129196"/>
                    <a:pt x="227759" y="130750"/>
                    <a:pt x="224412" y="133868"/>
                  </a:cubicBezTo>
                  <a:cubicBezTo>
                    <a:pt x="221056" y="136986"/>
                    <a:pt x="219383" y="140735"/>
                    <a:pt x="219383" y="145115"/>
                  </a:cubicBezTo>
                  <a:close/>
                  <a:moveTo>
                    <a:pt x="201323" y="275975"/>
                  </a:moveTo>
                  <a:lnTo>
                    <a:pt x="201323" y="145115"/>
                  </a:lnTo>
                  <a:cubicBezTo>
                    <a:pt x="201323" y="140735"/>
                    <a:pt x="199668" y="136986"/>
                    <a:pt x="196377" y="133868"/>
                  </a:cubicBezTo>
                  <a:cubicBezTo>
                    <a:pt x="193085" y="130750"/>
                    <a:pt x="189061" y="129196"/>
                    <a:pt x="184316" y="129196"/>
                  </a:cubicBezTo>
                  <a:cubicBezTo>
                    <a:pt x="179643" y="129196"/>
                    <a:pt x="175565" y="130979"/>
                    <a:pt x="172090" y="134545"/>
                  </a:cubicBezTo>
                  <a:cubicBezTo>
                    <a:pt x="168615" y="138120"/>
                    <a:pt x="166878" y="142445"/>
                    <a:pt x="166878" y="147529"/>
                  </a:cubicBezTo>
                  <a:cubicBezTo>
                    <a:pt x="166878" y="151589"/>
                    <a:pt x="167829" y="155174"/>
                    <a:pt x="169731" y="158292"/>
                  </a:cubicBezTo>
                  <a:cubicBezTo>
                    <a:pt x="171633" y="161410"/>
                    <a:pt x="174166" y="163513"/>
                    <a:pt x="177330" y="164619"/>
                  </a:cubicBezTo>
                  <a:cubicBezTo>
                    <a:pt x="179689" y="165470"/>
                    <a:pt x="181417" y="167033"/>
                    <a:pt x="182523" y="169319"/>
                  </a:cubicBezTo>
                  <a:cubicBezTo>
                    <a:pt x="183630" y="171605"/>
                    <a:pt x="183794" y="173846"/>
                    <a:pt x="183035" y="176059"/>
                  </a:cubicBezTo>
                  <a:cubicBezTo>
                    <a:pt x="182094" y="178482"/>
                    <a:pt x="180448" y="180274"/>
                    <a:pt x="178098" y="181435"/>
                  </a:cubicBezTo>
                  <a:cubicBezTo>
                    <a:pt x="175757" y="182597"/>
                    <a:pt x="173370" y="182697"/>
                    <a:pt x="170920" y="181737"/>
                  </a:cubicBezTo>
                  <a:cubicBezTo>
                    <a:pt x="166357" y="180192"/>
                    <a:pt x="162388" y="177677"/>
                    <a:pt x="159023" y="174184"/>
                  </a:cubicBezTo>
                  <a:cubicBezTo>
                    <a:pt x="155658" y="170691"/>
                    <a:pt x="153025" y="166659"/>
                    <a:pt x="151123" y="162096"/>
                  </a:cubicBezTo>
                  <a:cubicBezTo>
                    <a:pt x="144996" y="162672"/>
                    <a:pt x="139547" y="165269"/>
                    <a:pt x="134764" y="169886"/>
                  </a:cubicBezTo>
                  <a:cubicBezTo>
                    <a:pt x="129982" y="174486"/>
                    <a:pt x="127595" y="180091"/>
                    <a:pt x="127595" y="186702"/>
                  </a:cubicBezTo>
                  <a:cubicBezTo>
                    <a:pt x="127595" y="193569"/>
                    <a:pt x="129863" y="199458"/>
                    <a:pt x="134408" y="204359"/>
                  </a:cubicBezTo>
                  <a:cubicBezTo>
                    <a:pt x="138961" y="209251"/>
                    <a:pt x="144539" y="211702"/>
                    <a:pt x="151150" y="211702"/>
                  </a:cubicBezTo>
                  <a:cubicBezTo>
                    <a:pt x="153738" y="211702"/>
                    <a:pt x="155887" y="212552"/>
                    <a:pt x="157615" y="214253"/>
                  </a:cubicBezTo>
                  <a:cubicBezTo>
                    <a:pt x="159334" y="215972"/>
                    <a:pt x="160194" y="218130"/>
                    <a:pt x="160194" y="220718"/>
                  </a:cubicBezTo>
                  <a:cubicBezTo>
                    <a:pt x="160194" y="223306"/>
                    <a:pt x="159334" y="225464"/>
                    <a:pt x="157615" y="227183"/>
                  </a:cubicBezTo>
                  <a:cubicBezTo>
                    <a:pt x="155887" y="228883"/>
                    <a:pt x="153738" y="229734"/>
                    <a:pt x="151150" y="229734"/>
                  </a:cubicBezTo>
                  <a:cubicBezTo>
                    <a:pt x="147200" y="229734"/>
                    <a:pt x="143378" y="229158"/>
                    <a:pt x="139684" y="227996"/>
                  </a:cubicBezTo>
                  <a:cubicBezTo>
                    <a:pt x="135990" y="226835"/>
                    <a:pt x="132570" y="225262"/>
                    <a:pt x="129442" y="223269"/>
                  </a:cubicBezTo>
                  <a:cubicBezTo>
                    <a:pt x="128857" y="224842"/>
                    <a:pt x="128409" y="226469"/>
                    <a:pt x="128080" y="228134"/>
                  </a:cubicBezTo>
                  <a:cubicBezTo>
                    <a:pt x="127778" y="229798"/>
                    <a:pt x="127623" y="231490"/>
                    <a:pt x="127623" y="233209"/>
                  </a:cubicBezTo>
                  <a:cubicBezTo>
                    <a:pt x="127623" y="240762"/>
                    <a:pt x="129927" y="246952"/>
                    <a:pt x="134545" y="251762"/>
                  </a:cubicBezTo>
                  <a:cubicBezTo>
                    <a:pt x="139163" y="256581"/>
                    <a:pt x="144786" y="258995"/>
                    <a:pt x="151415" y="258995"/>
                  </a:cubicBezTo>
                  <a:cubicBezTo>
                    <a:pt x="155238" y="258995"/>
                    <a:pt x="158859" y="258126"/>
                    <a:pt x="162288" y="256389"/>
                  </a:cubicBezTo>
                  <a:cubicBezTo>
                    <a:pt x="165708" y="254642"/>
                    <a:pt x="168551" y="252274"/>
                    <a:pt x="170810" y="249265"/>
                  </a:cubicBezTo>
                  <a:cubicBezTo>
                    <a:pt x="172392" y="247272"/>
                    <a:pt x="174394" y="246038"/>
                    <a:pt x="176818" y="245544"/>
                  </a:cubicBezTo>
                  <a:cubicBezTo>
                    <a:pt x="179222" y="245059"/>
                    <a:pt x="181435" y="245608"/>
                    <a:pt x="183447" y="247199"/>
                  </a:cubicBezTo>
                  <a:cubicBezTo>
                    <a:pt x="185459" y="248763"/>
                    <a:pt x="186702" y="250765"/>
                    <a:pt x="187196" y="253207"/>
                  </a:cubicBezTo>
                  <a:cubicBezTo>
                    <a:pt x="187681" y="255630"/>
                    <a:pt x="187141" y="257843"/>
                    <a:pt x="185568" y="259836"/>
                  </a:cubicBezTo>
                  <a:cubicBezTo>
                    <a:pt x="183282" y="263073"/>
                    <a:pt x="180576" y="265807"/>
                    <a:pt x="177439" y="268038"/>
                  </a:cubicBezTo>
                  <a:cubicBezTo>
                    <a:pt x="174294" y="270269"/>
                    <a:pt x="170892" y="272061"/>
                    <a:pt x="167253" y="273415"/>
                  </a:cubicBezTo>
                  <a:cubicBezTo>
                    <a:pt x="167582" y="277566"/>
                    <a:pt x="169374" y="281608"/>
                    <a:pt x="172630" y="285558"/>
                  </a:cubicBezTo>
                  <a:cubicBezTo>
                    <a:pt x="175912" y="289508"/>
                    <a:pt x="179890" y="291483"/>
                    <a:pt x="184562" y="291483"/>
                  </a:cubicBezTo>
                  <a:cubicBezTo>
                    <a:pt x="189235" y="291483"/>
                    <a:pt x="193194" y="289984"/>
                    <a:pt x="196459" y="287003"/>
                  </a:cubicBezTo>
                  <a:cubicBezTo>
                    <a:pt x="199714" y="284013"/>
                    <a:pt x="201351" y="280355"/>
                    <a:pt x="201351" y="276021"/>
                  </a:cubicBezTo>
                  <a:close/>
                  <a:moveTo>
                    <a:pt x="210312" y="210778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3" name="文字"/>
            <p:cNvSpPr/>
            <p:nvPr/>
          </p:nvSpPr>
          <p:spPr>
            <a:xfrm>
              <a:off x="5431536" y="5202936"/>
              <a:ext cx="1371600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4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40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7022592" y="5202936"/>
            <a:ext cx="1874520" cy="676656"/>
            <a:chOff x="7022592" y="5202936"/>
            <a:chExt cx="1874520" cy="676656"/>
          </a:xfrm>
        </p:grpSpPr>
        <p:sp>
          <p:nvSpPr>
            <p:cNvPr id="254" name="淺灰面板"/>
            <p:cNvSpPr/>
            <p:nvPr/>
          </p:nvSpPr>
          <p:spPr>
            <a:xfrm>
              <a:off x="7022592" y="5202936"/>
              <a:ext cx="1874520" cy="676656"/>
            </a:xfrm>
            <a:prstGeom prst="roundRect">
              <a:avLst>
                <a:gd name="adj" fmla="val 13514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5" name="數值"/>
            <p:cNvSpPr/>
            <p:nvPr/>
          </p:nvSpPr>
          <p:spPr>
            <a:xfrm>
              <a:off x="7168896" y="5257800"/>
              <a:ext cx="1234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200" b="1" dirty="0">
                  <a:solidFill>
                    <a:srgbClr val="0F7C8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400" dirty="0"/>
            </a:p>
          </p:txBody>
        </p:sp>
        <p:sp>
          <p:nvSpPr>
            <p:cNvPr id="256" name="指標名稱"/>
            <p:cNvSpPr/>
            <p:nvPr/>
          </p:nvSpPr>
          <p:spPr>
            <a:xfrm>
              <a:off x="7168896" y="5632704"/>
              <a:ext cx="12344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900" dirty="0"/>
            </a:p>
          </p:txBody>
        </p:sp>
        <p:sp>
          <p:nvSpPr>
            <p:cNvPr id="257" name="圖示 已驗證"/>
            <p:cNvSpPr/>
            <p:nvPr/>
          </p:nvSpPr>
          <p:spPr>
            <a:xfrm>
              <a:off x="8385048" y="5358384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166494" y="200784"/>
                  </a:moveTo>
                  <a:lnTo>
                    <a:pt x="138687" y="171834"/>
                  </a:lnTo>
                  <a:cubicBezTo>
                    <a:pt x="136401" y="169292"/>
                    <a:pt x="133603" y="168021"/>
                    <a:pt x="130302" y="168021"/>
                  </a:cubicBezTo>
                  <a:cubicBezTo>
                    <a:pt x="127001" y="168021"/>
                    <a:pt x="124075" y="169164"/>
                    <a:pt x="121542" y="171450"/>
                  </a:cubicBezTo>
                  <a:cubicBezTo>
                    <a:pt x="119000" y="173992"/>
                    <a:pt x="117729" y="176909"/>
                    <a:pt x="117729" y="180210"/>
                  </a:cubicBezTo>
                  <a:cubicBezTo>
                    <a:pt x="117729" y="183511"/>
                    <a:pt x="119000" y="186437"/>
                    <a:pt x="121542" y="188979"/>
                  </a:cubicBezTo>
                  <a:lnTo>
                    <a:pt x="158493" y="225555"/>
                  </a:lnTo>
                  <a:cubicBezTo>
                    <a:pt x="160779" y="227841"/>
                    <a:pt x="163449" y="228984"/>
                    <a:pt x="166494" y="228984"/>
                  </a:cubicBezTo>
                  <a:cubicBezTo>
                    <a:pt x="169548" y="228984"/>
                    <a:pt x="172209" y="227841"/>
                    <a:pt x="174495" y="225555"/>
                  </a:cubicBezTo>
                  <a:lnTo>
                    <a:pt x="244218" y="156207"/>
                  </a:lnTo>
                  <a:cubicBezTo>
                    <a:pt x="246504" y="153921"/>
                    <a:pt x="247647" y="151132"/>
                    <a:pt x="247647" y="147831"/>
                  </a:cubicBezTo>
                  <a:cubicBezTo>
                    <a:pt x="247647" y="144530"/>
                    <a:pt x="246376" y="141732"/>
                    <a:pt x="243843" y="139446"/>
                  </a:cubicBezTo>
                  <a:cubicBezTo>
                    <a:pt x="241557" y="137416"/>
                    <a:pt x="238823" y="136465"/>
                    <a:pt x="235650" y="136593"/>
                  </a:cubicBezTo>
                  <a:cubicBezTo>
                    <a:pt x="232477" y="136712"/>
                    <a:pt x="229871" y="137791"/>
                    <a:pt x="227841" y="139830"/>
                  </a:cubicBezTo>
                  <a:lnTo>
                    <a:pt x="166494" y="200784"/>
                  </a:lnTo>
                  <a:close/>
                  <a:moveTo>
                    <a:pt x="126489" y="333756"/>
                  </a:moveTo>
                  <a:lnTo>
                    <a:pt x="102870" y="293367"/>
                  </a:lnTo>
                  <a:lnTo>
                    <a:pt x="55623" y="283848"/>
                  </a:lnTo>
                  <a:cubicBezTo>
                    <a:pt x="52834" y="283336"/>
                    <a:pt x="50484" y="281809"/>
                    <a:pt x="48582" y="279276"/>
                  </a:cubicBezTo>
                  <a:cubicBezTo>
                    <a:pt x="46671" y="276734"/>
                    <a:pt x="45976" y="274064"/>
                    <a:pt x="46479" y="271275"/>
                  </a:cubicBezTo>
                  <a:lnTo>
                    <a:pt x="51819" y="225555"/>
                  </a:lnTo>
                  <a:lnTo>
                    <a:pt x="21717" y="190497"/>
                  </a:lnTo>
                  <a:cubicBezTo>
                    <a:pt x="19687" y="188467"/>
                    <a:pt x="18672" y="185925"/>
                    <a:pt x="18672" y="182880"/>
                  </a:cubicBezTo>
                  <a:cubicBezTo>
                    <a:pt x="18672" y="179835"/>
                    <a:pt x="19687" y="177293"/>
                    <a:pt x="21717" y="175263"/>
                  </a:cubicBezTo>
                  <a:lnTo>
                    <a:pt x="51819" y="140589"/>
                  </a:lnTo>
                  <a:lnTo>
                    <a:pt x="46479" y="94869"/>
                  </a:lnTo>
                  <a:cubicBezTo>
                    <a:pt x="45976" y="92071"/>
                    <a:pt x="46671" y="89410"/>
                    <a:pt x="48582" y="86868"/>
                  </a:cubicBezTo>
                  <a:cubicBezTo>
                    <a:pt x="50484" y="84326"/>
                    <a:pt x="52834" y="82808"/>
                    <a:pt x="55623" y="82296"/>
                  </a:cubicBezTo>
                  <a:lnTo>
                    <a:pt x="102870" y="72768"/>
                  </a:lnTo>
                  <a:lnTo>
                    <a:pt x="126489" y="32004"/>
                  </a:lnTo>
                  <a:cubicBezTo>
                    <a:pt x="128016" y="29462"/>
                    <a:pt x="130174" y="27688"/>
                    <a:pt x="132972" y="26673"/>
                  </a:cubicBezTo>
                  <a:cubicBezTo>
                    <a:pt x="135761" y="25658"/>
                    <a:pt x="138559" y="25777"/>
                    <a:pt x="141348" y="27048"/>
                  </a:cubicBezTo>
                  <a:lnTo>
                    <a:pt x="182880" y="46479"/>
                  </a:lnTo>
                  <a:lnTo>
                    <a:pt x="224412" y="27048"/>
                  </a:lnTo>
                  <a:cubicBezTo>
                    <a:pt x="227201" y="25777"/>
                    <a:pt x="229999" y="25594"/>
                    <a:pt x="232788" y="26481"/>
                  </a:cubicBezTo>
                  <a:cubicBezTo>
                    <a:pt x="235586" y="27368"/>
                    <a:pt x="237744" y="29087"/>
                    <a:pt x="239271" y="31620"/>
                  </a:cubicBezTo>
                  <a:lnTo>
                    <a:pt x="263274" y="72768"/>
                  </a:lnTo>
                  <a:lnTo>
                    <a:pt x="310137" y="82296"/>
                  </a:lnTo>
                  <a:cubicBezTo>
                    <a:pt x="312926" y="82808"/>
                    <a:pt x="315276" y="84326"/>
                    <a:pt x="317187" y="86868"/>
                  </a:cubicBezTo>
                  <a:cubicBezTo>
                    <a:pt x="319089" y="89410"/>
                    <a:pt x="319784" y="92071"/>
                    <a:pt x="319281" y="94869"/>
                  </a:cubicBezTo>
                  <a:lnTo>
                    <a:pt x="313941" y="140589"/>
                  </a:lnTo>
                  <a:lnTo>
                    <a:pt x="344043" y="175263"/>
                  </a:lnTo>
                  <a:cubicBezTo>
                    <a:pt x="346073" y="177293"/>
                    <a:pt x="347088" y="179835"/>
                    <a:pt x="347088" y="182880"/>
                  </a:cubicBezTo>
                  <a:cubicBezTo>
                    <a:pt x="347088" y="185925"/>
                    <a:pt x="346073" y="188467"/>
                    <a:pt x="344043" y="190497"/>
                  </a:cubicBezTo>
                  <a:lnTo>
                    <a:pt x="313941" y="225555"/>
                  </a:lnTo>
                  <a:lnTo>
                    <a:pt x="319281" y="271275"/>
                  </a:lnTo>
                  <a:cubicBezTo>
                    <a:pt x="319784" y="274064"/>
                    <a:pt x="319089" y="276734"/>
                    <a:pt x="317187" y="279276"/>
                  </a:cubicBezTo>
                  <a:cubicBezTo>
                    <a:pt x="315276" y="281809"/>
                    <a:pt x="312926" y="283336"/>
                    <a:pt x="310137" y="283848"/>
                  </a:cubicBezTo>
                  <a:lnTo>
                    <a:pt x="263274" y="293367"/>
                  </a:lnTo>
                  <a:lnTo>
                    <a:pt x="239271" y="334140"/>
                  </a:lnTo>
                  <a:cubicBezTo>
                    <a:pt x="237744" y="336673"/>
                    <a:pt x="235586" y="338392"/>
                    <a:pt x="232788" y="339279"/>
                  </a:cubicBezTo>
                  <a:cubicBezTo>
                    <a:pt x="229999" y="340166"/>
                    <a:pt x="227201" y="339983"/>
                    <a:pt x="224412" y="338712"/>
                  </a:cubicBezTo>
                  <a:lnTo>
                    <a:pt x="182880" y="319281"/>
                  </a:lnTo>
                  <a:lnTo>
                    <a:pt x="141348" y="338712"/>
                  </a:lnTo>
                  <a:cubicBezTo>
                    <a:pt x="138559" y="339983"/>
                    <a:pt x="135761" y="340102"/>
                    <a:pt x="132972" y="339087"/>
                  </a:cubicBezTo>
                  <a:cubicBezTo>
                    <a:pt x="130174" y="338072"/>
                    <a:pt x="128016" y="336298"/>
                    <a:pt x="126489" y="333756"/>
                  </a:cubicBezTo>
                  <a:close/>
                  <a:moveTo>
                    <a:pt x="142116" y="312798"/>
                  </a:moveTo>
                  <a:lnTo>
                    <a:pt x="182880" y="295653"/>
                  </a:lnTo>
                  <a:lnTo>
                    <a:pt x="224787" y="312798"/>
                  </a:lnTo>
                  <a:lnTo>
                    <a:pt x="250317" y="274704"/>
                  </a:lnTo>
                  <a:lnTo>
                    <a:pt x="294894" y="263274"/>
                  </a:lnTo>
                  <a:lnTo>
                    <a:pt x="290322" y="217929"/>
                  </a:lnTo>
                  <a:lnTo>
                    <a:pt x="321183" y="182880"/>
                  </a:lnTo>
                  <a:lnTo>
                    <a:pt x="290322" y="147063"/>
                  </a:lnTo>
                  <a:lnTo>
                    <a:pt x="294894" y="101727"/>
                  </a:lnTo>
                  <a:lnTo>
                    <a:pt x="250317" y="91056"/>
                  </a:lnTo>
                  <a:lnTo>
                    <a:pt x="224028" y="52962"/>
                  </a:lnTo>
                  <a:lnTo>
                    <a:pt x="182880" y="70107"/>
                  </a:lnTo>
                  <a:lnTo>
                    <a:pt x="140973" y="52962"/>
                  </a:lnTo>
                  <a:lnTo>
                    <a:pt x="115443" y="91056"/>
                  </a:lnTo>
                  <a:lnTo>
                    <a:pt x="70866" y="101727"/>
                  </a:lnTo>
                  <a:lnTo>
                    <a:pt x="75438" y="147063"/>
                  </a:lnTo>
                  <a:lnTo>
                    <a:pt x="44577" y="182880"/>
                  </a:lnTo>
                  <a:lnTo>
                    <a:pt x="75438" y="217929"/>
                  </a:lnTo>
                  <a:lnTo>
                    <a:pt x="70866" y="264033"/>
                  </a:lnTo>
                  <a:lnTo>
                    <a:pt x="115443" y="274704"/>
                  </a:lnTo>
                  <a:lnTo>
                    <a:pt x="142116" y="312798"/>
                  </a:lnTo>
                  <a:close/>
                  <a:moveTo>
                    <a:pt x="182880" y="182880"/>
                  </a:move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8769096" y="5221224"/>
            <a:ext cx="3148279" cy="621792"/>
            <a:chOff x="8769096" y="5221224"/>
            <a:chExt cx="3148279" cy="621792"/>
          </a:xfrm>
        </p:grpSpPr>
        <p:sp>
          <p:nvSpPr>
            <p:cNvPr id="258" name="圖示底圓"/>
            <p:cNvSpPr/>
            <p:nvPr/>
          </p:nvSpPr>
          <p:spPr>
            <a:xfrm>
              <a:off x="9043416" y="5221224"/>
              <a:ext cx="402336" cy="402336"/>
            </a:xfrm>
            <a:prstGeom prst="ellipse">
              <a:avLst/>
            </a:prstGeom>
            <a:solidFill>
              <a:srgbClr val="DDEDE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9" name="圖示 晶圓"/>
            <p:cNvSpPr/>
            <p:nvPr/>
          </p:nvSpPr>
          <p:spPr>
            <a:xfrm>
              <a:off x="9043416" y="5221224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162974" y="297829"/>
                  </a:moveTo>
                  <a:cubicBezTo>
                    <a:pt x="116559" y="279486"/>
                    <a:pt x="89730" y="230749"/>
                    <a:pt x="99066" y="181728"/>
                  </a:cubicBezTo>
                  <a:cubicBezTo>
                    <a:pt x="108402" y="132698"/>
                    <a:pt x="151260" y="97228"/>
                    <a:pt x="201168" y="97228"/>
                  </a:cubicBezTo>
                  <a:cubicBezTo>
                    <a:pt x="251076" y="97228"/>
                    <a:pt x="293934" y="132698"/>
                    <a:pt x="303270" y="181728"/>
                  </a:cubicBezTo>
                  <a:cubicBezTo>
                    <a:pt x="312606" y="230749"/>
                    <a:pt x="285777" y="279486"/>
                    <a:pt x="239362" y="297829"/>
                  </a:cubicBezTo>
                  <a:close/>
                  <a:moveTo>
                    <a:pt x="235623" y="279121"/>
                  </a:moveTo>
                  <a:cubicBezTo>
                    <a:pt x="272473" y="262835"/>
                    <a:pt x="292882" y="222976"/>
                    <a:pt x="284561" y="183557"/>
                  </a:cubicBezTo>
                  <a:cubicBezTo>
                    <a:pt x="276231" y="144146"/>
                    <a:pt x="241456" y="115937"/>
                    <a:pt x="201168" y="115937"/>
                  </a:cubicBezTo>
                  <a:cubicBezTo>
                    <a:pt x="160880" y="115937"/>
                    <a:pt x="126105" y="144146"/>
                    <a:pt x="117775" y="183557"/>
                  </a:cubicBezTo>
                  <a:cubicBezTo>
                    <a:pt x="109454" y="222976"/>
                    <a:pt x="129863" y="262835"/>
                    <a:pt x="166713" y="279121"/>
                  </a:cubicBezTo>
                  <a:close/>
                  <a:moveTo>
                    <a:pt x="162196" y="156993"/>
                  </a:moveTo>
                  <a:lnTo>
                    <a:pt x="188174" y="156993"/>
                  </a:lnTo>
                  <a:cubicBezTo>
                    <a:pt x="191046" y="156993"/>
                    <a:pt x="193377" y="159325"/>
                    <a:pt x="193377" y="162196"/>
                  </a:cubicBezTo>
                  <a:lnTo>
                    <a:pt x="193377" y="188174"/>
                  </a:lnTo>
                  <a:cubicBezTo>
                    <a:pt x="193377" y="191046"/>
                    <a:pt x="191046" y="193377"/>
                    <a:pt x="188174" y="193377"/>
                  </a:cubicBezTo>
                  <a:lnTo>
                    <a:pt x="162196" y="193377"/>
                  </a:lnTo>
                  <a:cubicBezTo>
                    <a:pt x="159325" y="193377"/>
                    <a:pt x="156993" y="191046"/>
                    <a:pt x="156993" y="188174"/>
                  </a:cubicBezTo>
                  <a:lnTo>
                    <a:pt x="156993" y="162196"/>
                  </a:lnTo>
                  <a:cubicBezTo>
                    <a:pt x="156993" y="159325"/>
                    <a:pt x="159325" y="156993"/>
                    <a:pt x="162196" y="156993"/>
                  </a:cubicBezTo>
                  <a:close/>
                  <a:moveTo>
                    <a:pt x="214162" y="156993"/>
                  </a:moveTo>
                  <a:lnTo>
                    <a:pt x="240149" y="156993"/>
                  </a:lnTo>
                  <a:cubicBezTo>
                    <a:pt x="243011" y="156993"/>
                    <a:pt x="245343" y="159325"/>
                    <a:pt x="245343" y="162196"/>
                  </a:cubicBezTo>
                  <a:lnTo>
                    <a:pt x="245343" y="188174"/>
                  </a:lnTo>
                  <a:cubicBezTo>
                    <a:pt x="245343" y="191046"/>
                    <a:pt x="243011" y="193377"/>
                    <a:pt x="240149" y="193377"/>
                  </a:cubicBezTo>
                  <a:lnTo>
                    <a:pt x="214162" y="193377"/>
                  </a:lnTo>
                  <a:cubicBezTo>
                    <a:pt x="211290" y="193377"/>
                    <a:pt x="208968" y="191046"/>
                    <a:pt x="208968" y="188174"/>
                  </a:cubicBezTo>
                  <a:lnTo>
                    <a:pt x="208968" y="162196"/>
                  </a:lnTo>
                  <a:cubicBezTo>
                    <a:pt x="208968" y="159325"/>
                    <a:pt x="211290" y="156993"/>
                    <a:pt x="214162" y="156993"/>
                  </a:cubicBezTo>
                  <a:close/>
                  <a:moveTo>
                    <a:pt x="162196" y="208968"/>
                  </a:moveTo>
                  <a:lnTo>
                    <a:pt x="188174" y="208968"/>
                  </a:lnTo>
                  <a:cubicBezTo>
                    <a:pt x="191046" y="208968"/>
                    <a:pt x="193377" y="211290"/>
                    <a:pt x="193377" y="214162"/>
                  </a:cubicBezTo>
                  <a:lnTo>
                    <a:pt x="193377" y="240149"/>
                  </a:lnTo>
                  <a:cubicBezTo>
                    <a:pt x="193377" y="243011"/>
                    <a:pt x="191046" y="245343"/>
                    <a:pt x="188174" y="245343"/>
                  </a:cubicBezTo>
                  <a:lnTo>
                    <a:pt x="162196" y="245343"/>
                  </a:lnTo>
                  <a:cubicBezTo>
                    <a:pt x="159325" y="245343"/>
                    <a:pt x="156993" y="243011"/>
                    <a:pt x="156993" y="240149"/>
                  </a:cubicBezTo>
                  <a:lnTo>
                    <a:pt x="156993" y="214162"/>
                  </a:lnTo>
                  <a:cubicBezTo>
                    <a:pt x="156993" y="211290"/>
                    <a:pt x="159325" y="208968"/>
                    <a:pt x="162196" y="208968"/>
                  </a:cubicBezTo>
                  <a:close/>
                  <a:moveTo>
                    <a:pt x="214162" y="208968"/>
                  </a:moveTo>
                  <a:lnTo>
                    <a:pt x="240149" y="208968"/>
                  </a:lnTo>
                  <a:cubicBezTo>
                    <a:pt x="243011" y="208968"/>
                    <a:pt x="245343" y="211290"/>
                    <a:pt x="245343" y="214162"/>
                  </a:cubicBezTo>
                  <a:lnTo>
                    <a:pt x="245343" y="240149"/>
                  </a:lnTo>
                  <a:cubicBezTo>
                    <a:pt x="245343" y="243011"/>
                    <a:pt x="243011" y="245343"/>
                    <a:pt x="240149" y="245343"/>
                  </a:cubicBezTo>
                  <a:lnTo>
                    <a:pt x="214162" y="245343"/>
                  </a:lnTo>
                  <a:cubicBezTo>
                    <a:pt x="211290" y="245343"/>
                    <a:pt x="208968" y="243011"/>
                    <a:pt x="208968" y="240149"/>
                  </a:cubicBezTo>
                  <a:lnTo>
                    <a:pt x="208968" y="214162"/>
                  </a:lnTo>
                  <a:cubicBezTo>
                    <a:pt x="208968" y="211290"/>
                    <a:pt x="211290" y="208968"/>
                    <a:pt x="214162" y="208968"/>
                  </a:cubicBez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0" name="圖說"/>
            <p:cNvSpPr/>
            <p:nvPr/>
          </p:nvSpPr>
          <p:spPr>
            <a:xfrm>
              <a:off x="8769096" y="5660136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900" dirty="0"/>
            </a:p>
          </p:txBody>
        </p:sp>
        <p:sp>
          <p:nvSpPr>
            <p:cNvPr id="261" name="圖示底圓"/>
            <p:cNvSpPr/>
            <p:nvPr/>
          </p:nvSpPr>
          <p:spPr>
            <a:xfrm>
              <a:off x="10142068" y="5221224"/>
              <a:ext cx="402336" cy="402336"/>
            </a:xfrm>
            <a:prstGeom prst="ellipse">
              <a:avLst/>
            </a:prstGeom>
            <a:solidFill>
              <a:srgbClr val="DDEDE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2" name="圖示 檢測"/>
            <p:cNvSpPr/>
            <p:nvPr/>
          </p:nvSpPr>
          <p:spPr>
            <a:xfrm>
              <a:off x="10142068" y="5221224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210778" y="210733"/>
                  </a:moveTo>
                  <a:cubicBezTo>
                    <a:pt x="215698" y="205813"/>
                    <a:pt x="218158" y="199806"/>
                    <a:pt x="218158" y="192719"/>
                  </a:cubicBezTo>
                  <a:cubicBezTo>
                    <a:pt x="218158" y="185641"/>
                    <a:pt x="215698" y="179643"/>
                    <a:pt x="210778" y="174742"/>
                  </a:cubicBezTo>
                  <a:cubicBezTo>
                    <a:pt x="205877" y="169841"/>
                    <a:pt x="199879" y="167390"/>
                    <a:pt x="192774" y="167390"/>
                  </a:cubicBezTo>
                  <a:cubicBezTo>
                    <a:pt x="185669" y="167390"/>
                    <a:pt x="179661" y="169822"/>
                    <a:pt x="174742" y="174687"/>
                  </a:cubicBezTo>
                  <a:cubicBezTo>
                    <a:pt x="169841" y="179561"/>
                    <a:pt x="167390" y="185541"/>
                    <a:pt x="167390" y="192646"/>
                  </a:cubicBezTo>
                  <a:cubicBezTo>
                    <a:pt x="167390" y="199732"/>
                    <a:pt x="169841" y="205749"/>
                    <a:pt x="174742" y="210705"/>
                  </a:cubicBezTo>
                  <a:cubicBezTo>
                    <a:pt x="179643" y="215661"/>
                    <a:pt x="185651" y="218139"/>
                    <a:pt x="192746" y="218139"/>
                  </a:cubicBezTo>
                  <a:cubicBezTo>
                    <a:pt x="199870" y="218139"/>
                    <a:pt x="205886" y="215680"/>
                    <a:pt x="210806" y="210760"/>
                  </a:cubicBezTo>
                  <a:close/>
                  <a:moveTo>
                    <a:pt x="192902" y="234946"/>
                  </a:moveTo>
                  <a:cubicBezTo>
                    <a:pt x="181161" y="234946"/>
                    <a:pt x="171176" y="230813"/>
                    <a:pt x="162946" y="222556"/>
                  </a:cubicBezTo>
                  <a:cubicBezTo>
                    <a:pt x="154716" y="214290"/>
                    <a:pt x="150602" y="204332"/>
                    <a:pt x="150602" y="192673"/>
                  </a:cubicBezTo>
                  <a:cubicBezTo>
                    <a:pt x="150602" y="181097"/>
                    <a:pt x="154726" y="171194"/>
                    <a:pt x="162974" y="162946"/>
                  </a:cubicBezTo>
                  <a:cubicBezTo>
                    <a:pt x="171221" y="154698"/>
                    <a:pt x="181152" y="150574"/>
                    <a:pt x="192774" y="150574"/>
                  </a:cubicBezTo>
                  <a:cubicBezTo>
                    <a:pt x="204396" y="150574"/>
                    <a:pt x="214335" y="154698"/>
                    <a:pt x="222583" y="162946"/>
                  </a:cubicBezTo>
                  <a:cubicBezTo>
                    <a:pt x="230822" y="171176"/>
                    <a:pt x="234946" y="181124"/>
                    <a:pt x="234946" y="192801"/>
                  </a:cubicBezTo>
                  <a:cubicBezTo>
                    <a:pt x="234946" y="196523"/>
                    <a:pt x="234315" y="200336"/>
                    <a:pt x="233053" y="204231"/>
                  </a:cubicBezTo>
                  <a:cubicBezTo>
                    <a:pt x="231782" y="208136"/>
                    <a:pt x="229972" y="212004"/>
                    <a:pt x="227594" y="215853"/>
                  </a:cubicBezTo>
                  <a:lnTo>
                    <a:pt x="248744" y="237003"/>
                  </a:lnTo>
                  <a:cubicBezTo>
                    <a:pt x="250427" y="238677"/>
                    <a:pt x="251222" y="240643"/>
                    <a:pt x="251140" y="242901"/>
                  </a:cubicBezTo>
                  <a:cubicBezTo>
                    <a:pt x="251049" y="245151"/>
                    <a:pt x="250180" y="247126"/>
                    <a:pt x="248534" y="248827"/>
                  </a:cubicBezTo>
                  <a:cubicBezTo>
                    <a:pt x="246842" y="250482"/>
                    <a:pt x="244867" y="251305"/>
                    <a:pt x="242609" y="251268"/>
                  </a:cubicBezTo>
                  <a:cubicBezTo>
                    <a:pt x="240341" y="251250"/>
                    <a:pt x="238366" y="250399"/>
                    <a:pt x="236692" y="248717"/>
                  </a:cubicBezTo>
                  <a:lnTo>
                    <a:pt x="215798" y="227905"/>
                  </a:lnTo>
                  <a:cubicBezTo>
                    <a:pt x="211949" y="230209"/>
                    <a:pt x="208099" y="231956"/>
                    <a:pt x="204231" y="233154"/>
                  </a:cubicBezTo>
                  <a:cubicBezTo>
                    <a:pt x="200391" y="234352"/>
                    <a:pt x="196605" y="234946"/>
                    <a:pt x="192884" y="234946"/>
                  </a:cubicBezTo>
                  <a:close/>
                  <a:moveTo>
                    <a:pt x="123791" y="296275"/>
                  </a:moveTo>
                  <a:cubicBezTo>
                    <a:pt x="119009" y="296275"/>
                    <a:pt x="114858" y="294510"/>
                    <a:pt x="111337" y="290999"/>
                  </a:cubicBezTo>
                  <a:cubicBezTo>
                    <a:pt x="107826" y="287478"/>
                    <a:pt x="106070" y="283327"/>
                    <a:pt x="106070" y="278545"/>
                  </a:cubicBezTo>
                  <a:lnTo>
                    <a:pt x="106070" y="243267"/>
                  </a:lnTo>
                  <a:cubicBezTo>
                    <a:pt x="106070" y="240771"/>
                    <a:pt x="106921" y="238668"/>
                    <a:pt x="108640" y="236948"/>
                  </a:cubicBezTo>
                  <a:cubicBezTo>
                    <a:pt x="110350" y="235229"/>
                    <a:pt x="112462" y="234388"/>
                    <a:pt x="114977" y="234397"/>
                  </a:cubicBezTo>
                  <a:cubicBezTo>
                    <a:pt x="117491" y="234397"/>
                    <a:pt x="119585" y="235248"/>
                    <a:pt x="121268" y="236948"/>
                  </a:cubicBezTo>
                  <a:cubicBezTo>
                    <a:pt x="122950" y="238649"/>
                    <a:pt x="123791" y="240752"/>
                    <a:pt x="123791" y="243267"/>
                  </a:cubicBezTo>
                  <a:lnTo>
                    <a:pt x="123791" y="278545"/>
                  </a:lnTo>
                  <a:lnTo>
                    <a:pt x="159078" y="278545"/>
                  </a:lnTo>
                  <a:cubicBezTo>
                    <a:pt x="161565" y="278545"/>
                    <a:pt x="163668" y="279404"/>
                    <a:pt x="165388" y="281123"/>
                  </a:cubicBezTo>
                  <a:cubicBezTo>
                    <a:pt x="167107" y="282833"/>
                    <a:pt x="167948" y="284945"/>
                    <a:pt x="167939" y="287460"/>
                  </a:cubicBezTo>
                  <a:cubicBezTo>
                    <a:pt x="167939" y="289975"/>
                    <a:pt x="167088" y="292069"/>
                    <a:pt x="165388" y="293751"/>
                  </a:cubicBezTo>
                  <a:cubicBezTo>
                    <a:pt x="163687" y="295433"/>
                    <a:pt x="161584" y="296275"/>
                    <a:pt x="159078" y="296275"/>
                  </a:cubicBezTo>
                  <a:lnTo>
                    <a:pt x="123791" y="296275"/>
                  </a:lnTo>
                  <a:close/>
                  <a:moveTo>
                    <a:pt x="278572" y="296275"/>
                  </a:moveTo>
                  <a:lnTo>
                    <a:pt x="243285" y="296275"/>
                  </a:lnTo>
                  <a:cubicBezTo>
                    <a:pt x="240798" y="296275"/>
                    <a:pt x="238686" y="295415"/>
                    <a:pt x="236976" y="293696"/>
                  </a:cubicBezTo>
                  <a:cubicBezTo>
                    <a:pt x="235257" y="291986"/>
                    <a:pt x="234406" y="289874"/>
                    <a:pt x="234425" y="287359"/>
                  </a:cubicBezTo>
                  <a:cubicBezTo>
                    <a:pt x="234425" y="284845"/>
                    <a:pt x="235275" y="282751"/>
                    <a:pt x="236976" y="281068"/>
                  </a:cubicBezTo>
                  <a:cubicBezTo>
                    <a:pt x="238668" y="279386"/>
                    <a:pt x="240780" y="278545"/>
                    <a:pt x="243285" y="278545"/>
                  </a:cubicBezTo>
                  <a:lnTo>
                    <a:pt x="278572" y="278545"/>
                  </a:lnTo>
                  <a:lnTo>
                    <a:pt x="278572" y="243267"/>
                  </a:lnTo>
                  <a:cubicBezTo>
                    <a:pt x="278572" y="240771"/>
                    <a:pt x="279431" y="238668"/>
                    <a:pt x="281151" y="236948"/>
                  </a:cubicBezTo>
                  <a:cubicBezTo>
                    <a:pt x="282860" y="235229"/>
                    <a:pt x="284973" y="234388"/>
                    <a:pt x="287487" y="234397"/>
                  </a:cubicBezTo>
                  <a:cubicBezTo>
                    <a:pt x="290002" y="234397"/>
                    <a:pt x="292105" y="235248"/>
                    <a:pt x="293806" y="236948"/>
                  </a:cubicBezTo>
                  <a:cubicBezTo>
                    <a:pt x="295498" y="238649"/>
                    <a:pt x="296348" y="240752"/>
                    <a:pt x="296348" y="243267"/>
                  </a:cubicBezTo>
                  <a:lnTo>
                    <a:pt x="296348" y="278545"/>
                  </a:lnTo>
                  <a:cubicBezTo>
                    <a:pt x="296348" y="283327"/>
                    <a:pt x="294592" y="287478"/>
                    <a:pt x="291072" y="290999"/>
                  </a:cubicBezTo>
                  <a:cubicBezTo>
                    <a:pt x="287561" y="294510"/>
                    <a:pt x="283400" y="296275"/>
                    <a:pt x="278599" y="296275"/>
                  </a:cubicBezTo>
                  <a:close/>
                  <a:moveTo>
                    <a:pt x="106070" y="159051"/>
                  </a:moveTo>
                  <a:lnTo>
                    <a:pt x="106070" y="123764"/>
                  </a:lnTo>
                  <a:cubicBezTo>
                    <a:pt x="106070" y="118963"/>
                    <a:pt x="107826" y="114803"/>
                    <a:pt x="111337" y="111292"/>
                  </a:cubicBezTo>
                  <a:cubicBezTo>
                    <a:pt x="114858" y="107771"/>
                    <a:pt x="119009" y="106016"/>
                    <a:pt x="123791" y="106016"/>
                  </a:cubicBezTo>
                  <a:lnTo>
                    <a:pt x="159078" y="106016"/>
                  </a:lnTo>
                  <a:cubicBezTo>
                    <a:pt x="161565" y="106016"/>
                    <a:pt x="163668" y="106884"/>
                    <a:pt x="165388" y="108612"/>
                  </a:cubicBezTo>
                  <a:cubicBezTo>
                    <a:pt x="167088" y="110341"/>
                    <a:pt x="167939" y="112462"/>
                    <a:pt x="167939" y="114977"/>
                  </a:cubicBezTo>
                  <a:cubicBezTo>
                    <a:pt x="167939" y="117491"/>
                    <a:pt x="167088" y="119585"/>
                    <a:pt x="165388" y="121268"/>
                  </a:cubicBezTo>
                  <a:cubicBezTo>
                    <a:pt x="163687" y="122950"/>
                    <a:pt x="161584" y="123791"/>
                    <a:pt x="159078" y="123791"/>
                  </a:cubicBezTo>
                  <a:lnTo>
                    <a:pt x="123791" y="123791"/>
                  </a:lnTo>
                  <a:lnTo>
                    <a:pt x="123791" y="159078"/>
                  </a:lnTo>
                  <a:cubicBezTo>
                    <a:pt x="123791" y="161565"/>
                    <a:pt x="122932" y="163668"/>
                    <a:pt x="121213" y="165388"/>
                  </a:cubicBezTo>
                  <a:cubicBezTo>
                    <a:pt x="119503" y="167107"/>
                    <a:pt x="117391" y="167939"/>
                    <a:pt x="114876" y="167911"/>
                  </a:cubicBezTo>
                  <a:cubicBezTo>
                    <a:pt x="112361" y="167911"/>
                    <a:pt x="110267" y="167061"/>
                    <a:pt x="108585" y="165360"/>
                  </a:cubicBezTo>
                  <a:cubicBezTo>
                    <a:pt x="106903" y="163668"/>
                    <a:pt x="106070" y="161556"/>
                    <a:pt x="106070" y="159051"/>
                  </a:cubicBezTo>
                  <a:close/>
                  <a:moveTo>
                    <a:pt x="278545" y="159051"/>
                  </a:moveTo>
                  <a:lnTo>
                    <a:pt x="278545" y="123764"/>
                  </a:lnTo>
                  <a:lnTo>
                    <a:pt x="243285" y="123764"/>
                  </a:lnTo>
                  <a:cubicBezTo>
                    <a:pt x="240798" y="123764"/>
                    <a:pt x="238686" y="122905"/>
                    <a:pt x="236976" y="121185"/>
                  </a:cubicBezTo>
                  <a:cubicBezTo>
                    <a:pt x="235257" y="119476"/>
                    <a:pt x="234406" y="117372"/>
                    <a:pt x="234425" y="114876"/>
                  </a:cubicBezTo>
                  <a:cubicBezTo>
                    <a:pt x="234425" y="112361"/>
                    <a:pt x="235275" y="110258"/>
                    <a:pt x="236976" y="108558"/>
                  </a:cubicBezTo>
                  <a:cubicBezTo>
                    <a:pt x="238668" y="106866"/>
                    <a:pt x="240780" y="106016"/>
                    <a:pt x="243285" y="106016"/>
                  </a:cubicBezTo>
                  <a:lnTo>
                    <a:pt x="278572" y="106016"/>
                  </a:lnTo>
                  <a:cubicBezTo>
                    <a:pt x="283373" y="106016"/>
                    <a:pt x="287533" y="107771"/>
                    <a:pt x="291044" y="111292"/>
                  </a:cubicBezTo>
                  <a:cubicBezTo>
                    <a:pt x="294565" y="114803"/>
                    <a:pt x="296320" y="118963"/>
                    <a:pt x="296320" y="123764"/>
                  </a:cubicBezTo>
                  <a:lnTo>
                    <a:pt x="296320" y="159051"/>
                  </a:lnTo>
                  <a:cubicBezTo>
                    <a:pt x="296320" y="161538"/>
                    <a:pt x="295452" y="163650"/>
                    <a:pt x="293724" y="165360"/>
                  </a:cubicBezTo>
                  <a:cubicBezTo>
                    <a:pt x="291995" y="167061"/>
                    <a:pt x="289874" y="167911"/>
                    <a:pt x="287359" y="167911"/>
                  </a:cubicBezTo>
                  <a:cubicBezTo>
                    <a:pt x="284845" y="167911"/>
                    <a:pt x="282751" y="167061"/>
                    <a:pt x="281068" y="165360"/>
                  </a:cubicBezTo>
                  <a:cubicBezTo>
                    <a:pt x="279386" y="163668"/>
                    <a:pt x="278545" y="161556"/>
                    <a:pt x="278545" y="159051"/>
                  </a:cubicBezTo>
                  <a:close/>
                </a:path>
              </a:pathLst>
            </a:cu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3" name="圖說"/>
            <p:cNvSpPr/>
            <p:nvPr/>
          </p:nvSpPr>
          <p:spPr>
            <a:xfrm>
              <a:off x="9867748" y="5660136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900" dirty="0"/>
            </a:p>
          </p:txBody>
        </p:sp>
        <p:sp>
          <p:nvSpPr>
            <p:cNvPr id="264" name="圖示底圓"/>
            <p:cNvSpPr/>
            <p:nvPr/>
          </p:nvSpPr>
          <p:spPr>
            <a:xfrm>
              <a:off x="11240719" y="5221224"/>
              <a:ext cx="402336" cy="402336"/>
            </a:xfrm>
            <a:prstGeom prst="ellipse">
              <a:avLst/>
            </a:prstGeom>
            <a:solidFill>
              <a:srgbClr val="0F7C80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5" name="圖示 維修"/>
            <p:cNvSpPr/>
            <p:nvPr/>
          </p:nvSpPr>
          <p:spPr>
            <a:xfrm>
              <a:off x="11240719" y="5221224"/>
              <a:ext cx="402336" cy="402336"/>
            </a:xfrm>
            <a:custGeom>
              <a:avLst/>
              <a:gdLst/>
              <a:ahLst/>
              <a:cxnLst/>
              <a:rect l="l" t="t" r="r" b="b"/>
              <a:pathLst>
                <a:path w="402336" h="402336">
                  <a:moveTo>
                    <a:pt x="167756" y="230813"/>
                  </a:moveTo>
                  <a:cubicBezTo>
                    <a:pt x="150519" y="230813"/>
                    <a:pt x="135880" y="224805"/>
                    <a:pt x="123837" y="212781"/>
                  </a:cubicBezTo>
                  <a:cubicBezTo>
                    <a:pt x="111804" y="200757"/>
                    <a:pt x="105778" y="186199"/>
                    <a:pt x="105778" y="169100"/>
                  </a:cubicBezTo>
                  <a:cubicBezTo>
                    <a:pt x="105778" y="165634"/>
                    <a:pt x="106061" y="162388"/>
                    <a:pt x="106610" y="159362"/>
                  </a:cubicBezTo>
                  <a:cubicBezTo>
                    <a:pt x="107168" y="156326"/>
                    <a:pt x="108100" y="153125"/>
                    <a:pt x="109417" y="149742"/>
                  </a:cubicBezTo>
                  <a:cubicBezTo>
                    <a:pt x="109975" y="148325"/>
                    <a:pt x="110816" y="147209"/>
                    <a:pt x="111941" y="146395"/>
                  </a:cubicBezTo>
                  <a:cubicBezTo>
                    <a:pt x="113066" y="145600"/>
                    <a:pt x="114273" y="145024"/>
                    <a:pt x="115553" y="144676"/>
                  </a:cubicBezTo>
                  <a:cubicBezTo>
                    <a:pt x="116833" y="144329"/>
                    <a:pt x="118150" y="144338"/>
                    <a:pt x="119503" y="144704"/>
                  </a:cubicBezTo>
                  <a:cubicBezTo>
                    <a:pt x="120847" y="145070"/>
                    <a:pt x="122091" y="145810"/>
                    <a:pt x="123215" y="146935"/>
                  </a:cubicBezTo>
                  <a:lnTo>
                    <a:pt x="152184" y="175940"/>
                  </a:lnTo>
                  <a:lnTo>
                    <a:pt x="176095" y="153592"/>
                  </a:lnTo>
                  <a:lnTo>
                    <a:pt x="145819" y="123316"/>
                  </a:lnTo>
                  <a:cubicBezTo>
                    <a:pt x="144658" y="122210"/>
                    <a:pt x="143908" y="121003"/>
                    <a:pt x="143561" y="119686"/>
                  </a:cubicBezTo>
                  <a:cubicBezTo>
                    <a:pt x="143213" y="118369"/>
                    <a:pt x="143213" y="117061"/>
                    <a:pt x="143561" y="115754"/>
                  </a:cubicBezTo>
                  <a:cubicBezTo>
                    <a:pt x="143908" y="114455"/>
                    <a:pt x="144466" y="113294"/>
                    <a:pt x="145252" y="112279"/>
                  </a:cubicBezTo>
                  <a:cubicBezTo>
                    <a:pt x="146030" y="111255"/>
                    <a:pt x="147145" y="110423"/>
                    <a:pt x="148599" y="109783"/>
                  </a:cubicBezTo>
                  <a:cubicBezTo>
                    <a:pt x="151928" y="108484"/>
                    <a:pt x="155091" y="107497"/>
                    <a:pt x="158091" y="106820"/>
                  </a:cubicBezTo>
                  <a:cubicBezTo>
                    <a:pt x="161062" y="106144"/>
                    <a:pt x="164281" y="105805"/>
                    <a:pt x="167728" y="105805"/>
                  </a:cubicBezTo>
                  <a:cubicBezTo>
                    <a:pt x="185294" y="105805"/>
                    <a:pt x="200226" y="111959"/>
                    <a:pt x="212525" y="124258"/>
                  </a:cubicBezTo>
                  <a:cubicBezTo>
                    <a:pt x="224824" y="136556"/>
                    <a:pt x="230968" y="151498"/>
                    <a:pt x="230968" y="169082"/>
                  </a:cubicBezTo>
                  <a:cubicBezTo>
                    <a:pt x="230968" y="173169"/>
                    <a:pt x="230575" y="177165"/>
                    <a:pt x="229780" y="181079"/>
                  </a:cubicBezTo>
                  <a:cubicBezTo>
                    <a:pt x="228984" y="185001"/>
                    <a:pt x="227905" y="188942"/>
                    <a:pt x="226552" y="192929"/>
                  </a:cubicBezTo>
                  <a:lnTo>
                    <a:pt x="284762" y="251113"/>
                  </a:lnTo>
                  <a:cubicBezTo>
                    <a:pt x="289728" y="255941"/>
                    <a:pt x="292169" y="261802"/>
                    <a:pt x="292059" y="268678"/>
                  </a:cubicBezTo>
                  <a:cubicBezTo>
                    <a:pt x="291959" y="275554"/>
                    <a:pt x="289362" y="281361"/>
                    <a:pt x="284269" y="286107"/>
                  </a:cubicBezTo>
                  <a:cubicBezTo>
                    <a:pt x="279486" y="290560"/>
                    <a:pt x="273817" y="292745"/>
                    <a:pt x="267270" y="292663"/>
                  </a:cubicBezTo>
                  <a:cubicBezTo>
                    <a:pt x="260723" y="292571"/>
                    <a:pt x="255072" y="290157"/>
                    <a:pt x="250308" y="285412"/>
                  </a:cubicBezTo>
                  <a:lnTo>
                    <a:pt x="191530" y="226369"/>
                  </a:lnTo>
                  <a:cubicBezTo>
                    <a:pt x="187626" y="227722"/>
                    <a:pt x="183749" y="228801"/>
                    <a:pt x="179890" y="229597"/>
                  </a:cubicBezTo>
                  <a:cubicBezTo>
                    <a:pt x="176040" y="230411"/>
                    <a:pt x="171989" y="230813"/>
                    <a:pt x="167728" y="230813"/>
                  </a:cubicBezTo>
                  <a:close/>
                  <a:moveTo>
                    <a:pt x="167756" y="213796"/>
                  </a:moveTo>
                  <a:cubicBezTo>
                    <a:pt x="172081" y="213796"/>
                    <a:pt x="176671" y="213101"/>
                    <a:pt x="181527" y="211720"/>
                  </a:cubicBezTo>
                  <a:cubicBezTo>
                    <a:pt x="186373" y="210330"/>
                    <a:pt x="190616" y="208255"/>
                    <a:pt x="194255" y="205484"/>
                  </a:cubicBezTo>
                  <a:lnTo>
                    <a:pt x="262460" y="273689"/>
                  </a:lnTo>
                  <a:cubicBezTo>
                    <a:pt x="263850" y="275106"/>
                    <a:pt x="265578" y="275820"/>
                    <a:pt x="267663" y="275820"/>
                  </a:cubicBezTo>
                  <a:cubicBezTo>
                    <a:pt x="269739" y="275820"/>
                    <a:pt x="271476" y="275116"/>
                    <a:pt x="272857" y="273716"/>
                  </a:cubicBezTo>
                  <a:cubicBezTo>
                    <a:pt x="274247" y="272308"/>
                    <a:pt x="274933" y="270580"/>
                    <a:pt x="274933" y="268523"/>
                  </a:cubicBezTo>
                  <a:cubicBezTo>
                    <a:pt x="274933" y="266456"/>
                    <a:pt x="274247" y="264719"/>
                    <a:pt x="272857" y="263292"/>
                  </a:cubicBezTo>
                  <a:lnTo>
                    <a:pt x="205685" y="196130"/>
                  </a:lnTo>
                  <a:cubicBezTo>
                    <a:pt x="208465" y="192490"/>
                    <a:pt x="210541" y="188202"/>
                    <a:pt x="211921" y="183264"/>
                  </a:cubicBezTo>
                  <a:cubicBezTo>
                    <a:pt x="213311" y="178326"/>
                    <a:pt x="214006" y="173608"/>
                    <a:pt x="214006" y="169100"/>
                  </a:cubicBezTo>
                  <a:cubicBezTo>
                    <a:pt x="214006" y="156116"/>
                    <a:pt x="209196" y="145115"/>
                    <a:pt x="199586" y="136099"/>
                  </a:cubicBezTo>
                  <a:cubicBezTo>
                    <a:pt x="189967" y="127092"/>
                    <a:pt x="179012" y="122502"/>
                    <a:pt x="166713" y="122328"/>
                  </a:cubicBezTo>
                  <a:lnTo>
                    <a:pt x="192408" y="148553"/>
                  </a:lnTo>
                  <a:cubicBezTo>
                    <a:pt x="194182" y="150355"/>
                    <a:pt x="195014" y="152494"/>
                    <a:pt x="194932" y="154973"/>
                  </a:cubicBezTo>
                  <a:cubicBezTo>
                    <a:pt x="194849" y="157441"/>
                    <a:pt x="193917" y="159563"/>
                    <a:pt x="192152" y="161337"/>
                  </a:cubicBezTo>
                  <a:lnTo>
                    <a:pt x="159206" y="192207"/>
                  </a:lnTo>
                  <a:cubicBezTo>
                    <a:pt x="157332" y="193835"/>
                    <a:pt x="155174" y="194648"/>
                    <a:pt x="152732" y="194648"/>
                  </a:cubicBezTo>
                  <a:cubicBezTo>
                    <a:pt x="150291" y="194648"/>
                    <a:pt x="148270" y="193835"/>
                    <a:pt x="146679" y="192207"/>
                  </a:cubicBezTo>
                  <a:lnTo>
                    <a:pt x="122018" y="167802"/>
                  </a:lnTo>
                  <a:cubicBezTo>
                    <a:pt x="122539" y="181143"/>
                    <a:pt x="127275" y="192143"/>
                    <a:pt x="136236" y="200802"/>
                  </a:cubicBezTo>
                  <a:cubicBezTo>
                    <a:pt x="145188" y="209462"/>
                    <a:pt x="155695" y="213796"/>
                    <a:pt x="167756" y="213796"/>
                  </a:cubicBezTo>
                  <a:close/>
                  <a:moveTo>
                    <a:pt x="198827" y="199449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6" name="圖說"/>
            <p:cNvSpPr/>
            <p:nvPr/>
          </p:nvSpPr>
          <p:spPr>
            <a:xfrm>
              <a:off x="10966399" y="5660136"/>
              <a:ext cx="9509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900" dirty="0"/>
            </a:p>
          </p:txBody>
        </p:sp>
        <p:cxnSp>
          <p:nvCxnSpPr>
            <p:cNvPr id="267" name="連接線"/>
            <p:cNvCxnSpPr>
              <a:stCxn id="258" idx="6"/>
              <a:endCxn id="261" idx="2"/>
            </p:cNvCxnSpPr>
            <p:nvPr/>
          </p:nvCxnSpPr>
          <p:spPr>
            <a:xfrm>
              <a:off x="9445752" y="5422392"/>
              <a:ext cx="696316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  <p:cxnSp>
          <p:nvCxnSpPr>
            <p:cNvPr id="268" name="連接線"/>
            <p:cNvCxnSpPr>
              <a:stCxn id="261" idx="6"/>
              <a:endCxn id="264" idx="2"/>
            </p:cNvCxnSpPr>
            <p:nvPr/>
          </p:nvCxnSpPr>
          <p:spPr>
            <a:xfrm>
              <a:off x="10544404" y="5422392"/>
              <a:ext cx="696316" cy="0"/>
            </a:xfrm>
            <a:prstGeom prst="straightConnector1">
              <a:avLst/>
            </a:prstGeom>
            <a:ln w="15875">
              <a:solidFill>
                <a:srgbClr val="8C8C8C"/>
              </a:solidFill>
              <a:prstDash val="solid"/>
              <a:tailEnd type="triangle" w="lg" len="lg"/>
            </a:ln>
          </p:spPr>
        </p:cxnSp>
      </p:grpSp>
      <p:sp>
        <p:nvSpPr>
          <p:cNvPr id="269" name="Text 267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270" name="Text 268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色彩、字級與元件語言一覽：全圓角膠囊與大圓角卡、較深柔和陰影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7909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48280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5488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#0F7C80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79576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0B5E6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06424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9848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#0B5E61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10512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E0F0F0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37360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00784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#E0F0F0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441448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F2A541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368296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#F2A541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72384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999232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62656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03320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30168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93592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334256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61104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24528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65192" y="23317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92040" y="2889504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55464" y="3090672"/>
            <a:ext cx="7132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8640" y="3643884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49808" y="3547872"/>
            <a:ext cx="48280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300" dirty="0"/>
          </a:p>
        </p:txBody>
      </p:sp>
      <p:sp>
        <p:nvSpPr>
          <p:cNvPr id="34" name="線條"/>
          <p:cNvSpPr/>
          <p:nvPr/>
        </p:nvSpPr>
        <p:spPr>
          <a:xfrm>
            <a:off x="548640" y="3931920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36pt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4590288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499262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537667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572414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72200" y="187909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73368" y="1783080"/>
            <a:ext cx="526968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300" dirty="0"/>
          </a:p>
        </p:txBody>
      </p:sp>
      <p:sp>
        <p:nvSpPr>
          <p:cNvPr id="42" name="線條"/>
          <p:cNvSpPr/>
          <p:nvPr/>
        </p:nvSpPr>
        <p:spPr>
          <a:xfrm>
            <a:off x="6172200" y="2167128"/>
            <a:ext cx="5470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33172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012680" y="2331720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白底無框＋陰影＋陰影</a:t>
            </a:r>
            <a:endParaRPr lang="en-US" sz="1000" dirty="0"/>
          </a:p>
        </p:txBody>
      </p:sp>
      <p:sp>
        <p:nvSpPr>
          <p:cNvPr id="45" name="卡片"/>
          <p:cNvSpPr/>
          <p:nvPr/>
        </p:nvSpPr>
        <p:spPr>
          <a:xfrm>
            <a:off x="7086600" y="2368296"/>
            <a:ext cx="1325880" cy="475488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卡片"/>
          <p:cNvSpPr/>
          <p:nvPr/>
        </p:nvSpPr>
        <p:spPr>
          <a:xfrm>
            <a:off x="8595360" y="2368296"/>
            <a:ext cx="1188720" cy="475488"/>
          </a:xfrm>
          <a:prstGeom prst="roundRect">
            <a:avLst>
              <a:gd name="adj" fmla="val 42308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595360" y="2368296"/>
            <a:ext cx="1188720" cy="164592"/>
          </a:xfrm>
          <a:custGeom>
            <a:avLst/>
            <a:gdLst/>
            <a:ahLst/>
            <a:cxnLst/>
            <a:rect l="l" t="t" r="r" b="b"/>
            <a:pathLst>
              <a:path w="1188720" h="164592">
                <a:moveTo>
                  <a:pt x="0" y="164592"/>
                </a:moveTo>
                <a:lnTo>
                  <a:pt x="0" y="164592"/>
                </a:lnTo>
                <a:arcTo hR="164592" wR="164592" stAng="10800000" swAng="5400000"/>
                <a:lnTo>
                  <a:pt x="1024128" y="0"/>
                </a:lnTo>
                <a:arcTo hR="164592" wR="164592" stAng="16200000" swAng="5400000"/>
                <a:lnTo>
                  <a:pt x="1188720" y="164592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線條"/>
          <p:cNvSpPr/>
          <p:nvPr/>
        </p:nvSpPr>
        <p:spPr>
          <a:xfrm>
            <a:off x="6172200" y="2935224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2980944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012680" y="2980944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淡色底膠囊</a:t>
            </a:r>
            <a:endParaRPr lang="en-US" sz="1000" dirty="0"/>
          </a:p>
        </p:txBody>
      </p:sp>
      <p:sp>
        <p:nvSpPr>
          <p:cNvPr id="51" name="標籤"/>
          <p:cNvSpPr/>
          <p:nvPr/>
        </p:nvSpPr>
        <p:spPr>
          <a:xfrm>
            <a:off x="7086600" y="3108960"/>
            <a:ext cx="550591" cy="29260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200" dirty="0"/>
          </a:p>
        </p:txBody>
      </p:sp>
      <p:sp>
        <p:nvSpPr>
          <p:cNvPr id="52" name="標籤"/>
          <p:cNvSpPr/>
          <p:nvPr/>
        </p:nvSpPr>
        <p:spPr>
          <a:xfrm>
            <a:off x="7746919" y="3108960"/>
            <a:ext cx="550591" cy="292608"/>
          </a:xfrm>
          <a:prstGeom prst="roundRect">
            <a:avLst>
              <a:gd name="adj" fmla="val 50000"/>
            </a:avLst>
          </a:prstGeom>
          <a:solidFill>
            <a:srgbClr val="FCEBD5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5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200" dirty="0"/>
          </a:p>
        </p:txBody>
      </p:sp>
      <p:sp>
        <p:nvSpPr>
          <p:cNvPr id="53" name="標籤"/>
          <p:cNvSpPr/>
          <p:nvPr/>
        </p:nvSpPr>
        <p:spPr>
          <a:xfrm>
            <a:off x="8407237" y="3108960"/>
            <a:ext cx="550591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200" dirty="0"/>
          </a:p>
        </p:txBody>
      </p:sp>
      <p:sp>
        <p:nvSpPr>
          <p:cNvPr id="54" name="線條"/>
          <p:cNvSpPr/>
          <p:nvPr/>
        </p:nvSpPr>
        <p:spPr>
          <a:xfrm>
            <a:off x="6172200" y="3584448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72200" y="3630168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012680" y="3630168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實心圓＋光暈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064654" y="3663086"/>
            <a:ext cx="482803" cy="48280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編號"/>
          <p:cNvSpPr/>
          <p:nvPr/>
        </p:nvSpPr>
        <p:spPr>
          <a:xfrm>
            <a:off x="7123176" y="3721608"/>
            <a:ext cx="365760" cy="36576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631582" y="3663086"/>
            <a:ext cx="482803" cy="48280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編號"/>
          <p:cNvSpPr/>
          <p:nvPr/>
        </p:nvSpPr>
        <p:spPr>
          <a:xfrm>
            <a:off x="7690104" y="3721608"/>
            <a:ext cx="365760" cy="36576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198510" y="3663086"/>
            <a:ext cx="482803" cy="48280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編號"/>
          <p:cNvSpPr/>
          <p:nvPr/>
        </p:nvSpPr>
        <p:spPr>
          <a:xfrm>
            <a:off x="8257032" y="3721608"/>
            <a:ext cx="365760" cy="36576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869680" y="3630168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400" dirty="0"/>
          </a:p>
        </p:txBody>
      </p:sp>
      <p:sp>
        <p:nvSpPr>
          <p:cNvPr id="64" name="線條"/>
          <p:cNvSpPr/>
          <p:nvPr/>
        </p:nvSpPr>
        <p:spPr>
          <a:xfrm>
            <a:off x="6172200" y="4233672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72200" y="4279392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0012680" y="4279392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 V 形 ›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08660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200" dirty="0"/>
          </a:p>
        </p:txBody>
      </p:sp>
      <p:sp>
        <p:nvSpPr>
          <p:cNvPr id="68" name="分隔"/>
          <p:cNvSpPr/>
          <p:nvPr/>
        </p:nvSpPr>
        <p:spPr>
          <a:xfrm>
            <a:off x="7859268" y="4453128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18388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200" dirty="0"/>
          </a:p>
        </p:txBody>
      </p:sp>
      <p:sp>
        <p:nvSpPr>
          <p:cNvPr id="70" name="分隔"/>
          <p:cNvSpPr/>
          <p:nvPr/>
        </p:nvSpPr>
        <p:spPr>
          <a:xfrm>
            <a:off x="8956548" y="4453128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9281160" y="4279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72" name="線條"/>
          <p:cNvSpPr/>
          <p:nvPr/>
        </p:nvSpPr>
        <p:spPr>
          <a:xfrm>
            <a:off x="6172200" y="4882896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72200" y="4928616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10012680" y="4928616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1.25pt 實線＋三角箭頭</a:t>
            </a:r>
            <a:endParaRPr lang="en-US" sz="1000" dirty="0"/>
          </a:p>
        </p:txBody>
      </p:sp>
      <p:sp>
        <p:nvSpPr>
          <p:cNvPr id="75" name="線條"/>
          <p:cNvSpPr/>
          <p:nvPr/>
        </p:nvSpPr>
        <p:spPr>
          <a:xfrm>
            <a:off x="7086600" y="5202936"/>
            <a:ext cx="11887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oval" w="lg" len="lg"/>
            <a:tailEnd type="triangle" w="lg" len="lg"/>
          </a:ln>
        </p:spPr>
      </p:sp>
      <p:sp>
        <p:nvSpPr>
          <p:cNvPr id="76" name="連接線"/>
          <p:cNvSpPr/>
          <p:nvPr/>
        </p:nvSpPr>
        <p:spPr>
          <a:xfrm>
            <a:off x="8549640" y="5001768"/>
            <a:ext cx="1234440" cy="402336"/>
          </a:xfrm>
          <a:custGeom>
            <a:avLst/>
            <a:gdLst/>
            <a:ahLst/>
            <a:cxnLst/>
            <a:rect l="l" t="t" r="r" b="b"/>
            <a:pathLst>
              <a:path w="1234440" h="402336">
                <a:moveTo>
                  <a:pt x="0" y="0"/>
                </a:moveTo>
                <a:lnTo>
                  <a:pt x="548640" y="0"/>
                </a:lnTo>
                <a:lnTo>
                  <a:pt x="548640" y="402336"/>
                </a:lnTo>
                <a:lnTo>
                  <a:pt x="1234440" y="402336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headEnd type="oval" w="lg" len="lg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線條"/>
          <p:cNvSpPr/>
          <p:nvPr/>
        </p:nvSpPr>
        <p:spPr>
          <a:xfrm>
            <a:off x="6172200" y="5532120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72200" y="557784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10012680" y="5577840"/>
            <a:ext cx="16303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膠囊鏈</a:t>
            </a:r>
            <a:endParaRPr lang="en-US" sz="1000" dirty="0"/>
          </a:p>
        </p:txBody>
      </p:sp>
      <p:sp>
        <p:nvSpPr>
          <p:cNvPr id="80" name="流程鏈"/>
          <p:cNvSpPr/>
          <p:nvPr/>
        </p:nvSpPr>
        <p:spPr>
          <a:xfrm>
            <a:off x="7086600" y="5650992"/>
            <a:ext cx="670560" cy="40233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81" name="分隔"/>
          <p:cNvSpPr/>
          <p:nvPr/>
        </p:nvSpPr>
        <p:spPr>
          <a:xfrm>
            <a:off x="7889748" y="5751576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流程鏈"/>
          <p:cNvSpPr/>
          <p:nvPr/>
        </p:nvSpPr>
        <p:spPr>
          <a:xfrm>
            <a:off x="8122920" y="5650992"/>
            <a:ext cx="670560" cy="402336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83" name="分隔"/>
          <p:cNvSpPr/>
          <p:nvPr/>
        </p:nvSpPr>
        <p:spPr>
          <a:xfrm>
            <a:off x="8926068" y="5751576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流程鏈"/>
          <p:cNvSpPr/>
          <p:nvPr/>
        </p:nvSpPr>
        <p:spPr>
          <a:xfrm>
            <a:off x="9159240" y="5650992"/>
            <a:ext cx="670560" cy="402336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標題＋內文、角落標籤、表頭強調三種基本卡片</a:t>
            </a:r>
            <a:endParaRPr lang="en-US" sz="1600" dirty="0"/>
          </a:p>
        </p:txBody>
      </p:sp>
      <p:sp>
        <p:nvSpPr>
          <p:cNvPr id="5" name="卡片"/>
          <p:cNvSpPr/>
          <p:nvPr/>
        </p:nvSpPr>
        <p:spPr>
          <a:xfrm>
            <a:off x="548640" y="1874520"/>
            <a:ext cx="3410712" cy="2148840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6384" y="202082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00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660904"/>
            <a:ext cx="29352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200" dirty="0"/>
          </a:p>
        </p:txBody>
      </p:sp>
      <p:sp>
        <p:nvSpPr>
          <p:cNvPr id="8" name="卡片"/>
          <p:cNvSpPr/>
          <p:nvPr/>
        </p:nvSpPr>
        <p:spPr>
          <a:xfrm>
            <a:off x="4390492" y="1874520"/>
            <a:ext cx="3410712" cy="2148840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28236" y="2020824"/>
            <a:ext cx="2935224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28236" y="2660904"/>
            <a:ext cx="2935224" cy="1179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200" dirty="0"/>
          </a:p>
        </p:txBody>
      </p:sp>
      <p:sp>
        <p:nvSpPr>
          <p:cNvPr id="11" name="標籤"/>
          <p:cNvSpPr/>
          <p:nvPr/>
        </p:nvSpPr>
        <p:spPr>
          <a:xfrm>
            <a:off x="6854292" y="1746504"/>
            <a:ext cx="745744" cy="256032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000" dirty="0"/>
          </a:p>
        </p:txBody>
      </p:sp>
      <p:sp>
        <p:nvSpPr>
          <p:cNvPr id="12" name="卡片"/>
          <p:cNvSpPr/>
          <p:nvPr/>
        </p:nvSpPr>
        <p:spPr>
          <a:xfrm>
            <a:off x="8232343" y="1874520"/>
            <a:ext cx="3410712" cy="2148840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表頭"/>
          <p:cNvSpPr/>
          <p:nvPr/>
        </p:nvSpPr>
        <p:spPr>
          <a:xfrm>
            <a:off x="8232343" y="1874520"/>
            <a:ext cx="3410712" cy="530352"/>
          </a:xfrm>
          <a:custGeom>
            <a:avLst/>
            <a:gdLst/>
            <a:ahLst/>
            <a:cxnLst/>
            <a:rect l="l" t="t" r="r" b="b"/>
            <a:pathLst>
              <a:path w="3410712" h="530352">
                <a:moveTo>
                  <a:pt x="0" y="530352"/>
                </a:moveTo>
                <a:lnTo>
                  <a:pt x="0" y="201168"/>
                </a:lnTo>
                <a:arcTo hR="201168" wR="201168" stAng="10800000" swAng="5400000"/>
                <a:lnTo>
                  <a:pt x="3209544" y="0"/>
                </a:lnTo>
                <a:arcTo hR="201168" wR="201168" stAng="16200000" swAng="5400000"/>
                <a:lnTo>
                  <a:pt x="3410712" y="530352"/>
                </a:lnTo>
                <a:close/>
              </a:path>
            </a:pathLst>
          </a:cu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70087" y="1874520"/>
            <a:ext cx="293522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70087" y="2587752"/>
            <a:ext cx="2935224" cy="1252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90492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32343" y="4187952"/>
            <a:ext cx="34107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66801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49808" y="4572000"/>
            <a:ext cx="61996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300" dirty="0"/>
          </a:p>
        </p:txBody>
      </p:sp>
      <p:sp>
        <p:nvSpPr>
          <p:cNvPr id="21" name="線條"/>
          <p:cNvSpPr/>
          <p:nvPr/>
        </p:nvSpPr>
        <p:spPr>
          <a:xfrm>
            <a:off x="548640" y="4956048"/>
            <a:ext cx="64008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標籤"/>
          <p:cNvSpPr/>
          <p:nvPr/>
        </p:nvSpPr>
        <p:spPr>
          <a:xfrm>
            <a:off x="548640" y="510235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510235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300" dirty="0"/>
          </a:p>
        </p:txBody>
      </p:sp>
      <p:sp>
        <p:nvSpPr>
          <p:cNvPr id="24" name="標籤"/>
          <p:cNvSpPr/>
          <p:nvPr/>
        </p:nvSpPr>
        <p:spPr>
          <a:xfrm>
            <a:off x="548640" y="548640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5486400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300" dirty="0"/>
          </a:p>
        </p:txBody>
      </p:sp>
      <p:sp>
        <p:nvSpPr>
          <p:cNvPr id="26" name="標籤"/>
          <p:cNvSpPr/>
          <p:nvPr/>
        </p:nvSpPr>
        <p:spPr>
          <a:xfrm>
            <a:off x="548640" y="5870448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587044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0" y="466801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16368" y="4572000"/>
            <a:ext cx="412668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300" dirty="0"/>
          </a:p>
        </p:txBody>
      </p:sp>
      <p:sp>
        <p:nvSpPr>
          <p:cNvPr id="30" name="線條"/>
          <p:cNvSpPr/>
          <p:nvPr/>
        </p:nvSpPr>
        <p:spPr>
          <a:xfrm>
            <a:off x="7315200" y="4956048"/>
            <a:ext cx="4327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5120640"/>
            <a:ext cx="43278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0" y="5486400"/>
            <a:ext cx="43278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單一標籤、堆疊清單、編號徽章與圈號清單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7909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1089324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標籤"/>
          <p:cNvSpPr/>
          <p:nvPr/>
        </p:nvSpPr>
        <p:spPr>
          <a:xfrm>
            <a:off x="548640" y="2331720"/>
            <a:ext cx="952276" cy="347472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300" dirty="0"/>
          </a:p>
        </p:txBody>
      </p:sp>
      <p:sp>
        <p:nvSpPr>
          <p:cNvPr id="9" name="標籤"/>
          <p:cNvSpPr/>
          <p:nvPr/>
        </p:nvSpPr>
        <p:spPr>
          <a:xfrm>
            <a:off x="1775236" y="2331720"/>
            <a:ext cx="952276" cy="347472"/>
          </a:xfrm>
          <a:prstGeom prst="roundRect">
            <a:avLst>
              <a:gd name="adj" fmla="val 50000"/>
            </a:avLst>
          </a:prstGeom>
          <a:solidFill>
            <a:srgbClr val="FCEBD5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5B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300" dirty="0"/>
          </a:p>
        </p:txBody>
      </p:sp>
      <p:sp>
        <p:nvSpPr>
          <p:cNvPr id="10" name="標籤"/>
          <p:cNvSpPr/>
          <p:nvPr/>
        </p:nvSpPr>
        <p:spPr>
          <a:xfrm>
            <a:off x="3001833" y="2331720"/>
            <a:ext cx="952276" cy="3474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300" dirty="0"/>
          </a:p>
        </p:txBody>
      </p:sp>
      <p:sp>
        <p:nvSpPr>
          <p:cNvPr id="11" name="標籤"/>
          <p:cNvSpPr/>
          <p:nvPr/>
        </p:nvSpPr>
        <p:spPr>
          <a:xfrm>
            <a:off x="4228429" y="2331720"/>
            <a:ext cx="952276" cy="347472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29346" y="233172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100" dirty="0"/>
          </a:p>
        </p:txBody>
      </p:sp>
      <p:sp>
        <p:nvSpPr>
          <p:cNvPr id="13" name="標籤"/>
          <p:cNvSpPr/>
          <p:nvPr/>
        </p:nvSpPr>
        <p:spPr>
          <a:xfrm>
            <a:off x="6460866" y="2368296"/>
            <a:ext cx="491744" cy="27432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000" dirty="0"/>
          </a:p>
        </p:txBody>
      </p:sp>
      <p:sp>
        <p:nvSpPr>
          <p:cNvPr id="14" name="標籤"/>
          <p:cNvSpPr/>
          <p:nvPr/>
        </p:nvSpPr>
        <p:spPr>
          <a:xfrm>
            <a:off x="7089770" y="2368296"/>
            <a:ext cx="49174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000" dirty="0"/>
          </a:p>
        </p:txBody>
      </p:sp>
      <p:sp>
        <p:nvSpPr>
          <p:cNvPr id="15" name="標籤"/>
          <p:cNvSpPr/>
          <p:nvPr/>
        </p:nvSpPr>
        <p:spPr>
          <a:xfrm>
            <a:off x="7718674" y="2368296"/>
            <a:ext cx="49174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5925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9808" y="3063240"/>
            <a:ext cx="32644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300" dirty="0"/>
          </a:p>
        </p:txBody>
      </p:sp>
      <p:sp>
        <p:nvSpPr>
          <p:cNvPr id="18" name="線條"/>
          <p:cNvSpPr/>
          <p:nvPr/>
        </p:nvSpPr>
        <p:spPr>
          <a:xfrm>
            <a:off x="54864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9" name="標籤"/>
          <p:cNvSpPr/>
          <p:nvPr/>
        </p:nvSpPr>
        <p:spPr>
          <a:xfrm>
            <a:off x="548640" y="3666744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300" dirty="0"/>
          </a:p>
        </p:txBody>
      </p:sp>
      <p:sp>
        <p:nvSpPr>
          <p:cNvPr id="20" name="標籤"/>
          <p:cNvSpPr/>
          <p:nvPr/>
        </p:nvSpPr>
        <p:spPr>
          <a:xfrm>
            <a:off x="548640" y="4233672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300" dirty="0"/>
          </a:p>
        </p:txBody>
      </p:sp>
      <p:sp>
        <p:nvSpPr>
          <p:cNvPr id="21" name="標籤"/>
          <p:cNvSpPr/>
          <p:nvPr/>
        </p:nvSpPr>
        <p:spPr>
          <a:xfrm>
            <a:off x="548640" y="480060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300" dirty="0"/>
          </a:p>
        </p:txBody>
      </p:sp>
      <p:sp>
        <p:nvSpPr>
          <p:cNvPr id="22" name="標籤"/>
          <p:cNvSpPr/>
          <p:nvPr/>
        </p:nvSpPr>
        <p:spPr>
          <a:xfrm>
            <a:off x="548640" y="536752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63060" y="315925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64228" y="3063240"/>
            <a:ext cx="32644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300" dirty="0"/>
          </a:p>
        </p:txBody>
      </p:sp>
      <p:sp>
        <p:nvSpPr>
          <p:cNvPr id="25" name="線條"/>
          <p:cNvSpPr/>
          <p:nvPr/>
        </p:nvSpPr>
        <p:spPr>
          <a:xfrm>
            <a:off x="436306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38188" y="3614440"/>
            <a:ext cx="506943" cy="50694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編號"/>
          <p:cNvSpPr/>
          <p:nvPr/>
        </p:nvSpPr>
        <p:spPr>
          <a:xfrm>
            <a:off x="4399636" y="3675888"/>
            <a:ext cx="384048" cy="384048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05116" y="3614440"/>
            <a:ext cx="506943" cy="50694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編號"/>
          <p:cNvSpPr/>
          <p:nvPr/>
        </p:nvSpPr>
        <p:spPr>
          <a:xfrm>
            <a:off x="4966564" y="3675888"/>
            <a:ext cx="384048" cy="384048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72044" y="3614440"/>
            <a:ext cx="506943" cy="50694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編號"/>
          <p:cNvSpPr/>
          <p:nvPr/>
        </p:nvSpPr>
        <p:spPr>
          <a:xfrm>
            <a:off x="5533492" y="3675888"/>
            <a:ext cx="384048" cy="384048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38972" y="3614440"/>
            <a:ext cx="506943" cy="506943"/>
          </a:xfrm>
          <a:prstGeom prst="ellipse">
            <a:avLst/>
          </a:prstGeom>
          <a:solidFill>
            <a:srgbClr val="FCE9D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編號"/>
          <p:cNvSpPr/>
          <p:nvPr/>
        </p:nvSpPr>
        <p:spPr>
          <a:xfrm>
            <a:off x="6100420" y="3675888"/>
            <a:ext cx="384048" cy="38404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74398" y="4464467"/>
            <a:ext cx="434523" cy="43452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編號"/>
          <p:cNvSpPr/>
          <p:nvPr/>
        </p:nvSpPr>
        <p:spPr>
          <a:xfrm>
            <a:off x="4427068" y="4517136"/>
            <a:ext cx="329184" cy="329184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29988" y="4526280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63260" y="4526280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74398" y="5031395"/>
            <a:ext cx="434523" cy="43452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編號"/>
          <p:cNvSpPr/>
          <p:nvPr/>
        </p:nvSpPr>
        <p:spPr>
          <a:xfrm>
            <a:off x="4427068" y="5084064"/>
            <a:ext cx="329184" cy="329184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29988" y="5093208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63260" y="5093208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74398" y="5598323"/>
            <a:ext cx="434523" cy="43452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編號"/>
          <p:cNvSpPr/>
          <p:nvPr/>
        </p:nvSpPr>
        <p:spPr>
          <a:xfrm>
            <a:off x="4427068" y="5650992"/>
            <a:ext cx="329184" cy="329184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29988" y="5660136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963260" y="5660136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77479" y="315925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378647" y="3063240"/>
            <a:ext cx="32644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300" dirty="0"/>
          </a:p>
        </p:txBody>
      </p:sp>
      <p:sp>
        <p:nvSpPr>
          <p:cNvPr id="48" name="線條"/>
          <p:cNvSpPr/>
          <p:nvPr/>
        </p:nvSpPr>
        <p:spPr>
          <a:xfrm>
            <a:off x="8177479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77479" y="36576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177479" y="404164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177479" y="442569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177479" y="4809744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0006279" y="3657600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006279" y="4041648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006279" y="4425696"/>
            <a:ext cx="16367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177479" y="5303520"/>
            <a:ext cx="34655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大外框圓＋疊放小圓，以及三段式流程鏈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7909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49194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5120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光暈大圓"/>
          <p:cNvSpPr/>
          <p:nvPr/>
        </p:nvSpPr>
        <p:spPr>
          <a:xfrm>
            <a:off x="1847088" y="2350008"/>
            <a:ext cx="2523744" cy="2523744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25400" dir="5400000" sx="102000" sy="10200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47088" y="2678095"/>
            <a:ext cx="2523744" cy="7823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2099462" y="3485693"/>
            <a:ext cx="2018995" cy="706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8008" y="3918117"/>
            <a:ext cx="906353" cy="90635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小圓"/>
          <p:cNvSpPr/>
          <p:nvPr/>
        </p:nvSpPr>
        <p:spPr>
          <a:xfrm>
            <a:off x="1717136" y="3987246"/>
            <a:ext cx="768096" cy="768096"/>
          </a:xfrm>
          <a:prstGeom prst="ellipse">
            <a:avLst/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55783" y="4420575"/>
            <a:ext cx="906353" cy="90635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小圓"/>
          <p:cNvSpPr/>
          <p:nvPr/>
        </p:nvSpPr>
        <p:spPr>
          <a:xfrm>
            <a:off x="2724912" y="4489704"/>
            <a:ext cx="768096" cy="768096"/>
          </a:xfrm>
          <a:prstGeom prst="ellipse">
            <a:avLst/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63559" y="3918117"/>
            <a:ext cx="906353" cy="90635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小圓"/>
          <p:cNvSpPr/>
          <p:nvPr/>
        </p:nvSpPr>
        <p:spPr>
          <a:xfrm>
            <a:off x="3732688" y="3987246"/>
            <a:ext cx="768096" cy="768096"/>
          </a:xfrm>
          <a:prstGeom prst="ellipse">
            <a:avLst/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87909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10528" y="1783080"/>
            <a:ext cx="513252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300" dirty="0"/>
          </a:p>
        </p:txBody>
      </p:sp>
      <p:sp>
        <p:nvSpPr>
          <p:cNvPr id="19" name="線條"/>
          <p:cNvSpPr/>
          <p:nvPr/>
        </p:nvSpPr>
        <p:spPr>
          <a:xfrm>
            <a:off x="6309360" y="2167128"/>
            <a:ext cx="53336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流程鏈"/>
          <p:cNvSpPr/>
          <p:nvPr/>
        </p:nvSpPr>
        <p:spPr>
          <a:xfrm>
            <a:off x="6309360" y="2395728"/>
            <a:ext cx="1534058" cy="65836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600" dirty="0"/>
          </a:p>
        </p:txBody>
      </p:sp>
      <p:sp>
        <p:nvSpPr>
          <p:cNvPr id="21" name="分隔"/>
          <p:cNvSpPr/>
          <p:nvPr/>
        </p:nvSpPr>
        <p:spPr>
          <a:xfrm>
            <a:off x="7976006" y="2624328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流程鏈"/>
          <p:cNvSpPr/>
          <p:nvPr/>
        </p:nvSpPr>
        <p:spPr>
          <a:xfrm>
            <a:off x="8209178" y="2395728"/>
            <a:ext cx="1534058" cy="65836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600" dirty="0"/>
          </a:p>
        </p:txBody>
      </p:sp>
      <p:sp>
        <p:nvSpPr>
          <p:cNvPr id="23" name="分隔"/>
          <p:cNvSpPr/>
          <p:nvPr/>
        </p:nvSpPr>
        <p:spPr>
          <a:xfrm>
            <a:off x="9875825" y="2624328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流程鏈"/>
          <p:cNvSpPr/>
          <p:nvPr/>
        </p:nvSpPr>
        <p:spPr>
          <a:xfrm>
            <a:off x="10108997" y="2395728"/>
            <a:ext cx="1534058" cy="658368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600" dirty="0"/>
          </a:p>
        </p:txBody>
      </p:sp>
      <p:sp>
        <p:nvSpPr>
          <p:cNvPr id="25" name="流程鏈"/>
          <p:cNvSpPr/>
          <p:nvPr/>
        </p:nvSpPr>
        <p:spPr>
          <a:xfrm>
            <a:off x="6309360" y="3520440"/>
            <a:ext cx="838505" cy="51206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</p:txBody>
      </p:sp>
      <p:sp>
        <p:nvSpPr>
          <p:cNvPr id="26" name="分隔"/>
          <p:cNvSpPr/>
          <p:nvPr/>
        </p:nvSpPr>
        <p:spPr>
          <a:xfrm>
            <a:off x="7240219" y="3675888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流程鏈"/>
          <p:cNvSpPr/>
          <p:nvPr/>
        </p:nvSpPr>
        <p:spPr>
          <a:xfrm>
            <a:off x="7433158" y="3520440"/>
            <a:ext cx="838505" cy="51206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</p:txBody>
      </p:sp>
      <p:sp>
        <p:nvSpPr>
          <p:cNvPr id="28" name="分隔"/>
          <p:cNvSpPr/>
          <p:nvPr/>
        </p:nvSpPr>
        <p:spPr>
          <a:xfrm>
            <a:off x="8364017" y="3675888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流程鏈"/>
          <p:cNvSpPr/>
          <p:nvPr/>
        </p:nvSpPr>
        <p:spPr>
          <a:xfrm>
            <a:off x="8556955" y="3520440"/>
            <a:ext cx="838505" cy="51206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</p:txBody>
      </p:sp>
      <p:sp>
        <p:nvSpPr>
          <p:cNvPr id="30" name="分隔"/>
          <p:cNvSpPr/>
          <p:nvPr/>
        </p:nvSpPr>
        <p:spPr>
          <a:xfrm>
            <a:off x="9487814" y="3675888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流程鏈"/>
          <p:cNvSpPr/>
          <p:nvPr/>
        </p:nvSpPr>
        <p:spPr>
          <a:xfrm>
            <a:off x="9680753" y="3520440"/>
            <a:ext cx="838505" cy="51206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</p:txBody>
      </p:sp>
      <p:sp>
        <p:nvSpPr>
          <p:cNvPr id="32" name="分隔"/>
          <p:cNvSpPr/>
          <p:nvPr/>
        </p:nvSpPr>
        <p:spPr>
          <a:xfrm>
            <a:off x="10611612" y="3675888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流程鏈"/>
          <p:cNvSpPr/>
          <p:nvPr/>
        </p:nvSpPr>
        <p:spPr>
          <a:xfrm>
            <a:off x="10804550" y="3520440"/>
            <a:ext cx="838505" cy="512064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</p:txBody>
      </p:sp>
      <p:sp>
        <p:nvSpPr>
          <p:cNvPr id="34" name="流程鏈"/>
          <p:cNvSpPr/>
          <p:nvPr/>
        </p:nvSpPr>
        <p:spPr>
          <a:xfrm>
            <a:off x="6309360" y="4526280"/>
            <a:ext cx="1059104" cy="51206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35" name="分隔"/>
          <p:cNvSpPr/>
          <p:nvPr/>
        </p:nvSpPr>
        <p:spPr>
          <a:xfrm>
            <a:off x="7501052" y="4681728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流程鏈"/>
          <p:cNvSpPr/>
          <p:nvPr/>
        </p:nvSpPr>
        <p:spPr>
          <a:xfrm>
            <a:off x="7734224" y="4526280"/>
            <a:ext cx="1059104" cy="51206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400" dirty="0"/>
          </a:p>
        </p:txBody>
      </p:sp>
      <p:sp>
        <p:nvSpPr>
          <p:cNvPr id="37" name="分隔"/>
          <p:cNvSpPr/>
          <p:nvPr/>
        </p:nvSpPr>
        <p:spPr>
          <a:xfrm>
            <a:off x="8925916" y="4681728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流程鏈"/>
          <p:cNvSpPr/>
          <p:nvPr/>
        </p:nvSpPr>
        <p:spPr>
          <a:xfrm>
            <a:off x="9159088" y="4526280"/>
            <a:ext cx="1059104" cy="512064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39" name="分隔"/>
          <p:cNvSpPr/>
          <p:nvPr/>
        </p:nvSpPr>
        <p:spPr>
          <a:xfrm>
            <a:off x="10350779" y="4681728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流程鏈"/>
          <p:cNvSpPr/>
          <p:nvPr/>
        </p:nvSpPr>
        <p:spPr>
          <a:xfrm>
            <a:off x="10583951" y="4526280"/>
            <a:ext cx="1059104" cy="512064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309360" y="5138928"/>
            <a:ext cx="105910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34224" y="5138928"/>
            <a:ext cx="105910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59088" y="5138928"/>
            <a:ext cx="105910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583951" y="5138928"/>
            <a:ext cx="105910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5760720"/>
            <a:ext cx="533369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細直線、折線、點狀線、曲線、▶ 小三角與區塊箭號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7909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548640" y="2807208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處理"/>
          <p:cNvSpPr/>
          <p:nvPr/>
        </p:nvSpPr>
        <p:spPr>
          <a:xfrm>
            <a:off x="2279828" y="2807208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10" name="連接線"/>
          <p:cNvCxnSpPr>
            <a:stCxn id="8" idx="3"/>
            <a:endCxn id="9" idx="1"/>
          </p:cNvCxnSpPr>
          <p:nvPr/>
        </p:nvCxnSpPr>
        <p:spPr>
          <a:xfrm>
            <a:off x="1371600" y="3017520"/>
            <a:ext cx="908228" cy="0"/>
          </a:xfrm>
          <a:prstGeom prst="straightConnector1">
            <a:avLst/>
          </a:prstGeom>
          <a:ln w="15875">
            <a:solidFill>
              <a:srgbClr val="8C8C8C"/>
            </a:solidFill>
            <a:prstDash val="solid"/>
            <a:headEnd type="oval" w="lg" len="lg"/>
            <a:tailEnd type="triangle" w="lg" len="lg"/>
          </a:ln>
        </p:spPr>
      </p:cxnSp>
      <p:sp>
        <p:nvSpPr>
          <p:cNvPr id="11" name="Text 9"/>
          <p:cNvSpPr/>
          <p:nvPr/>
        </p:nvSpPr>
        <p:spPr>
          <a:xfrm>
            <a:off x="3395396" y="187909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96564" y="178308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300" dirty="0"/>
          </a:p>
        </p:txBody>
      </p:sp>
      <p:sp>
        <p:nvSpPr>
          <p:cNvPr id="13" name="線條"/>
          <p:cNvSpPr/>
          <p:nvPr/>
        </p:nvSpPr>
        <p:spPr>
          <a:xfrm>
            <a:off x="3395396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4" name="處理"/>
          <p:cNvSpPr/>
          <p:nvPr/>
        </p:nvSpPr>
        <p:spPr>
          <a:xfrm>
            <a:off x="3395396" y="2468880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處理"/>
          <p:cNvSpPr/>
          <p:nvPr/>
        </p:nvSpPr>
        <p:spPr>
          <a:xfrm>
            <a:off x="5126584" y="3383280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16" name="連接線"/>
          <p:cNvCxnSpPr>
            <a:stCxn id="14" idx="3"/>
            <a:endCxn id="15" idx="1"/>
          </p:cNvCxnSpPr>
          <p:nvPr/>
        </p:nvCxnSpPr>
        <p:spPr>
          <a:xfrm>
            <a:off x="4218356" y="2679192"/>
            <a:ext cx="908228" cy="914400"/>
          </a:xfrm>
          <a:prstGeom prst="bentConnector3">
            <a:avLst>
              <a:gd name="adj1" fmla="val 50000"/>
            </a:avLst>
          </a:prstGeom>
          <a:ln w="15875">
            <a:solidFill>
              <a:srgbClr val="8C8C8C"/>
            </a:solidFill>
            <a:prstDash val="solid"/>
            <a:headEnd type="oval" w="lg" len="lg"/>
            <a:tailEnd type="triangle" w="lg" len="lg"/>
          </a:ln>
        </p:spPr>
      </p:cxnSp>
      <p:sp>
        <p:nvSpPr>
          <p:cNvPr id="17" name="Text 15"/>
          <p:cNvSpPr/>
          <p:nvPr/>
        </p:nvSpPr>
        <p:spPr>
          <a:xfrm>
            <a:off x="6242152" y="187909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43320" y="178308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300" dirty="0"/>
          </a:p>
        </p:txBody>
      </p:sp>
      <p:sp>
        <p:nvSpPr>
          <p:cNvPr id="19" name="線條"/>
          <p:cNvSpPr/>
          <p:nvPr/>
        </p:nvSpPr>
        <p:spPr>
          <a:xfrm>
            <a:off x="6242152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處理"/>
          <p:cNvSpPr/>
          <p:nvPr/>
        </p:nvSpPr>
        <p:spPr>
          <a:xfrm>
            <a:off x="6242152" y="2807208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1" name="處理"/>
          <p:cNvSpPr/>
          <p:nvPr/>
        </p:nvSpPr>
        <p:spPr>
          <a:xfrm>
            <a:off x="7973339" y="2807208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22" name="連接線"/>
          <p:cNvCxnSpPr>
            <a:stCxn id="20" idx="3"/>
            <a:endCxn id="21" idx="1"/>
          </p:cNvCxnSpPr>
          <p:nvPr/>
        </p:nvCxnSpPr>
        <p:spPr>
          <a:xfrm>
            <a:off x="7065112" y="3017520"/>
            <a:ext cx="908228" cy="0"/>
          </a:xfrm>
          <a:prstGeom prst="straightConnector1">
            <a:avLst/>
          </a:prstGeom>
          <a:ln w="15875">
            <a:solidFill>
              <a:srgbClr val="8C8C8C"/>
            </a:solidFill>
            <a:prstDash val="sysDot"/>
            <a:headEnd type="oval" w="lg" len="lg"/>
            <a:tailEnd type="triangle" w="lg" len="lg"/>
          </a:ln>
        </p:spPr>
      </p:cxnSp>
      <p:sp>
        <p:nvSpPr>
          <p:cNvPr id="23" name="Text 21"/>
          <p:cNvSpPr/>
          <p:nvPr/>
        </p:nvSpPr>
        <p:spPr>
          <a:xfrm>
            <a:off x="9088907" y="187909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290075" y="178308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300" dirty="0"/>
          </a:p>
        </p:txBody>
      </p:sp>
      <p:sp>
        <p:nvSpPr>
          <p:cNvPr id="25" name="線條"/>
          <p:cNvSpPr/>
          <p:nvPr/>
        </p:nvSpPr>
        <p:spPr>
          <a:xfrm>
            <a:off x="9088907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處理"/>
          <p:cNvSpPr/>
          <p:nvPr/>
        </p:nvSpPr>
        <p:spPr>
          <a:xfrm>
            <a:off x="9088907" y="3246120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7" name="處理"/>
          <p:cNvSpPr/>
          <p:nvPr/>
        </p:nvSpPr>
        <p:spPr>
          <a:xfrm>
            <a:off x="10820095" y="3246120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28" name="曲線箭頭"/>
          <p:cNvSpPr/>
          <p:nvPr/>
        </p:nvSpPr>
        <p:spPr>
          <a:xfrm>
            <a:off x="9500387" y="2423160"/>
            <a:ext cx="1731188" cy="768096"/>
          </a:xfrm>
          <a:custGeom>
            <a:avLst/>
            <a:gdLst/>
            <a:ahLst/>
            <a:cxnLst/>
            <a:rect l="l" t="t" r="r" b="b"/>
            <a:pathLst>
              <a:path w="1731188" h="768096">
                <a:moveTo>
                  <a:pt x="0" y="768096"/>
                </a:moveTo>
                <a:cubicBezTo>
                  <a:pt x="0" y="0"/>
                  <a:pt x="1731188" y="0"/>
                  <a:pt x="1731188" y="768096"/>
                </a:cubicBezTo>
              </a:path>
            </a:pathLst>
          </a:custGeom>
          <a:noFill/>
          <a:ln w="15875">
            <a:solidFill>
              <a:srgbClr val="8C8C8C"/>
            </a:solidFill>
            <a:prstDash val="sysDash"/>
            <a:headEnd type="oval" w="lg" len="lg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8640" y="402793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9808" y="393192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300" dirty="0"/>
          </a:p>
        </p:txBody>
      </p:sp>
      <p:sp>
        <p:nvSpPr>
          <p:cNvPr id="31" name="線條"/>
          <p:cNvSpPr/>
          <p:nvPr/>
        </p:nvSpPr>
        <p:spPr>
          <a:xfrm>
            <a:off x="548640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300" dirty="0"/>
          </a:p>
        </p:txBody>
      </p:sp>
      <p:sp>
        <p:nvSpPr>
          <p:cNvPr id="33" name="分隔"/>
          <p:cNvSpPr/>
          <p:nvPr/>
        </p:nvSpPr>
        <p:spPr>
          <a:xfrm>
            <a:off x="1278617" y="5065776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4225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300" dirty="0"/>
          </a:p>
        </p:txBody>
      </p:sp>
      <p:sp>
        <p:nvSpPr>
          <p:cNvPr id="35" name="分隔"/>
          <p:cNvSpPr/>
          <p:nvPr/>
        </p:nvSpPr>
        <p:spPr>
          <a:xfrm>
            <a:off x="2272227" y="5065776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535860" y="4983480"/>
            <a:ext cx="56692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95396" y="402793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596564" y="393192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300" dirty="0"/>
          </a:p>
        </p:txBody>
      </p:sp>
      <p:sp>
        <p:nvSpPr>
          <p:cNvPr id="39" name="線條"/>
          <p:cNvSpPr/>
          <p:nvPr/>
        </p:nvSpPr>
        <p:spPr>
          <a:xfrm>
            <a:off x="3395396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0" name="處理"/>
          <p:cNvSpPr/>
          <p:nvPr/>
        </p:nvSpPr>
        <p:spPr>
          <a:xfrm>
            <a:off x="3395396" y="4956048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41" name="處理"/>
          <p:cNvSpPr/>
          <p:nvPr/>
        </p:nvSpPr>
        <p:spPr>
          <a:xfrm>
            <a:off x="5126584" y="4956048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42" name="三角形"/>
          <p:cNvSpPr/>
          <p:nvPr/>
        </p:nvSpPr>
        <p:spPr>
          <a:xfrm>
            <a:off x="4463987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三角形"/>
          <p:cNvSpPr/>
          <p:nvPr/>
        </p:nvSpPr>
        <p:spPr>
          <a:xfrm>
            <a:off x="4617606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4771225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42152" y="402793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443320" y="393192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300" dirty="0"/>
          </a:p>
        </p:txBody>
      </p:sp>
      <p:sp>
        <p:nvSpPr>
          <p:cNvPr id="47" name="線條"/>
          <p:cNvSpPr/>
          <p:nvPr/>
        </p:nvSpPr>
        <p:spPr>
          <a:xfrm>
            <a:off x="6242152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8" name="區塊箭號"/>
          <p:cNvSpPr/>
          <p:nvPr/>
        </p:nvSpPr>
        <p:spPr>
          <a:xfrm>
            <a:off x="6242152" y="4919472"/>
            <a:ext cx="961111" cy="493776"/>
          </a:xfrm>
          <a:prstGeom prst="homePlate">
            <a:avLst>
              <a:gd name="adj" fmla="val 33333"/>
            </a:avLst>
          </a:prstGeom>
          <a:solidFill>
            <a:srgbClr val="0F7C8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300" dirty="0"/>
          </a:p>
        </p:txBody>
      </p:sp>
      <p:sp>
        <p:nvSpPr>
          <p:cNvPr id="49" name="區塊箭號"/>
          <p:cNvSpPr/>
          <p:nvPr/>
        </p:nvSpPr>
        <p:spPr>
          <a:xfrm>
            <a:off x="7075246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4B9DA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300" dirty="0"/>
          </a:p>
        </p:txBody>
      </p:sp>
      <p:sp>
        <p:nvSpPr>
          <p:cNvPr id="50" name="區塊箭號"/>
          <p:cNvSpPr/>
          <p:nvPr/>
        </p:nvSpPr>
        <p:spPr>
          <a:xfrm>
            <a:off x="7908341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F2A541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088907" y="402793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9290075" y="3931920"/>
            <a:ext cx="23529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300" dirty="0"/>
          </a:p>
        </p:txBody>
      </p:sp>
      <p:sp>
        <p:nvSpPr>
          <p:cNvPr id="53" name="線條"/>
          <p:cNvSpPr/>
          <p:nvPr/>
        </p:nvSpPr>
        <p:spPr>
          <a:xfrm>
            <a:off x="9088907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4" name="處理"/>
          <p:cNvSpPr/>
          <p:nvPr/>
        </p:nvSpPr>
        <p:spPr>
          <a:xfrm>
            <a:off x="9088907" y="4956048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55" name="處理"/>
          <p:cNvSpPr/>
          <p:nvPr/>
        </p:nvSpPr>
        <p:spPr>
          <a:xfrm>
            <a:off x="10820095" y="4572000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300" dirty="0"/>
          </a:p>
        </p:txBody>
      </p:sp>
      <p:sp>
        <p:nvSpPr>
          <p:cNvPr id="56" name="處理"/>
          <p:cNvSpPr/>
          <p:nvPr/>
        </p:nvSpPr>
        <p:spPr>
          <a:xfrm>
            <a:off x="10820095" y="5340096"/>
            <a:ext cx="822960" cy="420624"/>
          </a:xfrm>
          <a:prstGeom prst="roundRect">
            <a:avLst>
              <a:gd name="adj" fmla="val 4782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300" dirty="0"/>
          </a:p>
        </p:txBody>
      </p:sp>
      <p:cxnSp>
        <p:nvCxnSpPr>
          <p:cNvPr id="57" name="連接線"/>
          <p:cNvCxnSpPr>
            <a:stCxn id="54" idx="3"/>
            <a:endCxn id="55" idx="1"/>
          </p:cNvCxnSpPr>
          <p:nvPr/>
        </p:nvCxnSpPr>
        <p:spPr>
          <a:xfrm flipV="1">
            <a:off x="9911867" y="4782312"/>
            <a:ext cx="908228" cy="384048"/>
          </a:xfrm>
          <a:prstGeom prst="bentConnector3">
            <a:avLst>
              <a:gd name="adj1" fmla="val 50000"/>
            </a:avLst>
          </a:prstGeom>
          <a:ln w="15875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58" name="連接線"/>
          <p:cNvCxnSpPr>
            <a:stCxn id="54" idx="3"/>
            <a:endCxn id="56" idx="1"/>
          </p:cNvCxnSpPr>
          <p:nvPr/>
        </p:nvCxnSpPr>
        <p:spPr>
          <a:xfrm>
            <a:off x="9911867" y="5166360"/>
            <a:ext cx="908228" cy="384048"/>
          </a:xfrm>
          <a:prstGeom prst="bentConnector3">
            <a:avLst>
              <a:gd name="adj1" fmla="val 50000"/>
            </a:avLst>
          </a:prstGeom>
          <a:ln w="15875">
            <a:solidFill>
              <a:srgbClr val="8C8C8C"/>
            </a:solidFill>
            <a:prstDash val="solid"/>
            <a:tailEnd type="triangle" w="lg" len="lg"/>
          </a:ln>
        </p:spPr>
      </p:cxnSp>
      <p:sp>
        <p:nvSpPr>
          <p:cNvPr id="59" name="Text 57"/>
          <p:cNvSpPr/>
          <p:nvPr/>
        </p:nvSpPr>
        <p:spPr>
          <a:xfrm>
            <a:off x="548640" y="5943600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開始／結束、處理、判斷、輸入輸出、文件、資料庫</a:t>
            </a:r>
            <a:endParaRPr lang="en-US" sz="1600" dirty="0"/>
          </a:p>
        </p:txBody>
      </p:sp>
      <p:sp>
        <p:nvSpPr>
          <p:cNvPr id="5" name="開始／結束"/>
          <p:cNvSpPr/>
          <p:nvPr/>
        </p:nvSpPr>
        <p:spPr>
          <a:xfrm>
            <a:off x="787375" y="223113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400" dirty="0"/>
          </a:p>
        </p:txBody>
      </p:sp>
      <p:sp>
        <p:nvSpPr>
          <p:cNvPr id="7" name="處理"/>
          <p:cNvSpPr/>
          <p:nvPr/>
        </p:nvSpPr>
        <p:spPr>
          <a:xfrm>
            <a:off x="2590724" y="2185416"/>
            <a:ext cx="1463040" cy="658368"/>
          </a:xfrm>
          <a:prstGeom prst="roundRect">
            <a:avLst>
              <a:gd name="adj" fmla="val 30556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97709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9" name="判斷"/>
          <p:cNvSpPr/>
          <p:nvPr/>
        </p:nvSpPr>
        <p:spPr>
          <a:xfrm>
            <a:off x="4485513" y="2057400"/>
            <a:ext cx="1371600" cy="914400"/>
          </a:xfrm>
          <a:prstGeom prst="diamond">
            <a:avLst/>
          </a:prstGeom>
          <a:solidFill>
            <a:srgbClr val="FCE9D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46778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1" name="輸入輸出"/>
          <p:cNvSpPr/>
          <p:nvPr/>
        </p:nvSpPr>
        <p:spPr>
          <a:xfrm>
            <a:off x="6243142" y="2185416"/>
            <a:ext cx="1554480" cy="658368"/>
          </a:xfrm>
          <a:prstGeom prst="parallelogram">
            <a:avLst>
              <a:gd name="adj" fmla="val 42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5848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400" dirty="0"/>
          </a:p>
        </p:txBody>
      </p:sp>
      <p:sp>
        <p:nvSpPr>
          <p:cNvPr id="13" name="文件"/>
          <p:cNvSpPr/>
          <p:nvPr/>
        </p:nvSpPr>
        <p:spPr>
          <a:xfrm>
            <a:off x="8183651" y="2125980"/>
            <a:ext cx="1371600" cy="777240"/>
          </a:xfrm>
          <a:prstGeom prst="flowChartDocument">
            <a:avLst/>
          </a:prstGeom>
          <a:solidFill>
            <a:srgbClr val="E0F0F0"/>
          </a:solidFill>
          <a:ln>
            <a:noFill/>
          </a:ln>
        </p:spPr>
        <p:txBody>
          <a:bodyPr wrap="square" lIns="38100" tIns="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44917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5" name="資料庫"/>
          <p:cNvSpPr/>
          <p:nvPr/>
        </p:nvSpPr>
        <p:spPr>
          <a:xfrm>
            <a:off x="10215601" y="2057400"/>
            <a:ext cx="1005840" cy="914400"/>
          </a:xfrm>
          <a:prstGeom prst="can">
            <a:avLst>
              <a:gd name="adj" fmla="val 13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93986" y="3127248"/>
            <a:ext cx="1849069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863340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9808" y="3767328"/>
            <a:ext cx="1089324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300" dirty="0"/>
          </a:p>
        </p:txBody>
      </p:sp>
      <p:sp>
        <p:nvSpPr>
          <p:cNvPr id="19" name="線條"/>
          <p:cNvSpPr/>
          <p:nvPr/>
        </p:nvSpPr>
        <p:spPr>
          <a:xfrm>
            <a:off x="548640" y="4151376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開始／結束"/>
          <p:cNvSpPr/>
          <p:nvPr/>
        </p:nvSpPr>
        <p:spPr>
          <a:xfrm>
            <a:off x="548640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21" name="輸入輸出"/>
          <p:cNvSpPr/>
          <p:nvPr/>
        </p:nvSpPr>
        <p:spPr>
          <a:xfrm>
            <a:off x="2228027" y="4398264"/>
            <a:ext cx="1645920" cy="621792"/>
          </a:xfrm>
          <a:prstGeom prst="parallelogram">
            <a:avLst>
              <a:gd name="adj" fmla="val 42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400" dirty="0"/>
          </a:p>
        </p:txBody>
      </p:sp>
      <p:sp>
        <p:nvSpPr>
          <p:cNvPr id="22" name="判斷"/>
          <p:cNvSpPr/>
          <p:nvPr/>
        </p:nvSpPr>
        <p:spPr>
          <a:xfrm>
            <a:off x="4410334" y="4251960"/>
            <a:ext cx="1554480" cy="914400"/>
          </a:xfrm>
          <a:prstGeom prst="diamond">
            <a:avLst/>
          </a:prstGeom>
          <a:solidFill>
            <a:srgbClr val="FCE9D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300" dirty="0"/>
          </a:p>
        </p:txBody>
      </p:sp>
      <p:sp>
        <p:nvSpPr>
          <p:cNvPr id="23" name="處理"/>
          <p:cNvSpPr/>
          <p:nvPr/>
        </p:nvSpPr>
        <p:spPr>
          <a:xfrm>
            <a:off x="6501201" y="4398264"/>
            <a:ext cx="1463040" cy="621792"/>
          </a:xfrm>
          <a:prstGeom prst="roundRect">
            <a:avLst>
              <a:gd name="adj" fmla="val 32353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400" dirty="0"/>
          </a:p>
        </p:txBody>
      </p:sp>
      <p:sp>
        <p:nvSpPr>
          <p:cNvPr id="24" name="文件"/>
          <p:cNvSpPr/>
          <p:nvPr/>
        </p:nvSpPr>
        <p:spPr>
          <a:xfrm>
            <a:off x="8500628" y="4343400"/>
            <a:ext cx="1463040" cy="731520"/>
          </a:xfrm>
          <a:prstGeom prst="flowChartDocument">
            <a:avLst/>
          </a:prstGeom>
          <a:solidFill>
            <a:srgbClr val="E0F0F0"/>
          </a:solidFill>
          <a:ln>
            <a:noFill/>
          </a:ln>
        </p:spPr>
        <p:txBody>
          <a:bodyPr wrap="square" lIns="38100" tIns="0" rIns="381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400" dirty="0"/>
          </a:p>
        </p:txBody>
      </p:sp>
      <p:sp>
        <p:nvSpPr>
          <p:cNvPr id="25" name="開始／結束"/>
          <p:cNvSpPr/>
          <p:nvPr/>
        </p:nvSpPr>
        <p:spPr>
          <a:xfrm>
            <a:off x="10500055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00" dirty="0"/>
          </a:p>
        </p:txBody>
      </p:sp>
      <p:cxnSp>
        <p:nvCxnSpPr>
          <p:cNvPr id="26" name="連接線"/>
          <p:cNvCxnSpPr>
            <a:stCxn id="20" idx="3"/>
            <a:endCxn id="21" idx="5"/>
          </p:cNvCxnSpPr>
          <p:nvPr/>
        </p:nvCxnSpPr>
        <p:spPr>
          <a:xfrm>
            <a:off x="1691640" y="4709160"/>
            <a:ext cx="666963" cy="0"/>
          </a:xfrm>
          <a:prstGeom prst="straightConnector1">
            <a:avLst/>
          </a:prstGeom>
          <a:ln w="15875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27" name="連接線"/>
          <p:cNvCxnSpPr>
            <a:stCxn id="21" idx="2"/>
            <a:endCxn id="22" idx="1"/>
          </p:cNvCxnSpPr>
          <p:nvPr/>
        </p:nvCxnSpPr>
        <p:spPr>
          <a:xfrm>
            <a:off x="3743371" y="4709160"/>
            <a:ext cx="666963" cy="0"/>
          </a:xfrm>
          <a:prstGeom prst="straightConnector1">
            <a:avLst/>
          </a:prstGeom>
          <a:ln w="15875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5964814" y="4709160"/>
            <a:ext cx="536387" cy="0"/>
          </a:xfrm>
          <a:prstGeom prst="straightConnector1">
            <a:avLst/>
          </a:prstGeom>
          <a:ln w="15875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7964241" y="4709160"/>
            <a:ext cx="536387" cy="0"/>
          </a:xfrm>
          <a:prstGeom prst="straightConnector1">
            <a:avLst/>
          </a:prstGeom>
          <a:ln w="15875">
            <a:solidFill>
              <a:srgbClr val="8C8C8C"/>
            </a:solidFill>
            <a:prstDash val="solid"/>
            <a:tailEnd type="triangle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9963668" y="4709160"/>
            <a:ext cx="536387" cy="0"/>
          </a:xfrm>
          <a:prstGeom prst="straightConnector1">
            <a:avLst/>
          </a:prstGeom>
          <a:ln w="15875">
            <a:solidFill>
              <a:srgbClr val="8C8C8C"/>
            </a:solidFill>
            <a:prstDash val="solid"/>
            <a:tailEnd type="triangle" w="lg" len="lg"/>
          </a:ln>
        </p:spPr>
      </p:cxnSp>
      <p:sp>
        <p:nvSpPr>
          <p:cNvPr id="31" name="Text 29"/>
          <p:cNvSpPr/>
          <p:nvPr/>
        </p:nvSpPr>
        <p:spPr>
          <a:xfrm>
            <a:off x="5983102" y="4325112"/>
            <a:ext cx="5363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100" dirty="0"/>
          </a:p>
        </p:txBody>
      </p:sp>
      <p:sp>
        <p:nvSpPr>
          <p:cNvPr id="32" name="資料庫"/>
          <p:cNvSpPr/>
          <p:nvPr/>
        </p:nvSpPr>
        <p:spPr>
          <a:xfrm>
            <a:off x="6775521" y="5413248"/>
            <a:ext cx="914400" cy="749808"/>
          </a:xfrm>
          <a:prstGeom prst="can">
            <a:avLst>
              <a:gd name="adj" fmla="val 13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200" dirty="0"/>
          </a:p>
        </p:txBody>
      </p:sp>
      <p:cxnSp>
        <p:nvCxnSpPr>
          <p:cNvPr id="33" name="連接線"/>
          <p:cNvCxnSpPr>
            <a:stCxn id="23" idx="2"/>
            <a:endCxn id="32" idx="0"/>
          </p:cNvCxnSpPr>
          <p:nvPr/>
        </p:nvCxnSpPr>
        <p:spPr>
          <a:xfrm>
            <a:off x="7232721" y="5020056"/>
            <a:ext cx="0" cy="393192"/>
          </a:xfrm>
          <a:prstGeom prst="straightConnector1">
            <a:avLst/>
          </a:prstGeom>
          <a:ln w="15875">
            <a:solidFill>
              <a:srgbClr val="8C8C8C"/>
            </a:solidFill>
            <a:prstDash val="sysDash"/>
            <a:headEnd type="triangle" w="lg" len="lg"/>
            <a:tailEnd type="triangle" w="lg" len="lg"/>
          </a:ln>
        </p:spPr>
      </p:cxnSp>
      <p:cxnSp>
        <p:nvCxnSpPr>
          <p:cNvPr id="34" name="連接線"/>
          <p:cNvCxnSpPr>
            <a:stCxn id="22" idx="2"/>
            <a:endCxn id="21" idx="4"/>
          </p:cNvCxnSpPr>
          <p:nvPr/>
        </p:nvCxnSpPr>
        <p:spPr>
          <a:xfrm rot="5400000" flipH="1">
            <a:off x="4046129" y="4024914"/>
            <a:ext cx="146304" cy="2136587"/>
          </a:xfrm>
          <a:prstGeom prst="bentConnector3">
            <a:avLst>
              <a:gd name="adj1" fmla="val -468750"/>
            </a:avLst>
          </a:prstGeom>
          <a:ln w="15875">
            <a:solidFill>
              <a:srgbClr val="8C8C8C"/>
            </a:solidFill>
            <a:prstDash val="solid"/>
            <a:tailEnd type="triangle" w="lg" len="lg"/>
          </a:ln>
        </p:spPr>
      </p:cxnSp>
      <p:sp>
        <p:nvSpPr>
          <p:cNvPr id="35" name="Text 33"/>
          <p:cNvSpPr/>
          <p:nvPr/>
        </p:nvSpPr>
        <p:spPr>
          <a:xfrm>
            <a:off x="5279014" y="5276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樹狀分支、十字矩陣與半透明寬欄條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7909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501091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52120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548640" y="3794760"/>
            <a:ext cx="749808" cy="45720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300" dirty="0"/>
          </a:p>
        </p:txBody>
      </p:sp>
      <p:sp>
        <p:nvSpPr>
          <p:cNvPr id="9" name="處理"/>
          <p:cNvSpPr/>
          <p:nvPr/>
        </p:nvSpPr>
        <p:spPr>
          <a:xfrm>
            <a:off x="1874520" y="3063240"/>
            <a:ext cx="841248" cy="45720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200" dirty="0"/>
          </a:p>
        </p:txBody>
      </p:sp>
      <p:sp>
        <p:nvSpPr>
          <p:cNvPr id="10" name="處理"/>
          <p:cNvSpPr/>
          <p:nvPr/>
        </p:nvSpPr>
        <p:spPr>
          <a:xfrm>
            <a:off x="1874520" y="4526280"/>
            <a:ext cx="841248" cy="45720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200" dirty="0"/>
          </a:p>
        </p:txBody>
      </p:sp>
      <p:sp>
        <p:nvSpPr>
          <p:cNvPr id="11" name="處理"/>
          <p:cNvSpPr/>
          <p:nvPr/>
        </p:nvSpPr>
        <p:spPr>
          <a:xfrm>
            <a:off x="3291840" y="3794760"/>
            <a:ext cx="749808" cy="457200"/>
          </a:xfrm>
          <a:prstGeom prst="roundRect">
            <a:avLst>
              <a:gd name="adj" fmla="val 44000"/>
            </a:avLst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300" dirty="0"/>
          </a:p>
        </p:txBody>
      </p:sp>
      <p:sp>
        <p:nvSpPr>
          <p:cNvPr id="12" name="處理"/>
          <p:cNvSpPr/>
          <p:nvPr/>
        </p:nvSpPr>
        <p:spPr>
          <a:xfrm>
            <a:off x="4617720" y="2606040"/>
            <a:ext cx="1143000" cy="45720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200" dirty="0"/>
          </a:p>
        </p:txBody>
      </p:sp>
      <p:sp>
        <p:nvSpPr>
          <p:cNvPr id="13" name="處理"/>
          <p:cNvSpPr/>
          <p:nvPr/>
        </p:nvSpPr>
        <p:spPr>
          <a:xfrm>
            <a:off x="4617720" y="3794760"/>
            <a:ext cx="1143000" cy="45720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200" dirty="0"/>
          </a:p>
        </p:txBody>
      </p:sp>
      <p:sp>
        <p:nvSpPr>
          <p:cNvPr id="14" name="處理"/>
          <p:cNvSpPr/>
          <p:nvPr/>
        </p:nvSpPr>
        <p:spPr>
          <a:xfrm>
            <a:off x="4617720" y="4983480"/>
            <a:ext cx="1143000" cy="457200"/>
          </a:xfrm>
          <a:prstGeom prst="roundRect">
            <a:avLst>
              <a:gd name="adj" fmla="val 44000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200" dirty="0"/>
          </a:p>
        </p:txBody>
      </p:sp>
      <p:sp>
        <p:nvSpPr>
          <p:cNvPr id="15" name="連接線"/>
          <p:cNvSpPr/>
          <p:nvPr/>
        </p:nvSpPr>
        <p:spPr>
          <a:xfrm>
            <a:off x="135331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135331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277063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77063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4096512" y="283464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1188720"/>
                </a:moveTo>
                <a:lnTo>
                  <a:pt x="233172" y="11887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線條"/>
          <p:cNvSpPr/>
          <p:nvPr/>
        </p:nvSpPr>
        <p:spPr>
          <a:xfrm>
            <a:off x="4096512" y="4023360"/>
            <a:ext cx="466344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</p:sp>
      <p:sp>
        <p:nvSpPr>
          <p:cNvPr id="21" name="連接線"/>
          <p:cNvSpPr/>
          <p:nvPr/>
        </p:nvSpPr>
        <p:spPr>
          <a:xfrm>
            <a:off x="4096512" y="402336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0"/>
                </a:moveTo>
                <a:lnTo>
                  <a:pt x="233172" y="0"/>
                </a:lnTo>
                <a:lnTo>
                  <a:pt x="233172" y="1188720"/>
                </a:lnTo>
                <a:lnTo>
                  <a:pt x="466344" y="118872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72200" y="187909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73368" y="1783080"/>
            <a:ext cx="249631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300" dirty="0"/>
          </a:p>
        </p:txBody>
      </p:sp>
      <p:sp>
        <p:nvSpPr>
          <p:cNvPr id="24" name="線條"/>
          <p:cNvSpPr/>
          <p:nvPr/>
        </p:nvSpPr>
        <p:spPr>
          <a:xfrm>
            <a:off x="6172200" y="2167128"/>
            <a:ext cx="26974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線條"/>
          <p:cNvSpPr/>
          <p:nvPr/>
        </p:nvSpPr>
        <p:spPr>
          <a:xfrm>
            <a:off x="6556248" y="4023360"/>
            <a:ext cx="192938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7520940" y="2697480"/>
            <a:ext cx="0" cy="265176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7" name="中心圓"/>
          <p:cNvSpPr/>
          <p:nvPr/>
        </p:nvSpPr>
        <p:spPr>
          <a:xfrm>
            <a:off x="7100316" y="3602736"/>
            <a:ext cx="841248" cy="841248"/>
          </a:xfrm>
          <a:prstGeom prst="ellipse">
            <a:avLst/>
          </a:prstGeom>
          <a:solidFill>
            <a:srgbClr val="0F7C80"/>
          </a:solidFill>
          <a:ln w="25400">
            <a:solidFill>
              <a:srgbClr val="FFFFFF"/>
            </a:solidFill>
            <a:prstDash val="solid"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28" name="標籤"/>
          <p:cNvSpPr/>
          <p:nvPr/>
        </p:nvSpPr>
        <p:spPr>
          <a:xfrm>
            <a:off x="6549136" y="3227832"/>
            <a:ext cx="51714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100" dirty="0"/>
          </a:p>
        </p:txBody>
      </p:sp>
      <p:sp>
        <p:nvSpPr>
          <p:cNvPr id="29" name="標籤"/>
          <p:cNvSpPr/>
          <p:nvPr/>
        </p:nvSpPr>
        <p:spPr>
          <a:xfrm>
            <a:off x="7975600" y="3227832"/>
            <a:ext cx="517144" cy="274320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100" dirty="0"/>
          </a:p>
        </p:txBody>
      </p:sp>
      <p:sp>
        <p:nvSpPr>
          <p:cNvPr id="30" name="標籤"/>
          <p:cNvSpPr/>
          <p:nvPr/>
        </p:nvSpPr>
        <p:spPr>
          <a:xfrm>
            <a:off x="6549136" y="4544568"/>
            <a:ext cx="51714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100" dirty="0"/>
          </a:p>
        </p:txBody>
      </p:sp>
      <p:sp>
        <p:nvSpPr>
          <p:cNvPr id="31" name="標籤"/>
          <p:cNvSpPr/>
          <p:nvPr/>
        </p:nvSpPr>
        <p:spPr>
          <a:xfrm>
            <a:off x="7975600" y="4544568"/>
            <a:ext cx="517144" cy="27432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72300" y="23774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72300" y="53949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8862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3886200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35440" y="1879092"/>
            <a:ext cx="100584" cy="10058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436608" y="1783080"/>
            <a:ext cx="220644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300" dirty="0"/>
          </a:p>
        </p:txBody>
      </p:sp>
      <p:sp>
        <p:nvSpPr>
          <p:cNvPr id="38" name="線條"/>
          <p:cNvSpPr/>
          <p:nvPr/>
        </p:nvSpPr>
        <p:spPr>
          <a:xfrm>
            <a:off x="9235440" y="2167128"/>
            <a:ext cx="24076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66960" y="2286000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744200" y="2286000"/>
            <a:ext cx="9326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100" dirty="0"/>
          </a:p>
        </p:txBody>
      </p:sp>
      <p:sp>
        <p:nvSpPr>
          <p:cNvPr id="41" name="寬欄條"/>
          <p:cNvSpPr/>
          <p:nvPr/>
        </p:nvSpPr>
        <p:spPr>
          <a:xfrm>
            <a:off x="10149840" y="2606040"/>
            <a:ext cx="566928" cy="310896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10927080" y="2606040"/>
            <a:ext cx="566928" cy="310896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235440" y="304495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55692" y="2922788"/>
            <a:ext cx="555224" cy="55522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編號"/>
          <p:cNvSpPr/>
          <p:nvPr/>
        </p:nvSpPr>
        <p:spPr>
          <a:xfrm>
            <a:off x="10222992" y="2990088"/>
            <a:ext cx="420624" cy="420624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932932" y="2922788"/>
            <a:ext cx="555224" cy="55522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編號"/>
          <p:cNvSpPr/>
          <p:nvPr/>
        </p:nvSpPr>
        <p:spPr>
          <a:xfrm>
            <a:off x="11000232" y="2990088"/>
            <a:ext cx="420624" cy="420624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235440" y="400507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155692" y="3882908"/>
            <a:ext cx="555224" cy="55522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編號"/>
          <p:cNvSpPr/>
          <p:nvPr/>
        </p:nvSpPr>
        <p:spPr>
          <a:xfrm>
            <a:off x="10222992" y="3950208"/>
            <a:ext cx="420624" cy="420624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932932" y="3882908"/>
            <a:ext cx="555224" cy="55522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編號"/>
          <p:cNvSpPr/>
          <p:nvPr/>
        </p:nvSpPr>
        <p:spPr>
          <a:xfrm>
            <a:off x="11000232" y="3950208"/>
            <a:ext cx="420624" cy="420624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235440" y="4965192"/>
            <a:ext cx="8229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155692" y="4843028"/>
            <a:ext cx="555224" cy="55522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編號"/>
          <p:cNvSpPr/>
          <p:nvPr/>
        </p:nvSpPr>
        <p:spPr>
          <a:xfrm>
            <a:off x="10222992" y="4910328"/>
            <a:ext cx="420624" cy="420624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932932" y="4843028"/>
            <a:ext cx="555224" cy="55522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編號"/>
          <p:cNvSpPr/>
          <p:nvPr/>
        </p:nvSpPr>
        <p:spPr>
          <a:xfrm>
            <a:off x="11000232" y="4910328"/>
            <a:ext cx="420624" cy="420624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關鍵在於把資訊整理成對方能理解的結構</a:t>
            </a:r>
            <a:endParaRPr lang="en-US" sz="1600" dirty="0"/>
          </a:p>
        </p:txBody>
      </p:sp>
      <p:sp>
        <p:nvSpPr>
          <p:cNvPr id="5" name="光暈大圓"/>
          <p:cNvSpPr/>
          <p:nvPr/>
        </p:nvSpPr>
        <p:spPr>
          <a:xfrm>
            <a:off x="1208989" y="182880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25400" dir="5400000" sx="102000" sy="10200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08989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446733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500" dirty="0"/>
          </a:p>
        </p:txBody>
      </p:sp>
      <p:sp>
        <p:nvSpPr>
          <p:cNvPr id="8" name="光暈大圓"/>
          <p:cNvSpPr/>
          <p:nvPr/>
        </p:nvSpPr>
        <p:spPr>
          <a:xfrm>
            <a:off x="4907128" y="182880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25400" dir="5400000" sx="102000" sy="10200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07128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5144872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1" name="光暈大圓"/>
          <p:cNvSpPr/>
          <p:nvPr/>
        </p:nvSpPr>
        <p:spPr>
          <a:xfrm>
            <a:off x="8605266" y="182880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28600" dist="25400" dir="5400000" sx="102000" sy="10200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05266" y="2137867"/>
            <a:ext cx="2377440" cy="7370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8843010" y="2898648"/>
            <a:ext cx="1901952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500" dirty="0"/>
          </a:p>
        </p:txBody>
      </p:sp>
      <p:sp>
        <p:nvSpPr>
          <p:cNvPr id="14" name="分隔"/>
          <p:cNvSpPr/>
          <p:nvPr/>
        </p:nvSpPr>
        <p:spPr>
          <a:xfrm>
            <a:off x="4186428" y="2896819"/>
            <a:ext cx="120701" cy="241402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分隔"/>
          <p:cNvSpPr/>
          <p:nvPr/>
        </p:nvSpPr>
        <p:spPr>
          <a:xfrm>
            <a:off x="7884566" y="2896819"/>
            <a:ext cx="120701" cy="241402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14897" y="3301313"/>
            <a:ext cx="863194" cy="86319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小圓"/>
          <p:cNvSpPr/>
          <p:nvPr/>
        </p:nvSpPr>
        <p:spPr>
          <a:xfrm>
            <a:off x="4780734" y="3367150"/>
            <a:ext cx="731520" cy="731520"/>
          </a:xfrm>
          <a:prstGeom prst="ellipse">
            <a:avLst/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4251" y="3774643"/>
            <a:ext cx="863194" cy="86319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小圓"/>
          <p:cNvSpPr/>
          <p:nvPr/>
        </p:nvSpPr>
        <p:spPr>
          <a:xfrm>
            <a:off x="5730088" y="3840480"/>
            <a:ext cx="731520" cy="731520"/>
          </a:xfrm>
          <a:prstGeom prst="ellipse">
            <a:avLst/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13605" y="3301313"/>
            <a:ext cx="863194" cy="86319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小圓"/>
          <p:cNvSpPr/>
          <p:nvPr/>
        </p:nvSpPr>
        <p:spPr>
          <a:xfrm>
            <a:off x="6679442" y="3367150"/>
            <a:ext cx="731520" cy="731520"/>
          </a:xfrm>
          <a:prstGeom prst="ellipse">
            <a:avLst/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62446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11800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61154" y="4709160"/>
            <a:ext cx="86868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150" dirty="0"/>
          </a:p>
        </p:txBody>
      </p:sp>
      <p:sp>
        <p:nvSpPr>
          <p:cNvPr id="25" name="標籤"/>
          <p:cNvSpPr/>
          <p:nvPr/>
        </p:nvSpPr>
        <p:spPr>
          <a:xfrm>
            <a:off x="1346149" y="45720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300" dirty="0"/>
          </a:p>
        </p:txBody>
      </p:sp>
      <p:sp>
        <p:nvSpPr>
          <p:cNvPr id="26" name="標籤"/>
          <p:cNvSpPr/>
          <p:nvPr/>
        </p:nvSpPr>
        <p:spPr>
          <a:xfrm>
            <a:off x="1346149" y="5074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300" dirty="0"/>
          </a:p>
        </p:txBody>
      </p:sp>
      <p:sp>
        <p:nvSpPr>
          <p:cNvPr id="27" name="標籤"/>
          <p:cNvSpPr/>
          <p:nvPr/>
        </p:nvSpPr>
        <p:spPr>
          <a:xfrm>
            <a:off x="1346149" y="55778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8" name="標籤"/>
          <p:cNvSpPr/>
          <p:nvPr/>
        </p:nvSpPr>
        <p:spPr>
          <a:xfrm>
            <a:off x="8742426" y="45720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300" dirty="0"/>
          </a:p>
        </p:txBody>
      </p:sp>
      <p:sp>
        <p:nvSpPr>
          <p:cNvPr id="29" name="標籤"/>
          <p:cNvSpPr/>
          <p:nvPr/>
        </p:nvSpPr>
        <p:spPr>
          <a:xfrm>
            <a:off x="8742426" y="50749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300" dirty="0"/>
          </a:p>
        </p:txBody>
      </p:sp>
      <p:sp>
        <p:nvSpPr>
          <p:cNvPr id="30" name="標籤"/>
          <p:cNvSpPr/>
          <p:nvPr/>
        </p:nvSpPr>
        <p:spPr>
          <a:xfrm>
            <a:off x="8742426" y="55778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從現況、課題到行動方案的思考路徑</a:t>
            </a:r>
            <a:endParaRPr lang="en-US" sz="1600" dirty="0"/>
          </a:p>
        </p:txBody>
      </p:sp>
      <p:sp>
        <p:nvSpPr>
          <p:cNvPr id="5" name="卡片"/>
          <p:cNvSpPr/>
          <p:nvPr/>
        </p:nvSpPr>
        <p:spPr>
          <a:xfrm>
            <a:off x="548640" y="3931920"/>
            <a:ext cx="1882384" cy="841248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400" dirty="0"/>
          </a:p>
        </p:txBody>
      </p:sp>
      <p:sp>
        <p:nvSpPr>
          <p:cNvPr id="7" name="分隔"/>
          <p:cNvSpPr/>
          <p:nvPr/>
        </p:nvSpPr>
        <p:spPr>
          <a:xfrm>
            <a:off x="2591044" y="4251960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卡片"/>
          <p:cNvSpPr/>
          <p:nvPr/>
        </p:nvSpPr>
        <p:spPr>
          <a:xfrm>
            <a:off x="2851648" y="3931920"/>
            <a:ext cx="1882384" cy="841248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51648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0" name="分隔"/>
          <p:cNvSpPr/>
          <p:nvPr/>
        </p:nvSpPr>
        <p:spPr>
          <a:xfrm>
            <a:off x="4894052" y="4251960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重點卡片"/>
          <p:cNvSpPr/>
          <p:nvPr/>
        </p:nvSpPr>
        <p:spPr>
          <a:xfrm>
            <a:off x="5154656" y="3931920"/>
            <a:ext cx="1882384" cy="841248"/>
          </a:xfrm>
          <a:prstGeom prst="roundRect">
            <a:avLst>
              <a:gd name="adj" fmla="val 23913"/>
            </a:avLst>
          </a:prstGeom>
          <a:solidFill>
            <a:srgbClr val="0F7C80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B7D8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2" name="分隔"/>
          <p:cNvSpPr/>
          <p:nvPr/>
        </p:nvSpPr>
        <p:spPr>
          <a:xfrm>
            <a:off x="7197060" y="4251960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卡片"/>
          <p:cNvSpPr/>
          <p:nvPr/>
        </p:nvSpPr>
        <p:spPr>
          <a:xfrm>
            <a:off x="7457664" y="3931920"/>
            <a:ext cx="1882384" cy="841248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57664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5" name="分隔"/>
          <p:cNvSpPr/>
          <p:nvPr/>
        </p:nvSpPr>
        <p:spPr>
          <a:xfrm>
            <a:off x="9500067" y="4251960"/>
            <a:ext cx="100584" cy="201168"/>
          </a:xfrm>
          <a:prstGeom prst="chevron">
            <a:avLst>
              <a:gd name="adj" fmla="val 68182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卡片"/>
          <p:cNvSpPr/>
          <p:nvPr/>
        </p:nvSpPr>
        <p:spPr>
          <a:xfrm>
            <a:off x="9760671" y="3931920"/>
            <a:ext cx="1882384" cy="841248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760671" y="3931920"/>
            <a:ext cx="1882384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400" dirty="0"/>
          </a:p>
        </p:txBody>
      </p:sp>
      <p:sp>
        <p:nvSpPr>
          <p:cNvPr id="18" name="卡片"/>
          <p:cNvSpPr/>
          <p:nvPr/>
        </p:nvSpPr>
        <p:spPr>
          <a:xfrm>
            <a:off x="5154656" y="1828800"/>
            <a:ext cx="1882384" cy="822960"/>
          </a:xfrm>
          <a:prstGeom prst="roundRect">
            <a:avLst>
              <a:gd name="adj" fmla="val 24444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54656" y="1828800"/>
            <a:ext cx="1882384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20" name="卡片"/>
          <p:cNvSpPr/>
          <p:nvPr/>
        </p:nvSpPr>
        <p:spPr>
          <a:xfrm>
            <a:off x="2668768" y="2788920"/>
            <a:ext cx="1543555" cy="658368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68768" y="2788920"/>
            <a:ext cx="154355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400" dirty="0"/>
          </a:p>
        </p:txBody>
      </p:sp>
      <p:sp>
        <p:nvSpPr>
          <p:cNvPr id="22" name="卡片"/>
          <p:cNvSpPr/>
          <p:nvPr/>
        </p:nvSpPr>
        <p:spPr>
          <a:xfrm>
            <a:off x="7979373" y="2788920"/>
            <a:ext cx="1543555" cy="658368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979373" y="2788920"/>
            <a:ext cx="1543555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24" name="曲線箭頭"/>
          <p:cNvSpPr/>
          <p:nvPr/>
        </p:nvSpPr>
        <p:spPr>
          <a:xfrm>
            <a:off x="3440545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493776"/>
                </a:moveTo>
                <a:cubicBezTo>
                  <a:pt x="0" y="0"/>
                  <a:pt x="274320" y="0"/>
                  <a:pt x="1640958" y="0"/>
                </a:cubicBezTo>
              </a:path>
            </a:pathLst>
          </a:custGeom>
          <a:noFill/>
          <a:ln w="15875">
            <a:solidFill>
              <a:srgbClr val="8C8C8C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曲線箭頭"/>
          <p:cNvSpPr/>
          <p:nvPr/>
        </p:nvSpPr>
        <p:spPr>
          <a:xfrm>
            <a:off x="7110192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0"/>
                </a:moveTo>
                <a:cubicBezTo>
                  <a:pt x="1366638" y="0"/>
                  <a:pt x="1640958" y="0"/>
                  <a:pt x="1640958" y="493776"/>
                </a:cubicBezTo>
              </a:path>
            </a:pathLst>
          </a:custGeom>
          <a:noFill/>
          <a:ln w="15875">
            <a:solidFill>
              <a:srgbClr val="8C8C8C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4285475" y="3118104"/>
            <a:ext cx="3620746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7" name="Text 25"/>
          <p:cNvSpPr/>
          <p:nvPr/>
        </p:nvSpPr>
        <p:spPr>
          <a:xfrm>
            <a:off x="498897" y="1815633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編號"/>
          <p:cNvSpPr/>
          <p:nvPr/>
        </p:nvSpPr>
        <p:spPr>
          <a:xfrm>
            <a:off x="548640" y="1865376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3801" y="1815633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編號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100" dirty="0"/>
          </a:p>
        </p:txBody>
      </p:sp>
      <p:sp>
        <p:nvSpPr>
          <p:cNvPr id="31" name="標籤"/>
          <p:cNvSpPr/>
          <p:nvPr/>
        </p:nvSpPr>
        <p:spPr>
          <a:xfrm>
            <a:off x="1325880" y="1874520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897" y="2272833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編號"/>
          <p:cNvSpPr/>
          <p:nvPr/>
        </p:nvSpPr>
        <p:spPr>
          <a:xfrm>
            <a:off x="548640" y="2322576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3801" y="2272833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編號"/>
          <p:cNvSpPr/>
          <p:nvPr/>
        </p:nvSpPr>
        <p:spPr>
          <a:xfrm>
            <a:off x="923544" y="2322576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標籤"/>
          <p:cNvSpPr/>
          <p:nvPr/>
        </p:nvSpPr>
        <p:spPr>
          <a:xfrm>
            <a:off x="1325880" y="2331720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19488" y="1815633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編號"/>
          <p:cNvSpPr/>
          <p:nvPr/>
        </p:nvSpPr>
        <p:spPr>
          <a:xfrm>
            <a:off x="9669231" y="1865376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94392" y="1815633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編號"/>
          <p:cNvSpPr/>
          <p:nvPr/>
        </p:nvSpPr>
        <p:spPr>
          <a:xfrm>
            <a:off x="10044135" y="1865376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100" dirty="0"/>
          </a:p>
        </p:txBody>
      </p:sp>
      <p:sp>
        <p:nvSpPr>
          <p:cNvPr id="41" name="標籤"/>
          <p:cNvSpPr/>
          <p:nvPr/>
        </p:nvSpPr>
        <p:spPr>
          <a:xfrm>
            <a:off x="10446471" y="1874520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19488" y="2272833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編號"/>
          <p:cNvSpPr/>
          <p:nvPr/>
        </p:nvSpPr>
        <p:spPr>
          <a:xfrm>
            <a:off x="9669231" y="2322576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994392" y="2272833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編號"/>
          <p:cNvSpPr/>
          <p:nvPr/>
        </p:nvSpPr>
        <p:spPr>
          <a:xfrm>
            <a:off x="10044135" y="2322576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100" dirty="0"/>
          </a:p>
        </p:txBody>
      </p:sp>
      <p:sp>
        <p:nvSpPr>
          <p:cNvPr id="46" name="標籤"/>
          <p:cNvSpPr/>
          <p:nvPr/>
        </p:nvSpPr>
        <p:spPr>
          <a:xfrm>
            <a:off x="10446471" y="2331720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100" dirty="0"/>
          </a:p>
        </p:txBody>
      </p:sp>
      <p:sp>
        <p:nvSpPr>
          <p:cNvPr id="47" name="卡片"/>
          <p:cNvSpPr/>
          <p:nvPr/>
        </p:nvSpPr>
        <p:spPr>
          <a:xfrm>
            <a:off x="548640" y="5074920"/>
            <a:ext cx="11094415" cy="548640"/>
          </a:xfrm>
          <a:prstGeom prst="roundRect">
            <a:avLst>
              <a:gd name="adj" fmla="val 36667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94783" y="5765841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編號"/>
          <p:cNvSpPr/>
          <p:nvPr/>
        </p:nvSpPr>
        <p:spPr>
          <a:xfrm>
            <a:off x="1144527" y="5815584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469687" y="5765841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編號"/>
          <p:cNvSpPr/>
          <p:nvPr/>
        </p:nvSpPr>
        <p:spPr>
          <a:xfrm>
            <a:off x="1519431" y="5815584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標籤"/>
          <p:cNvSpPr/>
          <p:nvPr/>
        </p:nvSpPr>
        <p:spPr>
          <a:xfrm>
            <a:off x="1921767" y="5824728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868387" y="5765841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編號"/>
          <p:cNvSpPr/>
          <p:nvPr/>
        </p:nvSpPr>
        <p:spPr>
          <a:xfrm>
            <a:off x="3918130" y="5815584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243291" y="5765841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編號"/>
          <p:cNvSpPr/>
          <p:nvPr/>
        </p:nvSpPr>
        <p:spPr>
          <a:xfrm>
            <a:off x="4293034" y="5815584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58" name="標籤"/>
          <p:cNvSpPr/>
          <p:nvPr/>
        </p:nvSpPr>
        <p:spPr>
          <a:xfrm>
            <a:off x="4695370" y="5824728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29443" y="5765841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編號"/>
          <p:cNvSpPr/>
          <p:nvPr/>
        </p:nvSpPr>
        <p:spPr>
          <a:xfrm>
            <a:off x="6879186" y="5815584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61" name="標籤"/>
          <p:cNvSpPr/>
          <p:nvPr/>
        </p:nvSpPr>
        <p:spPr>
          <a:xfrm>
            <a:off x="7281522" y="5824728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415595" y="5765841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編號"/>
          <p:cNvSpPr/>
          <p:nvPr/>
        </p:nvSpPr>
        <p:spPr>
          <a:xfrm>
            <a:off x="9465338" y="5815584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790499" y="5765841"/>
            <a:ext cx="410383" cy="410383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編號"/>
          <p:cNvSpPr/>
          <p:nvPr/>
        </p:nvSpPr>
        <p:spPr>
          <a:xfrm>
            <a:off x="9840242" y="5815584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  <p:sp>
        <p:nvSpPr>
          <p:cNvPr id="66" name="標籤"/>
          <p:cNvSpPr/>
          <p:nvPr/>
        </p:nvSpPr>
        <p:spPr>
          <a:xfrm>
            <a:off x="10242578" y="5824728"/>
            <a:ext cx="804591" cy="29260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84048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411480" cy="91440"/>
          </a:xfrm>
          <a:prstGeom prst="roundRect">
            <a:avLst>
              <a:gd name="adj" fmla="val 50000"/>
            </a:avLst>
          </a:prstGeom>
          <a:solidFill>
            <a:srgbClr val="0F7C8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9848" y="1033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F7C80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從個人特質到可遷移能力的三階段路徑</a:t>
            </a:r>
            <a:endParaRPr lang="en-US" sz="1600" dirty="0"/>
          </a:p>
        </p:txBody>
      </p:sp>
      <p:sp>
        <p:nvSpPr>
          <p:cNvPr id="5" name="漸隱箭頭"/>
          <p:cNvSpPr/>
          <p:nvPr/>
        </p:nvSpPr>
        <p:spPr>
          <a:xfrm>
            <a:off x="5737860" y="2331720"/>
            <a:ext cx="356616" cy="3361700"/>
          </a:xfrm>
          <a:prstGeom prst="rect">
            <a:avLst/>
          </a:prstGeom>
          <a:solidFill>
            <a:srgbClr val="F2A541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5737860" y="2890479"/>
            <a:ext cx="356616" cy="2802941"/>
          </a:xfrm>
          <a:prstGeom prst="rect">
            <a:avLst/>
          </a:prstGeom>
          <a:solidFill>
            <a:srgbClr val="F2A541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5737860" y="3449239"/>
            <a:ext cx="356616" cy="2244181"/>
          </a:xfrm>
          <a:prstGeom prst="rect">
            <a:avLst/>
          </a:prstGeom>
          <a:solidFill>
            <a:srgbClr val="F2A541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5737860" y="4007998"/>
            <a:ext cx="356616" cy="1685422"/>
          </a:xfrm>
          <a:prstGeom prst="rect">
            <a:avLst/>
          </a:prstGeom>
          <a:solidFill>
            <a:srgbClr val="F2A541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5737860" y="4566757"/>
            <a:ext cx="356616" cy="1126663"/>
          </a:xfrm>
          <a:prstGeom prst="rect">
            <a:avLst/>
          </a:prstGeom>
          <a:solidFill>
            <a:srgbClr val="F2A541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5737860" y="5125517"/>
            <a:ext cx="356616" cy="567903"/>
          </a:xfrm>
          <a:prstGeom prst="rect">
            <a:avLst/>
          </a:prstGeom>
          <a:solidFill>
            <a:srgbClr val="F2A541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5559552" y="5684276"/>
            <a:ext cx="713232" cy="442204"/>
          </a:xfrm>
          <a:custGeom>
            <a:avLst/>
            <a:gdLst/>
            <a:ahLst/>
            <a:cxnLst/>
            <a:rect l="l" t="t" r="r" b="b"/>
            <a:pathLst>
              <a:path w="713232" h="442204">
                <a:moveTo>
                  <a:pt x="0" y="0"/>
                </a:moveTo>
                <a:lnTo>
                  <a:pt x="713232" y="0"/>
                </a:lnTo>
                <a:lnTo>
                  <a:pt x="356616" y="442204"/>
                </a:lnTo>
                <a:close/>
              </a:path>
            </a:pathLst>
          </a:custGeom>
          <a:solidFill>
            <a:srgbClr val="F2A541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82512" y="576072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200" dirty="0"/>
          </a:p>
        </p:txBody>
      </p:sp>
      <p:sp>
        <p:nvSpPr>
          <p:cNvPr id="13" name="處理"/>
          <p:cNvSpPr/>
          <p:nvPr/>
        </p:nvSpPr>
        <p:spPr>
          <a:xfrm>
            <a:off x="548640" y="3794760"/>
            <a:ext cx="868680" cy="548640"/>
          </a:xfrm>
          <a:prstGeom prst="roundRect">
            <a:avLst>
              <a:gd name="adj" fmla="val 36667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41655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050" dirty="0"/>
          </a:p>
        </p:txBody>
      </p:sp>
      <p:sp>
        <p:nvSpPr>
          <p:cNvPr id="15" name="處理"/>
          <p:cNvSpPr/>
          <p:nvPr/>
        </p:nvSpPr>
        <p:spPr>
          <a:xfrm>
            <a:off x="1874520" y="2999232"/>
            <a:ext cx="914400" cy="493776"/>
          </a:xfrm>
          <a:prstGeom prst="roundRect">
            <a:avLst>
              <a:gd name="adj" fmla="val 40741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400" dirty="0"/>
          </a:p>
        </p:txBody>
      </p:sp>
      <p:sp>
        <p:nvSpPr>
          <p:cNvPr id="16" name="處理"/>
          <p:cNvSpPr/>
          <p:nvPr/>
        </p:nvSpPr>
        <p:spPr>
          <a:xfrm>
            <a:off x="1874520" y="4645152"/>
            <a:ext cx="914400" cy="493776"/>
          </a:xfrm>
          <a:prstGeom prst="roundRect">
            <a:avLst>
              <a:gd name="adj" fmla="val 40741"/>
            </a:avLst>
          </a:prstGeom>
          <a:solidFill>
            <a:srgbClr val="E0F0F0"/>
          </a:solidFill>
          <a:ln>
            <a:noFill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2743200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8800" y="5175504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050" dirty="0"/>
          </a:p>
        </p:txBody>
      </p:sp>
      <p:sp>
        <p:nvSpPr>
          <p:cNvPr id="19" name="處理"/>
          <p:cNvSpPr/>
          <p:nvPr/>
        </p:nvSpPr>
        <p:spPr>
          <a:xfrm>
            <a:off x="3246120" y="3794760"/>
            <a:ext cx="868680" cy="548640"/>
          </a:xfrm>
          <a:prstGeom prst="roundRect">
            <a:avLst>
              <a:gd name="adj" fmla="val 36667"/>
            </a:avLst>
          </a:prstGeom>
          <a:solidFill>
            <a:srgbClr val="0F7C8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54680" y="441655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050" dirty="0"/>
          </a:p>
        </p:txBody>
      </p:sp>
      <p:sp>
        <p:nvSpPr>
          <p:cNvPr id="21" name="連接線"/>
          <p:cNvSpPr/>
          <p:nvPr/>
        </p:nvSpPr>
        <p:spPr>
          <a:xfrm>
            <a:off x="14721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連接線"/>
          <p:cNvSpPr/>
          <p:nvPr/>
        </p:nvSpPr>
        <p:spPr>
          <a:xfrm>
            <a:off x="14721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28437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8437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4169664" y="274320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1325880"/>
                </a:moveTo>
                <a:lnTo>
                  <a:pt x="288036" y="1325880"/>
                </a:lnTo>
                <a:lnTo>
                  <a:pt x="288036" y="0"/>
                </a:lnTo>
                <a:lnTo>
                  <a:pt x="576072" y="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4169664" y="4069080"/>
            <a:ext cx="576072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</p:sp>
      <p:sp>
        <p:nvSpPr>
          <p:cNvPr id="27" name="連接線"/>
          <p:cNvSpPr/>
          <p:nvPr/>
        </p:nvSpPr>
        <p:spPr>
          <a:xfrm>
            <a:off x="4169664" y="406908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0"/>
                </a:moveTo>
                <a:lnTo>
                  <a:pt x="288036" y="0"/>
                </a:lnTo>
                <a:lnTo>
                  <a:pt x="288036" y="1325880"/>
                </a:lnTo>
                <a:lnTo>
                  <a:pt x="576072" y="132588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卡片"/>
          <p:cNvSpPr/>
          <p:nvPr/>
        </p:nvSpPr>
        <p:spPr>
          <a:xfrm>
            <a:off x="4800600" y="2414016"/>
            <a:ext cx="1828800" cy="658368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00600" y="241401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600" dirty="0"/>
          </a:p>
        </p:txBody>
      </p:sp>
      <p:sp>
        <p:nvSpPr>
          <p:cNvPr id="30" name="標籤"/>
          <p:cNvSpPr/>
          <p:nvPr/>
        </p:nvSpPr>
        <p:spPr>
          <a:xfrm>
            <a:off x="6000496" y="2286000"/>
            <a:ext cx="491744" cy="256032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000" dirty="0"/>
          </a:p>
        </p:txBody>
      </p:sp>
      <p:sp>
        <p:nvSpPr>
          <p:cNvPr id="31" name="標籤"/>
          <p:cNvSpPr/>
          <p:nvPr/>
        </p:nvSpPr>
        <p:spPr>
          <a:xfrm>
            <a:off x="4937760" y="2944368"/>
            <a:ext cx="61874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000" dirty="0"/>
          </a:p>
        </p:txBody>
      </p:sp>
      <p:sp>
        <p:nvSpPr>
          <p:cNvPr id="32" name="卡片"/>
          <p:cNvSpPr/>
          <p:nvPr/>
        </p:nvSpPr>
        <p:spPr>
          <a:xfrm>
            <a:off x="4800600" y="3739896"/>
            <a:ext cx="1828800" cy="658368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00600" y="373989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600" dirty="0"/>
          </a:p>
        </p:txBody>
      </p:sp>
      <p:sp>
        <p:nvSpPr>
          <p:cNvPr id="34" name="標籤"/>
          <p:cNvSpPr/>
          <p:nvPr/>
        </p:nvSpPr>
        <p:spPr>
          <a:xfrm>
            <a:off x="6000496" y="3611880"/>
            <a:ext cx="491744" cy="256032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000" dirty="0"/>
          </a:p>
        </p:txBody>
      </p:sp>
      <p:sp>
        <p:nvSpPr>
          <p:cNvPr id="35" name="標籤"/>
          <p:cNvSpPr/>
          <p:nvPr/>
        </p:nvSpPr>
        <p:spPr>
          <a:xfrm>
            <a:off x="4937760" y="4270248"/>
            <a:ext cx="61874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000" dirty="0"/>
          </a:p>
        </p:txBody>
      </p:sp>
      <p:sp>
        <p:nvSpPr>
          <p:cNvPr id="36" name="卡片"/>
          <p:cNvSpPr/>
          <p:nvPr/>
        </p:nvSpPr>
        <p:spPr>
          <a:xfrm>
            <a:off x="4800600" y="5065776"/>
            <a:ext cx="1828800" cy="658368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sx="100000" sy="100000" algn="ctr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00600" y="506577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E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600" dirty="0"/>
          </a:p>
        </p:txBody>
      </p:sp>
      <p:sp>
        <p:nvSpPr>
          <p:cNvPr id="38" name="標籤"/>
          <p:cNvSpPr/>
          <p:nvPr/>
        </p:nvSpPr>
        <p:spPr>
          <a:xfrm>
            <a:off x="6000496" y="4937760"/>
            <a:ext cx="491744" cy="256032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C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000" dirty="0"/>
          </a:p>
        </p:txBody>
      </p:sp>
      <p:sp>
        <p:nvSpPr>
          <p:cNvPr id="39" name="標籤"/>
          <p:cNvSpPr/>
          <p:nvPr/>
        </p:nvSpPr>
        <p:spPr>
          <a:xfrm>
            <a:off x="4937760" y="5596128"/>
            <a:ext cx="618744" cy="25603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  <a:effectLst>
            <a:outerShdw blurRad="76200" dist="1905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000" dirty="0"/>
          </a:p>
        </p:txBody>
      </p:sp>
      <p:sp>
        <p:nvSpPr>
          <p:cNvPr id="40" name="寬欄條"/>
          <p:cNvSpPr/>
          <p:nvPr/>
        </p:nvSpPr>
        <p:spPr>
          <a:xfrm>
            <a:off x="7086600" y="2057400"/>
            <a:ext cx="548640" cy="388620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寬欄條"/>
          <p:cNvSpPr/>
          <p:nvPr/>
        </p:nvSpPr>
        <p:spPr>
          <a:xfrm>
            <a:off x="7818120" y="2057400"/>
            <a:ext cx="548640" cy="388620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766560" y="17556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71238" y="2453518"/>
            <a:ext cx="579364" cy="57936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編號"/>
          <p:cNvSpPr/>
          <p:nvPr/>
        </p:nvSpPr>
        <p:spPr>
          <a:xfrm>
            <a:off x="7141464" y="2523744"/>
            <a:ext cx="438912" cy="438912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802758" y="2453518"/>
            <a:ext cx="579364" cy="57936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編號"/>
          <p:cNvSpPr/>
          <p:nvPr/>
        </p:nvSpPr>
        <p:spPr>
          <a:xfrm>
            <a:off x="7872984" y="2523744"/>
            <a:ext cx="438912" cy="438912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400" dirty="0"/>
          </a:p>
        </p:txBody>
      </p:sp>
      <p:sp>
        <p:nvSpPr>
          <p:cNvPr id="47" name="線條"/>
          <p:cNvSpPr/>
          <p:nvPr/>
        </p:nvSpPr>
        <p:spPr>
          <a:xfrm>
            <a:off x="6702552" y="274320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71238" y="3779398"/>
            <a:ext cx="579364" cy="57936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編號"/>
          <p:cNvSpPr/>
          <p:nvPr/>
        </p:nvSpPr>
        <p:spPr>
          <a:xfrm>
            <a:off x="7141464" y="3849624"/>
            <a:ext cx="438912" cy="438912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802758" y="3779398"/>
            <a:ext cx="579364" cy="57936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編號"/>
          <p:cNvSpPr/>
          <p:nvPr/>
        </p:nvSpPr>
        <p:spPr>
          <a:xfrm>
            <a:off x="7872984" y="3849624"/>
            <a:ext cx="438912" cy="438912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400" dirty="0"/>
          </a:p>
        </p:txBody>
      </p:sp>
      <p:sp>
        <p:nvSpPr>
          <p:cNvPr id="52" name="線條"/>
          <p:cNvSpPr/>
          <p:nvPr/>
        </p:nvSpPr>
        <p:spPr>
          <a:xfrm>
            <a:off x="6702552" y="406908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71238" y="5105278"/>
            <a:ext cx="579364" cy="57936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編號"/>
          <p:cNvSpPr/>
          <p:nvPr/>
        </p:nvSpPr>
        <p:spPr>
          <a:xfrm>
            <a:off x="7141464" y="5175504"/>
            <a:ext cx="438912" cy="438912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802758" y="5105278"/>
            <a:ext cx="579364" cy="579364"/>
          </a:xfrm>
          <a:prstGeom prst="ellipse">
            <a:avLst/>
          </a:prstGeom>
          <a:solidFill>
            <a:srgbClr val="E0F0F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編號"/>
          <p:cNvSpPr/>
          <p:nvPr/>
        </p:nvSpPr>
        <p:spPr>
          <a:xfrm>
            <a:off x="7872984" y="5175504"/>
            <a:ext cx="438912" cy="438912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400" dirty="0"/>
          </a:p>
        </p:txBody>
      </p:sp>
      <p:sp>
        <p:nvSpPr>
          <p:cNvPr id="57" name="線條"/>
          <p:cNvSpPr/>
          <p:nvPr/>
        </p:nvSpPr>
        <p:spPr>
          <a:xfrm>
            <a:off x="6702552" y="539496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8" name="線條"/>
          <p:cNvSpPr/>
          <p:nvPr/>
        </p:nvSpPr>
        <p:spPr>
          <a:xfrm>
            <a:off x="8366760" y="2743200"/>
            <a:ext cx="22860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8595360" y="245059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915400" y="23134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100" dirty="0"/>
          </a:p>
        </p:txBody>
      </p:sp>
      <p:sp>
        <p:nvSpPr>
          <p:cNvPr id="61" name="連接線"/>
          <p:cNvSpPr/>
          <p:nvPr/>
        </p:nvSpPr>
        <p:spPr>
          <a:xfrm>
            <a:off x="8595360" y="274320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8915400" y="28986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100" dirty="0"/>
          </a:p>
        </p:txBody>
      </p:sp>
      <p:sp>
        <p:nvSpPr>
          <p:cNvPr id="63" name="線條"/>
          <p:cNvSpPr/>
          <p:nvPr/>
        </p:nvSpPr>
        <p:spPr>
          <a:xfrm>
            <a:off x="8366760" y="4069080"/>
            <a:ext cx="22860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64" name="連接線"/>
          <p:cNvSpPr/>
          <p:nvPr/>
        </p:nvSpPr>
        <p:spPr>
          <a:xfrm>
            <a:off x="8595360" y="377647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915400" y="36393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100" dirty="0"/>
          </a:p>
        </p:txBody>
      </p:sp>
      <p:sp>
        <p:nvSpPr>
          <p:cNvPr id="66" name="連接線"/>
          <p:cNvSpPr/>
          <p:nvPr/>
        </p:nvSpPr>
        <p:spPr>
          <a:xfrm>
            <a:off x="8595360" y="406908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915400" y="42245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100" dirty="0"/>
          </a:p>
        </p:txBody>
      </p:sp>
      <p:sp>
        <p:nvSpPr>
          <p:cNvPr id="68" name="線條"/>
          <p:cNvSpPr/>
          <p:nvPr/>
        </p:nvSpPr>
        <p:spPr>
          <a:xfrm>
            <a:off x="8366760" y="5394960"/>
            <a:ext cx="22860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</a:ln>
        </p:spPr>
      </p:sp>
      <p:sp>
        <p:nvSpPr>
          <p:cNvPr id="69" name="連接線"/>
          <p:cNvSpPr/>
          <p:nvPr/>
        </p:nvSpPr>
        <p:spPr>
          <a:xfrm>
            <a:off x="8595360" y="510235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8915400" y="49651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100" dirty="0"/>
          </a:p>
        </p:txBody>
      </p:sp>
      <p:sp>
        <p:nvSpPr>
          <p:cNvPr id="71" name="連接線"/>
          <p:cNvSpPr/>
          <p:nvPr/>
        </p:nvSpPr>
        <p:spPr>
          <a:xfrm>
            <a:off x="8595360" y="539496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noFill/>
          <a:ln w="15875">
            <a:solidFill>
              <a:srgbClr val="8C8C8C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8915400" y="55504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100" dirty="0"/>
          </a:p>
        </p:txBody>
      </p:sp>
      <p:sp>
        <p:nvSpPr>
          <p:cNvPr id="73" name="漸隱直條"/>
          <p:cNvSpPr/>
          <p:nvPr/>
        </p:nvSpPr>
        <p:spPr>
          <a:xfrm>
            <a:off x="11333988" y="2248510"/>
            <a:ext cx="173736" cy="3513125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漸隱直條"/>
          <p:cNvSpPr/>
          <p:nvPr/>
        </p:nvSpPr>
        <p:spPr>
          <a:xfrm>
            <a:off x="11333988" y="2540508"/>
            <a:ext cx="173736" cy="292912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漸隱直條"/>
          <p:cNvSpPr/>
          <p:nvPr/>
        </p:nvSpPr>
        <p:spPr>
          <a:xfrm>
            <a:off x="11333988" y="2832506"/>
            <a:ext cx="173736" cy="2345131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漸隱直條"/>
          <p:cNvSpPr/>
          <p:nvPr/>
        </p:nvSpPr>
        <p:spPr>
          <a:xfrm>
            <a:off x="11333988" y="3124505"/>
            <a:ext cx="173736" cy="1761134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漸隱直條"/>
          <p:cNvSpPr/>
          <p:nvPr/>
        </p:nvSpPr>
        <p:spPr>
          <a:xfrm>
            <a:off x="11333988" y="3416503"/>
            <a:ext cx="173736" cy="117713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漸隱直條"/>
          <p:cNvSpPr/>
          <p:nvPr/>
        </p:nvSpPr>
        <p:spPr>
          <a:xfrm>
            <a:off x="11333988" y="3708502"/>
            <a:ext cx="173736" cy="593141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1247120" y="205740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191110"/>
                </a:moveTo>
                <a:lnTo>
                  <a:pt x="173736" y="0"/>
                </a:lnTo>
                <a:lnTo>
                  <a:pt x="347472" y="191110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11247120" y="575249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0"/>
                </a:moveTo>
                <a:lnTo>
                  <a:pt x="347472" y="0"/>
                </a:lnTo>
                <a:lnTo>
                  <a:pt x="173736" y="191110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0378440" y="17556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10378440" y="59893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青綠科技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青綠科技</dc:title>
  <dc:subject>PptxGenJS Presentation</dc:subject>
  <dc:creator>PPT Style Studio</dc:creator>
  <cp:lastModifiedBy>PPT Style Studio</cp:lastModifiedBy>
  <cp:revision>1</cp:revision>
  <dcterms:created xsi:type="dcterms:W3CDTF">2026-10-09T03:26:40Z</dcterms:created>
  <dcterms:modified xsi:type="dcterms:W3CDTF">2026-10-09T03:26:40Z</dcterms:modified>
</cp:coreProperties>
</file>