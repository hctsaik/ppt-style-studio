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#0F7C80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#0B5E61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#E0F0F0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#F2A541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白底無框＋陰影＋陰影</a:t>
            </a:r>
            <a:endParaRPr lang="en-US" sz="1000" dirty="0"/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64592"/>
                </a:lnTo>
                <a:arcTo hR="164592" wR="164592" stAng="10800000" swAng="5400000"/>
                <a:lnTo>
                  <a:pt x="1024128" y="0"/>
                </a:lnTo>
                <a:arcTo hR="164592" wR="16459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淡色底膠囊</a:t>
            </a:r>
            <a:endParaRPr lang="en-US" sz="1000" dirty="0"/>
          </a:p>
        </p:txBody>
      </p:sp>
      <p:sp>
        <p:nvSpPr>
          <p:cNvPr id="51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2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4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實心圓＋光暈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064654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631582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198510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 V 形 ›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8" name="分隔"/>
          <p:cNvSpPr/>
          <p:nvPr/>
        </p:nvSpPr>
        <p:spPr>
          <a:xfrm>
            <a:off x="785926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0" name="分隔"/>
          <p:cNvSpPr/>
          <p:nvPr/>
        </p:nvSpPr>
        <p:spPr>
          <a:xfrm>
            <a:off x="895654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2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5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76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膠囊鏈</a:t>
            </a:r>
            <a:endParaRPr lang="en-US" sz="1000" dirty="0"/>
          </a:p>
        </p:txBody>
      </p:sp>
      <p:sp>
        <p:nvSpPr>
          <p:cNvPr id="80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1" name="分隔"/>
          <p:cNvSpPr/>
          <p:nvPr/>
        </p:nvSpPr>
        <p:spPr>
          <a:xfrm>
            <a:off x="788974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3" name="分隔"/>
          <p:cNvSpPr/>
          <p:nvPr/>
        </p:nvSpPr>
        <p:spPr>
          <a:xfrm>
            <a:off x="892606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8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1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2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01168"/>
                </a:lnTo>
                <a:arcTo hR="201168" wR="201168" stAng="10800000" swAng="5400000"/>
                <a:lnTo>
                  <a:pt x="3209544" y="0"/>
                </a:lnTo>
                <a:arcTo hR="201168" wR="20116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38188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05116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72044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038972" y="3614440"/>
            <a:ext cx="506943" cy="506943"/>
          </a:xfrm>
          <a:prstGeom prst="ellipse">
            <a:avLst/>
          </a:prstGeom>
          <a:solidFill>
            <a:srgbClr val="FCE9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374398" y="4464467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74398" y="5031395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374398" y="5598323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8008" y="3918117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5783" y="4420575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63559" y="3918117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21" name="分隔"/>
          <p:cNvSpPr/>
          <p:nvPr/>
        </p:nvSpPr>
        <p:spPr>
          <a:xfrm>
            <a:off x="7976006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3" name="分隔"/>
          <p:cNvSpPr/>
          <p:nvPr/>
        </p:nvSpPr>
        <p:spPr>
          <a:xfrm>
            <a:off x="9875825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5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6" name="分隔"/>
          <p:cNvSpPr/>
          <p:nvPr/>
        </p:nvSpPr>
        <p:spPr>
          <a:xfrm>
            <a:off x="7240219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8" name="分隔"/>
          <p:cNvSpPr/>
          <p:nvPr/>
        </p:nvSpPr>
        <p:spPr>
          <a:xfrm>
            <a:off x="8364017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30" name="分隔"/>
          <p:cNvSpPr/>
          <p:nvPr/>
        </p:nvSpPr>
        <p:spPr>
          <a:xfrm>
            <a:off x="9487814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32" name="分隔"/>
          <p:cNvSpPr/>
          <p:nvPr/>
        </p:nvSpPr>
        <p:spPr>
          <a:xfrm>
            <a:off x="10611612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4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5" name="分隔"/>
          <p:cNvSpPr/>
          <p:nvPr/>
        </p:nvSpPr>
        <p:spPr>
          <a:xfrm>
            <a:off x="7501052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7" name="分隔"/>
          <p:cNvSpPr/>
          <p:nvPr/>
        </p:nvSpPr>
        <p:spPr>
          <a:xfrm>
            <a:off x="8925916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9" name="分隔"/>
          <p:cNvSpPr/>
          <p:nvPr/>
        </p:nvSpPr>
        <p:spPr>
          <a:xfrm>
            <a:off x="10350779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0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ysDot"/>
            <a:headEnd type="oval" w="lg" len="lg"/>
            <a:tailEnd type="triangle" w="lg" len="lg"/>
          </a:ln>
        </p:spPr>
      </p: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3" name="分隔"/>
          <p:cNvSpPr/>
          <p:nvPr/>
        </p:nvSpPr>
        <p:spPr>
          <a:xfrm>
            <a:off x="127861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5" name="分隔"/>
          <p:cNvSpPr/>
          <p:nvPr/>
        </p:nvSpPr>
        <p:spPr>
          <a:xfrm>
            <a:off x="227222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CE9D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E0F0F0"/>
          </a:solidFill>
          <a:ln/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CE9D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E0F0F0"/>
          </a:solidFill>
          <a:ln/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3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5875">
            <a:solidFill>
              <a:srgbClr val="8C8C8C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0F7C80"/>
          </a:solidFill>
          <a:ln w="25400">
            <a:solidFill>
              <a:srgbClr val="FFFFFF"/>
            </a:solidFill>
            <a:prstDash val="solid"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55692" y="292278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0932932" y="292278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155692" y="388290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932932" y="388290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0155692" y="484302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932932" y="484302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5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8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4" name="分隔"/>
          <p:cNvSpPr/>
          <p:nvPr/>
        </p:nvSpPr>
        <p:spPr>
          <a:xfrm>
            <a:off x="4186428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分隔"/>
          <p:cNvSpPr/>
          <p:nvPr/>
        </p:nvSpPr>
        <p:spPr>
          <a:xfrm>
            <a:off x="7884566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14897" y="330131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64251" y="377464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13605" y="330131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7" name="分隔"/>
          <p:cNvSpPr/>
          <p:nvPr/>
        </p:nvSpPr>
        <p:spPr>
          <a:xfrm>
            <a:off x="2591044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0" name="分隔"/>
          <p:cNvSpPr/>
          <p:nvPr/>
        </p:nvSpPr>
        <p:spPr>
          <a:xfrm>
            <a:off x="4894052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2" name="分隔"/>
          <p:cNvSpPr/>
          <p:nvPr/>
        </p:nvSpPr>
        <p:spPr>
          <a:xfrm>
            <a:off x="7197060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5" name="分隔"/>
          <p:cNvSpPr/>
          <p:nvPr/>
        </p:nvSpPr>
        <p:spPr>
          <a:xfrm>
            <a:off x="9500067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498897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73801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897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3801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19488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94392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41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619488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994392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7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094783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469687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868387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243291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8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829443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61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415595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9790499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66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071238" y="245351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802758" y="245351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71238" y="377939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7802758" y="377939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71238" y="510527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7802758" y="510527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8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71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2026-10-07T22:46:04Z</dcterms:created>
  <dcterms:modified xsi:type="dcterms:W3CDTF">2026-10-07T22:46:04Z</dcterms:modified>
</cp:coreProperties>
</file>