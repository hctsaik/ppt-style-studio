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1285" dist="36322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09728" dist="32893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2A541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9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/>
          <a:effectLst>
            <a:outerShdw blurRad="96012" dist="15240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1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/>
            <a:effectLst>
              <a:outerShdw blurRad="96012" dist="15240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4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155832" y="5006889"/>
            <a:ext cx="1178479" cy="410383"/>
            <a:chOff x="6155832" y="5006889"/>
            <a:chExt cx="1178479" cy="410383"/>
          </a:xfrm>
        </p:grpSpPr>
        <p:sp>
          <p:nvSpPr>
            <p:cNvPr id="96" name="Text 94"/>
            <p:cNvSpPr/>
            <p:nvPr/>
          </p:nvSpPr>
          <p:spPr>
            <a:xfrm>
              <a:off x="6155832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6539880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6923928" y="5006889"/>
              <a:ext cx="410383" cy="410383"/>
            </a:xfrm>
            <a:prstGeom prst="ellipse">
              <a:avLst/>
            </a:prstGeom>
            <a:solidFill>
              <a:srgbClr val="FCE9D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2A54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3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4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5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8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2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4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6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7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1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3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6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9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2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38817"/>
            <a:ext cx="2622728" cy="815279"/>
            <a:chOff x="548640" y="2238817"/>
            <a:chExt cx="2622728" cy="815279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30057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12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703093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5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16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676129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8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</p:grpSp>
      <p:sp>
        <p:nvSpPr>
          <p:cNvPr id="19" name="Text 17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21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2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3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24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0F0F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6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27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8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9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0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31" name="Text 29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4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7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8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9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F2A541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0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3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4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5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46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0F0F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7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8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49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50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2" name="Text 50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5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7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62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Text 62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6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7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73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74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75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76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77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78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</p:grpSp>
      <p:sp>
        <p:nvSpPr>
          <p:cNvPr id="79" name="Text 77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8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4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85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6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7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88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E0F0F0"/>
            </a:solidFill>
            <a:ln/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/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6" name="分隔"/>
            <p:cNvSpPr/>
            <p:nvPr/>
          </p:nvSpPr>
          <p:spPr>
            <a:xfrm>
              <a:off x="10281399" y="5084064"/>
              <a:ext cx="100584" cy="201168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64592"/>
                </a:lnTo>
                <a:arcTo hR="164592" wR="164592" stAng="10800000" swAng="5400000"/>
                <a:lnTo>
                  <a:pt x="1024128" y="0"/>
                </a:lnTo>
                <a:arcTo hR="164592" wR="16459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1000" dirty="0"/>
          </a:p>
        </p:txBody>
      </p:sp>
      <p:sp>
        <p:nvSpPr>
          <p:cNvPr id="51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4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064654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631582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198510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8" name="分隔"/>
          <p:cNvSpPr/>
          <p:nvPr/>
        </p:nvSpPr>
        <p:spPr>
          <a:xfrm>
            <a:off x="785926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分隔"/>
          <p:cNvSpPr/>
          <p:nvPr/>
        </p:nvSpPr>
        <p:spPr>
          <a:xfrm>
            <a:off x="895654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2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5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1000" dirty="0"/>
          </a:p>
        </p:txBody>
      </p:sp>
      <p:sp>
        <p:nvSpPr>
          <p:cNvPr id="80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1" name="分隔"/>
          <p:cNvSpPr/>
          <p:nvPr/>
        </p:nvSpPr>
        <p:spPr>
          <a:xfrm>
            <a:off x="788974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3" name="分隔"/>
          <p:cNvSpPr/>
          <p:nvPr/>
        </p:nvSpPr>
        <p:spPr>
          <a:xfrm>
            <a:off x="892606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8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1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2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01168"/>
                </a:lnTo>
                <a:arcTo hR="201168" wR="201168" stAng="10800000" swAng="5400000"/>
                <a:lnTo>
                  <a:pt x="3209544" y="0"/>
                </a:lnTo>
                <a:arcTo hR="201168" wR="20116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38188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05116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72044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038972" y="3614440"/>
            <a:ext cx="506943" cy="506943"/>
          </a:xfrm>
          <a:prstGeom prst="ellipse">
            <a:avLst/>
          </a:prstGeom>
          <a:solidFill>
            <a:srgbClr val="FCE9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74398" y="4464467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74398" y="5031395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374398" y="5598323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8008" y="3918117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5783" y="4420575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59" y="3918117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1" name="分隔"/>
          <p:cNvSpPr/>
          <p:nvPr/>
        </p:nvSpPr>
        <p:spPr>
          <a:xfrm>
            <a:off x="7976006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分隔"/>
          <p:cNvSpPr/>
          <p:nvPr/>
        </p:nvSpPr>
        <p:spPr>
          <a:xfrm>
            <a:off x="9875825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5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6" name="分隔"/>
          <p:cNvSpPr/>
          <p:nvPr/>
        </p:nvSpPr>
        <p:spPr>
          <a:xfrm>
            <a:off x="7240219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8" name="分隔"/>
          <p:cNvSpPr/>
          <p:nvPr/>
        </p:nvSpPr>
        <p:spPr>
          <a:xfrm>
            <a:off x="8364017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0" name="分隔"/>
          <p:cNvSpPr/>
          <p:nvPr/>
        </p:nvSpPr>
        <p:spPr>
          <a:xfrm>
            <a:off x="9487814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2" name="分隔"/>
          <p:cNvSpPr/>
          <p:nvPr/>
        </p:nvSpPr>
        <p:spPr>
          <a:xfrm>
            <a:off x="10611612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4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5" name="分隔"/>
          <p:cNvSpPr/>
          <p:nvPr/>
        </p:nvSpPr>
        <p:spPr>
          <a:xfrm>
            <a:off x="7501052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7" name="分隔"/>
          <p:cNvSpPr/>
          <p:nvPr/>
        </p:nvSpPr>
        <p:spPr>
          <a:xfrm>
            <a:off x="8925916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9" name="分隔"/>
          <p:cNvSpPr/>
          <p:nvPr/>
        </p:nvSpPr>
        <p:spPr>
          <a:xfrm>
            <a:off x="10350779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分隔"/>
          <p:cNvSpPr/>
          <p:nvPr/>
        </p:nvSpPr>
        <p:spPr>
          <a:xfrm>
            <a:off x="127861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分隔"/>
          <p:cNvSpPr/>
          <p:nvPr/>
        </p:nvSpPr>
        <p:spPr>
          <a:xfrm>
            <a:off x="227222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CE9D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E0F0F0"/>
          </a:solidFill>
          <a:ln/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CE9D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E0F0F0"/>
          </a:solidFill>
          <a:ln/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0F7C80"/>
          </a:solidFill>
          <a:ln w="25400">
            <a:solidFill>
              <a:srgbClr val="FFFFFF"/>
            </a:solidFill>
            <a:prstDash val="solid"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55692" y="292278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932932" y="292278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155692" y="388290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932932" y="388290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155692" y="484302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932932" y="484302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分隔"/>
          <p:cNvSpPr/>
          <p:nvPr/>
        </p:nvSpPr>
        <p:spPr>
          <a:xfrm>
            <a:off x="4186428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7884566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14897" y="330131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4251" y="377464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13605" y="330131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分隔"/>
          <p:cNvSpPr/>
          <p:nvPr/>
        </p:nvSpPr>
        <p:spPr>
          <a:xfrm>
            <a:off x="2591044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分隔"/>
          <p:cNvSpPr/>
          <p:nvPr/>
        </p:nvSpPr>
        <p:spPr>
          <a:xfrm>
            <a:off x="4894052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分隔"/>
          <p:cNvSpPr/>
          <p:nvPr/>
        </p:nvSpPr>
        <p:spPr>
          <a:xfrm>
            <a:off x="7197060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分隔"/>
          <p:cNvSpPr/>
          <p:nvPr/>
        </p:nvSpPr>
        <p:spPr>
          <a:xfrm>
            <a:off x="9500067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498897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73801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897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3801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19488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94392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619488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994392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7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094783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469687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868387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243291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8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29443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61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415595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790499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6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71238" y="245351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802758" y="245351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71238" y="377939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802758" y="377939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71238" y="510527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7802758" y="510527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8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1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2026-10-09T02:18:02Z</dcterms:created>
  <dcterms:modified xsi:type="dcterms:W3CDTF">2026-10-09T02:18:02Z</dcterms:modified>
</cp:coreProperties>
</file>