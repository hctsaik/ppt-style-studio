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1285" dist="36322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0F7C8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109728" dist="32893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2A541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9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/>
          <a:effectLst>
            <a:outerShdw blurRad="96012" dist="1524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1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/>
            <a:effectLst>
              <a:outerShdw blurRad="96012" dist="1524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4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55832" y="5006889"/>
            <a:ext cx="1178479" cy="410383"/>
            <a:chOff x="6155832" y="5006889"/>
            <a:chExt cx="1178479" cy="410383"/>
          </a:xfrm>
        </p:grpSpPr>
        <p:sp>
          <p:nvSpPr>
            <p:cNvPr id="96" name="Text 94"/>
            <p:cNvSpPr/>
            <p:nvPr/>
          </p:nvSpPr>
          <p:spPr>
            <a:xfrm>
              <a:off x="6155832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6539880" y="5006889"/>
              <a:ext cx="410383" cy="410383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6923928" y="5006889"/>
              <a:ext cx="410383" cy="410383"/>
            </a:xfrm>
            <a:prstGeom prst="ellipse">
              <a:avLst/>
            </a:prstGeom>
            <a:solidFill>
              <a:srgbClr val="FCE9D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3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4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5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8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2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4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7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1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3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6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9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2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38817"/>
            <a:ext cx="2622728" cy="815279"/>
            <a:chOff x="548640" y="2238817"/>
            <a:chExt cx="2622728" cy="815279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30057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703093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676129" y="2238817"/>
              <a:ext cx="313822" cy="313822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21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2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4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3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4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5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6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7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76200" dist="190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0F0F0"/>
            </a:solidFill>
            <a:ln/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/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0281399" y="5084064"/>
              <a:ext cx="100584" cy="201168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F2A541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/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0F7C80"/>
              </a:solidFill>
              <a:prstDash val="solid"/>
            </a:ln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/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/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/>
            <a:effectLst>
              <a:outerShdw blurRad="127000" dist="38100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7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8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64592"/>
                </a:lnTo>
                <a:arcTo hR="164592" wR="164592" stAng="10800000" swAng="5400000"/>
                <a:lnTo>
                  <a:pt x="1024128" y="0"/>
                </a:lnTo>
                <a:arcTo hR="164592" wR="16459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000" dirty="0"/>
          </a:p>
        </p:txBody>
      </p:sp>
      <p:sp>
        <p:nvSpPr>
          <p:cNvPr id="51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2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4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064654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7631582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198510" y="3663086"/>
            <a:ext cx="482803" cy="48280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8" name="分隔"/>
          <p:cNvSpPr/>
          <p:nvPr/>
        </p:nvSpPr>
        <p:spPr>
          <a:xfrm>
            <a:off x="785926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分隔"/>
          <p:cNvSpPr/>
          <p:nvPr/>
        </p:nvSpPr>
        <p:spPr>
          <a:xfrm>
            <a:off x="8956548" y="44531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2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000" dirty="0"/>
          </a:p>
        </p:txBody>
      </p:sp>
      <p:sp>
        <p:nvSpPr>
          <p:cNvPr id="75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000" dirty="0"/>
          </a:p>
        </p:txBody>
      </p:sp>
      <p:sp>
        <p:nvSpPr>
          <p:cNvPr id="80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1" name="分隔"/>
          <p:cNvSpPr/>
          <p:nvPr/>
        </p:nvSpPr>
        <p:spPr>
          <a:xfrm>
            <a:off x="788974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3" name="分隔"/>
          <p:cNvSpPr/>
          <p:nvPr/>
        </p:nvSpPr>
        <p:spPr>
          <a:xfrm>
            <a:off x="8926068" y="57515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8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1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2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01168"/>
                </a:lnTo>
                <a:arcTo hR="201168" wR="201168" stAng="10800000" swAng="5400000"/>
                <a:lnTo>
                  <a:pt x="3209544" y="0"/>
                </a:lnTo>
                <a:arcTo hR="201168" wR="20116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38188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5116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72044" y="3614440"/>
            <a:ext cx="506943" cy="50694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038972" y="3614440"/>
            <a:ext cx="506943" cy="506943"/>
          </a:xfrm>
          <a:prstGeom prst="ellipse">
            <a:avLst/>
          </a:prstGeom>
          <a:solidFill>
            <a:srgbClr val="FCE9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74398" y="4464467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4398" y="5031395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374398" y="5598323"/>
            <a:ext cx="434523" cy="43452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8008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5783" y="4420575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63559" y="3918117"/>
            <a:ext cx="906353" cy="90635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21" name="分隔"/>
          <p:cNvSpPr/>
          <p:nvPr/>
        </p:nvSpPr>
        <p:spPr>
          <a:xfrm>
            <a:off x="7976006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分隔"/>
          <p:cNvSpPr/>
          <p:nvPr/>
        </p:nvSpPr>
        <p:spPr>
          <a:xfrm>
            <a:off x="9875825" y="26243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5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6" name="分隔"/>
          <p:cNvSpPr/>
          <p:nvPr/>
        </p:nvSpPr>
        <p:spPr>
          <a:xfrm>
            <a:off x="7240219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8" name="分隔"/>
          <p:cNvSpPr/>
          <p:nvPr/>
        </p:nvSpPr>
        <p:spPr>
          <a:xfrm>
            <a:off x="8364017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0" name="分隔"/>
          <p:cNvSpPr/>
          <p:nvPr/>
        </p:nvSpPr>
        <p:spPr>
          <a:xfrm>
            <a:off x="9487814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2" name="分隔"/>
          <p:cNvSpPr/>
          <p:nvPr/>
        </p:nvSpPr>
        <p:spPr>
          <a:xfrm>
            <a:off x="10611612" y="367588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4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5" name="分隔"/>
          <p:cNvSpPr/>
          <p:nvPr/>
        </p:nvSpPr>
        <p:spPr>
          <a:xfrm>
            <a:off x="7501052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7" name="分隔"/>
          <p:cNvSpPr/>
          <p:nvPr/>
        </p:nvSpPr>
        <p:spPr>
          <a:xfrm>
            <a:off x="8925916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9" name="分隔"/>
          <p:cNvSpPr/>
          <p:nvPr/>
        </p:nvSpPr>
        <p:spPr>
          <a:xfrm>
            <a:off x="10350779" y="4681728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分隔"/>
          <p:cNvSpPr/>
          <p:nvPr/>
        </p:nvSpPr>
        <p:spPr>
          <a:xfrm>
            <a:off x="127861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分隔"/>
          <p:cNvSpPr/>
          <p:nvPr/>
        </p:nvSpPr>
        <p:spPr>
          <a:xfrm>
            <a:off x="2272227" y="5065776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0F0F0"/>
          </a:solidFill>
          <a:ln/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CE9D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0F0F0"/>
          </a:solidFill>
          <a:ln/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0F7C80"/>
          </a:solidFill>
          <a:ln w="25400">
            <a:solidFill>
              <a:srgbClr val="FFFFFF"/>
            </a:solidFill>
            <a:prstDash val="solid"/>
          </a:ln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5569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932932" y="292278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015569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932932" y="388290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15569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932932" y="4843028"/>
            <a:ext cx="555224" cy="55522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5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/>
          <a:effectLst>
            <a:outerShdw blurRad="228600" dist="2540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分隔"/>
          <p:cNvSpPr/>
          <p:nvPr/>
        </p:nvSpPr>
        <p:spPr>
          <a:xfrm>
            <a:off x="4186428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7884566" y="2896819"/>
            <a:ext cx="120701" cy="24140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14897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4251" y="377464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13605" y="3301313"/>
            <a:ext cx="863194" cy="86319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分隔"/>
          <p:cNvSpPr/>
          <p:nvPr/>
        </p:nvSpPr>
        <p:spPr>
          <a:xfrm>
            <a:off x="2591044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分隔"/>
          <p:cNvSpPr/>
          <p:nvPr/>
        </p:nvSpPr>
        <p:spPr>
          <a:xfrm>
            <a:off x="4894052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分隔"/>
          <p:cNvSpPr/>
          <p:nvPr/>
        </p:nvSpPr>
        <p:spPr>
          <a:xfrm>
            <a:off x="7197060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分隔"/>
          <p:cNvSpPr/>
          <p:nvPr/>
        </p:nvSpPr>
        <p:spPr>
          <a:xfrm>
            <a:off x="9500067" y="4251960"/>
            <a:ext cx="100584" cy="201168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498897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73801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897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801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19488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94392" y="18156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19488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994392" y="2272833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7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09478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4696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868387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243291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29443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61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415595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790499" y="5765841"/>
            <a:ext cx="410383" cy="410383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6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84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61288"/>
            <a:ext cx="411480" cy="914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9848" y="103327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27000" dist="38100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76200" dist="190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7123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02758" y="245351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7123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7802758" y="377939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7123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802758" y="5105278"/>
            <a:ext cx="579364" cy="57936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8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1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2026-10-09T02:33:50Z</dcterms:created>
  <dcterms:modified xsi:type="dcterms:W3CDTF">2026-10-09T02:33:50Z</dcterms:modified>
</cp:coreProperties>
</file>