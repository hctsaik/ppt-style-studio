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/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/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E6001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7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8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/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8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9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E60012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1000" dirty="0"/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400" dirty="0"/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/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400" dirty="0"/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400" dirty="0"/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400" dirty="0"/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2026-10-09T02:33:50Z</dcterms:created>
  <dcterms:modified xsi:type="dcterms:W3CDTF">2026-10-09T02:33:50Z</dcterms:modified>
</cp:coreProperties>
</file>