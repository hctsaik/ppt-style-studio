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E60012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7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8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8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9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0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E60012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8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9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6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7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500" dirty="0"/>
          </a:p>
        </p:txBody>
      </p:sp>
      <p:sp>
        <p:nvSpPr>
          <p:cNvPr id="4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6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8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0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2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4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6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18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0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2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4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6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28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0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2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4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6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38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0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2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4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6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48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0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2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4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6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58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0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2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4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6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68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0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2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4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6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78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0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2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4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6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88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0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2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4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6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98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0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2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4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6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08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0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2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4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6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18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0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2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4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6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28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0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2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4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6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38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0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2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4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6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48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0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2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4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6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58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0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2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4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6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68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0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2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4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6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78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0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2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4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6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8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0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2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4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6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8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0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2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4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6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08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0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2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4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6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8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0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2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4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6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28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0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2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4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6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8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0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2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000" dirty="0"/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400" dirty="0"/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400" dirty="0"/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400" dirty="0"/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2026-10-09T04:47:17Z</dcterms:created>
  <dcterms:modified xsi:type="dcterms:W3CDTF">2026-10-09T04:47:17Z</dcterms:modified>
</cp:coreProperties>
</file>