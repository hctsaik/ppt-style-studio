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27C0E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25D0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DD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25D0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27C0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27C0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27C0E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27C0E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27C0E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27C0E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3" name="連接線"/>
            <p:cNvCxnSpPr>
              <a:stCxn id="63" idx="3"/>
              <a:endCxn id="65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4" idx="3"/>
              <a:endCxn id="67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6" idx="3"/>
              <a:endCxn id="68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7" idx="3"/>
              <a:endCxn id="69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1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70" idx="3"/>
              <a:endCxn id="72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65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F8B3B8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Countermeasure</a:t>
              </a:r>
              <a:endParaRPr lang="zh-TW" altLang="en-US" sz="7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F8B3B8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B</a:t>
              </a:r>
              <a:endParaRPr lang="zh-TW" altLang="en-US" sz="7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步驟、泳道、原因的數量 2–6 可調：左側「數量」，或選取元件後按工具列的 − 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108932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7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23077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7" idx="3"/>
              <a:endCxn id="9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9" idx="3"/>
              <a:endCxn id="11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7" name="連接線"/>
            <p:cNvCxnSpPr>
              <a:stCxn id="11" idx="3"/>
              <a:endCxn id="13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8" name="Text 16"/>
          <p:cNvSpPr/>
          <p:nvPr/>
        </p:nvSpPr>
        <p:spPr>
          <a:xfrm>
            <a:off x="548640" y="309524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組合名稱"/>
          <p:cNvSpPr/>
          <p:nvPr/>
        </p:nvSpPr>
        <p:spPr>
          <a:xfrm>
            <a:off x="749808" y="3017520"/>
            <a:ext cx="57881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1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2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0" name="連接線"/>
            <p:cNvCxnSpPr>
              <a:stCxn id="27" idx="3"/>
              <a:endCxn id="28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1" name="連接線"/>
            <p:cNvCxnSpPr>
              <a:stCxn id="28" idx="3"/>
              <a:endCxn id="29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32" name="Text 30"/>
          <p:cNvSpPr/>
          <p:nvPr/>
        </p:nvSpPr>
        <p:spPr>
          <a:xfrm>
            <a:off x="6867144" y="309524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組合名稱"/>
          <p:cNvSpPr/>
          <p:nvPr/>
        </p:nvSpPr>
        <p:spPr>
          <a:xfrm>
            <a:off x="7068312" y="3017520"/>
            <a:ext cx="457474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5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36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37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7" idx="3"/>
              <a:endCxn id="38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2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37" idx="3"/>
              <a:endCxn id="42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6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7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21429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37" idx="3"/>
              <a:endCxn id="46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9" name="連接線"/>
            <p:cNvCxnSpPr>
              <a:stCxn id="46" idx="3"/>
              <a:endCxn id="47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50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追問與多因 → 問題：數量可調；確認／排除標籤可直接改字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730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7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19050">
              <a:solidFill>
                <a:srgbClr val="C27C0E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CE4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B3000E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Why 1</a:t>
              </a:r>
              <a:endPara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CE4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B3000E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Why 2</a:t>
              </a:r>
              <a:endPara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CE4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B3000E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Why 3</a:t>
              </a:r>
              <a:endPara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CE4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B3000E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Why 4</a:t>
              </a:r>
              <a:endPara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FCE4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B3000E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Why 5</a:t>
              </a:r>
              <a:endPara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7" idx="2"/>
              <a:endCxn id="9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1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2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" name="Text 24"/>
          <p:cNvSpPr/>
          <p:nvPr/>
        </p:nvSpPr>
        <p:spPr>
          <a:xfrm>
            <a:off x="493776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組合名稱"/>
          <p:cNvSpPr/>
          <p:nvPr/>
        </p:nvSpPr>
        <p:spPr>
          <a:xfrm>
            <a:off x="5138928" y="1737360"/>
            <a:ext cx="650412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29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10909"/>
              </a:avLst>
            </a:prstGeom>
            <a:solidFill>
              <a:srgbClr val="FFFFFF"/>
            </a:solidFill>
            <a:ln w="22225">
              <a:solidFill>
                <a:srgbClr val="C27C0E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25D0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25D0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8" name="連接線"/>
            <p:cNvCxnSpPr>
              <a:stCxn id="34" idx="3"/>
              <a:endCxn id="37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39" name="連接線"/>
            <p:cNvCxnSpPr>
              <a:stCxn id="30" idx="3"/>
              <a:endCxn id="37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0" name="連接線"/>
            <p:cNvCxnSpPr>
              <a:stCxn id="32" idx="3"/>
              <a:endCxn id="37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1" name="連接線"/>
            <p:cNvCxnSpPr>
              <a:stCxn id="36" idx="3"/>
              <a:endCxn id="37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2" name="Text 40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3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2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#E60012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#B3000E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#FCE4E6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#1F3FBF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#E8E8E8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小圓角方籤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灰卡＋▶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2" name="連接線"/>
          <p:cNvCxnSpPr>
            <a:stCxn id="22" idx="2"/>
            <a:endCxn id="31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Objective</a:t>
            </a:r>
            <a:endParaRPr lang="zh-TW" altLang="en-US" sz="1000" dirty="0">
              <a:solidFill>
                <a:srgbClr val="F8B3B8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1F3FB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1F3FB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2026-10-09T05:15:33Z</dcterms:created>
  <dcterms:modified xsi:type="dcterms:W3CDTF">2026-10-09T05:15:33Z</dcterms:modified>
</cp:coreProperties>
</file>