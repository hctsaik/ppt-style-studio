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E60012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7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8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8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9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0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E60012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8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9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6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7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500" dirty="0"/>
          </a:p>
        </p:txBody>
      </p:sp>
      <p:sp>
        <p:nvSpPr>
          <p:cNvPr id="4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6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8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0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2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4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6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18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0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2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4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6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28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0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2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4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6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38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0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2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4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6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48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0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2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4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6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58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0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2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4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6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68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0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2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4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6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78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0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2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4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6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88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0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2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4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6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98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0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2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4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6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08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0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2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4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6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18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0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2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26670" cap="rnd">
            <a:solidFill>
              <a:srgbClr val="E60012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4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48640" y="50154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小節"/>
          <p:cNvSpPr/>
          <p:nvPr/>
        </p:nvSpPr>
        <p:spPr>
          <a:xfrm>
            <a:off x="749808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7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26670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0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26924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3" name="卡片"/>
            <p:cNvSpPr/>
            <p:nvPr/>
          </p:nvSpPr>
          <p:spPr>
            <a:xfrm>
              <a:off x="4773168" y="5276088"/>
              <a:ext cx="2103120" cy="676656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22098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7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39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0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26670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1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2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21082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4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21082" cap="rnd">
              <a:solidFill>
                <a:srgbClr val="E60012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7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21082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0" name="連接線"/>
            <p:cNvCxnSpPr>
              <a:stCxn id="141" idx="6"/>
              <a:endCxn id="144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51" name="連接線"/>
            <p:cNvCxnSpPr>
              <a:stCxn id="144" idx="6"/>
              <a:endCxn id="147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4" name="Text 1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000" dirty="0"/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400" dirty="0"/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400" dirty="0"/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400" dirty="0"/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2026-10-09T02:55:48Z</dcterms:created>
  <dcterms:modified xsi:type="dcterms:W3CDTF">2026-10-09T02:55:48Z</dcterms:modified>
</cp:coreProperties>
</file>