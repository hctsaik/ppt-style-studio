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500" dirty="0"/>
          </a:p>
        </p:txBody>
      </p:sp>
      <p:sp>
        <p:nvSpPr>
          <p:cNvPr id="4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400" dirty="0"/>
          </a:p>
        </p:txBody>
      </p:sp>
      <p:sp>
        <p:nvSpPr>
          <p:cNvPr id="5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6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7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4D4D4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CE4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8E8E8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E60012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60012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19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20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1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2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3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4D4D4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FCE4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E6001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E60012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3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4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35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6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7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38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39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60012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0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1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4D4D4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1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52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</a:t>
            </a:r>
            <a:endParaRPr lang="en-US" sz="1400" dirty="0"/>
          </a:p>
        </p:txBody>
      </p:sp>
      <p:sp>
        <p:nvSpPr>
          <p:cNvPr id="53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54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5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E60012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7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59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0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headEnd type="triangle"/>
            <a:tailEnd type="triangle"/>
          </a:ln>
        </p:spPr>
      </p:sp>
      <p:sp>
        <p:nvSpPr>
          <p:cNvPr id="62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3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5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6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8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69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0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E60012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D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1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2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CDBD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D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E60012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6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78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79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0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1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2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E60012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3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4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E60012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6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87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88" name="光暈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E8E8E8"/>
          </a:solidFill>
          <a:ln/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0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ln w="9525">
              <a:solidFill>
                <a:srgbClr val="E3E3E3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光暈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E8E8E8"/>
            </a:solidFill>
            <a:ln/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2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3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5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E6001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E6001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1F3FB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98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99" name="標籤"/>
          <p:cNvSpPr/>
          <p:nvPr/>
        </p:nvSpPr>
        <p:spPr>
          <a:xfrm>
            <a:off x="7742200" y="5065776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0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1" name="標籤"/>
            <p:cNvSpPr/>
            <p:nvPr/>
          </p:nvSpPr>
          <p:spPr>
            <a:xfrm>
              <a:off x="8990199" y="507492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1F3FBF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2" name="標籤"/>
            <p:cNvSpPr/>
            <p:nvPr/>
          </p:nvSpPr>
          <p:spPr>
            <a:xfrm>
              <a:off x="9580495" y="507492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E1E1E1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4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1F3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08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09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0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25000"/>
              </a:avLst>
            </a:prstGeom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3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5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30435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30435"/>
            </a:avLst>
          </a:prstGeom>
          <a:solidFill>
            <a:srgbClr val="E8E8E8"/>
          </a:solidFill>
          <a:ln/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19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0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1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2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3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1F3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4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5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41176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6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41176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7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28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</p:sp>
      <p:sp>
        <p:nvSpPr>
          <p:cNvPr id="129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1" name="Text 12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7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8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E6001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線條"/>
            <p:cNvSpPr/>
            <p:nvPr/>
          </p:nvSpPr>
          <p:spPr>
            <a:xfrm>
              <a:off x="1225296" y="2862072"/>
              <a:ext cx="29638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10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1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E6001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2" name="線條"/>
            <p:cNvSpPr/>
            <p:nvPr/>
          </p:nvSpPr>
          <p:spPr>
            <a:xfrm>
              <a:off x="2198332" y="2862072"/>
              <a:ext cx="29638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13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E6001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</p:grpSp>
      <p:sp>
        <p:nvSpPr>
          <p:cNvPr id="15" name="Text 13"/>
          <p:cNvSpPr/>
          <p:nvPr/>
        </p:nvSpPr>
        <p:spPr>
          <a:xfrm>
            <a:off x="3372536" y="1815084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7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8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19" name="線條"/>
            <p:cNvSpPr/>
            <p:nvPr/>
          </p:nvSpPr>
          <p:spPr>
            <a:xfrm>
              <a:off x="4030904" y="2514600"/>
              <a:ext cx="237744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20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E8E8E8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sp>
          <p:nvSpPr>
            <p:cNvPr id="21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sp>
          <p:nvSpPr>
            <p:cNvPr id="22" name="線條"/>
            <p:cNvSpPr/>
            <p:nvPr/>
          </p:nvSpPr>
          <p:spPr>
            <a:xfrm>
              <a:off x="5036744" y="2514600"/>
              <a:ext cx="281864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23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4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sp>
          <p:nvSpPr>
            <p:cNvPr id="25" name="線條"/>
            <p:cNvSpPr/>
            <p:nvPr/>
          </p:nvSpPr>
          <p:spPr>
            <a:xfrm>
              <a:off x="4652696" y="2807208"/>
              <a:ext cx="0" cy="448056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26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7" name="Text 25"/>
          <p:cNvSpPr/>
          <p:nvPr/>
        </p:nvSpPr>
        <p:spPr>
          <a:xfrm>
            <a:off x="6196432" y="1815084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29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0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1" name="線條"/>
            <p:cNvSpPr/>
            <p:nvPr/>
          </p:nvSpPr>
          <p:spPr>
            <a:xfrm>
              <a:off x="6873088" y="2624328"/>
              <a:ext cx="29638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32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3" name="線條"/>
            <p:cNvSpPr/>
            <p:nvPr/>
          </p:nvSpPr>
          <p:spPr>
            <a:xfrm>
              <a:off x="7846124" y="2624328"/>
              <a:ext cx="29638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34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sp>
          <p:nvSpPr>
            <p:cNvPr id="35" name="連接線"/>
            <p:cNvSpPr/>
            <p:nvPr/>
          </p:nvSpPr>
          <p:spPr>
            <a:xfrm>
              <a:off x="6534760" y="2816352"/>
              <a:ext cx="973036" cy="384048"/>
            </a:xfrm>
            <a:custGeom>
              <a:avLst/>
              <a:gdLst/>
              <a:ahLst/>
              <a:cxnLst/>
              <a:rect l="l" t="t" r="r" b="b"/>
              <a:pathLst>
                <a:path w="973036" h="384048">
                  <a:moveTo>
                    <a:pt x="973036" y="0"/>
                  </a:moveTo>
                  <a:lnTo>
                    <a:pt x="973036" y="384048"/>
                  </a:lnTo>
                  <a:lnTo>
                    <a:pt x="0" y="384048"/>
                  </a:lnTo>
                  <a:lnTo>
                    <a:pt x="0" y="0"/>
                  </a:lnTo>
                </a:path>
              </a:pathLst>
            </a:custGeom>
            <a:ln w="15875">
              <a:solidFill>
                <a:srgbClr val="E60012"/>
              </a:solidFill>
              <a:prstDash val="sysDash"/>
              <a:tailEnd type="triangle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AD000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7" name="Text 35"/>
          <p:cNvSpPr/>
          <p:nvPr/>
        </p:nvSpPr>
        <p:spPr>
          <a:xfrm>
            <a:off x="9020327" y="1815084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39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0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1" name="線條"/>
            <p:cNvSpPr/>
            <p:nvPr/>
          </p:nvSpPr>
          <p:spPr>
            <a:xfrm>
              <a:off x="9751847" y="3008376"/>
              <a:ext cx="18288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42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E8E8E8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sp>
          <p:nvSpPr>
            <p:cNvPr id="43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sp>
          <p:nvSpPr>
            <p:cNvPr id="44" name="線條"/>
            <p:cNvSpPr/>
            <p:nvPr/>
          </p:nvSpPr>
          <p:spPr>
            <a:xfrm>
              <a:off x="10611383" y="3008376"/>
              <a:ext cx="464744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45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sp>
          <p:nvSpPr>
            <p:cNvPr id="46" name="連接線"/>
            <p:cNvSpPr/>
            <p:nvPr/>
          </p:nvSpPr>
          <p:spPr>
            <a:xfrm>
              <a:off x="9386087" y="2322576"/>
              <a:ext cx="886968" cy="493776"/>
            </a:xfrm>
            <a:custGeom>
              <a:avLst/>
              <a:gdLst/>
              <a:ahLst/>
              <a:cxnLst/>
              <a:rect l="l" t="t" r="r" b="b"/>
              <a:pathLst>
                <a:path w="886968" h="493776">
                  <a:moveTo>
                    <a:pt x="886968" y="411480"/>
                  </a:moveTo>
                  <a:lnTo>
                    <a:pt x="886968" y="0"/>
                  </a:lnTo>
                  <a:lnTo>
                    <a:pt x="0" y="0"/>
                  </a:lnTo>
                  <a:lnTo>
                    <a:pt x="0" y="493776"/>
                  </a:lnTo>
                </a:path>
              </a:pathLst>
            </a:custGeom>
            <a:ln w="15875">
              <a:solidFill>
                <a:srgbClr val="595959"/>
              </a:solidFill>
              <a:prstDash val="solid"/>
              <a:tailEnd type="triangle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7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48" name="Text 46"/>
          <p:cNvSpPr/>
          <p:nvPr/>
        </p:nvSpPr>
        <p:spPr>
          <a:xfrm>
            <a:off x="548640" y="411937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0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1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8E8E8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3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8E8E8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5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6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sp>
          <p:nvSpPr>
            <p:cNvPr id="58" name="連接線"/>
            <p:cNvSpPr/>
            <p:nvPr/>
          </p:nvSpPr>
          <p:spPr>
            <a:xfrm>
              <a:off x="1737360" y="4809744"/>
              <a:ext cx="594360" cy="594360"/>
            </a:xfrm>
            <a:custGeom>
              <a:avLst/>
              <a:gdLst/>
              <a:ahLst/>
              <a:cxnLst/>
              <a:rect l="l" t="t" r="r" b="b"/>
              <a:pathLst>
                <a:path w="594360" h="594360">
                  <a:moveTo>
                    <a:pt x="0" y="0"/>
                  </a:moveTo>
                  <a:lnTo>
                    <a:pt x="594360" y="0"/>
                  </a:lnTo>
                  <a:lnTo>
                    <a:pt x="594360" y="594360"/>
                  </a:lnTo>
                </a:path>
              </a:pathLst>
            </a:custGeom>
            <a:ln w="15875">
              <a:solidFill>
                <a:srgbClr val="595959"/>
              </a:solidFill>
              <a:prstDash val="solid"/>
              <a:tailEnd type="triangle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連接線"/>
            <p:cNvSpPr/>
            <p:nvPr/>
          </p:nvSpPr>
          <p:spPr>
            <a:xfrm>
              <a:off x="2651760" y="5001768"/>
              <a:ext cx="126416" cy="594360"/>
            </a:xfrm>
            <a:custGeom>
              <a:avLst/>
              <a:gdLst/>
              <a:ahLst/>
              <a:cxnLst/>
              <a:rect l="l" t="t" r="r" b="b"/>
              <a:pathLst>
                <a:path w="126416" h="594360">
                  <a:moveTo>
                    <a:pt x="0" y="594360"/>
                  </a:moveTo>
                  <a:lnTo>
                    <a:pt x="126416" y="594360"/>
                  </a:lnTo>
                  <a:lnTo>
                    <a:pt x="126416" y="0"/>
                  </a:lnTo>
                </a:path>
              </a:pathLst>
            </a:custGeom>
            <a:ln w="15875">
              <a:solidFill>
                <a:srgbClr val="595959"/>
              </a:solidFill>
              <a:prstDash val="solid"/>
              <a:tailEnd type="triangle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0" name="Text 58"/>
          <p:cNvSpPr/>
          <p:nvPr/>
        </p:nvSpPr>
        <p:spPr>
          <a:xfrm>
            <a:off x="3372536" y="411937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3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4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6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7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sp>
          <p:nvSpPr>
            <p:cNvPr id="69" name="線條"/>
            <p:cNvSpPr/>
            <p:nvPr/>
          </p:nvSpPr>
          <p:spPr>
            <a:xfrm>
              <a:off x="3884600" y="5175504"/>
              <a:ext cx="18288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70" name="線條"/>
            <p:cNvSpPr/>
            <p:nvPr/>
          </p:nvSpPr>
          <p:spPr>
            <a:xfrm>
              <a:off x="4131488" y="4754880"/>
              <a:ext cx="192024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71" name="線條"/>
            <p:cNvSpPr/>
            <p:nvPr/>
          </p:nvSpPr>
          <p:spPr>
            <a:xfrm>
              <a:off x="4131488" y="5596128"/>
              <a:ext cx="192024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72" name="線條"/>
            <p:cNvSpPr/>
            <p:nvPr/>
          </p:nvSpPr>
          <p:spPr>
            <a:xfrm>
              <a:off x="5000168" y="4754880"/>
              <a:ext cx="25832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73" name="線條"/>
            <p:cNvSpPr/>
            <p:nvPr/>
          </p:nvSpPr>
          <p:spPr>
            <a:xfrm>
              <a:off x="5000168" y="5596128"/>
              <a:ext cx="25832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74" name="線條"/>
            <p:cNvSpPr/>
            <p:nvPr/>
          </p:nvSpPr>
          <p:spPr>
            <a:xfrm>
              <a:off x="5090008" y="5175504"/>
              <a:ext cx="338328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/>
            </a:ln>
          </p:spPr>
        </p:sp>
      </p:grpSp>
      <p:sp>
        <p:nvSpPr>
          <p:cNvPr id="75" name="Text 73"/>
          <p:cNvSpPr/>
          <p:nvPr/>
        </p:nvSpPr>
        <p:spPr>
          <a:xfrm>
            <a:off x="6196432" y="411937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7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64608"/>
            <a:ext cx="2714168" cy="731520"/>
            <a:chOff x="6150712" y="4864608"/>
            <a:chExt cx="2714168" cy="731520"/>
          </a:xfrm>
        </p:grpSpPr>
        <p:sp>
          <p:nvSpPr>
            <p:cNvPr id="78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E8E8E8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79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0" name="線條"/>
            <p:cNvSpPr/>
            <p:nvPr/>
          </p:nvSpPr>
          <p:spPr>
            <a:xfrm>
              <a:off x="6891376" y="5056632"/>
              <a:ext cx="351244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81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2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3" name="線條"/>
            <p:cNvSpPr/>
            <p:nvPr/>
          </p:nvSpPr>
          <p:spPr>
            <a:xfrm>
              <a:off x="7827836" y="5056632"/>
              <a:ext cx="241516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84" name="文件"/>
            <p:cNvSpPr/>
            <p:nvPr/>
          </p:nvSpPr>
          <p:spPr>
            <a:xfrm>
              <a:off x="8069351" y="4864608"/>
              <a:ext cx="749808" cy="475488"/>
            </a:xfrm>
            <a:custGeom>
              <a:avLst/>
              <a:gdLst/>
              <a:ahLst/>
              <a:cxnLst/>
              <a:rect l="l" t="t" r="r" b="b"/>
              <a:pathLst>
                <a:path w="749808" h="475488">
                  <a:moveTo>
                    <a:pt x="0" y="0"/>
                  </a:moveTo>
                  <a:lnTo>
                    <a:pt x="749808" y="0"/>
                  </a:lnTo>
                  <a:lnTo>
                    <a:pt x="749808" y="381341"/>
                  </a:lnTo>
                  <a:cubicBezTo>
                    <a:pt x="374904" y="381341"/>
                    <a:pt x="374904" y="526603"/>
                    <a:pt x="0" y="444106"/>
                  </a:cubicBezTo>
                  <a:close/>
                </a:path>
              </a:pathLst>
            </a:custGeom>
            <a:solidFill>
              <a:srgbClr val="E8E8E8"/>
            </a:solidFill>
            <a:ln/>
          </p:spPr>
          <p:txBody>
            <a:bodyPr wrap="square" lIns="38100" tIns="0" rIns="38100" bIns="95098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</p:grpSp>
      <p:sp>
        <p:nvSpPr>
          <p:cNvPr id="86" name="Text 84"/>
          <p:cNvSpPr/>
          <p:nvPr/>
        </p:nvSpPr>
        <p:spPr>
          <a:xfrm>
            <a:off x="9020327" y="411937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88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89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11864"/>
              </a:avLst>
            </a:prstGeom>
            <a:solidFill>
              <a:srgbClr val="E8E8E8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1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2" name="三角形"/>
            <p:cNvSpPr/>
            <p:nvPr/>
          </p:nvSpPr>
          <p:spPr>
            <a:xfrm>
              <a:off x="10263111" y="5093208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60" h="182880">
                  <a:moveTo>
                    <a:pt x="0" y="0"/>
                  </a:moveTo>
                  <a:lnTo>
                    <a:pt x="13716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11864"/>
              </a:avLst>
            </a:prstGeom>
            <a:solidFill>
              <a:srgbClr val="FFFFFF"/>
            </a:solidFill>
            <a:ln w="22225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5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6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8" name="Text 9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色彩、字級與元件語言一覽：純白底、左上大號粗體紅標題、淺灰大圓角面板承載內容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60012"/>
          </a:solidFill>
          <a:ln w="9525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#E60012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3000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#B3000E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CE4E6"/>
          </a:solidFill>
          <a:ln w="9525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#FCE4E6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F3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#1F3FBF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#3A3A3A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#8C8C8C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#BFBFBF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8E8E8"/>
          </a:solidFill>
          <a:ln w="9525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#E8E8E8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48640" y="3643884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36pt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16pt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16pt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12pt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1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淺灰實心</a:t>
            </a:r>
            <a:endParaRPr lang="en-US" sz="1000" dirty="0"/>
          </a:p>
        </p:txBody>
      </p:sp>
      <p:sp>
        <p:nvSpPr>
          <p:cNvPr id="44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26923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26923"/>
            </a:avLst>
          </a:prstGeom>
          <a:solidFill>
            <a:srgbClr val="E8E8E8"/>
          </a:solidFill>
          <a:ln/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128016"/>
                </a:lnTo>
                <a:arcTo hR="128016" wR="128016" stAng="10800000" swAng="5400000"/>
                <a:lnTo>
                  <a:pt x="1060704" y="0"/>
                </a:lnTo>
                <a:arcTo hR="128016" wR="128016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小圓角方籤</a:t>
            </a:r>
            <a:endParaRPr lang="en-US" sz="1000" dirty="0"/>
          </a:p>
        </p:txBody>
      </p:sp>
      <p:sp>
        <p:nvSpPr>
          <p:cNvPr id="50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1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1F3FB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2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3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</a:t>
            </a:r>
            <a:endParaRPr lang="en-US" sz="1000" dirty="0"/>
          </a:p>
        </p:txBody>
      </p:sp>
      <p:sp>
        <p:nvSpPr>
          <p:cNvPr id="56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7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58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0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4" name="三角形"/>
          <p:cNvSpPr/>
          <p:nvPr/>
        </p:nvSpPr>
        <p:spPr>
          <a:xfrm>
            <a:off x="784098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6" name="三角形"/>
          <p:cNvSpPr/>
          <p:nvPr/>
        </p:nvSpPr>
        <p:spPr>
          <a:xfrm>
            <a:off x="893826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68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000" dirty="0"/>
          </a:p>
        </p:txBody>
      </p:sp>
      <p:sp>
        <p:nvSpPr>
          <p:cNvPr id="71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72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灰卡＋▶</a:t>
            </a:r>
            <a:endParaRPr lang="en-US" sz="1000" dirty="0"/>
          </a:p>
        </p:txBody>
      </p:sp>
      <p:sp>
        <p:nvSpPr>
          <p:cNvPr id="76" name="流程鏈"/>
          <p:cNvSpPr/>
          <p:nvPr/>
        </p:nvSpPr>
        <p:spPr>
          <a:xfrm>
            <a:off x="7086600" y="5650992"/>
            <a:ext cx="670560" cy="402336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7" name="三角形"/>
          <p:cNvSpPr/>
          <p:nvPr/>
        </p:nvSpPr>
        <p:spPr>
          <a:xfrm>
            <a:off x="787146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流程鏈"/>
          <p:cNvSpPr/>
          <p:nvPr/>
        </p:nvSpPr>
        <p:spPr>
          <a:xfrm>
            <a:off x="8122920" y="5650992"/>
            <a:ext cx="670560" cy="402336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79" name="三角形"/>
          <p:cNvSpPr/>
          <p:nvPr/>
        </p:nvSpPr>
        <p:spPr>
          <a:xfrm>
            <a:off x="890778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流程鏈"/>
          <p:cNvSpPr/>
          <p:nvPr/>
        </p:nvSpPr>
        <p:spPr>
          <a:xfrm>
            <a:off x="9159240" y="5650992"/>
            <a:ext cx="670560" cy="402336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1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500" dirty="0"/>
          </a:p>
        </p:txBody>
      </p:sp>
      <p:sp>
        <p:nvSpPr>
          <p:cNvPr id="4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Card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7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0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1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/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128016"/>
                </a:lnTo>
                <a:arcTo hR="128016" wR="128016" stAng="10800000" swAng="5400000"/>
                <a:lnTo>
                  <a:pt x="3282696" y="0"/>
                </a:lnTo>
                <a:arcTo hR="128016" wR="128016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466801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1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1F3FB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315200" y="466801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29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2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8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1F3FB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2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3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15925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19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63060" y="315925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5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1F3FB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2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177479" y="315925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49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4100" dirty="0"/>
          </a:p>
        </p:txBody>
      </p:sp>
      <p:sp>
        <p:nvSpPr>
          <p:cNvPr id="9" name="Text 7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0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1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2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09360" y="187909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5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6309360" y="2395728"/>
            <a:ext cx="1534058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7" name="三角形"/>
          <p:cNvSpPr/>
          <p:nvPr/>
        </p:nvSpPr>
        <p:spPr>
          <a:xfrm>
            <a:off x="7957718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流程鏈"/>
          <p:cNvSpPr/>
          <p:nvPr/>
        </p:nvSpPr>
        <p:spPr>
          <a:xfrm>
            <a:off x="8209178" y="2395728"/>
            <a:ext cx="1534058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19" name="三角形"/>
          <p:cNvSpPr/>
          <p:nvPr/>
        </p:nvSpPr>
        <p:spPr>
          <a:xfrm>
            <a:off x="9857537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流程鏈"/>
          <p:cNvSpPr/>
          <p:nvPr/>
        </p:nvSpPr>
        <p:spPr>
          <a:xfrm>
            <a:off x="10108997" y="2395728"/>
            <a:ext cx="1534058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2" name="三角形"/>
          <p:cNvSpPr/>
          <p:nvPr/>
        </p:nvSpPr>
        <p:spPr>
          <a:xfrm>
            <a:off x="7221931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流程鏈"/>
          <p:cNvSpPr/>
          <p:nvPr/>
        </p:nvSpPr>
        <p:spPr>
          <a:xfrm>
            <a:off x="7433158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4" name="三角形"/>
          <p:cNvSpPr/>
          <p:nvPr/>
        </p:nvSpPr>
        <p:spPr>
          <a:xfrm>
            <a:off x="8345729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流程鏈"/>
          <p:cNvSpPr/>
          <p:nvPr/>
        </p:nvSpPr>
        <p:spPr>
          <a:xfrm>
            <a:off x="8556955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6" name="三角形"/>
          <p:cNvSpPr/>
          <p:nvPr/>
        </p:nvSpPr>
        <p:spPr>
          <a:xfrm>
            <a:off x="9469526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9680753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8" name="三角形"/>
          <p:cNvSpPr/>
          <p:nvPr/>
        </p:nvSpPr>
        <p:spPr>
          <a:xfrm>
            <a:off x="10593324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10804550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30" name="流程鏈"/>
          <p:cNvSpPr/>
          <p:nvPr/>
        </p:nvSpPr>
        <p:spPr>
          <a:xfrm>
            <a:off x="6309360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31" name="三角形"/>
          <p:cNvSpPr/>
          <p:nvPr/>
        </p:nvSpPr>
        <p:spPr>
          <a:xfrm>
            <a:off x="7482764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流程鏈"/>
          <p:cNvSpPr/>
          <p:nvPr/>
        </p:nvSpPr>
        <p:spPr>
          <a:xfrm>
            <a:off x="7734224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33" name="三角形"/>
          <p:cNvSpPr/>
          <p:nvPr/>
        </p:nvSpPr>
        <p:spPr>
          <a:xfrm>
            <a:off x="8907628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流程鏈"/>
          <p:cNvSpPr/>
          <p:nvPr/>
        </p:nvSpPr>
        <p:spPr>
          <a:xfrm>
            <a:off x="9159088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5" name="三角形"/>
          <p:cNvSpPr/>
          <p:nvPr/>
        </p:nvSpPr>
        <p:spPr>
          <a:xfrm>
            <a:off x="10332491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10583951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309360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734224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159088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583951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42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8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9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3395396" y="187909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2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4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242152" y="187909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9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0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1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9088907" y="187909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5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6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7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5875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48640" y="402793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0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2" name="三角形"/>
          <p:cNvSpPr/>
          <p:nvPr/>
        </p:nvSpPr>
        <p:spPr>
          <a:xfrm>
            <a:off x="126032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4" name="三角形"/>
          <p:cNvSpPr/>
          <p:nvPr/>
        </p:nvSpPr>
        <p:spPr>
          <a:xfrm>
            <a:off x="225393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395396" y="402793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8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9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0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1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1F3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1F3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1F3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6242152" y="402793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6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47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8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EC404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49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1F3FB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088907" y="402793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2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53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4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5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56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57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60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500" dirty="0"/>
          </a:p>
        </p:txBody>
      </p:sp>
      <p:sp>
        <p:nvSpPr>
          <p:cNvPr id="4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6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666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400" dirty="0"/>
          </a:p>
        </p:txBody>
      </p:sp>
      <p:sp>
        <p:nvSpPr>
          <p:cNvPr id="8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0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2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E8E8E8"/>
          </a:solidFill>
          <a:ln/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4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E8E8E8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3863340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0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1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764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3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E8E8E8"/>
          </a:solidFill>
          <a:ln/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4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5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6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7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8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9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1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E8E8E8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2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ash"/>
            <a:headEnd type="triangle"/>
            <a:tailEnd type="triangle"/>
          </a:ln>
        </p:spPr>
      </p:sp>
      <p:sp>
        <p:nvSpPr>
          <p:cNvPr id="33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5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8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9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1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4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0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E60012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7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8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235440" y="187909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7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0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22581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22581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4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47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0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1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500" dirty="0"/>
          </a:p>
        </p:txBody>
      </p:sp>
      <p:sp>
        <p:nvSpPr>
          <p:cNvPr id="4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7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0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3" name="三角形"/>
          <p:cNvSpPr/>
          <p:nvPr/>
        </p:nvSpPr>
        <p:spPr>
          <a:xfrm>
            <a:off x="4164482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三角形"/>
          <p:cNvSpPr/>
          <p:nvPr/>
        </p:nvSpPr>
        <p:spPr>
          <a:xfrm>
            <a:off x="7862621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6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7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1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28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500" dirty="0"/>
          </a:p>
        </p:txBody>
      </p:sp>
      <p:sp>
        <p:nvSpPr>
          <p:cNvPr id="4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1400" dirty="0"/>
          </a:p>
        </p:txBody>
      </p:sp>
      <p:sp>
        <p:nvSpPr>
          <p:cNvPr id="6" name="三角形"/>
          <p:cNvSpPr/>
          <p:nvPr/>
        </p:nvSpPr>
        <p:spPr>
          <a:xfrm>
            <a:off x="2572756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</a:t>
            </a:r>
            <a:endParaRPr lang="en-US" sz="1400" dirty="0"/>
          </a:p>
        </p:txBody>
      </p:sp>
      <p:sp>
        <p:nvSpPr>
          <p:cNvPr id="9" name="三角形"/>
          <p:cNvSpPr/>
          <p:nvPr/>
        </p:nvSpPr>
        <p:spPr>
          <a:xfrm>
            <a:off x="4875764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60012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F8B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1" name="三角形"/>
          <p:cNvSpPr/>
          <p:nvPr/>
        </p:nvSpPr>
        <p:spPr>
          <a:xfrm>
            <a:off x="7178772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4" name="三角形"/>
          <p:cNvSpPr/>
          <p:nvPr/>
        </p:nvSpPr>
        <p:spPr>
          <a:xfrm>
            <a:off x="9481779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Tactic</a:t>
            </a:r>
            <a:endParaRPr lang="en-US" sz="1400" dirty="0"/>
          </a:p>
        </p:txBody>
      </p:sp>
      <p:sp>
        <p:nvSpPr>
          <p:cNvPr id="17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5556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3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5875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5875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6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7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28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29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0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2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34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36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37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38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23333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0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2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45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47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50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1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500" dirty="0"/>
          </a:p>
        </p:txBody>
      </p:sp>
      <p:sp>
        <p:nvSpPr>
          <p:cNvPr id="4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1F3FB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1F3FB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1F3FB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1F3FB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1F3FB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1F3FB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1F3FBF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3FB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4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5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18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0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6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29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0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1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3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4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5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7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38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39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23333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23333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3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4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5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7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8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49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0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1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52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4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6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57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59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1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62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4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6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3FB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6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法說會紅</dc:title>
  <dc:subject>PptxGenJS Presentation</dc:subject>
  <dc:creator>PPT Style Studio</dc:creator>
  <cp:lastModifiedBy>PPT Style Studio</cp:lastModifiedBy>
  <cp:revision>1</cp:revision>
  <dcterms:created xsi:type="dcterms:W3CDTF">2026-10-09T02:18:02Z</dcterms:created>
  <dcterms:modified xsi:type="dcterms:W3CDTF">2026-10-09T02:18:02Z</dcterms:modified>
</cp:coreProperties>
</file>