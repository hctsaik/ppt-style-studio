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5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6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7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19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1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2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3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3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7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39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0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1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E60012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E8E8E8"/>
          </a:solidFill>
          <a:ln>
            <a:noFill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5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9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0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9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0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1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3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7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8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8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9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9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0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E60012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8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8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9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6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7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500" dirty="0"/>
          </a:p>
        </p:txBody>
      </p:sp>
      <p:sp>
        <p:nvSpPr>
          <p:cNvPr id="4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167" y="177595"/>
                  <a:pt x="112060" y="174449"/>
                </a:cubicBezTo>
                <a:cubicBezTo>
                  <a:pt x="124944" y="171304"/>
                  <a:pt x="137882" y="169740"/>
                  <a:pt x="150876" y="169740"/>
                </a:cubicBezTo>
                <a:cubicBezTo>
                  <a:pt x="163870" y="169740"/>
                  <a:pt x="176754" y="171359"/>
                  <a:pt x="189537" y="174605"/>
                </a:cubicBezTo>
                <a:cubicBezTo>
                  <a:pt x="202320" y="177860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22" y="242289"/>
                  <a:pt x="245955" y="245955"/>
                </a:cubicBezTo>
                <a:cubicBezTo>
                  <a:pt x="242289" y="249622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463" y="249622"/>
                  <a:pt x="55797" y="245955"/>
                </a:cubicBezTo>
                <a:cubicBezTo>
                  <a:pt x="52130" y="242289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08" y="215369"/>
                  <a:pt x="229615" y="212324"/>
                </a:cubicBezTo>
                <a:cubicBezTo>
                  <a:pt x="227622" y="209288"/>
                  <a:pt x="225162" y="207038"/>
                  <a:pt x="222227" y="205566"/>
                </a:cubicBezTo>
                <a:cubicBezTo>
                  <a:pt x="208812" y="199074"/>
                  <a:pt x="196559" y="194621"/>
                  <a:pt x="185449" y="192207"/>
                </a:cubicBezTo>
                <a:cubicBezTo>
                  <a:pt x="174349" y="189802"/>
                  <a:pt x="162818" y="188595"/>
                  <a:pt x="150876" y="188595"/>
                </a:cubicBezTo>
                <a:cubicBezTo>
                  <a:pt x="138934" y="188595"/>
                  <a:pt x="127303" y="189802"/>
                  <a:pt x="115982" y="192207"/>
                </a:cubicBezTo>
                <a:cubicBezTo>
                  <a:pt x="104671" y="194621"/>
                  <a:pt x="92409" y="199074"/>
                  <a:pt x="79214" y="205566"/>
                </a:cubicBezTo>
                <a:cubicBezTo>
                  <a:pt x="76279" y="207038"/>
                  <a:pt x="73865" y="209288"/>
                  <a:pt x="71982" y="212324"/>
                </a:cubicBezTo>
                <a:cubicBezTo>
                  <a:pt x="70098" y="215369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148" y="123691"/>
                </a:moveTo>
                <a:cubicBezTo>
                  <a:pt x="176497" y="118342"/>
                  <a:pt x="179168" y="111584"/>
                  <a:pt x="179168" y="103409"/>
                </a:cubicBezTo>
                <a:cubicBezTo>
                  <a:pt x="179168" y="95244"/>
                  <a:pt x="176497" y="88486"/>
                  <a:pt x="171148" y="83137"/>
                </a:cubicBezTo>
                <a:cubicBezTo>
                  <a:pt x="165808" y="77797"/>
                  <a:pt x="159051" y="75127"/>
                  <a:pt x="150876" y="75127"/>
                </a:cubicBezTo>
                <a:cubicBezTo>
                  <a:pt x="142701" y="75127"/>
                  <a:pt x="135944" y="77797"/>
                  <a:pt x="130604" y="83137"/>
                </a:cubicBezTo>
                <a:cubicBezTo>
                  <a:pt x="125255" y="88486"/>
                  <a:pt x="122584" y="95244"/>
                  <a:pt x="122584" y="103409"/>
                </a:cubicBezTo>
                <a:cubicBezTo>
                  <a:pt x="122584" y="111584"/>
                  <a:pt x="125255" y="118342"/>
                  <a:pt x="130604" y="123691"/>
                </a:cubicBezTo>
                <a:cubicBezTo>
                  <a:pt x="135944" y="129031"/>
                  <a:pt x="142701" y="131701"/>
                  <a:pt x="150876" y="131701"/>
                </a:cubicBezTo>
                <a:cubicBezTo>
                  <a:pt x="159051" y="131701"/>
                  <a:pt x="165808" y="129031"/>
                  <a:pt x="171148" y="123691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6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25"/>
                  <a:pt x="17602" y="201954"/>
                </a:cubicBezTo>
                <a:cubicBezTo>
                  <a:pt x="21379" y="195983"/>
                  <a:pt x="26609" y="191530"/>
                  <a:pt x="33321" y="188595"/>
                </a:cubicBezTo>
                <a:cubicBezTo>
                  <a:pt x="48619" y="181892"/>
                  <a:pt x="62390" y="177074"/>
                  <a:pt x="74652" y="174138"/>
                </a:cubicBezTo>
                <a:cubicBezTo>
                  <a:pt x="86914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17" y="195983"/>
                  <a:pt x="207294" y="201954"/>
                </a:cubicBezTo>
                <a:cubicBezTo>
                  <a:pt x="211172" y="207925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281" y="242289"/>
                  <a:pt x="207615" y="245955"/>
                </a:cubicBezTo>
                <a:cubicBezTo>
                  <a:pt x="203948" y="249622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13" y="249622"/>
                  <a:pt x="17447" y="245955"/>
                </a:cubicBezTo>
                <a:cubicBezTo>
                  <a:pt x="13780" y="242289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15" y="245224"/>
                  <a:pt x="230557" y="242188"/>
                </a:cubicBezTo>
                <a:cubicBezTo>
                  <a:pt x="231499" y="239152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077"/>
                  <a:pt x="222858" y="190012"/>
                </a:cubicBezTo>
                <a:cubicBezTo>
                  <a:pt x="216777" y="181938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7972" y="242289"/>
                  <a:pt x="284305" y="245955"/>
                </a:cubicBezTo>
                <a:cubicBezTo>
                  <a:pt x="280639" y="249622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663" y="150401"/>
                  <a:pt x="170837" y="150090"/>
                </a:cubicBezTo>
                <a:cubicBezTo>
                  <a:pt x="168003" y="149779"/>
                  <a:pt x="165442" y="149203"/>
                  <a:pt x="163138" y="148361"/>
                </a:cubicBezTo>
                <a:cubicBezTo>
                  <a:pt x="168167" y="143122"/>
                  <a:pt x="171989" y="136675"/>
                  <a:pt x="174605" y="129031"/>
                </a:cubicBezTo>
                <a:cubicBezTo>
                  <a:pt x="177229" y="121377"/>
                  <a:pt x="178537" y="112846"/>
                  <a:pt x="178537" y="103409"/>
                </a:cubicBezTo>
                <a:cubicBezTo>
                  <a:pt x="178537" y="93982"/>
                  <a:pt x="177229" y="85652"/>
                  <a:pt x="174605" y="78428"/>
                </a:cubicBezTo>
                <a:cubicBezTo>
                  <a:pt x="171989" y="71195"/>
                  <a:pt x="168167" y="64538"/>
                  <a:pt x="163138" y="58467"/>
                </a:cubicBezTo>
                <a:cubicBezTo>
                  <a:pt x="165442" y="57836"/>
                  <a:pt x="168003" y="57315"/>
                  <a:pt x="170837" y="56894"/>
                </a:cubicBezTo>
                <a:cubicBezTo>
                  <a:pt x="173663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258" y="215314"/>
                  <a:pt x="191265" y="212168"/>
                </a:cubicBezTo>
                <a:cubicBezTo>
                  <a:pt x="189272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28" y="189747"/>
                  <a:pt x="79050" y="192051"/>
                </a:cubicBezTo>
                <a:cubicBezTo>
                  <a:pt x="68681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798" y="123691"/>
                </a:moveTo>
                <a:cubicBezTo>
                  <a:pt x="138148" y="118342"/>
                  <a:pt x="140818" y="111584"/>
                  <a:pt x="140818" y="103409"/>
                </a:cubicBezTo>
                <a:cubicBezTo>
                  <a:pt x="140818" y="95244"/>
                  <a:pt x="138148" y="88486"/>
                  <a:pt x="132798" y="83137"/>
                </a:cubicBezTo>
                <a:cubicBezTo>
                  <a:pt x="127458" y="77797"/>
                  <a:pt x="120701" y="75127"/>
                  <a:pt x="112526" y="75127"/>
                </a:cubicBezTo>
                <a:cubicBezTo>
                  <a:pt x="104360" y="75127"/>
                  <a:pt x="97594" y="77797"/>
                  <a:pt x="92254" y="83137"/>
                </a:cubicBezTo>
                <a:cubicBezTo>
                  <a:pt x="86914" y="88486"/>
                  <a:pt x="84244" y="95244"/>
                  <a:pt x="84244" y="103409"/>
                </a:cubicBezTo>
                <a:cubicBezTo>
                  <a:pt x="84244" y="111584"/>
                  <a:pt x="86914" y="118342"/>
                  <a:pt x="92254" y="123691"/>
                </a:cubicBezTo>
                <a:cubicBezTo>
                  <a:pt x="97594" y="129031"/>
                  <a:pt x="104360" y="131701"/>
                  <a:pt x="112526" y="131701"/>
                </a:cubicBezTo>
                <a:cubicBezTo>
                  <a:pt x="120701" y="131701"/>
                  <a:pt x="127458" y="129031"/>
                  <a:pt x="132798" y="123691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8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48" y="226314"/>
                  <a:pt x="4508" y="225409"/>
                  <a:pt x="2707" y="223607"/>
                </a:cubicBezTo>
                <a:cubicBezTo>
                  <a:pt x="905" y="221788"/>
                  <a:pt x="0" y="219547"/>
                  <a:pt x="0" y="216887"/>
                </a:cubicBezTo>
                <a:lnTo>
                  <a:pt x="0" y="209654"/>
                </a:lnTo>
                <a:cubicBezTo>
                  <a:pt x="0" y="201570"/>
                  <a:pt x="4353" y="194987"/>
                  <a:pt x="13048" y="189912"/>
                </a:cubicBezTo>
                <a:cubicBezTo>
                  <a:pt x="21744" y="184846"/>
                  <a:pt x="33147" y="182313"/>
                  <a:pt x="47274" y="182313"/>
                </a:cubicBezTo>
                <a:cubicBezTo>
                  <a:pt x="49835" y="182313"/>
                  <a:pt x="52285" y="182359"/>
                  <a:pt x="54626" y="182469"/>
                </a:cubicBezTo>
                <a:cubicBezTo>
                  <a:pt x="56976" y="182569"/>
                  <a:pt x="59299" y="182789"/>
                  <a:pt x="61612" y="183127"/>
                </a:cubicBezTo>
                <a:cubicBezTo>
                  <a:pt x="59930" y="186775"/>
                  <a:pt x="58677" y="190460"/>
                  <a:pt x="57836" y="194191"/>
                </a:cubicBezTo>
                <a:cubicBezTo>
                  <a:pt x="56995" y="197922"/>
                  <a:pt x="56583" y="201817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86" y="226314"/>
                  <a:pt x="79946" y="225409"/>
                  <a:pt x="78145" y="223607"/>
                </a:cubicBezTo>
                <a:cubicBezTo>
                  <a:pt x="76343" y="221788"/>
                  <a:pt x="75438" y="219547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276" y="193048"/>
                  <a:pt x="80943" y="187498"/>
                </a:cubicBezTo>
                <a:cubicBezTo>
                  <a:pt x="84609" y="181938"/>
                  <a:pt x="89794" y="177074"/>
                  <a:pt x="96497" y="172876"/>
                </a:cubicBezTo>
                <a:cubicBezTo>
                  <a:pt x="103199" y="168689"/>
                  <a:pt x="111218" y="165543"/>
                  <a:pt x="120545" y="163449"/>
                </a:cubicBezTo>
                <a:cubicBezTo>
                  <a:pt x="129872" y="161355"/>
                  <a:pt x="139976" y="160303"/>
                  <a:pt x="150876" y="160303"/>
                </a:cubicBezTo>
                <a:cubicBezTo>
                  <a:pt x="161986" y="160303"/>
                  <a:pt x="172200" y="161355"/>
                  <a:pt x="181527" y="163449"/>
                </a:cubicBezTo>
                <a:cubicBezTo>
                  <a:pt x="190844" y="165543"/>
                  <a:pt x="198864" y="168689"/>
                  <a:pt x="205566" y="172876"/>
                </a:cubicBezTo>
                <a:cubicBezTo>
                  <a:pt x="212278" y="177074"/>
                  <a:pt x="217408" y="181938"/>
                  <a:pt x="220974" y="187498"/>
                </a:cubicBezTo>
                <a:cubicBezTo>
                  <a:pt x="224531" y="193048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566"/>
                  <a:pt x="225409" y="221806"/>
                  <a:pt x="223607" y="223607"/>
                </a:cubicBezTo>
                <a:cubicBezTo>
                  <a:pt x="221806" y="225409"/>
                  <a:pt x="219566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717"/>
                  <a:pt x="244803" y="197794"/>
                  <a:pt x="244072" y="194127"/>
                </a:cubicBezTo>
                <a:cubicBezTo>
                  <a:pt x="243340" y="190460"/>
                  <a:pt x="242133" y="186803"/>
                  <a:pt x="240460" y="183154"/>
                </a:cubicBezTo>
                <a:cubicBezTo>
                  <a:pt x="242764" y="182798"/>
                  <a:pt x="245087" y="182569"/>
                  <a:pt x="247437" y="182469"/>
                </a:cubicBezTo>
                <a:cubicBezTo>
                  <a:pt x="249787" y="182359"/>
                  <a:pt x="252173" y="182313"/>
                  <a:pt x="254606" y="182313"/>
                </a:cubicBezTo>
                <a:cubicBezTo>
                  <a:pt x="268751" y="182313"/>
                  <a:pt x="280145" y="184800"/>
                  <a:pt x="288804" y="189793"/>
                </a:cubicBezTo>
                <a:cubicBezTo>
                  <a:pt x="297454" y="194776"/>
                  <a:pt x="301770" y="201397"/>
                  <a:pt x="301752" y="209654"/>
                </a:cubicBezTo>
                <a:lnTo>
                  <a:pt x="301752" y="216887"/>
                </a:lnTo>
                <a:cubicBezTo>
                  <a:pt x="301752" y="219566"/>
                  <a:pt x="300847" y="221806"/>
                  <a:pt x="299045" y="223607"/>
                </a:cubicBezTo>
                <a:cubicBezTo>
                  <a:pt x="297244" y="225409"/>
                  <a:pt x="295004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165" y="191475"/>
                  <a:pt x="191585" y="186556"/>
                </a:cubicBezTo>
                <a:cubicBezTo>
                  <a:pt x="180996" y="181627"/>
                  <a:pt x="167427" y="179168"/>
                  <a:pt x="150876" y="179168"/>
                </a:cubicBezTo>
                <a:cubicBezTo>
                  <a:pt x="134325" y="179168"/>
                  <a:pt x="120756" y="181627"/>
                  <a:pt x="110167" y="186556"/>
                </a:cubicBezTo>
                <a:cubicBezTo>
                  <a:pt x="99587" y="191475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028" y="172876"/>
                </a:moveTo>
                <a:cubicBezTo>
                  <a:pt x="41029" y="172876"/>
                  <a:pt x="35881" y="170718"/>
                  <a:pt x="31593" y="166403"/>
                </a:cubicBezTo>
                <a:cubicBezTo>
                  <a:pt x="27295" y="162105"/>
                  <a:pt x="25146" y="156929"/>
                  <a:pt x="25146" y="150876"/>
                </a:cubicBezTo>
                <a:cubicBezTo>
                  <a:pt x="25146" y="144795"/>
                  <a:pt x="27304" y="139611"/>
                  <a:pt x="31620" y="135313"/>
                </a:cubicBezTo>
                <a:cubicBezTo>
                  <a:pt x="35918" y="131024"/>
                  <a:pt x="41093" y="128876"/>
                  <a:pt x="47146" y="128876"/>
                </a:cubicBezTo>
                <a:cubicBezTo>
                  <a:pt x="53227" y="128876"/>
                  <a:pt x="58412" y="131024"/>
                  <a:pt x="62710" y="135313"/>
                </a:cubicBezTo>
                <a:cubicBezTo>
                  <a:pt x="67007" y="139611"/>
                  <a:pt x="69156" y="144841"/>
                  <a:pt x="69156" y="151004"/>
                </a:cubicBezTo>
                <a:cubicBezTo>
                  <a:pt x="69156" y="156993"/>
                  <a:pt x="67007" y="162141"/>
                  <a:pt x="62710" y="166439"/>
                </a:cubicBezTo>
                <a:cubicBezTo>
                  <a:pt x="58412" y="170728"/>
                  <a:pt x="53182" y="172876"/>
                  <a:pt x="47028" y="172876"/>
                </a:cubicBezTo>
                <a:close/>
                <a:moveTo>
                  <a:pt x="254478" y="172876"/>
                </a:moveTo>
                <a:cubicBezTo>
                  <a:pt x="248488" y="172876"/>
                  <a:pt x="243340" y="170718"/>
                  <a:pt x="239042" y="166403"/>
                </a:cubicBezTo>
                <a:cubicBezTo>
                  <a:pt x="234745" y="162105"/>
                  <a:pt x="232605" y="156929"/>
                  <a:pt x="232605" y="150876"/>
                </a:cubicBezTo>
                <a:cubicBezTo>
                  <a:pt x="232605" y="144795"/>
                  <a:pt x="234763" y="139611"/>
                  <a:pt x="239079" y="135313"/>
                </a:cubicBezTo>
                <a:cubicBezTo>
                  <a:pt x="243368" y="131024"/>
                  <a:pt x="248543" y="128876"/>
                  <a:pt x="254606" y="128876"/>
                </a:cubicBezTo>
                <a:cubicBezTo>
                  <a:pt x="260677" y="128876"/>
                  <a:pt x="265871" y="131024"/>
                  <a:pt x="270159" y="135313"/>
                </a:cubicBezTo>
                <a:cubicBezTo>
                  <a:pt x="274457" y="139611"/>
                  <a:pt x="276606" y="144841"/>
                  <a:pt x="276606" y="151004"/>
                </a:cubicBezTo>
                <a:cubicBezTo>
                  <a:pt x="276606" y="156993"/>
                  <a:pt x="274457" y="162141"/>
                  <a:pt x="270159" y="166439"/>
                </a:cubicBezTo>
                <a:cubicBezTo>
                  <a:pt x="265871" y="170728"/>
                  <a:pt x="260641" y="172876"/>
                  <a:pt x="254478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16"/>
                  <a:pt x="124157" y="86283"/>
                </a:cubicBezTo>
                <a:cubicBezTo>
                  <a:pt x="131491" y="79050"/>
                  <a:pt x="140397" y="75438"/>
                  <a:pt x="150876" y="75438"/>
                </a:cubicBezTo>
                <a:cubicBezTo>
                  <a:pt x="161565" y="75438"/>
                  <a:pt x="170517" y="79050"/>
                  <a:pt x="177750" y="86283"/>
                </a:cubicBezTo>
                <a:cubicBezTo>
                  <a:pt x="184983" y="93516"/>
                  <a:pt x="188595" y="102468"/>
                  <a:pt x="188595" y="113157"/>
                </a:cubicBezTo>
                <a:cubicBezTo>
                  <a:pt x="188595" y="123636"/>
                  <a:pt x="184983" y="132542"/>
                  <a:pt x="177750" y="139876"/>
                </a:cubicBezTo>
                <a:cubicBezTo>
                  <a:pt x="170517" y="147209"/>
                  <a:pt x="161565" y="150876"/>
                  <a:pt x="150876" y="150876"/>
                </a:cubicBezTo>
                <a:close/>
                <a:moveTo>
                  <a:pt x="150967" y="132021"/>
                </a:moveTo>
                <a:cubicBezTo>
                  <a:pt x="156353" y="132021"/>
                  <a:pt x="160834" y="130192"/>
                  <a:pt x="164391" y="126544"/>
                </a:cubicBezTo>
                <a:cubicBezTo>
                  <a:pt x="167957" y="122905"/>
                  <a:pt x="169740" y="118397"/>
                  <a:pt x="169740" y="113029"/>
                </a:cubicBezTo>
                <a:cubicBezTo>
                  <a:pt x="169740" y="107671"/>
                  <a:pt x="167948" y="103199"/>
                  <a:pt x="164363" y="99642"/>
                </a:cubicBezTo>
                <a:cubicBezTo>
                  <a:pt x="160779" y="96076"/>
                  <a:pt x="156326" y="94302"/>
                  <a:pt x="151004" y="94302"/>
                </a:cubicBezTo>
                <a:cubicBezTo>
                  <a:pt x="145682" y="94302"/>
                  <a:pt x="141183" y="96085"/>
                  <a:pt x="137517" y="99670"/>
                </a:cubicBezTo>
                <a:cubicBezTo>
                  <a:pt x="133850" y="103254"/>
                  <a:pt x="132021" y="107707"/>
                  <a:pt x="132021" y="113029"/>
                </a:cubicBezTo>
                <a:cubicBezTo>
                  <a:pt x="132021" y="118351"/>
                  <a:pt x="133841" y="122850"/>
                  <a:pt x="137489" y="126516"/>
                </a:cubicBezTo>
                <a:cubicBezTo>
                  <a:pt x="141128" y="130183"/>
                  <a:pt x="145636" y="132021"/>
                  <a:pt x="151004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0" name="圖示 組織架構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110" y="224741"/>
                  <a:pt x="150666" y="222894"/>
                  <a:pt x="146981" y="219209"/>
                </a:cubicBezTo>
                <a:cubicBezTo>
                  <a:pt x="143286" y="215497"/>
                  <a:pt x="141449" y="211062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069"/>
                  <a:pt x="110368" y="127513"/>
                  <a:pt x="106683" y="131198"/>
                </a:cubicBezTo>
                <a:cubicBezTo>
                  <a:pt x="102998" y="134883"/>
                  <a:pt x="98554" y="136730"/>
                  <a:pt x="93351" y="136730"/>
                </a:cubicBezTo>
                <a:lnTo>
                  <a:pt x="44010" y="136730"/>
                </a:lnTo>
                <a:cubicBezTo>
                  <a:pt x="38807" y="136730"/>
                  <a:pt x="34363" y="134883"/>
                  <a:pt x="30678" y="131198"/>
                </a:cubicBezTo>
                <a:cubicBezTo>
                  <a:pt x="26993" y="127495"/>
                  <a:pt x="25146" y="123051"/>
                  <a:pt x="25146" y="117875"/>
                </a:cubicBezTo>
                <a:lnTo>
                  <a:pt x="25146" y="56583"/>
                </a:lnTo>
                <a:cubicBezTo>
                  <a:pt x="25146" y="51380"/>
                  <a:pt x="26993" y="46936"/>
                  <a:pt x="30678" y="43251"/>
                </a:cubicBezTo>
                <a:cubicBezTo>
                  <a:pt x="34391" y="39566"/>
                  <a:pt x="38825" y="37719"/>
                  <a:pt x="44010" y="37719"/>
                </a:cubicBezTo>
                <a:lnTo>
                  <a:pt x="93351" y="37719"/>
                </a:lnTo>
                <a:cubicBezTo>
                  <a:pt x="98554" y="37719"/>
                  <a:pt x="102998" y="39566"/>
                  <a:pt x="106683" y="43251"/>
                </a:cubicBezTo>
                <a:cubicBezTo>
                  <a:pt x="110368" y="46936"/>
                  <a:pt x="112215" y="51380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80"/>
                  <a:pt x="191695" y="46936"/>
                  <a:pt x="195389" y="43251"/>
                </a:cubicBezTo>
                <a:cubicBezTo>
                  <a:pt x="199092" y="39566"/>
                  <a:pt x="203536" y="37719"/>
                  <a:pt x="208712" y="37719"/>
                </a:cubicBezTo>
                <a:lnTo>
                  <a:pt x="257751" y="37719"/>
                </a:lnTo>
                <a:cubicBezTo>
                  <a:pt x="262945" y="37719"/>
                  <a:pt x="267389" y="39566"/>
                  <a:pt x="271074" y="43251"/>
                </a:cubicBezTo>
                <a:cubicBezTo>
                  <a:pt x="274759" y="46936"/>
                  <a:pt x="276606" y="51380"/>
                  <a:pt x="276606" y="56583"/>
                </a:cubicBezTo>
                <a:lnTo>
                  <a:pt x="276606" y="117875"/>
                </a:lnTo>
                <a:cubicBezTo>
                  <a:pt x="276606" y="123069"/>
                  <a:pt x="274759" y="127513"/>
                  <a:pt x="271074" y="131198"/>
                </a:cubicBezTo>
                <a:cubicBezTo>
                  <a:pt x="267389" y="134883"/>
                  <a:pt x="262945" y="136730"/>
                  <a:pt x="257751" y="136730"/>
                </a:cubicBezTo>
                <a:lnTo>
                  <a:pt x="208712" y="136730"/>
                </a:lnTo>
                <a:cubicBezTo>
                  <a:pt x="203518" y="136730"/>
                  <a:pt x="199074" y="134883"/>
                  <a:pt x="195389" y="131198"/>
                </a:cubicBezTo>
                <a:cubicBezTo>
                  <a:pt x="191695" y="127495"/>
                  <a:pt x="189857" y="123051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83"/>
                  <a:pt x="191695" y="174239"/>
                  <a:pt x="195389" y="170554"/>
                </a:cubicBezTo>
                <a:cubicBezTo>
                  <a:pt x="199092" y="166869"/>
                  <a:pt x="203536" y="165022"/>
                  <a:pt x="208712" y="165022"/>
                </a:cubicBezTo>
                <a:lnTo>
                  <a:pt x="257751" y="165022"/>
                </a:lnTo>
                <a:cubicBezTo>
                  <a:pt x="262945" y="165022"/>
                  <a:pt x="267389" y="166869"/>
                  <a:pt x="271074" y="170554"/>
                </a:cubicBezTo>
                <a:cubicBezTo>
                  <a:pt x="274759" y="174239"/>
                  <a:pt x="276606" y="178683"/>
                  <a:pt x="276606" y="183877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208712" y="264033"/>
                </a:lnTo>
                <a:cubicBezTo>
                  <a:pt x="203518" y="264033"/>
                  <a:pt x="199074" y="262186"/>
                  <a:pt x="195389" y="258501"/>
                </a:cubicBezTo>
                <a:cubicBezTo>
                  <a:pt x="191695" y="254788"/>
                  <a:pt x="189857" y="250354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2" name="圖示 員工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860"/>
                  <a:pt x="122274" y="199129"/>
                </a:cubicBezTo>
                <a:cubicBezTo>
                  <a:pt x="118497" y="198388"/>
                  <a:pt x="114830" y="198022"/>
                  <a:pt x="111273" y="198022"/>
                </a:cubicBezTo>
                <a:cubicBezTo>
                  <a:pt x="107287" y="198022"/>
                  <a:pt x="103044" y="198498"/>
                  <a:pt x="98545" y="199440"/>
                </a:cubicBezTo>
                <a:cubicBezTo>
                  <a:pt x="94037" y="200382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371" y="182469"/>
                </a:moveTo>
                <a:cubicBezTo>
                  <a:pt x="126617" y="179213"/>
                  <a:pt x="128245" y="175181"/>
                  <a:pt x="128245" y="170362"/>
                </a:cubicBezTo>
                <a:cubicBezTo>
                  <a:pt x="128245" y="165543"/>
                  <a:pt x="126617" y="161510"/>
                  <a:pt x="123371" y="158264"/>
                </a:cubicBezTo>
                <a:cubicBezTo>
                  <a:pt x="120125" y="155018"/>
                  <a:pt x="116092" y="153391"/>
                  <a:pt x="111273" y="153391"/>
                </a:cubicBezTo>
                <a:cubicBezTo>
                  <a:pt x="106454" y="153391"/>
                  <a:pt x="102422" y="155018"/>
                  <a:pt x="99167" y="158264"/>
                </a:cubicBezTo>
                <a:cubicBezTo>
                  <a:pt x="95921" y="161510"/>
                  <a:pt x="94302" y="165543"/>
                  <a:pt x="94302" y="170362"/>
                </a:cubicBezTo>
                <a:cubicBezTo>
                  <a:pt x="94302" y="175181"/>
                  <a:pt x="95921" y="179213"/>
                  <a:pt x="99167" y="182469"/>
                </a:cubicBezTo>
                <a:cubicBezTo>
                  <a:pt x="102422" y="185715"/>
                  <a:pt x="106454" y="187342"/>
                  <a:pt x="111273" y="187342"/>
                </a:cubicBezTo>
                <a:cubicBezTo>
                  <a:pt x="116092" y="187342"/>
                  <a:pt x="120125" y="185715"/>
                  <a:pt x="123371" y="182469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4" name="圖示 合作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553" y="257486"/>
                  <a:pt x="152915" y="256965"/>
                </a:cubicBezTo>
                <a:cubicBezTo>
                  <a:pt x="154278" y="256434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13" y="142857"/>
                  <a:pt x="268276" y="139400"/>
                </a:cubicBezTo>
                <a:cubicBezTo>
                  <a:pt x="269638" y="135944"/>
                  <a:pt x="270324" y="132433"/>
                  <a:pt x="270324" y="128876"/>
                </a:cubicBezTo>
                <a:cubicBezTo>
                  <a:pt x="270324" y="125309"/>
                  <a:pt x="269638" y="121752"/>
                  <a:pt x="268276" y="118186"/>
                </a:cubicBezTo>
                <a:cubicBezTo>
                  <a:pt x="266913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12"/>
                  <a:pt x="196139" y="46049"/>
                </a:cubicBezTo>
                <a:cubicBezTo>
                  <a:pt x="192573" y="44687"/>
                  <a:pt x="189016" y="44010"/>
                  <a:pt x="185449" y="44010"/>
                </a:cubicBezTo>
                <a:cubicBezTo>
                  <a:pt x="181892" y="44010"/>
                  <a:pt x="178381" y="44687"/>
                  <a:pt x="174925" y="46049"/>
                </a:cubicBezTo>
                <a:cubicBezTo>
                  <a:pt x="171468" y="47412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89950"/>
                  <a:pt x="192682" y="93827"/>
                </a:cubicBezTo>
                <a:cubicBezTo>
                  <a:pt x="194776" y="97704"/>
                  <a:pt x="195828" y="101946"/>
                  <a:pt x="195828" y="106555"/>
                </a:cubicBezTo>
                <a:cubicBezTo>
                  <a:pt x="195828" y="114519"/>
                  <a:pt x="192737" y="121542"/>
                  <a:pt x="186556" y="127614"/>
                </a:cubicBezTo>
                <a:cubicBezTo>
                  <a:pt x="180375" y="133694"/>
                  <a:pt x="173297" y="136730"/>
                  <a:pt x="165333" y="136730"/>
                </a:cubicBezTo>
                <a:cubicBezTo>
                  <a:pt x="160093" y="136730"/>
                  <a:pt x="155750" y="135944"/>
                  <a:pt x="152293" y="134371"/>
                </a:cubicBezTo>
                <a:cubicBezTo>
                  <a:pt x="148837" y="132798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14"/>
                  <a:pt x="60661" y="164866"/>
                </a:cubicBezTo>
                <a:cubicBezTo>
                  <a:pt x="60250" y="166018"/>
                  <a:pt x="60040" y="167225"/>
                  <a:pt x="60040" y="168478"/>
                </a:cubicBezTo>
                <a:cubicBezTo>
                  <a:pt x="60040" y="171203"/>
                  <a:pt x="60926" y="173453"/>
                  <a:pt x="62710" y="175236"/>
                </a:cubicBezTo>
                <a:cubicBezTo>
                  <a:pt x="64493" y="177019"/>
                  <a:pt x="66742" y="177906"/>
                  <a:pt x="69467" y="177906"/>
                </a:cubicBezTo>
                <a:cubicBezTo>
                  <a:pt x="70720" y="177906"/>
                  <a:pt x="71927" y="177595"/>
                  <a:pt x="73079" y="176964"/>
                </a:cubicBezTo>
                <a:cubicBezTo>
                  <a:pt x="74231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645" y="204048"/>
                  <a:pt x="99798" y="203527"/>
                </a:cubicBezTo>
                <a:cubicBezTo>
                  <a:pt x="100950" y="203006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785" y="216310"/>
                  <a:pt x="114254" y="217673"/>
                </a:cubicBezTo>
                <a:cubicBezTo>
                  <a:pt x="113733" y="219035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37"/>
                  <a:pt x="130759" y="268907"/>
                </a:cubicBezTo>
                <a:cubicBezTo>
                  <a:pt x="125309" y="263768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254" y="219136"/>
                  <a:pt x="76535" y="214216"/>
                </a:cubicBezTo>
                <a:cubicBezTo>
                  <a:pt x="71826" y="209288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861" y="161035"/>
                  <a:pt x="43224" y="157478"/>
                </a:cubicBezTo>
                <a:cubicBezTo>
                  <a:pt x="44586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44" y="115196"/>
                  <a:pt x="159837" y="116147"/>
                </a:cubicBezTo>
                <a:cubicBezTo>
                  <a:pt x="161821" y="117089"/>
                  <a:pt x="163760" y="117555"/>
                  <a:pt x="165653" y="117555"/>
                </a:cubicBezTo>
                <a:cubicBezTo>
                  <a:pt x="168378" y="117555"/>
                  <a:pt x="170938" y="116348"/>
                  <a:pt x="173352" y="113943"/>
                </a:cubicBezTo>
                <a:cubicBezTo>
                  <a:pt x="175757" y="111529"/>
                  <a:pt x="176964" y="108969"/>
                  <a:pt x="176964" y="106244"/>
                </a:cubicBezTo>
                <a:cubicBezTo>
                  <a:pt x="176964" y="104982"/>
                  <a:pt x="176598" y="103574"/>
                  <a:pt x="175867" y="102001"/>
                </a:cubicBezTo>
                <a:cubicBezTo>
                  <a:pt x="175135" y="100429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12"/>
                  <a:pt x="117875" y="46049"/>
                </a:cubicBezTo>
                <a:cubicBezTo>
                  <a:pt x="114309" y="44687"/>
                  <a:pt x="110743" y="44010"/>
                  <a:pt x="107186" y="44010"/>
                </a:cubicBezTo>
                <a:cubicBezTo>
                  <a:pt x="103620" y="44010"/>
                  <a:pt x="100109" y="44687"/>
                  <a:pt x="96652" y="46049"/>
                </a:cubicBezTo>
                <a:cubicBezTo>
                  <a:pt x="93196" y="47412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845" y="109225"/>
                  <a:pt x="31903" y="115196"/>
                </a:cubicBezTo>
                <a:cubicBezTo>
                  <a:pt x="30962" y="121176"/>
                  <a:pt x="31638" y="126882"/>
                  <a:pt x="33952" y="132332"/>
                </a:cubicBezTo>
                <a:cubicBezTo>
                  <a:pt x="34994" y="134636"/>
                  <a:pt x="34994" y="136995"/>
                  <a:pt x="33952" y="139400"/>
                </a:cubicBezTo>
                <a:cubicBezTo>
                  <a:pt x="32900" y="141814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756"/>
                  <a:pt x="13204" y="111429"/>
                </a:cubicBezTo>
                <a:cubicBezTo>
                  <a:pt x="14667" y="102102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0962"/>
                  <a:pt x="89584" y="28758"/>
                </a:cubicBezTo>
                <a:cubicBezTo>
                  <a:pt x="95454" y="26563"/>
                  <a:pt x="101425" y="25457"/>
                  <a:pt x="107497" y="25457"/>
                </a:cubicBezTo>
                <a:cubicBezTo>
                  <a:pt x="113578" y="25457"/>
                  <a:pt x="119494" y="26563"/>
                  <a:pt x="125255" y="28758"/>
                </a:cubicBezTo>
                <a:cubicBezTo>
                  <a:pt x="131024" y="30962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0962"/>
                  <a:pt x="167847" y="28758"/>
                </a:cubicBezTo>
                <a:cubicBezTo>
                  <a:pt x="173718" y="26563"/>
                  <a:pt x="179689" y="25457"/>
                  <a:pt x="185770" y="25457"/>
                </a:cubicBezTo>
                <a:cubicBezTo>
                  <a:pt x="191841" y="25457"/>
                  <a:pt x="197766" y="26563"/>
                  <a:pt x="203527" y="28758"/>
                </a:cubicBezTo>
                <a:cubicBezTo>
                  <a:pt x="209288" y="30962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872"/>
                  <a:pt x="285723" y="146633"/>
                </a:cubicBezTo>
                <a:cubicBezTo>
                  <a:pt x="283418" y="152394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04" y="272939"/>
                  <a:pt x="160148" y="274402"/>
                </a:cubicBezTo>
                <a:cubicBezTo>
                  <a:pt x="156692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16" name="圖示 工程師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071"/>
                  <a:pt x="18233" y="217353"/>
                </a:cubicBezTo>
                <a:cubicBezTo>
                  <a:pt x="21580" y="212644"/>
                  <a:pt x="26298" y="208812"/>
                  <a:pt x="32379" y="205886"/>
                </a:cubicBezTo>
                <a:cubicBezTo>
                  <a:pt x="43690" y="200436"/>
                  <a:pt x="55797" y="195928"/>
                  <a:pt x="68681" y="192371"/>
                </a:cubicBezTo>
                <a:cubicBezTo>
                  <a:pt x="81564" y="188805"/>
                  <a:pt x="96186" y="187022"/>
                  <a:pt x="112526" y="187022"/>
                </a:cubicBezTo>
                <a:cubicBezTo>
                  <a:pt x="128876" y="187022"/>
                  <a:pt x="143488" y="188805"/>
                  <a:pt x="156381" y="192371"/>
                </a:cubicBezTo>
                <a:cubicBezTo>
                  <a:pt x="169265" y="195928"/>
                  <a:pt x="181362" y="200436"/>
                  <a:pt x="192682" y="205886"/>
                </a:cubicBezTo>
                <a:cubicBezTo>
                  <a:pt x="198754" y="208812"/>
                  <a:pt x="203472" y="212644"/>
                  <a:pt x="206828" y="217353"/>
                </a:cubicBezTo>
                <a:cubicBezTo>
                  <a:pt x="210175" y="222071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0961" y="259580"/>
                  <a:pt x="209187" y="261363"/>
                </a:cubicBezTo>
                <a:cubicBezTo>
                  <a:pt x="207404" y="263146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657" y="263146"/>
                  <a:pt x="15874" y="261363"/>
                </a:cubicBezTo>
                <a:cubicBezTo>
                  <a:pt x="14091" y="259580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06" y="229405"/>
                  <a:pt x="190323" y="227411"/>
                </a:cubicBezTo>
                <a:cubicBezTo>
                  <a:pt x="188540" y="225427"/>
                  <a:pt x="186391" y="223900"/>
                  <a:pt x="183877" y="222858"/>
                </a:cubicBezTo>
                <a:cubicBezTo>
                  <a:pt x="174870" y="218871"/>
                  <a:pt x="164811" y="215049"/>
                  <a:pt x="153701" y="211382"/>
                </a:cubicBezTo>
                <a:cubicBezTo>
                  <a:pt x="142601" y="207715"/>
                  <a:pt x="128876" y="205886"/>
                  <a:pt x="112526" y="205886"/>
                </a:cubicBezTo>
                <a:cubicBezTo>
                  <a:pt x="96186" y="205886"/>
                  <a:pt x="82461" y="207715"/>
                  <a:pt x="71351" y="211382"/>
                </a:cubicBezTo>
                <a:cubicBezTo>
                  <a:pt x="60250" y="215049"/>
                  <a:pt x="50191" y="218871"/>
                  <a:pt x="41175" y="222858"/>
                </a:cubicBezTo>
                <a:cubicBezTo>
                  <a:pt x="38661" y="223900"/>
                  <a:pt x="36512" y="225427"/>
                  <a:pt x="34729" y="227411"/>
                </a:cubicBezTo>
                <a:cubicBezTo>
                  <a:pt x="32955" y="229405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486" y="84079"/>
                  <a:pt x="89428" y="85021"/>
                </a:cubicBezTo>
                <a:cubicBezTo>
                  <a:pt x="90370" y="85972"/>
                  <a:pt x="91467" y="86438"/>
                  <a:pt x="92729" y="86438"/>
                </a:cubicBezTo>
                <a:cubicBezTo>
                  <a:pt x="94192" y="86438"/>
                  <a:pt x="95344" y="85972"/>
                  <a:pt x="96186" y="85021"/>
                </a:cubicBezTo>
                <a:cubicBezTo>
                  <a:pt x="97018" y="84079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593"/>
                  <a:pt x="104360" y="64282"/>
                </a:cubicBezTo>
                <a:cubicBezTo>
                  <a:pt x="107287" y="63962"/>
                  <a:pt x="110121" y="63807"/>
                  <a:pt x="112846" y="63807"/>
                </a:cubicBezTo>
                <a:cubicBezTo>
                  <a:pt x="115571" y="63807"/>
                  <a:pt x="118397" y="63962"/>
                  <a:pt x="121332" y="64282"/>
                </a:cubicBezTo>
                <a:cubicBezTo>
                  <a:pt x="124267" y="64593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079"/>
                  <a:pt x="129506" y="85021"/>
                </a:cubicBezTo>
                <a:cubicBezTo>
                  <a:pt x="130339" y="85972"/>
                  <a:pt x="131491" y="86438"/>
                  <a:pt x="132963" y="86438"/>
                </a:cubicBezTo>
                <a:cubicBezTo>
                  <a:pt x="134216" y="86438"/>
                  <a:pt x="135313" y="85972"/>
                  <a:pt x="136264" y="85021"/>
                </a:cubicBezTo>
                <a:cubicBezTo>
                  <a:pt x="137206" y="84079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38" y="177384"/>
                  <a:pt x="202265" y="176333"/>
                </a:cubicBezTo>
                <a:cubicBezTo>
                  <a:pt x="200693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686" y="176123"/>
                  <a:pt x="190323" y="175711"/>
                </a:cubicBezTo>
                <a:cubicBezTo>
                  <a:pt x="188961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4983" y="169575"/>
                  <a:pt x="185294" y="168003"/>
                </a:cubicBezTo>
                <a:cubicBezTo>
                  <a:pt x="185605" y="166439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38"/>
                  <a:pt x="190479" y="159206"/>
                </a:cubicBezTo>
                <a:lnTo>
                  <a:pt x="190479" y="154488"/>
                </a:lnTo>
                <a:cubicBezTo>
                  <a:pt x="190479" y="153756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05" y="147310"/>
                  <a:pt x="185294" y="145847"/>
                </a:cubicBezTo>
                <a:cubicBezTo>
                  <a:pt x="184983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8961" y="138404"/>
                  <a:pt x="190323" y="137992"/>
                </a:cubicBezTo>
                <a:cubicBezTo>
                  <a:pt x="191686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35" y="128034"/>
                  <a:pt x="209187" y="126992"/>
                </a:cubicBezTo>
                <a:cubicBezTo>
                  <a:pt x="210339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43" y="125995"/>
                  <a:pt x="218295" y="127147"/>
                </a:cubicBezTo>
                <a:cubicBezTo>
                  <a:pt x="219447" y="128299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796" y="137571"/>
                  <a:pt x="237159" y="137992"/>
                </a:cubicBezTo>
                <a:cubicBezTo>
                  <a:pt x="238521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499" y="144119"/>
                  <a:pt x="242188" y="145691"/>
                </a:cubicBezTo>
                <a:cubicBezTo>
                  <a:pt x="241877" y="147264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756"/>
                  <a:pt x="237003" y="154488"/>
                </a:cubicBezTo>
                <a:lnTo>
                  <a:pt x="237003" y="159206"/>
                </a:lnTo>
                <a:cubicBezTo>
                  <a:pt x="237003" y="159938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877" y="166384"/>
                  <a:pt x="242188" y="167847"/>
                </a:cubicBezTo>
                <a:cubicBezTo>
                  <a:pt x="242499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21" y="175290"/>
                  <a:pt x="237159" y="175711"/>
                </a:cubicBezTo>
                <a:cubicBezTo>
                  <a:pt x="235796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789" y="175290"/>
                  <a:pt x="225217" y="176333"/>
                </a:cubicBezTo>
                <a:cubicBezTo>
                  <a:pt x="223644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447" y="185660"/>
                  <a:pt x="218295" y="186711"/>
                </a:cubicBezTo>
                <a:cubicBezTo>
                  <a:pt x="217143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39" y="187708"/>
                  <a:pt x="209187" y="186556"/>
                </a:cubicBezTo>
                <a:cubicBezTo>
                  <a:pt x="208035" y="185404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33" y="107076"/>
                  <a:pt x="232130" y="105613"/>
                </a:cubicBezTo>
                <a:cubicBezTo>
                  <a:pt x="229926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4948" y="104461"/>
                  <a:pt x="213586" y="104040"/>
                </a:cubicBezTo>
                <a:cubicBezTo>
                  <a:pt x="212223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25" y="96707"/>
                  <a:pt x="208236" y="95244"/>
                </a:cubicBezTo>
                <a:cubicBezTo>
                  <a:pt x="208556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31" y="83924"/>
                  <a:pt x="216411" y="82671"/>
                </a:cubicBezTo>
                <a:cubicBezTo>
                  <a:pt x="216100" y="81409"/>
                  <a:pt x="215945" y="80156"/>
                  <a:pt x="215945" y="78894"/>
                </a:cubicBezTo>
                <a:cubicBezTo>
                  <a:pt x="215945" y="77642"/>
                  <a:pt x="216100" y="76380"/>
                  <a:pt x="216411" y="75127"/>
                </a:cubicBezTo>
                <a:cubicBezTo>
                  <a:pt x="216731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556" y="63962"/>
                  <a:pt x="208236" y="62390"/>
                </a:cubicBezTo>
                <a:cubicBezTo>
                  <a:pt x="207925" y="60826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23" y="54434"/>
                  <a:pt x="213586" y="53904"/>
                </a:cubicBezTo>
                <a:cubicBezTo>
                  <a:pt x="214948" y="53383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26" y="53593"/>
                  <a:pt x="232130" y="52020"/>
                </a:cubicBezTo>
                <a:cubicBezTo>
                  <a:pt x="234333" y="50447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21" y="50447"/>
                  <a:pt x="262616" y="52020"/>
                </a:cubicBezTo>
                <a:cubicBezTo>
                  <a:pt x="264819" y="53593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797" y="53328"/>
                  <a:pt x="281160" y="53748"/>
                </a:cubicBezTo>
                <a:cubicBezTo>
                  <a:pt x="282522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20" y="61082"/>
                  <a:pt x="286509" y="62554"/>
                </a:cubicBezTo>
                <a:cubicBezTo>
                  <a:pt x="286189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23" y="73865"/>
                  <a:pt x="278334" y="75127"/>
                </a:cubicBezTo>
                <a:cubicBezTo>
                  <a:pt x="278645" y="76380"/>
                  <a:pt x="278810" y="77642"/>
                  <a:pt x="278810" y="78894"/>
                </a:cubicBezTo>
                <a:cubicBezTo>
                  <a:pt x="278810" y="80156"/>
                  <a:pt x="278645" y="81409"/>
                  <a:pt x="278334" y="82671"/>
                </a:cubicBezTo>
                <a:cubicBezTo>
                  <a:pt x="278023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189" y="93827"/>
                  <a:pt x="286509" y="95399"/>
                </a:cubicBezTo>
                <a:cubicBezTo>
                  <a:pt x="286820" y="96972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22" y="103364"/>
                  <a:pt x="281160" y="103885"/>
                </a:cubicBezTo>
                <a:cubicBezTo>
                  <a:pt x="279797" y="104406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19" y="104150"/>
                  <a:pt x="262616" y="105613"/>
                </a:cubicBezTo>
                <a:cubicBezTo>
                  <a:pt x="260421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421" y="91943"/>
                </a:moveTo>
                <a:cubicBezTo>
                  <a:pt x="263878" y="88486"/>
                  <a:pt x="265606" y="84134"/>
                  <a:pt x="265606" y="78894"/>
                </a:cubicBezTo>
                <a:cubicBezTo>
                  <a:pt x="265606" y="73655"/>
                  <a:pt x="263878" y="69312"/>
                  <a:pt x="260421" y="65855"/>
                </a:cubicBezTo>
                <a:cubicBezTo>
                  <a:pt x="256965" y="62390"/>
                  <a:pt x="252612" y="60661"/>
                  <a:pt x="247373" y="60661"/>
                </a:cubicBezTo>
                <a:cubicBezTo>
                  <a:pt x="242133" y="60661"/>
                  <a:pt x="237790" y="62390"/>
                  <a:pt x="234333" y="65855"/>
                </a:cubicBezTo>
                <a:cubicBezTo>
                  <a:pt x="230868" y="69312"/>
                  <a:pt x="229139" y="73655"/>
                  <a:pt x="229139" y="78894"/>
                </a:cubicBezTo>
                <a:cubicBezTo>
                  <a:pt x="229139" y="84134"/>
                  <a:pt x="230868" y="88486"/>
                  <a:pt x="234333" y="91943"/>
                </a:cubicBezTo>
                <a:cubicBezTo>
                  <a:pt x="237790" y="95399"/>
                  <a:pt x="242133" y="97128"/>
                  <a:pt x="247373" y="97128"/>
                </a:cubicBezTo>
                <a:cubicBezTo>
                  <a:pt x="252612" y="97128"/>
                  <a:pt x="256965" y="95399"/>
                  <a:pt x="260421" y="91943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8" name="圖示 客服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51" y="264033"/>
                  <a:pt x="142811" y="263119"/>
                  <a:pt x="141010" y="261299"/>
                </a:cubicBezTo>
                <a:cubicBezTo>
                  <a:pt x="139208" y="259479"/>
                  <a:pt x="138303" y="257221"/>
                  <a:pt x="138303" y="254542"/>
                </a:cubicBezTo>
                <a:cubicBezTo>
                  <a:pt x="138303" y="251862"/>
                  <a:pt x="139208" y="249622"/>
                  <a:pt x="141010" y="247848"/>
                </a:cubicBezTo>
                <a:cubicBezTo>
                  <a:pt x="142811" y="246065"/>
                  <a:pt x="145051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700"/>
                  <a:pt x="236025" y="101718"/>
                  <a:pt x="217737" y="83677"/>
                </a:cubicBezTo>
                <a:cubicBezTo>
                  <a:pt x="199440" y="65608"/>
                  <a:pt x="177156" y="56583"/>
                  <a:pt x="150876" y="56583"/>
                </a:cubicBezTo>
                <a:cubicBezTo>
                  <a:pt x="124596" y="56583"/>
                  <a:pt x="102312" y="65608"/>
                  <a:pt x="84015" y="83677"/>
                </a:cubicBezTo>
                <a:cubicBezTo>
                  <a:pt x="65727" y="101718"/>
                  <a:pt x="56583" y="123700"/>
                  <a:pt x="56583" y="149623"/>
                </a:cubicBezTo>
                <a:lnTo>
                  <a:pt x="56583" y="220032"/>
                </a:lnTo>
                <a:cubicBezTo>
                  <a:pt x="56583" y="221806"/>
                  <a:pt x="55970" y="223306"/>
                  <a:pt x="54754" y="224522"/>
                </a:cubicBezTo>
                <a:cubicBezTo>
                  <a:pt x="53538" y="225738"/>
                  <a:pt x="52057" y="226332"/>
                  <a:pt x="50292" y="226314"/>
                </a:cubicBezTo>
                <a:cubicBezTo>
                  <a:pt x="43379" y="226314"/>
                  <a:pt x="37454" y="223854"/>
                  <a:pt x="32534" y="218926"/>
                </a:cubicBezTo>
                <a:cubicBezTo>
                  <a:pt x="27606" y="214006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43" y="167482"/>
                  <a:pt x="28447" y="163604"/>
                </a:cubicBezTo>
                <a:cubicBezTo>
                  <a:pt x="30651" y="159727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476" y="110222"/>
                  <a:pt x="51078" y="98069"/>
                </a:cubicBezTo>
                <a:cubicBezTo>
                  <a:pt x="57680" y="85917"/>
                  <a:pt x="65956" y="75337"/>
                  <a:pt x="75913" y="66321"/>
                </a:cubicBezTo>
                <a:cubicBezTo>
                  <a:pt x="85862" y="57315"/>
                  <a:pt x="97283" y="50292"/>
                  <a:pt x="110167" y="45263"/>
                </a:cubicBezTo>
                <a:cubicBezTo>
                  <a:pt x="123060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260"/>
                  <a:pt x="225683" y="66166"/>
                </a:cubicBezTo>
                <a:cubicBezTo>
                  <a:pt x="235741" y="75072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01" y="158420"/>
                  <a:pt x="273305" y="162196"/>
                </a:cubicBezTo>
                <a:cubicBezTo>
                  <a:pt x="275509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09" y="211226"/>
                  <a:pt x="273305" y="215003"/>
                </a:cubicBezTo>
                <a:cubicBezTo>
                  <a:pt x="271101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147730" y="264033"/>
                </a:lnTo>
                <a:close/>
                <a:moveTo>
                  <a:pt x="106400" y="170142"/>
                </a:moveTo>
                <a:cubicBezTo>
                  <a:pt x="104617" y="168323"/>
                  <a:pt x="103730" y="166064"/>
                  <a:pt x="103730" y="163385"/>
                </a:cubicBezTo>
                <a:cubicBezTo>
                  <a:pt x="103730" y="160706"/>
                  <a:pt x="104635" y="158475"/>
                  <a:pt x="106464" y="156692"/>
                </a:cubicBezTo>
                <a:cubicBezTo>
                  <a:pt x="108283" y="154909"/>
                  <a:pt x="110542" y="154022"/>
                  <a:pt x="113221" y="154022"/>
                </a:cubicBezTo>
                <a:cubicBezTo>
                  <a:pt x="115900" y="154022"/>
                  <a:pt x="118131" y="154927"/>
                  <a:pt x="119914" y="156756"/>
                </a:cubicBezTo>
                <a:cubicBezTo>
                  <a:pt x="121697" y="158575"/>
                  <a:pt x="122584" y="160834"/>
                  <a:pt x="122584" y="163513"/>
                </a:cubicBezTo>
                <a:cubicBezTo>
                  <a:pt x="122584" y="166192"/>
                  <a:pt x="121679" y="168423"/>
                  <a:pt x="119850" y="170206"/>
                </a:cubicBezTo>
                <a:cubicBezTo>
                  <a:pt x="118031" y="171989"/>
                  <a:pt x="115772" y="172876"/>
                  <a:pt x="113093" y="172876"/>
                </a:cubicBezTo>
                <a:cubicBezTo>
                  <a:pt x="110414" y="172876"/>
                  <a:pt x="108183" y="171971"/>
                  <a:pt x="106400" y="170142"/>
                </a:cubicBezTo>
                <a:close/>
                <a:moveTo>
                  <a:pt x="181838" y="170142"/>
                </a:moveTo>
                <a:cubicBezTo>
                  <a:pt x="180055" y="168323"/>
                  <a:pt x="179168" y="166064"/>
                  <a:pt x="179168" y="163385"/>
                </a:cubicBezTo>
                <a:cubicBezTo>
                  <a:pt x="179168" y="160706"/>
                  <a:pt x="180073" y="158475"/>
                  <a:pt x="181902" y="156692"/>
                </a:cubicBezTo>
                <a:cubicBezTo>
                  <a:pt x="183721" y="154909"/>
                  <a:pt x="185980" y="154022"/>
                  <a:pt x="188659" y="154022"/>
                </a:cubicBezTo>
                <a:cubicBezTo>
                  <a:pt x="191338" y="154022"/>
                  <a:pt x="193569" y="154927"/>
                  <a:pt x="195352" y="156756"/>
                </a:cubicBezTo>
                <a:cubicBezTo>
                  <a:pt x="197135" y="158575"/>
                  <a:pt x="198022" y="160834"/>
                  <a:pt x="198022" y="163513"/>
                </a:cubicBezTo>
                <a:cubicBezTo>
                  <a:pt x="198022" y="166192"/>
                  <a:pt x="197117" y="168423"/>
                  <a:pt x="195288" y="170206"/>
                </a:cubicBezTo>
                <a:cubicBezTo>
                  <a:pt x="193469" y="171989"/>
                  <a:pt x="191210" y="172876"/>
                  <a:pt x="188531" y="172876"/>
                </a:cubicBezTo>
                <a:cubicBezTo>
                  <a:pt x="185852" y="172876"/>
                  <a:pt x="183621" y="171971"/>
                  <a:pt x="181838" y="170142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464"/>
                  <a:pt x="198964" y="93516"/>
                </a:cubicBezTo>
                <a:cubicBezTo>
                  <a:pt x="212379" y="105558"/>
                  <a:pt x="220553" y="120600"/>
                  <a:pt x="223489" y="138614"/>
                </a:cubicBezTo>
                <a:cubicBezTo>
                  <a:pt x="204835" y="138404"/>
                  <a:pt x="187809" y="133173"/>
                  <a:pt x="172410" y="122905"/>
                </a:cubicBezTo>
                <a:cubicBezTo>
                  <a:pt x="157002" y="112636"/>
                  <a:pt x="145079" y="99121"/>
                  <a:pt x="136639" y="82351"/>
                </a:cubicBezTo>
                <a:cubicBezTo>
                  <a:pt x="133347" y="99121"/>
                  <a:pt x="126306" y="114044"/>
                  <a:pt x="115516" y="127147"/>
                </a:cubicBezTo>
                <a:cubicBezTo>
                  <a:pt x="104726" y="140242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0" name="圖示 訓練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862" y="215423"/>
                  <a:pt x="62079" y="212516"/>
                </a:cubicBezTo>
                <a:cubicBezTo>
                  <a:pt x="60296" y="209599"/>
                  <a:pt x="59409" y="206344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73"/>
                  <a:pt x="24204" y="117711"/>
                </a:cubicBezTo>
                <a:cubicBezTo>
                  <a:pt x="23363" y="116348"/>
                  <a:pt x="22942" y="114830"/>
                  <a:pt x="22942" y="113157"/>
                </a:cubicBezTo>
                <a:cubicBezTo>
                  <a:pt x="22942" y="111484"/>
                  <a:pt x="23363" y="109966"/>
                  <a:pt x="24204" y="108603"/>
                </a:cubicBezTo>
                <a:cubicBezTo>
                  <a:pt x="25045" y="107241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31"/>
                  <a:pt x="145847" y="41020"/>
                </a:cubicBezTo>
                <a:cubicBezTo>
                  <a:pt x="147310" y="40709"/>
                  <a:pt x="148883" y="40544"/>
                  <a:pt x="150565" y="40544"/>
                </a:cubicBezTo>
                <a:cubicBezTo>
                  <a:pt x="152238" y="40544"/>
                  <a:pt x="153811" y="40709"/>
                  <a:pt x="155274" y="41020"/>
                </a:cubicBezTo>
                <a:cubicBezTo>
                  <a:pt x="156746" y="41331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51"/>
                  <a:pt x="288265" y="208291"/>
                  <a:pt x="286445" y="210093"/>
                </a:cubicBezTo>
                <a:cubicBezTo>
                  <a:pt x="284625" y="211894"/>
                  <a:pt x="282367" y="212799"/>
                  <a:pt x="279688" y="212799"/>
                </a:cubicBezTo>
                <a:cubicBezTo>
                  <a:pt x="277008" y="212799"/>
                  <a:pt x="274768" y="211894"/>
                  <a:pt x="272994" y="210093"/>
                </a:cubicBezTo>
                <a:cubicBezTo>
                  <a:pt x="271211" y="208291"/>
                  <a:pt x="270324" y="206051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362"/>
                  <a:pt x="240826" y="209626"/>
                  <a:pt x="239042" y="212516"/>
                </a:cubicBezTo>
                <a:cubicBezTo>
                  <a:pt x="237259" y="215423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21"/>
                  <a:pt x="155274" y="260732"/>
                </a:cubicBezTo>
                <a:cubicBezTo>
                  <a:pt x="153811" y="261043"/>
                  <a:pt x="152238" y="261208"/>
                  <a:pt x="150565" y="261208"/>
                </a:cubicBezTo>
                <a:cubicBezTo>
                  <a:pt x="148883" y="261208"/>
                  <a:pt x="147310" y="261043"/>
                  <a:pt x="145847" y="260732"/>
                </a:cubicBezTo>
                <a:cubicBezTo>
                  <a:pt x="144384" y="260421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294"/>
                  <a:pt x="155274" y="185605"/>
                </a:cubicBezTo>
                <a:cubicBezTo>
                  <a:pt x="153811" y="185925"/>
                  <a:pt x="152238" y="186080"/>
                  <a:pt x="150565" y="186080"/>
                </a:cubicBezTo>
                <a:cubicBezTo>
                  <a:pt x="148883" y="186080"/>
                  <a:pt x="147365" y="185925"/>
                  <a:pt x="146002" y="185605"/>
                </a:cubicBezTo>
                <a:cubicBezTo>
                  <a:pt x="144640" y="185294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2" name="圖示 工廠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807" y="276606"/>
                  <a:pt x="34363" y="274759"/>
                  <a:pt x="30678" y="271074"/>
                </a:cubicBezTo>
                <a:cubicBezTo>
                  <a:pt x="26993" y="267361"/>
                  <a:pt x="25146" y="262927"/>
                  <a:pt x="25146" y="257751"/>
                </a:cubicBezTo>
                <a:lnTo>
                  <a:pt x="25146" y="137992"/>
                </a:lnTo>
                <a:cubicBezTo>
                  <a:pt x="25146" y="134133"/>
                  <a:pt x="26198" y="130604"/>
                  <a:pt x="28292" y="127394"/>
                </a:cubicBezTo>
                <a:cubicBezTo>
                  <a:pt x="30386" y="124194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089" y="92656"/>
                  <a:pt x="108914" y="94394"/>
                </a:cubicBezTo>
                <a:cubicBezTo>
                  <a:pt x="111740" y="96131"/>
                  <a:pt x="113157" y="98719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108"/>
                  <a:pt x="171935" y="94019"/>
                </a:cubicBezTo>
                <a:cubicBezTo>
                  <a:pt x="174660" y="95921"/>
                  <a:pt x="176022" y="98527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45"/>
                  <a:pt x="274759" y="267389"/>
                  <a:pt x="271074" y="271074"/>
                </a:cubicBezTo>
                <a:cubicBezTo>
                  <a:pt x="267389" y="274759"/>
                  <a:pt x="262945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649"/>
                </a:lnTo>
                <a:lnTo>
                  <a:pt x="157167" y="144649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078"/>
                  <a:pt x="234800" y="27505"/>
                </a:cubicBezTo>
                <a:cubicBezTo>
                  <a:pt x="236473" y="25932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44" y="25146"/>
                  <a:pt x="260138" y="25932"/>
                  <a:pt x="261829" y="27505"/>
                </a:cubicBezTo>
                <a:cubicBezTo>
                  <a:pt x="263512" y="29078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4" name="圖示 機台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53" y="262616"/>
                  <a:pt x="56418" y="259790"/>
                </a:cubicBezTo>
                <a:cubicBezTo>
                  <a:pt x="53593" y="256965"/>
                  <a:pt x="52176" y="253453"/>
                  <a:pt x="52176" y="249256"/>
                </a:cubicBezTo>
                <a:cubicBezTo>
                  <a:pt x="52176" y="245068"/>
                  <a:pt x="53593" y="241557"/>
                  <a:pt x="56418" y="238732"/>
                </a:cubicBezTo>
                <a:cubicBezTo>
                  <a:pt x="59253" y="235897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12"/>
                  <a:pt x="43059" y="107972"/>
                </a:cubicBezTo>
                <a:cubicBezTo>
                  <a:pt x="39292" y="102623"/>
                  <a:pt x="37408" y="95555"/>
                  <a:pt x="37408" y="86758"/>
                </a:cubicBezTo>
                <a:cubicBezTo>
                  <a:pt x="37408" y="76901"/>
                  <a:pt x="41020" y="68370"/>
                  <a:pt x="48253" y="61137"/>
                </a:cubicBezTo>
                <a:cubicBezTo>
                  <a:pt x="55477" y="53904"/>
                  <a:pt x="64017" y="50292"/>
                  <a:pt x="73865" y="50292"/>
                </a:cubicBezTo>
                <a:cubicBezTo>
                  <a:pt x="83082" y="50292"/>
                  <a:pt x="90736" y="52752"/>
                  <a:pt x="96817" y="57680"/>
                </a:cubicBezTo>
                <a:cubicBezTo>
                  <a:pt x="102888" y="62600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34" y="50237"/>
                  <a:pt x="170206" y="52020"/>
                </a:cubicBezTo>
                <a:cubicBezTo>
                  <a:pt x="171779" y="53803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199961" y="32745"/>
                  <a:pt x="202585" y="32214"/>
                </a:cubicBezTo>
                <a:cubicBezTo>
                  <a:pt x="205201" y="31693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457" y="59719"/>
                  <a:pt x="264188" y="61612"/>
                </a:cubicBezTo>
                <a:cubicBezTo>
                  <a:pt x="264920" y="63496"/>
                  <a:pt x="264765" y="65480"/>
                  <a:pt x="263722" y="67583"/>
                </a:cubicBezTo>
                <a:cubicBezTo>
                  <a:pt x="262671" y="69677"/>
                  <a:pt x="261153" y="70930"/>
                  <a:pt x="259159" y="71351"/>
                </a:cubicBezTo>
                <a:cubicBezTo>
                  <a:pt x="257166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471"/>
                  <a:pt x="259315" y="102001"/>
                </a:cubicBezTo>
                <a:cubicBezTo>
                  <a:pt x="261208" y="102523"/>
                  <a:pt x="262671" y="103830"/>
                  <a:pt x="263722" y="105924"/>
                </a:cubicBezTo>
                <a:cubicBezTo>
                  <a:pt x="264765" y="108027"/>
                  <a:pt x="264920" y="110121"/>
                  <a:pt x="264188" y="112215"/>
                </a:cubicBezTo>
                <a:cubicBezTo>
                  <a:pt x="263457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05"/>
                  <a:pt x="203372" y="141604"/>
                </a:cubicBezTo>
                <a:cubicBezTo>
                  <a:pt x="200647" y="141494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779" y="120801"/>
                  <a:pt x="170206" y="122274"/>
                </a:cubicBezTo>
                <a:cubicBezTo>
                  <a:pt x="168634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762" y="101261"/>
                  <a:pt x="106400" y="103885"/>
                </a:cubicBezTo>
                <a:cubicBezTo>
                  <a:pt x="105037" y="106500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556" y="235897"/>
                  <a:pt x="211382" y="238732"/>
                </a:cubicBezTo>
                <a:cubicBezTo>
                  <a:pt x="214216" y="241557"/>
                  <a:pt x="215625" y="245068"/>
                  <a:pt x="215625" y="249256"/>
                </a:cubicBezTo>
                <a:cubicBezTo>
                  <a:pt x="215625" y="253453"/>
                  <a:pt x="214216" y="256965"/>
                  <a:pt x="211382" y="259790"/>
                </a:cubicBezTo>
                <a:cubicBezTo>
                  <a:pt x="208556" y="262616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26" name="圖示 產線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547" y="245178"/>
                  <a:pt x="249028" y="243340"/>
                  <a:pt x="252658" y="239673"/>
                </a:cubicBezTo>
                <a:cubicBezTo>
                  <a:pt x="256279" y="236007"/>
                  <a:pt x="258080" y="231554"/>
                  <a:pt x="258062" y="226314"/>
                </a:cubicBezTo>
                <a:cubicBezTo>
                  <a:pt x="258062" y="221074"/>
                  <a:pt x="256251" y="216621"/>
                  <a:pt x="252621" y="212955"/>
                </a:cubicBezTo>
                <a:cubicBezTo>
                  <a:pt x="249000" y="209288"/>
                  <a:pt x="244520" y="207459"/>
                  <a:pt x="239198" y="207459"/>
                </a:cubicBezTo>
                <a:lnTo>
                  <a:pt x="63176" y="207459"/>
                </a:lnTo>
                <a:cubicBezTo>
                  <a:pt x="57836" y="207459"/>
                  <a:pt x="53355" y="209288"/>
                  <a:pt x="49725" y="212955"/>
                </a:cubicBezTo>
                <a:cubicBezTo>
                  <a:pt x="46104" y="216621"/>
                  <a:pt x="44303" y="221074"/>
                  <a:pt x="44321" y="226314"/>
                </a:cubicBezTo>
                <a:cubicBezTo>
                  <a:pt x="44321" y="231554"/>
                  <a:pt x="46131" y="236007"/>
                  <a:pt x="49762" y="239673"/>
                </a:cubicBezTo>
                <a:cubicBezTo>
                  <a:pt x="53383" y="243340"/>
                  <a:pt x="57854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216" y="163449"/>
                  <a:pt x="117976" y="162544"/>
                  <a:pt x="116175" y="160742"/>
                </a:cubicBezTo>
                <a:cubicBezTo>
                  <a:pt x="114373" y="158923"/>
                  <a:pt x="113468" y="156682"/>
                  <a:pt x="113468" y="154022"/>
                </a:cubicBezTo>
                <a:lnTo>
                  <a:pt x="113468" y="47146"/>
                </a:lnTo>
                <a:cubicBezTo>
                  <a:pt x="113468" y="44467"/>
                  <a:pt x="114373" y="42227"/>
                  <a:pt x="116175" y="40426"/>
                </a:cubicBezTo>
                <a:cubicBezTo>
                  <a:pt x="117994" y="38624"/>
                  <a:pt x="120244" y="37719"/>
                  <a:pt x="122905" y="37719"/>
                </a:cubicBezTo>
                <a:lnTo>
                  <a:pt x="229770" y="37719"/>
                </a:lnTo>
                <a:cubicBezTo>
                  <a:pt x="232450" y="37719"/>
                  <a:pt x="234699" y="38624"/>
                  <a:pt x="236500" y="40426"/>
                </a:cubicBezTo>
                <a:cubicBezTo>
                  <a:pt x="238302" y="42227"/>
                  <a:pt x="239198" y="44467"/>
                  <a:pt x="239198" y="47146"/>
                </a:cubicBezTo>
                <a:lnTo>
                  <a:pt x="239198" y="154022"/>
                </a:lnTo>
                <a:cubicBezTo>
                  <a:pt x="239198" y="156701"/>
                  <a:pt x="238302" y="158941"/>
                  <a:pt x="236500" y="160742"/>
                </a:cubicBezTo>
                <a:cubicBezTo>
                  <a:pt x="234699" y="162544"/>
                  <a:pt x="232450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620" y="135157"/>
                  <a:pt x="29389" y="134270"/>
                  <a:pt x="27569" y="132487"/>
                </a:cubicBezTo>
                <a:cubicBezTo>
                  <a:pt x="25740" y="130704"/>
                  <a:pt x="24835" y="128455"/>
                  <a:pt x="24835" y="125730"/>
                </a:cubicBezTo>
                <a:cubicBezTo>
                  <a:pt x="24835" y="123005"/>
                  <a:pt x="25722" y="120756"/>
                  <a:pt x="27505" y="118973"/>
                </a:cubicBezTo>
                <a:cubicBezTo>
                  <a:pt x="29288" y="117190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08" y="116303"/>
                  <a:pt x="89739" y="117190"/>
                  <a:pt x="91559" y="118973"/>
                </a:cubicBezTo>
                <a:cubicBezTo>
                  <a:pt x="93388" y="120756"/>
                  <a:pt x="94302" y="123005"/>
                  <a:pt x="94302" y="125730"/>
                </a:cubicBezTo>
                <a:cubicBezTo>
                  <a:pt x="94302" y="128455"/>
                  <a:pt x="93388" y="130704"/>
                  <a:pt x="91559" y="132487"/>
                </a:cubicBezTo>
                <a:cubicBezTo>
                  <a:pt x="89739" y="134270"/>
                  <a:pt x="87508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115" y="97438"/>
                  <a:pt x="197364" y="96533"/>
                  <a:pt x="199129" y="94704"/>
                </a:cubicBezTo>
                <a:cubicBezTo>
                  <a:pt x="200903" y="92885"/>
                  <a:pt x="201799" y="90626"/>
                  <a:pt x="201799" y="87947"/>
                </a:cubicBezTo>
                <a:cubicBezTo>
                  <a:pt x="201799" y="85268"/>
                  <a:pt x="200903" y="83037"/>
                  <a:pt x="199129" y="81254"/>
                </a:cubicBezTo>
                <a:cubicBezTo>
                  <a:pt x="197346" y="79471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60" y="78584"/>
                  <a:pt x="155311" y="79461"/>
                  <a:pt x="153546" y="81226"/>
                </a:cubicBezTo>
                <a:cubicBezTo>
                  <a:pt x="151763" y="82982"/>
                  <a:pt x="150876" y="85231"/>
                  <a:pt x="150876" y="87984"/>
                </a:cubicBezTo>
                <a:cubicBezTo>
                  <a:pt x="150876" y="90727"/>
                  <a:pt x="151781" y="92985"/>
                  <a:pt x="153583" y="94768"/>
                </a:cubicBezTo>
                <a:cubicBezTo>
                  <a:pt x="155384" y="96551"/>
                  <a:pt x="157624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287" y="97438"/>
                  <a:pt x="55038" y="96533"/>
                  <a:pt x="53282" y="94704"/>
                </a:cubicBezTo>
                <a:cubicBezTo>
                  <a:pt x="51499" y="92885"/>
                  <a:pt x="50603" y="90626"/>
                  <a:pt x="50603" y="87947"/>
                </a:cubicBezTo>
                <a:cubicBezTo>
                  <a:pt x="50603" y="85268"/>
                  <a:pt x="51508" y="83037"/>
                  <a:pt x="53310" y="81254"/>
                </a:cubicBezTo>
                <a:cubicBezTo>
                  <a:pt x="55111" y="79471"/>
                  <a:pt x="57351" y="78584"/>
                  <a:pt x="60040" y="78584"/>
                </a:cubicBezTo>
                <a:lnTo>
                  <a:pt x="87380" y="78584"/>
                </a:lnTo>
                <a:cubicBezTo>
                  <a:pt x="90123" y="78584"/>
                  <a:pt x="92382" y="79461"/>
                  <a:pt x="94137" y="81226"/>
                </a:cubicBezTo>
                <a:cubicBezTo>
                  <a:pt x="95921" y="82982"/>
                  <a:pt x="96817" y="85231"/>
                  <a:pt x="96817" y="87984"/>
                </a:cubicBezTo>
                <a:cubicBezTo>
                  <a:pt x="96817" y="90727"/>
                  <a:pt x="95921" y="92985"/>
                  <a:pt x="94137" y="94768"/>
                </a:cubicBezTo>
                <a:cubicBezTo>
                  <a:pt x="92364" y="96551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28" name="圖示 晶圓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0" name="圖示 晶片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65"/>
                  <a:pt x="119402" y="123316"/>
                  <a:pt x="121204" y="121515"/>
                </a:cubicBezTo>
                <a:cubicBezTo>
                  <a:pt x="123023" y="119713"/>
                  <a:pt x="125273" y="118817"/>
                  <a:pt x="127934" y="118817"/>
                </a:cubicBezTo>
                <a:lnTo>
                  <a:pt x="173507" y="118817"/>
                </a:lnTo>
                <a:cubicBezTo>
                  <a:pt x="176187" y="118817"/>
                  <a:pt x="178436" y="119713"/>
                  <a:pt x="180237" y="121515"/>
                </a:cubicBezTo>
                <a:cubicBezTo>
                  <a:pt x="182039" y="123316"/>
                  <a:pt x="182935" y="125565"/>
                  <a:pt x="182935" y="128245"/>
                </a:cubicBezTo>
                <a:lnTo>
                  <a:pt x="182935" y="173818"/>
                </a:lnTo>
                <a:cubicBezTo>
                  <a:pt x="182935" y="176507"/>
                  <a:pt x="182039" y="178747"/>
                  <a:pt x="180237" y="180548"/>
                </a:cubicBezTo>
                <a:cubicBezTo>
                  <a:pt x="178436" y="182350"/>
                  <a:pt x="176187" y="183255"/>
                  <a:pt x="173507" y="183255"/>
                </a:cubicBezTo>
                <a:lnTo>
                  <a:pt x="127934" y="183255"/>
                </a:lnTo>
                <a:cubicBezTo>
                  <a:pt x="125245" y="183255"/>
                  <a:pt x="123005" y="182350"/>
                  <a:pt x="121204" y="180548"/>
                </a:cubicBezTo>
                <a:cubicBezTo>
                  <a:pt x="119402" y="178729"/>
                  <a:pt x="118497" y="176479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67" y="188595"/>
                  <a:pt x="42227" y="187681"/>
                  <a:pt x="40426" y="185861"/>
                </a:cubicBezTo>
                <a:cubicBezTo>
                  <a:pt x="38624" y="184041"/>
                  <a:pt x="37719" y="181783"/>
                  <a:pt x="37719" y="179104"/>
                </a:cubicBezTo>
                <a:cubicBezTo>
                  <a:pt x="37719" y="176424"/>
                  <a:pt x="38624" y="174184"/>
                  <a:pt x="40426" y="172410"/>
                </a:cubicBezTo>
                <a:cubicBezTo>
                  <a:pt x="42227" y="170627"/>
                  <a:pt x="44467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67" y="130759"/>
                  <a:pt x="42227" y="129845"/>
                  <a:pt x="40426" y="128025"/>
                </a:cubicBezTo>
                <a:cubicBezTo>
                  <a:pt x="38624" y="126205"/>
                  <a:pt x="37719" y="123947"/>
                  <a:pt x="37719" y="121268"/>
                </a:cubicBezTo>
                <a:cubicBezTo>
                  <a:pt x="37719" y="118589"/>
                  <a:pt x="38624" y="116348"/>
                  <a:pt x="40426" y="114574"/>
                </a:cubicBezTo>
                <a:cubicBezTo>
                  <a:pt x="42227" y="112791"/>
                  <a:pt x="44467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67"/>
                  <a:pt x="114071" y="42227"/>
                  <a:pt x="115891" y="40426"/>
                </a:cubicBezTo>
                <a:cubicBezTo>
                  <a:pt x="117711" y="38624"/>
                  <a:pt x="119969" y="37719"/>
                  <a:pt x="122648" y="37719"/>
                </a:cubicBezTo>
                <a:cubicBezTo>
                  <a:pt x="125328" y="37719"/>
                  <a:pt x="127568" y="38624"/>
                  <a:pt x="129342" y="40426"/>
                </a:cubicBezTo>
                <a:cubicBezTo>
                  <a:pt x="131125" y="42227"/>
                  <a:pt x="132021" y="44467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67"/>
                  <a:pt x="171907" y="42227"/>
                  <a:pt x="173727" y="40426"/>
                </a:cubicBezTo>
                <a:cubicBezTo>
                  <a:pt x="175547" y="38624"/>
                  <a:pt x="177805" y="37719"/>
                  <a:pt x="180484" y="37719"/>
                </a:cubicBezTo>
                <a:cubicBezTo>
                  <a:pt x="183163" y="37719"/>
                  <a:pt x="185404" y="38624"/>
                  <a:pt x="187178" y="40426"/>
                </a:cubicBezTo>
                <a:cubicBezTo>
                  <a:pt x="188961" y="42227"/>
                  <a:pt x="189857" y="44467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285" y="111904"/>
                  <a:pt x="259525" y="112810"/>
                  <a:pt x="261326" y="114638"/>
                </a:cubicBezTo>
                <a:cubicBezTo>
                  <a:pt x="263128" y="116458"/>
                  <a:pt x="264033" y="118707"/>
                  <a:pt x="264033" y="121396"/>
                </a:cubicBezTo>
                <a:cubicBezTo>
                  <a:pt x="264033" y="124075"/>
                  <a:pt x="263128" y="126306"/>
                  <a:pt x="261326" y="128089"/>
                </a:cubicBezTo>
                <a:cubicBezTo>
                  <a:pt x="259525" y="129872"/>
                  <a:pt x="257285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285" y="169740"/>
                  <a:pt x="259525" y="170645"/>
                  <a:pt x="261326" y="172474"/>
                </a:cubicBezTo>
                <a:cubicBezTo>
                  <a:pt x="263128" y="174294"/>
                  <a:pt x="264033" y="176543"/>
                  <a:pt x="264033" y="179232"/>
                </a:cubicBezTo>
                <a:cubicBezTo>
                  <a:pt x="264033" y="181911"/>
                  <a:pt x="263128" y="184142"/>
                  <a:pt x="261326" y="185925"/>
                </a:cubicBezTo>
                <a:cubicBezTo>
                  <a:pt x="259525" y="187708"/>
                  <a:pt x="257285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285"/>
                  <a:pt x="188942" y="259525"/>
                  <a:pt x="187114" y="261326"/>
                </a:cubicBezTo>
                <a:cubicBezTo>
                  <a:pt x="185294" y="263128"/>
                  <a:pt x="183045" y="264033"/>
                  <a:pt x="180356" y="264033"/>
                </a:cubicBezTo>
                <a:cubicBezTo>
                  <a:pt x="177677" y="264033"/>
                  <a:pt x="175446" y="263128"/>
                  <a:pt x="173663" y="261326"/>
                </a:cubicBezTo>
                <a:cubicBezTo>
                  <a:pt x="171880" y="259525"/>
                  <a:pt x="170993" y="257285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285"/>
                  <a:pt x="131107" y="259525"/>
                  <a:pt x="129278" y="261326"/>
                </a:cubicBezTo>
                <a:cubicBezTo>
                  <a:pt x="127458" y="263128"/>
                  <a:pt x="125209" y="264033"/>
                  <a:pt x="122520" y="264033"/>
                </a:cubicBezTo>
                <a:cubicBezTo>
                  <a:pt x="119841" y="264033"/>
                  <a:pt x="117610" y="263128"/>
                  <a:pt x="115827" y="261326"/>
                </a:cubicBezTo>
                <a:cubicBezTo>
                  <a:pt x="114044" y="259525"/>
                  <a:pt x="113157" y="257285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2" name="圖示 電路板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65"/>
                </a:lnTo>
                <a:lnTo>
                  <a:pt x="264033" y="75465"/>
                </a:lnTo>
                <a:cubicBezTo>
                  <a:pt x="266712" y="75465"/>
                  <a:pt x="268962" y="76371"/>
                  <a:pt x="270763" y="78172"/>
                </a:cubicBezTo>
                <a:cubicBezTo>
                  <a:pt x="272564" y="79992"/>
                  <a:pt x="273460" y="82241"/>
                  <a:pt x="273460" y="84902"/>
                </a:cubicBezTo>
                <a:cubicBezTo>
                  <a:pt x="273460" y="87563"/>
                  <a:pt x="272564" y="89794"/>
                  <a:pt x="270763" y="91595"/>
                </a:cubicBezTo>
                <a:cubicBezTo>
                  <a:pt x="268962" y="93397"/>
                  <a:pt x="266712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97" y="141449"/>
                </a:lnTo>
                <a:cubicBezTo>
                  <a:pt x="266776" y="141449"/>
                  <a:pt x="269007" y="142354"/>
                  <a:pt x="270790" y="144183"/>
                </a:cubicBezTo>
                <a:cubicBezTo>
                  <a:pt x="272573" y="146002"/>
                  <a:pt x="273460" y="148261"/>
                  <a:pt x="273460" y="150940"/>
                </a:cubicBezTo>
                <a:cubicBezTo>
                  <a:pt x="273460" y="153619"/>
                  <a:pt x="272564" y="155850"/>
                  <a:pt x="270763" y="157633"/>
                </a:cubicBezTo>
                <a:cubicBezTo>
                  <a:pt x="268962" y="159416"/>
                  <a:pt x="266712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97" y="207459"/>
                </a:lnTo>
                <a:cubicBezTo>
                  <a:pt x="266776" y="207459"/>
                  <a:pt x="269007" y="208364"/>
                  <a:pt x="270790" y="210193"/>
                </a:cubicBezTo>
                <a:cubicBezTo>
                  <a:pt x="272573" y="212013"/>
                  <a:pt x="273460" y="214262"/>
                  <a:pt x="273460" y="216951"/>
                </a:cubicBezTo>
                <a:cubicBezTo>
                  <a:pt x="273460" y="219630"/>
                  <a:pt x="272564" y="221870"/>
                  <a:pt x="270763" y="223671"/>
                </a:cubicBezTo>
                <a:cubicBezTo>
                  <a:pt x="268962" y="225473"/>
                  <a:pt x="266712" y="226378"/>
                  <a:pt x="264033" y="226378"/>
                </a:cubicBezTo>
                <a:lnTo>
                  <a:pt x="254606" y="226378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788" y="226314"/>
                  <a:pt x="141028" y="225409"/>
                  <a:pt x="142829" y="223607"/>
                </a:cubicBezTo>
                <a:cubicBezTo>
                  <a:pt x="144631" y="221788"/>
                  <a:pt x="145536" y="219547"/>
                  <a:pt x="145536" y="216887"/>
                </a:cubicBezTo>
                <a:lnTo>
                  <a:pt x="145536" y="172876"/>
                </a:lnTo>
                <a:cubicBezTo>
                  <a:pt x="145536" y="170197"/>
                  <a:pt x="144631" y="167957"/>
                  <a:pt x="142829" y="166156"/>
                </a:cubicBezTo>
                <a:cubicBezTo>
                  <a:pt x="141028" y="164354"/>
                  <a:pt x="138788" y="163449"/>
                  <a:pt x="136099" y="163449"/>
                </a:cubicBezTo>
                <a:lnTo>
                  <a:pt x="75438" y="163449"/>
                </a:lnTo>
                <a:cubicBezTo>
                  <a:pt x="72759" y="163449"/>
                  <a:pt x="70509" y="164354"/>
                  <a:pt x="68708" y="166156"/>
                </a:cubicBezTo>
                <a:cubicBezTo>
                  <a:pt x="66907" y="167957"/>
                  <a:pt x="66011" y="170197"/>
                  <a:pt x="66011" y="172876"/>
                </a:cubicBezTo>
                <a:lnTo>
                  <a:pt x="66011" y="216887"/>
                </a:lnTo>
                <a:cubicBezTo>
                  <a:pt x="66011" y="219566"/>
                  <a:pt x="66907" y="221806"/>
                  <a:pt x="68708" y="223607"/>
                </a:cubicBezTo>
                <a:cubicBezTo>
                  <a:pt x="70537" y="225409"/>
                  <a:pt x="72777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38" y="120701"/>
                  <a:pt x="212379" y="119796"/>
                  <a:pt x="214180" y="117994"/>
                </a:cubicBezTo>
                <a:cubicBezTo>
                  <a:pt x="215981" y="116175"/>
                  <a:pt x="216887" y="113934"/>
                  <a:pt x="216887" y="111273"/>
                </a:cubicBezTo>
                <a:lnTo>
                  <a:pt x="216887" y="84865"/>
                </a:lnTo>
                <a:cubicBezTo>
                  <a:pt x="216887" y="82186"/>
                  <a:pt x="215981" y="79946"/>
                  <a:pt x="214180" y="78145"/>
                </a:cubicBezTo>
                <a:cubicBezTo>
                  <a:pt x="212379" y="76343"/>
                  <a:pt x="210138" y="75438"/>
                  <a:pt x="207459" y="75438"/>
                </a:cubicBezTo>
                <a:lnTo>
                  <a:pt x="164391" y="75438"/>
                </a:lnTo>
                <a:cubicBezTo>
                  <a:pt x="161712" y="75438"/>
                  <a:pt x="159471" y="76343"/>
                  <a:pt x="157670" y="78145"/>
                </a:cubicBezTo>
                <a:cubicBezTo>
                  <a:pt x="155859" y="79946"/>
                  <a:pt x="154963" y="82186"/>
                  <a:pt x="154963" y="84865"/>
                </a:cubicBezTo>
                <a:lnTo>
                  <a:pt x="154963" y="111273"/>
                </a:lnTo>
                <a:cubicBezTo>
                  <a:pt x="154963" y="113953"/>
                  <a:pt x="155859" y="116193"/>
                  <a:pt x="157670" y="117994"/>
                </a:cubicBezTo>
                <a:cubicBezTo>
                  <a:pt x="159490" y="119796"/>
                  <a:pt x="161730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788" y="154022"/>
                  <a:pt x="141028" y="153116"/>
                  <a:pt x="142829" y="151315"/>
                </a:cubicBezTo>
                <a:cubicBezTo>
                  <a:pt x="144631" y="149495"/>
                  <a:pt x="145536" y="147255"/>
                  <a:pt x="145536" y="144594"/>
                </a:cubicBezTo>
                <a:lnTo>
                  <a:pt x="145536" y="84865"/>
                </a:lnTo>
                <a:cubicBezTo>
                  <a:pt x="145536" y="82186"/>
                  <a:pt x="144631" y="79946"/>
                  <a:pt x="142829" y="78145"/>
                </a:cubicBezTo>
                <a:cubicBezTo>
                  <a:pt x="141028" y="76343"/>
                  <a:pt x="138788" y="75438"/>
                  <a:pt x="136099" y="75438"/>
                </a:cubicBezTo>
                <a:lnTo>
                  <a:pt x="75438" y="75438"/>
                </a:lnTo>
                <a:cubicBezTo>
                  <a:pt x="72759" y="75438"/>
                  <a:pt x="70509" y="76343"/>
                  <a:pt x="68708" y="78145"/>
                </a:cubicBezTo>
                <a:cubicBezTo>
                  <a:pt x="66907" y="79946"/>
                  <a:pt x="66011" y="82186"/>
                  <a:pt x="66011" y="84865"/>
                </a:cubicBezTo>
                <a:lnTo>
                  <a:pt x="66011" y="144594"/>
                </a:lnTo>
                <a:cubicBezTo>
                  <a:pt x="66011" y="147273"/>
                  <a:pt x="66907" y="149514"/>
                  <a:pt x="68708" y="151315"/>
                </a:cubicBezTo>
                <a:cubicBezTo>
                  <a:pt x="70537" y="153116"/>
                  <a:pt x="72777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38" y="226314"/>
                  <a:pt x="212379" y="225409"/>
                  <a:pt x="214180" y="223607"/>
                </a:cubicBezTo>
                <a:cubicBezTo>
                  <a:pt x="215981" y="221788"/>
                  <a:pt x="216887" y="219547"/>
                  <a:pt x="216887" y="216887"/>
                </a:cubicBezTo>
                <a:lnTo>
                  <a:pt x="216887" y="139565"/>
                </a:lnTo>
                <a:cubicBezTo>
                  <a:pt x="216887" y="136877"/>
                  <a:pt x="215981" y="134636"/>
                  <a:pt x="214180" y="132835"/>
                </a:cubicBezTo>
                <a:cubicBezTo>
                  <a:pt x="212379" y="131034"/>
                  <a:pt x="210138" y="130128"/>
                  <a:pt x="207459" y="130128"/>
                </a:cubicBezTo>
                <a:lnTo>
                  <a:pt x="164391" y="130128"/>
                </a:lnTo>
                <a:cubicBezTo>
                  <a:pt x="161712" y="130128"/>
                  <a:pt x="159471" y="131034"/>
                  <a:pt x="157670" y="132835"/>
                </a:cubicBezTo>
                <a:cubicBezTo>
                  <a:pt x="155859" y="134636"/>
                  <a:pt x="154963" y="136877"/>
                  <a:pt x="154963" y="139565"/>
                </a:cubicBezTo>
                <a:lnTo>
                  <a:pt x="154963" y="216887"/>
                </a:lnTo>
                <a:cubicBezTo>
                  <a:pt x="154963" y="219566"/>
                  <a:pt x="155859" y="221806"/>
                  <a:pt x="157670" y="223607"/>
                </a:cubicBezTo>
                <a:cubicBezTo>
                  <a:pt x="159490" y="225409"/>
                  <a:pt x="161730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4" name="圖示 檢測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824"/>
                </a:moveTo>
                <a:cubicBezTo>
                  <a:pt x="169841" y="157771"/>
                  <a:pt x="172876" y="150327"/>
                  <a:pt x="172876" y="141513"/>
                </a:cubicBezTo>
                <a:cubicBezTo>
                  <a:pt x="172876" y="132670"/>
                  <a:pt x="169859" y="125209"/>
                  <a:pt x="163824" y="119128"/>
                </a:cubicBezTo>
                <a:cubicBezTo>
                  <a:pt x="157771" y="113056"/>
                  <a:pt x="150327" y="110011"/>
                  <a:pt x="141513" y="110011"/>
                </a:cubicBezTo>
                <a:cubicBezTo>
                  <a:pt x="132670" y="110011"/>
                  <a:pt x="125209" y="113029"/>
                  <a:pt x="119128" y="119064"/>
                </a:cubicBezTo>
                <a:cubicBezTo>
                  <a:pt x="113056" y="125126"/>
                  <a:pt x="110011" y="132561"/>
                  <a:pt x="110011" y="141385"/>
                </a:cubicBezTo>
                <a:cubicBezTo>
                  <a:pt x="110011" y="150227"/>
                  <a:pt x="113029" y="157688"/>
                  <a:pt x="119064" y="163760"/>
                </a:cubicBezTo>
                <a:cubicBezTo>
                  <a:pt x="125126" y="169841"/>
                  <a:pt x="132561" y="172876"/>
                  <a:pt x="141385" y="172876"/>
                </a:cubicBezTo>
                <a:cubicBezTo>
                  <a:pt x="150227" y="172876"/>
                  <a:pt x="157688" y="169859"/>
                  <a:pt x="163760" y="163824"/>
                </a:cubicBezTo>
                <a:close/>
                <a:moveTo>
                  <a:pt x="141604" y="191741"/>
                </a:moveTo>
                <a:cubicBezTo>
                  <a:pt x="127669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69"/>
                  <a:pt x="191741" y="141604"/>
                </a:cubicBezTo>
                <a:cubicBezTo>
                  <a:pt x="191741" y="146112"/>
                  <a:pt x="190954" y="150721"/>
                  <a:pt x="189381" y="155430"/>
                </a:cubicBezTo>
                <a:cubicBezTo>
                  <a:pt x="187809" y="160148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02" y="199915"/>
                  <a:pt x="211702" y="202430"/>
                </a:cubicBezTo>
                <a:cubicBezTo>
                  <a:pt x="211592" y="204944"/>
                  <a:pt x="210595" y="207185"/>
                  <a:pt x="208712" y="209151"/>
                </a:cubicBezTo>
                <a:cubicBezTo>
                  <a:pt x="206828" y="210952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148" y="188074"/>
                  <a:pt x="155430" y="189537"/>
                </a:cubicBezTo>
                <a:cubicBezTo>
                  <a:pt x="150721" y="191009"/>
                  <a:pt x="146112" y="191741"/>
                  <a:pt x="141604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58"/>
                  <a:pt x="38633" y="195618"/>
                  <a:pt x="40453" y="193816"/>
                </a:cubicBezTo>
                <a:cubicBezTo>
                  <a:pt x="42273" y="192015"/>
                  <a:pt x="44531" y="191110"/>
                  <a:pt x="47210" y="191110"/>
                </a:cubicBezTo>
                <a:cubicBezTo>
                  <a:pt x="49890" y="191110"/>
                  <a:pt x="52130" y="192015"/>
                  <a:pt x="53904" y="193816"/>
                </a:cubicBezTo>
                <a:cubicBezTo>
                  <a:pt x="55687" y="195618"/>
                  <a:pt x="56583" y="197858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894" y="245178"/>
                  <a:pt x="106134" y="246083"/>
                  <a:pt x="107936" y="247912"/>
                </a:cubicBezTo>
                <a:cubicBezTo>
                  <a:pt x="109737" y="249732"/>
                  <a:pt x="110642" y="251981"/>
                  <a:pt x="110642" y="254670"/>
                </a:cubicBezTo>
                <a:cubicBezTo>
                  <a:pt x="110642" y="257349"/>
                  <a:pt x="109737" y="259580"/>
                  <a:pt x="107936" y="261363"/>
                </a:cubicBezTo>
                <a:cubicBezTo>
                  <a:pt x="106134" y="263146"/>
                  <a:pt x="103894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58" y="264033"/>
                  <a:pt x="195618" y="263119"/>
                  <a:pt x="193816" y="261299"/>
                </a:cubicBezTo>
                <a:cubicBezTo>
                  <a:pt x="192015" y="259479"/>
                  <a:pt x="191110" y="257221"/>
                  <a:pt x="191110" y="254542"/>
                </a:cubicBezTo>
                <a:cubicBezTo>
                  <a:pt x="191110" y="251862"/>
                  <a:pt x="192015" y="249622"/>
                  <a:pt x="193816" y="247848"/>
                </a:cubicBezTo>
                <a:cubicBezTo>
                  <a:pt x="195618" y="246065"/>
                  <a:pt x="197858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58"/>
                  <a:pt x="246083" y="195618"/>
                  <a:pt x="247912" y="193816"/>
                </a:cubicBezTo>
                <a:cubicBezTo>
                  <a:pt x="249732" y="192015"/>
                  <a:pt x="251981" y="191110"/>
                  <a:pt x="254670" y="191110"/>
                </a:cubicBezTo>
                <a:cubicBezTo>
                  <a:pt x="257349" y="191110"/>
                  <a:pt x="259580" y="192015"/>
                  <a:pt x="261363" y="193816"/>
                </a:cubicBezTo>
                <a:cubicBezTo>
                  <a:pt x="263146" y="195618"/>
                  <a:pt x="264033" y="197858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894" y="37719"/>
                  <a:pt x="106134" y="38633"/>
                  <a:pt x="107936" y="40453"/>
                </a:cubicBezTo>
                <a:cubicBezTo>
                  <a:pt x="109737" y="42273"/>
                  <a:pt x="110642" y="44531"/>
                  <a:pt x="110642" y="47210"/>
                </a:cubicBezTo>
                <a:cubicBezTo>
                  <a:pt x="110642" y="49890"/>
                  <a:pt x="109737" y="52130"/>
                  <a:pt x="107936" y="53904"/>
                </a:cubicBezTo>
                <a:cubicBezTo>
                  <a:pt x="106134" y="55687"/>
                  <a:pt x="103894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894"/>
                  <a:pt x="55669" y="106134"/>
                  <a:pt x="53840" y="107936"/>
                </a:cubicBezTo>
                <a:cubicBezTo>
                  <a:pt x="52020" y="109737"/>
                  <a:pt x="49771" y="110642"/>
                  <a:pt x="47082" y="110642"/>
                </a:cubicBezTo>
                <a:cubicBezTo>
                  <a:pt x="44403" y="110642"/>
                  <a:pt x="42172" y="109737"/>
                  <a:pt x="40389" y="107936"/>
                </a:cubicBezTo>
                <a:cubicBezTo>
                  <a:pt x="38606" y="106134"/>
                  <a:pt x="37719" y="103894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58" y="56583"/>
                  <a:pt x="195618" y="55669"/>
                  <a:pt x="193816" y="53840"/>
                </a:cubicBezTo>
                <a:cubicBezTo>
                  <a:pt x="192015" y="52020"/>
                  <a:pt x="191110" y="49771"/>
                  <a:pt x="191110" y="47082"/>
                </a:cubicBezTo>
                <a:cubicBezTo>
                  <a:pt x="191110" y="44403"/>
                  <a:pt x="192015" y="42172"/>
                  <a:pt x="193816" y="40389"/>
                </a:cubicBezTo>
                <a:cubicBezTo>
                  <a:pt x="195618" y="38606"/>
                  <a:pt x="197858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894"/>
                  <a:pt x="263119" y="106134"/>
                  <a:pt x="261299" y="107936"/>
                </a:cubicBezTo>
                <a:cubicBezTo>
                  <a:pt x="259479" y="109737"/>
                  <a:pt x="257221" y="110642"/>
                  <a:pt x="254542" y="110642"/>
                </a:cubicBezTo>
                <a:cubicBezTo>
                  <a:pt x="251862" y="110642"/>
                  <a:pt x="249622" y="109737"/>
                  <a:pt x="247848" y="107936"/>
                </a:cubicBezTo>
                <a:cubicBezTo>
                  <a:pt x="246065" y="106134"/>
                  <a:pt x="245178" y="103894"/>
                  <a:pt x="245178" y="10121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36" name="圖示 顯微分析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85"/>
                  <a:pt x="132021" y="53035"/>
                  <a:pt x="133274" y="50795"/>
                </a:cubicBezTo>
                <a:cubicBezTo>
                  <a:pt x="134536" y="48573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12" y="37317"/>
                  <a:pt x="142610" y="34637"/>
                </a:cubicBezTo>
                <a:cubicBezTo>
                  <a:pt x="143780" y="31940"/>
                  <a:pt x="145801" y="30029"/>
                  <a:pt x="148672" y="28922"/>
                </a:cubicBezTo>
                <a:cubicBezTo>
                  <a:pt x="151525" y="27871"/>
                  <a:pt x="154332" y="27926"/>
                  <a:pt x="157103" y="29078"/>
                </a:cubicBezTo>
                <a:cubicBezTo>
                  <a:pt x="159865" y="30230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078" y="120911"/>
                  <a:pt x="207925" y="123215"/>
                </a:cubicBezTo>
                <a:cubicBezTo>
                  <a:pt x="206773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604" y="137096"/>
                  <a:pt x="198370" y="139720"/>
                </a:cubicBezTo>
                <a:cubicBezTo>
                  <a:pt x="197135" y="142336"/>
                  <a:pt x="195032" y="144173"/>
                  <a:pt x="192051" y="145216"/>
                </a:cubicBezTo>
                <a:cubicBezTo>
                  <a:pt x="189354" y="146267"/>
                  <a:pt x="186675" y="146158"/>
                  <a:pt x="184041" y="144905"/>
                </a:cubicBezTo>
                <a:cubicBezTo>
                  <a:pt x="181417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23" y="139665"/>
                  <a:pt x="166119" y="138614"/>
                </a:cubicBezTo>
                <a:cubicBezTo>
                  <a:pt x="163924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669" y="126827"/>
                  <a:pt x="145371" y="128400"/>
                </a:cubicBezTo>
                <a:cubicBezTo>
                  <a:pt x="141083" y="129973"/>
                  <a:pt x="136492" y="130659"/>
                  <a:pt x="131610" y="130448"/>
                </a:cubicBezTo>
                <a:cubicBezTo>
                  <a:pt x="126224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464" y="122274"/>
                  <a:pt x="88166" y="129186"/>
                </a:cubicBezTo>
                <a:cubicBezTo>
                  <a:pt x="83869" y="136081"/>
                  <a:pt x="81729" y="143625"/>
                  <a:pt x="81729" y="151818"/>
                </a:cubicBezTo>
                <a:cubicBezTo>
                  <a:pt x="81729" y="163431"/>
                  <a:pt x="85789" y="173297"/>
                  <a:pt x="93918" y="181426"/>
                </a:cubicBezTo>
                <a:cubicBezTo>
                  <a:pt x="102047" y="189555"/>
                  <a:pt x="111923" y="193624"/>
                  <a:pt x="123526" y="193624"/>
                </a:cubicBezTo>
                <a:lnTo>
                  <a:pt x="223168" y="193624"/>
                </a:lnTo>
                <a:cubicBezTo>
                  <a:pt x="225857" y="193624"/>
                  <a:pt x="228097" y="194539"/>
                  <a:pt x="229898" y="196358"/>
                </a:cubicBezTo>
                <a:cubicBezTo>
                  <a:pt x="231700" y="198178"/>
                  <a:pt x="232605" y="200436"/>
                  <a:pt x="232605" y="203116"/>
                </a:cubicBezTo>
                <a:cubicBezTo>
                  <a:pt x="232605" y="205795"/>
                  <a:pt x="231700" y="208035"/>
                  <a:pt x="229898" y="209809"/>
                </a:cubicBezTo>
                <a:cubicBezTo>
                  <a:pt x="228097" y="211592"/>
                  <a:pt x="225857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39" y="245178"/>
                  <a:pt x="234379" y="246083"/>
                  <a:pt x="236180" y="247912"/>
                </a:cubicBezTo>
                <a:cubicBezTo>
                  <a:pt x="237982" y="249732"/>
                  <a:pt x="238887" y="251981"/>
                  <a:pt x="238887" y="254670"/>
                </a:cubicBezTo>
                <a:cubicBezTo>
                  <a:pt x="238887" y="257349"/>
                  <a:pt x="237982" y="259580"/>
                  <a:pt x="236180" y="261363"/>
                </a:cubicBezTo>
                <a:cubicBezTo>
                  <a:pt x="234379" y="263146"/>
                  <a:pt x="232139" y="264033"/>
                  <a:pt x="229460" y="264033"/>
                </a:cubicBezTo>
                <a:lnTo>
                  <a:pt x="72292" y="264033"/>
                </a:lnTo>
                <a:cubicBezTo>
                  <a:pt x="69613" y="264033"/>
                  <a:pt x="67373" y="263119"/>
                  <a:pt x="65572" y="261299"/>
                </a:cubicBezTo>
                <a:cubicBezTo>
                  <a:pt x="63770" y="259479"/>
                  <a:pt x="62865" y="257221"/>
                  <a:pt x="62865" y="254542"/>
                </a:cubicBezTo>
                <a:cubicBezTo>
                  <a:pt x="62865" y="251862"/>
                  <a:pt x="63770" y="249622"/>
                  <a:pt x="65572" y="247848"/>
                </a:cubicBezTo>
                <a:cubicBezTo>
                  <a:pt x="67373" y="246065"/>
                  <a:pt x="69613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060" y="110231"/>
                </a:moveTo>
                <a:cubicBezTo>
                  <a:pt x="148096" y="107241"/>
                  <a:pt x="149623" y="103519"/>
                  <a:pt x="149623" y="99075"/>
                </a:cubicBezTo>
                <a:cubicBezTo>
                  <a:pt x="149623" y="94631"/>
                  <a:pt x="148124" y="90891"/>
                  <a:pt x="145124" y="87856"/>
                </a:cubicBezTo>
                <a:cubicBezTo>
                  <a:pt x="142125" y="84820"/>
                  <a:pt x="138404" y="83293"/>
                  <a:pt x="133969" y="83293"/>
                </a:cubicBezTo>
                <a:cubicBezTo>
                  <a:pt x="129525" y="83293"/>
                  <a:pt x="125785" y="84792"/>
                  <a:pt x="122740" y="87792"/>
                </a:cubicBezTo>
                <a:cubicBezTo>
                  <a:pt x="119704" y="90791"/>
                  <a:pt x="118186" y="94503"/>
                  <a:pt x="118186" y="98947"/>
                </a:cubicBezTo>
                <a:cubicBezTo>
                  <a:pt x="118186" y="103391"/>
                  <a:pt x="119686" y="107131"/>
                  <a:pt x="122685" y="110167"/>
                </a:cubicBezTo>
                <a:cubicBezTo>
                  <a:pt x="125675" y="113212"/>
                  <a:pt x="129397" y="114730"/>
                  <a:pt x="133841" y="114730"/>
                </a:cubicBezTo>
                <a:cubicBezTo>
                  <a:pt x="138285" y="114730"/>
                  <a:pt x="142025" y="113230"/>
                  <a:pt x="145060" y="110231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38" name="圖示 實驗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309" y="264033"/>
                  <a:pt x="39081" y="259946"/>
                  <a:pt x="35396" y="251771"/>
                </a:cubicBezTo>
                <a:cubicBezTo>
                  <a:pt x="31702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905" y="56583"/>
                  <a:pt x="95655" y="55669"/>
                  <a:pt x="93854" y="53840"/>
                </a:cubicBezTo>
                <a:cubicBezTo>
                  <a:pt x="92053" y="52020"/>
                  <a:pt x="91157" y="49771"/>
                  <a:pt x="91157" y="47082"/>
                </a:cubicBezTo>
                <a:cubicBezTo>
                  <a:pt x="91157" y="44403"/>
                  <a:pt x="92053" y="42172"/>
                  <a:pt x="93854" y="40389"/>
                </a:cubicBezTo>
                <a:cubicBezTo>
                  <a:pt x="95655" y="38606"/>
                  <a:pt x="97905" y="37719"/>
                  <a:pt x="100584" y="37719"/>
                </a:cubicBezTo>
                <a:lnTo>
                  <a:pt x="201168" y="37719"/>
                </a:lnTo>
                <a:cubicBezTo>
                  <a:pt x="203847" y="37719"/>
                  <a:pt x="206097" y="38633"/>
                  <a:pt x="207898" y="40453"/>
                </a:cubicBezTo>
                <a:cubicBezTo>
                  <a:pt x="209699" y="42273"/>
                  <a:pt x="210595" y="44531"/>
                  <a:pt x="210595" y="47210"/>
                </a:cubicBezTo>
                <a:cubicBezTo>
                  <a:pt x="210595" y="49890"/>
                  <a:pt x="209699" y="52130"/>
                  <a:pt x="207898" y="53904"/>
                </a:cubicBezTo>
                <a:cubicBezTo>
                  <a:pt x="206097" y="55687"/>
                  <a:pt x="203847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50" y="243605"/>
                  <a:pt x="266356" y="251771"/>
                </a:cubicBezTo>
                <a:cubicBezTo>
                  <a:pt x="262671" y="259946"/>
                  <a:pt x="256443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40" name="圖示 維修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28" y="185449"/>
                  <a:pt x="73637" y="178363"/>
                  <a:pt x="59409" y="164171"/>
                </a:cubicBezTo>
                <a:cubicBezTo>
                  <a:pt x="45162" y="150007"/>
                  <a:pt x="38030" y="132789"/>
                  <a:pt x="38030" y="112526"/>
                </a:cubicBezTo>
                <a:cubicBezTo>
                  <a:pt x="38030" y="108338"/>
                  <a:pt x="38350" y="104406"/>
                  <a:pt x="38981" y="100739"/>
                </a:cubicBezTo>
                <a:cubicBezTo>
                  <a:pt x="39603" y="97073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60" y="84033"/>
                  <a:pt x="49286" y="83613"/>
                </a:cubicBezTo>
                <a:cubicBezTo>
                  <a:pt x="50713" y="83192"/>
                  <a:pt x="52176" y="83192"/>
                  <a:pt x="53684" y="83613"/>
                </a:cubicBezTo>
                <a:cubicBezTo>
                  <a:pt x="55193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887" y="56281"/>
                  <a:pt x="83037" y="54919"/>
                  <a:pt x="82634" y="53438"/>
                </a:cubicBezTo>
                <a:cubicBezTo>
                  <a:pt x="82241" y="51965"/>
                  <a:pt x="82250" y="50502"/>
                  <a:pt x="82671" y="49039"/>
                </a:cubicBezTo>
                <a:cubicBezTo>
                  <a:pt x="83082" y="47567"/>
                  <a:pt x="83713" y="46278"/>
                  <a:pt x="84555" y="45171"/>
                </a:cubicBezTo>
                <a:cubicBezTo>
                  <a:pt x="85396" y="44056"/>
                  <a:pt x="86649" y="43132"/>
                  <a:pt x="88322" y="42401"/>
                </a:cubicBezTo>
                <a:cubicBezTo>
                  <a:pt x="92309" y="40727"/>
                  <a:pt x="96076" y="39520"/>
                  <a:pt x="99642" y="38789"/>
                </a:cubicBezTo>
                <a:cubicBezTo>
                  <a:pt x="103199" y="38057"/>
                  <a:pt x="107067" y="37692"/>
                  <a:pt x="111237" y="37692"/>
                </a:cubicBezTo>
                <a:cubicBezTo>
                  <a:pt x="132030" y="37692"/>
                  <a:pt x="149706" y="44961"/>
                  <a:pt x="164263" y="59500"/>
                </a:cubicBezTo>
                <a:cubicBezTo>
                  <a:pt x="178811" y="74066"/>
                  <a:pt x="186080" y="91742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27" y="223324"/>
                  <a:pt x="258217" y="231188"/>
                </a:cubicBezTo>
                <a:cubicBezTo>
                  <a:pt x="258117" y="239042"/>
                  <a:pt x="255127" y="245699"/>
                  <a:pt x="249256" y="251149"/>
                </a:cubicBezTo>
                <a:cubicBezTo>
                  <a:pt x="243816" y="256178"/>
                  <a:pt x="237369" y="258638"/>
                  <a:pt x="229926" y="258528"/>
                </a:cubicBezTo>
                <a:cubicBezTo>
                  <a:pt x="222492" y="258428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33"/>
                  <a:pt x="164711" y="129662"/>
                </a:cubicBezTo>
                <a:cubicBezTo>
                  <a:pt x="166384" y="123691"/>
                  <a:pt x="167225" y="117976"/>
                  <a:pt x="167225" y="112526"/>
                </a:cubicBezTo>
                <a:cubicBezTo>
                  <a:pt x="167225" y="96817"/>
                  <a:pt x="161410" y="83503"/>
                  <a:pt x="149779" y="72613"/>
                </a:cubicBezTo>
                <a:cubicBezTo>
                  <a:pt x="138148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850" y="92775"/>
                  <a:pt x="144750" y="95399"/>
                </a:cubicBezTo>
                <a:cubicBezTo>
                  <a:pt x="144640" y="98015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05" y="143122"/>
                  <a:pt x="95747" y="143963"/>
                  <a:pt x="93168" y="143963"/>
                </a:cubicBezTo>
                <a:cubicBezTo>
                  <a:pt x="90571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07" y="140397"/>
                  <a:pt x="73143" y="150876"/>
                </a:cubicBezTo>
                <a:cubicBezTo>
                  <a:pt x="83978" y="161355"/>
                  <a:pt x="96689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2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80" y="276606"/>
                  <a:pt x="46936" y="274759"/>
                  <a:pt x="43251" y="271074"/>
                </a:cubicBezTo>
                <a:cubicBezTo>
                  <a:pt x="39566" y="267361"/>
                  <a:pt x="37719" y="262927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172" y="102431"/>
                  <a:pt x="28758" y="99203"/>
                </a:cubicBezTo>
                <a:cubicBezTo>
                  <a:pt x="26353" y="95975"/>
                  <a:pt x="25146" y="92245"/>
                  <a:pt x="25146" y="88011"/>
                </a:cubicBezTo>
                <a:lnTo>
                  <a:pt x="25146" y="44010"/>
                </a:lnTo>
                <a:cubicBezTo>
                  <a:pt x="25146" y="38807"/>
                  <a:pt x="26993" y="34363"/>
                  <a:pt x="30678" y="30678"/>
                </a:cubicBezTo>
                <a:cubicBezTo>
                  <a:pt x="34391" y="26993"/>
                  <a:pt x="38825" y="25146"/>
                  <a:pt x="44010" y="25146"/>
                </a:cubicBezTo>
                <a:lnTo>
                  <a:pt x="257751" y="25146"/>
                </a:lnTo>
                <a:cubicBezTo>
                  <a:pt x="262945" y="25146"/>
                  <a:pt x="267389" y="26993"/>
                  <a:pt x="271074" y="30678"/>
                </a:cubicBezTo>
                <a:cubicBezTo>
                  <a:pt x="274759" y="34363"/>
                  <a:pt x="276606" y="38807"/>
                  <a:pt x="276606" y="44010"/>
                </a:cubicBezTo>
                <a:lnTo>
                  <a:pt x="276606" y="88011"/>
                </a:lnTo>
                <a:cubicBezTo>
                  <a:pt x="276606" y="92245"/>
                  <a:pt x="275399" y="95975"/>
                  <a:pt x="272994" y="99203"/>
                </a:cubicBezTo>
                <a:cubicBezTo>
                  <a:pt x="270580" y="102431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45"/>
                  <a:pt x="262186" y="267389"/>
                  <a:pt x="258501" y="271074"/>
                </a:cubicBezTo>
                <a:cubicBezTo>
                  <a:pt x="254816" y="274759"/>
                  <a:pt x="250372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47" y="169740"/>
                  <a:pt x="184087" y="168826"/>
                  <a:pt x="185888" y="166997"/>
                </a:cubicBezTo>
                <a:cubicBezTo>
                  <a:pt x="187690" y="165177"/>
                  <a:pt x="188595" y="162928"/>
                  <a:pt x="188595" y="160239"/>
                </a:cubicBezTo>
                <a:cubicBezTo>
                  <a:pt x="188595" y="157560"/>
                  <a:pt x="187690" y="155329"/>
                  <a:pt x="185888" y="153546"/>
                </a:cubicBezTo>
                <a:cubicBezTo>
                  <a:pt x="184087" y="151763"/>
                  <a:pt x="181847" y="150876"/>
                  <a:pt x="179168" y="150876"/>
                </a:cubicBezTo>
                <a:lnTo>
                  <a:pt x="122584" y="150876"/>
                </a:lnTo>
                <a:cubicBezTo>
                  <a:pt x="119905" y="150876"/>
                  <a:pt x="117665" y="151790"/>
                  <a:pt x="115864" y="153610"/>
                </a:cubicBezTo>
                <a:cubicBezTo>
                  <a:pt x="114062" y="155430"/>
                  <a:pt x="113157" y="157688"/>
                  <a:pt x="113157" y="160367"/>
                </a:cubicBezTo>
                <a:cubicBezTo>
                  <a:pt x="113157" y="163047"/>
                  <a:pt x="114062" y="165287"/>
                  <a:pt x="115864" y="167061"/>
                </a:cubicBezTo>
                <a:cubicBezTo>
                  <a:pt x="117665" y="168844"/>
                  <a:pt x="119905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4" name="圖示 倉儲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55"/>
                  <a:pt x="83567" y="153811"/>
                  <a:pt x="87261" y="150126"/>
                </a:cubicBezTo>
                <a:cubicBezTo>
                  <a:pt x="90965" y="146432"/>
                  <a:pt x="95408" y="144594"/>
                  <a:pt x="100584" y="144594"/>
                </a:cubicBezTo>
                <a:lnTo>
                  <a:pt x="201168" y="144594"/>
                </a:lnTo>
                <a:cubicBezTo>
                  <a:pt x="206362" y="144594"/>
                  <a:pt x="210806" y="146432"/>
                  <a:pt x="214491" y="150126"/>
                </a:cubicBezTo>
                <a:cubicBezTo>
                  <a:pt x="218185" y="153811"/>
                  <a:pt x="220032" y="158255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36"/>
                  <a:pt x="26243" y="93388"/>
                  <a:pt x="28447" y="90242"/>
                </a:cubicBezTo>
                <a:cubicBezTo>
                  <a:pt x="30651" y="87078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01" y="87078"/>
                  <a:pt x="273305" y="90242"/>
                </a:cubicBezTo>
                <a:cubicBezTo>
                  <a:pt x="275509" y="93388"/>
                  <a:pt x="276606" y="96936"/>
                  <a:pt x="276606" y="100895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807" y="264033"/>
                  <a:pt x="34363" y="262186"/>
                  <a:pt x="30678" y="258501"/>
                </a:cubicBezTo>
                <a:cubicBezTo>
                  <a:pt x="26993" y="254788"/>
                  <a:pt x="25146" y="250354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46" name="圖示 物流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166" y="240332"/>
                </a:moveTo>
                <a:cubicBezTo>
                  <a:pt x="36933" y="233126"/>
                  <a:pt x="33321" y="224366"/>
                  <a:pt x="33321" y="214052"/>
                </a:cubicBezTo>
                <a:lnTo>
                  <a:pt x="22000" y="214052"/>
                </a:lnTo>
                <a:cubicBezTo>
                  <a:pt x="19321" y="214052"/>
                  <a:pt x="17081" y="213156"/>
                  <a:pt x="15280" y="211354"/>
                </a:cubicBezTo>
                <a:cubicBezTo>
                  <a:pt x="13478" y="209526"/>
                  <a:pt x="12573" y="207285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760" y="50292"/>
                  <a:pt x="204204" y="52139"/>
                  <a:pt x="207898" y="55824"/>
                </a:cubicBezTo>
                <a:cubicBezTo>
                  <a:pt x="211583" y="59509"/>
                  <a:pt x="213430" y="63953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93" y="102788"/>
                  <a:pt x="242828" y="103455"/>
                  <a:pt x="245489" y="104799"/>
                </a:cubicBezTo>
                <a:cubicBezTo>
                  <a:pt x="248168" y="106134"/>
                  <a:pt x="250372" y="107981"/>
                  <a:pt x="252091" y="110332"/>
                </a:cubicBezTo>
                <a:lnTo>
                  <a:pt x="287295" y="157167"/>
                </a:lnTo>
                <a:cubicBezTo>
                  <a:pt x="287926" y="157963"/>
                  <a:pt x="288393" y="158831"/>
                  <a:pt x="288704" y="159773"/>
                </a:cubicBezTo>
                <a:cubicBezTo>
                  <a:pt x="289024" y="160715"/>
                  <a:pt x="289179" y="161730"/>
                  <a:pt x="289179" y="162818"/>
                </a:cubicBezTo>
                <a:lnTo>
                  <a:pt x="289179" y="204624"/>
                </a:lnTo>
                <a:cubicBezTo>
                  <a:pt x="289179" y="207304"/>
                  <a:pt x="288274" y="209553"/>
                  <a:pt x="286472" y="211354"/>
                </a:cubicBezTo>
                <a:cubicBezTo>
                  <a:pt x="284671" y="213156"/>
                  <a:pt x="282431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256" y="233071"/>
                  <a:pt x="256050" y="240304"/>
                </a:cubicBezTo>
                <a:cubicBezTo>
                  <a:pt x="248845" y="247528"/>
                  <a:pt x="240094" y="251149"/>
                  <a:pt x="229807" y="251149"/>
                </a:cubicBezTo>
                <a:cubicBezTo>
                  <a:pt x="219511" y="251149"/>
                  <a:pt x="210751" y="247537"/>
                  <a:pt x="203527" y="240332"/>
                </a:cubicBezTo>
                <a:cubicBezTo>
                  <a:pt x="196294" y="233126"/>
                  <a:pt x="192682" y="224366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894" y="233071"/>
                  <a:pt x="96689" y="240304"/>
                </a:cubicBezTo>
                <a:cubicBezTo>
                  <a:pt x="89474" y="247528"/>
                  <a:pt x="80732" y="251149"/>
                  <a:pt x="70436" y="251149"/>
                </a:cubicBezTo>
                <a:cubicBezTo>
                  <a:pt x="60149" y="251149"/>
                  <a:pt x="51389" y="247537"/>
                  <a:pt x="44166" y="240332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27" y="178381"/>
                  <a:pt x="88486" y="181838"/>
                </a:cubicBezTo>
                <a:cubicBezTo>
                  <a:pt x="94037" y="185294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48" name="圖示 包裝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50" name="圖示 資料庫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464" y="259159"/>
                  <a:pt x="70564" y="249421"/>
                </a:cubicBezTo>
                <a:cubicBezTo>
                  <a:pt x="48664" y="239673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774" y="62344"/>
                  <a:pt x="70884" y="52496"/>
                </a:cubicBezTo>
                <a:cubicBezTo>
                  <a:pt x="92985" y="42648"/>
                  <a:pt x="119649" y="37719"/>
                  <a:pt x="150876" y="37719"/>
                </a:cubicBezTo>
                <a:cubicBezTo>
                  <a:pt x="182103" y="37719"/>
                  <a:pt x="208767" y="42648"/>
                  <a:pt x="230868" y="52496"/>
                </a:cubicBezTo>
                <a:cubicBezTo>
                  <a:pt x="252978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088" y="239673"/>
                  <a:pt x="231188" y="249421"/>
                </a:cubicBezTo>
                <a:cubicBezTo>
                  <a:pt x="209288" y="259159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388" y="107863"/>
                  <a:pt x="206353" y="102312"/>
                </a:cubicBezTo>
                <a:cubicBezTo>
                  <a:pt x="225317" y="96762"/>
                  <a:pt x="237525" y="90526"/>
                  <a:pt x="242974" y="83613"/>
                </a:cubicBezTo>
                <a:cubicBezTo>
                  <a:pt x="237314" y="76901"/>
                  <a:pt x="225006" y="70720"/>
                  <a:pt x="206042" y="65069"/>
                </a:cubicBezTo>
                <a:cubicBezTo>
                  <a:pt x="187077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283"/>
                  <a:pt x="94924" y="102623"/>
                </a:cubicBezTo>
                <a:cubicBezTo>
                  <a:pt x="113367" y="107972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39"/>
                  <a:pt x="176964" y="176497"/>
                </a:cubicBezTo>
                <a:cubicBezTo>
                  <a:pt x="185770" y="175547"/>
                  <a:pt x="194200" y="174138"/>
                  <a:pt x="202265" y="172255"/>
                </a:cubicBezTo>
                <a:cubicBezTo>
                  <a:pt x="210339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21" y="125419"/>
                  <a:pt x="98856" y="123526"/>
                </a:cubicBezTo>
                <a:cubicBezTo>
                  <a:pt x="90791" y="121643"/>
                  <a:pt x="83137" y="119338"/>
                  <a:pt x="75913" y="116613"/>
                </a:cubicBezTo>
                <a:cubicBezTo>
                  <a:pt x="68681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471" y="170362"/>
                  <a:pt x="98545" y="172255"/>
                </a:cubicBezTo>
                <a:cubicBezTo>
                  <a:pt x="106610" y="174138"/>
                  <a:pt x="115041" y="175547"/>
                  <a:pt x="123846" y="176497"/>
                </a:cubicBezTo>
                <a:cubicBezTo>
                  <a:pt x="132643" y="177439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282"/>
                  <a:pt x="181993" y="242499"/>
                </a:cubicBezTo>
                <a:cubicBezTo>
                  <a:pt x="192682" y="240725"/>
                  <a:pt x="202476" y="238366"/>
                  <a:pt x="211382" y="235431"/>
                </a:cubicBezTo>
                <a:cubicBezTo>
                  <a:pt x="220288" y="232495"/>
                  <a:pt x="227832" y="229249"/>
                  <a:pt x="234013" y="225683"/>
                </a:cubicBezTo>
                <a:cubicBezTo>
                  <a:pt x="240195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28"/>
                  <a:pt x="225372" y="184352"/>
                </a:cubicBezTo>
                <a:cubicBezTo>
                  <a:pt x="218039" y="186967"/>
                  <a:pt x="210339" y="189226"/>
                  <a:pt x="202265" y="191110"/>
                </a:cubicBezTo>
                <a:cubicBezTo>
                  <a:pt x="194200" y="192993"/>
                  <a:pt x="185815" y="194411"/>
                  <a:pt x="177119" y="195352"/>
                </a:cubicBezTo>
                <a:cubicBezTo>
                  <a:pt x="168423" y="196294"/>
                  <a:pt x="159572" y="196770"/>
                  <a:pt x="150565" y="196770"/>
                </a:cubicBezTo>
                <a:cubicBezTo>
                  <a:pt x="141549" y="196770"/>
                  <a:pt x="132643" y="196294"/>
                  <a:pt x="123846" y="195352"/>
                </a:cubicBezTo>
                <a:cubicBezTo>
                  <a:pt x="115041" y="194411"/>
                  <a:pt x="106610" y="192993"/>
                  <a:pt x="98545" y="191110"/>
                </a:cubicBezTo>
                <a:cubicBezTo>
                  <a:pt x="90471" y="189226"/>
                  <a:pt x="82881" y="186967"/>
                  <a:pt x="75749" y="184352"/>
                </a:cubicBezTo>
                <a:cubicBezTo>
                  <a:pt x="68626" y="181728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172"/>
                  <a:pt x="67263" y="225839"/>
                </a:cubicBezTo>
                <a:cubicBezTo>
                  <a:pt x="73344" y="229505"/>
                  <a:pt x="80888" y="232761"/>
                  <a:pt x="89895" y="235586"/>
                </a:cubicBezTo>
                <a:cubicBezTo>
                  <a:pt x="98911" y="238412"/>
                  <a:pt x="108759" y="240725"/>
                  <a:pt x="119448" y="242499"/>
                </a:cubicBezTo>
                <a:cubicBezTo>
                  <a:pt x="130128" y="244282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52" name="圖示 雲端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787" y="245013"/>
                  <a:pt x="31903" y="232130"/>
                </a:cubicBezTo>
                <a:cubicBezTo>
                  <a:pt x="19020" y="219246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26"/>
                  <a:pt x="97759" y="69933"/>
                </a:cubicBezTo>
                <a:cubicBezTo>
                  <a:pt x="113258" y="57049"/>
                  <a:pt x="131180" y="50603"/>
                  <a:pt x="151507" y="50603"/>
                </a:cubicBezTo>
                <a:cubicBezTo>
                  <a:pt x="174970" y="50603"/>
                  <a:pt x="194776" y="59143"/>
                  <a:pt x="210916" y="76224"/>
                </a:cubicBezTo>
                <a:cubicBezTo>
                  <a:pt x="227046" y="93305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669"/>
                  <a:pt x="273460" y="159837"/>
                </a:cubicBezTo>
                <a:cubicBezTo>
                  <a:pt x="283939" y="169996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47" y="76069"/>
                  <a:pt x="103254" y="89273"/>
                </a:cubicBezTo>
                <a:cubicBezTo>
                  <a:pt x="90370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35"/>
                  <a:pt x="44952" y="151351"/>
                </a:cubicBezTo>
                <a:cubicBezTo>
                  <a:pt x="35936" y="160459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54" name="圖示 伺服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178" y="76380"/>
                </a:moveTo>
                <a:cubicBezTo>
                  <a:pt x="85798" y="76380"/>
                  <a:pt x="82095" y="77907"/>
                  <a:pt x="79050" y="80970"/>
                </a:cubicBezTo>
                <a:cubicBezTo>
                  <a:pt x="76014" y="84033"/>
                  <a:pt x="74496" y="87746"/>
                  <a:pt x="74496" y="92126"/>
                </a:cubicBezTo>
                <a:cubicBezTo>
                  <a:pt x="74496" y="96506"/>
                  <a:pt x="76023" y="100218"/>
                  <a:pt x="79086" y="103254"/>
                </a:cubicBezTo>
                <a:cubicBezTo>
                  <a:pt x="82141" y="106290"/>
                  <a:pt x="85862" y="107817"/>
                  <a:pt x="90242" y="107817"/>
                </a:cubicBezTo>
                <a:cubicBezTo>
                  <a:pt x="94622" y="107817"/>
                  <a:pt x="98335" y="106281"/>
                  <a:pt x="101370" y="103227"/>
                </a:cubicBezTo>
                <a:cubicBezTo>
                  <a:pt x="104406" y="100163"/>
                  <a:pt x="105924" y="96442"/>
                  <a:pt x="105924" y="92062"/>
                </a:cubicBezTo>
                <a:cubicBezTo>
                  <a:pt x="105924" y="87682"/>
                  <a:pt x="104397" y="83978"/>
                  <a:pt x="101343" y="80943"/>
                </a:cubicBezTo>
                <a:cubicBezTo>
                  <a:pt x="98280" y="77898"/>
                  <a:pt x="94558" y="76380"/>
                  <a:pt x="90178" y="76380"/>
                </a:cubicBezTo>
                <a:close/>
                <a:moveTo>
                  <a:pt x="90178" y="206508"/>
                </a:moveTo>
                <a:cubicBezTo>
                  <a:pt x="85798" y="206508"/>
                  <a:pt x="82095" y="208044"/>
                  <a:pt x="79050" y="211098"/>
                </a:cubicBezTo>
                <a:cubicBezTo>
                  <a:pt x="76014" y="214162"/>
                  <a:pt x="74496" y="217883"/>
                  <a:pt x="74496" y="222263"/>
                </a:cubicBezTo>
                <a:cubicBezTo>
                  <a:pt x="74496" y="226643"/>
                  <a:pt x="76023" y="230347"/>
                  <a:pt x="79086" y="233382"/>
                </a:cubicBezTo>
                <a:cubicBezTo>
                  <a:pt x="82141" y="236427"/>
                  <a:pt x="85862" y="237945"/>
                  <a:pt x="90242" y="237945"/>
                </a:cubicBezTo>
                <a:cubicBezTo>
                  <a:pt x="94622" y="237945"/>
                  <a:pt x="98335" y="236418"/>
                  <a:pt x="101370" y="233355"/>
                </a:cubicBezTo>
                <a:cubicBezTo>
                  <a:pt x="104406" y="230292"/>
                  <a:pt x="105924" y="226579"/>
                  <a:pt x="105924" y="222199"/>
                </a:cubicBezTo>
                <a:cubicBezTo>
                  <a:pt x="105924" y="217819"/>
                  <a:pt x="104397" y="214107"/>
                  <a:pt x="101343" y="211071"/>
                </a:cubicBezTo>
                <a:cubicBezTo>
                  <a:pt x="98280" y="208035"/>
                  <a:pt x="94558" y="206508"/>
                  <a:pt x="90178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059" y="39027"/>
                  <a:pt x="261043" y="41020"/>
                </a:cubicBezTo>
                <a:cubicBezTo>
                  <a:pt x="263036" y="43013"/>
                  <a:pt x="264033" y="45711"/>
                  <a:pt x="264033" y="49131"/>
                </a:cubicBezTo>
                <a:lnTo>
                  <a:pt x="264033" y="133585"/>
                </a:lnTo>
                <a:cubicBezTo>
                  <a:pt x="264033" y="137233"/>
                  <a:pt x="263036" y="140296"/>
                  <a:pt x="261043" y="142765"/>
                </a:cubicBezTo>
                <a:cubicBezTo>
                  <a:pt x="259059" y="145243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693" y="145243"/>
                  <a:pt x="40709" y="142765"/>
                </a:cubicBezTo>
                <a:cubicBezTo>
                  <a:pt x="38716" y="140296"/>
                  <a:pt x="37719" y="137233"/>
                  <a:pt x="37719" y="133585"/>
                </a:cubicBezTo>
                <a:lnTo>
                  <a:pt x="37719" y="49131"/>
                </a:lnTo>
                <a:cubicBezTo>
                  <a:pt x="37719" y="45711"/>
                  <a:pt x="38716" y="43013"/>
                  <a:pt x="40709" y="41020"/>
                </a:cubicBezTo>
                <a:cubicBezTo>
                  <a:pt x="42693" y="39027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155"/>
                  <a:pt x="260266" y="171779"/>
                </a:cubicBezTo>
                <a:cubicBezTo>
                  <a:pt x="262780" y="174394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01"/>
                  <a:pt x="260266" y="273305"/>
                </a:cubicBezTo>
                <a:cubicBezTo>
                  <a:pt x="257751" y="275509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745" y="275509"/>
                  <a:pt x="41331" y="273305"/>
                </a:cubicBezTo>
                <a:cubicBezTo>
                  <a:pt x="38926" y="271101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16" y="174394"/>
                  <a:pt x="40709" y="171779"/>
                </a:cubicBezTo>
                <a:cubicBezTo>
                  <a:pt x="42693" y="169155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56" name="圖示 網路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402"/>
                  <a:pt x="39566" y="200958"/>
                  <a:pt x="43251" y="197273"/>
                </a:cubicBezTo>
                <a:cubicBezTo>
                  <a:pt x="46964" y="193578"/>
                  <a:pt x="51398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110"/>
                  <a:pt x="77285" y="150666"/>
                  <a:pt x="80970" y="146981"/>
                </a:cubicBezTo>
                <a:cubicBezTo>
                  <a:pt x="84683" y="143286"/>
                  <a:pt x="89117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91" y="110011"/>
                  <a:pt x="112947" y="108174"/>
                  <a:pt x="109262" y="104479"/>
                </a:cubicBezTo>
                <a:cubicBezTo>
                  <a:pt x="105567" y="100776"/>
                  <a:pt x="103730" y="96332"/>
                  <a:pt x="103730" y="91157"/>
                </a:cubicBezTo>
                <a:lnTo>
                  <a:pt x="103730" y="44010"/>
                </a:lnTo>
                <a:cubicBezTo>
                  <a:pt x="103730" y="38807"/>
                  <a:pt x="105567" y="34363"/>
                  <a:pt x="109262" y="30678"/>
                </a:cubicBezTo>
                <a:cubicBezTo>
                  <a:pt x="112965" y="26993"/>
                  <a:pt x="117409" y="25146"/>
                  <a:pt x="122584" y="25146"/>
                </a:cubicBezTo>
                <a:lnTo>
                  <a:pt x="179168" y="25146"/>
                </a:lnTo>
                <a:cubicBezTo>
                  <a:pt x="184361" y="25146"/>
                  <a:pt x="188805" y="26993"/>
                  <a:pt x="192490" y="30678"/>
                </a:cubicBezTo>
                <a:cubicBezTo>
                  <a:pt x="196185" y="34363"/>
                  <a:pt x="198022" y="38807"/>
                  <a:pt x="198022" y="44010"/>
                </a:cubicBezTo>
                <a:lnTo>
                  <a:pt x="198022" y="91157"/>
                </a:lnTo>
                <a:cubicBezTo>
                  <a:pt x="198022" y="96350"/>
                  <a:pt x="196185" y="100794"/>
                  <a:pt x="192490" y="104479"/>
                </a:cubicBezTo>
                <a:cubicBezTo>
                  <a:pt x="188805" y="108174"/>
                  <a:pt x="184361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53" y="141449"/>
                  <a:pt x="217097" y="143286"/>
                  <a:pt x="220782" y="146981"/>
                </a:cubicBezTo>
                <a:cubicBezTo>
                  <a:pt x="224467" y="150666"/>
                  <a:pt x="226314" y="155110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372" y="191741"/>
                  <a:pt x="254816" y="193578"/>
                  <a:pt x="258501" y="197273"/>
                </a:cubicBezTo>
                <a:cubicBezTo>
                  <a:pt x="262186" y="200958"/>
                  <a:pt x="264033" y="205402"/>
                  <a:pt x="264033" y="210595"/>
                </a:cubicBezTo>
                <a:lnTo>
                  <a:pt x="264033" y="257751"/>
                </a:lnTo>
                <a:cubicBezTo>
                  <a:pt x="264033" y="262945"/>
                  <a:pt x="262186" y="267389"/>
                  <a:pt x="258501" y="271074"/>
                </a:cubicBezTo>
                <a:cubicBezTo>
                  <a:pt x="254816" y="274759"/>
                  <a:pt x="250372" y="276606"/>
                  <a:pt x="245178" y="276606"/>
                </a:cubicBezTo>
                <a:lnTo>
                  <a:pt x="188595" y="276606"/>
                </a:lnTo>
                <a:cubicBezTo>
                  <a:pt x="183401" y="276606"/>
                  <a:pt x="178957" y="274759"/>
                  <a:pt x="175272" y="271074"/>
                </a:cubicBezTo>
                <a:cubicBezTo>
                  <a:pt x="171578" y="267361"/>
                  <a:pt x="169740" y="262927"/>
                  <a:pt x="169740" y="257751"/>
                </a:cubicBezTo>
                <a:lnTo>
                  <a:pt x="169740" y="210595"/>
                </a:lnTo>
                <a:cubicBezTo>
                  <a:pt x="169740" y="205402"/>
                  <a:pt x="171578" y="200958"/>
                  <a:pt x="175272" y="197273"/>
                </a:cubicBezTo>
                <a:cubicBezTo>
                  <a:pt x="178976" y="193578"/>
                  <a:pt x="183419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51" y="191741"/>
                  <a:pt x="122795" y="193578"/>
                  <a:pt x="126489" y="197273"/>
                </a:cubicBezTo>
                <a:cubicBezTo>
                  <a:pt x="130174" y="200958"/>
                  <a:pt x="132021" y="205402"/>
                  <a:pt x="132021" y="210595"/>
                </a:cubicBezTo>
                <a:lnTo>
                  <a:pt x="132021" y="257751"/>
                </a:lnTo>
                <a:cubicBezTo>
                  <a:pt x="132021" y="262945"/>
                  <a:pt x="130174" y="267389"/>
                  <a:pt x="126489" y="271074"/>
                </a:cubicBezTo>
                <a:cubicBezTo>
                  <a:pt x="122795" y="274759"/>
                  <a:pt x="118351" y="276606"/>
                  <a:pt x="113157" y="276606"/>
                </a:cubicBezTo>
                <a:lnTo>
                  <a:pt x="56583" y="276606"/>
                </a:lnTo>
                <a:cubicBezTo>
                  <a:pt x="51380" y="276606"/>
                  <a:pt x="46936" y="274759"/>
                  <a:pt x="43251" y="271074"/>
                </a:cubicBezTo>
                <a:cubicBezTo>
                  <a:pt x="39566" y="267361"/>
                  <a:pt x="37719" y="262927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58" name="圖示 電腦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321" y="264033"/>
                  <a:pt x="17081" y="263119"/>
                  <a:pt x="15280" y="261299"/>
                </a:cubicBezTo>
                <a:cubicBezTo>
                  <a:pt x="13478" y="259479"/>
                  <a:pt x="12573" y="257221"/>
                  <a:pt x="12573" y="254542"/>
                </a:cubicBezTo>
                <a:cubicBezTo>
                  <a:pt x="12573" y="251862"/>
                  <a:pt x="13478" y="249622"/>
                  <a:pt x="15280" y="247848"/>
                </a:cubicBezTo>
                <a:cubicBezTo>
                  <a:pt x="17099" y="246065"/>
                  <a:pt x="19340" y="245178"/>
                  <a:pt x="22000" y="245178"/>
                </a:cubicBezTo>
                <a:lnTo>
                  <a:pt x="279752" y="245178"/>
                </a:lnTo>
                <a:cubicBezTo>
                  <a:pt x="282431" y="245178"/>
                  <a:pt x="284671" y="246083"/>
                  <a:pt x="286472" y="247912"/>
                </a:cubicBezTo>
                <a:cubicBezTo>
                  <a:pt x="288274" y="249732"/>
                  <a:pt x="289179" y="251981"/>
                  <a:pt x="289179" y="254670"/>
                </a:cubicBezTo>
                <a:cubicBezTo>
                  <a:pt x="289179" y="257349"/>
                  <a:pt x="288274" y="259580"/>
                  <a:pt x="286472" y="261363"/>
                </a:cubicBezTo>
                <a:cubicBezTo>
                  <a:pt x="284671" y="263146"/>
                  <a:pt x="282431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60" name="圖示 程式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277" y="209654"/>
                  <a:pt x="110167" y="212168"/>
                </a:cubicBezTo>
                <a:cubicBezTo>
                  <a:pt x="110066" y="214683"/>
                  <a:pt x="109070" y="216887"/>
                  <a:pt x="107186" y="218770"/>
                </a:cubicBezTo>
                <a:cubicBezTo>
                  <a:pt x="105302" y="220654"/>
                  <a:pt x="103044" y="221596"/>
                  <a:pt x="100429" y="221596"/>
                </a:cubicBezTo>
                <a:cubicBezTo>
                  <a:pt x="97804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746" y="77953"/>
                  <a:pt x="101370" y="77953"/>
                </a:cubicBezTo>
                <a:cubicBezTo>
                  <a:pt x="103986" y="77953"/>
                  <a:pt x="106244" y="78894"/>
                  <a:pt x="108128" y="80778"/>
                </a:cubicBezTo>
                <a:cubicBezTo>
                  <a:pt x="110011" y="82671"/>
                  <a:pt x="110953" y="84920"/>
                  <a:pt x="110953" y="87536"/>
                </a:cubicBezTo>
                <a:cubicBezTo>
                  <a:pt x="110953" y="90160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475" y="90836"/>
                  <a:pt x="191585" y="88322"/>
                </a:cubicBezTo>
                <a:cubicBezTo>
                  <a:pt x="191686" y="85807"/>
                  <a:pt x="192682" y="83613"/>
                  <a:pt x="194566" y="81729"/>
                </a:cubicBezTo>
                <a:cubicBezTo>
                  <a:pt x="196450" y="79836"/>
                  <a:pt x="198708" y="78894"/>
                  <a:pt x="201323" y="78894"/>
                </a:cubicBezTo>
                <a:cubicBezTo>
                  <a:pt x="203948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492"/>
                  <a:pt x="200537" y="222382"/>
                </a:cubicBezTo>
                <a:cubicBezTo>
                  <a:pt x="198022" y="222281"/>
                  <a:pt x="195828" y="221285"/>
                  <a:pt x="193935" y="219401"/>
                </a:cubicBezTo>
                <a:cubicBezTo>
                  <a:pt x="192051" y="217517"/>
                  <a:pt x="191110" y="215259"/>
                  <a:pt x="191110" y="212644"/>
                </a:cubicBezTo>
                <a:cubicBezTo>
                  <a:pt x="191110" y="210019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62" name="圖示 API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64" name="圖示 AI 機器人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01"/>
                  <a:pt x="22321" y="173763"/>
                </a:cubicBezTo>
                <a:cubicBezTo>
                  <a:pt x="15819" y="167225"/>
                  <a:pt x="12573" y="159279"/>
                  <a:pt x="12573" y="149934"/>
                </a:cubicBezTo>
                <a:cubicBezTo>
                  <a:pt x="12573" y="140589"/>
                  <a:pt x="15847" y="132643"/>
                  <a:pt x="22385" y="126105"/>
                </a:cubicBezTo>
                <a:cubicBezTo>
                  <a:pt x="28922" y="119567"/>
                  <a:pt x="36859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410"/>
                  <a:pt x="174769" y="34958"/>
                </a:cubicBezTo>
                <a:cubicBezTo>
                  <a:pt x="181262" y="41495"/>
                  <a:pt x="184508" y="49432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67"/>
                  <a:pt x="279431" y="126105"/>
                </a:cubicBezTo>
                <a:cubicBezTo>
                  <a:pt x="285933" y="132643"/>
                  <a:pt x="289179" y="140589"/>
                  <a:pt x="289179" y="149934"/>
                </a:cubicBezTo>
                <a:cubicBezTo>
                  <a:pt x="289179" y="159279"/>
                  <a:pt x="285915" y="167225"/>
                  <a:pt x="279377" y="173763"/>
                </a:cubicBezTo>
                <a:cubicBezTo>
                  <a:pt x="272839" y="180301"/>
                  <a:pt x="264893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769" y="148453"/>
                </a:moveTo>
                <a:cubicBezTo>
                  <a:pt x="119183" y="146002"/>
                  <a:pt x="120390" y="143021"/>
                  <a:pt x="120390" y="139501"/>
                </a:cubicBezTo>
                <a:cubicBezTo>
                  <a:pt x="120390" y="135980"/>
                  <a:pt x="119165" y="133009"/>
                  <a:pt x="116705" y="130604"/>
                </a:cubicBezTo>
                <a:cubicBezTo>
                  <a:pt x="114254" y="128190"/>
                  <a:pt x="111273" y="126992"/>
                  <a:pt x="107753" y="126992"/>
                </a:cubicBezTo>
                <a:cubicBezTo>
                  <a:pt x="104232" y="126992"/>
                  <a:pt x="101261" y="128217"/>
                  <a:pt x="98856" y="130668"/>
                </a:cubicBezTo>
                <a:cubicBezTo>
                  <a:pt x="96442" y="133118"/>
                  <a:pt x="95244" y="136099"/>
                  <a:pt x="95244" y="139620"/>
                </a:cubicBezTo>
                <a:cubicBezTo>
                  <a:pt x="95244" y="143140"/>
                  <a:pt x="96469" y="146112"/>
                  <a:pt x="98920" y="148517"/>
                </a:cubicBezTo>
                <a:cubicBezTo>
                  <a:pt x="101370" y="150931"/>
                  <a:pt x="104360" y="152138"/>
                  <a:pt x="107881" y="152138"/>
                </a:cubicBezTo>
                <a:cubicBezTo>
                  <a:pt x="111401" y="152138"/>
                  <a:pt x="114364" y="150903"/>
                  <a:pt x="116769" y="148453"/>
                </a:cubicBezTo>
                <a:close/>
                <a:moveTo>
                  <a:pt x="202896" y="148453"/>
                </a:moveTo>
                <a:cubicBezTo>
                  <a:pt x="205310" y="146002"/>
                  <a:pt x="206508" y="143021"/>
                  <a:pt x="206508" y="139501"/>
                </a:cubicBezTo>
                <a:cubicBezTo>
                  <a:pt x="206508" y="135980"/>
                  <a:pt x="205283" y="133009"/>
                  <a:pt x="202832" y="130604"/>
                </a:cubicBezTo>
                <a:cubicBezTo>
                  <a:pt x="200382" y="128190"/>
                  <a:pt x="197392" y="126992"/>
                  <a:pt x="193880" y="126992"/>
                </a:cubicBezTo>
                <a:cubicBezTo>
                  <a:pt x="190360" y="126992"/>
                  <a:pt x="187388" y="128217"/>
                  <a:pt x="184983" y="130668"/>
                </a:cubicBezTo>
                <a:cubicBezTo>
                  <a:pt x="182569" y="133118"/>
                  <a:pt x="181362" y="136099"/>
                  <a:pt x="181362" y="139620"/>
                </a:cubicBezTo>
                <a:cubicBezTo>
                  <a:pt x="181362" y="143140"/>
                  <a:pt x="182587" y="146112"/>
                  <a:pt x="185047" y="148517"/>
                </a:cubicBezTo>
                <a:cubicBezTo>
                  <a:pt x="187498" y="150931"/>
                  <a:pt x="190479" y="152138"/>
                  <a:pt x="193999" y="152138"/>
                </a:cubicBezTo>
                <a:cubicBezTo>
                  <a:pt x="197520" y="152138"/>
                  <a:pt x="200491" y="150903"/>
                  <a:pt x="202896" y="148453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34" y="212168"/>
                  <a:pt x="199175" y="211254"/>
                  <a:pt x="200976" y="209434"/>
                </a:cubicBezTo>
                <a:cubicBezTo>
                  <a:pt x="202777" y="207615"/>
                  <a:pt x="203683" y="205356"/>
                  <a:pt x="203683" y="202677"/>
                </a:cubicBezTo>
                <a:cubicBezTo>
                  <a:pt x="203683" y="199998"/>
                  <a:pt x="202777" y="197766"/>
                  <a:pt x="200976" y="195983"/>
                </a:cubicBezTo>
                <a:cubicBezTo>
                  <a:pt x="199175" y="194200"/>
                  <a:pt x="196934" y="193313"/>
                  <a:pt x="194255" y="193313"/>
                </a:cubicBezTo>
                <a:lnTo>
                  <a:pt x="107497" y="193313"/>
                </a:lnTo>
                <a:cubicBezTo>
                  <a:pt x="104818" y="193313"/>
                  <a:pt x="102577" y="194219"/>
                  <a:pt x="100776" y="196047"/>
                </a:cubicBezTo>
                <a:cubicBezTo>
                  <a:pt x="98975" y="197867"/>
                  <a:pt x="98069" y="200116"/>
                  <a:pt x="98069" y="202805"/>
                </a:cubicBezTo>
                <a:cubicBezTo>
                  <a:pt x="98069" y="205484"/>
                  <a:pt x="98975" y="207715"/>
                  <a:pt x="100776" y="209498"/>
                </a:cubicBezTo>
                <a:cubicBezTo>
                  <a:pt x="102577" y="211281"/>
                  <a:pt x="104818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66" name="圖示 AI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261" y="260055"/>
                  <a:pt x="93827" y="252091"/>
                </a:cubicBezTo>
                <a:cubicBezTo>
                  <a:pt x="86383" y="244127"/>
                  <a:pt x="82141" y="235120"/>
                  <a:pt x="81098" y="225061"/>
                </a:cubicBezTo>
                <a:cubicBezTo>
                  <a:pt x="68735" y="224010"/>
                  <a:pt x="58412" y="218825"/>
                  <a:pt x="50137" y="209498"/>
                </a:cubicBezTo>
                <a:cubicBezTo>
                  <a:pt x="41861" y="200171"/>
                  <a:pt x="37719" y="188805"/>
                  <a:pt x="37719" y="175391"/>
                </a:cubicBezTo>
                <a:cubicBezTo>
                  <a:pt x="37719" y="170782"/>
                  <a:pt x="38295" y="166329"/>
                  <a:pt x="39447" y="162032"/>
                </a:cubicBezTo>
                <a:cubicBezTo>
                  <a:pt x="40599" y="157743"/>
                  <a:pt x="42328" y="153601"/>
                  <a:pt x="44632" y="149623"/>
                </a:cubicBezTo>
                <a:cubicBezTo>
                  <a:pt x="42328" y="145847"/>
                  <a:pt x="40599" y="141869"/>
                  <a:pt x="39447" y="137672"/>
                </a:cubicBezTo>
                <a:cubicBezTo>
                  <a:pt x="38295" y="133484"/>
                  <a:pt x="37719" y="128976"/>
                  <a:pt x="37719" y="124157"/>
                </a:cubicBezTo>
                <a:cubicBezTo>
                  <a:pt x="37719" y="111584"/>
                  <a:pt x="42072" y="100794"/>
                  <a:pt x="50767" y="91787"/>
                </a:cubicBezTo>
                <a:cubicBezTo>
                  <a:pt x="59463" y="82771"/>
                  <a:pt x="69778" y="77532"/>
                  <a:pt x="81729" y="76069"/>
                </a:cubicBezTo>
                <a:cubicBezTo>
                  <a:pt x="82141" y="65380"/>
                  <a:pt x="86173" y="56318"/>
                  <a:pt x="93827" y="48875"/>
                </a:cubicBezTo>
                <a:cubicBezTo>
                  <a:pt x="101471" y="41441"/>
                  <a:pt x="110642" y="37719"/>
                  <a:pt x="121332" y="37719"/>
                </a:cubicBezTo>
                <a:cubicBezTo>
                  <a:pt x="127403" y="37719"/>
                  <a:pt x="132798" y="38816"/>
                  <a:pt x="137517" y="41020"/>
                </a:cubicBezTo>
                <a:cubicBezTo>
                  <a:pt x="142235" y="43224"/>
                  <a:pt x="146688" y="46415"/>
                  <a:pt x="150876" y="50603"/>
                </a:cubicBezTo>
                <a:cubicBezTo>
                  <a:pt x="155064" y="46415"/>
                  <a:pt x="159471" y="43224"/>
                  <a:pt x="164080" y="41020"/>
                </a:cubicBezTo>
                <a:cubicBezTo>
                  <a:pt x="168689" y="38816"/>
                  <a:pt x="174029" y="37719"/>
                  <a:pt x="180109" y="37719"/>
                </a:cubicBezTo>
                <a:cubicBezTo>
                  <a:pt x="190588" y="37719"/>
                  <a:pt x="199595" y="41441"/>
                  <a:pt x="207139" y="48875"/>
                </a:cubicBezTo>
                <a:cubicBezTo>
                  <a:pt x="214683" y="56318"/>
                  <a:pt x="218770" y="65380"/>
                  <a:pt x="219401" y="76069"/>
                </a:cubicBezTo>
                <a:cubicBezTo>
                  <a:pt x="231554" y="77111"/>
                  <a:pt x="242033" y="82195"/>
                  <a:pt x="250829" y="91312"/>
                </a:cubicBezTo>
                <a:cubicBezTo>
                  <a:pt x="259635" y="100429"/>
                  <a:pt x="264033" y="111374"/>
                  <a:pt x="264033" y="124157"/>
                </a:cubicBezTo>
                <a:cubicBezTo>
                  <a:pt x="264033" y="128976"/>
                  <a:pt x="263402" y="133539"/>
                  <a:pt x="262149" y="137828"/>
                </a:cubicBezTo>
                <a:cubicBezTo>
                  <a:pt x="260887" y="142125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891" y="201223"/>
                  <a:pt x="251615" y="210129"/>
                </a:cubicBezTo>
                <a:cubicBezTo>
                  <a:pt x="243340" y="219035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52" y="236007"/>
                  <a:pt x="166439" y="239673"/>
                </a:cubicBezTo>
                <a:cubicBezTo>
                  <a:pt x="170517" y="243340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46"/>
                  <a:pt x="188284" y="216411"/>
                </a:cubicBezTo>
                <a:cubicBezTo>
                  <a:pt x="184087" y="213586"/>
                  <a:pt x="180530" y="210074"/>
                  <a:pt x="177595" y="205886"/>
                </a:cubicBezTo>
                <a:cubicBezTo>
                  <a:pt x="175921" y="203582"/>
                  <a:pt x="175290" y="201223"/>
                  <a:pt x="175711" y="198809"/>
                </a:cubicBezTo>
                <a:cubicBezTo>
                  <a:pt x="176123" y="196404"/>
                  <a:pt x="177485" y="194356"/>
                  <a:pt x="179798" y="192682"/>
                </a:cubicBezTo>
                <a:cubicBezTo>
                  <a:pt x="182103" y="191009"/>
                  <a:pt x="184453" y="190378"/>
                  <a:pt x="186867" y="190799"/>
                </a:cubicBezTo>
                <a:cubicBezTo>
                  <a:pt x="189272" y="191210"/>
                  <a:pt x="191320" y="192573"/>
                  <a:pt x="192993" y="194886"/>
                </a:cubicBezTo>
                <a:cubicBezTo>
                  <a:pt x="195718" y="198653"/>
                  <a:pt x="199074" y="201534"/>
                  <a:pt x="203052" y="203527"/>
                </a:cubicBezTo>
                <a:cubicBezTo>
                  <a:pt x="207038" y="205521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31"/>
                  <a:pt x="244547" y="170837"/>
                </a:cubicBezTo>
                <a:cubicBezTo>
                  <a:pt x="244127" y="168844"/>
                  <a:pt x="243706" y="166805"/>
                  <a:pt x="243285" y="164711"/>
                </a:cubicBezTo>
                <a:cubicBezTo>
                  <a:pt x="239518" y="167427"/>
                  <a:pt x="235376" y="169475"/>
                  <a:pt x="230868" y="170837"/>
                </a:cubicBezTo>
                <a:cubicBezTo>
                  <a:pt x="226369" y="172200"/>
                  <a:pt x="221705" y="172876"/>
                  <a:pt x="216887" y="172876"/>
                </a:cubicBezTo>
                <a:cubicBezTo>
                  <a:pt x="214162" y="172876"/>
                  <a:pt x="211903" y="171989"/>
                  <a:pt x="210129" y="170206"/>
                </a:cubicBezTo>
                <a:cubicBezTo>
                  <a:pt x="208346" y="168423"/>
                  <a:pt x="207459" y="166174"/>
                  <a:pt x="207459" y="163449"/>
                </a:cubicBezTo>
                <a:cubicBezTo>
                  <a:pt x="207459" y="160724"/>
                  <a:pt x="208346" y="158475"/>
                  <a:pt x="210129" y="156692"/>
                </a:cubicBezTo>
                <a:cubicBezTo>
                  <a:pt x="211903" y="154909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172" y="104095"/>
                  <a:pt x="207294" y="107972"/>
                </a:cubicBezTo>
                <a:cubicBezTo>
                  <a:pt x="203417" y="111849"/>
                  <a:pt x="198964" y="114730"/>
                  <a:pt x="193935" y="116613"/>
                </a:cubicBezTo>
                <a:cubicBezTo>
                  <a:pt x="191420" y="117665"/>
                  <a:pt x="189016" y="117610"/>
                  <a:pt x="186711" y="116458"/>
                </a:cubicBezTo>
                <a:cubicBezTo>
                  <a:pt x="184407" y="115306"/>
                  <a:pt x="182834" y="113468"/>
                  <a:pt x="181993" y="110953"/>
                </a:cubicBezTo>
                <a:cubicBezTo>
                  <a:pt x="181152" y="108439"/>
                  <a:pt x="181262" y="105979"/>
                  <a:pt x="182313" y="103574"/>
                </a:cubicBezTo>
                <a:cubicBezTo>
                  <a:pt x="183355" y="101160"/>
                  <a:pt x="185139" y="99532"/>
                  <a:pt x="187653" y="98700"/>
                </a:cubicBezTo>
                <a:cubicBezTo>
                  <a:pt x="191420" y="97438"/>
                  <a:pt x="194511" y="94924"/>
                  <a:pt x="196925" y="91157"/>
                </a:cubicBezTo>
                <a:cubicBezTo>
                  <a:pt x="199330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12"/>
                  <a:pt x="166274" y="62079"/>
                </a:cubicBezTo>
                <a:cubicBezTo>
                  <a:pt x="162297" y="65745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10" y="65745"/>
                  <a:pt x="135633" y="62079"/>
                </a:cubicBezTo>
                <a:cubicBezTo>
                  <a:pt x="131756" y="58412"/>
                  <a:pt x="126992" y="56583"/>
                  <a:pt x="121332" y="56583"/>
                </a:cubicBezTo>
                <a:cubicBezTo>
                  <a:pt x="115882" y="56583"/>
                  <a:pt x="111118" y="58677"/>
                  <a:pt x="107031" y="62865"/>
                </a:cubicBezTo>
                <a:cubicBezTo>
                  <a:pt x="102943" y="67053"/>
                  <a:pt x="100895" y="72192"/>
                  <a:pt x="100895" y="78263"/>
                </a:cubicBezTo>
                <a:cubicBezTo>
                  <a:pt x="100895" y="83082"/>
                  <a:pt x="102047" y="87334"/>
                  <a:pt x="104360" y="91001"/>
                </a:cubicBezTo>
                <a:cubicBezTo>
                  <a:pt x="106665" y="94668"/>
                  <a:pt x="109701" y="97128"/>
                  <a:pt x="113468" y="98380"/>
                </a:cubicBezTo>
                <a:cubicBezTo>
                  <a:pt x="115982" y="99222"/>
                  <a:pt x="117820" y="100849"/>
                  <a:pt x="118973" y="103254"/>
                </a:cubicBezTo>
                <a:cubicBezTo>
                  <a:pt x="120125" y="105668"/>
                  <a:pt x="120280" y="108027"/>
                  <a:pt x="119448" y="110332"/>
                </a:cubicBezTo>
                <a:cubicBezTo>
                  <a:pt x="118397" y="112846"/>
                  <a:pt x="116668" y="114730"/>
                  <a:pt x="114254" y="115982"/>
                </a:cubicBezTo>
                <a:cubicBezTo>
                  <a:pt x="111849" y="117244"/>
                  <a:pt x="109390" y="117345"/>
                  <a:pt x="106875" y="116303"/>
                </a:cubicBezTo>
                <a:cubicBezTo>
                  <a:pt x="101846" y="114620"/>
                  <a:pt x="97438" y="111849"/>
                  <a:pt x="93671" y="107972"/>
                </a:cubicBezTo>
                <a:cubicBezTo>
                  <a:pt x="89895" y="104095"/>
                  <a:pt x="86959" y="99642"/>
                  <a:pt x="84865" y="94613"/>
                </a:cubicBezTo>
                <a:cubicBezTo>
                  <a:pt x="77532" y="95244"/>
                  <a:pt x="70985" y="98335"/>
                  <a:pt x="65224" y="103885"/>
                </a:cubicBezTo>
                <a:cubicBezTo>
                  <a:pt x="59463" y="109435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49" y="154909"/>
                  <a:pt x="91623" y="156692"/>
                </a:cubicBezTo>
                <a:cubicBezTo>
                  <a:pt x="93406" y="158475"/>
                  <a:pt x="94302" y="160724"/>
                  <a:pt x="94302" y="163449"/>
                </a:cubicBezTo>
                <a:cubicBezTo>
                  <a:pt x="94302" y="166174"/>
                  <a:pt x="93406" y="168423"/>
                  <a:pt x="91623" y="170206"/>
                </a:cubicBezTo>
                <a:cubicBezTo>
                  <a:pt x="89849" y="171989"/>
                  <a:pt x="87590" y="172876"/>
                  <a:pt x="84865" y="172876"/>
                </a:cubicBezTo>
                <a:cubicBezTo>
                  <a:pt x="80047" y="172876"/>
                  <a:pt x="75383" y="172145"/>
                  <a:pt x="70884" y="170682"/>
                </a:cubicBezTo>
                <a:cubicBezTo>
                  <a:pt x="66376" y="169210"/>
                  <a:pt x="62234" y="167225"/>
                  <a:pt x="58467" y="164711"/>
                </a:cubicBezTo>
                <a:cubicBezTo>
                  <a:pt x="57836" y="166384"/>
                  <a:pt x="57360" y="168167"/>
                  <a:pt x="57049" y="170051"/>
                </a:cubicBezTo>
                <a:cubicBezTo>
                  <a:pt x="56739" y="171935"/>
                  <a:pt x="56583" y="173818"/>
                  <a:pt x="56583" y="175711"/>
                </a:cubicBezTo>
                <a:cubicBezTo>
                  <a:pt x="56583" y="184718"/>
                  <a:pt x="59354" y="192106"/>
                  <a:pt x="64904" y="197867"/>
                </a:cubicBezTo>
                <a:cubicBezTo>
                  <a:pt x="70464" y="203628"/>
                  <a:pt x="77221" y="206508"/>
                  <a:pt x="85186" y="206508"/>
                </a:cubicBezTo>
                <a:cubicBezTo>
                  <a:pt x="89794" y="206508"/>
                  <a:pt x="94137" y="205466"/>
                  <a:pt x="98225" y="203372"/>
                </a:cubicBezTo>
                <a:cubicBezTo>
                  <a:pt x="102312" y="201269"/>
                  <a:pt x="105714" y="198443"/>
                  <a:pt x="108439" y="194886"/>
                </a:cubicBezTo>
                <a:cubicBezTo>
                  <a:pt x="110121" y="192783"/>
                  <a:pt x="112215" y="191475"/>
                  <a:pt x="114730" y="190954"/>
                </a:cubicBezTo>
                <a:cubicBezTo>
                  <a:pt x="117244" y="190433"/>
                  <a:pt x="119549" y="191009"/>
                  <a:pt x="121643" y="192682"/>
                </a:cubicBezTo>
                <a:cubicBezTo>
                  <a:pt x="123737" y="194356"/>
                  <a:pt x="125053" y="196450"/>
                  <a:pt x="125575" y="198964"/>
                </a:cubicBezTo>
                <a:cubicBezTo>
                  <a:pt x="126096" y="201479"/>
                  <a:pt x="125520" y="203783"/>
                  <a:pt x="123846" y="205886"/>
                </a:cubicBezTo>
                <a:cubicBezTo>
                  <a:pt x="120911" y="210074"/>
                  <a:pt x="117400" y="213586"/>
                  <a:pt x="113312" y="216411"/>
                </a:cubicBezTo>
                <a:cubicBezTo>
                  <a:pt x="109225" y="219246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40"/>
                  <a:pt x="135478" y="239673"/>
                </a:cubicBezTo>
                <a:cubicBezTo>
                  <a:pt x="139455" y="236007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68" name="圖示 模組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161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156" y="218898"/>
                  <a:pt x="41834" y="216566"/>
                  <a:pt x="40206" y="213677"/>
                </a:cubicBezTo>
                <a:cubicBezTo>
                  <a:pt x="38551" y="210787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51" y="90965"/>
                  <a:pt x="40206" y="88075"/>
                </a:cubicBezTo>
                <a:cubicBezTo>
                  <a:pt x="41861" y="85186"/>
                  <a:pt x="44175" y="82854"/>
                  <a:pt x="47146" y="81098"/>
                </a:cubicBezTo>
                <a:lnTo>
                  <a:pt x="141449" y="26719"/>
                </a:lnTo>
                <a:cubicBezTo>
                  <a:pt x="144439" y="25045"/>
                  <a:pt x="147612" y="24204"/>
                  <a:pt x="150940" y="24204"/>
                </a:cubicBezTo>
                <a:cubicBezTo>
                  <a:pt x="154250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96" y="82854"/>
                  <a:pt x="259918" y="85186"/>
                  <a:pt x="261546" y="88075"/>
                </a:cubicBezTo>
                <a:cubicBezTo>
                  <a:pt x="263201" y="90965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201" y="210787"/>
                  <a:pt x="261546" y="213677"/>
                </a:cubicBezTo>
                <a:cubicBezTo>
                  <a:pt x="259918" y="216566"/>
                  <a:pt x="257596" y="218898"/>
                  <a:pt x="254606" y="220654"/>
                </a:cubicBezTo>
                <a:lnTo>
                  <a:pt x="160303" y="275033"/>
                </a:lnTo>
                <a:cubicBezTo>
                  <a:pt x="157313" y="276707"/>
                  <a:pt x="154150" y="277548"/>
                  <a:pt x="150812" y="277548"/>
                </a:cubicBezTo>
                <a:cubicBezTo>
                  <a:pt x="147502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70" name="圖示 分析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943" y="152952"/>
                </a:moveTo>
                <a:cubicBezTo>
                  <a:pt x="90160" y="154753"/>
                  <a:pt x="89273" y="156993"/>
                  <a:pt x="89273" y="159682"/>
                </a:cubicBezTo>
                <a:lnTo>
                  <a:pt x="89273" y="205255"/>
                </a:lnTo>
                <a:cubicBezTo>
                  <a:pt x="89273" y="207935"/>
                  <a:pt x="90178" y="210175"/>
                  <a:pt x="92007" y="211976"/>
                </a:cubicBezTo>
                <a:cubicBezTo>
                  <a:pt x="93827" y="213787"/>
                  <a:pt x="96076" y="214683"/>
                  <a:pt x="98764" y="214683"/>
                </a:cubicBezTo>
                <a:cubicBezTo>
                  <a:pt x="101444" y="214683"/>
                  <a:pt x="103675" y="213787"/>
                  <a:pt x="105458" y="211976"/>
                </a:cubicBezTo>
                <a:cubicBezTo>
                  <a:pt x="107241" y="210175"/>
                  <a:pt x="108128" y="207935"/>
                  <a:pt x="108128" y="205255"/>
                </a:cubicBezTo>
                <a:lnTo>
                  <a:pt x="108128" y="159682"/>
                </a:lnTo>
                <a:cubicBezTo>
                  <a:pt x="108128" y="156993"/>
                  <a:pt x="107213" y="154753"/>
                  <a:pt x="105394" y="152952"/>
                </a:cubicBezTo>
                <a:cubicBezTo>
                  <a:pt x="103574" y="151150"/>
                  <a:pt x="101316" y="150245"/>
                  <a:pt x="98636" y="150245"/>
                </a:cubicBezTo>
                <a:cubicBezTo>
                  <a:pt x="95957" y="150245"/>
                  <a:pt x="93717" y="151150"/>
                  <a:pt x="91943" y="152952"/>
                </a:cubicBezTo>
                <a:close/>
                <a:moveTo>
                  <a:pt x="196294" y="85368"/>
                </a:moveTo>
                <a:cubicBezTo>
                  <a:pt x="194511" y="87170"/>
                  <a:pt x="193624" y="89419"/>
                  <a:pt x="193624" y="92098"/>
                </a:cubicBezTo>
                <a:lnTo>
                  <a:pt x="193624" y="205255"/>
                </a:lnTo>
                <a:cubicBezTo>
                  <a:pt x="193624" y="207935"/>
                  <a:pt x="194539" y="210175"/>
                  <a:pt x="196358" y="211976"/>
                </a:cubicBezTo>
                <a:cubicBezTo>
                  <a:pt x="198178" y="213787"/>
                  <a:pt x="200436" y="214683"/>
                  <a:pt x="203116" y="214683"/>
                </a:cubicBezTo>
                <a:cubicBezTo>
                  <a:pt x="205795" y="214683"/>
                  <a:pt x="208035" y="213787"/>
                  <a:pt x="209809" y="211976"/>
                </a:cubicBezTo>
                <a:cubicBezTo>
                  <a:pt x="211592" y="210175"/>
                  <a:pt x="212488" y="207935"/>
                  <a:pt x="212488" y="205255"/>
                </a:cubicBezTo>
                <a:lnTo>
                  <a:pt x="212488" y="92098"/>
                </a:lnTo>
                <a:cubicBezTo>
                  <a:pt x="212488" y="89419"/>
                  <a:pt x="211574" y="87170"/>
                  <a:pt x="209745" y="85368"/>
                </a:cubicBezTo>
                <a:cubicBezTo>
                  <a:pt x="207925" y="83567"/>
                  <a:pt x="205676" y="82671"/>
                  <a:pt x="202988" y="82671"/>
                </a:cubicBezTo>
                <a:cubicBezTo>
                  <a:pt x="200308" y="82671"/>
                  <a:pt x="198077" y="83567"/>
                  <a:pt x="196294" y="85368"/>
                </a:cubicBezTo>
                <a:close/>
                <a:moveTo>
                  <a:pt x="144119" y="180301"/>
                </a:moveTo>
                <a:cubicBezTo>
                  <a:pt x="142336" y="182103"/>
                  <a:pt x="141449" y="184343"/>
                  <a:pt x="141449" y="187022"/>
                </a:cubicBezTo>
                <a:lnTo>
                  <a:pt x="141449" y="205255"/>
                </a:lnTo>
                <a:cubicBezTo>
                  <a:pt x="141449" y="207935"/>
                  <a:pt x="142354" y="210175"/>
                  <a:pt x="144183" y="211976"/>
                </a:cubicBezTo>
                <a:cubicBezTo>
                  <a:pt x="146002" y="213787"/>
                  <a:pt x="148261" y="214683"/>
                  <a:pt x="150940" y="214683"/>
                </a:cubicBezTo>
                <a:cubicBezTo>
                  <a:pt x="153619" y="214683"/>
                  <a:pt x="155850" y="213787"/>
                  <a:pt x="157633" y="211976"/>
                </a:cubicBezTo>
                <a:cubicBezTo>
                  <a:pt x="159416" y="210175"/>
                  <a:pt x="160303" y="207935"/>
                  <a:pt x="160303" y="205255"/>
                </a:cubicBezTo>
                <a:lnTo>
                  <a:pt x="160303" y="187022"/>
                </a:lnTo>
                <a:cubicBezTo>
                  <a:pt x="160303" y="184343"/>
                  <a:pt x="159398" y="182103"/>
                  <a:pt x="157569" y="180301"/>
                </a:cubicBezTo>
                <a:cubicBezTo>
                  <a:pt x="155750" y="178491"/>
                  <a:pt x="153491" y="177595"/>
                  <a:pt x="150812" y="177595"/>
                </a:cubicBezTo>
                <a:cubicBezTo>
                  <a:pt x="148133" y="177595"/>
                  <a:pt x="145902" y="178491"/>
                  <a:pt x="144119" y="18030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633" y="147511"/>
                </a:moveTo>
                <a:cubicBezTo>
                  <a:pt x="159416" y="145691"/>
                  <a:pt x="160303" y="143433"/>
                  <a:pt x="160303" y="140754"/>
                </a:cubicBezTo>
                <a:cubicBezTo>
                  <a:pt x="160303" y="138074"/>
                  <a:pt x="159398" y="135843"/>
                  <a:pt x="157569" y="134060"/>
                </a:cubicBezTo>
                <a:cubicBezTo>
                  <a:pt x="155750" y="132277"/>
                  <a:pt x="153491" y="131390"/>
                  <a:pt x="150812" y="131390"/>
                </a:cubicBezTo>
                <a:cubicBezTo>
                  <a:pt x="148133" y="131390"/>
                  <a:pt x="145902" y="132295"/>
                  <a:pt x="144119" y="134124"/>
                </a:cubicBezTo>
                <a:cubicBezTo>
                  <a:pt x="142336" y="135944"/>
                  <a:pt x="141449" y="138202"/>
                  <a:pt x="141449" y="140882"/>
                </a:cubicBezTo>
                <a:cubicBezTo>
                  <a:pt x="141449" y="143561"/>
                  <a:pt x="142354" y="145792"/>
                  <a:pt x="144183" y="147575"/>
                </a:cubicBezTo>
                <a:cubicBezTo>
                  <a:pt x="146002" y="149358"/>
                  <a:pt x="148261" y="150245"/>
                  <a:pt x="150940" y="150245"/>
                </a:cubicBezTo>
                <a:cubicBezTo>
                  <a:pt x="153619" y="150245"/>
                  <a:pt x="155850" y="149340"/>
                  <a:pt x="157633" y="14751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72" name="圖示 長條圖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98" y="251460"/>
                  <a:pt x="211958" y="250555"/>
                  <a:pt x="210157" y="248753"/>
                </a:cubicBezTo>
                <a:cubicBezTo>
                  <a:pt x="208355" y="246934"/>
                  <a:pt x="207459" y="244693"/>
                  <a:pt x="207459" y="242033"/>
                </a:cubicBezTo>
                <a:lnTo>
                  <a:pt x="207459" y="172876"/>
                </a:lnTo>
                <a:cubicBezTo>
                  <a:pt x="207459" y="170197"/>
                  <a:pt x="208355" y="167957"/>
                  <a:pt x="210157" y="166156"/>
                </a:cubicBezTo>
                <a:cubicBezTo>
                  <a:pt x="211976" y="164354"/>
                  <a:pt x="214226" y="163449"/>
                  <a:pt x="216887" y="163449"/>
                </a:cubicBezTo>
                <a:lnTo>
                  <a:pt x="242033" y="163449"/>
                </a:lnTo>
                <a:cubicBezTo>
                  <a:pt x="244712" y="163449"/>
                  <a:pt x="246952" y="164354"/>
                  <a:pt x="248753" y="166156"/>
                </a:cubicBezTo>
                <a:cubicBezTo>
                  <a:pt x="250555" y="167957"/>
                  <a:pt x="251460" y="170197"/>
                  <a:pt x="251460" y="172876"/>
                </a:cubicBezTo>
                <a:lnTo>
                  <a:pt x="251460" y="242033"/>
                </a:lnTo>
                <a:cubicBezTo>
                  <a:pt x="251460" y="244712"/>
                  <a:pt x="250555" y="246952"/>
                  <a:pt x="248753" y="248753"/>
                </a:cubicBezTo>
                <a:cubicBezTo>
                  <a:pt x="246952" y="250555"/>
                  <a:pt x="244712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624" y="251460"/>
                  <a:pt x="133374" y="250555"/>
                  <a:pt x="131573" y="248753"/>
                </a:cubicBezTo>
                <a:cubicBezTo>
                  <a:pt x="129772" y="246934"/>
                  <a:pt x="128876" y="244693"/>
                  <a:pt x="128876" y="242033"/>
                </a:cubicBezTo>
                <a:lnTo>
                  <a:pt x="128876" y="59719"/>
                </a:lnTo>
                <a:cubicBezTo>
                  <a:pt x="128876" y="57040"/>
                  <a:pt x="129772" y="54800"/>
                  <a:pt x="131573" y="52999"/>
                </a:cubicBezTo>
                <a:cubicBezTo>
                  <a:pt x="133402" y="51197"/>
                  <a:pt x="135642" y="50292"/>
                  <a:pt x="138303" y="50292"/>
                </a:cubicBezTo>
                <a:lnTo>
                  <a:pt x="163449" y="50292"/>
                </a:lnTo>
                <a:cubicBezTo>
                  <a:pt x="166128" y="50292"/>
                  <a:pt x="168378" y="51197"/>
                  <a:pt x="170179" y="52999"/>
                </a:cubicBezTo>
                <a:cubicBezTo>
                  <a:pt x="171980" y="54800"/>
                  <a:pt x="172876" y="57040"/>
                  <a:pt x="172876" y="59719"/>
                </a:cubicBezTo>
                <a:lnTo>
                  <a:pt x="172876" y="242033"/>
                </a:lnTo>
                <a:cubicBezTo>
                  <a:pt x="172876" y="244712"/>
                  <a:pt x="171980" y="246952"/>
                  <a:pt x="170179" y="248753"/>
                </a:cubicBezTo>
                <a:cubicBezTo>
                  <a:pt x="168378" y="250555"/>
                  <a:pt x="166128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7040" y="251460"/>
                  <a:pt x="54800" y="250555"/>
                  <a:pt x="52999" y="248753"/>
                </a:cubicBezTo>
                <a:cubicBezTo>
                  <a:pt x="51197" y="246934"/>
                  <a:pt x="50292" y="244693"/>
                  <a:pt x="50292" y="242033"/>
                </a:cubicBezTo>
                <a:lnTo>
                  <a:pt x="50292" y="122584"/>
                </a:lnTo>
                <a:cubicBezTo>
                  <a:pt x="50292" y="119905"/>
                  <a:pt x="51197" y="117665"/>
                  <a:pt x="52999" y="115864"/>
                </a:cubicBezTo>
                <a:cubicBezTo>
                  <a:pt x="54818" y="114062"/>
                  <a:pt x="57059" y="113157"/>
                  <a:pt x="59719" y="113157"/>
                </a:cubicBezTo>
                <a:lnTo>
                  <a:pt x="84865" y="113157"/>
                </a:lnTo>
                <a:cubicBezTo>
                  <a:pt x="87554" y="113157"/>
                  <a:pt x="89794" y="114062"/>
                  <a:pt x="91595" y="115864"/>
                </a:cubicBezTo>
                <a:cubicBezTo>
                  <a:pt x="93397" y="117665"/>
                  <a:pt x="94302" y="119905"/>
                  <a:pt x="94302" y="122584"/>
                </a:cubicBezTo>
                <a:lnTo>
                  <a:pt x="94302" y="242033"/>
                </a:lnTo>
                <a:cubicBezTo>
                  <a:pt x="94302" y="244712"/>
                  <a:pt x="93397" y="246952"/>
                  <a:pt x="91595" y="248753"/>
                </a:cubicBezTo>
                <a:cubicBezTo>
                  <a:pt x="89794" y="250555"/>
                  <a:pt x="87554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74" name="圖示 排名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818"/>
                  <a:pt x="26993" y="122374"/>
                  <a:pt x="30678" y="118689"/>
                </a:cubicBezTo>
                <a:cubicBezTo>
                  <a:pt x="34391" y="115004"/>
                  <a:pt x="38825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80"/>
                  <a:pt x="104626" y="46936"/>
                  <a:pt x="108320" y="43251"/>
                </a:cubicBezTo>
                <a:cubicBezTo>
                  <a:pt x="112023" y="39566"/>
                  <a:pt x="116467" y="37719"/>
                  <a:pt x="121643" y="37719"/>
                </a:cubicBezTo>
                <a:lnTo>
                  <a:pt x="180109" y="37719"/>
                </a:lnTo>
                <a:cubicBezTo>
                  <a:pt x="185303" y="37719"/>
                  <a:pt x="189747" y="39566"/>
                  <a:pt x="193432" y="43251"/>
                </a:cubicBezTo>
                <a:cubicBezTo>
                  <a:pt x="197126" y="46936"/>
                  <a:pt x="198964" y="51380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45" y="138303"/>
                  <a:pt x="267389" y="140150"/>
                  <a:pt x="271074" y="143835"/>
                </a:cubicBezTo>
                <a:cubicBezTo>
                  <a:pt x="274759" y="147520"/>
                  <a:pt x="276606" y="151964"/>
                  <a:pt x="276606" y="157167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44010" y="264033"/>
                </a:lnTo>
                <a:cubicBezTo>
                  <a:pt x="38807" y="264033"/>
                  <a:pt x="34363" y="262186"/>
                  <a:pt x="30678" y="258501"/>
                </a:cubicBezTo>
                <a:cubicBezTo>
                  <a:pt x="26993" y="254788"/>
                  <a:pt x="25146" y="250354"/>
                  <a:pt x="25146" y="2451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76" name="圖示 監控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389" y="261326"/>
                </a:moveTo>
                <a:cubicBezTo>
                  <a:pt x="38606" y="259507"/>
                  <a:pt x="37719" y="257266"/>
                  <a:pt x="37719" y="254606"/>
                </a:cubicBezTo>
                <a:lnTo>
                  <a:pt x="37719" y="240149"/>
                </a:lnTo>
                <a:cubicBezTo>
                  <a:pt x="37719" y="237461"/>
                  <a:pt x="38633" y="235220"/>
                  <a:pt x="40453" y="233419"/>
                </a:cubicBezTo>
                <a:cubicBezTo>
                  <a:pt x="42273" y="231618"/>
                  <a:pt x="44531" y="230712"/>
                  <a:pt x="47210" y="230712"/>
                </a:cubicBezTo>
                <a:cubicBezTo>
                  <a:pt x="49890" y="230712"/>
                  <a:pt x="52130" y="231618"/>
                  <a:pt x="53904" y="233419"/>
                </a:cubicBezTo>
                <a:cubicBezTo>
                  <a:pt x="55687" y="235220"/>
                  <a:pt x="56583" y="237461"/>
                  <a:pt x="56583" y="240149"/>
                </a:cubicBezTo>
                <a:lnTo>
                  <a:pt x="56583" y="254606"/>
                </a:lnTo>
                <a:cubicBezTo>
                  <a:pt x="56583" y="257285"/>
                  <a:pt x="55669" y="259525"/>
                  <a:pt x="53840" y="261326"/>
                </a:cubicBezTo>
                <a:cubicBezTo>
                  <a:pt x="52020" y="263128"/>
                  <a:pt x="49771" y="264033"/>
                  <a:pt x="47082" y="264033"/>
                </a:cubicBezTo>
                <a:cubicBezTo>
                  <a:pt x="44403" y="264033"/>
                  <a:pt x="42172" y="263128"/>
                  <a:pt x="40389" y="261326"/>
                </a:cubicBezTo>
                <a:close/>
                <a:moveTo>
                  <a:pt x="92254" y="261326"/>
                </a:moveTo>
                <a:cubicBezTo>
                  <a:pt x="90471" y="259507"/>
                  <a:pt x="89584" y="257266"/>
                  <a:pt x="89584" y="254606"/>
                </a:cubicBezTo>
                <a:lnTo>
                  <a:pt x="89584" y="189857"/>
                </a:lnTo>
                <a:cubicBezTo>
                  <a:pt x="89584" y="187169"/>
                  <a:pt x="90498" y="184928"/>
                  <a:pt x="92318" y="183127"/>
                </a:cubicBezTo>
                <a:cubicBezTo>
                  <a:pt x="94137" y="181326"/>
                  <a:pt x="96396" y="180420"/>
                  <a:pt x="99075" y="180420"/>
                </a:cubicBezTo>
                <a:cubicBezTo>
                  <a:pt x="101754" y="180420"/>
                  <a:pt x="103986" y="181326"/>
                  <a:pt x="105769" y="183127"/>
                </a:cubicBezTo>
                <a:cubicBezTo>
                  <a:pt x="107552" y="184928"/>
                  <a:pt x="108439" y="187169"/>
                  <a:pt x="108439" y="189857"/>
                </a:cubicBezTo>
                <a:lnTo>
                  <a:pt x="108439" y="254606"/>
                </a:lnTo>
                <a:cubicBezTo>
                  <a:pt x="108439" y="257285"/>
                  <a:pt x="107533" y="259525"/>
                  <a:pt x="105705" y="261326"/>
                </a:cubicBezTo>
                <a:cubicBezTo>
                  <a:pt x="103885" y="263128"/>
                  <a:pt x="101636" y="264033"/>
                  <a:pt x="98947" y="264033"/>
                </a:cubicBezTo>
                <a:cubicBezTo>
                  <a:pt x="96268" y="264033"/>
                  <a:pt x="94037" y="263128"/>
                  <a:pt x="92254" y="261326"/>
                </a:cubicBezTo>
                <a:close/>
                <a:moveTo>
                  <a:pt x="144119" y="261326"/>
                </a:moveTo>
                <a:cubicBezTo>
                  <a:pt x="142336" y="259507"/>
                  <a:pt x="141449" y="257266"/>
                  <a:pt x="141449" y="254606"/>
                </a:cubicBezTo>
                <a:lnTo>
                  <a:pt x="141449" y="208712"/>
                </a:lnTo>
                <a:cubicBezTo>
                  <a:pt x="141449" y="206033"/>
                  <a:pt x="142354" y="203783"/>
                  <a:pt x="144183" y="201982"/>
                </a:cubicBezTo>
                <a:cubicBezTo>
                  <a:pt x="146002" y="200180"/>
                  <a:pt x="148261" y="199284"/>
                  <a:pt x="150940" y="199284"/>
                </a:cubicBezTo>
                <a:cubicBezTo>
                  <a:pt x="153619" y="199284"/>
                  <a:pt x="155850" y="200180"/>
                  <a:pt x="157633" y="201982"/>
                </a:cubicBezTo>
                <a:cubicBezTo>
                  <a:pt x="159416" y="203783"/>
                  <a:pt x="160303" y="206033"/>
                  <a:pt x="160303" y="208712"/>
                </a:cubicBezTo>
                <a:lnTo>
                  <a:pt x="160303" y="254606"/>
                </a:lnTo>
                <a:cubicBezTo>
                  <a:pt x="160303" y="257285"/>
                  <a:pt x="159398" y="259525"/>
                  <a:pt x="157569" y="261326"/>
                </a:cubicBezTo>
                <a:cubicBezTo>
                  <a:pt x="155750" y="263128"/>
                  <a:pt x="153491" y="264033"/>
                  <a:pt x="150812" y="264033"/>
                </a:cubicBezTo>
                <a:cubicBezTo>
                  <a:pt x="148133" y="264033"/>
                  <a:pt x="145902" y="263128"/>
                  <a:pt x="144119" y="261326"/>
                </a:cubicBezTo>
                <a:close/>
                <a:moveTo>
                  <a:pt x="195983" y="261326"/>
                </a:moveTo>
                <a:cubicBezTo>
                  <a:pt x="194200" y="259507"/>
                  <a:pt x="193313" y="257266"/>
                  <a:pt x="193313" y="254606"/>
                </a:cubicBezTo>
                <a:lnTo>
                  <a:pt x="193313" y="177284"/>
                </a:lnTo>
                <a:cubicBezTo>
                  <a:pt x="193313" y="174596"/>
                  <a:pt x="194219" y="172355"/>
                  <a:pt x="196047" y="170554"/>
                </a:cubicBezTo>
                <a:cubicBezTo>
                  <a:pt x="197867" y="168753"/>
                  <a:pt x="200116" y="167847"/>
                  <a:pt x="202805" y="167847"/>
                </a:cubicBezTo>
                <a:cubicBezTo>
                  <a:pt x="205484" y="167847"/>
                  <a:pt x="207715" y="168753"/>
                  <a:pt x="209498" y="170554"/>
                </a:cubicBezTo>
                <a:cubicBezTo>
                  <a:pt x="211281" y="172355"/>
                  <a:pt x="212168" y="174596"/>
                  <a:pt x="212168" y="177284"/>
                </a:cubicBezTo>
                <a:lnTo>
                  <a:pt x="212168" y="254606"/>
                </a:lnTo>
                <a:cubicBezTo>
                  <a:pt x="212168" y="257285"/>
                  <a:pt x="211254" y="259525"/>
                  <a:pt x="209434" y="261326"/>
                </a:cubicBezTo>
                <a:cubicBezTo>
                  <a:pt x="207615" y="263128"/>
                  <a:pt x="205356" y="264033"/>
                  <a:pt x="202677" y="264033"/>
                </a:cubicBezTo>
                <a:cubicBezTo>
                  <a:pt x="199998" y="264033"/>
                  <a:pt x="197766" y="263128"/>
                  <a:pt x="195983" y="261326"/>
                </a:cubicBezTo>
                <a:close/>
                <a:moveTo>
                  <a:pt x="247848" y="261326"/>
                </a:moveTo>
                <a:cubicBezTo>
                  <a:pt x="246065" y="259507"/>
                  <a:pt x="245178" y="257266"/>
                  <a:pt x="245178" y="254606"/>
                </a:cubicBezTo>
                <a:lnTo>
                  <a:pt x="245178" y="139565"/>
                </a:lnTo>
                <a:cubicBezTo>
                  <a:pt x="245178" y="136877"/>
                  <a:pt x="246083" y="134636"/>
                  <a:pt x="247912" y="132835"/>
                </a:cubicBezTo>
                <a:cubicBezTo>
                  <a:pt x="249732" y="131034"/>
                  <a:pt x="251981" y="130128"/>
                  <a:pt x="254670" y="130128"/>
                </a:cubicBezTo>
                <a:cubicBezTo>
                  <a:pt x="257349" y="130128"/>
                  <a:pt x="259580" y="131034"/>
                  <a:pt x="261363" y="132835"/>
                </a:cubicBezTo>
                <a:cubicBezTo>
                  <a:pt x="263146" y="134636"/>
                  <a:pt x="264033" y="136877"/>
                  <a:pt x="264033" y="139565"/>
                </a:cubicBezTo>
                <a:lnTo>
                  <a:pt x="264033" y="254606"/>
                </a:lnTo>
                <a:cubicBezTo>
                  <a:pt x="264033" y="257285"/>
                  <a:pt x="263119" y="259525"/>
                  <a:pt x="261299" y="261326"/>
                </a:cubicBezTo>
                <a:cubicBezTo>
                  <a:pt x="259479" y="263128"/>
                  <a:pt x="257221" y="264033"/>
                  <a:pt x="254542" y="264033"/>
                </a:cubicBezTo>
                <a:cubicBezTo>
                  <a:pt x="251862" y="264033"/>
                  <a:pt x="249622" y="263128"/>
                  <a:pt x="247848" y="261326"/>
                </a:cubicBezTo>
                <a:close/>
                <a:moveTo>
                  <a:pt x="175867" y="144905"/>
                </a:moveTo>
                <a:cubicBezTo>
                  <a:pt x="173453" y="144905"/>
                  <a:pt x="171093" y="144411"/>
                  <a:pt x="168789" y="143424"/>
                </a:cubicBezTo>
                <a:cubicBezTo>
                  <a:pt x="166485" y="142445"/>
                  <a:pt x="164391" y="141046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57" y="175711"/>
                  <a:pt x="49908" y="176598"/>
                  <a:pt x="47302" y="176497"/>
                </a:cubicBezTo>
                <a:cubicBezTo>
                  <a:pt x="44687" y="176388"/>
                  <a:pt x="42456" y="175391"/>
                  <a:pt x="40609" y="173507"/>
                </a:cubicBezTo>
                <a:cubicBezTo>
                  <a:pt x="38917" y="171624"/>
                  <a:pt x="38012" y="169420"/>
                  <a:pt x="37911" y="166905"/>
                </a:cubicBezTo>
                <a:cubicBezTo>
                  <a:pt x="37801" y="164391"/>
                  <a:pt x="38697" y="162196"/>
                  <a:pt x="40581" y="160303"/>
                </a:cubicBezTo>
                <a:lnTo>
                  <a:pt x="112563" y="88953"/>
                </a:lnTo>
                <a:cubicBezTo>
                  <a:pt x="114465" y="87087"/>
                  <a:pt x="116559" y="85734"/>
                  <a:pt x="118845" y="84902"/>
                </a:cubicBezTo>
                <a:cubicBezTo>
                  <a:pt x="121131" y="84043"/>
                  <a:pt x="123426" y="83613"/>
                  <a:pt x="125730" y="83613"/>
                </a:cubicBezTo>
                <a:cubicBezTo>
                  <a:pt x="128034" y="83613"/>
                  <a:pt x="130375" y="84043"/>
                  <a:pt x="132743" y="84902"/>
                </a:cubicBezTo>
                <a:cubicBezTo>
                  <a:pt x="135130" y="85734"/>
                  <a:pt x="137197" y="87087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06" y="52176"/>
                  <a:pt x="261171" y="54068"/>
                </a:cubicBezTo>
                <a:cubicBezTo>
                  <a:pt x="262872" y="55952"/>
                  <a:pt x="263768" y="58147"/>
                  <a:pt x="263878" y="60661"/>
                </a:cubicBezTo>
                <a:cubicBezTo>
                  <a:pt x="263978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04" y="142546"/>
                  <a:pt x="183090" y="143488"/>
                </a:cubicBezTo>
                <a:cubicBezTo>
                  <a:pt x="180685" y="144429"/>
                  <a:pt x="178271" y="144905"/>
                  <a:pt x="175867" y="14490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78" name="圖示 數據查詢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33" y="166156"/>
                </a:moveTo>
                <a:cubicBezTo>
                  <a:pt x="17694" y="164711"/>
                  <a:pt x="16432" y="162745"/>
                  <a:pt x="16029" y="160276"/>
                </a:cubicBezTo>
                <a:cubicBezTo>
                  <a:pt x="15609" y="157780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112" y="79672"/>
                  <a:pt x="67949" y="76727"/>
                  <a:pt x="74213" y="76352"/>
                </a:cubicBezTo>
                <a:cubicBezTo>
                  <a:pt x="80476" y="75950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641" y="44047"/>
                  <a:pt x="157899" y="41047"/>
                  <a:pt x="164766" y="40993"/>
                </a:cubicBezTo>
                <a:cubicBezTo>
                  <a:pt x="171642" y="40901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648" y="18773"/>
                  <a:pt x="246669" y="17374"/>
                  <a:pt x="249357" y="16852"/>
                </a:cubicBezTo>
                <a:cubicBezTo>
                  <a:pt x="252018" y="16322"/>
                  <a:pt x="254487" y="16926"/>
                  <a:pt x="256773" y="18635"/>
                </a:cubicBezTo>
                <a:cubicBezTo>
                  <a:pt x="258885" y="20044"/>
                  <a:pt x="260101" y="21955"/>
                  <a:pt x="260421" y="24360"/>
                </a:cubicBezTo>
                <a:cubicBezTo>
                  <a:pt x="260732" y="26774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650" y="102523"/>
                  <a:pt x="203838" y="102623"/>
                </a:cubicBezTo>
                <a:cubicBezTo>
                  <a:pt x="197026" y="102733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45" y="124806"/>
                  <a:pt x="120390" y="127723"/>
                  <a:pt x="113971" y="128181"/>
                </a:cubicBezTo>
                <a:cubicBezTo>
                  <a:pt x="107561" y="128647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09" y="167225"/>
                  <a:pt x="27185" y="167847"/>
                </a:cubicBezTo>
                <a:cubicBezTo>
                  <a:pt x="24570" y="168478"/>
                  <a:pt x="22119" y="167911"/>
                  <a:pt x="19833" y="166156"/>
                </a:cubicBezTo>
                <a:close/>
                <a:moveTo>
                  <a:pt x="183191" y="232605"/>
                </a:moveTo>
                <a:cubicBezTo>
                  <a:pt x="193286" y="232605"/>
                  <a:pt x="201954" y="229094"/>
                  <a:pt x="209187" y="222071"/>
                </a:cubicBezTo>
                <a:cubicBezTo>
                  <a:pt x="216411" y="215049"/>
                  <a:pt x="220032" y="206462"/>
                  <a:pt x="220032" y="196294"/>
                </a:cubicBezTo>
                <a:cubicBezTo>
                  <a:pt x="220032" y="186135"/>
                  <a:pt x="216475" y="177485"/>
                  <a:pt x="209370" y="170362"/>
                </a:cubicBezTo>
                <a:cubicBezTo>
                  <a:pt x="202265" y="163239"/>
                  <a:pt x="193560" y="159682"/>
                  <a:pt x="183255" y="159682"/>
                </a:cubicBezTo>
                <a:cubicBezTo>
                  <a:pt x="173132" y="159682"/>
                  <a:pt x="164574" y="163294"/>
                  <a:pt x="157569" y="170517"/>
                </a:cubicBezTo>
                <a:cubicBezTo>
                  <a:pt x="150593" y="177750"/>
                  <a:pt x="147109" y="186419"/>
                  <a:pt x="147109" y="196514"/>
                </a:cubicBezTo>
                <a:cubicBezTo>
                  <a:pt x="147109" y="206618"/>
                  <a:pt x="150593" y="215158"/>
                  <a:pt x="157569" y="222135"/>
                </a:cubicBezTo>
                <a:cubicBezTo>
                  <a:pt x="164546" y="229112"/>
                  <a:pt x="173087" y="232605"/>
                  <a:pt x="183191" y="232605"/>
                </a:cubicBezTo>
                <a:close/>
                <a:moveTo>
                  <a:pt x="183255" y="251460"/>
                </a:moveTo>
                <a:cubicBezTo>
                  <a:pt x="167975" y="251460"/>
                  <a:pt x="154982" y="246102"/>
                  <a:pt x="144274" y="235394"/>
                </a:cubicBezTo>
                <a:cubicBezTo>
                  <a:pt x="133585" y="224686"/>
                  <a:pt x="128245" y="211702"/>
                  <a:pt x="128245" y="196422"/>
                </a:cubicBezTo>
                <a:cubicBezTo>
                  <a:pt x="128245" y="181143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17" y="140818"/>
                  <a:pt x="211857" y="146222"/>
                  <a:pt x="222666" y="157039"/>
                </a:cubicBezTo>
                <a:cubicBezTo>
                  <a:pt x="233483" y="167847"/>
                  <a:pt x="238887" y="180987"/>
                  <a:pt x="238887" y="196450"/>
                </a:cubicBezTo>
                <a:cubicBezTo>
                  <a:pt x="238887" y="202530"/>
                  <a:pt x="238000" y="208236"/>
                  <a:pt x="236217" y="213586"/>
                </a:cubicBezTo>
                <a:cubicBezTo>
                  <a:pt x="234434" y="218926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22" y="247007"/>
                  <a:pt x="200382" y="248790"/>
                </a:cubicBezTo>
                <a:cubicBezTo>
                  <a:pt x="195042" y="250573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80" name="圖示 上升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04"/>
                  <a:pt x="29233" y="215780"/>
                </a:cubicBezTo>
                <a:cubicBezTo>
                  <a:pt x="29233" y="213165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68" y="134115"/>
                  <a:pt x="111667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2004" y="101215"/>
                  <a:pt x="209763" y="100301"/>
                  <a:pt x="207962" y="98481"/>
                </a:cubicBezTo>
                <a:cubicBezTo>
                  <a:pt x="206151" y="96652"/>
                  <a:pt x="205255" y="94403"/>
                  <a:pt x="205255" y="91723"/>
                </a:cubicBezTo>
                <a:cubicBezTo>
                  <a:pt x="205255" y="89035"/>
                  <a:pt x="206151" y="86804"/>
                  <a:pt x="207962" y="85021"/>
                </a:cubicBezTo>
                <a:cubicBezTo>
                  <a:pt x="209763" y="83247"/>
                  <a:pt x="212004" y="82351"/>
                  <a:pt x="214683" y="82351"/>
                </a:cubicBezTo>
                <a:lnTo>
                  <a:pt x="267179" y="82351"/>
                </a:lnTo>
                <a:cubicBezTo>
                  <a:pt x="269858" y="82351"/>
                  <a:pt x="272098" y="83256"/>
                  <a:pt x="273899" y="85057"/>
                </a:cubicBezTo>
                <a:cubicBezTo>
                  <a:pt x="275701" y="86859"/>
                  <a:pt x="276606" y="89099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37" y="148992"/>
                  <a:pt x="274000" y="150876"/>
                </a:cubicBezTo>
                <a:cubicBezTo>
                  <a:pt x="272253" y="152760"/>
                  <a:pt x="270114" y="153701"/>
                  <a:pt x="267553" y="153701"/>
                </a:cubicBezTo>
                <a:cubicBezTo>
                  <a:pt x="264993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65" y="194045"/>
                  <a:pt x="174367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41" y="225372"/>
                  <a:pt x="38816" y="225372"/>
                </a:cubicBezTo>
                <a:cubicBezTo>
                  <a:pt x="36201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82" name="圖示 下降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90" y="174559"/>
                  <a:pt x="122191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189"/>
                  <a:pt x="29233" y="92565"/>
                </a:cubicBezTo>
                <a:cubicBezTo>
                  <a:pt x="29233" y="89950"/>
                  <a:pt x="30175" y="87700"/>
                  <a:pt x="32059" y="85807"/>
                </a:cubicBezTo>
                <a:cubicBezTo>
                  <a:pt x="33952" y="83924"/>
                  <a:pt x="36201" y="82982"/>
                  <a:pt x="38816" y="82982"/>
                </a:cubicBezTo>
                <a:cubicBezTo>
                  <a:pt x="41441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44" y="114309"/>
                  <a:pt x="163851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01"/>
                  <a:pt x="259004" y="159334"/>
                  <a:pt x="260887" y="157569"/>
                </a:cubicBezTo>
                <a:cubicBezTo>
                  <a:pt x="262780" y="155832"/>
                  <a:pt x="264993" y="154963"/>
                  <a:pt x="267553" y="154963"/>
                </a:cubicBezTo>
                <a:cubicBezTo>
                  <a:pt x="270114" y="154963"/>
                  <a:pt x="272253" y="155832"/>
                  <a:pt x="274000" y="157569"/>
                </a:cubicBezTo>
                <a:cubicBezTo>
                  <a:pt x="275737" y="159334"/>
                  <a:pt x="276606" y="161501"/>
                  <a:pt x="276606" y="164080"/>
                </a:cubicBezTo>
                <a:lnTo>
                  <a:pt x="276606" y="216887"/>
                </a:lnTo>
                <a:cubicBezTo>
                  <a:pt x="276606" y="219566"/>
                  <a:pt x="275701" y="221806"/>
                  <a:pt x="273899" y="223607"/>
                </a:cubicBezTo>
                <a:cubicBezTo>
                  <a:pt x="272098" y="225409"/>
                  <a:pt x="269858" y="226314"/>
                  <a:pt x="267179" y="226314"/>
                </a:cubicBezTo>
                <a:lnTo>
                  <a:pt x="214683" y="226314"/>
                </a:lnTo>
                <a:cubicBezTo>
                  <a:pt x="212004" y="226314"/>
                  <a:pt x="209763" y="225400"/>
                  <a:pt x="207962" y="223580"/>
                </a:cubicBezTo>
                <a:cubicBezTo>
                  <a:pt x="206151" y="221760"/>
                  <a:pt x="205255" y="219502"/>
                  <a:pt x="205255" y="216823"/>
                </a:cubicBezTo>
                <a:cubicBezTo>
                  <a:pt x="205255" y="214143"/>
                  <a:pt x="206151" y="211903"/>
                  <a:pt x="207962" y="210129"/>
                </a:cubicBezTo>
                <a:cubicBezTo>
                  <a:pt x="209763" y="208346"/>
                  <a:pt x="212004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84" name="圖示 占比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03" y="93717"/>
                  <a:pt x="226469" y="74963"/>
                </a:cubicBezTo>
                <a:cubicBezTo>
                  <a:pt x="208136" y="56208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891" y="58046"/>
                  <a:pt x="72137" y="78584"/>
                </a:cubicBezTo>
                <a:cubicBezTo>
                  <a:pt x="53383" y="99121"/>
                  <a:pt x="44010" y="123215"/>
                  <a:pt x="44010" y="150876"/>
                </a:cubicBezTo>
                <a:cubicBezTo>
                  <a:pt x="44010" y="178537"/>
                  <a:pt x="53383" y="202631"/>
                  <a:pt x="72137" y="223168"/>
                </a:cubicBezTo>
                <a:cubicBezTo>
                  <a:pt x="90891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36" y="245544"/>
                  <a:pt x="226469" y="226789"/>
                </a:cubicBezTo>
                <a:cubicBezTo>
                  <a:pt x="244803" y="208035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05"/>
                  <a:pt x="101846" y="266703"/>
                </a:cubicBez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86" name="圖示 表格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88" name="圖示 儀表板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67"/>
                  <a:pt x="161209" y="42227"/>
                  <a:pt x="163010" y="40426"/>
                </a:cubicBezTo>
                <a:cubicBezTo>
                  <a:pt x="164830" y="38624"/>
                  <a:pt x="167070" y="37719"/>
                  <a:pt x="169740" y="37719"/>
                </a:cubicBezTo>
                <a:lnTo>
                  <a:pt x="254606" y="37719"/>
                </a:lnTo>
                <a:cubicBezTo>
                  <a:pt x="257285" y="37719"/>
                  <a:pt x="259525" y="38624"/>
                  <a:pt x="261326" y="40426"/>
                </a:cubicBezTo>
                <a:cubicBezTo>
                  <a:pt x="263128" y="42227"/>
                  <a:pt x="264033" y="44467"/>
                  <a:pt x="264033" y="47146"/>
                </a:cubicBezTo>
                <a:lnTo>
                  <a:pt x="264033" y="113157"/>
                </a:lnTo>
                <a:cubicBezTo>
                  <a:pt x="264033" y="115836"/>
                  <a:pt x="263128" y="118086"/>
                  <a:pt x="261326" y="119887"/>
                </a:cubicBezTo>
                <a:cubicBezTo>
                  <a:pt x="259525" y="121688"/>
                  <a:pt x="257285" y="122584"/>
                  <a:pt x="254606" y="122584"/>
                </a:cubicBezTo>
                <a:lnTo>
                  <a:pt x="169740" y="122584"/>
                </a:lnTo>
                <a:cubicBezTo>
                  <a:pt x="167052" y="122584"/>
                  <a:pt x="164811" y="121688"/>
                  <a:pt x="163010" y="119887"/>
                </a:cubicBezTo>
                <a:cubicBezTo>
                  <a:pt x="161209" y="118058"/>
                  <a:pt x="160303" y="115818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67"/>
                  <a:pt x="38624" y="42227"/>
                  <a:pt x="40426" y="40426"/>
                </a:cubicBezTo>
                <a:cubicBezTo>
                  <a:pt x="42245" y="38624"/>
                  <a:pt x="44486" y="37719"/>
                  <a:pt x="47146" y="37719"/>
                </a:cubicBezTo>
                <a:lnTo>
                  <a:pt x="132021" y="37719"/>
                </a:lnTo>
                <a:cubicBezTo>
                  <a:pt x="134700" y="37719"/>
                  <a:pt x="136941" y="38624"/>
                  <a:pt x="138742" y="40426"/>
                </a:cubicBezTo>
                <a:cubicBezTo>
                  <a:pt x="140543" y="42227"/>
                  <a:pt x="141449" y="44467"/>
                  <a:pt x="141449" y="47146"/>
                </a:cubicBezTo>
                <a:lnTo>
                  <a:pt x="141449" y="150876"/>
                </a:lnTo>
                <a:cubicBezTo>
                  <a:pt x="141449" y="153555"/>
                  <a:pt x="140543" y="155805"/>
                  <a:pt x="138742" y="157606"/>
                </a:cubicBezTo>
                <a:cubicBezTo>
                  <a:pt x="136941" y="159407"/>
                  <a:pt x="134700" y="160303"/>
                  <a:pt x="132021" y="160303"/>
                </a:cubicBezTo>
                <a:lnTo>
                  <a:pt x="47146" y="160303"/>
                </a:lnTo>
                <a:cubicBezTo>
                  <a:pt x="44467" y="160303"/>
                  <a:pt x="42227" y="159407"/>
                  <a:pt x="40426" y="157606"/>
                </a:cubicBezTo>
                <a:cubicBezTo>
                  <a:pt x="38624" y="155777"/>
                  <a:pt x="37719" y="153537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97"/>
                  <a:pt x="161209" y="145947"/>
                  <a:pt x="163010" y="144146"/>
                </a:cubicBezTo>
                <a:cubicBezTo>
                  <a:pt x="164830" y="142345"/>
                  <a:pt x="167070" y="141449"/>
                  <a:pt x="169740" y="141449"/>
                </a:cubicBezTo>
                <a:lnTo>
                  <a:pt x="254606" y="141449"/>
                </a:lnTo>
                <a:cubicBezTo>
                  <a:pt x="257285" y="141449"/>
                  <a:pt x="259525" y="142345"/>
                  <a:pt x="261326" y="144146"/>
                </a:cubicBezTo>
                <a:cubicBezTo>
                  <a:pt x="263128" y="145947"/>
                  <a:pt x="264033" y="148197"/>
                  <a:pt x="264033" y="150876"/>
                </a:cubicBezTo>
                <a:lnTo>
                  <a:pt x="264033" y="254606"/>
                </a:lnTo>
                <a:cubicBezTo>
                  <a:pt x="264033" y="257285"/>
                  <a:pt x="263128" y="259525"/>
                  <a:pt x="261326" y="261326"/>
                </a:cubicBezTo>
                <a:cubicBezTo>
                  <a:pt x="259525" y="263128"/>
                  <a:pt x="257285" y="264033"/>
                  <a:pt x="254606" y="264033"/>
                </a:cubicBezTo>
                <a:lnTo>
                  <a:pt x="169740" y="264033"/>
                </a:lnTo>
                <a:cubicBezTo>
                  <a:pt x="167052" y="264033"/>
                  <a:pt x="164811" y="263128"/>
                  <a:pt x="163010" y="261326"/>
                </a:cubicBezTo>
                <a:cubicBezTo>
                  <a:pt x="161209" y="259507"/>
                  <a:pt x="160303" y="257266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916"/>
                  <a:pt x="38624" y="183666"/>
                  <a:pt x="40426" y="181865"/>
                </a:cubicBezTo>
                <a:cubicBezTo>
                  <a:pt x="42245" y="180064"/>
                  <a:pt x="44486" y="179168"/>
                  <a:pt x="47146" y="179168"/>
                </a:cubicBezTo>
                <a:lnTo>
                  <a:pt x="132021" y="179168"/>
                </a:lnTo>
                <a:cubicBezTo>
                  <a:pt x="134700" y="179168"/>
                  <a:pt x="136941" y="180064"/>
                  <a:pt x="138742" y="181865"/>
                </a:cubicBezTo>
                <a:cubicBezTo>
                  <a:pt x="140543" y="183666"/>
                  <a:pt x="141449" y="185916"/>
                  <a:pt x="141449" y="188595"/>
                </a:cubicBezTo>
                <a:lnTo>
                  <a:pt x="141449" y="254606"/>
                </a:lnTo>
                <a:cubicBezTo>
                  <a:pt x="141449" y="257285"/>
                  <a:pt x="140543" y="259525"/>
                  <a:pt x="138742" y="261326"/>
                </a:cubicBezTo>
                <a:cubicBezTo>
                  <a:pt x="136941" y="263128"/>
                  <a:pt x="134700" y="264033"/>
                  <a:pt x="132021" y="264033"/>
                </a:cubicBezTo>
                <a:lnTo>
                  <a:pt x="47146" y="264033"/>
                </a:lnTo>
                <a:cubicBezTo>
                  <a:pt x="44467" y="264033"/>
                  <a:pt x="42227" y="263128"/>
                  <a:pt x="40426" y="261326"/>
                </a:cubicBezTo>
                <a:cubicBezTo>
                  <a:pt x="38624" y="259507"/>
                  <a:pt x="37719" y="257266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90" name="圖示 時間軸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46" y="226314"/>
                </a:moveTo>
                <a:cubicBezTo>
                  <a:pt x="28493" y="226314"/>
                  <a:pt x="23308" y="224156"/>
                  <a:pt x="19020" y="219840"/>
                </a:cubicBezTo>
                <a:cubicBezTo>
                  <a:pt x="14722" y="215524"/>
                  <a:pt x="12573" y="210339"/>
                  <a:pt x="12573" y="204277"/>
                </a:cubicBezTo>
                <a:cubicBezTo>
                  <a:pt x="12573" y="198224"/>
                  <a:pt x="14722" y="193048"/>
                  <a:pt x="19020" y="188750"/>
                </a:cubicBezTo>
                <a:cubicBezTo>
                  <a:pt x="23308" y="184453"/>
                  <a:pt x="28474" y="182313"/>
                  <a:pt x="34509" y="182313"/>
                </a:cubicBezTo>
                <a:cubicBezTo>
                  <a:pt x="35607" y="182313"/>
                  <a:pt x="36667" y="182359"/>
                  <a:pt x="37719" y="182469"/>
                </a:cubicBezTo>
                <a:cubicBezTo>
                  <a:pt x="38771" y="182569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3986" y="117345"/>
                  <a:pt x="103885" y="116303"/>
                </a:cubicBezTo>
                <a:cubicBezTo>
                  <a:pt x="103775" y="115251"/>
                  <a:pt x="103730" y="114181"/>
                  <a:pt x="103730" y="113093"/>
                </a:cubicBezTo>
                <a:cubicBezTo>
                  <a:pt x="103730" y="107058"/>
                  <a:pt x="105888" y="101892"/>
                  <a:pt x="110203" y="97594"/>
                </a:cubicBezTo>
                <a:cubicBezTo>
                  <a:pt x="114519" y="93305"/>
                  <a:pt x="119704" y="91157"/>
                  <a:pt x="125757" y="91157"/>
                </a:cubicBezTo>
                <a:cubicBezTo>
                  <a:pt x="131820" y="91157"/>
                  <a:pt x="136995" y="93315"/>
                  <a:pt x="141293" y="97630"/>
                </a:cubicBezTo>
                <a:cubicBezTo>
                  <a:pt x="145582" y="101946"/>
                  <a:pt x="147730" y="107140"/>
                  <a:pt x="147730" y="113221"/>
                </a:cubicBezTo>
                <a:cubicBezTo>
                  <a:pt x="147730" y="113596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278"/>
                  <a:pt x="185449" y="154177"/>
                </a:cubicBezTo>
                <a:cubicBezTo>
                  <a:pt x="186501" y="154067"/>
                  <a:pt x="187543" y="154022"/>
                  <a:pt x="188595" y="154022"/>
                </a:cubicBezTo>
                <a:cubicBezTo>
                  <a:pt x="189647" y="154022"/>
                  <a:pt x="190689" y="154067"/>
                  <a:pt x="191741" y="154177"/>
                </a:cubicBezTo>
                <a:cubicBezTo>
                  <a:pt x="192783" y="154278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34" y="101636"/>
                  <a:pt x="245334" y="100584"/>
                </a:cubicBezTo>
                <a:cubicBezTo>
                  <a:pt x="245224" y="99532"/>
                  <a:pt x="245178" y="98472"/>
                  <a:pt x="245178" y="97374"/>
                </a:cubicBezTo>
                <a:cubicBezTo>
                  <a:pt x="245178" y="91339"/>
                  <a:pt x="247336" y="86173"/>
                  <a:pt x="251652" y="81885"/>
                </a:cubicBezTo>
                <a:cubicBezTo>
                  <a:pt x="255968" y="77587"/>
                  <a:pt x="261153" y="75438"/>
                  <a:pt x="267206" y="75438"/>
                </a:cubicBezTo>
                <a:cubicBezTo>
                  <a:pt x="273259" y="75438"/>
                  <a:pt x="278444" y="77596"/>
                  <a:pt x="282732" y="81912"/>
                </a:cubicBezTo>
                <a:cubicBezTo>
                  <a:pt x="287030" y="86228"/>
                  <a:pt x="289179" y="91413"/>
                  <a:pt x="289179" y="97475"/>
                </a:cubicBezTo>
                <a:cubicBezTo>
                  <a:pt x="289179" y="103528"/>
                  <a:pt x="287030" y="108704"/>
                  <a:pt x="282732" y="113002"/>
                </a:cubicBezTo>
                <a:cubicBezTo>
                  <a:pt x="278444" y="117299"/>
                  <a:pt x="273278" y="119448"/>
                  <a:pt x="267243" y="119448"/>
                </a:cubicBezTo>
                <a:cubicBezTo>
                  <a:pt x="266145" y="119448"/>
                  <a:pt x="265085" y="119393"/>
                  <a:pt x="264033" y="119283"/>
                </a:cubicBezTo>
                <a:cubicBezTo>
                  <a:pt x="262981" y="119183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39" y="171834"/>
                  <a:pt x="210440" y="172876"/>
                </a:cubicBezTo>
                <a:cubicBezTo>
                  <a:pt x="210550" y="173928"/>
                  <a:pt x="210595" y="174998"/>
                  <a:pt x="210595" y="176086"/>
                </a:cubicBezTo>
                <a:cubicBezTo>
                  <a:pt x="210595" y="182121"/>
                  <a:pt x="208437" y="187287"/>
                  <a:pt x="204122" y="191585"/>
                </a:cubicBezTo>
                <a:cubicBezTo>
                  <a:pt x="199806" y="195874"/>
                  <a:pt x="194621" y="198022"/>
                  <a:pt x="188568" y="198022"/>
                </a:cubicBezTo>
                <a:cubicBezTo>
                  <a:pt x="182505" y="198022"/>
                  <a:pt x="177330" y="195874"/>
                  <a:pt x="173032" y="191585"/>
                </a:cubicBezTo>
                <a:cubicBezTo>
                  <a:pt x="168743" y="187287"/>
                  <a:pt x="166595" y="182121"/>
                  <a:pt x="166595" y="176086"/>
                </a:cubicBezTo>
                <a:cubicBezTo>
                  <a:pt x="166595" y="174998"/>
                  <a:pt x="166640" y="173928"/>
                  <a:pt x="166750" y="172876"/>
                </a:cubicBezTo>
                <a:cubicBezTo>
                  <a:pt x="166851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01"/>
                  <a:pt x="128876" y="135002"/>
                </a:cubicBezTo>
                <a:cubicBezTo>
                  <a:pt x="127824" y="135112"/>
                  <a:pt x="126745" y="135157"/>
                  <a:pt x="125639" y="135157"/>
                </a:cubicBezTo>
                <a:cubicBezTo>
                  <a:pt x="125255" y="135157"/>
                  <a:pt x="122868" y="134847"/>
                  <a:pt x="118470" y="134216"/>
                </a:cubicBezTo>
                <a:lnTo>
                  <a:pt x="55632" y="197081"/>
                </a:lnTo>
                <a:cubicBezTo>
                  <a:pt x="56053" y="198754"/>
                  <a:pt x="56318" y="200116"/>
                  <a:pt x="56418" y="201168"/>
                </a:cubicBezTo>
                <a:cubicBezTo>
                  <a:pt x="56528" y="202220"/>
                  <a:pt x="56583" y="203280"/>
                  <a:pt x="56583" y="204378"/>
                </a:cubicBezTo>
                <a:cubicBezTo>
                  <a:pt x="56583" y="210413"/>
                  <a:pt x="54416" y="215579"/>
                  <a:pt x="50100" y="219867"/>
                </a:cubicBezTo>
                <a:cubicBezTo>
                  <a:pt x="45784" y="224165"/>
                  <a:pt x="40599" y="226314"/>
                  <a:pt x="34546" y="22631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92" name="圖示 完成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498" y="109124"/>
                  <a:pt x="206673" y="109225"/>
                </a:cubicBezTo>
                <a:cubicBezTo>
                  <a:pt x="203838" y="109335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94" name="圖示 達成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15"/>
                  <a:pt x="101215" y="267023"/>
                </a:cubicBezTo>
                <a:cubicBezTo>
                  <a:pt x="85917" y="260631"/>
                  <a:pt x="72613" y="251771"/>
                  <a:pt x="61292" y="240460"/>
                </a:cubicBezTo>
                <a:cubicBezTo>
                  <a:pt x="49981" y="229139"/>
                  <a:pt x="41121" y="215835"/>
                  <a:pt x="34729" y="200537"/>
                </a:cubicBezTo>
                <a:cubicBezTo>
                  <a:pt x="28337" y="185239"/>
                  <a:pt x="25146" y="168689"/>
                  <a:pt x="25146" y="150876"/>
                </a:cubicBezTo>
                <a:cubicBezTo>
                  <a:pt x="25146" y="133274"/>
                  <a:pt x="28337" y="116824"/>
                  <a:pt x="34729" y="101526"/>
                </a:cubicBezTo>
                <a:cubicBezTo>
                  <a:pt x="41121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6984"/>
                  <a:pt x="187653" y="30651"/>
                </a:cubicBezTo>
                <a:cubicBezTo>
                  <a:pt x="199595" y="34317"/>
                  <a:pt x="210806" y="39712"/>
                  <a:pt x="221285" y="46836"/>
                </a:cubicBezTo>
                <a:cubicBezTo>
                  <a:pt x="223589" y="48299"/>
                  <a:pt x="225006" y="50292"/>
                  <a:pt x="225528" y="52807"/>
                </a:cubicBezTo>
                <a:cubicBezTo>
                  <a:pt x="226049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079" y="54224"/>
                  <a:pt x="74652" y="74652"/>
                </a:cubicBezTo>
                <a:cubicBezTo>
                  <a:pt x="54224" y="95079"/>
                  <a:pt x="44010" y="120490"/>
                  <a:pt x="44010" y="150876"/>
                </a:cubicBezTo>
                <a:cubicBezTo>
                  <a:pt x="44010" y="181262"/>
                  <a:pt x="54224" y="206673"/>
                  <a:pt x="74652" y="227100"/>
                </a:cubicBezTo>
                <a:cubicBezTo>
                  <a:pt x="95079" y="247528"/>
                  <a:pt x="120490" y="257751"/>
                  <a:pt x="150876" y="257751"/>
                </a:cubicBezTo>
                <a:cubicBezTo>
                  <a:pt x="181262" y="257751"/>
                  <a:pt x="206673" y="247528"/>
                  <a:pt x="227100" y="227100"/>
                </a:cubicBezTo>
                <a:cubicBezTo>
                  <a:pt x="247528" y="206673"/>
                  <a:pt x="257751" y="181262"/>
                  <a:pt x="257751" y="150876"/>
                </a:cubicBezTo>
                <a:cubicBezTo>
                  <a:pt x="257751" y="146898"/>
                  <a:pt x="257586" y="143021"/>
                  <a:pt x="257276" y="139245"/>
                </a:cubicBezTo>
                <a:cubicBezTo>
                  <a:pt x="256965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458"/>
                  <a:pt x="270004" y="118031"/>
                </a:cubicBezTo>
                <a:cubicBezTo>
                  <a:pt x="272308" y="119604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31"/>
                  <a:pt x="200226" y="267023"/>
                </a:cubicBezTo>
                <a:cubicBezTo>
                  <a:pt x="184928" y="273415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09" y="158575"/>
                  <a:pt x="84710" y="155750"/>
                </a:cubicBezTo>
                <a:cubicBezTo>
                  <a:pt x="84820" y="152915"/>
                  <a:pt x="85807" y="150565"/>
                  <a:pt x="87700" y="148672"/>
                </a:cubicBezTo>
                <a:cubicBezTo>
                  <a:pt x="89584" y="146789"/>
                  <a:pt x="91943" y="145847"/>
                  <a:pt x="94768" y="145847"/>
                </a:cubicBezTo>
                <a:cubicBezTo>
                  <a:pt x="97594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96" name="圖示 錯誤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98" name="圖示 警示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11" y="263612"/>
                  <a:pt x="24049" y="262780"/>
                </a:cubicBezTo>
                <a:cubicBezTo>
                  <a:pt x="22686" y="261939"/>
                  <a:pt x="21580" y="260787"/>
                  <a:pt x="20748" y="259315"/>
                </a:cubicBezTo>
                <a:cubicBezTo>
                  <a:pt x="19906" y="257852"/>
                  <a:pt x="19440" y="256334"/>
                  <a:pt x="19330" y="254761"/>
                </a:cubicBezTo>
                <a:cubicBezTo>
                  <a:pt x="19230" y="253188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4960" y="36411"/>
                  <a:pt x="146322" y="35680"/>
                </a:cubicBezTo>
                <a:cubicBezTo>
                  <a:pt x="147685" y="34939"/>
                  <a:pt x="149203" y="34573"/>
                  <a:pt x="150876" y="34573"/>
                </a:cubicBezTo>
                <a:cubicBezTo>
                  <a:pt x="152549" y="34573"/>
                  <a:pt x="154067" y="34939"/>
                  <a:pt x="155430" y="35680"/>
                </a:cubicBezTo>
                <a:cubicBezTo>
                  <a:pt x="156792" y="36411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22" y="253188"/>
                  <a:pt x="282422" y="254761"/>
                </a:cubicBezTo>
                <a:cubicBezTo>
                  <a:pt x="282312" y="256334"/>
                  <a:pt x="281846" y="257852"/>
                  <a:pt x="281004" y="259315"/>
                </a:cubicBezTo>
                <a:cubicBezTo>
                  <a:pt x="280172" y="260787"/>
                  <a:pt x="279066" y="261939"/>
                  <a:pt x="277703" y="262780"/>
                </a:cubicBezTo>
                <a:cubicBezTo>
                  <a:pt x="276341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8895" y="224586"/>
                </a:moveTo>
                <a:cubicBezTo>
                  <a:pt x="160669" y="222803"/>
                  <a:pt x="161565" y="220553"/>
                  <a:pt x="161565" y="217828"/>
                </a:cubicBezTo>
                <a:cubicBezTo>
                  <a:pt x="161565" y="215103"/>
                  <a:pt x="160669" y="212854"/>
                  <a:pt x="158895" y="211071"/>
                </a:cubicBezTo>
                <a:cubicBezTo>
                  <a:pt x="157112" y="209288"/>
                  <a:pt x="154854" y="208401"/>
                  <a:pt x="152138" y="208401"/>
                </a:cubicBezTo>
                <a:cubicBezTo>
                  <a:pt x="149413" y="208401"/>
                  <a:pt x="147154" y="209288"/>
                  <a:pt x="145371" y="211071"/>
                </a:cubicBezTo>
                <a:cubicBezTo>
                  <a:pt x="143597" y="212854"/>
                  <a:pt x="142701" y="215103"/>
                  <a:pt x="142701" y="217828"/>
                </a:cubicBezTo>
                <a:cubicBezTo>
                  <a:pt x="142701" y="220553"/>
                  <a:pt x="143597" y="222803"/>
                  <a:pt x="145371" y="224586"/>
                </a:cubicBezTo>
                <a:cubicBezTo>
                  <a:pt x="147154" y="226369"/>
                  <a:pt x="149413" y="227256"/>
                  <a:pt x="152138" y="227256"/>
                </a:cubicBezTo>
                <a:cubicBezTo>
                  <a:pt x="154854" y="227256"/>
                  <a:pt x="157112" y="226369"/>
                  <a:pt x="158895" y="224586"/>
                </a:cubicBezTo>
                <a:close/>
                <a:moveTo>
                  <a:pt x="158895" y="189692"/>
                </a:moveTo>
                <a:cubicBezTo>
                  <a:pt x="160669" y="187918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669" y="126407"/>
                  <a:pt x="158895" y="124633"/>
                </a:cubicBezTo>
                <a:cubicBezTo>
                  <a:pt x="157112" y="122850"/>
                  <a:pt x="154854" y="121963"/>
                  <a:pt x="152138" y="121963"/>
                </a:cubicBezTo>
                <a:cubicBezTo>
                  <a:pt x="149413" y="121963"/>
                  <a:pt x="147154" y="122850"/>
                  <a:pt x="145371" y="124633"/>
                </a:cubicBezTo>
                <a:cubicBezTo>
                  <a:pt x="143597" y="126407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597" y="187918"/>
                  <a:pt x="145371" y="189692"/>
                </a:cubicBezTo>
                <a:cubicBezTo>
                  <a:pt x="147154" y="191475"/>
                  <a:pt x="149413" y="192371"/>
                  <a:pt x="152138" y="192371"/>
                </a:cubicBezTo>
                <a:cubicBezTo>
                  <a:pt x="154854" y="192371"/>
                  <a:pt x="157112" y="191475"/>
                  <a:pt x="158895" y="189692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00" name="圖示 異常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264" y="210751"/>
                </a:moveTo>
                <a:cubicBezTo>
                  <a:pt x="160258" y="208767"/>
                  <a:pt x="161245" y="206298"/>
                  <a:pt x="161245" y="203372"/>
                </a:cubicBezTo>
                <a:cubicBezTo>
                  <a:pt x="161245" y="200436"/>
                  <a:pt x="160258" y="197977"/>
                  <a:pt x="158264" y="195983"/>
                </a:cubicBezTo>
                <a:cubicBezTo>
                  <a:pt x="156271" y="193990"/>
                  <a:pt x="153811" y="192993"/>
                  <a:pt x="150876" y="192993"/>
                </a:cubicBezTo>
                <a:cubicBezTo>
                  <a:pt x="147941" y="192993"/>
                  <a:pt x="145481" y="193990"/>
                  <a:pt x="143488" y="195983"/>
                </a:cubicBezTo>
                <a:cubicBezTo>
                  <a:pt x="141494" y="197977"/>
                  <a:pt x="140507" y="200436"/>
                  <a:pt x="140507" y="203372"/>
                </a:cubicBezTo>
                <a:cubicBezTo>
                  <a:pt x="140507" y="206298"/>
                  <a:pt x="141494" y="208767"/>
                  <a:pt x="143488" y="210751"/>
                </a:cubicBezTo>
                <a:cubicBezTo>
                  <a:pt x="145481" y="212744"/>
                  <a:pt x="147941" y="213741"/>
                  <a:pt x="150876" y="213741"/>
                </a:cubicBezTo>
                <a:cubicBezTo>
                  <a:pt x="153811" y="213741"/>
                  <a:pt x="156271" y="212744"/>
                  <a:pt x="158264" y="210751"/>
                </a:cubicBezTo>
                <a:close/>
                <a:moveTo>
                  <a:pt x="158575" y="162919"/>
                </a:moveTo>
                <a:cubicBezTo>
                  <a:pt x="160358" y="161108"/>
                  <a:pt x="161245" y="158868"/>
                  <a:pt x="161245" y="156189"/>
                </a:cubicBezTo>
                <a:lnTo>
                  <a:pt x="161245" y="95527"/>
                </a:lnTo>
                <a:cubicBezTo>
                  <a:pt x="161245" y="92839"/>
                  <a:pt x="160340" y="90599"/>
                  <a:pt x="158511" y="88797"/>
                </a:cubicBezTo>
                <a:cubicBezTo>
                  <a:pt x="156692" y="86996"/>
                  <a:pt x="154442" y="86091"/>
                  <a:pt x="151754" y="86091"/>
                </a:cubicBezTo>
                <a:cubicBezTo>
                  <a:pt x="149075" y="86091"/>
                  <a:pt x="146843" y="86996"/>
                  <a:pt x="145060" y="88797"/>
                </a:cubicBezTo>
                <a:cubicBezTo>
                  <a:pt x="143277" y="90599"/>
                  <a:pt x="142390" y="92839"/>
                  <a:pt x="142390" y="95527"/>
                </a:cubicBezTo>
                <a:lnTo>
                  <a:pt x="142390" y="156189"/>
                </a:lnTo>
                <a:cubicBezTo>
                  <a:pt x="142390" y="158868"/>
                  <a:pt x="143305" y="161108"/>
                  <a:pt x="145124" y="162919"/>
                </a:cubicBezTo>
                <a:cubicBezTo>
                  <a:pt x="146944" y="164720"/>
                  <a:pt x="149203" y="165616"/>
                  <a:pt x="151882" y="165616"/>
                </a:cubicBezTo>
                <a:cubicBezTo>
                  <a:pt x="154561" y="165616"/>
                  <a:pt x="156792" y="164720"/>
                  <a:pt x="158575" y="162919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02" name="圖示 資訊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575" y="211034"/>
                </a:moveTo>
                <a:cubicBezTo>
                  <a:pt x="160358" y="209233"/>
                  <a:pt x="161245" y="206993"/>
                  <a:pt x="161245" y="204314"/>
                </a:cubicBezTo>
                <a:lnTo>
                  <a:pt x="161245" y="147730"/>
                </a:lnTo>
                <a:cubicBezTo>
                  <a:pt x="161245" y="145051"/>
                  <a:pt x="160340" y="142811"/>
                  <a:pt x="158511" y="141010"/>
                </a:cubicBezTo>
                <a:cubicBezTo>
                  <a:pt x="156692" y="139208"/>
                  <a:pt x="154442" y="138303"/>
                  <a:pt x="151754" y="138303"/>
                </a:cubicBezTo>
                <a:cubicBezTo>
                  <a:pt x="149075" y="138303"/>
                  <a:pt x="146843" y="139208"/>
                  <a:pt x="145060" y="141010"/>
                </a:cubicBezTo>
                <a:cubicBezTo>
                  <a:pt x="143277" y="142811"/>
                  <a:pt x="142390" y="145051"/>
                  <a:pt x="142390" y="147730"/>
                </a:cubicBezTo>
                <a:lnTo>
                  <a:pt x="142390" y="204314"/>
                </a:lnTo>
                <a:cubicBezTo>
                  <a:pt x="142390" y="206993"/>
                  <a:pt x="143305" y="209233"/>
                  <a:pt x="145124" y="211034"/>
                </a:cubicBezTo>
                <a:cubicBezTo>
                  <a:pt x="146944" y="212836"/>
                  <a:pt x="149203" y="213741"/>
                  <a:pt x="151882" y="213741"/>
                </a:cubicBezTo>
                <a:cubicBezTo>
                  <a:pt x="154561" y="213741"/>
                  <a:pt x="156792" y="212836"/>
                  <a:pt x="158575" y="211034"/>
                </a:cubicBezTo>
                <a:close/>
                <a:moveTo>
                  <a:pt x="158264" y="112151"/>
                </a:moveTo>
                <a:cubicBezTo>
                  <a:pt x="160258" y="110222"/>
                  <a:pt x="161245" y="107835"/>
                  <a:pt x="161245" y="104982"/>
                </a:cubicBezTo>
                <a:cubicBezTo>
                  <a:pt x="161245" y="101965"/>
                  <a:pt x="160258" y="99432"/>
                  <a:pt x="158264" y="97374"/>
                </a:cubicBezTo>
                <a:cubicBezTo>
                  <a:pt x="156271" y="95326"/>
                  <a:pt x="153811" y="94302"/>
                  <a:pt x="150876" y="94302"/>
                </a:cubicBezTo>
                <a:cubicBezTo>
                  <a:pt x="147941" y="94302"/>
                  <a:pt x="145481" y="95326"/>
                  <a:pt x="143488" y="97374"/>
                </a:cubicBezTo>
                <a:cubicBezTo>
                  <a:pt x="141494" y="99414"/>
                  <a:pt x="140507" y="101946"/>
                  <a:pt x="140507" y="104982"/>
                </a:cubicBezTo>
                <a:cubicBezTo>
                  <a:pt x="140507" y="107835"/>
                  <a:pt x="141494" y="110222"/>
                  <a:pt x="143488" y="112151"/>
                </a:cubicBezTo>
                <a:cubicBezTo>
                  <a:pt x="145481" y="114081"/>
                  <a:pt x="147941" y="115041"/>
                  <a:pt x="150876" y="115041"/>
                </a:cubicBezTo>
                <a:cubicBezTo>
                  <a:pt x="153811" y="115041"/>
                  <a:pt x="156271" y="114081"/>
                  <a:pt x="158264" y="112151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04" name="圖示 問題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  <a:moveTo>
                  <a:pt x="151754" y="94302"/>
                </a:moveTo>
                <a:cubicBezTo>
                  <a:pt x="158081" y="94302"/>
                  <a:pt x="163659" y="96231"/>
                  <a:pt x="168478" y="100109"/>
                </a:cubicBezTo>
                <a:cubicBezTo>
                  <a:pt x="173297" y="103986"/>
                  <a:pt x="175711" y="108932"/>
                  <a:pt x="175711" y="114949"/>
                </a:cubicBezTo>
                <a:cubicBezTo>
                  <a:pt x="175711" y="120463"/>
                  <a:pt x="174065" y="125245"/>
                  <a:pt x="170773" y="129314"/>
                </a:cubicBezTo>
                <a:cubicBezTo>
                  <a:pt x="167500" y="133402"/>
                  <a:pt x="163806" y="137233"/>
                  <a:pt x="159682" y="140818"/>
                </a:cubicBezTo>
                <a:cubicBezTo>
                  <a:pt x="154854" y="144795"/>
                  <a:pt x="150666" y="149239"/>
                  <a:pt x="147109" y="154150"/>
                </a:cubicBezTo>
                <a:cubicBezTo>
                  <a:pt x="143543" y="159051"/>
                  <a:pt x="141759" y="164555"/>
                  <a:pt x="141759" y="170682"/>
                </a:cubicBezTo>
                <a:cubicBezTo>
                  <a:pt x="141759" y="172986"/>
                  <a:pt x="142637" y="174815"/>
                  <a:pt x="144402" y="176177"/>
                </a:cubicBezTo>
                <a:cubicBezTo>
                  <a:pt x="146158" y="177540"/>
                  <a:pt x="148215" y="178226"/>
                  <a:pt x="150565" y="178226"/>
                </a:cubicBezTo>
                <a:cubicBezTo>
                  <a:pt x="153080" y="178226"/>
                  <a:pt x="155165" y="177384"/>
                  <a:pt x="156820" y="175711"/>
                </a:cubicBezTo>
                <a:cubicBezTo>
                  <a:pt x="158475" y="174029"/>
                  <a:pt x="159526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911" y="150684"/>
                  <a:pt x="174513" y="147794"/>
                </a:cubicBezTo>
                <a:cubicBezTo>
                  <a:pt x="179707" y="143561"/>
                  <a:pt x="183986" y="138614"/>
                  <a:pt x="187342" y="132963"/>
                </a:cubicBezTo>
                <a:cubicBezTo>
                  <a:pt x="190689" y="127303"/>
                  <a:pt x="192371" y="121158"/>
                  <a:pt x="192371" y="114538"/>
                </a:cubicBezTo>
                <a:cubicBezTo>
                  <a:pt x="192371" y="103976"/>
                  <a:pt x="188440" y="95189"/>
                  <a:pt x="180576" y="88166"/>
                </a:cubicBezTo>
                <a:cubicBezTo>
                  <a:pt x="172721" y="81144"/>
                  <a:pt x="163403" y="77642"/>
                  <a:pt x="152641" y="77642"/>
                </a:cubicBezTo>
                <a:cubicBezTo>
                  <a:pt x="145179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1950" y="100529"/>
                  <a:pt x="112060" y="102943"/>
                </a:cubicBezTo>
                <a:cubicBezTo>
                  <a:pt x="112160" y="105348"/>
                  <a:pt x="113157" y="107287"/>
                  <a:pt x="115041" y="108759"/>
                </a:cubicBezTo>
                <a:cubicBezTo>
                  <a:pt x="117436" y="110432"/>
                  <a:pt x="119905" y="110953"/>
                  <a:pt x="122466" y="110332"/>
                </a:cubicBezTo>
                <a:cubicBezTo>
                  <a:pt x="125017" y="109701"/>
                  <a:pt x="127156" y="108228"/>
                  <a:pt x="128876" y="105924"/>
                </a:cubicBezTo>
                <a:cubicBezTo>
                  <a:pt x="131555" y="102175"/>
                  <a:pt x="134901" y="99304"/>
                  <a:pt x="138897" y="97320"/>
                </a:cubicBezTo>
                <a:cubicBezTo>
                  <a:pt x="142902" y="95308"/>
                  <a:pt x="147191" y="94302"/>
                  <a:pt x="151754" y="9430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06" name="圖示 緊急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49" y="264033"/>
                </a:moveTo>
                <a:cubicBezTo>
                  <a:pt x="144786" y="264033"/>
                  <a:pt x="139611" y="261875"/>
                  <a:pt x="135313" y="257559"/>
                </a:cubicBezTo>
                <a:cubicBezTo>
                  <a:pt x="131024" y="253243"/>
                  <a:pt x="128876" y="248058"/>
                  <a:pt x="128876" y="241996"/>
                </a:cubicBezTo>
                <a:cubicBezTo>
                  <a:pt x="128876" y="235943"/>
                  <a:pt x="131034" y="230767"/>
                  <a:pt x="135349" y="226469"/>
                </a:cubicBezTo>
                <a:cubicBezTo>
                  <a:pt x="139665" y="222172"/>
                  <a:pt x="144850" y="220032"/>
                  <a:pt x="150903" y="220032"/>
                </a:cubicBezTo>
                <a:cubicBezTo>
                  <a:pt x="156966" y="220032"/>
                  <a:pt x="162141" y="222190"/>
                  <a:pt x="166439" y="226506"/>
                </a:cubicBezTo>
                <a:cubicBezTo>
                  <a:pt x="170728" y="230822"/>
                  <a:pt x="172876" y="236007"/>
                  <a:pt x="172876" y="242060"/>
                </a:cubicBezTo>
                <a:cubicBezTo>
                  <a:pt x="172876" y="248113"/>
                  <a:pt x="170718" y="253298"/>
                  <a:pt x="166403" y="257586"/>
                </a:cubicBezTo>
                <a:cubicBezTo>
                  <a:pt x="162087" y="261884"/>
                  <a:pt x="156902" y="264033"/>
                  <a:pt x="150849" y="264033"/>
                </a:cubicBezTo>
                <a:close/>
                <a:moveTo>
                  <a:pt x="150849" y="188595"/>
                </a:moveTo>
                <a:cubicBezTo>
                  <a:pt x="144786" y="188595"/>
                  <a:pt x="139611" y="186437"/>
                  <a:pt x="135313" y="182121"/>
                </a:cubicBezTo>
                <a:cubicBezTo>
                  <a:pt x="131024" y="177823"/>
                  <a:pt x="128876" y="172648"/>
                  <a:pt x="128876" y="166595"/>
                </a:cubicBezTo>
                <a:lnTo>
                  <a:pt x="128876" y="59719"/>
                </a:lnTo>
                <a:cubicBezTo>
                  <a:pt x="128876" y="53666"/>
                  <a:pt x="131034" y="48491"/>
                  <a:pt x="135349" y="44193"/>
                </a:cubicBezTo>
                <a:cubicBezTo>
                  <a:pt x="139665" y="39895"/>
                  <a:pt x="144850" y="37737"/>
                  <a:pt x="150903" y="37719"/>
                </a:cubicBezTo>
                <a:cubicBezTo>
                  <a:pt x="156966" y="37719"/>
                  <a:pt x="162141" y="39877"/>
                  <a:pt x="166439" y="44193"/>
                </a:cubicBezTo>
                <a:cubicBezTo>
                  <a:pt x="170728" y="48491"/>
                  <a:pt x="172876" y="53666"/>
                  <a:pt x="172876" y="59719"/>
                </a:cubicBezTo>
                <a:lnTo>
                  <a:pt x="172876" y="166595"/>
                </a:lnTo>
                <a:cubicBezTo>
                  <a:pt x="172876" y="172648"/>
                  <a:pt x="170718" y="177823"/>
                  <a:pt x="166403" y="182121"/>
                </a:cubicBezTo>
                <a:cubicBezTo>
                  <a:pt x="162087" y="186437"/>
                  <a:pt x="156902" y="188595"/>
                  <a:pt x="150849" y="18859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08" name="圖示 阻擋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150876" y="257751"/>
                </a:moveTo>
                <a:cubicBezTo>
                  <a:pt x="163659" y="257751"/>
                  <a:pt x="175967" y="255602"/>
                  <a:pt x="187809" y="251305"/>
                </a:cubicBezTo>
                <a:cubicBezTo>
                  <a:pt x="199650" y="247007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85"/>
                  <a:pt x="50603" y="114163"/>
                </a:cubicBezTo>
                <a:cubicBezTo>
                  <a:pt x="46205" y="125940"/>
                  <a:pt x="44010" y="138175"/>
                  <a:pt x="44010" y="150876"/>
                </a:cubicBezTo>
                <a:cubicBezTo>
                  <a:pt x="44010" y="180713"/>
                  <a:pt x="54361" y="205987"/>
                  <a:pt x="75063" y="226689"/>
                </a:cubicBezTo>
                <a:cubicBezTo>
                  <a:pt x="95765" y="247391"/>
                  <a:pt x="121039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650"/>
                  <a:pt x="250829" y="187809"/>
                </a:cubicBezTo>
                <a:cubicBezTo>
                  <a:pt x="255438" y="175967"/>
                  <a:pt x="257751" y="163659"/>
                  <a:pt x="257751" y="150876"/>
                </a:cubicBezTo>
                <a:cubicBezTo>
                  <a:pt x="257751" y="121039"/>
                  <a:pt x="247391" y="95765"/>
                  <a:pt x="226689" y="75063"/>
                </a:cubicBezTo>
                <a:cubicBezTo>
                  <a:pt x="205987" y="54361"/>
                  <a:pt x="180713" y="44001"/>
                  <a:pt x="150876" y="44010"/>
                </a:cubicBezTo>
                <a:cubicBezTo>
                  <a:pt x="138157" y="44010"/>
                  <a:pt x="125922" y="46205"/>
                  <a:pt x="114163" y="50603"/>
                </a:cubicBezTo>
                <a:cubicBezTo>
                  <a:pt x="102404" y="55010"/>
                  <a:pt x="91696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10" name="圖示 進行中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768" y="162004"/>
                </a:moveTo>
                <a:cubicBezTo>
                  <a:pt x="97804" y="158941"/>
                  <a:pt x="99331" y="155229"/>
                  <a:pt x="99331" y="150849"/>
                </a:cubicBezTo>
                <a:cubicBezTo>
                  <a:pt x="99331" y="146469"/>
                  <a:pt x="97795" y="142756"/>
                  <a:pt x="94741" y="139720"/>
                </a:cubicBezTo>
                <a:cubicBezTo>
                  <a:pt x="91678" y="136675"/>
                  <a:pt x="87956" y="135157"/>
                  <a:pt x="83576" y="135157"/>
                </a:cubicBezTo>
                <a:cubicBezTo>
                  <a:pt x="79196" y="135157"/>
                  <a:pt x="75493" y="136694"/>
                  <a:pt x="72448" y="139748"/>
                </a:cubicBezTo>
                <a:cubicBezTo>
                  <a:pt x="69412" y="142811"/>
                  <a:pt x="67894" y="146523"/>
                  <a:pt x="67894" y="150903"/>
                </a:cubicBezTo>
                <a:cubicBezTo>
                  <a:pt x="67894" y="155283"/>
                  <a:pt x="69421" y="158996"/>
                  <a:pt x="72484" y="162032"/>
                </a:cubicBezTo>
                <a:cubicBezTo>
                  <a:pt x="75539" y="165077"/>
                  <a:pt x="79260" y="166595"/>
                  <a:pt x="83640" y="166595"/>
                </a:cubicBezTo>
                <a:cubicBezTo>
                  <a:pt x="88020" y="166595"/>
                  <a:pt x="91733" y="165058"/>
                  <a:pt x="94768" y="162004"/>
                </a:cubicBezTo>
                <a:close/>
                <a:moveTo>
                  <a:pt x="162032" y="162004"/>
                </a:moveTo>
                <a:cubicBezTo>
                  <a:pt x="165077" y="158941"/>
                  <a:pt x="166595" y="155229"/>
                  <a:pt x="166595" y="150849"/>
                </a:cubicBezTo>
                <a:cubicBezTo>
                  <a:pt x="166595" y="146469"/>
                  <a:pt x="165058" y="142756"/>
                  <a:pt x="162004" y="139720"/>
                </a:cubicBezTo>
                <a:cubicBezTo>
                  <a:pt x="158941" y="136675"/>
                  <a:pt x="155229" y="135157"/>
                  <a:pt x="150849" y="135157"/>
                </a:cubicBezTo>
                <a:cubicBezTo>
                  <a:pt x="146469" y="135157"/>
                  <a:pt x="142756" y="136694"/>
                  <a:pt x="139720" y="139748"/>
                </a:cubicBezTo>
                <a:cubicBezTo>
                  <a:pt x="136675" y="142811"/>
                  <a:pt x="135157" y="146523"/>
                  <a:pt x="135157" y="150903"/>
                </a:cubicBezTo>
                <a:cubicBezTo>
                  <a:pt x="135157" y="155283"/>
                  <a:pt x="136694" y="158996"/>
                  <a:pt x="139748" y="162032"/>
                </a:cubicBezTo>
                <a:cubicBezTo>
                  <a:pt x="142811" y="165077"/>
                  <a:pt x="146523" y="166595"/>
                  <a:pt x="150903" y="166595"/>
                </a:cubicBezTo>
                <a:cubicBezTo>
                  <a:pt x="155283" y="166595"/>
                  <a:pt x="158996" y="165058"/>
                  <a:pt x="162032" y="162004"/>
                </a:cubicBezTo>
                <a:close/>
                <a:moveTo>
                  <a:pt x="228984" y="162004"/>
                </a:moveTo>
                <a:cubicBezTo>
                  <a:pt x="232020" y="158941"/>
                  <a:pt x="233547" y="155229"/>
                  <a:pt x="233547" y="150849"/>
                </a:cubicBezTo>
                <a:cubicBezTo>
                  <a:pt x="233547" y="146469"/>
                  <a:pt x="232011" y="142756"/>
                  <a:pt x="228957" y="139720"/>
                </a:cubicBezTo>
                <a:cubicBezTo>
                  <a:pt x="225893" y="136675"/>
                  <a:pt x="222172" y="135157"/>
                  <a:pt x="217792" y="135157"/>
                </a:cubicBezTo>
                <a:cubicBezTo>
                  <a:pt x="213412" y="135157"/>
                  <a:pt x="209708" y="136694"/>
                  <a:pt x="206673" y="139748"/>
                </a:cubicBezTo>
                <a:cubicBezTo>
                  <a:pt x="203628" y="142811"/>
                  <a:pt x="202110" y="146523"/>
                  <a:pt x="202110" y="150903"/>
                </a:cubicBezTo>
                <a:cubicBezTo>
                  <a:pt x="202110" y="155283"/>
                  <a:pt x="203637" y="158996"/>
                  <a:pt x="206700" y="162032"/>
                </a:cubicBezTo>
                <a:cubicBezTo>
                  <a:pt x="209763" y="165077"/>
                  <a:pt x="213476" y="166595"/>
                  <a:pt x="217856" y="166595"/>
                </a:cubicBezTo>
                <a:cubicBezTo>
                  <a:pt x="222236" y="166595"/>
                  <a:pt x="225948" y="165058"/>
                  <a:pt x="228984" y="162004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12" name="圖示 已驗證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26" y="112581"/>
                  <a:pt x="194411" y="112682"/>
                </a:cubicBezTo>
                <a:cubicBezTo>
                  <a:pt x="191786" y="112791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51" y="232495"/>
                  <a:pt x="40078" y="230401"/>
                </a:cubicBezTo>
                <a:cubicBezTo>
                  <a:pt x="38505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05" y="73765"/>
                  <a:pt x="40078" y="71671"/>
                </a:cubicBezTo>
                <a:cubicBezTo>
                  <a:pt x="41651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13"/>
                  <a:pt x="192051" y="21845"/>
                </a:cubicBezTo>
                <a:cubicBezTo>
                  <a:pt x="194356" y="22577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01" y="69568"/>
                  <a:pt x="261674" y="71671"/>
                </a:cubicBezTo>
                <a:cubicBezTo>
                  <a:pt x="263247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247" y="228307"/>
                  <a:pt x="261674" y="230401"/>
                </a:cubicBezTo>
                <a:cubicBezTo>
                  <a:pt x="260101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175"/>
                  <a:pt x="192051" y="279907"/>
                </a:cubicBezTo>
                <a:cubicBezTo>
                  <a:pt x="189747" y="280639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114" name="圖示 通知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7040" y="238887"/>
                  <a:pt x="54800" y="237973"/>
                  <a:pt x="52999" y="236153"/>
                </a:cubicBezTo>
                <a:cubicBezTo>
                  <a:pt x="51197" y="234333"/>
                  <a:pt x="50292" y="232075"/>
                  <a:pt x="50292" y="229396"/>
                </a:cubicBezTo>
                <a:cubicBezTo>
                  <a:pt x="50292" y="226716"/>
                  <a:pt x="51197" y="224476"/>
                  <a:pt x="52999" y="222702"/>
                </a:cubicBezTo>
                <a:cubicBezTo>
                  <a:pt x="54800" y="220919"/>
                  <a:pt x="57040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23" y="91102"/>
                  <a:pt x="91001" y="77166"/>
                </a:cubicBezTo>
                <a:cubicBezTo>
                  <a:pt x="101370" y="63231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850" y="34317"/>
                  <a:pt x="137517" y="30651"/>
                </a:cubicBezTo>
                <a:cubicBezTo>
                  <a:pt x="141183" y="26984"/>
                  <a:pt x="145636" y="25146"/>
                  <a:pt x="150876" y="25146"/>
                </a:cubicBezTo>
                <a:cubicBezTo>
                  <a:pt x="156116" y="25146"/>
                  <a:pt x="160569" y="26984"/>
                  <a:pt x="164235" y="30651"/>
                </a:cubicBezTo>
                <a:cubicBezTo>
                  <a:pt x="167902" y="34317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382" y="63231"/>
                  <a:pt x="210751" y="77166"/>
                </a:cubicBezTo>
                <a:cubicBezTo>
                  <a:pt x="221129" y="91102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12" y="220032"/>
                  <a:pt x="246952" y="220937"/>
                  <a:pt x="248753" y="222766"/>
                </a:cubicBezTo>
                <a:cubicBezTo>
                  <a:pt x="250555" y="224586"/>
                  <a:pt x="251460" y="226835"/>
                  <a:pt x="251460" y="229524"/>
                </a:cubicBezTo>
                <a:cubicBezTo>
                  <a:pt x="251460" y="232203"/>
                  <a:pt x="250555" y="234434"/>
                  <a:pt x="248753" y="236217"/>
                </a:cubicBezTo>
                <a:cubicBezTo>
                  <a:pt x="246952" y="238000"/>
                  <a:pt x="244712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38" y="274146"/>
                  <a:pt x="133118" y="269218"/>
                </a:cubicBezTo>
                <a:cubicBezTo>
                  <a:pt x="128190" y="264298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562" y="264298"/>
                  <a:pt x="168634" y="269218"/>
                </a:cubicBezTo>
                <a:cubicBezTo>
                  <a:pt x="163714" y="274146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1954" y="95399"/>
                  <a:pt x="190954" y="84399"/>
                </a:cubicBezTo>
                <a:cubicBezTo>
                  <a:pt x="179954" y="73399"/>
                  <a:pt x="166595" y="67894"/>
                  <a:pt x="150876" y="67894"/>
                </a:cubicBezTo>
                <a:cubicBezTo>
                  <a:pt x="135157" y="67894"/>
                  <a:pt x="121798" y="73399"/>
                  <a:pt x="110798" y="84399"/>
                </a:cubicBezTo>
                <a:cubicBezTo>
                  <a:pt x="99798" y="95399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16" name="圖示 問題追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169" y="264033"/>
                  <a:pt x="124477" y="260787"/>
                  <a:pt x="112782" y="254285"/>
                </a:cubicBezTo>
                <a:cubicBezTo>
                  <a:pt x="101087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7040" y="226314"/>
                  <a:pt x="54800" y="225400"/>
                  <a:pt x="52999" y="223580"/>
                </a:cubicBezTo>
                <a:cubicBezTo>
                  <a:pt x="51197" y="221760"/>
                  <a:pt x="50292" y="219502"/>
                  <a:pt x="50292" y="216823"/>
                </a:cubicBezTo>
                <a:cubicBezTo>
                  <a:pt x="50292" y="214143"/>
                  <a:pt x="51197" y="211903"/>
                  <a:pt x="52999" y="210129"/>
                </a:cubicBezTo>
                <a:cubicBezTo>
                  <a:pt x="54800" y="208346"/>
                  <a:pt x="57040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86"/>
                  <a:pt x="77011" y="190890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729" y="174138"/>
                  <a:pt x="54480" y="173224"/>
                  <a:pt x="52679" y="171404"/>
                </a:cubicBezTo>
                <a:cubicBezTo>
                  <a:pt x="50877" y="169575"/>
                  <a:pt x="49981" y="167326"/>
                  <a:pt x="49981" y="164647"/>
                </a:cubicBezTo>
                <a:cubicBezTo>
                  <a:pt x="49981" y="161959"/>
                  <a:pt x="50877" y="159727"/>
                  <a:pt x="52679" y="157944"/>
                </a:cubicBezTo>
                <a:cubicBezTo>
                  <a:pt x="54480" y="156170"/>
                  <a:pt x="56729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066" y="143177"/>
                  <a:pt x="77166" y="137206"/>
                </a:cubicBezTo>
                <a:cubicBezTo>
                  <a:pt x="77276" y="131235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7040" y="119448"/>
                  <a:pt x="54800" y="118534"/>
                  <a:pt x="52999" y="116705"/>
                </a:cubicBezTo>
                <a:cubicBezTo>
                  <a:pt x="51197" y="114885"/>
                  <a:pt x="50292" y="112636"/>
                  <a:pt x="50292" y="109947"/>
                </a:cubicBezTo>
                <a:cubicBezTo>
                  <a:pt x="50292" y="107268"/>
                  <a:pt x="51197" y="105037"/>
                  <a:pt x="52999" y="103254"/>
                </a:cubicBezTo>
                <a:cubicBezTo>
                  <a:pt x="54800" y="101471"/>
                  <a:pt x="57040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25"/>
                  <a:pt x="95244" y="50356"/>
                </a:cubicBezTo>
                <a:cubicBezTo>
                  <a:pt x="95244" y="47878"/>
                  <a:pt x="96122" y="45747"/>
                  <a:pt x="97877" y="43946"/>
                </a:cubicBezTo>
                <a:cubicBezTo>
                  <a:pt x="99496" y="42291"/>
                  <a:pt x="101544" y="41459"/>
                  <a:pt x="104040" y="41459"/>
                </a:cubicBezTo>
                <a:cubicBezTo>
                  <a:pt x="106537" y="41459"/>
                  <a:pt x="108622" y="42300"/>
                  <a:pt x="110295" y="43973"/>
                </a:cubicBezTo>
                <a:lnTo>
                  <a:pt x="133557" y="67236"/>
                </a:lnTo>
                <a:cubicBezTo>
                  <a:pt x="139364" y="65142"/>
                  <a:pt x="145262" y="64090"/>
                  <a:pt x="151251" y="64090"/>
                </a:cubicBezTo>
                <a:cubicBezTo>
                  <a:pt x="157286" y="64109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21" y="41495"/>
                  <a:pt x="198589" y="41495"/>
                </a:cubicBezTo>
                <a:cubicBezTo>
                  <a:pt x="201067" y="41495"/>
                  <a:pt x="203198" y="42373"/>
                  <a:pt x="204999" y="44129"/>
                </a:cubicBezTo>
                <a:cubicBezTo>
                  <a:pt x="206654" y="45747"/>
                  <a:pt x="207487" y="47796"/>
                  <a:pt x="207487" y="50292"/>
                </a:cubicBezTo>
                <a:cubicBezTo>
                  <a:pt x="207487" y="52788"/>
                  <a:pt x="206636" y="54882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79" y="80851"/>
                  <a:pt x="202869" y="85405"/>
                </a:cubicBezTo>
                <a:cubicBezTo>
                  <a:pt x="207349" y="89931"/>
                  <a:pt x="211290" y="94988"/>
                  <a:pt x="214683" y="100584"/>
                </a:cubicBezTo>
                <a:lnTo>
                  <a:pt x="242343" y="100584"/>
                </a:lnTo>
                <a:cubicBezTo>
                  <a:pt x="245023" y="100584"/>
                  <a:pt x="247272" y="101498"/>
                  <a:pt x="249073" y="103318"/>
                </a:cubicBezTo>
                <a:cubicBezTo>
                  <a:pt x="250875" y="105138"/>
                  <a:pt x="251771" y="107396"/>
                  <a:pt x="251771" y="110075"/>
                </a:cubicBezTo>
                <a:cubicBezTo>
                  <a:pt x="251771" y="112755"/>
                  <a:pt x="250875" y="114995"/>
                  <a:pt x="249073" y="116769"/>
                </a:cubicBezTo>
                <a:cubicBezTo>
                  <a:pt x="247272" y="118552"/>
                  <a:pt x="245023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686" y="131253"/>
                  <a:pt x="224586" y="137270"/>
                </a:cubicBezTo>
                <a:cubicBezTo>
                  <a:pt x="224476" y="143277"/>
                  <a:pt x="224430" y="149285"/>
                  <a:pt x="224430" y="155274"/>
                </a:cubicBezTo>
                <a:lnTo>
                  <a:pt x="242343" y="155274"/>
                </a:lnTo>
                <a:cubicBezTo>
                  <a:pt x="245023" y="155274"/>
                  <a:pt x="247272" y="156189"/>
                  <a:pt x="249073" y="158008"/>
                </a:cubicBezTo>
                <a:cubicBezTo>
                  <a:pt x="250875" y="159837"/>
                  <a:pt x="251771" y="162087"/>
                  <a:pt x="251771" y="164766"/>
                </a:cubicBezTo>
                <a:cubicBezTo>
                  <a:pt x="251771" y="167454"/>
                  <a:pt x="250875" y="169685"/>
                  <a:pt x="249073" y="171468"/>
                </a:cubicBezTo>
                <a:cubicBezTo>
                  <a:pt x="247272" y="173242"/>
                  <a:pt x="245023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476" y="185404"/>
                  <a:pt x="224586" y="190954"/>
                </a:cubicBezTo>
                <a:cubicBezTo>
                  <a:pt x="224686" y="196505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23" y="207459"/>
                  <a:pt x="247272" y="208364"/>
                  <a:pt x="249073" y="210193"/>
                </a:cubicBezTo>
                <a:cubicBezTo>
                  <a:pt x="250875" y="212013"/>
                  <a:pt x="251771" y="214262"/>
                  <a:pt x="251771" y="216951"/>
                </a:cubicBezTo>
                <a:cubicBezTo>
                  <a:pt x="251771" y="219630"/>
                  <a:pt x="250875" y="221861"/>
                  <a:pt x="249073" y="223644"/>
                </a:cubicBezTo>
                <a:cubicBezTo>
                  <a:pt x="247272" y="225427"/>
                  <a:pt x="245023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23" y="248058"/>
                  <a:pt x="189381" y="254450"/>
                </a:cubicBezTo>
                <a:cubicBezTo>
                  <a:pt x="177558" y="260842"/>
                  <a:pt x="164729" y="264033"/>
                  <a:pt x="150876" y="264033"/>
                </a:cubicBezTo>
                <a:close/>
                <a:moveTo>
                  <a:pt x="150940" y="245178"/>
                </a:moveTo>
                <a:cubicBezTo>
                  <a:pt x="165982" y="245178"/>
                  <a:pt x="178847" y="239884"/>
                  <a:pt x="189537" y="229304"/>
                </a:cubicBezTo>
                <a:cubicBezTo>
                  <a:pt x="200226" y="218715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08" y="110377"/>
                  <a:pt x="189473" y="99798"/>
                </a:cubicBezTo>
                <a:cubicBezTo>
                  <a:pt x="178747" y="89218"/>
                  <a:pt x="165863" y="83924"/>
                  <a:pt x="150812" y="83924"/>
                </a:cubicBezTo>
                <a:cubicBezTo>
                  <a:pt x="135770" y="83924"/>
                  <a:pt x="122905" y="89218"/>
                  <a:pt x="112215" y="99798"/>
                </a:cubicBezTo>
                <a:cubicBezTo>
                  <a:pt x="101526" y="110377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44" y="218715"/>
                  <a:pt x="112279" y="229304"/>
                </a:cubicBezTo>
                <a:cubicBezTo>
                  <a:pt x="123005" y="239884"/>
                  <a:pt x="135889" y="245178"/>
                  <a:pt x="150940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274" y="201168"/>
                  <a:pt x="171514" y="200254"/>
                  <a:pt x="173315" y="198434"/>
                </a:cubicBezTo>
                <a:cubicBezTo>
                  <a:pt x="175117" y="196614"/>
                  <a:pt x="176022" y="194356"/>
                  <a:pt x="176022" y="191677"/>
                </a:cubicBezTo>
                <a:cubicBezTo>
                  <a:pt x="176022" y="188997"/>
                  <a:pt x="175117" y="186757"/>
                  <a:pt x="173315" y="184983"/>
                </a:cubicBezTo>
                <a:cubicBezTo>
                  <a:pt x="171514" y="183200"/>
                  <a:pt x="169274" y="182313"/>
                  <a:pt x="166595" y="182313"/>
                </a:cubicBezTo>
                <a:lnTo>
                  <a:pt x="135157" y="182313"/>
                </a:lnTo>
                <a:cubicBezTo>
                  <a:pt x="132478" y="182313"/>
                  <a:pt x="130238" y="183218"/>
                  <a:pt x="128437" y="185047"/>
                </a:cubicBezTo>
                <a:cubicBezTo>
                  <a:pt x="126635" y="186867"/>
                  <a:pt x="125730" y="189116"/>
                  <a:pt x="125730" y="191805"/>
                </a:cubicBezTo>
                <a:cubicBezTo>
                  <a:pt x="125730" y="194484"/>
                  <a:pt x="126635" y="196715"/>
                  <a:pt x="128437" y="198498"/>
                </a:cubicBezTo>
                <a:cubicBezTo>
                  <a:pt x="130238" y="200281"/>
                  <a:pt x="132478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274" y="146789"/>
                  <a:pt x="171514" y="145874"/>
                  <a:pt x="173315" y="144055"/>
                </a:cubicBezTo>
                <a:cubicBezTo>
                  <a:pt x="175117" y="142235"/>
                  <a:pt x="176022" y="139976"/>
                  <a:pt x="176022" y="137297"/>
                </a:cubicBezTo>
                <a:cubicBezTo>
                  <a:pt x="176022" y="134618"/>
                  <a:pt x="175117" y="132387"/>
                  <a:pt x="173315" y="130604"/>
                </a:cubicBezTo>
                <a:cubicBezTo>
                  <a:pt x="171514" y="128821"/>
                  <a:pt x="169274" y="127934"/>
                  <a:pt x="166595" y="127934"/>
                </a:cubicBezTo>
                <a:lnTo>
                  <a:pt x="135157" y="127934"/>
                </a:lnTo>
                <a:cubicBezTo>
                  <a:pt x="132478" y="127934"/>
                  <a:pt x="130238" y="128839"/>
                  <a:pt x="128437" y="130668"/>
                </a:cubicBezTo>
                <a:cubicBezTo>
                  <a:pt x="126635" y="132487"/>
                  <a:pt x="125730" y="134737"/>
                  <a:pt x="125730" y="137425"/>
                </a:cubicBezTo>
                <a:cubicBezTo>
                  <a:pt x="125730" y="140104"/>
                  <a:pt x="126635" y="142336"/>
                  <a:pt x="128437" y="144119"/>
                </a:cubicBezTo>
                <a:cubicBezTo>
                  <a:pt x="130238" y="145902"/>
                  <a:pt x="132478" y="146789"/>
                  <a:pt x="135157" y="146789"/>
                </a:cubicBezTo>
                <a:close/>
                <a:moveTo>
                  <a:pt x="151031" y="164711"/>
                </a:move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118" name="圖示 時間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358" y="88377"/>
                  <a:pt x="158575" y="86594"/>
                </a:cubicBezTo>
                <a:cubicBezTo>
                  <a:pt x="156792" y="84820"/>
                  <a:pt x="154543" y="83924"/>
                  <a:pt x="151818" y="83924"/>
                </a:cubicBezTo>
                <a:cubicBezTo>
                  <a:pt x="149093" y="83924"/>
                  <a:pt x="146843" y="84820"/>
                  <a:pt x="145060" y="86594"/>
                </a:cubicBezTo>
                <a:cubicBezTo>
                  <a:pt x="143277" y="88377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11" y="207404"/>
                  <a:pt x="197236" y="207294"/>
                </a:cubicBezTo>
                <a:cubicBezTo>
                  <a:pt x="200071" y="207194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694"/>
                  <a:pt x="28447" y="117455"/>
                  <a:pt x="35049" y="102157"/>
                </a:cubicBezTo>
                <a:cubicBezTo>
                  <a:pt x="41651" y="86859"/>
                  <a:pt x="50658" y="73499"/>
                  <a:pt x="62079" y="62079"/>
                </a:cubicBezTo>
                <a:cubicBezTo>
                  <a:pt x="73499" y="50658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058" y="25146"/>
                  <a:pt x="184297" y="28447"/>
                  <a:pt x="199595" y="35049"/>
                </a:cubicBezTo>
                <a:cubicBezTo>
                  <a:pt x="214893" y="41651"/>
                  <a:pt x="228253" y="50658"/>
                  <a:pt x="239673" y="62079"/>
                </a:cubicBezTo>
                <a:cubicBezTo>
                  <a:pt x="251094" y="73499"/>
                  <a:pt x="260101" y="86859"/>
                  <a:pt x="266703" y="102157"/>
                </a:cubicBezTo>
                <a:cubicBezTo>
                  <a:pt x="273305" y="117455"/>
                  <a:pt x="276606" y="13369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094" y="228253"/>
                  <a:pt x="239673" y="239673"/>
                </a:cubicBezTo>
                <a:cubicBezTo>
                  <a:pt x="228253" y="251094"/>
                  <a:pt x="214893" y="260101"/>
                  <a:pt x="199595" y="266703"/>
                </a:cubicBezTo>
                <a:cubicBezTo>
                  <a:pt x="184297" y="273305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20" name="圖示 計時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10" y="30541"/>
                  <a:pt x="115827" y="28758"/>
                </a:cubicBezTo>
                <a:cubicBezTo>
                  <a:pt x="114044" y="26984"/>
                  <a:pt x="113157" y="24725"/>
                  <a:pt x="113157" y="22000"/>
                </a:cubicBezTo>
                <a:cubicBezTo>
                  <a:pt x="113157" y="19276"/>
                  <a:pt x="114044" y="17026"/>
                  <a:pt x="115827" y="15243"/>
                </a:cubicBezTo>
                <a:cubicBezTo>
                  <a:pt x="117610" y="13460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42" y="13460"/>
                  <a:pt x="185925" y="15243"/>
                </a:cubicBezTo>
                <a:cubicBezTo>
                  <a:pt x="187708" y="17026"/>
                  <a:pt x="188595" y="19276"/>
                  <a:pt x="188595" y="22000"/>
                </a:cubicBezTo>
                <a:cubicBezTo>
                  <a:pt x="188595" y="24725"/>
                  <a:pt x="187708" y="26984"/>
                  <a:pt x="185925" y="28758"/>
                </a:cubicBezTo>
                <a:cubicBezTo>
                  <a:pt x="184142" y="30541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633" y="169265"/>
                </a:moveTo>
                <a:cubicBezTo>
                  <a:pt x="159416" y="167482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16" y="104095"/>
                  <a:pt x="157633" y="102312"/>
                </a:cubicBezTo>
                <a:cubicBezTo>
                  <a:pt x="155850" y="100529"/>
                  <a:pt x="153601" y="99642"/>
                  <a:pt x="150876" y="99642"/>
                </a:cubicBezTo>
                <a:cubicBezTo>
                  <a:pt x="148151" y="99642"/>
                  <a:pt x="145902" y="100529"/>
                  <a:pt x="144119" y="102312"/>
                </a:cubicBezTo>
                <a:cubicBezTo>
                  <a:pt x="142336" y="104095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36" y="167482"/>
                  <a:pt x="144119" y="169265"/>
                </a:cubicBezTo>
                <a:cubicBezTo>
                  <a:pt x="145902" y="171048"/>
                  <a:pt x="148151" y="171935"/>
                  <a:pt x="150876" y="171935"/>
                </a:cubicBezTo>
                <a:cubicBezTo>
                  <a:pt x="153601" y="171935"/>
                  <a:pt x="155850" y="171048"/>
                  <a:pt x="157633" y="169265"/>
                </a:cubicBezTo>
                <a:close/>
                <a:moveTo>
                  <a:pt x="107031" y="267334"/>
                </a:moveTo>
                <a:cubicBezTo>
                  <a:pt x="93305" y="261363"/>
                  <a:pt x="81308" y="253243"/>
                  <a:pt x="71040" y="242974"/>
                </a:cubicBezTo>
                <a:cubicBezTo>
                  <a:pt x="60771" y="232706"/>
                  <a:pt x="52651" y="220709"/>
                  <a:pt x="46680" y="206984"/>
                </a:cubicBezTo>
                <a:cubicBezTo>
                  <a:pt x="40709" y="193258"/>
                  <a:pt x="37719" y="178637"/>
                  <a:pt x="37719" y="163138"/>
                </a:cubicBezTo>
                <a:cubicBezTo>
                  <a:pt x="37719" y="147630"/>
                  <a:pt x="40709" y="133009"/>
                  <a:pt x="46680" y="119283"/>
                </a:cubicBezTo>
                <a:cubicBezTo>
                  <a:pt x="52651" y="105558"/>
                  <a:pt x="60771" y="93561"/>
                  <a:pt x="71040" y="83293"/>
                </a:cubicBezTo>
                <a:cubicBezTo>
                  <a:pt x="81308" y="73024"/>
                  <a:pt x="93305" y="64904"/>
                  <a:pt x="107031" y="58933"/>
                </a:cubicBezTo>
                <a:cubicBezTo>
                  <a:pt x="120756" y="52962"/>
                  <a:pt x="135368" y="49981"/>
                  <a:pt x="150876" y="49981"/>
                </a:cubicBezTo>
                <a:cubicBezTo>
                  <a:pt x="164912" y="49981"/>
                  <a:pt x="178116" y="52331"/>
                  <a:pt x="190479" y="57049"/>
                </a:cubicBezTo>
                <a:cubicBezTo>
                  <a:pt x="202841" y="61768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674" y="108439"/>
                  <a:pt x="256014" y="120390"/>
                </a:cubicBezTo>
                <a:cubicBezTo>
                  <a:pt x="261363" y="132332"/>
                  <a:pt x="264033" y="146578"/>
                  <a:pt x="264033" y="163138"/>
                </a:cubicBezTo>
                <a:cubicBezTo>
                  <a:pt x="264033" y="178637"/>
                  <a:pt x="261043" y="193258"/>
                  <a:pt x="255072" y="206984"/>
                </a:cubicBezTo>
                <a:cubicBezTo>
                  <a:pt x="249101" y="220709"/>
                  <a:pt x="240981" y="232706"/>
                  <a:pt x="230712" y="242974"/>
                </a:cubicBezTo>
                <a:cubicBezTo>
                  <a:pt x="220444" y="253243"/>
                  <a:pt x="208447" y="261363"/>
                  <a:pt x="194721" y="267334"/>
                </a:cubicBezTo>
                <a:cubicBezTo>
                  <a:pt x="180996" y="273305"/>
                  <a:pt x="166384" y="276295"/>
                  <a:pt x="150876" y="276295"/>
                </a:cubicBezTo>
                <a:cubicBezTo>
                  <a:pt x="135368" y="276295"/>
                  <a:pt x="120756" y="273305"/>
                  <a:pt x="107031" y="267334"/>
                </a:cubicBezTo>
                <a:close/>
                <a:moveTo>
                  <a:pt x="217673" y="229926"/>
                </a:moveTo>
                <a:cubicBezTo>
                  <a:pt x="236007" y="211592"/>
                  <a:pt x="245178" y="189327"/>
                  <a:pt x="245178" y="163138"/>
                </a:cubicBezTo>
                <a:cubicBezTo>
                  <a:pt x="245178" y="136941"/>
                  <a:pt x="236007" y="114675"/>
                  <a:pt x="217673" y="96341"/>
                </a:cubicBezTo>
                <a:cubicBezTo>
                  <a:pt x="199330" y="78007"/>
                  <a:pt x="177074" y="68836"/>
                  <a:pt x="150876" y="68836"/>
                </a:cubicBezTo>
                <a:cubicBezTo>
                  <a:pt x="124678" y="68836"/>
                  <a:pt x="102422" y="78007"/>
                  <a:pt x="84079" y="96341"/>
                </a:cubicBezTo>
                <a:cubicBezTo>
                  <a:pt x="65745" y="114675"/>
                  <a:pt x="56583" y="136941"/>
                  <a:pt x="56583" y="163138"/>
                </a:cubicBezTo>
                <a:cubicBezTo>
                  <a:pt x="56583" y="189327"/>
                  <a:pt x="65745" y="211592"/>
                  <a:pt x="84079" y="229926"/>
                </a:cubicBezTo>
                <a:cubicBezTo>
                  <a:pt x="102422" y="248269"/>
                  <a:pt x="124678" y="257431"/>
                  <a:pt x="150876" y="257431"/>
                </a:cubicBezTo>
                <a:cubicBezTo>
                  <a:pt x="177074" y="257431"/>
                  <a:pt x="199330" y="248269"/>
                  <a:pt x="217673" y="229926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22" name="圖示 等待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12"/>
                  <a:pt x="189226" y="179634"/>
                </a:cubicBezTo>
                <a:cubicBezTo>
                  <a:pt x="178747" y="169265"/>
                  <a:pt x="165964" y="164080"/>
                  <a:pt x="150876" y="164080"/>
                </a:cubicBezTo>
                <a:cubicBezTo>
                  <a:pt x="135788" y="164080"/>
                  <a:pt x="123005" y="169265"/>
                  <a:pt x="112526" y="179634"/>
                </a:cubicBezTo>
                <a:cubicBezTo>
                  <a:pt x="102047" y="190012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745" y="275719"/>
                  <a:pt x="52962" y="273936"/>
                </a:cubicBezTo>
                <a:cubicBezTo>
                  <a:pt x="51179" y="272153"/>
                  <a:pt x="50292" y="269903"/>
                  <a:pt x="50292" y="267179"/>
                </a:cubicBezTo>
                <a:cubicBezTo>
                  <a:pt x="50292" y="264454"/>
                  <a:pt x="51179" y="262195"/>
                  <a:pt x="52962" y="260421"/>
                </a:cubicBezTo>
                <a:cubicBezTo>
                  <a:pt x="54745" y="258638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745" y="43114"/>
                  <a:pt x="52962" y="41331"/>
                </a:cubicBezTo>
                <a:cubicBezTo>
                  <a:pt x="51179" y="39557"/>
                  <a:pt x="50292" y="37298"/>
                  <a:pt x="50292" y="34573"/>
                </a:cubicBezTo>
                <a:cubicBezTo>
                  <a:pt x="50292" y="31849"/>
                  <a:pt x="51179" y="29599"/>
                  <a:pt x="52962" y="27816"/>
                </a:cubicBezTo>
                <a:cubicBezTo>
                  <a:pt x="54745" y="26033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07" y="26033"/>
                  <a:pt x="248790" y="27816"/>
                </a:cubicBezTo>
                <a:cubicBezTo>
                  <a:pt x="250573" y="29599"/>
                  <a:pt x="251460" y="31849"/>
                  <a:pt x="251460" y="34573"/>
                </a:cubicBezTo>
                <a:cubicBezTo>
                  <a:pt x="251460" y="37298"/>
                  <a:pt x="250573" y="39557"/>
                  <a:pt x="248790" y="41331"/>
                </a:cubicBezTo>
                <a:cubicBezTo>
                  <a:pt x="247007" y="43114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07" y="258638"/>
                  <a:pt x="248790" y="260421"/>
                </a:cubicBezTo>
                <a:cubicBezTo>
                  <a:pt x="250573" y="262195"/>
                  <a:pt x="251460" y="264454"/>
                  <a:pt x="251460" y="267179"/>
                </a:cubicBezTo>
                <a:cubicBezTo>
                  <a:pt x="251460" y="269903"/>
                  <a:pt x="250573" y="272153"/>
                  <a:pt x="248790" y="273936"/>
                </a:cubicBezTo>
                <a:cubicBezTo>
                  <a:pt x="247007" y="275719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24" name="圖示 行事曆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29" y="174815"/>
                  <a:pt x="141915" y="172410"/>
                </a:cubicBezTo>
                <a:cubicBezTo>
                  <a:pt x="139510" y="169996"/>
                  <a:pt x="138303" y="167015"/>
                  <a:pt x="138303" y="163449"/>
                </a:cubicBezTo>
                <a:cubicBezTo>
                  <a:pt x="138303" y="159883"/>
                  <a:pt x="139510" y="156902"/>
                  <a:pt x="141915" y="154488"/>
                </a:cubicBezTo>
                <a:cubicBezTo>
                  <a:pt x="144329" y="152083"/>
                  <a:pt x="147310" y="150876"/>
                  <a:pt x="150876" y="150876"/>
                </a:cubicBezTo>
                <a:cubicBezTo>
                  <a:pt x="154442" y="150876"/>
                  <a:pt x="157423" y="152083"/>
                  <a:pt x="159837" y="154488"/>
                </a:cubicBezTo>
                <a:cubicBezTo>
                  <a:pt x="162242" y="156902"/>
                  <a:pt x="163449" y="159883"/>
                  <a:pt x="163449" y="163449"/>
                </a:cubicBezTo>
                <a:cubicBezTo>
                  <a:pt x="163449" y="167015"/>
                  <a:pt x="162242" y="169996"/>
                  <a:pt x="159837" y="172410"/>
                </a:cubicBezTo>
                <a:cubicBezTo>
                  <a:pt x="157423" y="174815"/>
                  <a:pt x="154442" y="176022"/>
                  <a:pt x="150876" y="176022"/>
                </a:cubicBezTo>
                <a:close/>
                <a:moveTo>
                  <a:pt x="91623" y="172410"/>
                </a:moveTo>
                <a:cubicBezTo>
                  <a:pt x="89218" y="169996"/>
                  <a:pt x="88011" y="167015"/>
                  <a:pt x="88011" y="163449"/>
                </a:cubicBezTo>
                <a:cubicBezTo>
                  <a:pt x="88011" y="159883"/>
                  <a:pt x="89218" y="156902"/>
                  <a:pt x="91623" y="154488"/>
                </a:cubicBezTo>
                <a:cubicBezTo>
                  <a:pt x="94037" y="152083"/>
                  <a:pt x="97018" y="150876"/>
                  <a:pt x="100584" y="150876"/>
                </a:cubicBezTo>
                <a:cubicBezTo>
                  <a:pt x="104150" y="150876"/>
                  <a:pt x="107131" y="152083"/>
                  <a:pt x="109545" y="154488"/>
                </a:cubicBezTo>
                <a:cubicBezTo>
                  <a:pt x="111950" y="156902"/>
                  <a:pt x="113157" y="159883"/>
                  <a:pt x="113157" y="163449"/>
                </a:cubicBezTo>
                <a:cubicBezTo>
                  <a:pt x="113157" y="167015"/>
                  <a:pt x="111950" y="169996"/>
                  <a:pt x="109545" y="172410"/>
                </a:cubicBezTo>
                <a:cubicBezTo>
                  <a:pt x="107131" y="174815"/>
                  <a:pt x="104150" y="176022"/>
                  <a:pt x="100584" y="176022"/>
                </a:cubicBezTo>
                <a:cubicBezTo>
                  <a:pt x="97018" y="176022"/>
                  <a:pt x="94037" y="174815"/>
                  <a:pt x="91623" y="172410"/>
                </a:cubicBezTo>
                <a:close/>
                <a:moveTo>
                  <a:pt x="201168" y="176022"/>
                </a:moveTo>
                <a:cubicBezTo>
                  <a:pt x="197602" y="176022"/>
                  <a:pt x="194621" y="174815"/>
                  <a:pt x="192207" y="172410"/>
                </a:cubicBezTo>
                <a:cubicBezTo>
                  <a:pt x="189802" y="169996"/>
                  <a:pt x="188595" y="167015"/>
                  <a:pt x="188595" y="163449"/>
                </a:cubicBezTo>
                <a:cubicBezTo>
                  <a:pt x="188595" y="159883"/>
                  <a:pt x="189802" y="156902"/>
                  <a:pt x="192207" y="154488"/>
                </a:cubicBezTo>
                <a:cubicBezTo>
                  <a:pt x="194621" y="152083"/>
                  <a:pt x="197602" y="150876"/>
                  <a:pt x="201168" y="150876"/>
                </a:cubicBezTo>
                <a:cubicBezTo>
                  <a:pt x="204734" y="150876"/>
                  <a:pt x="207715" y="152083"/>
                  <a:pt x="210129" y="154488"/>
                </a:cubicBezTo>
                <a:cubicBezTo>
                  <a:pt x="212534" y="156902"/>
                  <a:pt x="213741" y="159883"/>
                  <a:pt x="213741" y="163449"/>
                </a:cubicBezTo>
                <a:cubicBezTo>
                  <a:pt x="213741" y="167015"/>
                  <a:pt x="212534" y="169996"/>
                  <a:pt x="210129" y="172410"/>
                </a:cubicBezTo>
                <a:cubicBezTo>
                  <a:pt x="207715" y="174815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29" y="225107"/>
                  <a:pt x="141915" y="222702"/>
                </a:cubicBezTo>
                <a:cubicBezTo>
                  <a:pt x="139510" y="220288"/>
                  <a:pt x="138303" y="217307"/>
                  <a:pt x="138303" y="213741"/>
                </a:cubicBezTo>
                <a:cubicBezTo>
                  <a:pt x="138303" y="210175"/>
                  <a:pt x="139510" y="207194"/>
                  <a:pt x="141915" y="204780"/>
                </a:cubicBezTo>
                <a:cubicBezTo>
                  <a:pt x="144329" y="202375"/>
                  <a:pt x="147310" y="201168"/>
                  <a:pt x="150876" y="201168"/>
                </a:cubicBezTo>
                <a:cubicBezTo>
                  <a:pt x="154442" y="201168"/>
                  <a:pt x="157423" y="202375"/>
                  <a:pt x="159837" y="204780"/>
                </a:cubicBezTo>
                <a:cubicBezTo>
                  <a:pt x="162242" y="207194"/>
                  <a:pt x="163449" y="210175"/>
                  <a:pt x="163449" y="213741"/>
                </a:cubicBezTo>
                <a:cubicBezTo>
                  <a:pt x="163449" y="217307"/>
                  <a:pt x="162242" y="220288"/>
                  <a:pt x="159837" y="222702"/>
                </a:cubicBezTo>
                <a:cubicBezTo>
                  <a:pt x="157423" y="225107"/>
                  <a:pt x="154442" y="226314"/>
                  <a:pt x="150876" y="226314"/>
                </a:cubicBezTo>
                <a:close/>
                <a:moveTo>
                  <a:pt x="91623" y="222702"/>
                </a:moveTo>
                <a:cubicBezTo>
                  <a:pt x="89218" y="220288"/>
                  <a:pt x="88011" y="217307"/>
                  <a:pt x="88011" y="213741"/>
                </a:cubicBezTo>
                <a:cubicBezTo>
                  <a:pt x="88011" y="210175"/>
                  <a:pt x="89218" y="207194"/>
                  <a:pt x="91623" y="204780"/>
                </a:cubicBezTo>
                <a:cubicBezTo>
                  <a:pt x="94037" y="202375"/>
                  <a:pt x="97018" y="201168"/>
                  <a:pt x="100584" y="201168"/>
                </a:cubicBezTo>
                <a:cubicBezTo>
                  <a:pt x="104150" y="201168"/>
                  <a:pt x="107131" y="202375"/>
                  <a:pt x="109545" y="204780"/>
                </a:cubicBezTo>
                <a:cubicBezTo>
                  <a:pt x="111950" y="207194"/>
                  <a:pt x="113157" y="210175"/>
                  <a:pt x="113157" y="213741"/>
                </a:cubicBezTo>
                <a:cubicBezTo>
                  <a:pt x="113157" y="217307"/>
                  <a:pt x="111950" y="220288"/>
                  <a:pt x="109545" y="222702"/>
                </a:cubicBezTo>
                <a:cubicBezTo>
                  <a:pt x="107131" y="225107"/>
                  <a:pt x="104150" y="226314"/>
                  <a:pt x="100584" y="226314"/>
                </a:cubicBezTo>
                <a:cubicBezTo>
                  <a:pt x="97018" y="226314"/>
                  <a:pt x="94037" y="225107"/>
                  <a:pt x="91623" y="222702"/>
                </a:cubicBezTo>
                <a:close/>
                <a:moveTo>
                  <a:pt x="201168" y="226314"/>
                </a:moveTo>
                <a:cubicBezTo>
                  <a:pt x="197602" y="226314"/>
                  <a:pt x="194621" y="225107"/>
                  <a:pt x="192207" y="222702"/>
                </a:cubicBezTo>
                <a:cubicBezTo>
                  <a:pt x="189802" y="220288"/>
                  <a:pt x="188595" y="217307"/>
                  <a:pt x="188595" y="213741"/>
                </a:cubicBezTo>
                <a:cubicBezTo>
                  <a:pt x="188595" y="210175"/>
                  <a:pt x="189802" y="207194"/>
                  <a:pt x="192207" y="204780"/>
                </a:cubicBezTo>
                <a:cubicBezTo>
                  <a:pt x="194621" y="202375"/>
                  <a:pt x="197602" y="201168"/>
                  <a:pt x="201168" y="201168"/>
                </a:cubicBezTo>
                <a:cubicBezTo>
                  <a:pt x="204734" y="201168"/>
                  <a:pt x="207715" y="202375"/>
                  <a:pt x="210129" y="204780"/>
                </a:cubicBezTo>
                <a:cubicBezTo>
                  <a:pt x="212534" y="207194"/>
                  <a:pt x="213741" y="210175"/>
                  <a:pt x="213741" y="213741"/>
                </a:cubicBezTo>
                <a:cubicBezTo>
                  <a:pt x="213741" y="217307"/>
                  <a:pt x="212534" y="220288"/>
                  <a:pt x="210129" y="222702"/>
                </a:cubicBezTo>
                <a:cubicBezTo>
                  <a:pt x="207715" y="225107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26" name="圖示 事件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35"/>
                </a:moveTo>
                <a:cubicBezTo>
                  <a:pt x="160093" y="217828"/>
                  <a:pt x="157167" y="210595"/>
                  <a:pt x="157167" y="202046"/>
                </a:cubicBezTo>
                <a:cubicBezTo>
                  <a:pt x="157167" y="193496"/>
                  <a:pt x="160121" y="186291"/>
                  <a:pt x="166028" y="180420"/>
                </a:cubicBezTo>
                <a:cubicBezTo>
                  <a:pt x="171935" y="174559"/>
                  <a:pt x="179168" y="171624"/>
                  <a:pt x="187717" y="171624"/>
                </a:cubicBezTo>
                <a:cubicBezTo>
                  <a:pt x="196267" y="171624"/>
                  <a:pt x="203472" y="174577"/>
                  <a:pt x="209343" y="180484"/>
                </a:cubicBezTo>
                <a:cubicBezTo>
                  <a:pt x="215204" y="186391"/>
                  <a:pt x="218139" y="193624"/>
                  <a:pt x="218139" y="202174"/>
                </a:cubicBezTo>
                <a:cubicBezTo>
                  <a:pt x="218139" y="210723"/>
                  <a:pt x="215186" y="217929"/>
                  <a:pt x="209279" y="223799"/>
                </a:cubicBezTo>
                <a:cubicBezTo>
                  <a:pt x="203372" y="229670"/>
                  <a:pt x="196139" y="232605"/>
                  <a:pt x="187589" y="232605"/>
                </a:cubicBezTo>
                <a:cubicBezTo>
                  <a:pt x="179040" y="232605"/>
                  <a:pt x="171834" y="229642"/>
                  <a:pt x="165964" y="223735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28" name="圖示 已排程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358"/>
                  <a:pt x="193935" y="149459"/>
                </a:cubicBezTo>
                <a:cubicBezTo>
                  <a:pt x="196450" y="149568"/>
                  <a:pt x="198653" y="150565"/>
                  <a:pt x="200537" y="152449"/>
                </a:cubicBezTo>
                <a:cubicBezTo>
                  <a:pt x="202430" y="154332"/>
                  <a:pt x="203372" y="156554"/>
                  <a:pt x="203372" y="159115"/>
                </a:cubicBezTo>
                <a:cubicBezTo>
                  <a:pt x="203372" y="161666"/>
                  <a:pt x="202430" y="163851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823"/>
                  <a:pt x="96497" y="189647"/>
                  <a:pt x="96497" y="187086"/>
                </a:cubicBezTo>
                <a:cubicBezTo>
                  <a:pt x="96497" y="184526"/>
                  <a:pt x="97438" y="182313"/>
                  <a:pt x="99331" y="180420"/>
                </a:cubicBezTo>
                <a:cubicBezTo>
                  <a:pt x="101215" y="178537"/>
                  <a:pt x="103409" y="177650"/>
                  <a:pt x="105924" y="177750"/>
                </a:cubicBezTo>
                <a:cubicBezTo>
                  <a:pt x="108439" y="177860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30" name="圖示 文件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31" y="223168"/>
                  <a:pt x="196980" y="222263"/>
                  <a:pt x="198781" y="220434"/>
                </a:cubicBezTo>
                <a:cubicBezTo>
                  <a:pt x="200583" y="218615"/>
                  <a:pt x="201479" y="216356"/>
                  <a:pt x="201479" y="213677"/>
                </a:cubicBezTo>
                <a:cubicBezTo>
                  <a:pt x="201479" y="210998"/>
                  <a:pt x="200583" y="208767"/>
                  <a:pt x="198781" y="206984"/>
                </a:cubicBezTo>
                <a:cubicBezTo>
                  <a:pt x="196980" y="205201"/>
                  <a:pt x="194731" y="204314"/>
                  <a:pt x="192051" y="204314"/>
                </a:cubicBezTo>
                <a:lnTo>
                  <a:pt x="109701" y="204314"/>
                </a:lnTo>
                <a:cubicBezTo>
                  <a:pt x="107021" y="204314"/>
                  <a:pt x="104772" y="205219"/>
                  <a:pt x="102971" y="207048"/>
                </a:cubicBezTo>
                <a:cubicBezTo>
                  <a:pt x="101169" y="208867"/>
                  <a:pt x="100273" y="211126"/>
                  <a:pt x="100273" y="213805"/>
                </a:cubicBezTo>
                <a:cubicBezTo>
                  <a:pt x="100273" y="216484"/>
                  <a:pt x="101169" y="218715"/>
                  <a:pt x="102971" y="220498"/>
                </a:cubicBezTo>
                <a:cubicBezTo>
                  <a:pt x="104772" y="222281"/>
                  <a:pt x="107021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31" y="169740"/>
                  <a:pt x="196980" y="168826"/>
                  <a:pt x="198781" y="166997"/>
                </a:cubicBezTo>
                <a:cubicBezTo>
                  <a:pt x="200583" y="165177"/>
                  <a:pt x="201479" y="162928"/>
                  <a:pt x="201479" y="160239"/>
                </a:cubicBezTo>
                <a:cubicBezTo>
                  <a:pt x="201479" y="157560"/>
                  <a:pt x="200583" y="155329"/>
                  <a:pt x="198781" y="153546"/>
                </a:cubicBezTo>
                <a:cubicBezTo>
                  <a:pt x="196980" y="151763"/>
                  <a:pt x="194731" y="150876"/>
                  <a:pt x="192051" y="150876"/>
                </a:cubicBezTo>
                <a:lnTo>
                  <a:pt x="109701" y="150876"/>
                </a:lnTo>
                <a:cubicBezTo>
                  <a:pt x="107021" y="150876"/>
                  <a:pt x="104772" y="151790"/>
                  <a:pt x="102971" y="153610"/>
                </a:cubicBezTo>
                <a:cubicBezTo>
                  <a:pt x="101169" y="155430"/>
                  <a:pt x="100273" y="157688"/>
                  <a:pt x="100273" y="160367"/>
                </a:cubicBezTo>
                <a:cubicBezTo>
                  <a:pt x="100273" y="163047"/>
                  <a:pt x="101169" y="165287"/>
                  <a:pt x="102971" y="167061"/>
                </a:cubicBezTo>
                <a:cubicBezTo>
                  <a:pt x="104772" y="168844"/>
                  <a:pt x="107021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366" y="25146"/>
                  <a:pt x="179844" y="25667"/>
                  <a:pt x="182212" y="26719"/>
                </a:cubicBezTo>
                <a:cubicBezTo>
                  <a:pt x="184581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2025"/>
                  <a:pt x="249887" y="94394"/>
                </a:cubicBezTo>
                <a:cubicBezTo>
                  <a:pt x="250939" y="96762"/>
                  <a:pt x="251460" y="99240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945" y="102468"/>
                  <a:pt x="177695" y="101572"/>
                  <a:pt x="175894" y="99770"/>
                </a:cubicBezTo>
                <a:cubicBezTo>
                  <a:pt x="174093" y="97941"/>
                  <a:pt x="173197" y="95701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32" name="圖示 報告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759" y="214052"/>
                  <a:pt x="168999" y="213147"/>
                  <a:pt x="170801" y="211318"/>
                </a:cubicBezTo>
                <a:cubicBezTo>
                  <a:pt x="172602" y="209498"/>
                  <a:pt x="173507" y="207249"/>
                  <a:pt x="173507" y="204560"/>
                </a:cubicBezTo>
                <a:cubicBezTo>
                  <a:pt x="173507" y="201881"/>
                  <a:pt x="172602" y="199650"/>
                  <a:pt x="170801" y="197867"/>
                </a:cubicBezTo>
                <a:cubicBezTo>
                  <a:pt x="168999" y="196084"/>
                  <a:pt x="166759" y="195197"/>
                  <a:pt x="164080" y="195197"/>
                </a:cubicBezTo>
                <a:lnTo>
                  <a:pt x="96497" y="195197"/>
                </a:lnTo>
                <a:cubicBezTo>
                  <a:pt x="93817" y="195197"/>
                  <a:pt x="91577" y="196111"/>
                  <a:pt x="89776" y="197931"/>
                </a:cubicBezTo>
                <a:cubicBezTo>
                  <a:pt x="87965" y="199751"/>
                  <a:pt x="87069" y="202009"/>
                  <a:pt x="87069" y="204688"/>
                </a:cubicBezTo>
                <a:cubicBezTo>
                  <a:pt x="87069" y="207368"/>
                  <a:pt x="87965" y="209599"/>
                  <a:pt x="89776" y="211382"/>
                </a:cubicBezTo>
                <a:cubicBezTo>
                  <a:pt x="91577" y="213165"/>
                  <a:pt x="93817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35" y="160303"/>
                  <a:pt x="210175" y="159398"/>
                  <a:pt x="211976" y="157569"/>
                </a:cubicBezTo>
                <a:cubicBezTo>
                  <a:pt x="213787" y="155750"/>
                  <a:pt x="214683" y="153491"/>
                  <a:pt x="214683" y="150812"/>
                </a:cubicBezTo>
                <a:cubicBezTo>
                  <a:pt x="214683" y="148133"/>
                  <a:pt x="213787" y="145902"/>
                  <a:pt x="211976" y="144119"/>
                </a:cubicBezTo>
                <a:cubicBezTo>
                  <a:pt x="210175" y="142336"/>
                  <a:pt x="207935" y="141449"/>
                  <a:pt x="205255" y="141449"/>
                </a:cubicBezTo>
                <a:lnTo>
                  <a:pt x="96497" y="141449"/>
                </a:lnTo>
                <a:cubicBezTo>
                  <a:pt x="93817" y="141449"/>
                  <a:pt x="91577" y="142354"/>
                  <a:pt x="89776" y="144183"/>
                </a:cubicBezTo>
                <a:cubicBezTo>
                  <a:pt x="87965" y="146002"/>
                  <a:pt x="87069" y="148261"/>
                  <a:pt x="87069" y="150940"/>
                </a:cubicBezTo>
                <a:cubicBezTo>
                  <a:pt x="87069" y="153619"/>
                  <a:pt x="87965" y="155850"/>
                  <a:pt x="89776" y="157633"/>
                </a:cubicBezTo>
                <a:cubicBezTo>
                  <a:pt x="91577" y="159416"/>
                  <a:pt x="93817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35" y="106555"/>
                  <a:pt x="210175" y="105641"/>
                  <a:pt x="211976" y="103821"/>
                </a:cubicBezTo>
                <a:cubicBezTo>
                  <a:pt x="213787" y="102001"/>
                  <a:pt x="214683" y="99743"/>
                  <a:pt x="214683" y="97064"/>
                </a:cubicBezTo>
                <a:cubicBezTo>
                  <a:pt x="214683" y="94384"/>
                  <a:pt x="213787" y="92153"/>
                  <a:pt x="211976" y="90370"/>
                </a:cubicBezTo>
                <a:cubicBezTo>
                  <a:pt x="210175" y="88587"/>
                  <a:pt x="207935" y="87700"/>
                  <a:pt x="205255" y="87700"/>
                </a:cubicBezTo>
                <a:lnTo>
                  <a:pt x="96497" y="87700"/>
                </a:lnTo>
                <a:cubicBezTo>
                  <a:pt x="93817" y="87700"/>
                  <a:pt x="91577" y="88605"/>
                  <a:pt x="89776" y="90434"/>
                </a:cubicBezTo>
                <a:cubicBezTo>
                  <a:pt x="87965" y="92254"/>
                  <a:pt x="87069" y="94503"/>
                  <a:pt x="87069" y="97192"/>
                </a:cubicBezTo>
                <a:cubicBezTo>
                  <a:pt x="87069" y="99871"/>
                  <a:pt x="87965" y="102102"/>
                  <a:pt x="89776" y="103885"/>
                </a:cubicBezTo>
                <a:cubicBezTo>
                  <a:pt x="91577" y="105668"/>
                  <a:pt x="93817" y="106555"/>
                  <a:pt x="96497" y="10655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34" name="圖示 任務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56583"/>
                </a:lnTo>
                <a:cubicBezTo>
                  <a:pt x="37719" y="51380"/>
                  <a:pt x="39566" y="46936"/>
                  <a:pt x="43251" y="43251"/>
                </a:cubicBezTo>
                <a:cubicBezTo>
                  <a:pt x="46964" y="39566"/>
                  <a:pt x="51398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360"/>
                  <a:pt x="131070" y="19641"/>
                </a:cubicBezTo>
                <a:cubicBezTo>
                  <a:pt x="136730" y="14932"/>
                  <a:pt x="143332" y="12573"/>
                  <a:pt x="150876" y="12573"/>
                </a:cubicBezTo>
                <a:cubicBezTo>
                  <a:pt x="158420" y="12573"/>
                  <a:pt x="165022" y="14932"/>
                  <a:pt x="170682" y="19641"/>
                </a:cubicBezTo>
                <a:cubicBezTo>
                  <a:pt x="176333" y="24360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372" y="37719"/>
                  <a:pt x="254816" y="39566"/>
                  <a:pt x="258501" y="43251"/>
                </a:cubicBezTo>
                <a:cubicBezTo>
                  <a:pt x="262186" y="46936"/>
                  <a:pt x="264033" y="51380"/>
                  <a:pt x="264033" y="5658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070" y="213741"/>
                  <a:pt x="169319" y="212827"/>
                  <a:pt x="171121" y="211007"/>
                </a:cubicBezTo>
                <a:cubicBezTo>
                  <a:pt x="172922" y="209187"/>
                  <a:pt x="173818" y="206929"/>
                  <a:pt x="173818" y="204250"/>
                </a:cubicBezTo>
                <a:cubicBezTo>
                  <a:pt x="173818" y="201570"/>
                  <a:pt x="172922" y="199330"/>
                  <a:pt x="171121" y="197556"/>
                </a:cubicBezTo>
                <a:cubicBezTo>
                  <a:pt x="169319" y="195773"/>
                  <a:pt x="167070" y="194886"/>
                  <a:pt x="164391" y="194886"/>
                </a:cubicBezTo>
                <a:lnTo>
                  <a:pt x="97438" y="194886"/>
                </a:lnTo>
                <a:cubicBezTo>
                  <a:pt x="94759" y="194886"/>
                  <a:pt x="92519" y="195791"/>
                  <a:pt x="90718" y="197620"/>
                </a:cubicBezTo>
                <a:cubicBezTo>
                  <a:pt x="88916" y="199440"/>
                  <a:pt x="88011" y="201689"/>
                  <a:pt x="88011" y="204378"/>
                </a:cubicBezTo>
                <a:cubicBezTo>
                  <a:pt x="88011" y="207057"/>
                  <a:pt x="88916" y="209288"/>
                  <a:pt x="90718" y="211071"/>
                </a:cubicBezTo>
                <a:cubicBezTo>
                  <a:pt x="92519" y="212854"/>
                  <a:pt x="94759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6993" y="160303"/>
                  <a:pt x="209233" y="159398"/>
                  <a:pt x="211034" y="157569"/>
                </a:cubicBezTo>
                <a:cubicBezTo>
                  <a:pt x="212836" y="155750"/>
                  <a:pt x="213741" y="153491"/>
                  <a:pt x="213741" y="150812"/>
                </a:cubicBezTo>
                <a:cubicBezTo>
                  <a:pt x="213741" y="148133"/>
                  <a:pt x="212836" y="145902"/>
                  <a:pt x="211034" y="144119"/>
                </a:cubicBezTo>
                <a:cubicBezTo>
                  <a:pt x="209233" y="142336"/>
                  <a:pt x="206993" y="141449"/>
                  <a:pt x="204314" y="141449"/>
                </a:cubicBezTo>
                <a:lnTo>
                  <a:pt x="97438" y="141449"/>
                </a:lnTo>
                <a:cubicBezTo>
                  <a:pt x="94759" y="141449"/>
                  <a:pt x="92519" y="142354"/>
                  <a:pt x="90718" y="144183"/>
                </a:cubicBezTo>
                <a:cubicBezTo>
                  <a:pt x="88916" y="146002"/>
                  <a:pt x="88011" y="148261"/>
                  <a:pt x="88011" y="150940"/>
                </a:cubicBezTo>
                <a:cubicBezTo>
                  <a:pt x="88011" y="153619"/>
                  <a:pt x="88916" y="155850"/>
                  <a:pt x="90718" y="157633"/>
                </a:cubicBezTo>
                <a:cubicBezTo>
                  <a:pt x="92519" y="159416"/>
                  <a:pt x="94759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6993" y="106875"/>
                  <a:pt x="209233" y="105961"/>
                  <a:pt x="211034" y="104132"/>
                </a:cubicBezTo>
                <a:cubicBezTo>
                  <a:pt x="212836" y="102312"/>
                  <a:pt x="213741" y="100063"/>
                  <a:pt x="213741" y="97374"/>
                </a:cubicBezTo>
                <a:cubicBezTo>
                  <a:pt x="213741" y="94695"/>
                  <a:pt x="212836" y="92464"/>
                  <a:pt x="211034" y="90681"/>
                </a:cubicBezTo>
                <a:cubicBezTo>
                  <a:pt x="209233" y="88898"/>
                  <a:pt x="206993" y="88011"/>
                  <a:pt x="204314" y="88011"/>
                </a:cubicBezTo>
                <a:lnTo>
                  <a:pt x="97438" y="88011"/>
                </a:lnTo>
                <a:cubicBezTo>
                  <a:pt x="94759" y="88011"/>
                  <a:pt x="92519" y="88925"/>
                  <a:pt x="90718" y="90745"/>
                </a:cubicBezTo>
                <a:cubicBezTo>
                  <a:pt x="88916" y="92565"/>
                  <a:pt x="88011" y="94823"/>
                  <a:pt x="88011" y="97502"/>
                </a:cubicBezTo>
                <a:cubicBezTo>
                  <a:pt x="88011" y="100182"/>
                  <a:pt x="88916" y="102422"/>
                  <a:pt x="90718" y="104196"/>
                </a:cubicBezTo>
                <a:cubicBezTo>
                  <a:pt x="92519" y="105979"/>
                  <a:pt x="94759" y="106875"/>
                  <a:pt x="97438" y="106875"/>
                </a:cubicBezTo>
                <a:close/>
                <a:moveTo>
                  <a:pt x="158575" y="47933"/>
                </a:moveTo>
                <a:cubicBezTo>
                  <a:pt x="160779" y="45738"/>
                  <a:pt x="161876" y="43169"/>
                  <a:pt x="161876" y="40234"/>
                </a:cubicBezTo>
                <a:cubicBezTo>
                  <a:pt x="161876" y="37298"/>
                  <a:pt x="160779" y="34729"/>
                  <a:pt x="158575" y="32534"/>
                </a:cubicBezTo>
                <a:cubicBezTo>
                  <a:pt x="156381" y="30331"/>
                  <a:pt x="153811" y="29233"/>
                  <a:pt x="150876" y="29233"/>
                </a:cubicBezTo>
                <a:cubicBezTo>
                  <a:pt x="147941" y="29233"/>
                  <a:pt x="145371" y="30331"/>
                  <a:pt x="143177" y="32534"/>
                </a:cubicBezTo>
                <a:cubicBezTo>
                  <a:pt x="140973" y="34729"/>
                  <a:pt x="139876" y="37298"/>
                  <a:pt x="139876" y="40234"/>
                </a:cubicBezTo>
                <a:cubicBezTo>
                  <a:pt x="139876" y="43169"/>
                  <a:pt x="140973" y="45738"/>
                  <a:pt x="143177" y="47933"/>
                </a:cubicBezTo>
                <a:cubicBezTo>
                  <a:pt x="145371" y="50137"/>
                  <a:pt x="147941" y="51234"/>
                  <a:pt x="150876" y="51234"/>
                </a:cubicBezTo>
                <a:cubicBezTo>
                  <a:pt x="153811" y="51234"/>
                  <a:pt x="156381" y="50137"/>
                  <a:pt x="158575" y="47933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36" name="圖示 已交付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51" y="143963"/>
                  <a:pt x="85652" y="146478"/>
                </a:cubicBezTo>
                <a:cubicBezTo>
                  <a:pt x="85762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33"/>
                  <a:pt x="216256" y="111118"/>
                </a:cubicBezTo>
                <a:cubicBezTo>
                  <a:pt x="216256" y="108494"/>
                  <a:pt x="215314" y="106244"/>
                  <a:pt x="213430" y="104360"/>
                </a:cubicBezTo>
                <a:cubicBezTo>
                  <a:pt x="211537" y="102468"/>
                  <a:pt x="209288" y="101526"/>
                  <a:pt x="206673" y="101526"/>
                </a:cubicBezTo>
                <a:cubicBezTo>
                  <a:pt x="204048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56583"/>
                </a:lnTo>
                <a:cubicBezTo>
                  <a:pt x="37719" y="51380"/>
                  <a:pt x="39566" y="46936"/>
                  <a:pt x="43251" y="43251"/>
                </a:cubicBezTo>
                <a:cubicBezTo>
                  <a:pt x="46964" y="39566"/>
                  <a:pt x="51398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360"/>
                  <a:pt x="131070" y="19641"/>
                </a:cubicBezTo>
                <a:cubicBezTo>
                  <a:pt x="136730" y="14932"/>
                  <a:pt x="143332" y="12573"/>
                  <a:pt x="150876" y="12573"/>
                </a:cubicBezTo>
                <a:cubicBezTo>
                  <a:pt x="158420" y="12573"/>
                  <a:pt x="165022" y="14932"/>
                  <a:pt x="170682" y="19641"/>
                </a:cubicBezTo>
                <a:cubicBezTo>
                  <a:pt x="176333" y="24360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372" y="37719"/>
                  <a:pt x="254816" y="39566"/>
                  <a:pt x="258501" y="43251"/>
                </a:cubicBezTo>
                <a:cubicBezTo>
                  <a:pt x="262186" y="46936"/>
                  <a:pt x="264033" y="51380"/>
                  <a:pt x="264033" y="5658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575" y="47933"/>
                </a:moveTo>
                <a:cubicBezTo>
                  <a:pt x="160779" y="45738"/>
                  <a:pt x="161876" y="43169"/>
                  <a:pt x="161876" y="40234"/>
                </a:cubicBezTo>
                <a:cubicBezTo>
                  <a:pt x="161876" y="37298"/>
                  <a:pt x="160779" y="34729"/>
                  <a:pt x="158575" y="32534"/>
                </a:cubicBezTo>
                <a:cubicBezTo>
                  <a:pt x="156381" y="30331"/>
                  <a:pt x="153811" y="29233"/>
                  <a:pt x="150876" y="29233"/>
                </a:cubicBezTo>
                <a:cubicBezTo>
                  <a:pt x="147941" y="29233"/>
                  <a:pt x="145371" y="30331"/>
                  <a:pt x="143177" y="32534"/>
                </a:cubicBezTo>
                <a:cubicBezTo>
                  <a:pt x="140973" y="34729"/>
                  <a:pt x="139876" y="37298"/>
                  <a:pt x="139876" y="40234"/>
                </a:cubicBezTo>
                <a:cubicBezTo>
                  <a:pt x="139876" y="43169"/>
                  <a:pt x="140973" y="45738"/>
                  <a:pt x="143177" y="47933"/>
                </a:cubicBezTo>
                <a:cubicBezTo>
                  <a:pt x="145371" y="50137"/>
                  <a:pt x="147941" y="51234"/>
                  <a:pt x="150876" y="51234"/>
                </a:cubicBezTo>
                <a:cubicBezTo>
                  <a:pt x="153811" y="51234"/>
                  <a:pt x="156381" y="50137"/>
                  <a:pt x="158575" y="47933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38" name="圖示 檢核表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29"/>
                  <a:pt x="126041" y="155430"/>
                </a:cubicBezTo>
                <a:cubicBezTo>
                  <a:pt x="128555" y="155539"/>
                  <a:pt x="130805" y="156536"/>
                  <a:pt x="132771" y="158420"/>
                </a:cubicBezTo>
                <a:cubicBezTo>
                  <a:pt x="134572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475"/>
                  <a:pt x="38350" y="180576"/>
                </a:cubicBezTo>
                <a:cubicBezTo>
                  <a:pt x="40865" y="180685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745"/>
                  <a:pt x="126041" y="54846"/>
                </a:cubicBezTo>
                <a:cubicBezTo>
                  <a:pt x="128555" y="54955"/>
                  <a:pt x="130805" y="55952"/>
                  <a:pt x="132771" y="57836"/>
                </a:cubicBezTo>
                <a:cubicBezTo>
                  <a:pt x="134572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891"/>
                  <a:pt x="38350" y="79992"/>
                </a:cubicBezTo>
                <a:cubicBezTo>
                  <a:pt x="40865" y="80101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97" y="210595"/>
                  <a:pt x="167957" y="209690"/>
                  <a:pt x="166156" y="207861"/>
                </a:cubicBezTo>
                <a:cubicBezTo>
                  <a:pt x="164354" y="206042"/>
                  <a:pt x="163449" y="203783"/>
                  <a:pt x="163449" y="201104"/>
                </a:cubicBezTo>
                <a:cubicBezTo>
                  <a:pt x="163449" y="198425"/>
                  <a:pt x="164354" y="196194"/>
                  <a:pt x="166156" y="194411"/>
                </a:cubicBezTo>
                <a:cubicBezTo>
                  <a:pt x="167957" y="192628"/>
                  <a:pt x="170197" y="191741"/>
                  <a:pt x="172876" y="191741"/>
                </a:cubicBezTo>
                <a:lnTo>
                  <a:pt x="267179" y="191741"/>
                </a:lnTo>
                <a:cubicBezTo>
                  <a:pt x="269858" y="191741"/>
                  <a:pt x="272098" y="192646"/>
                  <a:pt x="273899" y="194475"/>
                </a:cubicBezTo>
                <a:cubicBezTo>
                  <a:pt x="275701" y="196294"/>
                  <a:pt x="276606" y="198553"/>
                  <a:pt x="276606" y="201232"/>
                </a:cubicBezTo>
                <a:cubicBezTo>
                  <a:pt x="276606" y="203911"/>
                  <a:pt x="275701" y="206142"/>
                  <a:pt x="273899" y="207925"/>
                </a:cubicBezTo>
                <a:cubicBezTo>
                  <a:pt x="272098" y="209708"/>
                  <a:pt x="269858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97" y="110011"/>
                  <a:pt x="167957" y="109106"/>
                  <a:pt x="166156" y="107277"/>
                </a:cubicBezTo>
                <a:cubicBezTo>
                  <a:pt x="164354" y="105458"/>
                  <a:pt x="163449" y="103199"/>
                  <a:pt x="163449" y="100520"/>
                </a:cubicBezTo>
                <a:cubicBezTo>
                  <a:pt x="163449" y="97841"/>
                  <a:pt x="164354" y="95610"/>
                  <a:pt x="166156" y="93827"/>
                </a:cubicBezTo>
                <a:cubicBezTo>
                  <a:pt x="167957" y="92044"/>
                  <a:pt x="170197" y="91157"/>
                  <a:pt x="172876" y="91157"/>
                </a:cubicBezTo>
                <a:lnTo>
                  <a:pt x="267179" y="91157"/>
                </a:lnTo>
                <a:cubicBezTo>
                  <a:pt x="269858" y="91157"/>
                  <a:pt x="272098" y="92062"/>
                  <a:pt x="273899" y="93891"/>
                </a:cubicBezTo>
                <a:cubicBezTo>
                  <a:pt x="275701" y="95710"/>
                  <a:pt x="276606" y="97969"/>
                  <a:pt x="276606" y="100648"/>
                </a:cubicBezTo>
                <a:cubicBezTo>
                  <a:pt x="276606" y="103327"/>
                  <a:pt x="275701" y="105558"/>
                  <a:pt x="273899" y="107341"/>
                </a:cubicBezTo>
                <a:cubicBezTo>
                  <a:pt x="272098" y="109124"/>
                  <a:pt x="269858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140" name="圖示 查核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04" y="212534"/>
                  <a:pt x="122118" y="210129"/>
                </a:cubicBezTo>
                <a:cubicBezTo>
                  <a:pt x="124523" y="207715"/>
                  <a:pt x="125730" y="204734"/>
                  <a:pt x="125730" y="201168"/>
                </a:cubicBezTo>
                <a:cubicBezTo>
                  <a:pt x="125730" y="197602"/>
                  <a:pt x="124523" y="194621"/>
                  <a:pt x="122118" y="192207"/>
                </a:cubicBezTo>
                <a:cubicBezTo>
                  <a:pt x="119704" y="189802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891" y="189802"/>
                  <a:pt x="66477" y="192207"/>
                </a:cubicBezTo>
                <a:cubicBezTo>
                  <a:pt x="64072" y="194621"/>
                  <a:pt x="62865" y="197602"/>
                  <a:pt x="62865" y="201168"/>
                </a:cubicBezTo>
                <a:cubicBezTo>
                  <a:pt x="62865" y="204734"/>
                  <a:pt x="64072" y="207715"/>
                  <a:pt x="66477" y="210129"/>
                </a:cubicBezTo>
                <a:cubicBezTo>
                  <a:pt x="68891" y="212534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42"/>
                  <a:pt x="165022" y="140342"/>
                </a:cubicBezTo>
                <a:cubicBezTo>
                  <a:pt x="161666" y="140452"/>
                  <a:pt x="158731" y="141759"/>
                  <a:pt x="156216" y="144274"/>
                </a:cubicBezTo>
                <a:cubicBezTo>
                  <a:pt x="153912" y="146789"/>
                  <a:pt x="152714" y="149724"/>
                  <a:pt x="152604" y="153080"/>
                </a:cubicBezTo>
                <a:cubicBezTo>
                  <a:pt x="152504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868" y="113788"/>
                  <a:pt x="227411" y="113788"/>
                </a:cubicBezTo>
                <a:cubicBezTo>
                  <a:pt x="223955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04" y="162242"/>
                  <a:pt x="122118" y="159837"/>
                </a:cubicBezTo>
                <a:cubicBezTo>
                  <a:pt x="124523" y="157423"/>
                  <a:pt x="125730" y="154442"/>
                  <a:pt x="125730" y="150876"/>
                </a:cubicBezTo>
                <a:cubicBezTo>
                  <a:pt x="125730" y="147310"/>
                  <a:pt x="124523" y="144329"/>
                  <a:pt x="122118" y="141915"/>
                </a:cubicBezTo>
                <a:cubicBezTo>
                  <a:pt x="119704" y="139510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891" y="139510"/>
                  <a:pt x="66477" y="141915"/>
                </a:cubicBezTo>
                <a:cubicBezTo>
                  <a:pt x="64072" y="144329"/>
                  <a:pt x="62865" y="147310"/>
                  <a:pt x="62865" y="150876"/>
                </a:cubicBezTo>
                <a:cubicBezTo>
                  <a:pt x="62865" y="154442"/>
                  <a:pt x="64072" y="157423"/>
                  <a:pt x="66477" y="159837"/>
                </a:cubicBezTo>
                <a:cubicBezTo>
                  <a:pt x="68891" y="162242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04" y="111950"/>
                  <a:pt x="122118" y="109545"/>
                </a:cubicBezTo>
                <a:cubicBezTo>
                  <a:pt x="124523" y="107131"/>
                  <a:pt x="125730" y="104150"/>
                  <a:pt x="125730" y="100584"/>
                </a:cubicBezTo>
                <a:cubicBezTo>
                  <a:pt x="125730" y="97018"/>
                  <a:pt x="124523" y="94037"/>
                  <a:pt x="122118" y="91623"/>
                </a:cubicBezTo>
                <a:cubicBezTo>
                  <a:pt x="119704" y="89218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891" y="89218"/>
                  <a:pt x="66477" y="91623"/>
                </a:cubicBezTo>
                <a:cubicBezTo>
                  <a:pt x="64072" y="94037"/>
                  <a:pt x="62865" y="97018"/>
                  <a:pt x="62865" y="100584"/>
                </a:cubicBezTo>
                <a:cubicBezTo>
                  <a:pt x="62865" y="104150"/>
                  <a:pt x="64072" y="107131"/>
                  <a:pt x="66477" y="109545"/>
                </a:cubicBezTo>
                <a:cubicBezTo>
                  <a:pt x="68891" y="111950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142" name="圖示 資料夾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21"/>
                  <a:pt x="30806" y="245644"/>
                </a:cubicBezTo>
                <a:cubicBezTo>
                  <a:pt x="27030" y="241767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59985"/>
                  <a:pt x="30806" y="56108"/>
                </a:cubicBezTo>
                <a:cubicBezTo>
                  <a:pt x="34573" y="52231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7074" y="50292"/>
                  <a:pt x="129552" y="50813"/>
                  <a:pt x="131920" y="51865"/>
                </a:cubicBezTo>
                <a:cubicBezTo>
                  <a:pt x="134289" y="52907"/>
                  <a:pt x="136319" y="54288"/>
                  <a:pt x="138020" y="55980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13" y="71085"/>
                  <a:pt x="270790" y="74963"/>
                </a:cubicBezTo>
                <a:cubicBezTo>
                  <a:pt x="274667" y="78840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667" y="241767"/>
                  <a:pt x="270790" y="245644"/>
                </a:cubicBezTo>
                <a:cubicBezTo>
                  <a:pt x="266913" y="249521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44" name="圖示 筆記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7040" y="172876"/>
                  <a:pt x="54800" y="171971"/>
                  <a:pt x="52999" y="170142"/>
                </a:cubicBezTo>
                <a:cubicBezTo>
                  <a:pt x="51197" y="168323"/>
                  <a:pt x="50292" y="166064"/>
                  <a:pt x="50292" y="163385"/>
                </a:cubicBezTo>
                <a:cubicBezTo>
                  <a:pt x="50292" y="160706"/>
                  <a:pt x="51197" y="158475"/>
                  <a:pt x="52999" y="156692"/>
                </a:cubicBezTo>
                <a:cubicBezTo>
                  <a:pt x="54800" y="154909"/>
                  <a:pt x="57040" y="154022"/>
                  <a:pt x="59719" y="154022"/>
                </a:cubicBezTo>
                <a:lnTo>
                  <a:pt x="135157" y="154022"/>
                </a:lnTo>
                <a:cubicBezTo>
                  <a:pt x="137846" y="154022"/>
                  <a:pt x="140086" y="154927"/>
                  <a:pt x="141887" y="156756"/>
                </a:cubicBezTo>
                <a:cubicBezTo>
                  <a:pt x="143689" y="158575"/>
                  <a:pt x="144594" y="160834"/>
                  <a:pt x="144594" y="163513"/>
                </a:cubicBezTo>
                <a:cubicBezTo>
                  <a:pt x="144594" y="166192"/>
                  <a:pt x="143689" y="168423"/>
                  <a:pt x="141887" y="170206"/>
                </a:cubicBezTo>
                <a:cubicBezTo>
                  <a:pt x="140086" y="171989"/>
                  <a:pt x="137846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7040" y="121012"/>
                  <a:pt x="54800" y="120106"/>
                  <a:pt x="52999" y="118278"/>
                </a:cubicBezTo>
                <a:cubicBezTo>
                  <a:pt x="51197" y="116458"/>
                  <a:pt x="50292" y="114209"/>
                  <a:pt x="50292" y="111520"/>
                </a:cubicBezTo>
                <a:cubicBezTo>
                  <a:pt x="50292" y="108841"/>
                  <a:pt x="51197" y="106610"/>
                  <a:pt x="52999" y="104827"/>
                </a:cubicBezTo>
                <a:cubicBezTo>
                  <a:pt x="54800" y="103044"/>
                  <a:pt x="57040" y="102157"/>
                  <a:pt x="59719" y="102157"/>
                </a:cubicBezTo>
                <a:lnTo>
                  <a:pt x="188595" y="102157"/>
                </a:lnTo>
                <a:cubicBezTo>
                  <a:pt x="191274" y="102157"/>
                  <a:pt x="193524" y="103071"/>
                  <a:pt x="195325" y="104891"/>
                </a:cubicBezTo>
                <a:cubicBezTo>
                  <a:pt x="197126" y="106710"/>
                  <a:pt x="198022" y="108969"/>
                  <a:pt x="198022" y="111648"/>
                </a:cubicBezTo>
                <a:cubicBezTo>
                  <a:pt x="198022" y="114327"/>
                  <a:pt x="197126" y="116559"/>
                  <a:pt x="195325" y="118342"/>
                </a:cubicBezTo>
                <a:cubicBezTo>
                  <a:pt x="193524" y="120125"/>
                  <a:pt x="191274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7040" y="69156"/>
                  <a:pt x="54800" y="68242"/>
                  <a:pt x="52999" y="66413"/>
                </a:cubicBezTo>
                <a:cubicBezTo>
                  <a:pt x="51197" y="64593"/>
                  <a:pt x="50292" y="62344"/>
                  <a:pt x="50292" y="59655"/>
                </a:cubicBezTo>
                <a:cubicBezTo>
                  <a:pt x="50292" y="56976"/>
                  <a:pt x="51197" y="54745"/>
                  <a:pt x="52999" y="52962"/>
                </a:cubicBezTo>
                <a:cubicBezTo>
                  <a:pt x="54800" y="51179"/>
                  <a:pt x="57040" y="50292"/>
                  <a:pt x="59719" y="50292"/>
                </a:cubicBezTo>
                <a:lnTo>
                  <a:pt x="188595" y="50292"/>
                </a:lnTo>
                <a:cubicBezTo>
                  <a:pt x="191274" y="50292"/>
                  <a:pt x="193524" y="51206"/>
                  <a:pt x="195325" y="53026"/>
                </a:cubicBezTo>
                <a:cubicBezTo>
                  <a:pt x="197126" y="54846"/>
                  <a:pt x="198022" y="57104"/>
                  <a:pt x="198022" y="59783"/>
                </a:cubicBezTo>
                <a:cubicBezTo>
                  <a:pt x="198022" y="62463"/>
                  <a:pt x="197126" y="64703"/>
                  <a:pt x="195325" y="66477"/>
                </a:cubicBezTo>
                <a:cubicBezTo>
                  <a:pt x="193524" y="68260"/>
                  <a:pt x="191274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96"/>
                  <a:pt x="163659" y="214262"/>
                  <a:pt x="164080" y="213174"/>
                </a:cubicBezTo>
                <a:cubicBezTo>
                  <a:pt x="164501" y="212086"/>
                  <a:pt x="165232" y="211016"/>
                  <a:pt x="166274" y="209974"/>
                </a:cubicBezTo>
                <a:lnTo>
                  <a:pt x="232788" y="143707"/>
                </a:lnTo>
                <a:cubicBezTo>
                  <a:pt x="234699" y="141805"/>
                  <a:pt x="236820" y="140415"/>
                  <a:pt x="239170" y="139565"/>
                </a:cubicBezTo>
                <a:cubicBezTo>
                  <a:pt x="241493" y="138724"/>
                  <a:pt x="243816" y="138303"/>
                  <a:pt x="246120" y="138303"/>
                </a:cubicBezTo>
                <a:cubicBezTo>
                  <a:pt x="248635" y="138303"/>
                  <a:pt x="251039" y="138778"/>
                  <a:pt x="253344" y="139720"/>
                </a:cubicBezTo>
                <a:cubicBezTo>
                  <a:pt x="255648" y="140662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31" y="173453"/>
                  <a:pt x="275189" y="175867"/>
                </a:cubicBezTo>
                <a:cubicBezTo>
                  <a:pt x="274247" y="178271"/>
                  <a:pt x="272820" y="180429"/>
                  <a:pt x="270918" y="182341"/>
                </a:cubicBezTo>
                <a:lnTo>
                  <a:pt x="204944" y="248635"/>
                </a:lnTo>
                <a:cubicBezTo>
                  <a:pt x="203893" y="249677"/>
                  <a:pt x="202823" y="250408"/>
                  <a:pt x="201735" y="250829"/>
                </a:cubicBezTo>
                <a:cubicBezTo>
                  <a:pt x="200647" y="251250"/>
                  <a:pt x="199513" y="251460"/>
                  <a:pt x="198343" y="251460"/>
                </a:cubicBezTo>
                <a:lnTo>
                  <a:pt x="172876" y="251460"/>
                </a:lnTo>
                <a:cubicBezTo>
                  <a:pt x="170197" y="251460"/>
                  <a:pt x="167957" y="250555"/>
                  <a:pt x="166156" y="248753"/>
                </a:cubicBezTo>
                <a:cubicBezTo>
                  <a:pt x="164354" y="246934"/>
                  <a:pt x="163449" y="244693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46" name="圖示 手冊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181" y="207459"/>
                  <a:pt x="100109" y="208767"/>
                  <a:pt x="110734" y="211382"/>
                </a:cubicBezTo>
                <a:cubicBezTo>
                  <a:pt x="121359" y="214006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420" y="77797"/>
                  <a:pt x="111401" y="74341"/>
                </a:cubicBezTo>
                <a:cubicBezTo>
                  <a:pt x="100374" y="70884"/>
                  <a:pt x="89227" y="69156"/>
                  <a:pt x="77953" y="69156"/>
                </a:cubicBezTo>
                <a:cubicBezTo>
                  <a:pt x="69988" y="69156"/>
                  <a:pt x="62188" y="70144"/>
                  <a:pt x="54535" y="72137"/>
                </a:cubicBezTo>
                <a:cubicBezTo>
                  <a:pt x="46890" y="74130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18" y="210861"/>
                  <a:pt x="53593" y="209498"/>
                </a:cubicBezTo>
                <a:cubicBezTo>
                  <a:pt x="61868" y="208136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06"/>
                  <a:pt x="191741" y="211382"/>
                </a:cubicBezTo>
                <a:cubicBezTo>
                  <a:pt x="201799" y="208767"/>
                  <a:pt x="212488" y="207459"/>
                  <a:pt x="223799" y="207459"/>
                </a:cubicBezTo>
                <a:cubicBezTo>
                  <a:pt x="231764" y="207459"/>
                  <a:pt x="239984" y="208081"/>
                  <a:pt x="248470" y="209343"/>
                </a:cubicBezTo>
                <a:cubicBezTo>
                  <a:pt x="256965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75" y="73344"/>
                  <a:pt x="247748" y="71671"/>
                </a:cubicBezTo>
                <a:cubicBezTo>
                  <a:pt x="239829" y="69988"/>
                  <a:pt x="231846" y="69156"/>
                  <a:pt x="223799" y="69156"/>
                </a:cubicBezTo>
                <a:cubicBezTo>
                  <a:pt x="212488" y="69156"/>
                  <a:pt x="201534" y="70884"/>
                  <a:pt x="190954" y="74341"/>
                </a:cubicBezTo>
                <a:cubicBezTo>
                  <a:pt x="180375" y="77797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6944" y="247528"/>
                </a:moveTo>
                <a:cubicBezTo>
                  <a:pt x="145582" y="247217"/>
                  <a:pt x="144384" y="246641"/>
                  <a:pt x="143332" y="245800"/>
                </a:cubicBezTo>
                <a:cubicBezTo>
                  <a:pt x="133484" y="239728"/>
                  <a:pt x="123023" y="235010"/>
                  <a:pt x="111959" y="231654"/>
                </a:cubicBezTo>
                <a:cubicBezTo>
                  <a:pt x="100895" y="228307"/>
                  <a:pt x="89565" y="226625"/>
                  <a:pt x="77953" y="226625"/>
                </a:cubicBezTo>
                <a:cubicBezTo>
                  <a:pt x="70308" y="226625"/>
                  <a:pt x="62783" y="227576"/>
                  <a:pt x="55385" y="229460"/>
                </a:cubicBezTo>
                <a:cubicBezTo>
                  <a:pt x="47988" y="231343"/>
                  <a:pt x="40636" y="233647"/>
                  <a:pt x="33321" y="236372"/>
                </a:cubicBezTo>
                <a:cubicBezTo>
                  <a:pt x="28474" y="238677"/>
                  <a:pt x="23811" y="238366"/>
                  <a:pt x="19330" y="235431"/>
                </a:cubicBezTo>
                <a:cubicBezTo>
                  <a:pt x="14822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296"/>
                  <a:pt x="14777" y="68681"/>
                </a:cubicBezTo>
                <a:cubicBezTo>
                  <a:pt x="16240" y="66056"/>
                  <a:pt x="18443" y="64017"/>
                  <a:pt x="21379" y="62554"/>
                </a:cubicBezTo>
                <a:cubicBezTo>
                  <a:pt x="30175" y="58357"/>
                  <a:pt x="39328" y="55266"/>
                  <a:pt x="48847" y="53282"/>
                </a:cubicBezTo>
                <a:cubicBezTo>
                  <a:pt x="58357" y="51289"/>
                  <a:pt x="68059" y="50292"/>
                  <a:pt x="77953" y="50292"/>
                </a:cubicBezTo>
                <a:cubicBezTo>
                  <a:pt x="91157" y="50292"/>
                  <a:pt x="103986" y="52075"/>
                  <a:pt x="116458" y="55632"/>
                </a:cubicBezTo>
                <a:cubicBezTo>
                  <a:pt x="128921" y="59198"/>
                  <a:pt x="140607" y="64648"/>
                  <a:pt x="151507" y="71982"/>
                </a:cubicBezTo>
                <a:cubicBezTo>
                  <a:pt x="162196" y="64648"/>
                  <a:pt x="173663" y="59198"/>
                  <a:pt x="185925" y="55632"/>
                </a:cubicBezTo>
                <a:cubicBezTo>
                  <a:pt x="198178" y="52075"/>
                  <a:pt x="210806" y="50292"/>
                  <a:pt x="223799" y="50292"/>
                </a:cubicBezTo>
                <a:cubicBezTo>
                  <a:pt x="233629" y="50292"/>
                  <a:pt x="243258" y="51289"/>
                  <a:pt x="252685" y="53282"/>
                </a:cubicBezTo>
                <a:cubicBezTo>
                  <a:pt x="262140" y="55266"/>
                  <a:pt x="271266" y="58357"/>
                  <a:pt x="280062" y="62554"/>
                </a:cubicBezTo>
                <a:cubicBezTo>
                  <a:pt x="282998" y="64017"/>
                  <a:pt x="285247" y="66056"/>
                  <a:pt x="286820" y="68681"/>
                </a:cubicBezTo>
                <a:cubicBezTo>
                  <a:pt x="288393" y="71296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01"/>
                  <a:pt x="286820" y="233154"/>
                  <a:pt x="282111" y="236217"/>
                </a:cubicBezTo>
                <a:cubicBezTo>
                  <a:pt x="277392" y="239253"/>
                  <a:pt x="272729" y="239308"/>
                  <a:pt x="268120" y="236372"/>
                </a:cubicBezTo>
                <a:cubicBezTo>
                  <a:pt x="260997" y="233437"/>
                  <a:pt x="253746" y="231078"/>
                  <a:pt x="246367" y="229304"/>
                </a:cubicBezTo>
                <a:cubicBezTo>
                  <a:pt x="238969" y="227521"/>
                  <a:pt x="231444" y="226625"/>
                  <a:pt x="223799" y="226625"/>
                </a:cubicBezTo>
                <a:cubicBezTo>
                  <a:pt x="212424" y="226625"/>
                  <a:pt x="201305" y="228307"/>
                  <a:pt x="190451" y="231654"/>
                </a:cubicBezTo>
                <a:cubicBezTo>
                  <a:pt x="179570" y="235010"/>
                  <a:pt x="169319" y="239728"/>
                  <a:pt x="159682" y="245800"/>
                </a:cubicBezTo>
                <a:cubicBezTo>
                  <a:pt x="158630" y="246641"/>
                  <a:pt x="157423" y="247217"/>
                  <a:pt x="156061" y="247528"/>
                </a:cubicBezTo>
                <a:cubicBezTo>
                  <a:pt x="154698" y="247848"/>
                  <a:pt x="153180" y="248004"/>
                  <a:pt x="151507" y="248004"/>
                </a:cubicBezTo>
                <a:cubicBezTo>
                  <a:pt x="149824" y="248004"/>
                  <a:pt x="148307" y="247848"/>
                  <a:pt x="146944" y="247528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490"/>
                  <a:pt x="176443" y="108302"/>
                  <a:pt x="177284" y="107095"/>
                </a:cubicBezTo>
                <a:cubicBezTo>
                  <a:pt x="178116" y="105878"/>
                  <a:pt x="179058" y="105065"/>
                  <a:pt x="180109" y="104671"/>
                </a:cubicBezTo>
                <a:cubicBezTo>
                  <a:pt x="186391" y="102367"/>
                  <a:pt x="192820" y="100584"/>
                  <a:pt x="199376" y="99331"/>
                </a:cubicBezTo>
                <a:cubicBezTo>
                  <a:pt x="205932" y="98069"/>
                  <a:pt x="212836" y="97438"/>
                  <a:pt x="220087" y="97438"/>
                </a:cubicBezTo>
                <a:cubicBezTo>
                  <a:pt x="224613" y="97438"/>
                  <a:pt x="229094" y="97704"/>
                  <a:pt x="233510" y="98225"/>
                </a:cubicBezTo>
                <a:cubicBezTo>
                  <a:pt x="237936" y="98746"/>
                  <a:pt x="242243" y="99532"/>
                  <a:pt x="246431" y="100584"/>
                </a:cubicBezTo>
                <a:cubicBezTo>
                  <a:pt x="247693" y="101005"/>
                  <a:pt x="248845" y="101782"/>
                  <a:pt x="249887" y="102907"/>
                </a:cubicBezTo>
                <a:cubicBezTo>
                  <a:pt x="250939" y="104040"/>
                  <a:pt x="251460" y="105311"/>
                  <a:pt x="251460" y="106710"/>
                </a:cubicBezTo>
                <a:cubicBezTo>
                  <a:pt x="251460" y="109124"/>
                  <a:pt x="250674" y="110953"/>
                  <a:pt x="249101" y="112215"/>
                </a:cubicBezTo>
                <a:cubicBezTo>
                  <a:pt x="247528" y="113468"/>
                  <a:pt x="245590" y="113788"/>
                  <a:pt x="243285" y="113157"/>
                </a:cubicBezTo>
                <a:cubicBezTo>
                  <a:pt x="239765" y="112105"/>
                  <a:pt x="236062" y="111319"/>
                  <a:pt x="232157" y="110798"/>
                </a:cubicBezTo>
                <a:cubicBezTo>
                  <a:pt x="228262" y="110277"/>
                  <a:pt x="224220" y="110011"/>
                  <a:pt x="220032" y="110011"/>
                </a:cubicBezTo>
                <a:cubicBezTo>
                  <a:pt x="213951" y="110011"/>
                  <a:pt x="208081" y="110588"/>
                  <a:pt x="202430" y="111740"/>
                </a:cubicBezTo>
                <a:cubicBezTo>
                  <a:pt x="196770" y="112892"/>
                  <a:pt x="191210" y="114620"/>
                  <a:pt x="185770" y="116933"/>
                </a:cubicBezTo>
                <a:cubicBezTo>
                  <a:pt x="182834" y="117976"/>
                  <a:pt x="180475" y="117921"/>
                  <a:pt x="178692" y="116769"/>
                </a:cubicBezTo>
                <a:cubicBezTo>
                  <a:pt x="176909" y="115617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82"/>
                  <a:pt x="176443" y="177330"/>
                  <a:pt x="177284" y="176049"/>
                </a:cubicBezTo>
                <a:cubicBezTo>
                  <a:pt x="178116" y="174778"/>
                  <a:pt x="179058" y="173928"/>
                  <a:pt x="180109" y="173507"/>
                </a:cubicBezTo>
                <a:cubicBezTo>
                  <a:pt x="186391" y="171203"/>
                  <a:pt x="192820" y="169475"/>
                  <a:pt x="199376" y="168323"/>
                </a:cubicBezTo>
                <a:cubicBezTo>
                  <a:pt x="205932" y="167171"/>
                  <a:pt x="212836" y="166595"/>
                  <a:pt x="220087" y="166595"/>
                </a:cubicBezTo>
                <a:cubicBezTo>
                  <a:pt x="224613" y="166595"/>
                  <a:pt x="229094" y="166851"/>
                  <a:pt x="233510" y="167381"/>
                </a:cubicBezTo>
                <a:cubicBezTo>
                  <a:pt x="237936" y="167902"/>
                  <a:pt x="242243" y="168689"/>
                  <a:pt x="246431" y="169740"/>
                </a:cubicBezTo>
                <a:cubicBezTo>
                  <a:pt x="247693" y="170152"/>
                  <a:pt x="248845" y="170929"/>
                  <a:pt x="249887" y="172063"/>
                </a:cubicBezTo>
                <a:cubicBezTo>
                  <a:pt x="250939" y="173197"/>
                  <a:pt x="251460" y="174458"/>
                  <a:pt x="251460" y="175867"/>
                </a:cubicBezTo>
                <a:cubicBezTo>
                  <a:pt x="251460" y="178271"/>
                  <a:pt x="250674" y="180109"/>
                  <a:pt x="249101" y="181362"/>
                </a:cubicBezTo>
                <a:cubicBezTo>
                  <a:pt x="247528" y="182624"/>
                  <a:pt x="245590" y="182935"/>
                  <a:pt x="243285" y="182313"/>
                </a:cubicBezTo>
                <a:cubicBezTo>
                  <a:pt x="239765" y="181262"/>
                  <a:pt x="236062" y="180475"/>
                  <a:pt x="232157" y="179954"/>
                </a:cubicBezTo>
                <a:cubicBezTo>
                  <a:pt x="228262" y="179424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475" y="186812"/>
                  <a:pt x="178692" y="185770"/>
                </a:cubicBezTo>
                <a:cubicBezTo>
                  <a:pt x="176909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4064"/>
                  <a:pt x="176443" y="142884"/>
                  <a:pt x="177284" y="141668"/>
                </a:cubicBezTo>
                <a:cubicBezTo>
                  <a:pt x="178116" y="140452"/>
                  <a:pt x="179058" y="139647"/>
                  <a:pt x="180109" y="139245"/>
                </a:cubicBezTo>
                <a:cubicBezTo>
                  <a:pt x="186391" y="136941"/>
                  <a:pt x="192820" y="135157"/>
                  <a:pt x="199376" y="133905"/>
                </a:cubicBezTo>
                <a:cubicBezTo>
                  <a:pt x="205932" y="132643"/>
                  <a:pt x="212836" y="132021"/>
                  <a:pt x="220087" y="132021"/>
                </a:cubicBezTo>
                <a:cubicBezTo>
                  <a:pt x="224613" y="132021"/>
                  <a:pt x="229094" y="132277"/>
                  <a:pt x="233510" y="132798"/>
                </a:cubicBezTo>
                <a:cubicBezTo>
                  <a:pt x="237936" y="133329"/>
                  <a:pt x="242243" y="134115"/>
                  <a:pt x="246431" y="135157"/>
                </a:cubicBezTo>
                <a:cubicBezTo>
                  <a:pt x="247693" y="135578"/>
                  <a:pt x="248845" y="136355"/>
                  <a:pt x="249887" y="137489"/>
                </a:cubicBezTo>
                <a:cubicBezTo>
                  <a:pt x="250939" y="138614"/>
                  <a:pt x="251460" y="139885"/>
                  <a:pt x="251460" y="141293"/>
                </a:cubicBezTo>
                <a:cubicBezTo>
                  <a:pt x="251460" y="143698"/>
                  <a:pt x="250674" y="145536"/>
                  <a:pt x="249101" y="146789"/>
                </a:cubicBezTo>
                <a:cubicBezTo>
                  <a:pt x="247528" y="148051"/>
                  <a:pt x="245590" y="148361"/>
                  <a:pt x="243285" y="147730"/>
                </a:cubicBezTo>
                <a:cubicBezTo>
                  <a:pt x="239765" y="146688"/>
                  <a:pt x="236062" y="145902"/>
                  <a:pt x="232157" y="145371"/>
                </a:cubicBezTo>
                <a:cubicBezTo>
                  <a:pt x="228262" y="144850"/>
                  <a:pt x="224220" y="144594"/>
                  <a:pt x="220032" y="144594"/>
                </a:cubicBezTo>
                <a:cubicBezTo>
                  <a:pt x="213951" y="144594"/>
                  <a:pt x="208081" y="145170"/>
                  <a:pt x="202430" y="146322"/>
                </a:cubicBezTo>
                <a:cubicBezTo>
                  <a:pt x="196770" y="147474"/>
                  <a:pt x="191210" y="149203"/>
                  <a:pt x="185770" y="151507"/>
                </a:cubicBezTo>
                <a:cubicBezTo>
                  <a:pt x="182834" y="152549"/>
                  <a:pt x="180475" y="152504"/>
                  <a:pt x="178692" y="151351"/>
                </a:cubicBezTo>
                <a:cubicBezTo>
                  <a:pt x="176909" y="150199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48" name="圖示 設定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159"/>
                  <a:pt x="55632" y="236217"/>
                </a:cubicBezTo>
                <a:cubicBezTo>
                  <a:pt x="52706" y="235275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37" y="192472"/>
                  <a:pt x="29078" y="189537"/>
                </a:cubicBezTo>
                <a:cubicBezTo>
                  <a:pt x="29809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12" y="159727"/>
                  <a:pt x="58311" y="157323"/>
                </a:cubicBezTo>
                <a:cubicBezTo>
                  <a:pt x="58202" y="154909"/>
                  <a:pt x="58147" y="152760"/>
                  <a:pt x="58147" y="150876"/>
                </a:cubicBezTo>
                <a:cubicBezTo>
                  <a:pt x="58147" y="148992"/>
                  <a:pt x="58202" y="146843"/>
                  <a:pt x="58311" y="144429"/>
                </a:cubicBezTo>
                <a:cubicBezTo>
                  <a:pt x="58412" y="142025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09" y="115150"/>
                  <a:pt x="29078" y="112215"/>
                </a:cubicBezTo>
                <a:cubicBezTo>
                  <a:pt x="28337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477"/>
                  <a:pt x="55632" y="65535"/>
                </a:cubicBezTo>
                <a:cubicBezTo>
                  <a:pt x="58567" y="64593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01" y="68159"/>
                  <a:pt x="198809" y="70564"/>
                </a:cubicBezTo>
                <a:cubicBezTo>
                  <a:pt x="203317" y="72978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30" y="64593"/>
                  <a:pt x="245955" y="65535"/>
                </a:cubicBezTo>
                <a:cubicBezTo>
                  <a:pt x="248790" y="66477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15" y="109335"/>
                  <a:pt x="272674" y="112371"/>
                </a:cubicBezTo>
                <a:cubicBezTo>
                  <a:pt x="271943" y="115406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40" y="141705"/>
                  <a:pt x="243441" y="144119"/>
                </a:cubicBezTo>
                <a:cubicBezTo>
                  <a:pt x="243550" y="146523"/>
                  <a:pt x="243605" y="148782"/>
                  <a:pt x="243605" y="150876"/>
                </a:cubicBezTo>
                <a:cubicBezTo>
                  <a:pt x="243605" y="152970"/>
                  <a:pt x="243550" y="155174"/>
                  <a:pt x="243441" y="157478"/>
                </a:cubicBezTo>
                <a:cubicBezTo>
                  <a:pt x="243340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43" y="186346"/>
                  <a:pt x="272674" y="189381"/>
                </a:cubicBezTo>
                <a:cubicBezTo>
                  <a:pt x="273415" y="192417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275"/>
                  <a:pt x="246120" y="236217"/>
                </a:cubicBezTo>
                <a:cubicBezTo>
                  <a:pt x="243185" y="237159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07" y="228563"/>
                  <a:pt x="198809" y="231188"/>
                </a:cubicBezTo>
                <a:cubicBezTo>
                  <a:pt x="194511" y="233803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569" y="218249"/>
                  <a:pt x="188750" y="214683"/>
                </a:cubicBezTo>
                <a:cubicBezTo>
                  <a:pt x="194932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34" y="164866"/>
                  <a:pt x="223955" y="161410"/>
                </a:cubicBezTo>
                <a:cubicBezTo>
                  <a:pt x="224476" y="157944"/>
                  <a:pt x="224741" y="154442"/>
                  <a:pt x="224741" y="150876"/>
                </a:cubicBezTo>
                <a:cubicBezTo>
                  <a:pt x="224741" y="147310"/>
                  <a:pt x="224531" y="143808"/>
                  <a:pt x="224110" y="140342"/>
                </a:cubicBezTo>
                <a:cubicBezTo>
                  <a:pt x="223699" y="136886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89950"/>
                  <a:pt x="189226" y="86283"/>
                </a:cubicBezTo>
                <a:cubicBezTo>
                  <a:pt x="183145" y="82616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863" y="83192"/>
                  <a:pt x="112682" y="86758"/>
                </a:cubicBezTo>
                <a:cubicBezTo>
                  <a:pt x="106500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18" y="136886"/>
                  <a:pt x="77797" y="140342"/>
                </a:cubicBezTo>
                <a:cubicBezTo>
                  <a:pt x="77276" y="143808"/>
                  <a:pt x="77011" y="147310"/>
                  <a:pt x="77011" y="150876"/>
                </a:cubicBezTo>
                <a:cubicBezTo>
                  <a:pt x="77011" y="154442"/>
                  <a:pt x="77276" y="157944"/>
                  <a:pt x="77797" y="161410"/>
                </a:cubicBezTo>
                <a:cubicBezTo>
                  <a:pt x="78318" y="164866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20" y="211126"/>
                  <a:pt x="113002" y="214683"/>
                </a:cubicBezTo>
                <a:cubicBezTo>
                  <a:pt x="119183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50" name="圖示 參數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886" y="261326"/>
                </a:moveTo>
                <a:cubicBezTo>
                  <a:pt x="135112" y="259507"/>
                  <a:pt x="134216" y="257266"/>
                  <a:pt x="134216" y="254606"/>
                </a:cubicBezTo>
                <a:lnTo>
                  <a:pt x="134216" y="202741"/>
                </a:lnTo>
                <a:cubicBezTo>
                  <a:pt x="134216" y="200062"/>
                  <a:pt x="135130" y="197812"/>
                  <a:pt x="136950" y="196011"/>
                </a:cubicBezTo>
                <a:cubicBezTo>
                  <a:pt x="138778" y="194209"/>
                  <a:pt x="141028" y="193313"/>
                  <a:pt x="143707" y="193313"/>
                </a:cubicBezTo>
                <a:cubicBezTo>
                  <a:pt x="146395" y="193313"/>
                  <a:pt x="148627" y="194209"/>
                  <a:pt x="150401" y="196011"/>
                </a:cubicBezTo>
                <a:cubicBezTo>
                  <a:pt x="152184" y="197812"/>
                  <a:pt x="153080" y="200062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285" y="219401"/>
                  <a:pt x="259525" y="220306"/>
                  <a:pt x="261326" y="222135"/>
                </a:cubicBezTo>
                <a:cubicBezTo>
                  <a:pt x="263128" y="223955"/>
                  <a:pt x="264033" y="226213"/>
                  <a:pt x="264033" y="228893"/>
                </a:cubicBezTo>
                <a:cubicBezTo>
                  <a:pt x="264033" y="231572"/>
                  <a:pt x="263128" y="233803"/>
                  <a:pt x="261326" y="235586"/>
                </a:cubicBezTo>
                <a:cubicBezTo>
                  <a:pt x="259525" y="237369"/>
                  <a:pt x="257285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285"/>
                  <a:pt x="152165" y="259525"/>
                  <a:pt x="150346" y="261326"/>
                </a:cubicBezTo>
                <a:cubicBezTo>
                  <a:pt x="148517" y="263128"/>
                  <a:pt x="146267" y="264033"/>
                  <a:pt x="143588" y="264033"/>
                </a:cubicBezTo>
                <a:cubicBezTo>
                  <a:pt x="140900" y="264033"/>
                  <a:pt x="138669" y="263128"/>
                  <a:pt x="136886" y="261326"/>
                </a:cubicBezTo>
                <a:close/>
                <a:moveTo>
                  <a:pt x="47146" y="238256"/>
                </a:moveTo>
                <a:cubicBezTo>
                  <a:pt x="44467" y="238256"/>
                  <a:pt x="42227" y="237351"/>
                  <a:pt x="40426" y="235522"/>
                </a:cubicBezTo>
                <a:cubicBezTo>
                  <a:pt x="38624" y="233702"/>
                  <a:pt x="37719" y="231444"/>
                  <a:pt x="37719" y="228765"/>
                </a:cubicBezTo>
                <a:cubicBezTo>
                  <a:pt x="37719" y="226085"/>
                  <a:pt x="38624" y="223854"/>
                  <a:pt x="40426" y="222071"/>
                </a:cubicBezTo>
                <a:cubicBezTo>
                  <a:pt x="42227" y="220288"/>
                  <a:pt x="44467" y="219401"/>
                  <a:pt x="47146" y="219401"/>
                </a:cubicBezTo>
                <a:lnTo>
                  <a:pt x="105924" y="219401"/>
                </a:lnTo>
                <a:cubicBezTo>
                  <a:pt x="108612" y="219401"/>
                  <a:pt x="110853" y="220306"/>
                  <a:pt x="112654" y="222135"/>
                </a:cubicBezTo>
                <a:cubicBezTo>
                  <a:pt x="114455" y="223955"/>
                  <a:pt x="115361" y="226213"/>
                  <a:pt x="115361" y="228893"/>
                </a:cubicBezTo>
                <a:cubicBezTo>
                  <a:pt x="115361" y="231572"/>
                  <a:pt x="114455" y="233803"/>
                  <a:pt x="112654" y="235586"/>
                </a:cubicBezTo>
                <a:cubicBezTo>
                  <a:pt x="110853" y="237369"/>
                  <a:pt x="108612" y="238256"/>
                  <a:pt x="105924" y="238256"/>
                </a:cubicBezTo>
                <a:lnTo>
                  <a:pt x="47146" y="238256"/>
                </a:lnTo>
                <a:close/>
                <a:moveTo>
                  <a:pt x="99167" y="183374"/>
                </a:moveTo>
                <a:cubicBezTo>
                  <a:pt x="97393" y="181554"/>
                  <a:pt x="96497" y="179314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67" y="160303"/>
                  <a:pt x="42227" y="159398"/>
                  <a:pt x="40426" y="157569"/>
                </a:cubicBezTo>
                <a:cubicBezTo>
                  <a:pt x="38624" y="155750"/>
                  <a:pt x="37719" y="153491"/>
                  <a:pt x="37719" y="150812"/>
                </a:cubicBezTo>
                <a:cubicBezTo>
                  <a:pt x="37719" y="148133"/>
                  <a:pt x="38624" y="145902"/>
                  <a:pt x="40426" y="144119"/>
                </a:cubicBezTo>
                <a:cubicBezTo>
                  <a:pt x="42227" y="142336"/>
                  <a:pt x="44467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89"/>
                  <a:pt x="97411" y="119549"/>
                  <a:pt x="99231" y="117747"/>
                </a:cubicBezTo>
                <a:cubicBezTo>
                  <a:pt x="101059" y="115946"/>
                  <a:pt x="103309" y="115041"/>
                  <a:pt x="105988" y="115041"/>
                </a:cubicBezTo>
                <a:cubicBezTo>
                  <a:pt x="108676" y="115041"/>
                  <a:pt x="110908" y="115946"/>
                  <a:pt x="112682" y="117747"/>
                </a:cubicBezTo>
                <a:cubicBezTo>
                  <a:pt x="114465" y="119549"/>
                  <a:pt x="115361" y="121789"/>
                  <a:pt x="115361" y="124477"/>
                </a:cubicBezTo>
                <a:lnTo>
                  <a:pt x="115361" y="176653"/>
                </a:lnTo>
                <a:cubicBezTo>
                  <a:pt x="115361" y="179332"/>
                  <a:pt x="114446" y="181572"/>
                  <a:pt x="112627" y="183374"/>
                </a:cubicBezTo>
                <a:cubicBezTo>
                  <a:pt x="110798" y="185175"/>
                  <a:pt x="108548" y="186080"/>
                  <a:pt x="105869" y="186080"/>
                </a:cubicBezTo>
                <a:cubicBezTo>
                  <a:pt x="103181" y="186080"/>
                  <a:pt x="100950" y="185175"/>
                  <a:pt x="99167" y="183374"/>
                </a:cubicBezTo>
                <a:close/>
                <a:moveTo>
                  <a:pt x="143643" y="160303"/>
                </a:moveTo>
                <a:cubicBezTo>
                  <a:pt x="140964" y="160303"/>
                  <a:pt x="138724" y="159398"/>
                  <a:pt x="136922" y="157569"/>
                </a:cubicBezTo>
                <a:cubicBezTo>
                  <a:pt x="135121" y="155750"/>
                  <a:pt x="134216" y="153491"/>
                  <a:pt x="134216" y="150812"/>
                </a:cubicBezTo>
                <a:cubicBezTo>
                  <a:pt x="134216" y="148133"/>
                  <a:pt x="135121" y="145902"/>
                  <a:pt x="136922" y="144119"/>
                </a:cubicBezTo>
                <a:cubicBezTo>
                  <a:pt x="138724" y="142336"/>
                  <a:pt x="140964" y="141449"/>
                  <a:pt x="143643" y="141449"/>
                </a:cubicBezTo>
                <a:lnTo>
                  <a:pt x="254606" y="141449"/>
                </a:lnTo>
                <a:cubicBezTo>
                  <a:pt x="257285" y="141449"/>
                  <a:pt x="259525" y="142354"/>
                  <a:pt x="261326" y="144183"/>
                </a:cubicBezTo>
                <a:cubicBezTo>
                  <a:pt x="263128" y="146002"/>
                  <a:pt x="264033" y="148261"/>
                  <a:pt x="264033" y="150940"/>
                </a:cubicBezTo>
                <a:cubicBezTo>
                  <a:pt x="264033" y="153619"/>
                  <a:pt x="263128" y="155850"/>
                  <a:pt x="261326" y="157633"/>
                </a:cubicBezTo>
                <a:cubicBezTo>
                  <a:pt x="259525" y="159416"/>
                  <a:pt x="257285" y="160303"/>
                  <a:pt x="254606" y="160303"/>
                </a:cubicBezTo>
                <a:lnTo>
                  <a:pt x="143643" y="160303"/>
                </a:lnTo>
                <a:close/>
                <a:moveTo>
                  <a:pt x="189070" y="105741"/>
                </a:moveTo>
                <a:cubicBezTo>
                  <a:pt x="187287" y="103912"/>
                  <a:pt x="186391" y="101672"/>
                  <a:pt x="186391" y="99011"/>
                </a:cubicBezTo>
                <a:lnTo>
                  <a:pt x="186391" y="47146"/>
                </a:lnTo>
                <a:cubicBezTo>
                  <a:pt x="186391" y="44467"/>
                  <a:pt x="187306" y="42227"/>
                  <a:pt x="189125" y="40426"/>
                </a:cubicBezTo>
                <a:cubicBezTo>
                  <a:pt x="190954" y="38624"/>
                  <a:pt x="193204" y="37719"/>
                  <a:pt x="195892" y="37719"/>
                </a:cubicBezTo>
                <a:cubicBezTo>
                  <a:pt x="198571" y="37719"/>
                  <a:pt x="200802" y="38624"/>
                  <a:pt x="202585" y="40426"/>
                </a:cubicBezTo>
                <a:cubicBezTo>
                  <a:pt x="204359" y="42227"/>
                  <a:pt x="205255" y="44467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285" y="63496"/>
                  <a:pt x="259525" y="64401"/>
                  <a:pt x="261326" y="66230"/>
                </a:cubicBezTo>
                <a:cubicBezTo>
                  <a:pt x="263128" y="68050"/>
                  <a:pt x="264033" y="70308"/>
                  <a:pt x="264033" y="72987"/>
                </a:cubicBezTo>
                <a:cubicBezTo>
                  <a:pt x="264033" y="75667"/>
                  <a:pt x="263128" y="77898"/>
                  <a:pt x="261326" y="79681"/>
                </a:cubicBezTo>
                <a:cubicBezTo>
                  <a:pt x="259525" y="81464"/>
                  <a:pt x="257285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690"/>
                  <a:pt x="204341" y="103940"/>
                  <a:pt x="202521" y="105741"/>
                </a:cubicBezTo>
                <a:cubicBezTo>
                  <a:pt x="200693" y="107543"/>
                  <a:pt x="198443" y="108439"/>
                  <a:pt x="195764" y="108439"/>
                </a:cubicBezTo>
                <a:cubicBezTo>
                  <a:pt x="193076" y="108439"/>
                  <a:pt x="190844" y="107543"/>
                  <a:pt x="189070" y="105741"/>
                </a:cubicBezTo>
                <a:close/>
                <a:moveTo>
                  <a:pt x="47146" y="82351"/>
                </a:moveTo>
                <a:cubicBezTo>
                  <a:pt x="44467" y="82351"/>
                  <a:pt x="42227" y="81446"/>
                  <a:pt x="40426" y="79617"/>
                </a:cubicBezTo>
                <a:cubicBezTo>
                  <a:pt x="38624" y="77797"/>
                  <a:pt x="37719" y="75539"/>
                  <a:pt x="37719" y="72859"/>
                </a:cubicBezTo>
                <a:cubicBezTo>
                  <a:pt x="37719" y="70180"/>
                  <a:pt x="38624" y="67949"/>
                  <a:pt x="40426" y="66166"/>
                </a:cubicBezTo>
                <a:cubicBezTo>
                  <a:pt x="42227" y="64383"/>
                  <a:pt x="44467" y="63496"/>
                  <a:pt x="47146" y="63496"/>
                </a:cubicBezTo>
                <a:lnTo>
                  <a:pt x="158109" y="63496"/>
                </a:lnTo>
                <a:cubicBezTo>
                  <a:pt x="160788" y="63496"/>
                  <a:pt x="163028" y="64401"/>
                  <a:pt x="164830" y="66230"/>
                </a:cubicBezTo>
                <a:cubicBezTo>
                  <a:pt x="166631" y="68050"/>
                  <a:pt x="167536" y="70308"/>
                  <a:pt x="167536" y="72987"/>
                </a:cubicBezTo>
                <a:cubicBezTo>
                  <a:pt x="167536" y="75667"/>
                  <a:pt x="166631" y="77898"/>
                  <a:pt x="164830" y="79681"/>
                </a:cubicBezTo>
                <a:cubicBezTo>
                  <a:pt x="163028" y="81464"/>
                  <a:pt x="160788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52" name="圖示 篩選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756" y="250253"/>
                  <a:pt x="129342" y="247848"/>
                </a:cubicBezTo>
                <a:cubicBezTo>
                  <a:pt x="126937" y="245434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15" y="245434"/>
                  <a:pt x="172410" y="247848"/>
                </a:cubicBezTo>
                <a:cubicBezTo>
                  <a:pt x="169996" y="250253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54" name="圖示 搜尋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40" y="198343"/>
                  <a:pt x="76956" y="190479"/>
                  <a:pt x="61265" y="174769"/>
                </a:cubicBezTo>
                <a:cubicBezTo>
                  <a:pt x="45565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30" y="37408"/>
                  <a:pt x="118342" y="37408"/>
                </a:cubicBezTo>
                <a:cubicBezTo>
                  <a:pt x="140662" y="37408"/>
                  <a:pt x="159627" y="45263"/>
                  <a:pt x="175236" y="60981"/>
                </a:cubicBezTo>
                <a:cubicBezTo>
                  <a:pt x="190844" y="76700"/>
                  <a:pt x="198653" y="95674"/>
                  <a:pt x="198653" y="117903"/>
                </a:cubicBezTo>
                <a:cubicBezTo>
                  <a:pt x="198653" y="126891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776"/>
                  <a:pt x="259946" y="247062"/>
                  <a:pt x="259946" y="249823"/>
                </a:cubicBezTo>
                <a:cubicBezTo>
                  <a:pt x="259946" y="252594"/>
                  <a:pt x="259004" y="254916"/>
                  <a:pt x="257120" y="256800"/>
                </a:cubicBezTo>
                <a:cubicBezTo>
                  <a:pt x="255236" y="258693"/>
                  <a:pt x="252905" y="259635"/>
                  <a:pt x="250143" y="259635"/>
                </a:cubicBezTo>
                <a:cubicBezTo>
                  <a:pt x="247373" y="259635"/>
                  <a:pt x="245087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44"/>
                  <a:pt x="145536" y="193780"/>
                </a:cubicBezTo>
                <a:cubicBezTo>
                  <a:pt x="137169" y="196815"/>
                  <a:pt x="128263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542" y="179478"/>
                  <a:pt x="150007" y="173453"/>
                  <a:pt x="161913" y="161410"/>
                </a:cubicBezTo>
                <a:cubicBezTo>
                  <a:pt x="173837" y="149358"/>
                  <a:pt x="179798" y="134847"/>
                  <a:pt x="179798" y="117875"/>
                </a:cubicBezTo>
                <a:cubicBezTo>
                  <a:pt x="179798" y="100895"/>
                  <a:pt x="173837" y="86383"/>
                  <a:pt x="161913" y="74341"/>
                </a:cubicBezTo>
                <a:cubicBezTo>
                  <a:pt x="150007" y="62289"/>
                  <a:pt x="135542" y="56263"/>
                  <a:pt x="118497" y="56263"/>
                </a:cubicBezTo>
                <a:cubicBezTo>
                  <a:pt x="101297" y="56263"/>
                  <a:pt x="86676" y="62289"/>
                  <a:pt x="74652" y="74341"/>
                </a:cubicBezTo>
                <a:cubicBezTo>
                  <a:pt x="62600" y="86383"/>
                  <a:pt x="56583" y="100895"/>
                  <a:pt x="56583" y="117875"/>
                </a:cubicBezTo>
                <a:cubicBezTo>
                  <a:pt x="56583" y="134847"/>
                  <a:pt x="62600" y="149358"/>
                  <a:pt x="74652" y="161410"/>
                </a:cubicBezTo>
                <a:cubicBezTo>
                  <a:pt x="86676" y="173453"/>
                  <a:pt x="101297" y="179478"/>
                  <a:pt x="118497" y="1794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56" name="圖示 想法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798" y="269218"/>
                </a:moveTo>
                <a:cubicBezTo>
                  <a:pt x="127879" y="264298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873" y="264298"/>
                  <a:pt x="168954" y="269218"/>
                </a:cubicBezTo>
                <a:cubicBezTo>
                  <a:pt x="164025" y="274146"/>
                  <a:pt x="157999" y="276606"/>
                  <a:pt x="150876" y="276606"/>
                </a:cubicBezTo>
                <a:cubicBezTo>
                  <a:pt x="143753" y="276606"/>
                  <a:pt x="137727" y="274146"/>
                  <a:pt x="132798" y="269218"/>
                </a:cubicBezTo>
                <a:close/>
                <a:moveTo>
                  <a:pt x="109390" y="231654"/>
                </a:moveTo>
                <a:cubicBezTo>
                  <a:pt x="106665" y="231654"/>
                  <a:pt x="104406" y="230767"/>
                  <a:pt x="102623" y="228984"/>
                </a:cubicBezTo>
                <a:cubicBezTo>
                  <a:pt x="100849" y="227201"/>
                  <a:pt x="99953" y="224952"/>
                  <a:pt x="99953" y="222227"/>
                </a:cubicBezTo>
                <a:cubicBezTo>
                  <a:pt x="99953" y="219502"/>
                  <a:pt x="100849" y="217252"/>
                  <a:pt x="102623" y="215469"/>
                </a:cubicBezTo>
                <a:cubicBezTo>
                  <a:pt x="104406" y="213686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346" y="213686"/>
                  <a:pt x="199129" y="215469"/>
                </a:cubicBezTo>
                <a:cubicBezTo>
                  <a:pt x="200903" y="217252"/>
                  <a:pt x="201799" y="219502"/>
                  <a:pt x="201799" y="222227"/>
                </a:cubicBezTo>
                <a:cubicBezTo>
                  <a:pt x="201799" y="224952"/>
                  <a:pt x="200903" y="227201"/>
                  <a:pt x="199129" y="228984"/>
                </a:cubicBezTo>
                <a:cubicBezTo>
                  <a:pt x="197346" y="230767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746" y="173352"/>
                  <a:pt x="68681" y="159837"/>
                </a:cubicBezTo>
                <a:cubicBezTo>
                  <a:pt x="60616" y="146322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22"/>
                  <a:pt x="233227" y="159837"/>
                </a:cubicBezTo>
                <a:cubicBezTo>
                  <a:pt x="225262" y="173352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26" y="75593"/>
                  <a:pt x="204158" y="60826"/>
                </a:cubicBezTo>
                <a:cubicBezTo>
                  <a:pt x="189381" y="46049"/>
                  <a:pt x="171624" y="38661"/>
                  <a:pt x="150876" y="38661"/>
                </a:cubicBezTo>
                <a:cubicBezTo>
                  <a:pt x="130128" y="38661"/>
                  <a:pt x="112371" y="46049"/>
                  <a:pt x="97594" y="60826"/>
                </a:cubicBezTo>
                <a:cubicBezTo>
                  <a:pt x="82826" y="75593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58" name="圖示 目標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0954" y="190954"/>
                </a:moveTo>
                <a:cubicBezTo>
                  <a:pt x="201954" y="179954"/>
                  <a:pt x="207459" y="166595"/>
                  <a:pt x="207459" y="150876"/>
                </a:cubicBezTo>
                <a:cubicBezTo>
                  <a:pt x="207459" y="135157"/>
                  <a:pt x="201954" y="121798"/>
                  <a:pt x="190954" y="110798"/>
                </a:cubicBezTo>
                <a:cubicBezTo>
                  <a:pt x="179954" y="99798"/>
                  <a:pt x="166595" y="94302"/>
                  <a:pt x="150876" y="94302"/>
                </a:cubicBezTo>
                <a:cubicBezTo>
                  <a:pt x="135157" y="94302"/>
                  <a:pt x="121798" y="99798"/>
                  <a:pt x="110798" y="110798"/>
                </a:cubicBezTo>
                <a:cubicBezTo>
                  <a:pt x="99798" y="121798"/>
                  <a:pt x="94302" y="135157"/>
                  <a:pt x="94302" y="150876"/>
                </a:cubicBezTo>
                <a:cubicBezTo>
                  <a:pt x="94302" y="166595"/>
                  <a:pt x="99798" y="179954"/>
                  <a:pt x="110798" y="190954"/>
                </a:cubicBezTo>
                <a:cubicBezTo>
                  <a:pt x="121798" y="201954"/>
                  <a:pt x="135157" y="207459"/>
                  <a:pt x="150876" y="207459"/>
                </a:cubicBezTo>
                <a:cubicBezTo>
                  <a:pt x="166595" y="207459"/>
                  <a:pt x="179954" y="201954"/>
                  <a:pt x="190954" y="190954"/>
                </a:cubicBezTo>
                <a:close/>
                <a:moveTo>
                  <a:pt x="133118" y="168634"/>
                </a:moveTo>
                <a:cubicBezTo>
                  <a:pt x="128190" y="163714"/>
                  <a:pt x="125730" y="157789"/>
                  <a:pt x="125730" y="150876"/>
                </a:cubicBezTo>
                <a:cubicBezTo>
                  <a:pt x="125730" y="143963"/>
                  <a:pt x="128190" y="138038"/>
                  <a:pt x="133118" y="133118"/>
                </a:cubicBezTo>
                <a:cubicBezTo>
                  <a:pt x="138038" y="128190"/>
                  <a:pt x="143963" y="125730"/>
                  <a:pt x="150876" y="125730"/>
                </a:cubicBezTo>
                <a:cubicBezTo>
                  <a:pt x="157789" y="125730"/>
                  <a:pt x="163714" y="128190"/>
                  <a:pt x="168634" y="133118"/>
                </a:cubicBezTo>
                <a:cubicBezTo>
                  <a:pt x="173562" y="138038"/>
                  <a:pt x="176022" y="143963"/>
                  <a:pt x="176022" y="150876"/>
                </a:cubicBezTo>
                <a:cubicBezTo>
                  <a:pt x="176022" y="157789"/>
                  <a:pt x="173562" y="163714"/>
                  <a:pt x="168634" y="168634"/>
                </a:cubicBezTo>
                <a:cubicBezTo>
                  <a:pt x="163714" y="173562"/>
                  <a:pt x="157789" y="176022"/>
                  <a:pt x="150876" y="176022"/>
                </a:cubicBezTo>
                <a:cubicBezTo>
                  <a:pt x="143963" y="176022"/>
                  <a:pt x="138038" y="173562"/>
                  <a:pt x="133118" y="16863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60" name="圖示 里程碑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285"/>
                  <a:pt x="80815" y="259525"/>
                  <a:pt x="78986" y="261326"/>
                </a:cubicBezTo>
                <a:cubicBezTo>
                  <a:pt x="77166" y="263128"/>
                  <a:pt x="74917" y="264033"/>
                  <a:pt x="72228" y="264033"/>
                </a:cubicBezTo>
                <a:cubicBezTo>
                  <a:pt x="69549" y="264033"/>
                  <a:pt x="67318" y="263128"/>
                  <a:pt x="65535" y="261326"/>
                </a:cubicBezTo>
                <a:cubicBezTo>
                  <a:pt x="63752" y="259525"/>
                  <a:pt x="62865" y="257285"/>
                  <a:pt x="62865" y="254606"/>
                </a:cubicBezTo>
                <a:lnTo>
                  <a:pt x="62865" y="59719"/>
                </a:lnTo>
                <a:cubicBezTo>
                  <a:pt x="62865" y="57040"/>
                  <a:pt x="63770" y="54800"/>
                  <a:pt x="65572" y="52999"/>
                </a:cubicBezTo>
                <a:cubicBezTo>
                  <a:pt x="67391" y="51197"/>
                  <a:pt x="69632" y="50292"/>
                  <a:pt x="72292" y="50292"/>
                </a:cubicBezTo>
                <a:lnTo>
                  <a:pt x="163138" y="50292"/>
                </a:lnTo>
                <a:cubicBezTo>
                  <a:pt x="165333" y="50292"/>
                  <a:pt x="167308" y="50969"/>
                  <a:pt x="169045" y="52331"/>
                </a:cubicBezTo>
                <a:cubicBezTo>
                  <a:pt x="170782" y="53694"/>
                  <a:pt x="171852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12" y="77322"/>
                  <a:pt x="246952" y="78227"/>
                  <a:pt x="248753" y="80028"/>
                </a:cubicBezTo>
                <a:cubicBezTo>
                  <a:pt x="250555" y="81830"/>
                  <a:pt x="251460" y="84070"/>
                  <a:pt x="251460" y="86758"/>
                </a:cubicBezTo>
                <a:lnTo>
                  <a:pt x="251460" y="184197"/>
                </a:lnTo>
                <a:cubicBezTo>
                  <a:pt x="251460" y="186876"/>
                  <a:pt x="250555" y="189116"/>
                  <a:pt x="248753" y="190918"/>
                </a:cubicBezTo>
                <a:cubicBezTo>
                  <a:pt x="246952" y="192719"/>
                  <a:pt x="244712" y="193624"/>
                  <a:pt x="242033" y="193624"/>
                </a:cubicBezTo>
                <a:lnTo>
                  <a:pt x="178537" y="193624"/>
                </a:lnTo>
                <a:cubicBezTo>
                  <a:pt x="176333" y="193624"/>
                  <a:pt x="174367" y="192993"/>
                  <a:pt x="172630" y="191741"/>
                </a:cubicBezTo>
                <a:cubicBezTo>
                  <a:pt x="170892" y="190479"/>
                  <a:pt x="169822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5964" y="96186"/>
                  <a:pt x="163998" y="95500"/>
                  <a:pt x="162251" y="94137"/>
                </a:cubicBezTo>
                <a:cubicBezTo>
                  <a:pt x="160514" y="92775"/>
                  <a:pt x="159444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711" y="148051"/>
                  <a:pt x="177677" y="148672"/>
                  <a:pt x="179414" y="149934"/>
                </a:cubicBezTo>
                <a:cubicBezTo>
                  <a:pt x="181152" y="151187"/>
                  <a:pt x="182222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2" name="圖示 成果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475"/>
                  <a:pt x="111273" y="184041"/>
                </a:cubicBezTo>
                <a:cubicBezTo>
                  <a:pt x="102468" y="176598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41"/>
                  <a:pt x="39566" y="74597"/>
                  <a:pt x="43251" y="70912"/>
                </a:cubicBezTo>
                <a:cubicBezTo>
                  <a:pt x="46964" y="67227"/>
                  <a:pt x="51398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80"/>
                  <a:pt x="91111" y="46936"/>
                  <a:pt x="94805" y="43251"/>
                </a:cubicBezTo>
                <a:cubicBezTo>
                  <a:pt x="98508" y="39566"/>
                  <a:pt x="102952" y="37719"/>
                  <a:pt x="108128" y="37719"/>
                </a:cubicBezTo>
                <a:lnTo>
                  <a:pt x="193624" y="37719"/>
                </a:lnTo>
                <a:cubicBezTo>
                  <a:pt x="198818" y="37719"/>
                  <a:pt x="203262" y="39566"/>
                  <a:pt x="206956" y="43251"/>
                </a:cubicBezTo>
                <a:cubicBezTo>
                  <a:pt x="210641" y="46936"/>
                  <a:pt x="212488" y="51380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372" y="65380"/>
                  <a:pt x="254816" y="67227"/>
                  <a:pt x="258501" y="70912"/>
                </a:cubicBezTo>
                <a:cubicBezTo>
                  <a:pt x="262186" y="74597"/>
                  <a:pt x="264033" y="79041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598"/>
                  <a:pt x="190479" y="184041"/>
                </a:cubicBezTo>
                <a:cubicBezTo>
                  <a:pt x="181682" y="191475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33" y="245178"/>
                  <a:pt x="203582" y="246083"/>
                  <a:pt x="205383" y="247912"/>
                </a:cubicBezTo>
                <a:cubicBezTo>
                  <a:pt x="207185" y="249732"/>
                  <a:pt x="208081" y="251981"/>
                  <a:pt x="208081" y="254670"/>
                </a:cubicBezTo>
                <a:cubicBezTo>
                  <a:pt x="208081" y="257349"/>
                  <a:pt x="207185" y="259580"/>
                  <a:pt x="205383" y="261363"/>
                </a:cubicBezTo>
                <a:cubicBezTo>
                  <a:pt x="203582" y="263146"/>
                  <a:pt x="201333" y="264033"/>
                  <a:pt x="198653" y="264033"/>
                </a:cubicBezTo>
                <a:lnTo>
                  <a:pt x="103099" y="264033"/>
                </a:lnTo>
                <a:cubicBezTo>
                  <a:pt x="100419" y="264033"/>
                  <a:pt x="98170" y="263119"/>
                  <a:pt x="96369" y="261299"/>
                </a:cubicBezTo>
                <a:cubicBezTo>
                  <a:pt x="94567" y="259479"/>
                  <a:pt x="93671" y="257221"/>
                  <a:pt x="93671" y="254542"/>
                </a:cubicBezTo>
                <a:cubicBezTo>
                  <a:pt x="93671" y="251862"/>
                  <a:pt x="94567" y="249622"/>
                  <a:pt x="96369" y="247848"/>
                </a:cubicBezTo>
                <a:cubicBezTo>
                  <a:pt x="98170" y="246065"/>
                  <a:pt x="100419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674" y="115726"/>
                  <a:pt x="65855" y="122740"/>
                </a:cubicBezTo>
                <a:cubicBezTo>
                  <a:pt x="72036" y="129763"/>
                  <a:pt x="79836" y="134325"/>
                  <a:pt x="89273" y="136419"/>
                </a:cubicBezTo>
                <a:close/>
                <a:moveTo>
                  <a:pt x="181207" y="168167"/>
                </a:moveTo>
                <a:cubicBezTo>
                  <a:pt x="189482" y="159801"/>
                  <a:pt x="193624" y="149642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42"/>
                  <a:pt x="112288" y="159801"/>
                  <a:pt x="120609" y="168167"/>
                </a:cubicBezTo>
                <a:cubicBezTo>
                  <a:pt x="128949" y="176543"/>
                  <a:pt x="139062" y="180740"/>
                  <a:pt x="150940" y="180740"/>
                </a:cubicBezTo>
                <a:cubicBezTo>
                  <a:pt x="162845" y="180740"/>
                  <a:pt x="172931" y="176543"/>
                  <a:pt x="181207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16" y="129763"/>
                  <a:pt x="235897" y="122740"/>
                </a:cubicBezTo>
                <a:cubicBezTo>
                  <a:pt x="242078" y="115726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164" name="圖示 重點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20"/>
                  <a:pt x="87069" y="253819"/>
                </a:cubicBezTo>
                <a:cubicBezTo>
                  <a:pt x="85186" y="253709"/>
                  <a:pt x="83503" y="253133"/>
                  <a:pt x="82040" y="252091"/>
                </a:cubicBezTo>
                <a:cubicBezTo>
                  <a:pt x="80568" y="251039"/>
                  <a:pt x="79471" y="249677"/>
                  <a:pt x="78739" y="248004"/>
                </a:cubicBezTo>
                <a:cubicBezTo>
                  <a:pt x="78007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447" y="127669"/>
                  <a:pt x="39136" y="125885"/>
                </a:cubicBezTo>
                <a:cubicBezTo>
                  <a:pt x="38816" y="124102"/>
                  <a:pt x="38871" y="122374"/>
                  <a:pt x="39292" y="120701"/>
                </a:cubicBezTo>
                <a:cubicBezTo>
                  <a:pt x="39712" y="119027"/>
                  <a:pt x="40654" y="117610"/>
                  <a:pt x="42117" y="116458"/>
                </a:cubicBezTo>
                <a:cubicBezTo>
                  <a:pt x="43589" y="115306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273"/>
                  <a:pt x="145847" y="41331"/>
                </a:cubicBezTo>
                <a:cubicBezTo>
                  <a:pt x="147520" y="40389"/>
                  <a:pt x="149203" y="39923"/>
                  <a:pt x="150876" y="39923"/>
                </a:cubicBezTo>
                <a:cubicBezTo>
                  <a:pt x="152549" y="39923"/>
                  <a:pt x="154232" y="40389"/>
                  <a:pt x="155905" y="41331"/>
                </a:cubicBezTo>
                <a:cubicBezTo>
                  <a:pt x="157579" y="42273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06"/>
                  <a:pt x="259635" y="116458"/>
                </a:cubicBezTo>
                <a:cubicBezTo>
                  <a:pt x="261098" y="117610"/>
                  <a:pt x="262040" y="119027"/>
                  <a:pt x="262460" y="120701"/>
                </a:cubicBezTo>
                <a:cubicBezTo>
                  <a:pt x="262881" y="122374"/>
                  <a:pt x="262936" y="124102"/>
                  <a:pt x="262616" y="125885"/>
                </a:cubicBezTo>
                <a:cubicBezTo>
                  <a:pt x="262305" y="127669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45" y="246330"/>
                  <a:pt x="223013" y="248004"/>
                </a:cubicBezTo>
                <a:cubicBezTo>
                  <a:pt x="222281" y="249677"/>
                  <a:pt x="221184" y="251039"/>
                  <a:pt x="219712" y="252091"/>
                </a:cubicBezTo>
                <a:cubicBezTo>
                  <a:pt x="218249" y="253133"/>
                  <a:pt x="216566" y="253709"/>
                  <a:pt x="214683" y="253819"/>
                </a:cubicBezTo>
                <a:cubicBezTo>
                  <a:pt x="212799" y="253920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166" name="圖示 思考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0964" y="181097"/>
                  <a:pt x="141467" y="182148"/>
                  <a:pt x="142326" y="182971"/>
                </a:cubicBezTo>
                <a:cubicBezTo>
                  <a:pt x="143168" y="183785"/>
                  <a:pt x="144201" y="184197"/>
                  <a:pt x="145435" y="184197"/>
                </a:cubicBezTo>
                <a:lnTo>
                  <a:pt x="155622" y="184197"/>
                </a:lnTo>
                <a:cubicBezTo>
                  <a:pt x="156856" y="184197"/>
                  <a:pt x="157908" y="183785"/>
                  <a:pt x="158767" y="182971"/>
                </a:cubicBezTo>
                <a:cubicBezTo>
                  <a:pt x="159627" y="182148"/>
                  <a:pt x="160139" y="181097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808" y="169054"/>
                  <a:pt x="168003" y="167692"/>
                </a:cubicBezTo>
                <a:cubicBezTo>
                  <a:pt x="170188" y="166348"/>
                  <a:pt x="172127" y="164830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57" y="165150"/>
                  <a:pt x="188851" y="164144"/>
                </a:cubicBezTo>
                <a:lnTo>
                  <a:pt x="193688" y="155878"/>
                </a:lnTo>
                <a:cubicBezTo>
                  <a:pt x="194273" y="154872"/>
                  <a:pt x="194511" y="153839"/>
                  <a:pt x="194411" y="152796"/>
                </a:cubicBezTo>
                <a:cubicBezTo>
                  <a:pt x="194301" y="151745"/>
                  <a:pt x="193761" y="150785"/>
                  <a:pt x="192774" y="149898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774" y="121707"/>
                </a:lnTo>
                <a:cubicBezTo>
                  <a:pt x="193761" y="120829"/>
                  <a:pt x="194301" y="119860"/>
                  <a:pt x="194411" y="118817"/>
                </a:cubicBezTo>
                <a:cubicBezTo>
                  <a:pt x="194511" y="117766"/>
                  <a:pt x="194273" y="116741"/>
                  <a:pt x="193688" y="115736"/>
                </a:cubicBezTo>
                <a:lnTo>
                  <a:pt x="188851" y="107469"/>
                </a:lnTo>
                <a:cubicBezTo>
                  <a:pt x="188257" y="106445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081" y="106829"/>
                  <a:pt x="170069" y="105385"/>
                  <a:pt x="167783" y="104104"/>
                </a:cubicBezTo>
                <a:cubicBezTo>
                  <a:pt x="165525" y="102806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157" y="90480"/>
                  <a:pt x="159654" y="89428"/>
                  <a:pt x="158795" y="88605"/>
                </a:cubicBezTo>
                <a:cubicBezTo>
                  <a:pt x="157963" y="87792"/>
                  <a:pt x="156920" y="87380"/>
                  <a:pt x="155686" y="87380"/>
                </a:cubicBezTo>
                <a:lnTo>
                  <a:pt x="145499" y="87380"/>
                </a:lnTo>
                <a:cubicBezTo>
                  <a:pt x="144265" y="87380"/>
                  <a:pt x="143213" y="87792"/>
                  <a:pt x="142354" y="88605"/>
                </a:cubicBezTo>
                <a:cubicBezTo>
                  <a:pt x="141494" y="89428"/>
                  <a:pt x="140982" y="90480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96" y="102806"/>
                  <a:pt x="133338" y="104104"/>
                </a:cubicBezTo>
                <a:cubicBezTo>
                  <a:pt x="131052" y="105385"/>
                  <a:pt x="129040" y="106829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64" y="106427"/>
                  <a:pt x="112279" y="107433"/>
                </a:cubicBezTo>
                <a:lnTo>
                  <a:pt x="107433" y="115699"/>
                </a:lnTo>
                <a:cubicBezTo>
                  <a:pt x="106848" y="116732"/>
                  <a:pt x="106610" y="117766"/>
                  <a:pt x="106710" y="118817"/>
                </a:cubicBezTo>
                <a:cubicBezTo>
                  <a:pt x="106820" y="119860"/>
                  <a:pt x="107360" y="120829"/>
                  <a:pt x="108347" y="121707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347" y="149870"/>
                </a:lnTo>
                <a:cubicBezTo>
                  <a:pt x="107360" y="150748"/>
                  <a:pt x="106820" y="151717"/>
                  <a:pt x="106710" y="152760"/>
                </a:cubicBezTo>
                <a:cubicBezTo>
                  <a:pt x="106610" y="153811"/>
                  <a:pt x="106848" y="154835"/>
                  <a:pt x="107433" y="155841"/>
                </a:cubicBezTo>
                <a:lnTo>
                  <a:pt x="112279" y="164107"/>
                </a:lnTo>
                <a:cubicBezTo>
                  <a:pt x="112864" y="165131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9004" y="164830"/>
                  <a:pt x="130933" y="166348"/>
                  <a:pt x="133118" y="167692"/>
                </a:cubicBezTo>
                <a:cubicBezTo>
                  <a:pt x="135313" y="169054"/>
                  <a:pt x="137672" y="169941"/>
                  <a:pt x="140187" y="170362"/>
                </a:cubicBezTo>
                <a:close/>
                <a:moveTo>
                  <a:pt x="135002" y="151379"/>
                </a:moveTo>
                <a:cubicBezTo>
                  <a:pt x="130704" y="147109"/>
                  <a:pt x="128555" y="141915"/>
                  <a:pt x="128555" y="135816"/>
                </a:cubicBezTo>
                <a:cubicBezTo>
                  <a:pt x="128555" y="129726"/>
                  <a:pt x="130695" y="124523"/>
                  <a:pt x="134975" y="120225"/>
                </a:cubicBezTo>
                <a:cubicBezTo>
                  <a:pt x="139245" y="115937"/>
                  <a:pt x="144429" y="113788"/>
                  <a:pt x="150529" y="113788"/>
                </a:cubicBezTo>
                <a:cubicBezTo>
                  <a:pt x="156628" y="113788"/>
                  <a:pt x="161821" y="115928"/>
                  <a:pt x="166119" y="120198"/>
                </a:cubicBezTo>
                <a:cubicBezTo>
                  <a:pt x="170417" y="124477"/>
                  <a:pt x="172566" y="129662"/>
                  <a:pt x="172566" y="135761"/>
                </a:cubicBezTo>
                <a:cubicBezTo>
                  <a:pt x="172566" y="141851"/>
                  <a:pt x="170426" y="147054"/>
                  <a:pt x="166156" y="151351"/>
                </a:cubicBezTo>
                <a:cubicBezTo>
                  <a:pt x="161876" y="155640"/>
                  <a:pt x="156692" y="157789"/>
                  <a:pt x="150593" y="157789"/>
                </a:cubicBezTo>
                <a:cubicBezTo>
                  <a:pt x="144493" y="157789"/>
                  <a:pt x="139300" y="155658"/>
                  <a:pt x="135002" y="151379"/>
                </a:cubicBezTo>
                <a:close/>
                <a:moveTo>
                  <a:pt x="75438" y="222547"/>
                </a:moveTo>
                <a:cubicBezTo>
                  <a:pt x="63496" y="211647"/>
                  <a:pt x="54224" y="198919"/>
                  <a:pt x="47622" y="184352"/>
                </a:cubicBezTo>
                <a:cubicBezTo>
                  <a:pt x="41020" y="169786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281" y="32845"/>
                  <a:pt x="220498" y="48253"/>
                </a:cubicBezTo>
                <a:cubicBezTo>
                  <a:pt x="240725" y="63651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569"/>
                  <a:pt x="275664" y="184983"/>
                </a:cubicBezTo>
                <a:cubicBezTo>
                  <a:pt x="273781" y="187388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799"/>
                  <a:pt x="237040" y="242243"/>
                  <a:pt x="233355" y="245928"/>
                </a:cubicBezTo>
                <a:cubicBezTo>
                  <a:pt x="229670" y="249613"/>
                  <a:pt x="225226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858"/>
                  <a:pt x="187681" y="272098"/>
                  <a:pt x="185861" y="273899"/>
                </a:cubicBezTo>
                <a:cubicBezTo>
                  <a:pt x="184041" y="275701"/>
                  <a:pt x="181783" y="276606"/>
                  <a:pt x="179104" y="276606"/>
                </a:cubicBezTo>
                <a:cubicBezTo>
                  <a:pt x="176424" y="276606"/>
                  <a:pt x="174184" y="275701"/>
                  <a:pt x="172410" y="273899"/>
                </a:cubicBezTo>
                <a:cubicBezTo>
                  <a:pt x="170627" y="272080"/>
                  <a:pt x="169740" y="269839"/>
                  <a:pt x="169740" y="267179"/>
                </a:cubicBezTo>
                <a:lnTo>
                  <a:pt x="169740" y="242033"/>
                </a:lnTo>
                <a:cubicBezTo>
                  <a:pt x="169740" y="239344"/>
                  <a:pt x="170636" y="237104"/>
                  <a:pt x="172438" y="235303"/>
                </a:cubicBezTo>
                <a:cubicBezTo>
                  <a:pt x="174266" y="233501"/>
                  <a:pt x="176507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79"/>
                  <a:pt x="220928" y="174239"/>
                  <a:pt x="222730" y="172438"/>
                </a:cubicBezTo>
                <a:cubicBezTo>
                  <a:pt x="224558" y="170636"/>
                  <a:pt x="226799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24"/>
                  <a:pt x="208712" y="63340"/>
                </a:cubicBezTo>
                <a:cubicBezTo>
                  <a:pt x="191741" y="50447"/>
                  <a:pt x="172456" y="44010"/>
                  <a:pt x="150876" y="44010"/>
                </a:cubicBezTo>
                <a:cubicBezTo>
                  <a:pt x="124678" y="44010"/>
                  <a:pt x="102422" y="53072"/>
                  <a:pt x="84079" y="71195"/>
                </a:cubicBezTo>
                <a:cubicBezTo>
                  <a:pt x="65745" y="89319"/>
                  <a:pt x="56583" y="111429"/>
                  <a:pt x="56583" y="137517"/>
                </a:cubicBezTo>
                <a:cubicBezTo>
                  <a:pt x="56583" y="151013"/>
                  <a:pt x="59335" y="163833"/>
                  <a:pt x="64849" y="175995"/>
                </a:cubicBezTo>
                <a:cubicBezTo>
                  <a:pt x="70381" y="188147"/>
                  <a:pt x="78209" y="198946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858"/>
                  <a:pt x="93388" y="272098"/>
                  <a:pt x="91559" y="273899"/>
                </a:cubicBezTo>
                <a:cubicBezTo>
                  <a:pt x="89739" y="275701"/>
                  <a:pt x="87490" y="276606"/>
                  <a:pt x="84801" y="276606"/>
                </a:cubicBezTo>
                <a:cubicBezTo>
                  <a:pt x="82122" y="276606"/>
                  <a:pt x="79891" y="275701"/>
                  <a:pt x="78108" y="273899"/>
                </a:cubicBezTo>
                <a:cubicBezTo>
                  <a:pt x="76325" y="272080"/>
                  <a:pt x="75438" y="269839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168" name="圖示 啟動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587" y="127723"/>
                  <a:pt x="103885" y="120390"/>
                </a:cubicBezTo>
                <a:cubicBezTo>
                  <a:pt x="108183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37"/>
                  <a:pt x="195828" y="58311"/>
                </a:cubicBezTo>
                <a:cubicBezTo>
                  <a:pt x="178637" y="66376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18" y="124102"/>
                  <a:pt x="244392" y="107031"/>
                </a:cubicBezTo>
                <a:cubicBezTo>
                  <a:pt x="252457" y="89950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13" y="45162"/>
                  <a:pt x="255392" y="44952"/>
                </a:cubicBezTo>
                <a:cubicBezTo>
                  <a:pt x="254862" y="44742"/>
                  <a:pt x="254285" y="44632"/>
                  <a:pt x="253664" y="44632"/>
                </a:cubicBezTo>
                <a:close/>
                <a:moveTo>
                  <a:pt x="172876" y="108283"/>
                </a:moveTo>
                <a:cubicBezTo>
                  <a:pt x="172876" y="102102"/>
                  <a:pt x="174970" y="96917"/>
                  <a:pt x="179168" y="92729"/>
                </a:cubicBezTo>
                <a:cubicBezTo>
                  <a:pt x="183355" y="88532"/>
                  <a:pt x="188540" y="86438"/>
                  <a:pt x="194721" y="86438"/>
                </a:cubicBezTo>
                <a:cubicBezTo>
                  <a:pt x="200903" y="86438"/>
                  <a:pt x="206097" y="88532"/>
                  <a:pt x="210285" y="92729"/>
                </a:cubicBezTo>
                <a:cubicBezTo>
                  <a:pt x="214473" y="96917"/>
                  <a:pt x="216566" y="102102"/>
                  <a:pt x="216566" y="108283"/>
                </a:cubicBezTo>
                <a:cubicBezTo>
                  <a:pt x="216566" y="114465"/>
                  <a:pt x="214473" y="119649"/>
                  <a:pt x="210285" y="123846"/>
                </a:cubicBezTo>
                <a:cubicBezTo>
                  <a:pt x="206097" y="128034"/>
                  <a:pt x="200903" y="130128"/>
                  <a:pt x="194721" y="130128"/>
                </a:cubicBezTo>
                <a:cubicBezTo>
                  <a:pt x="188540" y="130128"/>
                  <a:pt x="183355" y="128034"/>
                  <a:pt x="179168" y="123846"/>
                </a:cubicBezTo>
                <a:cubicBezTo>
                  <a:pt x="174970" y="119649"/>
                  <a:pt x="172876" y="114465"/>
                  <a:pt x="172876" y="108283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03" y="194566"/>
                  <a:pt x="182469" y="198964"/>
                </a:cubicBezTo>
                <a:cubicBezTo>
                  <a:pt x="175025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16" y="85862"/>
                  <a:pt x="264508" y="107972"/>
                </a:cubicBezTo>
                <a:cubicBezTo>
                  <a:pt x="255392" y="130083"/>
                  <a:pt x="240981" y="150977"/>
                  <a:pt x="221285" y="170682"/>
                </a:cubicBezTo>
                <a:cubicBezTo>
                  <a:pt x="221074" y="170892"/>
                  <a:pt x="220864" y="171048"/>
                  <a:pt x="220654" y="171148"/>
                </a:cubicBezTo>
                <a:cubicBezTo>
                  <a:pt x="220444" y="171258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11" y="270635"/>
                  <a:pt x="169265" y="270004"/>
                </a:cubicBezTo>
                <a:cubicBezTo>
                  <a:pt x="166018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366" y="136941"/>
                  <a:pt x="32845" y="133585"/>
                </a:cubicBezTo>
                <a:cubicBezTo>
                  <a:pt x="32324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166"/>
                  <a:pt x="87380" y="76224"/>
                </a:cubicBezTo>
                <a:cubicBezTo>
                  <a:pt x="90315" y="75283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05"/>
                  <a:pt x="131701" y="82195"/>
                </a:cubicBezTo>
                <a:cubicBezTo>
                  <a:pt x="131911" y="82095"/>
                  <a:pt x="132122" y="81930"/>
                  <a:pt x="132332" y="81729"/>
                </a:cubicBezTo>
                <a:cubicBezTo>
                  <a:pt x="152028" y="62024"/>
                  <a:pt x="172876" y="47622"/>
                  <a:pt x="194886" y="38505"/>
                </a:cubicBezTo>
                <a:cubicBezTo>
                  <a:pt x="216887" y="29389"/>
                  <a:pt x="240981" y="25146"/>
                  <a:pt x="267179" y="25777"/>
                </a:cubicBezTo>
                <a:cubicBezTo>
                  <a:pt x="268431" y="25777"/>
                  <a:pt x="269638" y="26033"/>
                  <a:pt x="270790" y="26563"/>
                </a:cubicBezTo>
                <a:cubicBezTo>
                  <a:pt x="271943" y="27085"/>
                  <a:pt x="273040" y="27871"/>
                  <a:pt x="274091" y="28922"/>
                </a:cubicBezTo>
                <a:cubicBezTo>
                  <a:pt x="275143" y="29965"/>
                  <a:pt x="275929" y="31016"/>
                  <a:pt x="276451" y="32059"/>
                </a:cubicBezTo>
                <a:cubicBezTo>
                  <a:pt x="276972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30" y="188540"/>
                  <a:pt x="73710" y="188440"/>
                </a:cubicBezTo>
                <a:cubicBezTo>
                  <a:pt x="84289" y="188330"/>
                  <a:pt x="93251" y="191951"/>
                  <a:pt x="100584" y="199284"/>
                </a:cubicBezTo>
                <a:cubicBezTo>
                  <a:pt x="107917" y="206618"/>
                  <a:pt x="111529" y="215579"/>
                  <a:pt x="111429" y="226159"/>
                </a:cubicBezTo>
                <a:cubicBezTo>
                  <a:pt x="111319" y="236738"/>
                  <a:pt x="107607" y="245699"/>
                  <a:pt x="100273" y="253033"/>
                </a:cubicBezTo>
                <a:cubicBezTo>
                  <a:pt x="90425" y="262881"/>
                  <a:pt x="78629" y="268797"/>
                  <a:pt x="64904" y="270790"/>
                </a:cubicBezTo>
                <a:cubicBezTo>
                  <a:pt x="51179" y="272784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19"/>
                  <a:pt x="93040" y="226469"/>
                </a:cubicBezTo>
                <a:cubicBezTo>
                  <a:pt x="93040" y="221129"/>
                  <a:pt x="91157" y="216466"/>
                  <a:pt x="87380" y="212488"/>
                </a:cubicBezTo>
                <a:cubicBezTo>
                  <a:pt x="83402" y="208712"/>
                  <a:pt x="78739" y="206828"/>
                  <a:pt x="73399" y="206828"/>
                </a:cubicBezTo>
                <a:cubicBezTo>
                  <a:pt x="68050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0" name="圖示 效能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837" y="206353"/>
                </a:moveTo>
                <a:cubicBezTo>
                  <a:pt x="157944" y="206042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369" y="103775"/>
                  <a:pt x="224586" y="102001"/>
                </a:cubicBezTo>
                <a:cubicBezTo>
                  <a:pt x="222803" y="100218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20" y="206673"/>
                  <a:pt x="148837" y="206353"/>
                </a:cubicBezTo>
                <a:close/>
                <a:moveTo>
                  <a:pt x="150245" y="50603"/>
                </a:moveTo>
                <a:cubicBezTo>
                  <a:pt x="159682" y="50603"/>
                  <a:pt x="169575" y="51865"/>
                  <a:pt x="179954" y="54379"/>
                </a:cubicBezTo>
                <a:cubicBezTo>
                  <a:pt x="190323" y="56894"/>
                  <a:pt x="200537" y="60981"/>
                  <a:pt x="210595" y="66641"/>
                </a:cubicBezTo>
                <a:cubicBezTo>
                  <a:pt x="212900" y="68105"/>
                  <a:pt x="214473" y="70125"/>
                  <a:pt x="215314" y="72704"/>
                </a:cubicBezTo>
                <a:cubicBezTo>
                  <a:pt x="216155" y="75283"/>
                  <a:pt x="215734" y="77742"/>
                  <a:pt x="214052" y="80092"/>
                </a:cubicBezTo>
                <a:cubicBezTo>
                  <a:pt x="212379" y="82433"/>
                  <a:pt x="210230" y="83768"/>
                  <a:pt x="207615" y="84079"/>
                </a:cubicBezTo>
                <a:cubicBezTo>
                  <a:pt x="204990" y="84399"/>
                  <a:pt x="202430" y="83924"/>
                  <a:pt x="199915" y="82671"/>
                </a:cubicBezTo>
                <a:cubicBezTo>
                  <a:pt x="191320" y="78053"/>
                  <a:pt x="182569" y="74706"/>
                  <a:pt x="173663" y="72613"/>
                </a:cubicBezTo>
                <a:cubicBezTo>
                  <a:pt x="164757" y="70509"/>
                  <a:pt x="156957" y="69467"/>
                  <a:pt x="150245" y="69467"/>
                </a:cubicBezTo>
                <a:cubicBezTo>
                  <a:pt x="120801" y="69467"/>
                  <a:pt x="95747" y="79964"/>
                  <a:pt x="75063" y="100959"/>
                </a:cubicBezTo>
                <a:cubicBezTo>
                  <a:pt x="54361" y="121963"/>
                  <a:pt x="44010" y="147401"/>
                  <a:pt x="44010" y="177284"/>
                </a:cubicBezTo>
                <a:cubicBezTo>
                  <a:pt x="44010" y="186711"/>
                  <a:pt x="45318" y="196239"/>
                  <a:pt x="47933" y="205886"/>
                </a:cubicBezTo>
                <a:cubicBezTo>
                  <a:pt x="50557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10"/>
                  <a:pt x="253344" y="152915"/>
                </a:cubicBezTo>
                <a:cubicBezTo>
                  <a:pt x="251460" y="144429"/>
                  <a:pt x="248314" y="136310"/>
                  <a:pt x="243916" y="128555"/>
                </a:cubicBezTo>
                <a:cubicBezTo>
                  <a:pt x="242453" y="126251"/>
                  <a:pt x="241877" y="123737"/>
                  <a:pt x="242188" y="121012"/>
                </a:cubicBezTo>
                <a:cubicBezTo>
                  <a:pt x="242499" y="118287"/>
                  <a:pt x="243816" y="116193"/>
                  <a:pt x="246120" y="114730"/>
                </a:cubicBezTo>
                <a:cubicBezTo>
                  <a:pt x="248342" y="113056"/>
                  <a:pt x="250783" y="112636"/>
                  <a:pt x="253444" y="113468"/>
                </a:cubicBezTo>
                <a:cubicBezTo>
                  <a:pt x="256105" y="114309"/>
                  <a:pt x="258062" y="115982"/>
                  <a:pt x="259315" y="118497"/>
                </a:cubicBezTo>
                <a:cubicBezTo>
                  <a:pt x="264134" y="127934"/>
                  <a:pt x="267855" y="137306"/>
                  <a:pt x="270480" y="146633"/>
                </a:cubicBezTo>
                <a:cubicBezTo>
                  <a:pt x="273095" y="155960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188" y="248845"/>
                  <a:pt x="250363" y="249887"/>
                </a:cubicBezTo>
                <a:cubicBezTo>
                  <a:pt x="247528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282" y="250573"/>
                  <a:pt x="49817" y="248790"/>
                </a:cubicBezTo>
                <a:cubicBezTo>
                  <a:pt x="46360" y="247007"/>
                  <a:pt x="43800" y="244437"/>
                  <a:pt x="42117" y="241091"/>
                </a:cubicBezTo>
                <a:cubicBezTo>
                  <a:pt x="36667" y="231032"/>
                  <a:pt x="32479" y="220809"/>
                  <a:pt x="29544" y="210440"/>
                </a:cubicBezTo>
                <a:cubicBezTo>
                  <a:pt x="26609" y="200071"/>
                  <a:pt x="25146" y="189016"/>
                  <a:pt x="25146" y="177284"/>
                </a:cubicBezTo>
                <a:cubicBezTo>
                  <a:pt x="25146" y="159883"/>
                  <a:pt x="28447" y="143488"/>
                  <a:pt x="35049" y="128089"/>
                </a:cubicBezTo>
                <a:cubicBezTo>
                  <a:pt x="41651" y="112682"/>
                  <a:pt x="50603" y="99276"/>
                  <a:pt x="61923" y="87856"/>
                </a:cubicBezTo>
                <a:cubicBezTo>
                  <a:pt x="73234" y="76435"/>
                  <a:pt x="86511" y="67373"/>
                  <a:pt x="101745" y="60661"/>
                </a:cubicBezTo>
                <a:cubicBezTo>
                  <a:pt x="116979" y="53959"/>
                  <a:pt x="133146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72" name="圖示 快速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658" y="186922"/>
                  <a:pt x="59875" y="183566"/>
                </a:cubicBezTo>
                <a:cubicBezTo>
                  <a:pt x="58101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31" y="284461"/>
                  <a:pt x="115516" y="285092"/>
                </a:cubicBezTo>
                <a:cubicBezTo>
                  <a:pt x="112892" y="285723"/>
                  <a:pt x="110432" y="285512"/>
                  <a:pt x="108128" y="284461"/>
                </a:cubicBezTo>
                <a:cubicBezTo>
                  <a:pt x="105824" y="283418"/>
                  <a:pt x="103986" y="281736"/>
                  <a:pt x="102623" y="279431"/>
                </a:cubicBezTo>
                <a:cubicBezTo>
                  <a:pt x="101261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4" name="圖示 鎖定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53" y="276606"/>
                  <a:pt x="59509" y="274759"/>
                  <a:pt x="55824" y="271074"/>
                </a:cubicBezTo>
                <a:cubicBezTo>
                  <a:pt x="52139" y="267361"/>
                  <a:pt x="50292" y="262927"/>
                  <a:pt x="50292" y="257751"/>
                </a:cubicBezTo>
                <a:lnTo>
                  <a:pt x="50292" y="121332"/>
                </a:lnTo>
                <a:cubicBezTo>
                  <a:pt x="50292" y="116129"/>
                  <a:pt x="52139" y="111694"/>
                  <a:pt x="55824" y="108000"/>
                </a:cubicBezTo>
                <a:cubicBezTo>
                  <a:pt x="59537" y="104315"/>
                  <a:pt x="63971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78"/>
                  <a:pt x="96981" y="41697"/>
                  <a:pt x="108631" y="30047"/>
                </a:cubicBezTo>
                <a:cubicBezTo>
                  <a:pt x="120280" y="18398"/>
                  <a:pt x="134371" y="12573"/>
                  <a:pt x="150903" y="12573"/>
                </a:cubicBezTo>
                <a:cubicBezTo>
                  <a:pt x="167445" y="12573"/>
                  <a:pt x="181527" y="18398"/>
                  <a:pt x="193149" y="30047"/>
                </a:cubicBezTo>
                <a:cubicBezTo>
                  <a:pt x="204780" y="41678"/>
                  <a:pt x="210595" y="55760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799" y="102468"/>
                  <a:pt x="242243" y="104315"/>
                  <a:pt x="245928" y="108000"/>
                </a:cubicBezTo>
                <a:cubicBezTo>
                  <a:pt x="249613" y="111694"/>
                  <a:pt x="251460" y="116129"/>
                  <a:pt x="251460" y="121332"/>
                </a:cubicBezTo>
                <a:lnTo>
                  <a:pt x="251460" y="257751"/>
                </a:lnTo>
                <a:cubicBezTo>
                  <a:pt x="251460" y="262945"/>
                  <a:pt x="249613" y="267389"/>
                  <a:pt x="245928" y="271074"/>
                </a:cubicBezTo>
                <a:cubicBezTo>
                  <a:pt x="242243" y="274759"/>
                  <a:pt x="237799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003" y="206828"/>
                </a:moveTo>
                <a:cubicBezTo>
                  <a:pt x="172721" y="202192"/>
                  <a:pt x="175080" y="196642"/>
                  <a:pt x="175080" y="190168"/>
                </a:cubicBezTo>
                <a:cubicBezTo>
                  <a:pt x="175080" y="183877"/>
                  <a:pt x="172703" y="178171"/>
                  <a:pt x="167948" y="173032"/>
                </a:cubicBezTo>
                <a:cubicBezTo>
                  <a:pt x="163184" y="167902"/>
                  <a:pt x="157478" y="165333"/>
                  <a:pt x="150812" y="165333"/>
                </a:cubicBezTo>
                <a:cubicBezTo>
                  <a:pt x="144146" y="165333"/>
                  <a:pt x="138458" y="167902"/>
                  <a:pt x="133749" y="173032"/>
                </a:cubicBezTo>
                <a:cubicBezTo>
                  <a:pt x="129031" y="178171"/>
                  <a:pt x="126672" y="183932"/>
                  <a:pt x="126672" y="190323"/>
                </a:cubicBezTo>
                <a:cubicBezTo>
                  <a:pt x="126672" y="196715"/>
                  <a:pt x="129049" y="202220"/>
                  <a:pt x="133804" y="206828"/>
                </a:cubicBezTo>
                <a:cubicBezTo>
                  <a:pt x="138568" y="211437"/>
                  <a:pt x="144274" y="213741"/>
                  <a:pt x="150940" y="213741"/>
                </a:cubicBezTo>
                <a:cubicBezTo>
                  <a:pt x="157606" y="213741"/>
                  <a:pt x="163294" y="211437"/>
                  <a:pt x="168003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36"/>
                  <a:pt x="187763" y="51289"/>
                  <a:pt x="179826" y="43343"/>
                </a:cubicBezTo>
                <a:cubicBezTo>
                  <a:pt x="171880" y="35406"/>
                  <a:pt x="162242" y="31437"/>
                  <a:pt x="150903" y="31437"/>
                </a:cubicBezTo>
                <a:cubicBezTo>
                  <a:pt x="139574" y="31437"/>
                  <a:pt x="129918" y="35406"/>
                  <a:pt x="121963" y="43343"/>
                </a:cubicBezTo>
                <a:cubicBezTo>
                  <a:pt x="113998" y="51289"/>
                  <a:pt x="110011" y="60936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76" name="圖示 資安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475" y="236318"/>
                  <a:pt x="206042" y="216731"/>
                </a:cubicBezTo>
                <a:cubicBezTo>
                  <a:pt x="220608" y="197135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02" y="142336"/>
                  <a:pt x="69312" y="144119"/>
                </a:cubicBezTo>
                <a:cubicBezTo>
                  <a:pt x="69412" y="145902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7886" y="275033"/>
                </a:moveTo>
                <a:cubicBezTo>
                  <a:pt x="146944" y="274823"/>
                  <a:pt x="145947" y="274512"/>
                  <a:pt x="144905" y="274091"/>
                </a:cubicBezTo>
                <a:cubicBezTo>
                  <a:pt x="115772" y="264243"/>
                  <a:pt x="92729" y="246586"/>
                  <a:pt x="75749" y="221129"/>
                </a:cubicBezTo>
                <a:cubicBezTo>
                  <a:pt x="58778" y="195663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59"/>
                  <a:pt x="53748" y="64904"/>
                </a:cubicBezTo>
                <a:cubicBezTo>
                  <a:pt x="56053" y="61658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58"/>
                  <a:pt x="248004" y="64904"/>
                </a:cubicBezTo>
                <a:cubicBezTo>
                  <a:pt x="250308" y="68159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663"/>
                  <a:pt x="226003" y="221129"/>
                </a:cubicBezTo>
                <a:cubicBezTo>
                  <a:pt x="209023" y="246586"/>
                  <a:pt x="185980" y="264243"/>
                  <a:pt x="156847" y="274091"/>
                </a:cubicBezTo>
                <a:cubicBezTo>
                  <a:pt x="155805" y="274512"/>
                  <a:pt x="154808" y="274823"/>
                  <a:pt x="153866" y="275033"/>
                </a:cubicBezTo>
                <a:cubicBezTo>
                  <a:pt x="152915" y="275244"/>
                  <a:pt x="151928" y="275353"/>
                  <a:pt x="150876" y="275353"/>
                </a:cubicBezTo>
                <a:cubicBezTo>
                  <a:pt x="149824" y="275353"/>
                  <a:pt x="148837" y="275244"/>
                  <a:pt x="147886" y="27503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78" name="圖示 認證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4987"/>
                  <a:pt x="96497" y="147666"/>
                </a:cubicBezTo>
                <a:cubicBezTo>
                  <a:pt x="96497" y="150355"/>
                  <a:pt x="97438" y="152677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12"/>
                  <a:pt x="204944" y="123453"/>
                  <a:pt x="204944" y="120856"/>
                </a:cubicBezTo>
                <a:cubicBezTo>
                  <a:pt x="204944" y="118241"/>
                  <a:pt x="204048" y="116092"/>
                  <a:pt x="202265" y="114419"/>
                </a:cubicBezTo>
                <a:cubicBezTo>
                  <a:pt x="200491" y="112736"/>
                  <a:pt x="198233" y="111950"/>
                  <a:pt x="195508" y="112060"/>
                </a:cubicBezTo>
                <a:cubicBezTo>
                  <a:pt x="192783" y="112160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67" y="275033"/>
                </a:moveTo>
                <a:cubicBezTo>
                  <a:pt x="146798" y="274823"/>
                  <a:pt x="145847" y="274512"/>
                  <a:pt x="144905" y="274091"/>
                </a:cubicBezTo>
                <a:cubicBezTo>
                  <a:pt x="115772" y="264243"/>
                  <a:pt x="92729" y="246586"/>
                  <a:pt x="75749" y="221129"/>
                </a:cubicBezTo>
                <a:cubicBezTo>
                  <a:pt x="58778" y="195663"/>
                  <a:pt x="50292" y="167738"/>
                  <a:pt x="50292" y="137325"/>
                </a:cubicBezTo>
                <a:lnTo>
                  <a:pt x="50292" y="75749"/>
                </a:lnTo>
                <a:cubicBezTo>
                  <a:pt x="50292" y="71707"/>
                  <a:pt x="51435" y="68068"/>
                  <a:pt x="53721" y="64849"/>
                </a:cubicBezTo>
                <a:cubicBezTo>
                  <a:pt x="55998" y="61621"/>
                  <a:pt x="58942" y="59281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828" y="59281"/>
                  <a:pt x="245772" y="61621"/>
                  <a:pt x="248031" y="64849"/>
                </a:cubicBezTo>
                <a:cubicBezTo>
                  <a:pt x="250317" y="68068"/>
                  <a:pt x="251460" y="71707"/>
                  <a:pt x="251460" y="75749"/>
                </a:cubicBezTo>
                <a:lnTo>
                  <a:pt x="251460" y="137325"/>
                </a:lnTo>
                <a:cubicBezTo>
                  <a:pt x="251460" y="167738"/>
                  <a:pt x="242974" y="195663"/>
                  <a:pt x="226003" y="221129"/>
                </a:cubicBezTo>
                <a:cubicBezTo>
                  <a:pt x="209023" y="246586"/>
                  <a:pt x="185980" y="264243"/>
                  <a:pt x="156847" y="274091"/>
                </a:cubicBezTo>
                <a:cubicBezTo>
                  <a:pt x="155887" y="274512"/>
                  <a:pt x="154927" y="274823"/>
                  <a:pt x="153985" y="275033"/>
                </a:cubicBezTo>
                <a:cubicBezTo>
                  <a:pt x="153043" y="275244"/>
                  <a:pt x="152010" y="275353"/>
                  <a:pt x="150876" y="275353"/>
                </a:cubicBezTo>
                <a:cubicBezTo>
                  <a:pt x="149770" y="275353"/>
                  <a:pt x="148727" y="275244"/>
                  <a:pt x="147767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21" y="233803"/>
                  <a:pt x="209809" y="211702"/>
                </a:cubicBezTo>
                <a:cubicBezTo>
                  <a:pt x="225006" y="189592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746" y="189592"/>
                  <a:pt x="91943" y="211702"/>
                </a:cubicBezTo>
                <a:cubicBezTo>
                  <a:pt x="107131" y="233803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80" name="圖示 金鑰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248"/>
                  <a:pt x="297034" y="150401"/>
                </a:cubicBezTo>
                <a:cubicBezTo>
                  <a:pt x="297454" y="151553"/>
                  <a:pt x="297665" y="152760"/>
                  <a:pt x="297665" y="154022"/>
                </a:cubicBezTo>
                <a:cubicBezTo>
                  <a:pt x="297665" y="155274"/>
                  <a:pt x="297399" y="156426"/>
                  <a:pt x="296878" y="157478"/>
                </a:cubicBezTo>
                <a:cubicBezTo>
                  <a:pt x="296357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17" y="199175"/>
                  <a:pt x="246275" y="198964"/>
                </a:cubicBezTo>
                <a:cubicBezTo>
                  <a:pt x="245334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867" y="199074"/>
                  <a:pt x="196925" y="199284"/>
                </a:cubicBezTo>
                <a:cubicBezTo>
                  <a:pt x="195983" y="199495"/>
                  <a:pt x="194987" y="199595"/>
                  <a:pt x="193935" y="199595"/>
                </a:cubicBezTo>
                <a:cubicBezTo>
                  <a:pt x="192893" y="199595"/>
                  <a:pt x="191896" y="199440"/>
                  <a:pt x="190954" y="199129"/>
                </a:cubicBezTo>
                <a:cubicBezTo>
                  <a:pt x="190012" y="198809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872" y="206142"/>
                  <a:pt x="129662" y="214216"/>
                </a:cubicBezTo>
                <a:cubicBezTo>
                  <a:pt x="118451" y="222281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17"/>
                  <a:pt x="121643" y="195352"/>
                </a:cubicBezTo>
                <a:cubicBezTo>
                  <a:pt x="131911" y="187287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411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47528" y="178226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567" y="153546"/>
                </a:lnTo>
                <a:lnTo>
                  <a:pt x="274402" y="153391"/>
                </a:lnTo>
                <a:lnTo>
                  <a:pt x="274567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16"/>
                  <a:pt x="122584" y="107031"/>
                </a:cubicBezTo>
                <a:cubicBezTo>
                  <a:pt x="112526" y="98545"/>
                  <a:pt x="101005" y="94302"/>
                  <a:pt x="88011" y="94302"/>
                </a:cubicBezTo>
                <a:cubicBezTo>
                  <a:pt x="72292" y="94302"/>
                  <a:pt x="58933" y="99798"/>
                  <a:pt x="47933" y="110798"/>
                </a:cubicBezTo>
                <a:cubicBezTo>
                  <a:pt x="36933" y="121798"/>
                  <a:pt x="31437" y="135157"/>
                  <a:pt x="31437" y="150876"/>
                </a:cubicBezTo>
                <a:cubicBezTo>
                  <a:pt x="31437" y="166595"/>
                  <a:pt x="36933" y="179954"/>
                  <a:pt x="47933" y="190954"/>
                </a:cubicBezTo>
                <a:cubicBezTo>
                  <a:pt x="58933" y="201954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82" name="圖示 稽核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97"/>
                </a:moveTo>
                <a:cubicBezTo>
                  <a:pt x="146688" y="274933"/>
                  <a:pt x="145636" y="274686"/>
                  <a:pt x="144594" y="274375"/>
                </a:cubicBezTo>
                <a:cubicBezTo>
                  <a:pt x="115672" y="264527"/>
                  <a:pt x="92729" y="246870"/>
                  <a:pt x="75749" y="221413"/>
                </a:cubicBezTo>
                <a:cubicBezTo>
                  <a:pt x="58778" y="195947"/>
                  <a:pt x="50292" y="168021"/>
                  <a:pt x="50292" y="137608"/>
                </a:cubicBezTo>
                <a:lnTo>
                  <a:pt x="50292" y="76069"/>
                </a:lnTo>
                <a:cubicBezTo>
                  <a:pt x="50292" y="72018"/>
                  <a:pt x="51435" y="68388"/>
                  <a:pt x="53721" y="65160"/>
                </a:cubicBezTo>
                <a:cubicBezTo>
                  <a:pt x="55998" y="61932"/>
                  <a:pt x="58942" y="59601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828" y="59601"/>
                  <a:pt x="245772" y="61932"/>
                  <a:pt x="248031" y="65160"/>
                </a:cubicBezTo>
                <a:cubicBezTo>
                  <a:pt x="250317" y="68388"/>
                  <a:pt x="251460" y="72018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44" y="225839"/>
                  <a:pt x="220809" y="226159"/>
                </a:cubicBezTo>
                <a:cubicBezTo>
                  <a:pt x="217984" y="226469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71" y="193103"/>
                  <a:pt x="164327" y="194566"/>
                </a:cubicBezTo>
                <a:cubicBezTo>
                  <a:pt x="159883" y="196038"/>
                  <a:pt x="155402" y="196770"/>
                  <a:pt x="150876" y="196770"/>
                </a:cubicBezTo>
                <a:cubicBezTo>
                  <a:pt x="137882" y="196770"/>
                  <a:pt x="126827" y="192262"/>
                  <a:pt x="117711" y="183255"/>
                </a:cubicBezTo>
                <a:cubicBezTo>
                  <a:pt x="108603" y="174239"/>
                  <a:pt x="104040" y="163184"/>
                  <a:pt x="104040" y="150090"/>
                </a:cubicBezTo>
                <a:cubicBezTo>
                  <a:pt x="104040" y="136995"/>
                  <a:pt x="108603" y="125885"/>
                  <a:pt x="117711" y="116769"/>
                </a:cubicBezTo>
                <a:cubicBezTo>
                  <a:pt x="126827" y="107652"/>
                  <a:pt x="137882" y="103099"/>
                  <a:pt x="150876" y="103099"/>
                </a:cubicBezTo>
                <a:cubicBezTo>
                  <a:pt x="163870" y="103099"/>
                  <a:pt x="174925" y="107652"/>
                  <a:pt x="184041" y="116769"/>
                </a:cubicBezTo>
                <a:cubicBezTo>
                  <a:pt x="193149" y="125885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679"/>
                  <a:pt x="228829" y="171468"/>
                </a:cubicBezTo>
                <a:cubicBezTo>
                  <a:pt x="231343" y="160258"/>
                  <a:pt x="232605" y="148992"/>
                  <a:pt x="232605" y="137672"/>
                </a:cubicBezTo>
                <a:lnTo>
                  <a:pt x="232605" y="75283"/>
                </a:lnTo>
                <a:lnTo>
                  <a:pt x="150876" y="45574"/>
                </a:lnTo>
                <a:lnTo>
                  <a:pt x="69156" y="75283"/>
                </a:lnTo>
                <a:lnTo>
                  <a:pt x="69156" y="137672"/>
                </a:lnTo>
                <a:cubicBezTo>
                  <a:pt x="69156" y="165122"/>
                  <a:pt x="76746" y="189903"/>
                  <a:pt x="91943" y="212013"/>
                </a:cubicBezTo>
                <a:cubicBezTo>
                  <a:pt x="107131" y="234123"/>
                  <a:pt x="126782" y="249156"/>
                  <a:pt x="150876" y="257120"/>
                </a:cubicBezTo>
                <a:cubicBezTo>
                  <a:pt x="155695" y="255858"/>
                  <a:pt x="161410" y="253399"/>
                  <a:pt x="168003" y="249732"/>
                </a:cubicBezTo>
                <a:cubicBezTo>
                  <a:pt x="174605" y="246065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159"/>
                  <a:pt x="199284" y="239362"/>
                </a:cubicBezTo>
                <a:cubicBezTo>
                  <a:pt x="200958" y="241557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663" y="261939"/>
                  <a:pt x="178061" y="265295"/>
                </a:cubicBezTo>
                <a:cubicBezTo>
                  <a:pt x="171468" y="268642"/>
                  <a:pt x="164501" y="271677"/>
                  <a:pt x="157167" y="274402"/>
                </a:cubicBezTo>
                <a:cubicBezTo>
                  <a:pt x="156116" y="274722"/>
                  <a:pt x="155064" y="274960"/>
                  <a:pt x="154022" y="275125"/>
                </a:cubicBezTo>
                <a:cubicBezTo>
                  <a:pt x="152970" y="275298"/>
                  <a:pt x="151928" y="275372"/>
                  <a:pt x="150876" y="275353"/>
                </a:cubicBezTo>
                <a:cubicBezTo>
                  <a:pt x="149824" y="275353"/>
                  <a:pt x="148782" y="275262"/>
                  <a:pt x="147730" y="275097"/>
                </a:cubicBezTo>
                <a:close/>
                <a:moveTo>
                  <a:pt x="170682" y="169859"/>
                </a:moveTo>
                <a:cubicBezTo>
                  <a:pt x="176123" y="164519"/>
                  <a:pt x="178847" y="157917"/>
                  <a:pt x="178847" y="150062"/>
                </a:cubicBezTo>
                <a:cubicBezTo>
                  <a:pt x="178847" y="142198"/>
                  <a:pt x="176104" y="135560"/>
                  <a:pt x="170618" y="130128"/>
                </a:cubicBezTo>
                <a:cubicBezTo>
                  <a:pt x="165122" y="124678"/>
                  <a:pt x="158520" y="121963"/>
                  <a:pt x="150812" y="121963"/>
                </a:cubicBezTo>
                <a:cubicBezTo>
                  <a:pt x="143104" y="121963"/>
                  <a:pt x="136520" y="124678"/>
                  <a:pt x="131070" y="130128"/>
                </a:cubicBezTo>
                <a:cubicBezTo>
                  <a:pt x="125629" y="135578"/>
                  <a:pt x="122905" y="142235"/>
                  <a:pt x="122905" y="150090"/>
                </a:cubicBezTo>
                <a:cubicBezTo>
                  <a:pt x="122905" y="157944"/>
                  <a:pt x="125648" y="164546"/>
                  <a:pt x="131134" y="169896"/>
                </a:cubicBezTo>
                <a:cubicBezTo>
                  <a:pt x="136630" y="175236"/>
                  <a:pt x="143232" y="177906"/>
                  <a:pt x="150940" y="177906"/>
                </a:cubicBezTo>
                <a:cubicBezTo>
                  <a:pt x="158648" y="177906"/>
                  <a:pt x="165232" y="175236"/>
                  <a:pt x="170682" y="16989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84" name="圖示 交換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850" y="182258"/>
                  <a:pt x="157633" y="184041"/>
                </a:cubicBezTo>
                <a:cubicBezTo>
                  <a:pt x="159416" y="185815"/>
                  <a:pt x="160303" y="188074"/>
                  <a:pt x="160303" y="190799"/>
                </a:cubicBezTo>
                <a:cubicBezTo>
                  <a:pt x="160303" y="193524"/>
                  <a:pt x="159416" y="195773"/>
                  <a:pt x="157633" y="197556"/>
                </a:cubicBezTo>
                <a:cubicBezTo>
                  <a:pt x="155850" y="199330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02" y="119494"/>
                  <a:pt x="144119" y="117711"/>
                </a:cubicBezTo>
                <a:cubicBezTo>
                  <a:pt x="142336" y="115937"/>
                  <a:pt x="141449" y="113678"/>
                  <a:pt x="141449" y="110953"/>
                </a:cubicBezTo>
                <a:cubicBezTo>
                  <a:pt x="141449" y="108228"/>
                  <a:pt x="142336" y="105979"/>
                  <a:pt x="144119" y="104196"/>
                </a:cubicBezTo>
                <a:cubicBezTo>
                  <a:pt x="145902" y="102422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86" name="圖示 同步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16" y="176497"/>
                  <a:pt x="76535" y="186236"/>
                </a:cubicBezTo>
                <a:cubicBezTo>
                  <a:pt x="81464" y="195983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20" y="183621"/>
                  <a:pt x="108603" y="181838"/>
                </a:cubicBezTo>
                <a:cubicBezTo>
                  <a:pt x="110377" y="180055"/>
                  <a:pt x="112636" y="179168"/>
                  <a:pt x="115361" y="179168"/>
                </a:cubicBezTo>
                <a:cubicBezTo>
                  <a:pt x="118086" y="179168"/>
                  <a:pt x="120335" y="180055"/>
                  <a:pt x="122118" y="181838"/>
                </a:cubicBezTo>
                <a:cubicBezTo>
                  <a:pt x="123892" y="183621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892" y="247007"/>
                  <a:pt x="122118" y="248790"/>
                </a:cubicBezTo>
                <a:cubicBezTo>
                  <a:pt x="120335" y="250573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49" y="250573"/>
                  <a:pt x="55166" y="248790"/>
                </a:cubicBezTo>
                <a:cubicBezTo>
                  <a:pt x="53383" y="247007"/>
                  <a:pt x="52496" y="244757"/>
                  <a:pt x="52496" y="242033"/>
                </a:cubicBezTo>
                <a:cubicBezTo>
                  <a:pt x="52496" y="239308"/>
                  <a:pt x="53383" y="237049"/>
                  <a:pt x="55166" y="235275"/>
                </a:cubicBezTo>
                <a:cubicBezTo>
                  <a:pt x="56949" y="233492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477" y="114154"/>
                  <a:pt x="65855" y="97914"/>
                </a:cubicBezTo>
                <a:cubicBezTo>
                  <a:pt x="76224" y="81674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674"/>
                  <a:pt x="118497" y="73079"/>
                </a:cubicBezTo>
                <a:cubicBezTo>
                  <a:pt x="117455" y="75493"/>
                  <a:pt x="115772" y="77322"/>
                  <a:pt x="113468" y="78584"/>
                </a:cubicBezTo>
                <a:cubicBezTo>
                  <a:pt x="100063" y="85707"/>
                  <a:pt x="89319" y="95820"/>
                  <a:pt x="81254" y="108914"/>
                </a:cubicBezTo>
                <a:cubicBezTo>
                  <a:pt x="73189" y="122008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36" y="129662"/>
                  <a:pt x="225217" y="119283"/>
                </a:cubicBezTo>
                <a:cubicBezTo>
                  <a:pt x="220288" y="108914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874" y="118131"/>
                  <a:pt x="194100" y="119914"/>
                </a:cubicBezTo>
                <a:cubicBezTo>
                  <a:pt x="192317" y="121697"/>
                  <a:pt x="190058" y="122584"/>
                  <a:pt x="187342" y="122584"/>
                </a:cubicBezTo>
                <a:cubicBezTo>
                  <a:pt x="184617" y="122584"/>
                  <a:pt x="182359" y="121697"/>
                  <a:pt x="180576" y="119914"/>
                </a:cubicBezTo>
                <a:cubicBezTo>
                  <a:pt x="178802" y="118131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02" y="54745"/>
                  <a:pt x="180576" y="52962"/>
                </a:cubicBezTo>
                <a:cubicBezTo>
                  <a:pt x="182359" y="51179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754" y="51179"/>
                  <a:pt x="247528" y="52962"/>
                </a:cubicBezTo>
                <a:cubicBezTo>
                  <a:pt x="249311" y="54745"/>
                  <a:pt x="250207" y="56995"/>
                  <a:pt x="250207" y="59719"/>
                </a:cubicBezTo>
                <a:cubicBezTo>
                  <a:pt x="250207" y="62444"/>
                  <a:pt x="249311" y="64703"/>
                  <a:pt x="247528" y="66477"/>
                </a:cubicBezTo>
                <a:cubicBezTo>
                  <a:pt x="245754" y="68260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178"/>
                  <a:pt x="236372" y="203207"/>
                </a:cubicBezTo>
                <a:cubicBezTo>
                  <a:pt x="226314" y="219246"/>
                  <a:pt x="212799" y="231654"/>
                  <a:pt x="195828" y="240460"/>
                </a:cubicBezTo>
                <a:cubicBezTo>
                  <a:pt x="193524" y="241712"/>
                  <a:pt x="191164" y="241877"/>
                  <a:pt x="188750" y="240926"/>
                </a:cubicBezTo>
                <a:cubicBezTo>
                  <a:pt x="186346" y="239984"/>
                  <a:pt x="184617" y="238256"/>
                  <a:pt x="183566" y="235741"/>
                </a:cubicBezTo>
                <a:cubicBezTo>
                  <a:pt x="182514" y="233437"/>
                  <a:pt x="182514" y="231078"/>
                  <a:pt x="183566" y="228673"/>
                </a:cubicBezTo>
                <a:cubicBezTo>
                  <a:pt x="184617" y="226259"/>
                  <a:pt x="186291" y="224430"/>
                  <a:pt x="188595" y="223168"/>
                </a:cubicBezTo>
                <a:cubicBezTo>
                  <a:pt x="202220" y="216256"/>
                  <a:pt x="212955" y="206197"/>
                  <a:pt x="220809" y="192993"/>
                </a:cubicBezTo>
                <a:cubicBezTo>
                  <a:pt x="228673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188" name="圖示 循環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12" y="159782"/>
                  <a:pt x="69933" y="163760"/>
                </a:cubicBezTo>
                <a:cubicBezTo>
                  <a:pt x="70464" y="167747"/>
                  <a:pt x="71250" y="171514"/>
                  <a:pt x="72292" y="175080"/>
                </a:cubicBezTo>
                <a:cubicBezTo>
                  <a:pt x="72923" y="177595"/>
                  <a:pt x="72768" y="180109"/>
                  <a:pt x="71826" y="182624"/>
                </a:cubicBezTo>
                <a:cubicBezTo>
                  <a:pt x="70884" y="185139"/>
                  <a:pt x="69257" y="186922"/>
                  <a:pt x="66952" y="187964"/>
                </a:cubicBezTo>
                <a:cubicBezTo>
                  <a:pt x="64648" y="189016"/>
                  <a:pt x="62289" y="189016"/>
                  <a:pt x="59875" y="187964"/>
                </a:cubicBezTo>
                <a:cubicBezTo>
                  <a:pt x="57470" y="186922"/>
                  <a:pt x="55842" y="185239"/>
                  <a:pt x="55010" y="182935"/>
                </a:cubicBezTo>
                <a:cubicBezTo>
                  <a:pt x="53328" y="177695"/>
                  <a:pt x="52130" y="172511"/>
                  <a:pt x="51389" y="167381"/>
                </a:cubicBezTo>
                <a:cubicBezTo>
                  <a:pt x="50658" y="162242"/>
                  <a:pt x="50292" y="156957"/>
                  <a:pt x="50292" y="151507"/>
                </a:cubicBezTo>
                <a:cubicBezTo>
                  <a:pt x="50292" y="124057"/>
                  <a:pt x="60195" y="100429"/>
                  <a:pt x="79992" y="80623"/>
                </a:cubicBezTo>
                <a:cubicBezTo>
                  <a:pt x="99798" y="60826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37" y="17291"/>
                  <a:pt x="151351" y="17291"/>
                </a:cubicBezTo>
                <a:cubicBezTo>
                  <a:pt x="153756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25" y="77797"/>
                  <a:pt x="93196" y="93827"/>
                </a:cubicBezTo>
                <a:cubicBezTo>
                  <a:pt x="77166" y="109856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40" y="142912"/>
                  <a:pt x="231819" y="138934"/>
                </a:cubicBezTo>
                <a:cubicBezTo>
                  <a:pt x="231288" y="134947"/>
                  <a:pt x="230502" y="131070"/>
                  <a:pt x="229460" y="127303"/>
                </a:cubicBezTo>
                <a:cubicBezTo>
                  <a:pt x="228618" y="124788"/>
                  <a:pt x="228673" y="122274"/>
                  <a:pt x="229615" y="119759"/>
                </a:cubicBezTo>
                <a:cubicBezTo>
                  <a:pt x="230557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557" y="202265"/>
                  <a:pt x="221760" y="222071"/>
                </a:cubicBezTo>
                <a:cubicBezTo>
                  <a:pt x="201954" y="241877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184" y="285412"/>
                  <a:pt x="149779" y="285412"/>
                </a:cubicBezTo>
                <a:cubicBezTo>
                  <a:pt x="147365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365" y="198964"/>
                  <a:pt x="149779" y="198964"/>
                </a:cubicBezTo>
                <a:cubicBezTo>
                  <a:pt x="152184" y="198964"/>
                  <a:pt x="154232" y="199806"/>
                  <a:pt x="155905" y="201479"/>
                </a:cubicBezTo>
                <a:cubicBezTo>
                  <a:pt x="157579" y="203161"/>
                  <a:pt x="158420" y="205201"/>
                  <a:pt x="158420" y="207615"/>
                </a:cubicBezTo>
                <a:cubicBezTo>
                  <a:pt x="158420" y="210019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27" y="224897"/>
                  <a:pt x="208556" y="208867"/>
                </a:cubicBezTo>
                <a:cubicBezTo>
                  <a:pt x="224586" y="192838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90" name="圖示 路徑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732"/>
                </a:moveTo>
                <a:cubicBezTo>
                  <a:pt x="67583" y="240176"/>
                  <a:pt x="62865" y="228701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06" y="98563"/>
                  <a:pt x="44787" y="92629"/>
                </a:cubicBezTo>
                <a:cubicBezTo>
                  <a:pt x="40078" y="86703"/>
                  <a:pt x="37719" y="79955"/>
                  <a:pt x="37719" y="72393"/>
                </a:cubicBezTo>
                <a:cubicBezTo>
                  <a:pt x="37719" y="62691"/>
                  <a:pt x="41121" y="54480"/>
                  <a:pt x="47933" y="47777"/>
                </a:cubicBezTo>
                <a:cubicBezTo>
                  <a:pt x="54745" y="41075"/>
                  <a:pt x="62920" y="37719"/>
                  <a:pt x="72448" y="37719"/>
                </a:cubicBezTo>
                <a:cubicBezTo>
                  <a:pt x="81985" y="37719"/>
                  <a:pt x="90105" y="41084"/>
                  <a:pt x="96817" y="47805"/>
                </a:cubicBezTo>
                <a:cubicBezTo>
                  <a:pt x="103519" y="54535"/>
                  <a:pt x="106875" y="62710"/>
                  <a:pt x="106875" y="72329"/>
                </a:cubicBezTo>
                <a:cubicBezTo>
                  <a:pt x="106875" y="79827"/>
                  <a:pt x="104516" y="86566"/>
                  <a:pt x="99798" y="92537"/>
                </a:cubicBezTo>
                <a:cubicBezTo>
                  <a:pt x="95079" y="98508"/>
                  <a:pt x="89063" y="102870"/>
                  <a:pt x="81729" y="105613"/>
                </a:cubicBezTo>
                <a:lnTo>
                  <a:pt x="81729" y="215314"/>
                </a:lnTo>
                <a:cubicBezTo>
                  <a:pt x="81729" y="223525"/>
                  <a:pt x="84609" y="230557"/>
                  <a:pt x="90370" y="236400"/>
                </a:cubicBezTo>
                <a:cubicBezTo>
                  <a:pt x="96131" y="242252"/>
                  <a:pt x="103254" y="245178"/>
                  <a:pt x="111740" y="245178"/>
                </a:cubicBezTo>
                <a:cubicBezTo>
                  <a:pt x="120225" y="245178"/>
                  <a:pt x="127303" y="242252"/>
                  <a:pt x="132963" y="236400"/>
                </a:cubicBezTo>
                <a:cubicBezTo>
                  <a:pt x="138614" y="230557"/>
                  <a:pt x="141449" y="223525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246" y="203198"/>
                  <a:pt x="256965" y="209151"/>
                </a:cubicBezTo>
                <a:cubicBezTo>
                  <a:pt x="261674" y="215085"/>
                  <a:pt x="264033" y="221852"/>
                  <a:pt x="264033" y="229460"/>
                </a:cubicBezTo>
                <a:cubicBezTo>
                  <a:pt x="264033" y="238887"/>
                  <a:pt x="260668" y="247007"/>
                  <a:pt x="253947" y="253819"/>
                </a:cubicBezTo>
                <a:cubicBezTo>
                  <a:pt x="247217" y="260631"/>
                  <a:pt x="239052" y="264033"/>
                  <a:pt x="229460" y="264033"/>
                </a:cubicBezTo>
                <a:cubicBezTo>
                  <a:pt x="220032" y="264033"/>
                  <a:pt x="211903" y="260631"/>
                  <a:pt x="205100" y="253819"/>
                </a:cubicBezTo>
                <a:cubicBezTo>
                  <a:pt x="198288" y="247007"/>
                  <a:pt x="194886" y="238887"/>
                  <a:pt x="194886" y="229460"/>
                </a:cubicBezTo>
                <a:cubicBezTo>
                  <a:pt x="194886" y="221852"/>
                  <a:pt x="197236" y="215021"/>
                  <a:pt x="201954" y="208968"/>
                </a:cubicBezTo>
                <a:cubicBezTo>
                  <a:pt x="206673" y="202933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43" y="70985"/>
                  <a:pt x="211382" y="65224"/>
                </a:cubicBezTo>
                <a:cubicBezTo>
                  <a:pt x="205621" y="59463"/>
                  <a:pt x="198553" y="56583"/>
                  <a:pt x="190168" y="56583"/>
                </a:cubicBezTo>
                <a:cubicBezTo>
                  <a:pt x="181783" y="56583"/>
                  <a:pt x="174714" y="59463"/>
                  <a:pt x="168954" y="65224"/>
                </a:cubicBezTo>
                <a:cubicBezTo>
                  <a:pt x="163184" y="70985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01"/>
                  <a:pt x="155594" y="240176"/>
                  <a:pt x="146158" y="249732"/>
                </a:cubicBezTo>
                <a:cubicBezTo>
                  <a:pt x="136730" y="259287"/>
                  <a:pt x="125209" y="264051"/>
                  <a:pt x="111584" y="264033"/>
                </a:cubicBezTo>
                <a:cubicBezTo>
                  <a:pt x="97969" y="264033"/>
                  <a:pt x="86438" y="259269"/>
                  <a:pt x="77011" y="249732"/>
                </a:cubicBezTo>
                <a:close/>
                <a:moveTo>
                  <a:pt x="72448" y="88011"/>
                </a:moveTo>
                <a:cubicBezTo>
                  <a:pt x="76746" y="88011"/>
                  <a:pt x="80412" y="86438"/>
                  <a:pt x="83457" y="83293"/>
                </a:cubicBezTo>
                <a:cubicBezTo>
                  <a:pt x="86493" y="80156"/>
                  <a:pt x="88011" y="76435"/>
                  <a:pt x="88011" y="72137"/>
                </a:cubicBezTo>
                <a:cubicBezTo>
                  <a:pt x="88011" y="67839"/>
                  <a:pt x="86502" y="64173"/>
                  <a:pt x="83485" y="61137"/>
                </a:cubicBezTo>
                <a:cubicBezTo>
                  <a:pt x="80485" y="58101"/>
                  <a:pt x="76755" y="56583"/>
                  <a:pt x="72292" y="56583"/>
                </a:cubicBezTo>
                <a:cubicBezTo>
                  <a:pt x="68105" y="56583"/>
                  <a:pt x="64438" y="58083"/>
                  <a:pt x="61292" y="61109"/>
                </a:cubicBezTo>
                <a:cubicBezTo>
                  <a:pt x="58147" y="64127"/>
                  <a:pt x="56583" y="67848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159" y="88011"/>
                  <a:pt x="72448" y="88011"/>
                </a:cubicBezTo>
                <a:close/>
                <a:moveTo>
                  <a:pt x="229615" y="245178"/>
                </a:moveTo>
                <a:cubicBezTo>
                  <a:pt x="233913" y="245178"/>
                  <a:pt x="237579" y="243605"/>
                  <a:pt x="240615" y="240460"/>
                </a:cubicBezTo>
                <a:cubicBezTo>
                  <a:pt x="243651" y="237314"/>
                  <a:pt x="245178" y="233593"/>
                  <a:pt x="245178" y="229304"/>
                </a:cubicBezTo>
                <a:cubicBezTo>
                  <a:pt x="245178" y="225006"/>
                  <a:pt x="243669" y="221340"/>
                  <a:pt x="240652" y="218295"/>
                </a:cubicBezTo>
                <a:cubicBezTo>
                  <a:pt x="237653" y="215259"/>
                  <a:pt x="233922" y="213741"/>
                  <a:pt x="229460" y="213741"/>
                </a:cubicBezTo>
                <a:cubicBezTo>
                  <a:pt x="225262" y="213741"/>
                  <a:pt x="221596" y="215250"/>
                  <a:pt x="218459" y="218267"/>
                </a:cubicBezTo>
                <a:cubicBezTo>
                  <a:pt x="215314" y="221285"/>
                  <a:pt x="213741" y="225016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17" y="245178"/>
                  <a:pt x="229615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192" name="圖示 分流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41" y="160724"/>
                  <a:pt x="143177" y="164711"/>
                </a:cubicBezTo>
                <a:cubicBezTo>
                  <a:pt x="146213" y="168689"/>
                  <a:pt x="148782" y="172355"/>
                  <a:pt x="150876" y="175711"/>
                </a:cubicBezTo>
                <a:cubicBezTo>
                  <a:pt x="154442" y="170261"/>
                  <a:pt x="157944" y="165543"/>
                  <a:pt x="161410" y="161565"/>
                </a:cubicBezTo>
                <a:cubicBezTo>
                  <a:pt x="164866" y="157579"/>
                  <a:pt x="168167" y="154232"/>
                  <a:pt x="171304" y="151507"/>
                </a:cubicBezTo>
                <a:cubicBezTo>
                  <a:pt x="183465" y="141659"/>
                  <a:pt x="192207" y="129763"/>
                  <a:pt x="197556" y="115827"/>
                </a:cubicBezTo>
                <a:cubicBezTo>
                  <a:pt x="202896" y="101892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20" y="108183"/>
                  <a:pt x="214838" y="123371"/>
                </a:cubicBezTo>
                <a:cubicBezTo>
                  <a:pt x="208657" y="138568"/>
                  <a:pt x="198343" y="152760"/>
                  <a:pt x="183877" y="165964"/>
                </a:cubicBezTo>
                <a:cubicBezTo>
                  <a:pt x="174660" y="174349"/>
                  <a:pt x="168423" y="181993"/>
                  <a:pt x="165177" y="188906"/>
                </a:cubicBezTo>
                <a:cubicBezTo>
                  <a:pt x="161931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16" y="272153"/>
                  <a:pt x="157633" y="273936"/>
                </a:cubicBezTo>
                <a:cubicBezTo>
                  <a:pt x="155850" y="275719"/>
                  <a:pt x="153601" y="276606"/>
                  <a:pt x="150876" y="276606"/>
                </a:cubicBezTo>
                <a:cubicBezTo>
                  <a:pt x="148151" y="276606"/>
                  <a:pt x="145902" y="275719"/>
                  <a:pt x="144119" y="273936"/>
                </a:cubicBezTo>
                <a:cubicBezTo>
                  <a:pt x="142336" y="272153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580" y="92565"/>
                  <a:pt x="79050" y="85341"/>
                </a:cubicBezTo>
                <a:cubicBezTo>
                  <a:pt x="78529" y="78108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13"/>
                  <a:pt x="97759" y="81885"/>
                </a:cubicBezTo>
                <a:cubicBezTo>
                  <a:pt x="97969" y="87856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08" y="146843"/>
                  <a:pt x="95710" y="140662"/>
                </a:cubicBezTo>
                <a:cubicBezTo>
                  <a:pt x="91413" y="134481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4" name="圖示 分歧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263"/>
                  <a:pt x="68242" y="116513"/>
                  <a:pt x="66413" y="118314"/>
                </a:cubicBezTo>
                <a:cubicBezTo>
                  <a:pt x="64593" y="120116"/>
                  <a:pt x="62344" y="121012"/>
                  <a:pt x="59655" y="121012"/>
                </a:cubicBezTo>
                <a:cubicBezTo>
                  <a:pt x="56976" y="121012"/>
                  <a:pt x="54745" y="120116"/>
                  <a:pt x="52962" y="118314"/>
                </a:cubicBezTo>
                <a:cubicBezTo>
                  <a:pt x="51179" y="116513"/>
                  <a:pt x="50292" y="114263"/>
                  <a:pt x="50292" y="111584"/>
                </a:cubicBezTo>
                <a:lnTo>
                  <a:pt x="50292" y="59719"/>
                </a:lnTo>
                <a:cubicBezTo>
                  <a:pt x="50292" y="57040"/>
                  <a:pt x="51197" y="54800"/>
                  <a:pt x="52999" y="52999"/>
                </a:cubicBezTo>
                <a:cubicBezTo>
                  <a:pt x="54818" y="51197"/>
                  <a:pt x="57059" y="50292"/>
                  <a:pt x="59719" y="50292"/>
                </a:cubicBezTo>
                <a:lnTo>
                  <a:pt x="111584" y="50292"/>
                </a:lnTo>
                <a:cubicBezTo>
                  <a:pt x="114263" y="50292"/>
                  <a:pt x="116513" y="51206"/>
                  <a:pt x="118314" y="53026"/>
                </a:cubicBezTo>
                <a:cubicBezTo>
                  <a:pt x="120116" y="54846"/>
                  <a:pt x="121012" y="57104"/>
                  <a:pt x="121012" y="59783"/>
                </a:cubicBezTo>
                <a:cubicBezTo>
                  <a:pt x="121012" y="62463"/>
                  <a:pt x="120116" y="64703"/>
                  <a:pt x="118314" y="66477"/>
                </a:cubicBezTo>
                <a:cubicBezTo>
                  <a:pt x="116513" y="68260"/>
                  <a:pt x="114263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63"/>
                  <a:pt x="159362" y="147831"/>
                </a:cubicBezTo>
                <a:cubicBezTo>
                  <a:pt x="160413" y="150199"/>
                  <a:pt x="160934" y="152677"/>
                  <a:pt x="160934" y="155274"/>
                </a:cubicBezTo>
                <a:lnTo>
                  <a:pt x="160934" y="242033"/>
                </a:lnTo>
                <a:cubicBezTo>
                  <a:pt x="160934" y="244712"/>
                  <a:pt x="160020" y="246952"/>
                  <a:pt x="158200" y="248753"/>
                </a:cubicBezTo>
                <a:cubicBezTo>
                  <a:pt x="156381" y="250555"/>
                  <a:pt x="154122" y="251460"/>
                  <a:pt x="151443" y="251460"/>
                </a:cubicBezTo>
                <a:cubicBezTo>
                  <a:pt x="148764" y="251460"/>
                  <a:pt x="146523" y="250555"/>
                  <a:pt x="144750" y="248753"/>
                </a:cubicBezTo>
                <a:cubicBezTo>
                  <a:pt x="142966" y="246952"/>
                  <a:pt x="142079" y="244712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50" y="132332"/>
                  <a:pt x="180164" y="133274"/>
                  <a:pt x="177622" y="133274"/>
                </a:cubicBezTo>
                <a:cubicBezTo>
                  <a:pt x="175089" y="133274"/>
                  <a:pt x="172876" y="132332"/>
                  <a:pt x="170993" y="130448"/>
                </a:cubicBezTo>
                <a:cubicBezTo>
                  <a:pt x="169109" y="128555"/>
                  <a:pt x="168167" y="126334"/>
                  <a:pt x="168167" y="123782"/>
                </a:cubicBezTo>
                <a:cubicBezTo>
                  <a:pt x="168167" y="121222"/>
                  <a:pt x="169109" y="119046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89" y="69156"/>
                  <a:pt x="185239" y="68242"/>
                  <a:pt x="183438" y="66413"/>
                </a:cubicBezTo>
                <a:cubicBezTo>
                  <a:pt x="181636" y="64593"/>
                  <a:pt x="180740" y="62344"/>
                  <a:pt x="180740" y="59655"/>
                </a:cubicBezTo>
                <a:cubicBezTo>
                  <a:pt x="180740" y="56976"/>
                  <a:pt x="181636" y="54745"/>
                  <a:pt x="183438" y="52962"/>
                </a:cubicBezTo>
                <a:cubicBezTo>
                  <a:pt x="185239" y="51179"/>
                  <a:pt x="187489" y="50292"/>
                  <a:pt x="190168" y="50292"/>
                </a:cubicBezTo>
                <a:lnTo>
                  <a:pt x="242033" y="50292"/>
                </a:lnTo>
                <a:cubicBezTo>
                  <a:pt x="244712" y="50292"/>
                  <a:pt x="246952" y="51197"/>
                  <a:pt x="248753" y="52999"/>
                </a:cubicBezTo>
                <a:cubicBezTo>
                  <a:pt x="250555" y="54800"/>
                  <a:pt x="251460" y="57040"/>
                  <a:pt x="251460" y="59719"/>
                </a:cubicBezTo>
                <a:lnTo>
                  <a:pt x="251460" y="111584"/>
                </a:lnTo>
                <a:cubicBezTo>
                  <a:pt x="251460" y="114263"/>
                  <a:pt x="250546" y="116513"/>
                  <a:pt x="248726" y="118314"/>
                </a:cubicBezTo>
                <a:cubicBezTo>
                  <a:pt x="246906" y="120116"/>
                  <a:pt x="244648" y="121012"/>
                  <a:pt x="241969" y="121012"/>
                </a:cubicBezTo>
                <a:cubicBezTo>
                  <a:pt x="239289" y="121012"/>
                  <a:pt x="237049" y="120116"/>
                  <a:pt x="235275" y="118314"/>
                </a:cubicBezTo>
                <a:cubicBezTo>
                  <a:pt x="233492" y="116513"/>
                  <a:pt x="232605" y="114263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6" name="圖示 合併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198" name="圖示 樞紐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212" y="234800"/>
                  <a:pt x="48189" y="227887"/>
                </a:cubicBezTo>
                <a:cubicBezTo>
                  <a:pt x="55166" y="220974"/>
                  <a:pt x="63633" y="217517"/>
                  <a:pt x="73582" y="217517"/>
                </a:cubicBezTo>
                <a:cubicBezTo>
                  <a:pt x="76517" y="217517"/>
                  <a:pt x="79086" y="217774"/>
                  <a:pt x="81281" y="218295"/>
                </a:cubicBezTo>
                <a:cubicBezTo>
                  <a:pt x="83485" y="218825"/>
                  <a:pt x="85725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19"/>
                  <a:pt x="105613" y="170837"/>
                </a:cubicBezTo>
                <a:cubicBezTo>
                  <a:pt x="103519" y="164656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23" y="147941"/>
                  <a:pt x="53593" y="150876"/>
                </a:cubicBezTo>
                <a:cubicBezTo>
                  <a:pt x="48454" y="153811"/>
                  <a:pt x="42538" y="155274"/>
                  <a:pt x="35835" y="155274"/>
                </a:cubicBezTo>
                <a:cubicBezTo>
                  <a:pt x="25878" y="155274"/>
                  <a:pt x="17410" y="151790"/>
                  <a:pt x="10433" y="144814"/>
                </a:cubicBezTo>
                <a:cubicBezTo>
                  <a:pt x="3456" y="137828"/>
                  <a:pt x="-18" y="129378"/>
                  <a:pt x="0" y="119448"/>
                </a:cubicBezTo>
                <a:cubicBezTo>
                  <a:pt x="0" y="109490"/>
                  <a:pt x="3493" y="101023"/>
                  <a:pt x="10470" y="94046"/>
                </a:cubicBezTo>
                <a:cubicBezTo>
                  <a:pt x="17447" y="87069"/>
                  <a:pt x="25905" y="83585"/>
                  <a:pt x="35835" y="83613"/>
                </a:cubicBezTo>
                <a:cubicBezTo>
                  <a:pt x="45784" y="83613"/>
                  <a:pt x="54251" y="87097"/>
                  <a:pt x="61228" y="94073"/>
                </a:cubicBezTo>
                <a:cubicBezTo>
                  <a:pt x="68205" y="101059"/>
                  <a:pt x="71689" y="109509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42" y="122063"/>
                  <a:pt x="123691" y="118497"/>
                </a:cubicBezTo>
                <a:cubicBezTo>
                  <a:pt x="129031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27" y="63597"/>
                  <a:pt x="122118" y="56894"/>
                </a:cubicBezTo>
                <a:cubicBezTo>
                  <a:pt x="117400" y="50191"/>
                  <a:pt x="115041" y="43169"/>
                  <a:pt x="115041" y="35835"/>
                </a:cubicBezTo>
                <a:cubicBezTo>
                  <a:pt x="115041" y="25878"/>
                  <a:pt x="118497" y="17410"/>
                  <a:pt x="125419" y="10433"/>
                </a:cubicBezTo>
                <a:cubicBezTo>
                  <a:pt x="132332" y="3456"/>
                  <a:pt x="140818" y="-18"/>
                  <a:pt x="150876" y="0"/>
                </a:cubicBezTo>
                <a:cubicBezTo>
                  <a:pt x="160934" y="0"/>
                  <a:pt x="169420" y="3493"/>
                  <a:pt x="176333" y="10470"/>
                </a:cubicBezTo>
                <a:cubicBezTo>
                  <a:pt x="183255" y="17447"/>
                  <a:pt x="186711" y="25896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490"/>
                  <a:pt x="233574" y="101023"/>
                  <a:pt x="240551" y="94046"/>
                </a:cubicBezTo>
                <a:cubicBezTo>
                  <a:pt x="247528" y="87069"/>
                  <a:pt x="255986" y="83585"/>
                  <a:pt x="265917" y="83613"/>
                </a:cubicBezTo>
                <a:cubicBezTo>
                  <a:pt x="275874" y="83613"/>
                  <a:pt x="284342" y="87069"/>
                  <a:pt x="291319" y="93982"/>
                </a:cubicBezTo>
                <a:cubicBezTo>
                  <a:pt x="298296" y="100895"/>
                  <a:pt x="301770" y="109390"/>
                  <a:pt x="301752" y="119448"/>
                </a:cubicBezTo>
                <a:cubicBezTo>
                  <a:pt x="301752" y="129506"/>
                  <a:pt x="298259" y="137992"/>
                  <a:pt x="291282" y="144905"/>
                </a:cubicBezTo>
                <a:cubicBezTo>
                  <a:pt x="284305" y="151818"/>
                  <a:pt x="275856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288" y="164656"/>
                  <a:pt x="196294" y="170837"/>
                </a:cubicBezTo>
                <a:cubicBezTo>
                  <a:pt x="194301" y="177019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295" y="218825"/>
                  <a:pt x="220498" y="218295"/>
                </a:cubicBezTo>
                <a:cubicBezTo>
                  <a:pt x="222702" y="217774"/>
                  <a:pt x="225226" y="217517"/>
                  <a:pt x="228079" y="217517"/>
                </a:cubicBezTo>
                <a:cubicBezTo>
                  <a:pt x="238219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686"/>
                  <a:pt x="202741" y="278709"/>
                </a:cubicBezTo>
                <a:cubicBezTo>
                  <a:pt x="195828" y="271732"/>
                  <a:pt x="192371" y="263283"/>
                  <a:pt x="192371" y="253344"/>
                </a:cubicBezTo>
                <a:cubicBezTo>
                  <a:pt x="192371" y="249156"/>
                  <a:pt x="192948" y="245379"/>
                  <a:pt x="194100" y="242033"/>
                </a:cubicBezTo>
                <a:cubicBezTo>
                  <a:pt x="195252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25" y="202530"/>
                  <a:pt x="158338" y="204314"/>
                  <a:pt x="150684" y="204314"/>
                </a:cubicBezTo>
                <a:cubicBezTo>
                  <a:pt x="143058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00" y="238942"/>
                  <a:pt x="107652" y="242188"/>
                </a:cubicBezTo>
                <a:cubicBezTo>
                  <a:pt x="108804" y="245434"/>
                  <a:pt x="109390" y="249156"/>
                  <a:pt x="109390" y="253344"/>
                </a:cubicBezTo>
                <a:cubicBezTo>
                  <a:pt x="109390" y="263301"/>
                  <a:pt x="105924" y="271769"/>
                  <a:pt x="99011" y="278746"/>
                </a:cubicBezTo>
                <a:cubicBezTo>
                  <a:pt x="92098" y="285723"/>
                  <a:pt x="83613" y="289197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687" y="134792"/>
                  <a:pt x="47933" y="131546"/>
                </a:cubicBezTo>
                <a:cubicBezTo>
                  <a:pt x="51179" y="128299"/>
                  <a:pt x="52807" y="124267"/>
                  <a:pt x="52807" y="119448"/>
                </a:cubicBezTo>
                <a:cubicBezTo>
                  <a:pt x="52807" y="114620"/>
                  <a:pt x="51179" y="110588"/>
                  <a:pt x="47933" y="107341"/>
                </a:cubicBezTo>
                <a:cubicBezTo>
                  <a:pt x="44687" y="104095"/>
                  <a:pt x="40654" y="102468"/>
                  <a:pt x="35835" y="102468"/>
                </a:cubicBezTo>
                <a:cubicBezTo>
                  <a:pt x="31016" y="102468"/>
                  <a:pt x="26984" y="104095"/>
                  <a:pt x="23729" y="107341"/>
                </a:cubicBezTo>
                <a:cubicBezTo>
                  <a:pt x="20483" y="110615"/>
                  <a:pt x="18864" y="114647"/>
                  <a:pt x="18864" y="119448"/>
                </a:cubicBezTo>
                <a:cubicBezTo>
                  <a:pt x="18864" y="124267"/>
                  <a:pt x="20483" y="128299"/>
                  <a:pt x="23729" y="131546"/>
                </a:cubicBezTo>
                <a:cubicBezTo>
                  <a:pt x="26984" y="134792"/>
                  <a:pt x="31016" y="136419"/>
                  <a:pt x="35835" y="136419"/>
                </a:cubicBezTo>
                <a:close/>
                <a:moveTo>
                  <a:pt x="85652" y="265450"/>
                </a:moveTo>
                <a:cubicBezTo>
                  <a:pt x="88898" y="262195"/>
                  <a:pt x="90526" y="258163"/>
                  <a:pt x="90526" y="253344"/>
                </a:cubicBezTo>
                <a:cubicBezTo>
                  <a:pt x="90526" y="248525"/>
                  <a:pt x="88898" y="244492"/>
                  <a:pt x="85652" y="241246"/>
                </a:cubicBezTo>
                <a:cubicBezTo>
                  <a:pt x="82406" y="238000"/>
                  <a:pt x="78373" y="236372"/>
                  <a:pt x="73554" y="236372"/>
                </a:cubicBezTo>
                <a:cubicBezTo>
                  <a:pt x="68735" y="236372"/>
                  <a:pt x="64703" y="238000"/>
                  <a:pt x="61448" y="241246"/>
                </a:cubicBezTo>
                <a:cubicBezTo>
                  <a:pt x="58202" y="244492"/>
                  <a:pt x="56583" y="248525"/>
                  <a:pt x="56583" y="253344"/>
                </a:cubicBezTo>
                <a:cubicBezTo>
                  <a:pt x="56583" y="258163"/>
                  <a:pt x="58202" y="262195"/>
                  <a:pt x="61448" y="265450"/>
                </a:cubicBezTo>
                <a:cubicBezTo>
                  <a:pt x="64703" y="268696"/>
                  <a:pt x="68735" y="270324"/>
                  <a:pt x="73554" y="270324"/>
                </a:cubicBezTo>
                <a:cubicBezTo>
                  <a:pt x="78373" y="270324"/>
                  <a:pt x="82406" y="268696"/>
                  <a:pt x="85652" y="265450"/>
                </a:cubicBezTo>
                <a:close/>
                <a:moveTo>
                  <a:pt x="162974" y="47933"/>
                </a:moveTo>
                <a:cubicBezTo>
                  <a:pt x="166229" y="44687"/>
                  <a:pt x="167847" y="40654"/>
                  <a:pt x="167847" y="35835"/>
                </a:cubicBezTo>
                <a:cubicBezTo>
                  <a:pt x="167847" y="31016"/>
                  <a:pt x="166229" y="26984"/>
                  <a:pt x="162974" y="23729"/>
                </a:cubicBezTo>
                <a:cubicBezTo>
                  <a:pt x="159727" y="20483"/>
                  <a:pt x="155695" y="18864"/>
                  <a:pt x="150876" y="18864"/>
                </a:cubicBezTo>
                <a:cubicBezTo>
                  <a:pt x="146057" y="18864"/>
                  <a:pt x="142025" y="20483"/>
                  <a:pt x="138778" y="23729"/>
                </a:cubicBezTo>
                <a:cubicBezTo>
                  <a:pt x="135523" y="26984"/>
                  <a:pt x="133905" y="31016"/>
                  <a:pt x="133905" y="35835"/>
                </a:cubicBezTo>
                <a:cubicBezTo>
                  <a:pt x="133905" y="40654"/>
                  <a:pt x="135523" y="44687"/>
                  <a:pt x="138778" y="47933"/>
                </a:cubicBezTo>
                <a:cubicBezTo>
                  <a:pt x="142025" y="51179"/>
                  <a:pt x="146057" y="52807"/>
                  <a:pt x="150876" y="52807"/>
                </a:cubicBezTo>
                <a:cubicBezTo>
                  <a:pt x="155695" y="52807"/>
                  <a:pt x="159727" y="51179"/>
                  <a:pt x="162974" y="47933"/>
                </a:cubicBezTo>
                <a:close/>
                <a:moveTo>
                  <a:pt x="151031" y="185449"/>
                </a:moveTo>
                <a:cubicBezTo>
                  <a:pt x="158895" y="185449"/>
                  <a:pt x="165543" y="182679"/>
                  <a:pt x="170993" y="177119"/>
                </a:cubicBezTo>
                <a:cubicBezTo>
                  <a:pt x="176443" y="171569"/>
                  <a:pt x="179168" y="164866"/>
                  <a:pt x="179168" y="157002"/>
                </a:cubicBezTo>
                <a:cubicBezTo>
                  <a:pt x="179168" y="149148"/>
                  <a:pt x="176433" y="142491"/>
                  <a:pt x="170965" y="137050"/>
                </a:cubicBezTo>
                <a:cubicBezTo>
                  <a:pt x="165488" y="131600"/>
                  <a:pt x="158795" y="128876"/>
                  <a:pt x="150876" y="128876"/>
                </a:cubicBezTo>
                <a:cubicBezTo>
                  <a:pt x="143122" y="128876"/>
                  <a:pt x="136465" y="131610"/>
                  <a:pt x="130915" y="137078"/>
                </a:cubicBezTo>
                <a:cubicBezTo>
                  <a:pt x="125364" y="142546"/>
                  <a:pt x="122584" y="149239"/>
                  <a:pt x="122584" y="157167"/>
                </a:cubicBezTo>
                <a:cubicBezTo>
                  <a:pt x="122584" y="164912"/>
                  <a:pt x="125364" y="171569"/>
                  <a:pt x="130915" y="177119"/>
                </a:cubicBezTo>
                <a:cubicBezTo>
                  <a:pt x="136465" y="182679"/>
                  <a:pt x="143177" y="185449"/>
                  <a:pt x="151031" y="185449"/>
                </a:cubicBezTo>
                <a:close/>
                <a:moveTo>
                  <a:pt x="240304" y="265450"/>
                </a:moveTo>
                <a:cubicBezTo>
                  <a:pt x="243550" y="262195"/>
                  <a:pt x="245178" y="258163"/>
                  <a:pt x="245178" y="253344"/>
                </a:cubicBezTo>
                <a:cubicBezTo>
                  <a:pt x="245178" y="248525"/>
                  <a:pt x="243550" y="244492"/>
                  <a:pt x="240304" y="241246"/>
                </a:cubicBezTo>
                <a:cubicBezTo>
                  <a:pt x="237049" y="238000"/>
                  <a:pt x="233017" y="236372"/>
                  <a:pt x="228198" y="236372"/>
                </a:cubicBezTo>
                <a:cubicBezTo>
                  <a:pt x="223379" y="236372"/>
                  <a:pt x="219346" y="238000"/>
                  <a:pt x="216100" y="241246"/>
                </a:cubicBezTo>
                <a:cubicBezTo>
                  <a:pt x="212854" y="244492"/>
                  <a:pt x="211226" y="248525"/>
                  <a:pt x="211226" y="253344"/>
                </a:cubicBezTo>
                <a:cubicBezTo>
                  <a:pt x="211226" y="258163"/>
                  <a:pt x="212854" y="262195"/>
                  <a:pt x="216100" y="265450"/>
                </a:cubicBezTo>
                <a:cubicBezTo>
                  <a:pt x="219346" y="268696"/>
                  <a:pt x="223379" y="270324"/>
                  <a:pt x="228198" y="270324"/>
                </a:cubicBezTo>
                <a:cubicBezTo>
                  <a:pt x="233017" y="270324"/>
                  <a:pt x="237049" y="268696"/>
                  <a:pt x="240304" y="265450"/>
                </a:cubicBezTo>
                <a:close/>
                <a:moveTo>
                  <a:pt x="278023" y="131546"/>
                </a:moveTo>
                <a:cubicBezTo>
                  <a:pt x="281269" y="128299"/>
                  <a:pt x="282897" y="124267"/>
                  <a:pt x="282897" y="119448"/>
                </a:cubicBezTo>
                <a:cubicBezTo>
                  <a:pt x="282897" y="114620"/>
                  <a:pt x="281269" y="110588"/>
                  <a:pt x="278023" y="107341"/>
                </a:cubicBezTo>
                <a:cubicBezTo>
                  <a:pt x="274768" y="104095"/>
                  <a:pt x="270736" y="102468"/>
                  <a:pt x="265917" y="102468"/>
                </a:cubicBezTo>
                <a:cubicBezTo>
                  <a:pt x="261098" y="102468"/>
                  <a:pt x="257065" y="104095"/>
                  <a:pt x="253819" y="107341"/>
                </a:cubicBezTo>
                <a:cubicBezTo>
                  <a:pt x="250573" y="110588"/>
                  <a:pt x="248945" y="114620"/>
                  <a:pt x="248945" y="119448"/>
                </a:cubicBezTo>
                <a:cubicBezTo>
                  <a:pt x="248945" y="124267"/>
                  <a:pt x="250573" y="128299"/>
                  <a:pt x="253819" y="131546"/>
                </a:cubicBezTo>
                <a:cubicBezTo>
                  <a:pt x="257065" y="134792"/>
                  <a:pt x="261098" y="136419"/>
                  <a:pt x="265917" y="136419"/>
                </a:cubicBezTo>
                <a:cubicBezTo>
                  <a:pt x="270736" y="136419"/>
                  <a:pt x="274768" y="134792"/>
                  <a:pt x="278023" y="131546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200" name="圖示 付款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53" y="213741"/>
                  <a:pt x="59509" y="211894"/>
                  <a:pt x="55824" y="208209"/>
                </a:cubicBezTo>
                <a:cubicBezTo>
                  <a:pt x="52139" y="204496"/>
                  <a:pt x="50292" y="200062"/>
                  <a:pt x="50292" y="194886"/>
                </a:cubicBezTo>
                <a:lnTo>
                  <a:pt x="50292" y="69156"/>
                </a:lnTo>
                <a:cubicBezTo>
                  <a:pt x="50292" y="63953"/>
                  <a:pt x="52139" y="59509"/>
                  <a:pt x="55824" y="55824"/>
                </a:cubicBezTo>
                <a:cubicBezTo>
                  <a:pt x="59537" y="52139"/>
                  <a:pt x="63971" y="50292"/>
                  <a:pt x="69156" y="50292"/>
                </a:cubicBezTo>
                <a:lnTo>
                  <a:pt x="270324" y="50292"/>
                </a:lnTo>
                <a:cubicBezTo>
                  <a:pt x="275518" y="50292"/>
                  <a:pt x="279962" y="52139"/>
                  <a:pt x="283647" y="55824"/>
                </a:cubicBezTo>
                <a:cubicBezTo>
                  <a:pt x="287332" y="59509"/>
                  <a:pt x="289179" y="63953"/>
                  <a:pt x="289179" y="69156"/>
                </a:cubicBezTo>
                <a:lnTo>
                  <a:pt x="289179" y="194886"/>
                </a:lnTo>
                <a:cubicBezTo>
                  <a:pt x="289179" y="200080"/>
                  <a:pt x="287332" y="204524"/>
                  <a:pt x="283647" y="208209"/>
                </a:cubicBezTo>
                <a:cubicBezTo>
                  <a:pt x="279962" y="211894"/>
                  <a:pt x="275518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234" y="251460"/>
                  <a:pt x="21790" y="249613"/>
                  <a:pt x="18105" y="245928"/>
                </a:cubicBezTo>
                <a:cubicBezTo>
                  <a:pt x="14420" y="242215"/>
                  <a:pt x="12573" y="237781"/>
                  <a:pt x="12573" y="232605"/>
                </a:cubicBezTo>
                <a:lnTo>
                  <a:pt x="12573" y="97438"/>
                </a:lnTo>
                <a:cubicBezTo>
                  <a:pt x="12573" y="94759"/>
                  <a:pt x="13487" y="92519"/>
                  <a:pt x="15307" y="90718"/>
                </a:cubicBezTo>
                <a:cubicBezTo>
                  <a:pt x="17127" y="88916"/>
                  <a:pt x="19385" y="88011"/>
                  <a:pt x="22064" y="88011"/>
                </a:cubicBezTo>
                <a:cubicBezTo>
                  <a:pt x="24744" y="88011"/>
                  <a:pt x="26984" y="88916"/>
                  <a:pt x="28758" y="90718"/>
                </a:cubicBezTo>
                <a:cubicBezTo>
                  <a:pt x="30541" y="92519"/>
                  <a:pt x="31437" y="94759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12" y="232605"/>
                  <a:pt x="246952" y="233510"/>
                  <a:pt x="248753" y="235339"/>
                </a:cubicBezTo>
                <a:cubicBezTo>
                  <a:pt x="250555" y="237159"/>
                  <a:pt x="251460" y="239408"/>
                  <a:pt x="251460" y="242097"/>
                </a:cubicBezTo>
                <a:cubicBezTo>
                  <a:pt x="251460" y="244776"/>
                  <a:pt x="250555" y="247007"/>
                  <a:pt x="248753" y="248790"/>
                </a:cubicBezTo>
                <a:cubicBezTo>
                  <a:pt x="246952" y="250573"/>
                  <a:pt x="244712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2" name="圖示 金額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13" y="263146"/>
                  <a:pt x="144429" y="261363"/>
                </a:cubicBezTo>
                <a:cubicBezTo>
                  <a:pt x="142656" y="259580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35" y="192573"/>
                  <a:pt x="111740" y="193624"/>
                </a:cubicBezTo>
                <a:cubicBezTo>
                  <a:pt x="114154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773" y="175391"/>
                  <a:pt x="179012" y="170362"/>
                </a:cubicBezTo>
                <a:cubicBezTo>
                  <a:pt x="173242" y="165333"/>
                  <a:pt x="162397" y="160203"/>
                  <a:pt x="146478" y="154963"/>
                </a:cubicBezTo>
                <a:cubicBezTo>
                  <a:pt x="131390" y="150144"/>
                  <a:pt x="120125" y="143753"/>
                  <a:pt x="112682" y="135788"/>
                </a:cubicBezTo>
                <a:cubicBezTo>
                  <a:pt x="105247" y="127824"/>
                  <a:pt x="101526" y="117875"/>
                  <a:pt x="101526" y="105924"/>
                </a:cubicBezTo>
                <a:cubicBezTo>
                  <a:pt x="101526" y="94403"/>
                  <a:pt x="105247" y="84765"/>
                  <a:pt x="112682" y="77011"/>
                </a:cubicBezTo>
                <a:cubicBezTo>
                  <a:pt x="120125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656" y="42172"/>
                  <a:pt x="144429" y="40389"/>
                </a:cubicBezTo>
                <a:cubicBezTo>
                  <a:pt x="146213" y="38606"/>
                  <a:pt x="148462" y="37719"/>
                  <a:pt x="151187" y="37719"/>
                </a:cubicBezTo>
                <a:cubicBezTo>
                  <a:pt x="153912" y="37719"/>
                  <a:pt x="156170" y="38606"/>
                  <a:pt x="157944" y="40389"/>
                </a:cubicBezTo>
                <a:cubicBezTo>
                  <a:pt x="159727" y="42172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25" y="67163"/>
                  <a:pt x="180896" y="70720"/>
                </a:cubicBezTo>
                <a:cubicBezTo>
                  <a:pt x="186867" y="74286"/>
                  <a:pt x="191841" y="78894"/>
                  <a:pt x="195828" y="84555"/>
                </a:cubicBezTo>
                <a:cubicBezTo>
                  <a:pt x="197291" y="86649"/>
                  <a:pt x="197602" y="88898"/>
                  <a:pt x="196770" y="91312"/>
                </a:cubicBezTo>
                <a:cubicBezTo>
                  <a:pt x="195928" y="93717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669" y="85551"/>
                  <a:pt x="167381" y="83768"/>
                </a:cubicBezTo>
                <a:cubicBezTo>
                  <a:pt x="163083" y="81985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24"/>
                  <a:pt x="129817" y="124944"/>
                </a:cubicBezTo>
                <a:cubicBezTo>
                  <a:pt x="136099" y="129872"/>
                  <a:pt x="147730" y="134947"/>
                  <a:pt x="164711" y="140187"/>
                </a:cubicBezTo>
                <a:cubicBezTo>
                  <a:pt x="178957" y="144594"/>
                  <a:pt x="189482" y="150931"/>
                  <a:pt x="196294" y="159206"/>
                </a:cubicBezTo>
                <a:cubicBezTo>
                  <a:pt x="203107" y="167482"/>
                  <a:pt x="206508" y="177906"/>
                  <a:pt x="206508" y="190479"/>
                </a:cubicBezTo>
                <a:cubicBezTo>
                  <a:pt x="206508" y="203683"/>
                  <a:pt x="202631" y="214317"/>
                  <a:pt x="194886" y="222382"/>
                </a:cubicBezTo>
                <a:cubicBezTo>
                  <a:pt x="187132" y="230456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27" y="259580"/>
                  <a:pt x="157944" y="261363"/>
                </a:cubicBezTo>
                <a:cubicBezTo>
                  <a:pt x="156170" y="263146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4" name="圖示 節省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752" y="262570"/>
                  <a:pt x="59875" y="259635"/>
                </a:cubicBezTo>
                <a:cubicBezTo>
                  <a:pt x="55998" y="256718"/>
                  <a:pt x="53438" y="253161"/>
                  <a:pt x="52176" y="248945"/>
                </a:cubicBezTo>
                <a:cubicBezTo>
                  <a:pt x="46936" y="230923"/>
                  <a:pt x="42593" y="215369"/>
                  <a:pt x="39136" y="202265"/>
                </a:cubicBezTo>
                <a:cubicBezTo>
                  <a:pt x="35680" y="189171"/>
                  <a:pt x="32909" y="177677"/>
                  <a:pt x="30834" y="167783"/>
                </a:cubicBezTo>
                <a:cubicBezTo>
                  <a:pt x="28785" y="157899"/>
                  <a:pt x="27322" y="149120"/>
                  <a:pt x="26463" y="141449"/>
                </a:cubicBezTo>
                <a:cubicBezTo>
                  <a:pt x="25585" y="133795"/>
                  <a:pt x="25146" y="126462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69996" y="36667"/>
                  <a:pt x="178692" y="32059"/>
                </a:cubicBezTo>
                <a:cubicBezTo>
                  <a:pt x="187388" y="27450"/>
                  <a:pt x="196980" y="25146"/>
                  <a:pt x="207459" y="25146"/>
                </a:cubicBezTo>
                <a:cubicBezTo>
                  <a:pt x="212689" y="25146"/>
                  <a:pt x="217143" y="26984"/>
                  <a:pt x="220809" y="30651"/>
                </a:cubicBezTo>
                <a:cubicBezTo>
                  <a:pt x="224476" y="34317"/>
                  <a:pt x="226314" y="38771"/>
                  <a:pt x="226314" y="44010"/>
                </a:cubicBezTo>
                <a:cubicBezTo>
                  <a:pt x="226314" y="45263"/>
                  <a:pt x="226159" y="46525"/>
                  <a:pt x="225839" y="47777"/>
                </a:cubicBezTo>
                <a:cubicBezTo>
                  <a:pt x="225528" y="49039"/>
                  <a:pt x="225162" y="50191"/>
                  <a:pt x="224741" y="51234"/>
                </a:cubicBezTo>
                <a:cubicBezTo>
                  <a:pt x="223900" y="53538"/>
                  <a:pt x="223123" y="55842"/>
                  <a:pt x="222382" y="58147"/>
                </a:cubicBezTo>
                <a:cubicBezTo>
                  <a:pt x="221651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858" y="94302"/>
                  <a:pt x="272098" y="95198"/>
                  <a:pt x="273899" y="97000"/>
                </a:cubicBezTo>
                <a:cubicBezTo>
                  <a:pt x="275701" y="98801"/>
                  <a:pt x="276606" y="101041"/>
                  <a:pt x="276606" y="103730"/>
                </a:cubicBezTo>
                <a:lnTo>
                  <a:pt x="276606" y="175080"/>
                </a:lnTo>
                <a:cubicBezTo>
                  <a:pt x="276606" y="177220"/>
                  <a:pt x="276030" y="179113"/>
                  <a:pt x="274878" y="180768"/>
                </a:cubicBezTo>
                <a:cubicBezTo>
                  <a:pt x="273726" y="182423"/>
                  <a:pt x="272098" y="183566"/>
                  <a:pt x="270004" y="184197"/>
                </a:cubicBezTo>
                <a:lnTo>
                  <a:pt x="241118" y="193716"/>
                </a:lnTo>
                <a:lnTo>
                  <a:pt x="224110" y="250518"/>
                </a:lnTo>
                <a:cubicBezTo>
                  <a:pt x="222858" y="254624"/>
                  <a:pt x="220572" y="257907"/>
                  <a:pt x="217261" y="260357"/>
                </a:cubicBezTo>
                <a:cubicBezTo>
                  <a:pt x="213933" y="262808"/>
                  <a:pt x="210138" y="264033"/>
                  <a:pt x="205886" y="264033"/>
                </a:cubicBezTo>
                <a:lnTo>
                  <a:pt x="169740" y="264033"/>
                </a:lnTo>
                <a:cubicBezTo>
                  <a:pt x="164537" y="264033"/>
                  <a:pt x="160093" y="262186"/>
                  <a:pt x="156408" y="258501"/>
                </a:cubicBezTo>
                <a:cubicBezTo>
                  <a:pt x="152723" y="254788"/>
                  <a:pt x="150876" y="250354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372"/>
                  <a:pt x="123883" y="254816"/>
                  <a:pt x="120198" y="258501"/>
                </a:cubicBezTo>
                <a:cubicBezTo>
                  <a:pt x="116513" y="262186"/>
                  <a:pt x="112069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1954" y="65014"/>
                  <a:pt x="202896" y="59875"/>
                </a:cubicBezTo>
                <a:cubicBezTo>
                  <a:pt x="203838" y="54745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03" y="69156"/>
                  <a:pt x="68553" y="74066"/>
                  <a:pt x="58750" y="83896"/>
                </a:cubicBezTo>
                <a:cubicBezTo>
                  <a:pt x="48920" y="93699"/>
                  <a:pt x="44010" y="105549"/>
                  <a:pt x="44010" y="119448"/>
                </a:cubicBezTo>
                <a:cubicBezTo>
                  <a:pt x="44010" y="128245"/>
                  <a:pt x="46314" y="143597"/>
                  <a:pt x="50923" y="165488"/>
                </a:cubicBezTo>
                <a:cubicBezTo>
                  <a:pt x="55532" y="187388"/>
                  <a:pt x="62133" y="213951"/>
                  <a:pt x="70720" y="245178"/>
                </a:cubicBezTo>
                <a:close/>
                <a:moveTo>
                  <a:pt x="210129" y="134691"/>
                </a:moveTo>
                <a:cubicBezTo>
                  <a:pt x="212534" y="132277"/>
                  <a:pt x="213741" y="129296"/>
                  <a:pt x="213741" y="125730"/>
                </a:cubicBezTo>
                <a:cubicBezTo>
                  <a:pt x="213741" y="122164"/>
                  <a:pt x="212534" y="119183"/>
                  <a:pt x="210129" y="116769"/>
                </a:cubicBezTo>
                <a:cubicBezTo>
                  <a:pt x="207715" y="114364"/>
                  <a:pt x="204734" y="113157"/>
                  <a:pt x="201168" y="113157"/>
                </a:cubicBezTo>
                <a:cubicBezTo>
                  <a:pt x="197602" y="113157"/>
                  <a:pt x="194621" y="114364"/>
                  <a:pt x="192207" y="116769"/>
                </a:cubicBezTo>
                <a:cubicBezTo>
                  <a:pt x="189802" y="119183"/>
                  <a:pt x="188595" y="122164"/>
                  <a:pt x="188595" y="125730"/>
                </a:cubicBezTo>
                <a:cubicBezTo>
                  <a:pt x="188595" y="129296"/>
                  <a:pt x="189802" y="132277"/>
                  <a:pt x="192207" y="134691"/>
                </a:cubicBezTo>
                <a:cubicBezTo>
                  <a:pt x="194621" y="137096"/>
                  <a:pt x="197602" y="138303"/>
                  <a:pt x="201168" y="138303"/>
                </a:cubicBezTo>
                <a:cubicBezTo>
                  <a:pt x="204734" y="138303"/>
                  <a:pt x="207715" y="137096"/>
                  <a:pt x="210129" y="134691"/>
                </a:cubicBezTo>
                <a:close/>
                <a:moveTo>
                  <a:pt x="154022" y="106875"/>
                </a:moveTo>
                <a:cubicBezTo>
                  <a:pt x="156701" y="106875"/>
                  <a:pt x="158941" y="105961"/>
                  <a:pt x="160742" y="104132"/>
                </a:cubicBezTo>
                <a:cubicBezTo>
                  <a:pt x="162544" y="102312"/>
                  <a:pt x="163449" y="100063"/>
                  <a:pt x="163449" y="97374"/>
                </a:cubicBezTo>
                <a:cubicBezTo>
                  <a:pt x="163449" y="94695"/>
                  <a:pt x="162544" y="92464"/>
                  <a:pt x="160742" y="90681"/>
                </a:cubicBezTo>
                <a:cubicBezTo>
                  <a:pt x="158941" y="88898"/>
                  <a:pt x="156701" y="88011"/>
                  <a:pt x="154022" y="88011"/>
                </a:cubicBezTo>
                <a:lnTo>
                  <a:pt x="110011" y="88011"/>
                </a:lnTo>
                <a:cubicBezTo>
                  <a:pt x="107332" y="88011"/>
                  <a:pt x="105092" y="88925"/>
                  <a:pt x="103291" y="90745"/>
                </a:cubicBezTo>
                <a:cubicBezTo>
                  <a:pt x="101489" y="92565"/>
                  <a:pt x="100584" y="94823"/>
                  <a:pt x="100584" y="97502"/>
                </a:cubicBezTo>
                <a:cubicBezTo>
                  <a:pt x="100584" y="100182"/>
                  <a:pt x="101489" y="102422"/>
                  <a:pt x="103291" y="104196"/>
                </a:cubicBezTo>
                <a:cubicBezTo>
                  <a:pt x="105092" y="105979"/>
                  <a:pt x="107332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06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412"/>
                </a:moveTo>
                <a:cubicBezTo>
                  <a:pt x="158209" y="236638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27" y="219035"/>
                  <a:pt x="188750" y="212013"/>
                </a:cubicBezTo>
                <a:cubicBezTo>
                  <a:pt x="195983" y="204990"/>
                  <a:pt x="199595" y="196038"/>
                  <a:pt x="199595" y="185139"/>
                </a:cubicBezTo>
                <a:cubicBezTo>
                  <a:pt x="199595" y="174239"/>
                  <a:pt x="196614" y="165543"/>
                  <a:pt x="190634" y="159051"/>
                </a:cubicBezTo>
                <a:cubicBezTo>
                  <a:pt x="184663" y="152549"/>
                  <a:pt x="174349" y="146898"/>
                  <a:pt x="159682" y="142079"/>
                </a:cubicBezTo>
                <a:cubicBezTo>
                  <a:pt x="146478" y="137672"/>
                  <a:pt x="137416" y="133329"/>
                  <a:pt x="132487" y="129031"/>
                </a:cubicBezTo>
                <a:cubicBezTo>
                  <a:pt x="127568" y="124733"/>
                  <a:pt x="125099" y="119128"/>
                  <a:pt x="125099" y="112215"/>
                </a:cubicBezTo>
                <a:cubicBezTo>
                  <a:pt x="125099" y="105714"/>
                  <a:pt x="127458" y="100639"/>
                  <a:pt x="132177" y="96972"/>
                </a:cubicBezTo>
                <a:cubicBezTo>
                  <a:pt x="136886" y="93305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34" y="102888"/>
                  <a:pt x="191265" y="100584"/>
                </a:cubicBezTo>
                <a:cubicBezTo>
                  <a:pt x="191997" y="98280"/>
                  <a:pt x="191631" y="96186"/>
                  <a:pt x="190168" y="94302"/>
                </a:cubicBezTo>
                <a:cubicBezTo>
                  <a:pt x="186602" y="89273"/>
                  <a:pt x="182258" y="85286"/>
                  <a:pt x="177119" y="82351"/>
                </a:cubicBezTo>
                <a:cubicBezTo>
                  <a:pt x="171989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43" y="61813"/>
                  <a:pt x="145060" y="63496"/>
                </a:cubicBezTo>
                <a:cubicBezTo>
                  <a:pt x="143277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270" y="82351"/>
                  <a:pt x="117089" y="88642"/>
                </a:cubicBezTo>
                <a:cubicBezTo>
                  <a:pt x="110908" y="94924"/>
                  <a:pt x="107817" y="102788"/>
                  <a:pt x="107817" y="112215"/>
                </a:cubicBezTo>
                <a:cubicBezTo>
                  <a:pt x="107817" y="122484"/>
                  <a:pt x="110487" y="130659"/>
                  <a:pt x="115827" y="136730"/>
                </a:cubicBezTo>
                <a:cubicBezTo>
                  <a:pt x="121176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867"/>
                  <a:pt x="173818" y="202585"/>
                </a:cubicBezTo>
                <a:cubicBezTo>
                  <a:pt x="168167" y="207294"/>
                  <a:pt x="161245" y="209654"/>
                  <a:pt x="153080" y="209654"/>
                </a:cubicBezTo>
                <a:cubicBezTo>
                  <a:pt x="146158" y="209654"/>
                  <a:pt x="139821" y="207980"/>
                  <a:pt x="134060" y="204624"/>
                </a:cubicBezTo>
                <a:cubicBezTo>
                  <a:pt x="128299" y="201269"/>
                  <a:pt x="123846" y="196559"/>
                  <a:pt x="120701" y="190479"/>
                </a:cubicBezTo>
                <a:cubicBezTo>
                  <a:pt x="119649" y="188805"/>
                  <a:pt x="118241" y="187498"/>
                  <a:pt x="116458" y="186556"/>
                </a:cubicBezTo>
                <a:cubicBezTo>
                  <a:pt x="114675" y="185605"/>
                  <a:pt x="112846" y="185449"/>
                  <a:pt x="110953" y="186080"/>
                </a:cubicBezTo>
                <a:cubicBezTo>
                  <a:pt x="108228" y="187132"/>
                  <a:pt x="106400" y="188750"/>
                  <a:pt x="105458" y="190954"/>
                </a:cubicBezTo>
                <a:cubicBezTo>
                  <a:pt x="104516" y="193149"/>
                  <a:pt x="104772" y="195407"/>
                  <a:pt x="106244" y="197712"/>
                </a:cubicBezTo>
                <a:cubicBezTo>
                  <a:pt x="110432" y="204624"/>
                  <a:pt x="115406" y="210230"/>
                  <a:pt x="121176" y="214527"/>
                </a:cubicBezTo>
                <a:cubicBezTo>
                  <a:pt x="126937" y="218825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656" y="236894"/>
                  <a:pt x="144429" y="238576"/>
                </a:cubicBezTo>
                <a:cubicBezTo>
                  <a:pt x="146213" y="240249"/>
                  <a:pt x="148261" y="241091"/>
                  <a:pt x="150565" y="241091"/>
                </a:cubicBezTo>
                <a:cubicBezTo>
                  <a:pt x="152869" y="241091"/>
                  <a:pt x="154854" y="240195"/>
                  <a:pt x="156536" y="23841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08" name="圖示 財務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87"/>
                  <a:pt x="67547" y="123947"/>
                  <a:pt x="69376" y="122146"/>
                </a:cubicBezTo>
                <a:cubicBezTo>
                  <a:pt x="71195" y="120344"/>
                  <a:pt x="73445" y="119448"/>
                  <a:pt x="76133" y="119448"/>
                </a:cubicBezTo>
                <a:cubicBezTo>
                  <a:pt x="78812" y="119448"/>
                  <a:pt x="81043" y="120344"/>
                  <a:pt x="82826" y="122146"/>
                </a:cubicBezTo>
                <a:cubicBezTo>
                  <a:pt x="84609" y="123947"/>
                  <a:pt x="85496" y="126187"/>
                  <a:pt x="85496" y="128876"/>
                </a:cubicBezTo>
                <a:lnTo>
                  <a:pt x="85496" y="216566"/>
                </a:lnTo>
                <a:cubicBezTo>
                  <a:pt x="85496" y="219255"/>
                  <a:pt x="84582" y="221495"/>
                  <a:pt x="82762" y="223296"/>
                </a:cubicBezTo>
                <a:cubicBezTo>
                  <a:pt x="80943" y="225098"/>
                  <a:pt x="78684" y="226003"/>
                  <a:pt x="76005" y="226003"/>
                </a:cubicBezTo>
                <a:cubicBezTo>
                  <a:pt x="73326" y="226003"/>
                  <a:pt x="71085" y="225098"/>
                  <a:pt x="69312" y="223296"/>
                </a:cubicBezTo>
                <a:cubicBezTo>
                  <a:pt x="67528" y="221495"/>
                  <a:pt x="66641" y="219255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87"/>
                  <a:pt x="143616" y="123947"/>
                  <a:pt x="145435" y="122146"/>
                </a:cubicBezTo>
                <a:cubicBezTo>
                  <a:pt x="147264" y="120344"/>
                  <a:pt x="149514" y="119448"/>
                  <a:pt x="152193" y="119448"/>
                </a:cubicBezTo>
                <a:cubicBezTo>
                  <a:pt x="154881" y="119448"/>
                  <a:pt x="157112" y="120344"/>
                  <a:pt x="158895" y="122146"/>
                </a:cubicBezTo>
                <a:cubicBezTo>
                  <a:pt x="160669" y="123947"/>
                  <a:pt x="161565" y="126187"/>
                  <a:pt x="161565" y="128876"/>
                </a:cubicBezTo>
                <a:lnTo>
                  <a:pt x="161565" y="216566"/>
                </a:lnTo>
                <a:cubicBezTo>
                  <a:pt x="161565" y="219255"/>
                  <a:pt x="160651" y="221495"/>
                  <a:pt x="158831" y="223296"/>
                </a:cubicBezTo>
                <a:cubicBezTo>
                  <a:pt x="157002" y="225098"/>
                  <a:pt x="154753" y="226003"/>
                  <a:pt x="152074" y="226003"/>
                </a:cubicBezTo>
                <a:cubicBezTo>
                  <a:pt x="149386" y="226003"/>
                  <a:pt x="147154" y="225098"/>
                  <a:pt x="145371" y="223296"/>
                </a:cubicBezTo>
                <a:cubicBezTo>
                  <a:pt x="143597" y="221495"/>
                  <a:pt x="142701" y="219255"/>
                  <a:pt x="142701" y="216566"/>
                </a:cubicBezTo>
                <a:close/>
                <a:moveTo>
                  <a:pt x="34573" y="263722"/>
                </a:moveTo>
                <a:cubicBezTo>
                  <a:pt x="31894" y="263722"/>
                  <a:pt x="29654" y="262808"/>
                  <a:pt x="27853" y="260988"/>
                </a:cubicBezTo>
                <a:cubicBezTo>
                  <a:pt x="26051" y="259159"/>
                  <a:pt x="25146" y="256910"/>
                  <a:pt x="25146" y="254231"/>
                </a:cubicBezTo>
                <a:cubicBezTo>
                  <a:pt x="25146" y="251542"/>
                  <a:pt x="26051" y="249311"/>
                  <a:pt x="27853" y="247528"/>
                </a:cubicBezTo>
                <a:cubicBezTo>
                  <a:pt x="29672" y="245754"/>
                  <a:pt x="31913" y="244858"/>
                  <a:pt x="34573" y="244858"/>
                </a:cubicBezTo>
                <a:lnTo>
                  <a:pt x="267179" y="244858"/>
                </a:lnTo>
                <a:cubicBezTo>
                  <a:pt x="269858" y="244858"/>
                  <a:pt x="272098" y="245772"/>
                  <a:pt x="273899" y="247592"/>
                </a:cubicBezTo>
                <a:cubicBezTo>
                  <a:pt x="275701" y="249421"/>
                  <a:pt x="276606" y="251670"/>
                  <a:pt x="276606" y="254350"/>
                </a:cubicBezTo>
                <a:cubicBezTo>
                  <a:pt x="276606" y="257038"/>
                  <a:pt x="275701" y="259269"/>
                  <a:pt x="273899" y="261043"/>
                </a:cubicBezTo>
                <a:cubicBezTo>
                  <a:pt x="272098" y="262826"/>
                  <a:pt x="269858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87"/>
                  <a:pt x="217170" y="123947"/>
                  <a:pt x="218990" y="122146"/>
                </a:cubicBezTo>
                <a:cubicBezTo>
                  <a:pt x="220809" y="120344"/>
                  <a:pt x="223068" y="119448"/>
                  <a:pt x="225747" y="119448"/>
                </a:cubicBezTo>
                <a:cubicBezTo>
                  <a:pt x="228426" y="119448"/>
                  <a:pt x="230667" y="120344"/>
                  <a:pt x="232440" y="122146"/>
                </a:cubicBezTo>
                <a:cubicBezTo>
                  <a:pt x="234224" y="123947"/>
                  <a:pt x="235120" y="126187"/>
                  <a:pt x="235120" y="128876"/>
                </a:cubicBezTo>
                <a:lnTo>
                  <a:pt x="235120" y="216566"/>
                </a:lnTo>
                <a:cubicBezTo>
                  <a:pt x="235120" y="219255"/>
                  <a:pt x="234205" y="221495"/>
                  <a:pt x="232376" y="223296"/>
                </a:cubicBezTo>
                <a:cubicBezTo>
                  <a:pt x="230557" y="225098"/>
                  <a:pt x="228307" y="226003"/>
                  <a:pt x="225619" y="226003"/>
                </a:cubicBezTo>
                <a:cubicBezTo>
                  <a:pt x="222940" y="226003"/>
                  <a:pt x="220709" y="225098"/>
                  <a:pt x="218926" y="223296"/>
                </a:cubicBezTo>
                <a:cubicBezTo>
                  <a:pt x="217143" y="221495"/>
                  <a:pt x="216256" y="219255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367" y="100584"/>
                  <a:pt x="28657" y="99880"/>
                  <a:pt x="27249" y="98481"/>
                </a:cubicBezTo>
                <a:cubicBezTo>
                  <a:pt x="25850" y="97073"/>
                  <a:pt x="25146" y="95363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12" y="85551"/>
                  <a:pt x="26243" y="84399"/>
                </a:cubicBezTo>
                <a:cubicBezTo>
                  <a:pt x="26984" y="83247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420" y="15929"/>
                  <a:pt x="147566" y="15088"/>
                  <a:pt x="150876" y="15088"/>
                </a:cubicBezTo>
                <a:cubicBezTo>
                  <a:pt x="154186" y="15088"/>
                  <a:pt x="157332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768" y="83293"/>
                  <a:pt x="275509" y="84555"/>
                </a:cubicBezTo>
                <a:cubicBezTo>
                  <a:pt x="276240" y="85807"/>
                  <a:pt x="276606" y="87225"/>
                  <a:pt x="276606" y="88797"/>
                </a:cubicBezTo>
                <a:lnTo>
                  <a:pt x="276606" y="92007"/>
                </a:lnTo>
                <a:cubicBezTo>
                  <a:pt x="276606" y="94430"/>
                  <a:pt x="275820" y="96469"/>
                  <a:pt x="274247" y="98097"/>
                </a:cubicBezTo>
                <a:cubicBezTo>
                  <a:pt x="272674" y="99752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67263" y="81729"/>
                </a:ln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0" name="圖示 報價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15" y="236217"/>
                  <a:pt x="142857" y="237159"/>
                </a:cubicBezTo>
                <a:cubicBezTo>
                  <a:pt x="143808" y="238101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44" y="238101"/>
                  <a:pt x="158895" y="237159"/>
                </a:cubicBezTo>
                <a:cubicBezTo>
                  <a:pt x="159837" y="236217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47" y="226003"/>
                  <a:pt x="184087" y="225098"/>
                  <a:pt x="185888" y="223296"/>
                </a:cubicBezTo>
                <a:cubicBezTo>
                  <a:pt x="187690" y="221477"/>
                  <a:pt x="188595" y="219227"/>
                  <a:pt x="188595" y="216566"/>
                </a:cubicBezTo>
                <a:lnTo>
                  <a:pt x="188595" y="175711"/>
                </a:lnTo>
                <a:cubicBezTo>
                  <a:pt x="188595" y="173023"/>
                  <a:pt x="187690" y="170782"/>
                  <a:pt x="185888" y="168981"/>
                </a:cubicBezTo>
                <a:cubicBezTo>
                  <a:pt x="184087" y="167180"/>
                  <a:pt x="181847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47" y="144274"/>
                  <a:pt x="184087" y="143360"/>
                  <a:pt x="185888" y="141540"/>
                </a:cubicBezTo>
                <a:cubicBezTo>
                  <a:pt x="187690" y="139720"/>
                  <a:pt x="188595" y="137462"/>
                  <a:pt x="188595" y="134783"/>
                </a:cubicBezTo>
                <a:cubicBezTo>
                  <a:pt x="188595" y="132103"/>
                  <a:pt x="187690" y="129872"/>
                  <a:pt x="185888" y="128089"/>
                </a:cubicBezTo>
                <a:cubicBezTo>
                  <a:pt x="184087" y="126306"/>
                  <a:pt x="181847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37" y="115196"/>
                  <a:pt x="158895" y="114254"/>
                </a:cubicBezTo>
                <a:cubicBezTo>
                  <a:pt x="157944" y="113312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08" y="113312"/>
                  <a:pt x="142857" y="114254"/>
                </a:cubicBezTo>
                <a:cubicBezTo>
                  <a:pt x="141915" y="115196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905" y="125419"/>
                  <a:pt x="117665" y="126315"/>
                  <a:pt x="115864" y="128117"/>
                </a:cubicBezTo>
                <a:cubicBezTo>
                  <a:pt x="114062" y="129918"/>
                  <a:pt x="113157" y="132167"/>
                  <a:pt x="113157" y="134847"/>
                </a:cubicBezTo>
                <a:lnTo>
                  <a:pt x="113157" y="175711"/>
                </a:lnTo>
                <a:cubicBezTo>
                  <a:pt x="113157" y="178390"/>
                  <a:pt x="114062" y="180631"/>
                  <a:pt x="115864" y="182432"/>
                </a:cubicBezTo>
                <a:cubicBezTo>
                  <a:pt x="117683" y="184233"/>
                  <a:pt x="119924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905" y="207139"/>
                  <a:pt x="117665" y="208053"/>
                  <a:pt x="115864" y="209873"/>
                </a:cubicBezTo>
                <a:cubicBezTo>
                  <a:pt x="114062" y="211702"/>
                  <a:pt x="113157" y="213951"/>
                  <a:pt x="113157" y="216631"/>
                </a:cubicBezTo>
                <a:cubicBezTo>
                  <a:pt x="113157" y="219319"/>
                  <a:pt x="114062" y="221550"/>
                  <a:pt x="115864" y="223324"/>
                </a:cubicBezTo>
                <a:cubicBezTo>
                  <a:pt x="117665" y="225107"/>
                  <a:pt x="119905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87" y="102468"/>
                  <a:pt x="178637" y="101572"/>
                  <a:pt x="176836" y="99770"/>
                </a:cubicBezTo>
                <a:cubicBezTo>
                  <a:pt x="175034" y="97941"/>
                  <a:pt x="174138" y="95701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212" name="圖示 郵件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278" y="153866"/>
                  <a:pt x="153546" y="154177"/>
                </a:cubicBezTo>
                <a:cubicBezTo>
                  <a:pt x="152815" y="154488"/>
                  <a:pt x="151928" y="154652"/>
                  <a:pt x="150876" y="154652"/>
                </a:cubicBezTo>
                <a:cubicBezTo>
                  <a:pt x="149824" y="154652"/>
                  <a:pt x="148937" y="154488"/>
                  <a:pt x="148206" y="154177"/>
                </a:cubicBezTo>
                <a:cubicBezTo>
                  <a:pt x="147474" y="153866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288"/>
                </a:lnTo>
                <a:lnTo>
                  <a:pt x="44010" y="76508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96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4" name="圖示 訊息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39" y="264170"/>
                  <a:pt x="30962" y="262552"/>
                </a:cubicBezTo>
                <a:cubicBezTo>
                  <a:pt x="27085" y="260961"/>
                  <a:pt x="25146" y="258099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070" y="176333"/>
                  <a:pt x="169319" y="175428"/>
                  <a:pt x="171121" y="173599"/>
                </a:cubicBezTo>
                <a:cubicBezTo>
                  <a:pt x="172922" y="171779"/>
                  <a:pt x="173818" y="169530"/>
                  <a:pt x="173818" y="166841"/>
                </a:cubicBezTo>
                <a:cubicBezTo>
                  <a:pt x="173818" y="164162"/>
                  <a:pt x="172922" y="161931"/>
                  <a:pt x="171121" y="160148"/>
                </a:cubicBezTo>
                <a:cubicBezTo>
                  <a:pt x="169319" y="158365"/>
                  <a:pt x="167070" y="157478"/>
                  <a:pt x="164391" y="157478"/>
                </a:cubicBezTo>
                <a:lnTo>
                  <a:pt x="84865" y="157478"/>
                </a:lnTo>
                <a:cubicBezTo>
                  <a:pt x="82186" y="157478"/>
                  <a:pt x="79946" y="158392"/>
                  <a:pt x="78145" y="160212"/>
                </a:cubicBezTo>
                <a:cubicBezTo>
                  <a:pt x="76343" y="162032"/>
                  <a:pt x="75438" y="164290"/>
                  <a:pt x="75438" y="166969"/>
                </a:cubicBezTo>
                <a:cubicBezTo>
                  <a:pt x="75438" y="169649"/>
                  <a:pt x="76343" y="171880"/>
                  <a:pt x="78145" y="173663"/>
                </a:cubicBezTo>
                <a:cubicBezTo>
                  <a:pt x="79946" y="175446"/>
                  <a:pt x="82186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566" y="135478"/>
                  <a:pt x="221806" y="134563"/>
                  <a:pt x="223607" y="132743"/>
                </a:cubicBezTo>
                <a:cubicBezTo>
                  <a:pt x="225409" y="130915"/>
                  <a:pt x="226314" y="128665"/>
                  <a:pt x="226314" y="125986"/>
                </a:cubicBezTo>
                <a:cubicBezTo>
                  <a:pt x="226314" y="123298"/>
                  <a:pt x="225409" y="121067"/>
                  <a:pt x="223607" y="119283"/>
                </a:cubicBezTo>
                <a:cubicBezTo>
                  <a:pt x="221806" y="117510"/>
                  <a:pt x="219566" y="116613"/>
                  <a:pt x="216887" y="116613"/>
                </a:cubicBezTo>
                <a:lnTo>
                  <a:pt x="84865" y="116613"/>
                </a:lnTo>
                <a:cubicBezTo>
                  <a:pt x="82186" y="116613"/>
                  <a:pt x="79946" y="117528"/>
                  <a:pt x="78145" y="119347"/>
                </a:cubicBezTo>
                <a:cubicBezTo>
                  <a:pt x="76343" y="121176"/>
                  <a:pt x="75438" y="123426"/>
                  <a:pt x="75438" y="126105"/>
                </a:cubicBezTo>
                <a:cubicBezTo>
                  <a:pt x="75438" y="128793"/>
                  <a:pt x="76343" y="131024"/>
                  <a:pt x="78145" y="132798"/>
                </a:cubicBezTo>
                <a:cubicBezTo>
                  <a:pt x="79946" y="134581"/>
                  <a:pt x="82186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566" y="94613"/>
                  <a:pt x="221806" y="93699"/>
                  <a:pt x="223607" y="91879"/>
                </a:cubicBezTo>
                <a:cubicBezTo>
                  <a:pt x="225409" y="90050"/>
                  <a:pt x="226314" y="87801"/>
                  <a:pt x="226314" y="85121"/>
                </a:cubicBezTo>
                <a:cubicBezTo>
                  <a:pt x="226314" y="82433"/>
                  <a:pt x="225409" y="80202"/>
                  <a:pt x="223607" y="78428"/>
                </a:cubicBezTo>
                <a:cubicBezTo>
                  <a:pt x="221806" y="76645"/>
                  <a:pt x="219566" y="75749"/>
                  <a:pt x="216887" y="75749"/>
                </a:cubicBezTo>
                <a:lnTo>
                  <a:pt x="84865" y="75749"/>
                </a:lnTo>
                <a:cubicBezTo>
                  <a:pt x="82186" y="75749"/>
                  <a:pt x="79946" y="76663"/>
                  <a:pt x="78145" y="78483"/>
                </a:cubicBezTo>
                <a:cubicBezTo>
                  <a:pt x="76343" y="80312"/>
                  <a:pt x="75438" y="82561"/>
                  <a:pt x="75438" y="85250"/>
                </a:cubicBezTo>
                <a:cubicBezTo>
                  <a:pt x="75438" y="87929"/>
                  <a:pt x="76343" y="90160"/>
                  <a:pt x="78145" y="91943"/>
                </a:cubicBezTo>
                <a:cubicBezTo>
                  <a:pt x="79946" y="93717"/>
                  <a:pt x="82186" y="94613"/>
                  <a:pt x="84865" y="9461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16" name="圖示 討論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270" y="263091"/>
                </a:moveTo>
                <a:cubicBezTo>
                  <a:pt x="266164" y="263091"/>
                  <a:pt x="265030" y="262881"/>
                  <a:pt x="263878" y="262460"/>
                </a:cubicBezTo>
                <a:cubicBezTo>
                  <a:pt x="262725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99" y="226314"/>
                  <a:pt x="84655" y="224467"/>
                  <a:pt x="80970" y="220782"/>
                </a:cubicBezTo>
                <a:cubicBezTo>
                  <a:pt x="77285" y="217069"/>
                  <a:pt x="75438" y="212635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35" y="182313"/>
                  <a:pt x="223379" y="180466"/>
                  <a:pt x="227073" y="176781"/>
                </a:cubicBezTo>
                <a:cubicBezTo>
                  <a:pt x="230758" y="173068"/>
                  <a:pt x="232605" y="168625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45" y="75438"/>
                  <a:pt x="267389" y="77285"/>
                  <a:pt x="271074" y="80970"/>
                </a:cubicBezTo>
                <a:cubicBezTo>
                  <a:pt x="274759" y="84655"/>
                  <a:pt x="276606" y="89099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09" y="258903"/>
                  <a:pt x="273616" y="260577"/>
                </a:cubicBezTo>
                <a:cubicBezTo>
                  <a:pt x="271632" y="262250"/>
                  <a:pt x="269510" y="263091"/>
                  <a:pt x="267270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482" y="200537"/>
                </a:moveTo>
                <a:cubicBezTo>
                  <a:pt x="32242" y="200537"/>
                  <a:pt x="30120" y="199705"/>
                  <a:pt x="28136" y="198022"/>
                </a:cubicBezTo>
                <a:cubicBezTo>
                  <a:pt x="26143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807"/>
                  <a:pt x="26993" y="34363"/>
                  <a:pt x="30678" y="30678"/>
                </a:cubicBezTo>
                <a:cubicBezTo>
                  <a:pt x="34391" y="26993"/>
                  <a:pt x="38825" y="25146"/>
                  <a:pt x="44010" y="25146"/>
                </a:cubicBezTo>
                <a:lnTo>
                  <a:pt x="194886" y="25146"/>
                </a:lnTo>
                <a:cubicBezTo>
                  <a:pt x="200080" y="25146"/>
                  <a:pt x="204524" y="26993"/>
                  <a:pt x="208209" y="30678"/>
                </a:cubicBezTo>
                <a:cubicBezTo>
                  <a:pt x="211894" y="34363"/>
                  <a:pt x="213741" y="38807"/>
                  <a:pt x="213741" y="44010"/>
                </a:cubicBezTo>
                <a:lnTo>
                  <a:pt x="213741" y="144594"/>
                </a:lnTo>
                <a:cubicBezTo>
                  <a:pt x="213741" y="149788"/>
                  <a:pt x="211894" y="154232"/>
                  <a:pt x="208209" y="157917"/>
                </a:cubicBezTo>
                <a:cubicBezTo>
                  <a:pt x="204524" y="161602"/>
                  <a:pt x="200080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27" y="199495"/>
                  <a:pt x="37874" y="199915"/>
                </a:cubicBezTo>
                <a:cubicBezTo>
                  <a:pt x="36722" y="200327"/>
                  <a:pt x="35588" y="200537"/>
                  <a:pt x="34482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18" name="圖示 公告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208" y="160303"/>
                  <a:pt x="233958" y="159398"/>
                  <a:pt x="232157" y="157569"/>
                </a:cubicBezTo>
                <a:cubicBezTo>
                  <a:pt x="230356" y="155750"/>
                  <a:pt x="229460" y="153491"/>
                  <a:pt x="229460" y="150812"/>
                </a:cubicBezTo>
                <a:cubicBezTo>
                  <a:pt x="229460" y="148133"/>
                  <a:pt x="230356" y="145902"/>
                  <a:pt x="232157" y="144119"/>
                </a:cubicBezTo>
                <a:cubicBezTo>
                  <a:pt x="233958" y="142336"/>
                  <a:pt x="236208" y="141449"/>
                  <a:pt x="238887" y="141449"/>
                </a:cubicBezTo>
                <a:lnTo>
                  <a:pt x="267179" y="141449"/>
                </a:lnTo>
                <a:cubicBezTo>
                  <a:pt x="269858" y="141449"/>
                  <a:pt x="272098" y="142354"/>
                  <a:pt x="273899" y="144183"/>
                </a:cubicBezTo>
                <a:cubicBezTo>
                  <a:pt x="275701" y="146002"/>
                  <a:pt x="276606" y="148261"/>
                  <a:pt x="276606" y="150940"/>
                </a:cubicBezTo>
                <a:cubicBezTo>
                  <a:pt x="276606" y="153619"/>
                  <a:pt x="275701" y="155850"/>
                  <a:pt x="273899" y="157633"/>
                </a:cubicBezTo>
                <a:cubicBezTo>
                  <a:pt x="272098" y="159416"/>
                  <a:pt x="269858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48" y="212278"/>
                  <a:pt x="219026" y="211857"/>
                </a:cubicBezTo>
                <a:cubicBezTo>
                  <a:pt x="221495" y="211437"/>
                  <a:pt x="223818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61"/>
                  <a:pt x="252722" y="236939"/>
                </a:cubicBezTo>
                <a:cubicBezTo>
                  <a:pt x="253133" y="239408"/>
                  <a:pt x="252512" y="241740"/>
                  <a:pt x="250829" y="243916"/>
                </a:cubicBezTo>
                <a:cubicBezTo>
                  <a:pt x="249156" y="246010"/>
                  <a:pt x="247080" y="247272"/>
                  <a:pt x="244611" y="247693"/>
                </a:cubicBezTo>
                <a:cubicBezTo>
                  <a:pt x="242133" y="248104"/>
                  <a:pt x="239811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80"/>
                  <a:pt x="210916" y="222602"/>
                </a:cubicBezTo>
                <a:cubicBezTo>
                  <a:pt x="210495" y="220133"/>
                  <a:pt x="211126" y="217810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787" y="89373"/>
                  <a:pt x="222455" y="90004"/>
                  <a:pt x="219968" y="89584"/>
                </a:cubicBezTo>
                <a:cubicBezTo>
                  <a:pt x="217490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92" y="54270"/>
                  <a:pt x="242115" y="53648"/>
                  <a:pt x="244611" y="54068"/>
                </a:cubicBezTo>
                <a:cubicBezTo>
                  <a:pt x="247080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807" y="188595"/>
                  <a:pt x="34363" y="186748"/>
                  <a:pt x="30678" y="183063"/>
                </a:cubicBezTo>
                <a:cubicBezTo>
                  <a:pt x="26993" y="179350"/>
                  <a:pt x="25146" y="174916"/>
                  <a:pt x="25146" y="169740"/>
                </a:cubicBezTo>
                <a:lnTo>
                  <a:pt x="25146" y="132021"/>
                </a:lnTo>
                <a:cubicBezTo>
                  <a:pt x="25146" y="126818"/>
                  <a:pt x="26993" y="122374"/>
                  <a:pt x="30678" y="118689"/>
                </a:cubicBezTo>
                <a:cubicBezTo>
                  <a:pt x="34391" y="115004"/>
                  <a:pt x="38825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31"/>
                  <a:pt x="158731" y="83896"/>
                </a:cubicBezTo>
                <a:cubicBezTo>
                  <a:pt x="161876" y="85762"/>
                  <a:pt x="163449" y="88496"/>
                  <a:pt x="163449" y="92098"/>
                </a:cubicBezTo>
                <a:lnTo>
                  <a:pt x="163449" y="209654"/>
                </a:lnTo>
                <a:cubicBezTo>
                  <a:pt x="163449" y="213238"/>
                  <a:pt x="161876" y="215972"/>
                  <a:pt x="158731" y="217856"/>
                </a:cubicBezTo>
                <a:cubicBezTo>
                  <a:pt x="155594" y="219721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39"/>
                  <a:pt x="83960" y="234379"/>
                  <a:pt x="82131" y="236180"/>
                </a:cubicBezTo>
                <a:cubicBezTo>
                  <a:pt x="80312" y="237982"/>
                  <a:pt x="78053" y="238887"/>
                  <a:pt x="75374" y="238887"/>
                </a:cubicBezTo>
                <a:cubicBezTo>
                  <a:pt x="72695" y="238887"/>
                  <a:pt x="70464" y="237982"/>
                  <a:pt x="68681" y="236180"/>
                </a:cubicBezTo>
                <a:cubicBezTo>
                  <a:pt x="66898" y="234379"/>
                  <a:pt x="66011" y="232139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36" y="119914"/>
                  <a:pt x="189692" y="127147"/>
                </a:cubicBezTo>
                <a:cubicBezTo>
                  <a:pt x="193149" y="134371"/>
                  <a:pt x="194886" y="142281"/>
                  <a:pt x="194886" y="150876"/>
                </a:cubicBezTo>
                <a:cubicBezTo>
                  <a:pt x="194886" y="159471"/>
                  <a:pt x="193149" y="167381"/>
                  <a:pt x="189692" y="174605"/>
                </a:cubicBezTo>
                <a:cubicBezTo>
                  <a:pt x="186236" y="181838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20" name="圖示 電話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02" y="258163"/>
                  <a:pt x="175547" y="246431"/>
                </a:cubicBezTo>
                <a:cubicBezTo>
                  <a:pt x="150300" y="234699"/>
                  <a:pt x="126882" y="218039"/>
                  <a:pt x="105302" y="196450"/>
                </a:cubicBezTo>
                <a:cubicBezTo>
                  <a:pt x="83713" y="174870"/>
                  <a:pt x="67053" y="151452"/>
                  <a:pt x="55321" y="126205"/>
                </a:cubicBezTo>
                <a:cubicBezTo>
                  <a:pt x="43589" y="100950"/>
                  <a:pt x="37719" y="76170"/>
                  <a:pt x="37719" y="51865"/>
                </a:cubicBezTo>
                <a:cubicBezTo>
                  <a:pt x="37719" y="47823"/>
                  <a:pt x="39072" y="44458"/>
                  <a:pt x="41770" y="41770"/>
                </a:cubicBezTo>
                <a:cubicBezTo>
                  <a:pt x="44458" y="39072"/>
                  <a:pt x="47823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266" y="88203"/>
                </a:lnTo>
                <a:cubicBezTo>
                  <a:pt x="116705" y="91221"/>
                  <a:pt x="116668" y="93927"/>
                  <a:pt x="116147" y="96341"/>
                </a:cubicBezTo>
                <a:cubicBezTo>
                  <a:pt x="115617" y="98746"/>
                  <a:pt x="114501" y="100813"/>
                  <a:pt x="112782" y="102532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867"/>
                  <a:pt x="143332" y="204469"/>
                </a:cubicBezTo>
                <a:cubicBezTo>
                  <a:pt x="151928" y="211071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43" y="187233"/>
                  <a:pt x="207487" y="186391"/>
                </a:cubicBezTo>
                <a:cubicBezTo>
                  <a:pt x="210248" y="185559"/>
                  <a:pt x="212964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506"/>
                  <a:pt x="264033" y="204332"/>
                  <a:pt x="264033" y="207459"/>
                </a:cubicBezTo>
                <a:lnTo>
                  <a:pt x="264033" y="249887"/>
                </a:lnTo>
                <a:cubicBezTo>
                  <a:pt x="264033" y="253929"/>
                  <a:pt x="262680" y="257294"/>
                  <a:pt x="259982" y="259982"/>
                </a:cubicBezTo>
                <a:cubicBezTo>
                  <a:pt x="257294" y="262680"/>
                  <a:pt x="253929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12" y="74652"/>
                  <a:pt x="60826" y="84399"/>
                </a:cubicBezTo>
                <a:cubicBezTo>
                  <a:pt x="63231" y="94137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2" name="圖示 視訊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32" y="92775"/>
                  <a:pt x="273616" y="93516"/>
                </a:cubicBezTo>
                <a:cubicBezTo>
                  <a:pt x="275609" y="94247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69"/>
                  <a:pt x="275609" y="207487"/>
                  <a:pt x="273616" y="208236"/>
                </a:cubicBezTo>
                <a:cubicBezTo>
                  <a:pt x="271632" y="208977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4" name="圖示 全球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371"/>
                  <a:pt x="44632" y="138458"/>
                </a:cubicBezTo>
                <a:cubicBezTo>
                  <a:pt x="44211" y="142546"/>
                  <a:pt x="44010" y="146688"/>
                  <a:pt x="44010" y="150876"/>
                </a:cubicBezTo>
                <a:cubicBezTo>
                  <a:pt x="44010" y="178116"/>
                  <a:pt x="52861" y="201900"/>
                  <a:pt x="70564" y="222227"/>
                </a:cubicBezTo>
                <a:cubicBezTo>
                  <a:pt x="88276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5955" y="202165"/>
                  <a:pt x="250674" y="189692"/>
                </a:cubicBezTo>
                <a:cubicBezTo>
                  <a:pt x="255392" y="177229"/>
                  <a:pt x="257751" y="164290"/>
                  <a:pt x="257751" y="150876"/>
                </a:cubicBezTo>
                <a:cubicBezTo>
                  <a:pt x="257751" y="128665"/>
                  <a:pt x="251670" y="108494"/>
                  <a:pt x="239518" y="90370"/>
                </a:cubicBezTo>
                <a:cubicBezTo>
                  <a:pt x="227366" y="72247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44" y="117455"/>
                  <a:pt x="133118" y="119759"/>
                </a:cubicBezTo>
                <a:cubicBezTo>
                  <a:pt x="130284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26" name="圖示 地點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30" y="203417"/>
                  <a:pt x="212644" y="182779"/>
                </a:cubicBezTo>
                <a:cubicBezTo>
                  <a:pt x="225948" y="162141"/>
                  <a:pt x="232605" y="143963"/>
                  <a:pt x="232605" y="128245"/>
                </a:cubicBezTo>
                <a:cubicBezTo>
                  <a:pt x="232605" y="103519"/>
                  <a:pt x="224686" y="83293"/>
                  <a:pt x="208867" y="67583"/>
                </a:cubicBezTo>
                <a:cubicBezTo>
                  <a:pt x="193048" y="51865"/>
                  <a:pt x="173718" y="44010"/>
                  <a:pt x="150876" y="44010"/>
                </a:cubicBezTo>
                <a:cubicBezTo>
                  <a:pt x="128034" y="44010"/>
                  <a:pt x="108704" y="51865"/>
                  <a:pt x="92885" y="67583"/>
                </a:cubicBezTo>
                <a:cubicBezTo>
                  <a:pt x="77066" y="83293"/>
                  <a:pt x="69156" y="103519"/>
                  <a:pt x="69156" y="128245"/>
                </a:cubicBezTo>
                <a:cubicBezTo>
                  <a:pt x="69156" y="143963"/>
                  <a:pt x="75959" y="162141"/>
                  <a:pt x="89584" y="182779"/>
                </a:cubicBezTo>
                <a:cubicBezTo>
                  <a:pt x="103199" y="203417"/>
                  <a:pt x="123636" y="226415"/>
                  <a:pt x="150876" y="251771"/>
                </a:cubicBezTo>
                <a:close/>
                <a:moveTo>
                  <a:pt x="144119" y="269218"/>
                </a:moveTo>
                <a:cubicBezTo>
                  <a:pt x="141915" y="268486"/>
                  <a:pt x="139976" y="267279"/>
                  <a:pt x="138303" y="265606"/>
                </a:cubicBezTo>
                <a:cubicBezTo>
                  <a:pt x="129506" y="257641"/>
                  <a:pt x="119969" y="248470"/>
                  <a:pt x="109701" y="238101"/>
                </a:cubicBezTo>
                <a:cubicBezTo>
                  <a:pt x="99432" y="227731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05" y="71771"/>
                  <a:pt x="80623" y="53117"/>
                </a:cubicBezTo>
                <a:cubicBezTo>
                  <a:pt x="100849" y="34473"/>
                  <a:pt x="124267" y="25146"/>
                  <a:pt x="150876" y="25146"/>
                </a:cubicBezTo>
                <a:cubicBezTo>
                  <a:pt x="177485" y="25146"/>
                  <a:pt x="200903" y="34473"/>
                  <a:pt x="221129" y="53117"/>
                </a:cubicBezTo>
                <a:cubicBezTo>
                  <a:pt x="241347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31"/>
                  <a:pt x="192051" y="238101"/>
                </a:cubicBezTo>
                <a:cubicBezTo>
                  <a:pt x="181783" y="248470"/>
                  <a:pt x="172255" y="257641"/>
                  <a:pt x="163449" y="265606"/>
                </a:cubicBezTo>
                <a:cubicBezTo>
                  <a:pt x="161776" y="267279"/>
                  <a:pt x="159837" y="268486"/>
                  <a:pt x="157633" y="269218"/>
                </a:cubicBezTo>
                <a:cubicBezTo>
                  <a:pt x="155430" y="269949"/>
                  <a:pt x="153180" y="270324"/>
                  <a:pt x="150876" y="270324"/>
                </a:cubicBezTo>
                <a:cubicBezTo>
                  <a:pt x="148572" y="270324"/>
                  <a:pt x="146322" y="269949"/>
                  <a:pt x="144119" y="269218"/>
                </a:cubicBezTo>
                <a:close/>
                <a:moveTo>
                  <a:pt x="150876" y="125730"/>
                </a:moveTo>
                <a:close/>
                <a:moveTo>
                  <a:pt x="166439" y="141293"/>
                </a:moveTo>
                <a:cubicBezTo>
                  <a:pt x="170728" y="136995"/>
                  <a:pt x="172876" y="131811"/>
                  <a:pt x="172876" y="125730"/>
                </a:cubicBezTo>
                <a:cubicBezTo>
                  <a:pt x="172876" y="119649"/>
                  <a:pt x="170728" y="114465"/>
                  <a:pt x="166439" y="110167"/>
                </a:cubicBezTo>
                <a:cubicBezTo>
                  <a:pt x="162141" y="105878"/>
                  <a:pt x="156957" y="103730"/>
                  <a:pt x="150876" y="103730"/>
                </a:cubicBezTo>
                <a:cubicBezTo>
                  <a:pt x="144795" y="103730"/>
                  <a:pt x="139611" y="105878"/>
                  <a:pt x="135313" y="110167"/>
                </a:cubicBezTo>
                <a:cubicBezTo>
                  <a:pt x="131024" y="114465"/>
                  <a:pt x="128876" y="119649"/>
                  <a:pt x="128876" y="125730"/>
                </a:cubicBezTo>
                <a:cubicBezTo>
                  <a:pt x="128876" y="131811"/>
                  <a:pt x="131024" y="136995"/>
                  <a:pt x="135313" y="141293"/>
                </a:cubicBezTo>
                <a:cubicBezTo>
                  <a:pt x="139611" y="145582"/>
                  <a:pt x="144795" y="147730"/>
                  <a:pt x="150876" y="147730"/>
                </a:cubicBezTo>
                <a:cubicBezTo>
                  <a:pt x="156957" y="147730"/>
                  <a:pt x="162141" y="145582"/>
                  <a:pt x="166439" y="14129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28" name="圖示 辦公室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108439"/>
                </a:lnTo>
                <a:cubicBezTo>
                  <a:pt x="37719" y="103245"/>
                  <a:pt x="39566" y="98801"/>
                  <a:pt x="43251" y="95116"/>
                </a:cubicBezTo>
                <a:cubicBezTo>
                  <a:pt x="46964" y="91431"/>
                  <a:pt x="51398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80"/>
                  <a:pt x="91431" y="46936"/>
                  <a:pt x="95116" y="43251"/>
                </a:cubicBezTo>
                <a:cubicBezTo>
                  <a:pt x="98828" y="39566"/>
                  <a:pt x="103263" y="37719"/>
                  <a:pt x="108439" y="37719"/>
                </a:cubicBezTo>
                <a:lnTo>
                  <a:pt x="193313" y="37719"/>
                </a:lnTo>
                <a:cubicBezTo>
                  <a:pt x="198507" y="37719"/>
                  <a:pt x="202951" y="39566"/>
                  <a:pt x="206636" y="43251"/>
                </a:cubicBezTo>
                <a:cubicBezTo>
                  <a:pt x="210321" y="46936"/>
                  <a:pt x="212168" y="51380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372" y="141449"/>
                  <a:pt x="254816" y="143286"/>
                  <a:pt x="258501" y="146981"/>
                </a:cubicBezTo>
                <a:cubicBezTo>
                  <a:pt x="262186" y="150666"/>
                  <a:pt x="264033" y="155110"/>
                  <a:pt x="264033" y="16030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30" name="圖示 環保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818" y="237314"/>
                  <a:pt x="50658" y="226415"/>
                  <a:pt x="45482" y="214052"/>
                </a:cubicBezTo>
                <a:cubicBezTo>
                  <a:pt x="40307" y="201689"/>
                  <a:pt x="37719" y="189016"/>
                  <a:pt x="37719" y="176022"/>
                </a:cubicBezTo>
                <a:cubicBezTo>
                  <a:pt x="37719" y="160724"/>
                  <a:pt x="40389" y="146734"/>
                  <a:pt x="45738" y="134060"/>
                </a:cubicBezTo>
                <a:cubicBezTo>
                  <a:pt x="51078" y="121377"/>
                  <a:pt x="59098" y="109701"/>
                  <a:pt x="69778" y="99011"/>
                </a:cubicBezTo>
                <a:cubicBezTo>
                  <a:pt x="82771" y="86018"/>
                  <a:pt x="101636" y="76535"/>
                  <a:pt x="126361" y="70564"/>
                </a:cubicBezTo>
                <a:cubicBezTo>
                  <a:pt x="151086" y="64593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34" y="77742"/>
                  <a:pt x="246906" y="81098"/>
                </a:cubicBezTo>
                <a:cubicBezTo>
                  <a:pt x="248470" y="84445"/>
                  <a:pt x="249366" y="88221"/>
                  <a:pt x="249576" y="92409"/>
                </a:cubicBezTo>
                <a:cubicBezTo>
                  <a:pt x="250207" y="111273"/>
                  <a:pt x="249997" y="128510"/>
                  <a:pt x="248945" y="144119"/>
                </a:cubicBezTo>
                <a:cubicBezTo>
                  <a:pt x="247894" y="159727"/>
                  <a:pt x="245855" y="173818"/>
                  <a:pt x="242819" y="186391"/>
                </a:cubicBezTo>
                <a:cubicBezTo>
                  <a:pt x="239774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849" y="274146"/>
                  <a:pt x="99798" y="269218"/>
                </a:cubicBezTo>
                <a:cubicBezTo>
                  <a:pt x="87746" y="264298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792" y="257751"/>
                  <a:pt x="139528" y="257751"/>
                </a:cubicBezTo>
                <a:cubicBezTo>
                  <a:pt x="150657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673"/>
                  <a:pt x="215003" y="208556"/>
                </a:cubicBezTo>
                <a:cubicBezTo>
                  <a:pt x="218981" y="199440"/>
                  <a:pt x="222227" y="188650"/>
                  <a:pt x="224741" y="176177"/>
                </a:cubicBezTo>
                <a:cubicBezTo>
                  <a:pt x="227256" y="163714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17" y="81885"/>
                  <a:pt x="176808" y="82826"/>
                </a:cubicBezTo>
                <a:cubicBezTo>
                  <a:pt x="161200" y="83768"/>
                  <a:pt x="147420" y="85496"/>
                  <a:pt x="135478" y="88011"/>
                </a:cubicBezTo>
                <a:cubicBezTo>
                  <a:pt x="123526" y="90526"/>
                  <a:pt x="113258" y="93717"/>
                  <a:pt x="104671" y="97594"/>
                </a:cubicBezTo>
                <a:cubicBezTo>
                  <a:pt x="96076" y="101471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23" y="191896"/>
                  <a:pt x="63020" y="202896"/>
                </a:cubicBezTo>
                <a:cubicBezTo>
                  <a:pt x="67318" y="213896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13"/>
                  <a:pt x="123846" y="186556"/>
                </a:cubicBezTo>
                <a:cubicBezTo>
                  <a:pt x="112526" y="204890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2" name="圖示 回收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8973" y="32379"/>
                  <a:pt x="114254" y="32379"/>
                </a:cubicBezTo>
                <a:cubicBezTo>
                  <a:pt x="109545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493" y="86383"/>
                  <a:pt x="76224" y="88797"/>
                </a:cubicBezTo>
                <a:cubicBezTo>
                  <a:pt x="76956" y="91202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160" y="112526"/>
                  <a:pt x="114574" y="111904"/>
                </a:cubicBezTo>
                <a:cubicBezTo>
                  <a:pt x="116979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34" y="158109"/>
                  <a:pt x="213266" y="155594"/>
                </a:cubicBezTo>
                <a:cubicBezTo>
                  <a:pt x="214006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597"/>
                  <a:pt x="252091" y="133118"/>
                </a:cubicBezTo>
                <a:cubicBezTo>
                  <a:pt x="254606" y="133640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07" y="194886"/>
                  <a:pt x="264819" y="197401"/>
                </a:cubicBezTo>
                <a:cubicBezTo>
                  <a:pt x="260732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194" y="194932"/>
                  <a:pt x="198178" y="195663"/>
                </a:cubicBezTo>
                <a:cubicBezTo>
                  <a:pt x="200171" y="196404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171" y="281370"/>
                  <a:pt x="198178" y="282111"/>
                </a:cubicBezTo>
                <a:cubicBezTo>
                  <a:pt x="196194" y="282842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06" y="262936"/>
                  <a:pt x="68050" y="260732"/>
                </a:cubicBezTo>
                <a:cubicBezTo>
                  <a:pt x="64593" y="258528"/>
                  <a:pt x="62024" y="255648"/>
                  <a:pt x="60350" y="252091"/>
                </a:cubicBezTo>
                <a:cubicBezTo>
                  <a:pt x="58677" y="248735"/>
                  <a:pt x="57891" y="245224"/>
                  <a:pt x="57991" y="241557"/>
                </a:cubicBezTo>
                <a:cubicBezTo>
                  <a:pt x="58101" y="237890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277" y="214628"/>
                  <a:pt x="123060" y="216411"/>
                </a:cubicBezTo>
                <a:cubicBezTo>
                  <a:pt x="124843" y="218194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43" y="259580"/>
                  <a:pt x="123060" y="261363"/>
                </a:cubicBezTo>
                <a:cubicBezTo>
                  <a:pt x="121277" y="263146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01" y="179533"/>
                  <a:pt x="25301" y="175236"/>
                </a:cubicBezTo>
                <a:cubicBezTo>
                  <a:pt x="25411" y="170938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060"/>
                  <a:pt x="20117" y="142857"/>
                </a:cubicBezTo>
                <a:cubicBezTo>
                  <a:pt x="20327" y="140662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166" y="126407"/>
                  <a:pt x="79370" y="127769"/>
                </a:cubicBezTo>
                <a:cubicBezTo>
                  <a:pt x="81564" y="129132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46"/>
                  <a:pt x="93982" y="187498"/>
                </a:cubicBezTo>
                <a:cubicBezTo>
                  <a:pt x="92309" y="188650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02" y="104516"/>
                  <a:pt x="156692" y="102312"/>
                </a:cubicBezTo>
                <a:cubicBezTo>
                  <a:pt x="156381" y="100109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562" y="26243"/>
                  <a:pt x="188440" y="28447"/>
                </a:cubicBezTo>
                <a:cubicBezTo>
                  <a:pt x="192317" y="30651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295" y="116037"/>
                  <a:pt x="216100" y="117400"/>
                </a:cubicBezTo>
                <a:cubicBezTo>
                  <a:pt x="213896" y="118762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34" name="圖示 節能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30" y="236007"/>
                  <a:pt x="217673" y="217673"/>
                </a:cubicBezTo>
                <a:cubicBezTo>
                  <a:pt x="236007" y="199330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22" y="65745"/>
                  <a:pt x="84079" y="84079"/>
                </a:cubicBezTo>
                <a:cubicBezTo>
                  <a:pt x="65745" y="102422"/>
                  <a:pt x="56583" y="124678"/>
                  <a:pt x="56583" y="150876"/>
                </a:cubicBezTo>
                <a:cubicBezTo>
                  <a:pt x="56583" y="177074"/>
                  <a:pt x="65745" y="199330"/>
                  <a:pt x="84079" y="217673"/>
                </a:cubicBezTo>
                <a:cubicBezTo>
                  <a:pt x="102422" y="236007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879"/>
                  <a:pt x="201168" y="147264"/>
                </a:cubicBezTo>
                <a:cubicBezTo>
                  <a:pt x="200327" y="144640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287" y="93717"/>
                  <a:pt x="176177" y="92565"/>
                </a:cubicBezTo>
                <a:cubicBezTo>
                  <a:pt x="176077" y="91413"/>
                  <a:pt x="175601" y="90315"/>
                  <a:pt x="174769" y="89273"/>
                </a:cubicBezTo>
                <a:cubicBezTo>
                  <a:pt x="173718" y="88221"/>
                  <a:pt x="172511" y="87700"/>
                  <a:pt x="171148" y="87700"/>
                </a:cubicBezTo>
                <a:cubicBezTo>
                  <a:pt x="169786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553"/>
                  <a:pt x="100895" y="154177"/>
                </a:cubicBezTo>
                <a:cubicBezTo>
                  <a:pt x="101736" y="156792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465" y="207715"/>
                  <a:pt x="125575" y="208867"/>
                </a:cubicBezTo>
                <a:cubicBezTo>
                  <a:pt x="125675" y="210019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674"/>
                  <a:pt x="111273" y="256965"/>
                </a:cubicBezTo>
                <a:cubicBezTo>
                  <a:pt x="98911" y="252246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06" y="202841"/>
                  <a:pt x="44787" y="190479"/>
                </a:cubicBezTo>
                <a:cubicBezTo>
                  <a:pt x="40078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862" y="39557"/>
                  <a:pt x="258528" y="43224"/>
                </a:cubicBezTo>
                <a:cubicBezTo>
                  <a:pt x="262195" y="46890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6" name="圖示 溫度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139" y="119448"/>
                  <a:pt x="168899" y="118534"/>
                  <a:pt x="167097" y="116705"/>
                </a:cubicBezTo>
                <a:cubicBezTo>
                  <a:pt x="165296" y="114885"/>
                  <a:pt x="164391" y="112636"/>
                  <a:pt x="164391" y="109947"/>
                </a:cubicBezTo>
                <a:cubicBezTo>
                  <a:pt x="164391" y="107268"/>
                  <a:pt x="165296" y="105037"/>
                  <a:pt x="167097" y="103254"/>
                </a:cubicBezTo>
                <a:cubicBezTo>
                  <a:pt x="168899" y="101471"/>
                  <a:pt x="171139" y="100584"/>
                  <a:pt x="173818" y="100584"/>
                </a:cubicBezTo>
                <a:lnTo>
                  <a:pt x="227256" y="100584"/>
                </a:lnTo>
                <a:cubicBezTo>
                  <a:pt x="229935" y="100584"/>
                  <a:pt x="232184" y="101498"/>
                  <a:pt x="233986" y="103318"/>
                </a:cubicBezTo>
                <a:cubicBezTo>
                  <a:pt x="235787" y="105138"/>
                  <a:pt x="236683" y="107396"/>
                  <a:pt x="236683" y="110075"/>
                </a:cubicBezTo>
                <a:cubicBezTo>
                  <a:pt x="236683" y="112755"/>
                  <a:pt x="235787" y="114995"/>
                  <a:pt x="233986" y="116769"/>
                </a:cubicBezTo>
                <a:cubicBezTo>
                  <a:pt x="232184" y="118552"/>
                  <a:pt x="229935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139" y="81729"/>
                  <a:pt x="168899" y="80815"/>
                  <a:pt x="167097" y="78986"/>
                </a:cubicBezTo>
                <a:cubicBezTo>
                  <a:pt x="165296" y="77166"/>
                  <a:pt x="164391" y="74917"/>
                  <a:pt x="164391" y="72228"/>
                </a:cubicBezTo>
                <a:cubicBezTo>
                  <a:pt x="164391" y="69549"/>
                  <a:pt x="165296" y="67318"/>
                  <a:pt x="167097" y="65535"/>
                </a:cubicBezTo>
                <a:cubicBezTo>
                  <a:pt x="168899" y="63752"/>
                  <a:pt x="171139" y="62865"/>
                  <a:pt x="173818" y="62865"/>
                </a:cubicBezTo>
                <a:lnTo>
                  <a:pt x="255547" y="62865"/>
                </a:lnTo>
                <a:cubicBezTo>
                  <a:pt x="258227" y="62865"/>
                  <a:pt x="260467" y="63779"/>
                  <a:pt x="262277" y="65599"/>
                </a:cubicBezTo>
                <a:cubicBezTo>
                  <a:pt x="264079" y="67419"/>
                  <a:pt x="264975" y="69677"/>
                  <a:pt x="264975" y="72356"/>
                </a:cubicBezTo>
                <a:cubicBezTo>
                  <a:pt x="264975" y="75036"/>
                  <a:pt x="264079" y="77276"/>
                  <a:pt x="262277" y="79050"/>
                </a:cubicBezTo>
                <a:cubicBezTo>
                  <a:pt x="260467" y="80833"/>
                  <a:pt x="258227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6998"/>
                </a:moveTo>
                <a:cubicBezTo>
                  <a:pt x="41386" y="235824"/>
                  <a:pt x="35835" y="222336"/>
                  <a:pt x="35835" y="206508"/>
                </a:cubicBezTo>
                <a:cubicBezTo>
                  <a:pt x="35835" y="196450"/>
                  <a:pt x="38350" y="186967"/>
                  <a:pt x="43379" y="178061"/>
                </a:cubicBezTo>
                <a:cubicBezTo>
                  <a:pt x="48408" y="169155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13"/>
                  <a:pt x="66934" y="51782"/>
                  <a:pt x="72548" y="46141"/>
                </a:cubicBezTo>
                <a:cubicBezTo>
                  <a:pt x="78163" y="40526"/>
                  <a:pt x="84975" y="37719"/>
                  <a:pt x="92976" y="37719"/>
                </a:cubicBezTo>
                <a:cubicBezTo>
                  <a:pt x="100986" y="37719"/>
                  <a:pt x="107817" y="40526"/>
                  <a:pt x="113468" y="46141"/>
                </a:cubicBezTo>
                <a:cubicBezTo>
                  <a:pt x="119128" y="51755"/>
                  <a:pt x="121963" y="58586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155"/>
                  <a:pt x="142701" y="178061"/>
                </a:cubicBezTo>
                <a:cubicBezTo>
                  <a:pt x="147730" y="186967"/>
                  <a:pt x="150245" y="196450"/>
                  <a:pt x="150245" y="206508"/>
                </a:cubicBezTo>
                <a:cubicBezTo>
                  <a:pt x="150245" y="222336"/>
                  <a:pt x="144695" y="235824"/>
                  <a:pt x="133585" y="246998"/>
                </a:cubicBezTo>
                <a:cubicBezTo>
                  <a:pt x="122484" y="258144"/>
                  <a:pt x="108969" y="263722"/>
                  <a:pt x="93040" y="263722"/>
                </a:cubicBezTo>
                <a:cubicBezTo>
                  <a:pt x="77111" y="263722"/>
                  <a:pt x="63597" y="258144"/>
                  <a:pt x="52496" y="246998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34"/>
                  <a:pt x="125419" y="184041"/>
                </a:cubicBezTo>
                <a:cubicBezTo>
                  <a:pt x="121432" y="177439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89"/>
                  <a:pt x="102138" y="61402"/>
                  <a:pt x="100209" y="59473"/>
                </a:cubicBezTo>
                <a:cubicBezTo>
                  <a:pt x="98280" y="57543"/>
                  <a:pt x="95893" y="56583"/>
                  <a:pt x="93040" y="56583"/>
                </a:cubicBezTo>
                <a:cubicBezTo>
                  <a:pt x="90187" y="56583"/>
                  <a:pt x="87801" y="57543"/>
                  <a:pt x="85871" y="59473"/>
                </a:cubicBezTo>
                <a:cubicBezTo>
                  <a:pt x="83942" y="61402"/>
                  <a:pt x="82982" y="63789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238" name="圖示 用水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050" y="247062"/>
                </a:moveTo>
                <a:cubicBezTo>
                  <a:pt x="59875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079" y="107707"/>
                  <a:pt x="82195" y="95555"/>
                </a:cubicBezTo>
                <a:cubicBezTo>
                  <a:pt x="91312" y="83402"/>
                  <a:pt x="101160" y="72036"/>
                  <a:pt x="111740" y="61448"/>
                </a:cubicBezTo>
                <a:cubicBezTo>
                  <a:pt x="122328" y="50868"/>
                  <a:pt x="132222" y="41495"/>
                  <a:pt x="141449" y="33321"/>
                </a:cubicBezTo>
                <a:cubicBezTo>
                  <a:pt x="142912" y="32059"/>
                  <a:pt x="144429" y="31172"/>
                  <a:pt x="146002" y="30651"/>
                </a:cubicBezTo>
                <a:cubicBezTo>
                  <a:pt x="147575" y="30120"/>
                  <a:pt x="149203" y="29864"/>
                  <a:pt x="150876" y="29864"/>
                </a:cubicBezTo>
                <a:cubicBezTo>
                  <a:pt x="152549" y="29864"/>
                  <a:pt x="154177" y="30120"/>
                  <a:pt x="155750" y="30651"/>
                </a:cubicBezTo>
                <a:cubicBezTo>
                  <a:pt x="157323" y="31172"/>
                  <a:pt x="158840" y="32059"/>
                  <a:pt x="160303" y="33321"/>
                </a:cubicBezTo>
                <a:cubicBezTo>
                  <a:pt x="169530" y="41495"/>
                  <a:pt x="179424" y="50868"/>
                  <a:pt x="190012" y="61448"/>
                </a:cubicBezTo>
                <a:cubicBezTo>
                  <a:pt x="200592" y="72036"/>
                  <a:pt x="210440" y="83402"/>
                  <a:pt x="219557" y="95555"/>
                </a:cubicBezTo>
                <a:cubicBezTo>
                  <a:pt x="228673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877" y="227366"/>
                  <a:pt x="222702" y="247062"/>
                </a:cubicBezTo>
                <a:cubicBezTo>
                  <a:pt x="203527" y="266758"/>
                  <a:pt x="179588" y="276606"/>
                  <a:pt x="150876" y="276606"/>
                </a:cubicBezTo>
                <a:cubicBezTo>
                  <a:pt x="122164" y="276606"/>
                  <a:pt x="98225" y="266758"/>
                  <a:pt x="79050" y="247062"/>
                </a:cubicBezTo>
                <a:close/>
                <a:moveTo>
                  <a:pt x="209343" y="233702"/>
                </a:moveTo>
                <a:cubicBezTo>
                  <a:pt x="224851" y="217673"/>
                  <a:pt x="232605" y="197602"/>
                  <a:pt x="232605" y="173507"/>
                </a:cubicBezTo>
                <a:cubicBezTo>
                  <a:pt x="232605" y="156957"/>
                  <a:pt x="225637" y="138148"/>
                  <a:pt x="211702" y="117089"/>
                </a:cubicBezTo>
                <a:cubicBezTo>
                  <a:pt x="197766" y="96030"/>
                  <a:pt x="177485" y="73765"/>
                  <a:pt x="150876" y="50292"/>
                </a:cubicBezTo>
                <a:cubicBezTo>
                  <a:pt x="124267" y="73765"/>
                  <a:pt x="103986" y="96030"/>
                  <a:pt x="90050" y="117089"/>
                </a:cubicBezTo>
                <a:cubicBezTo>
                  <a:pt x="76115" y="138148"/>
                  <a:pt x="69156" y="156957"/>
                  <a:pt x="69156" y="173507"/>
                </a:cubicBezTo>
                <a:cubicBezTo>
                  <a:pt x="69156" y="197602"/>
                  <a:pt x="76901" y="217673"/>
                  <a:pt x="92409" y="233702"/>
                </a:cubicBezTo>
                <a:cubicBezTo>
                  <a:pt x="107917" y="249732"/>
                  <a:pt x="127403" y="257751"/>
                  <a:pt x="150876" y="257751"/>
                </a:cubicBezTo>
                <a:cubicBezTo>
                  <a:pt x="174349" y="257751"/>
                  <a:pt x="193835" y="249732"/>
                  <a:pt x="209343" y="233702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481" y="235796"/>
                  <a:pt x="158264" y="234644"/>
                </a:cubicBezTo>
                <a:cubicBezTo>
                  <a:pt x="160047" y="233492"/>
                  <a:pt x="160934" y="231764"/>
                  <a:pt x="160934" y="229460"/>
                </a:cubicBezTo>
                <a:cubicBezTo>
                  <a:pt x="160934" y="227155"/>
                  <a:pt x="160047" y="225372"/>
                  <a:pt x="158264" y="224110"/>
                </a:cubicBezTo>
                <a:cubicBezTo>
                  <a:pt x="156481" y="222858"/>
                  <a:pt x="153811" y="222227"/>
                  <a:pt x="150245" y="222227"/>
                </a:cubicBezTo>
                <a:cubicBezTo>
                  <a:pt x="141449" y="222227"/>
                  <a:pt x="132487" y="219447"/>
                  <a:pt x="123371" y="213896"/>
                </a:cubicBezTo>
                <a:cubicBezTo>
                  <a:pt x="114254" y="208346"/>
                  <a:pt x="108439" y="198553"/>
                  <a:pt x="105924" y="184508"/>
                </a:cubicBezTo>
                <a:cubicBezTo>
                  <a:pt x="105513" y="182624"/>
                  <a:pt x="104562" y="181106"/>
                  <a:pt x="103099" y="179954"/>
                </a:cubicBezTo>
                <a:cubicBezTo>
                  <a:pt x="101636" y="178802"/>
                  <a:pt x="100063" y="178226"/>
                  <a:pt x="98380" y="178226"/>
                </a:cubicBezTo>
                <a:cubicBezTo>
                  <a:pt x="96076" y="178226"/>
                  <a:pt x="94302" y="179113"/>
                  <a:pt x="93040" y="180896"/>
                </a:cubicBezTo>
                <a:cubicBezTo>
                  <a:pt x="91787" y="182679"/>
                  <a:pt x="91367" y="184508"/>
                  <a:pt x="91787" y="186391"/>
                </a:cubicBezTo>
                <a:cubicBezTo>
                  <a:pt x="94924" y="203993"/>
                  <a:pt x="102367" y="216731"/>
                  <a:pt x="114099" y="224586"/>
                </a:cubicBezTo>
                <a:cubicBezTo>
                  <a:pt x="125831" y="232440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240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2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3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17" y="318330"/>
                    <a:pt x="68388" y="314901"/>
                  </a:cubicBezTo>
                  <a:cubicBezTo>
                    <a:pt x="64959" y="311472"/>
                    <a:pt x="63249" y="307211"/>
                    <a:pt x="63249" y="302136"/>
                  </a:cubicBezTo>
                  <a:cubicBezTo>
                    <a:pt x="63249" y="297052"/>
                    <a:pt x="64959" y="292800"/>
                    <a:pt x="68388" y="289371"/>
                  </a:cubicBezTo>
                  <a:cubicBezTo>
                    <a:pt x="71817" y="285942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352"/>
                    <a:pt x="52194" y="130878"/>
                  </a:cubicBezTo>
                  <a:cubicBezTo>
                    <a:pt x="47622" y="124395"/>
                    <a:pt x="45336" y="115827"/>
                    <a:pt x="45336" y="105156"/>
                  </a:cubicBezTo>
                  <a:cubicBezTo>
                    <a:pt x="45336" y="93214"/>
                    <a:pt x="49725" y="82872"/>
                    <a:pt x="58485" y="74103"/>
                  </a:cubicBezTo>
                  <a:cubicBezTo>
                    <a:pt x="67245" y="65343"/>
                    <a:pt x="77596" y="60963"/>
                    <a:pt x="89538" y="60963"/>
                  </a:cubicBezTo>
                  <a:cubicBezTo>
                    <a:pt x="100712" y="60963"/>
                    <a:pt x="109984" y="63944"/>
                    <a:pt x="117345" y="69915"/>
                  </a:cubicBezTo>
                  <a:cubicBezTo>
                    <a:pt x="124715" y="75886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05" y="60899"/>
                    <a:pt x="206316" y="63057"/>
                  </a:cubicBezTo>
                  <a:cubicBezTo>
                    <a:pt x="208218" y="65215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380" y="39685"/>
                    <a:pt x="245553" y="39054"/>
                  </a:cubicBezTo>
                  <a:cubicBezTo>
                    <a:pt x="248726" y="38414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345" y="72393"/>
                    <a:pt x="320232" y="74679"/>
                  </a:cubicBezTo>
                  <a:cubicBezTo>
                    <a:pt x="321119" y="76965"/>
                    <a:pt x="320927" y="79379"/>
                    <a:pt x="319656" y="81912"/>
                  </a:cubicBezTo>
                  <a:cubicBezTo>
                    <a:pt x="318385" y="84454"/>
                    <a:pt x="316547" y="85981"/>
                    <a:pt x="314133" y="86484"/>
                  </a:cubicBezTo>
                  <a:cubicBezTo>
                    <a:pt x="311719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2996"/>
                    <a:pt x="314325" y="123636"/>
                  </a:cubicBezTo>
                  <a:cubicBezTo>
                    <a:pt x="316611" y="124267"/>
                    <a:pt x="318385" y="125858"/>
                    <a:pt x="319656" y="128400"/>
                  </a:cubicBezTo>
                  <a:cubicBezTo>
                    <a:pt x="320927" y="130933"/>
                    <a:pt x="321119" y="133475"/>
                    <a:pt x="320232" y="136017"/>
                  </a:cubicBezTo>
                  <a:cubicBezTo>
                    <a:pt x="319345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770"/>
                    <a:pt x="246504" y="171642"/>
                  </a:cubicBezTo>
                  <a:cubicBezTo>
                    <a:pt x="243203" y="171514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18" y="146432"/>
                    <a:pt x="206316" y="148206"/>
                  </a:cubicBezTo>
                  <a:cubicBezTo>
                    <a:pt x="204405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22" y="122749"/>
                    <a:pt x="128967" y="125922"/>
                  </a:cubicBezTo>
                  <a:cubicBezTo>
                    <a:pt x="127321" y="129095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795" y="285942"/>
                    <a:pt x="256224" y="289371"/>
                  </a:cubicBezTo>
                  <a:cubicBezTo>
                    <a:pt x="259653" y="292800"/>
                    <a:pt x="261363" y="297052"/>
                    <a:pt x="261363" y="302136"/>
                  </a:cubicBezTo>
                  <a:cubicBezTo>
                    <a:pt x="261363" y="307211"/>
                    <a:pt x="259653" y="311472"/>
                    <a:pt x="256224" y="314901"/>
                  </a:cubicBezTo>
                  <a:cubicBezTo>
                    <a:pt x="252795" y="318330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6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03"/>
                  </a:moveTo>
                  <a:cubicBezTo>
                    <a:pt x="274530" y="261939"/>
                    <a:pt x="277658" y="254304"/>
                    <a:pt x="277658" y="245288"/>
                  </a:cubicBezTo>
                  <a:cubicBezTo>
                    <a:pt x="277658" y="236263"/>
                    <a:pt x="274530" y="228637"/>
                    <a:pt x="268267" y="222400"/>
                  </a:cubicBezTo>
                  <a:cubicBezTo>
                    <a:pt x="262030" y="216164"/>
                    <a:pt x="254386" y="213037"/>
                    <a:pt x="245352" y="213037"/>
                  </a:cubicBezTo>
                  <a:cubicBezTo>
                    <a:pt x="236308" y="213037"/>
                    <a:pt x="228664" y="216137"/>
                    <a:pt x="222400" y="222336"/>
                  </a:cubicBezTo>
                  <a:cubicBezTo>
                    <a:pt x="216164" y="228527"/>
                    <a:pt x="213037" y="236144"/>
                    <a:pt x="213037" y="245187"/>
                  </a:cubicBezTo>
                  <a:cubicBezTo>
                    <a:pt x="213037" y="254203"/>
                    <a:pt x="216164" y="261866"/>
                    <a:pt x="222400" y="268166"/>
                  </a:cubicBezTo>
                  <a:cubicBezTo>
                    <a:pt x="228637" y="274475"/>
                    <a:pt x="236281" y="277630"/>
                    <a:pt x="245315" y="277630"/>
                  </a:cubicBezTo>
                  <a:cubicBezTo>
                    <a:pt x="254377" y="277630"/>
                    <a:pt x="262040" y="274494"/>
                    <a:pt x="268303" y="268239"/>
                  </a:cubicBezTo>
                  <a:close/>
                  <a:moveTo>
                    <a:pt x="245516" y="299027"/>
                  </a:moveTo>
                  <a:cubicBezTo>
                    <a:pt x="230566" y="299027"/>
                    <a:pt x="217856" y="293769"/>
                    <a:pt x="207386" y="283254"/>
                  </a:cubicBezTo>
                  <a:cubicBezTo>
                    <a:pt x="196916" y="272729"/>
                    <a:pt x="191677" y="260055"/>
                    <a:pt x="191677" y="245215"/>
                  </a:cubicBezTo>
                  <a:cubicBezTo>
                    <a:pt x="191677" y="230493"/>
                    <a:pt x="196925" y="217883"/>
                    <a:pt x="207422" y="207386"/>
                  </a:cubicBezTo>
                  <a:cubicBezTo>
                    <a:pt x="217911" y="196889"/>
                    <a:pt x="230557" y="191640"/>
                    <a:pt x="245352" y="191640"/>
                  </a:cubicBezTo>
                  <a:cubicBezTo>
                    <a:pt x="260147" y="191640"/>
                    <a:pt x="272784" y="196889"/>
                    <a:pt x="283281" y="207386"/>
                  </a:cubicBezTo>
                  <a:cubicBezTo>
                    <a:pt x="293778" y="217856"/>
                    <a:pt x="299027" y="230520"/>
                    <a:pt x="299027" y="245379"/>
                  </a:cubicBezTo>
                  <a:cubicBezTo>
                    <a:pt x="299027" y="250125"/>
                    <a:pt x="298222" y="254971"/>
                    <a:pt x="296613" y="259936"/>
                  </a:cubicBezTo>
                  <a:cubicBezTo>
                    <a:pt x="295004" y="264893"/>
                    <a:pt x="292681" y="269821"/>
                    <a:pt x="289664" y="274713"/>
                  </a:cubicBezTo>
                  <a:lnTo>
                    <a:pt x="316584" y="301633"/>
                  </a:lnTo>
                  <a:cubicBezTo>
                    <a:pt x="318723" y="303773"/>
                    <a:pt x="319738" y="306278"/>
                    <a:pt x="319629" y="309140"/>
                  </a:cubicBezTo>
                  <a:cubicBezTo>
                    <a:pt x="319519" y="312012"/>
                    <a:pt x="318412" y="314526"/>
                    <a:pt x="316318" y="316684"/>
                  </a:cubicBezTo>
                  <a:cubicBezTo>
                    <a:pt x="314160" y="318796"/>
                    <a:pt x="311646" y="319839"/>
                    <a:pt x="308784" y="319793"/>
                  </a:cubicBezTo>
                  <a:cubicBezTo>
                    <a:pt x="305894" y="319775"/>
                    <a:pt x="303380" y="318687"/>
                    <a:pt x="301240" y="316556"/>
                  </a:cubicBezTo>
                  <a:lnTo>
                    <a:pt x="274649" y="290066"/>
                  </a:lnTo>
                  <a:cubicBezTo>
                    <a:pt x="269757" y="292992"/>
                    <a:pt x="264847" y="295223"/>
                    <a:pt x="259936" y="296741"/>
                  </a:cubicBezTo>
                  <a:cubicBezTo>
                    <a:pt x="255044" y="298259"/>
                    <a:pt x="250226" y="299027"/>
                    <a:pt x="245480" y="299027"/>
                  </a:cubicBezTo>
                  <a:close/>
                  <a:moveTo>
                    <a:pt x="157551" y="377071"/>
                  </a:moveTo>
                  <a:cubicBezTo>
                    <a:pt x="151461" y="377071"/>
                    <a:pt x="146185" y="374831"/>
                    <a:pt x="141705" y="370359"/>
                  </a:cubicBezTo>
                  <a:cubicBezTo>
                    <a:pt x="137233" y="365879"/>
                    <a:pt x="134993" y="360603"/>
                    <a:pt x="134993" y="354513"/>
                  </a:cubicBezTo>
                  <a:lnTo>
                    <a:pt x="134993" y="309607"/>
                  </a:lnTo>
                  <a:cubicBezTo>
                    <a:pt x="134993" y="306434"/>
                    <a:pt x="136081" y="303755"/>
                    <a:pt x="138266" y="301569"/>
                  </a:cubicBezTo>
                  <a:cubicBezTo>
                    <a:pt x="140452" y="299384"/>
                    <a:pt x="143140" y="298305"/>
                    <a:pt x="146341" y="298332"/>
                  </a:cubicBezTo>
                  <a:cubicBezTo>
                    <a:pt x="149532" y="298332"/>
                    <a:pt x="152202" y="299411"/>
                    <a:pt x="154342" y="301569"/>
                  </a:cubicBezTo>
                  <a:cubicBezTo>
                    <a:pt x="156481" y="303727"/>
                    <a:pt x="157551" y="306406"/>
                    <a:pt x="157551" y="309607"/>
                  </a:cubicBezTo>
                  <a:lnTo>
                    <a:pt x="157551" y="354513"/>
                  </a:lnTo>
                  <a:lnTo>
                    <a:pt x="202457" y="354513"/>
                  </a:lnTo>
                  <a:cubicBezTo>
                    <a:pt x="205630" y="354513"/>
                    <a:pt x="208309" y="355610"/>
                    <a:pt x="210495" y="357786"/>
                  </a:cubicBezTo>
                  <a:cubicBezTo>
                    <a:pt x="212680" y="359972"/>
                    <a:pt x="213759" y="362660"/>
                    <a:pt x="213732" y="365861"/>
                  </a:cubicBezTo>
                  <a:cubicBezTo>
                    <a:pt x="213732" y="369061"/>
                    <a:pt x="212653" y="371722"/>
                    <a:pt x="210495" y="373862"/>
                  </a:cubicBezTo>
                  <a:cubicBezTo>
                    <a:pt x="208337" y="376001"/>
                    <a:pt x="205658" y="377071"/>
                    <a:pt x="202457" y="377071"/>
                  </a:cubicBezTo>
                  <a:lnTo>
                    <a:pt x="157551" y="377071"/>
                  </a:lnTo>
                  <a:close/>
                  <a:moveTo>
                    <a:pt x="354549" y="377071"/>
                  </a:moveTo>
                  <a:lnTo>
                    <a:pt x="309643" y="377071"/>
                  </a:lnTo>
                  <a:cubicBezTo>
                    <a:pt x="306461" y="377071"/>
                    <a:pt x="303782" y="375983"/>
                    <a:pt x="301606" y="373798"/>
                  </a:cubicBezTo>
                  <a:cubicBezTo>
                    <a:pt x="299420" y="371612"/>
                    <a:pt x="298341" y="368924"/>
                    <a:pt x="298360" y="365723"/>
                  </a:cubicBezTo>
                  <a:cubicBezTo>
                    <a:pt x="298360" y="362532"/>
                    <a:pt x="299439" y="359862"/>
                    <a:pt x="301606" y="357722"/>
                  </a:cubicBezTo>
                  <a:cubicBezTo>
                    <a:pt x="303764" y="355583"/>
                    <a:pt x="306443" y="354513"/>
                    <a:pt x="309643" y="354513"/>
                  </a:cubicBezTo>
                  <a:lnTo>
                    <a:pt x="354549" y="354513"/>
                  </a:lnTo>
                  <a:lnTo>
                    <a:pt x="354549" y="309607"/>
                  </a:lnTo>
                  <a:cubicBezTo>
                    <a:pt x="354549" y="306434"/>
                    <a:pt x="355638" y="303755"/>
                    <a:pt x="357823" y="301569"/>
                  </a:cubicBezTo>
                  <a:cubicBezTo>
                    <a:pt x="360008" y="299384"/>
                    <a:pt x="362697" y="298305"/>
                    <a:pt x="365897" y="298332"/>
                  </a:cubicBezTo>
                  <a:cubicBezTo>
                    <a:pt x="369088" y="298332"/>
                    <a:pt x="371768" y="299411"/>
                    <a:pt x="373926" y="301569"/>
                  </a:cubicBezTo>
                  <a:cubicBezTo>
                    <a:pt x="376093" y="303727"/>
                    <a:pt x="377172" y="306406"/>
                    <a:pt x="377172" y="309607"/>
                  </a:cubicBezTo>
                  <a:lnTo>
                    <a:pt x="377172" y="354513"/>
                  </a:lnTo>
                  <a:cubicBezTo>
                    <a:pt x="377172" y="360603"/>
                    <a:pt x="374931" y="365879"/>
                    <a:pt x="370460" y="370359"/>
                  </a:cubicBezTo>
                  <a:cubicBezTo>
                    <a:pt x="365979" y="374831"/>
                    <a:pt x="360694" y="377071"/>
                    <a:pt x="354586" y="377071"/>
                  </a:cubicBezTo>
                  <a:close/>
                  <a:moveTo>
                    <a:pt x="134993" y="202421"/>
                  </a:moveTo>
                  <a:lnTo>
                    <a:pt x="134993" y="157515"/>
                  </a:lnTo>
                  <a:cubicBezTo>
                    <a:pt x="134993" y="151406"/>
                    <a:pt x="137233" y="146112"/>
                    <a:pt x="141705" y="141641"/>
                  </a:cubicBezTo>
                  <a:cubicBezTo>
                    <a:pt x="146185" y="137160"/>
                    <a:pt x="151461" y="134929"/>
                    <a:pt x="157551" y="134929"/>
                  </a:cubicBezTo>
                  <a:lnTo>
                    <a:pt x="202457" y="134929"/>
                  </a:lnTo>
                  <a:cubicBezTo>
                    <a:pt x="205630" y="134929"/>
                    <a:pt x="208309" y="136026"/>
                    <a:pt x="210495" y="138230"/>
                  </a:cubicBezTo>
                  <a:cubicBezTo>
                    <a:pt x="212653" y="140443"/>
                    <a:pt x="213732" y="143140"/>
                    <a:pt x="213732" y="146341"/>
                  </a:cubicBezTo>
                  <a:cubicBezTo>
                    <a:pt x="213732" y="149532"/>
                    <a:pt x="212653" y="152202"/>
                    <a:pt x="210495" y="154342"/>
                  </a:cubicBezTo>
                  <a:cubicBezTo>
                    <a:pt x="208337" y="156481"/>
                    <a:pt x="205658" y="157551"/>
                    <a:pt x="202457" y="157551"/>
                  </a:cubicBezTo>
                  <a:lnTo>
                    <a:pt x="157551" y="157551"/>
                  </a:lnTo>
                  <a:lnTo>
                    <a:pt x="157551" y="202457"/>
                  </a:lnTo>
                  <a:cubicBezTo>
                    <a:pt x="157551" y="205630"/>
                    <a:pt x="156454" y="208309"/>
                    <a:pt x="154278" y="210495"/>
                  </a:cubicBezTo>
                  <a:cubicBezTo>
                    <a:pt x="152092" y="212680"/>
                    <a:pt x="149404" y="213741"/>
                    <a:pt x="146203" y="213704"/>
                  </a:cubicBezTo>
                  <a:cubicBezTo>
                    <a:pt x="143003" y="213704"/>
                    <a:pt x="140342" y="212625"/>
                    <a:pt x="138202" y="210458"/>
                  </a:cubicBezTo>
                  <a:cubicBezTo>
                    <a:pt x="136063" y="208300"/>
                    <a:pt x="134993" y="205621"/>
                    <a:pt x="134993" y="202421"/>
                  </a:cubicBezTo>
                  <a:close/>
                  <a:moveTo>
                    <a:pt x="354513" y="202421"/>
                  </a:moveTo>
                  <a:lnTo>
                    <a:pt x="354513" y="157515"/>
                  </a:lnTo>
                  <a:lnTo>
                    <a:pt x="309643" y="157515"/>
                  </a:lnTo>
                  <a:cubicBezTo>
                    <a:pt x="306461" y="157515"/>
                    <a:pt x="303782" y="156426"/>
                    <a:pt x="301606" y="154241"/>
                  </a:cubicBezTo>
                  <a:cubicBezTo>
                    <a:pt x="299420" y="152056"/>
                    <a:pt x="298341" y="149376"/>
                    <a:pt x="298360" y="146203"/>
                  </a:cubicBezTo>
                  <a:cubicBezTo>
                    <a:pt x="298360" y="143003"/>
                    <a:pt x="299439" y="140324"/>
                    <a:pt x="301606" y="138166"/>
                  </a:cubicBezTo>
                  <a:cubicBezTo>
                    <a:pt x="303764" y="136008"/>
                    <a:pt x="306443" y="134929"/>
                    <a:pt x="309643" y="134929"/>
                  </a:cubicBezTo>
                  <a:lnTo>
                    <a:pt x="354549" y="134929"/>
                  </a:lnTo>
                  <a:cubicBezTo>
                    <a:pt x="360658" y="134929"/>
                    <a:pt x="365952" y="137160"/>
                    <a:pt x="370423" y="141641"/>
                  </a:cubicBezTo>
                  <a:cubicBezTo>
                    <a:pt x="374904" y="146112"/>
                    <a:pt x="377135" y="151406"/>
                    <a:pt x="377135" y="157515"/>
                  </a:cubicBezTo>
                  <a:lnTo>
                    <a:pt x="377135" y="202421"/>
                  </a:lnTo>
                  <a:cubicBezTo>
                    <a:pt x="377135" y="205603"/>
                    <a:pt x="376038" y="208282"/>
                    <a:pt x="373834" y="210458"/>
                  </a:cubicBezTo>
                  <a:cubicBezTo>
                    <a:pt x="371621" y="212625"/>
                    <a:pt x="368924" y="213704"/>
                    <a:pt x="365723" y="213704"/>
                  </a:cubicBezTo>
                  <a:cubicBezTo>
                    <a:pt x="362532" y="213704"/>
                    <a:pt x="359862" y="212625"/>
                    <a:pt x="357722" y="210458"/>
                  </a:cubicBezTo>
                  <a:cubicBezTo>
                    <a:pt x="355583" y="208300"/>
                    <a:pt x="354513" y="205621"/>
                    <a:pt x="354513" y="202421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49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891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364" y="309470"/>
                    <a:pt x="167536" y="306141"/>
                    <a:pt x="161035" y="299493"/>
                  </a:cubicBezTo>
                  <a:cubicBezTo>
                    <a:pt x="154534" y="292846"/>
                    <a:pt x="150684" y="285293"/>
                    <a:pt x="149486" y="276816"/>
                  </a:cubicBezTo>
                  <a:cubicBezTo>
                    <a:pt x="138184" y="276341"/>
                    <a:pt x="128711" y="271961"/>
                    <a:pt x="121048" y="263667"/>
                  </a:cubicBezTo>
                  <a:cubicBezTo>
                    <a:pt x="113367" y="255374"/>
                    <a:pt x="109527" y="245141"/>
                    <a:pt x="109527" y="232971"/>
                  </a:cubicBezTo>
                  <a:cubicBezTo>
                    <a:pt x="109527" y="228783"/>
                    <a:pt x="110066" y="224750"/>
                    <a:pt x="111127" y="220882"/>
                  </a:cubicBezTo>
                  <a:cubicBezTo>
                    <a:pt x="112197" y="217005"/>
                    <a:pt x="113797" y="213284"/>
                    <a:pt x="115909" y="209718"/>
                  </a:cubicBezTo>
                  <a:cubicBezTo>
                    <a:pt x="113797" y="206362"/>
                    <a:pt x="112197" y="202786"/>
                    <a:pt x="111127" y="198983"/>
                  </a:cubicBezTo>
                  <a:cubicBezTo>
                    <a:pt x="110066" y="195179"/>
                    <a:pt x="109527" y="191100"/>
                    <a:pt x="109527" y="186730"/>
                  </a:cubicBezTo>
                  <a:cubicBezTo>
                    <a:pt x="109527" y="175647"/>
                    <a:pt x="113386" y="166101"/>
                    <a:pt x="121103" y="158100"/>
                  </a:cubicBezTo>
                  <a:cubicBezTo>
                    <a:pt x="128821" y="150099"/>
                    <a:pt x="137992" y="145490"/>
                    <a:pt x="148617" y="144274"/>
                  </a:cubicBezTo>
                  <a:cubicBezTo>
                    <a:pt x="149294" y="135002"/>
                    <a:pt x="152979" y="127166"/>
                    <a:pt x="159673" y="120774"/>
                  </a:cubicBezTo>
                  <a:cubicBezTo>
                    <a:pt x="166375" y="114382"/>
                    <a:pt x="174422" y="111182"/>
                    <a:pt x="183794" y="111182"/>
                  </a:cubicBezTo>
                  <a:cubicBezTo>
                    <a:pt x="189290" y="111182"/>
                    <a:pt x="194136" y="112188"/>
                    <a:pt x="198361" y="114199"/>
                  </a:cubicBezTo>
                  <a:cubicBezTo>
                    <a:pt x="202576" y="116211"/>
                    <a:pt x="206563" y="119137"/>
                    <a:pt x="210312" y="122978"/>
                  </a:cubicBezTo>
                  <a:cubicBezTo>
                    <a:pt x="214061" y="119192"/>
                    <a:pt x="218011" y="116275"/>
                    <a:pt x="222153" y="114227"/>
                  </a:cubicBezTo>
                  <a:cubicBezTo>
                    <a:pt x="226305" y="112197"/>
                    <a:pt x="231105" y="111182"/>
                    <a:pt x="236555" y="111182"/>
                  </a:cubicBezTo>
                  <a:cubicBezTo>
                    <a:pt x="245736" y="111182"/>
                    <a:pt x="253645" y="114391"/>
                    <a:pt x="260293" y="120801"/>
                  </a:cubicBezTo>
                  <a:cubicBezTo>
                    <a:pt x="266959" y="127211"/>
                    <a:pt x="270708" y="135057"/>
                    <a:pt x="271540" y="144329"/>
                  </a:cubicBezTo>
                  <a:cubicBezTo>
                    <a:pt x="282339" y="145216"/>
                    <a:pt x="291639" y="149678"/>
                    <a:pt x="299439" y="157716"/>
                  </a:cubicBezTo>
                  <a:cubicBezTo>
                    <a:pt x="307248" y="165744"/>
                    <a:pt x="311152" y="175409"/>
                    <a:pt x="311152" y="186730"/>
                  </a:cubicBezTo>
                  <a:cubicBezTo>
                    <a:pt x="311152" y="191174"/>
                    <a:pt x="310549" y="195352"/>
                    <a:pt x="309360" y="199284"/>
                  </a:cubicBezTo>
                  <a:cubicBezTo>
                    <a:pt x="308162" y="203198"/>
                    <a:pt x="306479" y="206837"/>
                    <a:pt x="304303" y="210202"/>
                  </a:cubicBezTo>
                  <a:cubicBezTo>
                    <a:pt x="306297" y="213860"/>
                    <a:pt x="307833" y="217719"/>
                    <a:pt x="308921" y="221779"/>
                  </a:cubicBezTo>
                  <a:cubicBezTo>
                    <a:pt x="310009" y="225829"/>
                    <a:pt x="310549" y="229780"/>
                    <a:pt x="310549" y="233620"/>
                  </a:cubicBezTo>
                  <a:cubicBezTo>
                    <a:pt x="310549" y="245608"/>
                    <a:pt x="306790" y="255566"/>
                    <a:pt x="299274" y="263503"/>
                  </a:cubicBezTo>
                  <a:cubicBezTo>
                    <a:pt x="291767" y="271430"/>
                    <a:pt x="282449" y="275728"/>
                    <a:pt x="271321" y="276377"/>
                  </a:cubicBezTo>
                  <a:cubicBezTo>
                    <a:pt x="270169" y="284982"/>
                    <a:pt x="266264" y="292663"/>
                    <a:pt x="259616" y="299411"/>
                  </a:cubicBezTo>
                  <a:cubicBezTo>
                    <a:pt x="252969" y="306169"/>
                    <a:pt x="245141" y="309515"/>
                    <a:pt x="236116" y="309470"/>
                  </a:cubicBezTo>
                  <a:cubicBezTo>
                    <a:pt x="230667" y="309470"/>
                    <a:pt x="225967" y="308573"/>
                    <a:pt x="222016" y="306799"/>
                  </a:cubicBezTo>
                  <a:cubicBezTo>
                    <a:pt x="218075" y="305026"/>
                    <a:pt x="214171" y="302374"/>
                    <a:pt x="210312" y="298844"/>
                  </a:cubicBezTo>
                  <a:cubicBezTo>
                    <a:pt x="206472" y="302392"/>
                    <a:pt x="202558" y="305044"/>
                    <a:pt x="198580" y="306799"/>
                  </a:cubicBezTo>
                  <a:cubicBezTo>
                    <a:pt x="194612" y="308564"/>
                    <a:pt x="189921" y="309442"/>
                    <a:pt x="184508" y="309442"/>
                  </a:cubicBezTo>
                  <a:close/>
                  <a:moveTo>
                    <a:pt x="219383" y="145115"/>
                  </a:moveTo>
                  <a:lnTo>
                    <a:pt x="219383" y="275975"/>
                  </a:lnTo>
                  <a:cubicBezTo>
                    <a:pt x="219383" y="280282"/>
                    <a:pt x="221047" y="283939"/>
                    <a:pt x="224385" y="286948"/>
                  </a:cubicBezTo>
                  <a:cubicBezTo>
                    <a:pt x="227713" y="289938"/>
                    <a:pt x="231718" y="291428"/>
                    <a:pt x="236391" y="291428"/>
                  </a:cubicBezTo>
                  <a:cubicBezTo>
                    <a:pt x="240880" y="291428"/>
                    <a:pt x="244776" y="289453"/>
                    <a:pt x="248068" y="285503"/>
                  </a:cubicBezTo>
                  <a:cubicBezTo>
                    <a:pt x="251369" y="281562"/>
                    <a:pt x="253170" y="277520"/>
                    <a:pt x="253481" y="273387"/>
                  </a:cubicBezTo>
                  <a:cubicBezTo>
                    <a:pt x="249659" y="271979"/>
                    <a:pt x="246092" y="270123"/>
                    <a:pt x="242773" y="267819"/>
                  </a:cubicBezTo>
                  <a:cubicBezTo>
                    <a:pt x="239463" y="265505"/>
                    <a:pt x="236647" y="262661"/>
                    <a:pt x="234324" y="259287"/>
                  </a:cubicBezTo>
                  <a:cubicBezTo>
                    <a:pt x="232751" y="257120"/>
                    <a:pt x="232166" y="254871"/>
                    <a:pt x="232559" y="252557"/>
                  </a:cubicBezTo>
                  <a:cubicBezTo>
                    <a:pt x="232980" y="250235"/>
                    <a:pt x="234260" y="248287"/>
                    <a:pt x="236418" y="246714"/>
                  </a:cubicBezTo>
                  <a:cubicBezTo>
                    <a:pt x="238576" y="245141"/>
                    <a:pt x="240826" y="244556"/>
                    <a:pt x="243185" y="244977"/>
                  </a:cubicBezTo>
                  <a:cubicBezTo>
                    <a:pt x="245516" y="245370"/>
                    <a:pt x="247473" y="246659"/>
                    <a:pt x="249046" y="248836"/>
                  </a:cubicBezTo>
                  <a:cubicBezTo>
                    <a:pt x="251314" y="251963"/>
                    <a:pt x="254103" y="254359"/>
                    <a:pt x="257413" y="256005"/>
                  </a:cubicBezTo>
                  <a:cubicBezTo>
                    <a:pt x="260732" y="257650"/>
                    <a:pt x="264399" y="258473"/>
                    <a:pt x="268422" y="258473"/>
                  </a:cubicBezTo>
                  <a:cubicBezTo>
                    <a:pt x="275042" y="258473"/>
                    <a:pt x="280712" y="256206"/>
                    <a:pt x="285421" y="251661"/>
                  </a:cubicBezTo>
                  <a:cubicBezTo>
                    <a:pt x="290130" y="247107"/>
                    <a:pt x="292489" y="241091"/>
                    <a:pt x="292489" y="233593"/>
                  </a:cubicBezTo>
                  <a:cubicBezTo>
                    <a:pt x="292489" y="232020"/>
                    <a:pt x="292315" y="230347"/>
                    <a:pt x="291968" y="228591"/>
                  </a:cubicBezTo>
                  <a:cubicBezTo>
                    <a:pt x="291630" y="226835"/>
                    <a:pt x="291255" y="225080"/>
                    <a:pt x="290861" y="223324"/>
                  </a:cubicBezTo>
                  <a:cubicBezTo>
                    <a:pt x="287817" y="225427"/>
                    <a:pt x="284461" y="227018"/>
                    <a:pt x="280803" y="228106"/>
                  </a:cubicBezTo>
                  <a:cubicBezTo>
                    <a:pt x="277145" y="229194"/>
                    <a:pt x="273360" y="229734"/>
                    <a:pt x="269455" y="229734"/>
                  </a:cubicBezTo>
                  <a:cubicBezTo>
                    <a:pt x="266877" y="229734"/>
                    <a:pt x="264746" y="228883"/>
                    <a:pt x="263036" y="227183"/>
                  </a:cubicBezTo>
                  <a:cubicBezTo>
                    <a:pt x="261317" y="225464"/>
                    <a:pt x="260458" y="223306"/>
                    <a:pt x="260458" y="220718"/>
                  </a:cubicBezTo>
                  <a:cubicBezTo>
                    <a:pt x="260458" y="218130"/>
                    <a:pt x="261317" y="215972"/>
                    <a:pt x="263036" y="214253"/>
                  </a:cubicBezTo>
                  <a:cubicBezTo>
                    <a:pt x="264765" y="212552"/>
                    <a:pt x="266895" y="211702"/>
                    <a:pt x="269455" y="211702"/>
                  </a:cubicBezTo>
                  <a:cubicBezTo>
                    <a:pt x="276057" y="211702"/>
                    <a:pt x="281644" y="209242"/>
                    <a:pt x="286216" y="204332"/>
                  </a:cubicBezTo>
                  <a:cubicBezTo>
                    <a:pt x="290779" y="199431"/>
                    <a:pt x="293056" y="193569"/>
                    <a:pt x="293056" y="186757"/>
                  </a:cubicBezTo>
                  <a:cubicBezTo>
                    <a:pt x="293056" y="180109"/>
                    <a:pt x="290615" y="174440"/>
                    <a:pt x="285723" y="169731"/>
                  </a:cubicBezTo>
                  <a:cubicBezTo>
                    <a:pt x="280831" y="165003"/>
                    <a:pt x="275253" y="162452"/>
                    <a:pt x="268989" y="162096"/>
                  </a:cubicBezTo>
                  <a:cubicBezTo>
                    <a:pt x="267087" y="166659"/>
                    <a:pt x="264408" y="170691"/>
                    <a:pt x="260951" y="174184"/>
                  </a:cubicBezTo>
                  <a:cubicBezTo>
                    <a:pt x="257486" y="177677"/>
                    <a:pt x="253481" y="180283"/>
                    <a:pt x="248918" y="182002"/>
                  </a:cubicBezTo>
                  <a:cubicBezTo>
                    <a:pt x="246486" y="182944"/>
                    <a:pt x="244145" y="182889"/>
                    <a:pt x="241877" y="181847"/>
                  </a:cubicBezTo>
                  <a:cubicBezTo>
                    <a:pt x="239619" y="180777"/>
                    <a:pt x="238082" y="179030"/>
                    <a:pt x="237287" y="176598"/>
                  </a:cubicBezTo>
                  <a:cubicBezTo>
                    <a:pt x="236528" y="174211"/>
                    <a:pt x="236665" y="171871"/>
                    <a:pt x="237698" y="169594"/>
                  </a:cubicBezTo>
                  <a:cubicBezTo>
                    <a:pt x="238722" y="167308"/>
                    <a:pt x="240423" y="165744"/>
                    <a:pt x="242773" y="164894"/>
                  </a:cubicBezTo>
                  <a:cubicBezTo>
                    <a:pt x="245964" y="163806"/>
                    <a:pt x="248552" y="161648"/>
                    <a:pt x="250546" y="158429"/>
                  </a:cubicBezTo>
                  <a:cubicBezTo>
                    <a:pt x="252557" y="155201"/>
                    <a:pt x="253563" y="151580"/>
                    <a:pt x="253563" y="147557"/>
                  </a:cubicBezTo>
                  <a:cubicBezTo>
                    <a:pt x="253563" y="142454"/>
                    <a:pt x="251853" y="138120"/>
                    <a:pt x="248452" y="134545"/>
                  </a:cubicBezTo>
                  <a:cubicBezTo>
                    <a:pt x="245050" y="130979"/>
                    <a:pt x="241018" y="129196"/>
                    <a:pt x="236363" y="129196"/>
                  </a:cubicBezTo>
                  <a:cubicBezTo>
                    <a:pt x="231746" y="129196"/>
                    <a:pt x="227759" y="130750"/>
                    <a:pt x="224412" y="133868"/>
                  </a:cubicBezTo>
                  <a:cubicBezTo>
                    <a:pt x="221056" y="136986"/>
                    <a:pt x="219383" y="140735"/>
                    <a:pt x="219383" y="145115"/>
                  </a:cubicBezTo>
                  <a:close/>
                  <a:moveTo>
                    <a:pt x="201323" y="275975"/>
                  </a:moveTo>
                  <a:lnTo>
                    <a:pt x="201323" y="145115"/>
                  </a:lnTo>
                  <a:cubicBezTo>
                    <a:pt x="201323" y="140735"/>
                    <a:pt x="199668" y="136986"/>
                    <a:pt x="196377" y="133868"/>
                  </a:cubicBezTo>
                  <a:cubicBezTo>
                    <a:pt x="193085" y="130750"/>
                    <a:pt x="189061" y="129196"/>
                    <a:pt x="184316" y="129196"/>
                  </a:cubicBezTo>
                  <a:cubicBezTo>
                    <a:pt x="179643" y="129196"/>
                    <a:pt x="175565" y="130979"/>
                    <a:pt x="172090" y="134545"/>
                  </a:cubicBezTo>
                  <a:cubicBezTo>
                    <a:pt x="168615" y="138120"/>
                    <a:pt x="166878" y="142445"/>
                    <a:pt x="166878" y="147529"/>
                  </a:cubicBezTo>
                  <a:cubicBezTo>
                    <a:pt x="166878" y="151589"/>
                    <a:pt x="167829" y="155174"/>
                    <a:pt x="169731" y="158292"/>
                  </a:cubicBezTo>
                  <a:cubicBezTo>
                    <a:pt x="171633" y="161410"/>
                    <a:pt x="174166" y="163513"/>
                    <a:pt x="177330" y="164619"/>
                  </a:cubicBezTo>
                  <a:cubicBezTo>
                    <a:pt x="179689" y="165470"/>
                    <a:pt x="181417" y="167033"/>
                    <a:pt x="182523" y="169319"/>
                  </a:cubicBezTo>
                  <a:cubicBezTo>
                    <a:pt x="183630" y="171605"/>
                    <a:pt x="183794" y="173846"/>
                    <a:pt x="183035" y="176059"/>
                  </a:cubicBezTo>
                  <a:cubicBezTo>
                    <a:pt x="182094" y="178482"/>
                    <a:pt x="180448" y="180274"/>
                    <a:pt x="178098" y="181435"/>
                  </a:cubicBezTo>
                  <a:cubicBezTo>
                    <a:pt x="175757" y="182597"/>
                    <a:pt x="173370" y="182697"/>
                    <a:pt x="170920" y="181737"/>
                  </a:cubicBezTo>
                  <a:cubicBezTo>
                    <a:pt x="166357" y="180192"/>
                    <a:pt x="162388" y="177677"/>
                    <a:pt x="159023" y="174184"/>
                  </a:cubicBezTo>
                  <a:cubicBezTo>
                    <a:pt x="155658" y="170691"/>
                    <a:pt x="153025" y="166659"/>
                    <a:pt x="151123" y="162096"/>
                  </a:cubicBezTo>
                  <a:cubicBezTo>
                    <a:pt x="144996" y="162672"/>
                    <a:pt x="139547" y="165269"/>
                    <a:pt x="134764" y="169886"/>
                  </a:cubicBezTo>
                  <a:cubicBezTo>
                    <a:pt x="129982" y="174486"/>
                    <a:pt x="127595" y="180091"/>
                    <a:pt x="127595" y="186702"/>
                  </a:cubicBezTo>
                  <a:cubicBezTo>
                    <a:pt x="127595" y="193569"/>
                    <a:pt x="129863" y="199458"/>
                    <a:pt x="134408" y="204359"/>
                  </a:cubicBezTo>
                  <a:cubicBezTo>
                    <a:pt x="138961" y="209251"/>
                    <a:pt x="144539" y="211702"/>
                    <a:pt x="151150" y="211702"/>
                  </a:cubicBezTo>
                  <a:cubicBezTo>
                    <a:pt x="153738" y="211702"/>
                    <a:pt x="155887" y="212552"/>
                    <a:pt x="157615" y="214253"/>
                  </a:cubicBezTo>
                  <a:cubicBezTo>
                    <a:pt x="159334" y="215972"/>
                    <a:pt x="160194" y="218130"/>
                    <a:pt x="160194" y="220718"/>
                  </a:cubicBezTo>
                  <a:cubicBezTo>
                    <a:pt x="160194" y="223306"/>
                    <a:pt x="159334" y="225464"/>
                    <a:pt x="157615" y="227183"/>
                  </a:cubicBezTo>
                  <a:cubicBezTo>
                    <a:pt x="155887" y="228883"/>
                    <a:pt x="153738" y="229734"/>
                    <a:pt x="151150" y="229734"/>
                  </a:cubicBezTo>
                  <a:cubicBezTo>
                    <a:pt x="147200" y="229734"/>
                    <a:pt x="143378" y="229158"/>
                    <a:pt x="139684" y="227996"/>
                  </a:cubicBezTo>
                  <a:cubicBezTo>
                    <a:pt x="135990" y="226835"/>
                    <a:pt x="132570" y="225262"/>
                    <a:pt x="129442" y="223269"/>
                  </a:cubicBezTo>
                  <a:cubicBezTo>
                    <a:pt x="128857" y="224842"/>
                    <a:pt x="128409" y="226469"/>
                    <a:pt x="128080" y="228134"/>
                  </a:cubicBezTo>
                  <a:cubicBezTo>
                    <a:pt x="127778" y="229798"/>
                    <a:pt x="127623" y="231490"/>
                    <a:pt x="127623" y="233209"/>
                  </a:cubicBezTo>
                  <a:cubicBezTo>
                    <a:pt x="127623" y="240762"/>
                    <a:pt x="129927" y="246952"/>
                    <a:pt x="134545" y="251762"/>
                  </a:cubicBezTo>
                  <a:cubicBezTo>
                    <a:pt x="139163" y="256581"/>
                    <a:pt x="144786" y="258995"/>
                    <a:pt x="151415" y="258995"/>
                  </a:cubicBezTo>
                  <a:cubicBezTo>
                    <a:pt x="155238" y="258995"/>
                    <a:pt x="158859" y="258126"/>
                    <a:pt x="162288" y="256389"/>
                  </a:cubicBezTo>
                  <a:cubicBezTo>
                    <a:pt x="165708" y="254642"/>
                    <a:pt x="168551" y="252274"/>
                    <a:pt x="170810" y="249265"/>
                  </a:cubicBezTo>
                  <a:cubicBezTo>
                    <a:pt x="172392" y="247272"/>
                    <a:pt x="174394" y="246038"/>
                    <a:pt x="176818" y="245544"/>
                  </a:cubicBezTo>
                  <a:cubicBezTo>
                    <a:pt x="179222" y="245059"/>
                    <a:pt x="181435" y="245608"/>
                    <a:pt x="183447" y="247199"/>
                  </a:cubicBezTo>
                  <a:cubicBezTo>
                    <a:pt x="185459" y="248763"/>
                    <a:pt x="186702" y="250765"/>
                    <a:pt x="187196" y="253207"/>
                  </a:cubicBezTo>
                  <a:cubicBezTo>
                    <a:pt x="187681" y="255630"/>
                    <a:pt x="187141" y="257843"/>
                    <a:pt x="185568" y="259836"/>
                  </a:cubicBezTo>
                  <a:cubicBezTo>
                    <a:pt x="183282" y="263073"/>
                    <a:pt x="180576" y="265807"/>
                    <a:pt x="177439" y="268038"/>
                  </a:cubicBezTo>
                  <a:cubicBezTo>
                    <a:pt x="174294" y="270269"/>
                    <a:pt x="170892" y="272061"/>
                    <a:pt x="167253" y="273415"/>
                  </a:cubicBezTo>
                  <a:cubicBezTo>
                    <a:pt x="167582" y="277566"/>
                    <a:pt x="169374" y="281608"/>
                    <a:pt x="172630" y="285558"/>
                  </a:cubicBezTo>
                  <a:cubicBezTo>
                    <a:pt x="175912" y="289508"/>
                    <a:pt x="179890" y="291483"/>
                    <a:pt x="184562" y="291483"/>
                  </a:cubicBezTo>
                  <a:cubicBezTo>
                    <a:pt x="189235" y="291483"/>
                    <a:pt x="193194" y="289984"/>
                    <a:pt x="196459" y="287003"/>
                  </a:cubicBezTo>
                  <a:cubicBezTo>
                    <a:pt x="199714" y="284013"/>
                    <a:pt x="201351" y="280355"/>
                    <a:pt x="201351" y="276021"/>
                  </a:cubicBezTo>
                  <a:close/>
                  <a:moveTo>
                    <a:pt x="210312" y="21077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3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23" y="136465"/>
                    <a:pt x="235650" y="136593"/>
                  </a:cubicBezTo>
                  <a:cubicBezTo>
                    <a:pt x="232477" y="136712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484" y="281809"/>
                    <a:pt x="48582" y="279276"/>
                  </a:cubicBezTo>
                  <a:cubicBezTo>
                    <a:pt x="46671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671" y="89410"/>
                    <a:pt x="48582" y="86868"/>
                  </a:cubicBezTo>
                  <a:cubicBezTo>
                    <a:pt x="50484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594"/>
                    <a:pt x="232788" y="26481"/>
                  </a:cubicBezTo>
                  <a:cubicBezTo>
                    <a:pt x="235586" y="27368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276" y="84326"/>
                    <a:pt x="317187" y="86868"/>
                  </a:cubicBezTo>
                  <a:cubicBezTo>
                    <a:pt x="319089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089" y="276734"/>
                    <a:pt x="317187" y="279276"/>
                  </a:cubicBezTo>
                  <a:cubicBezTo>
                    <a:pt x="315276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392"/>
                    <a:pt x="232788" y="339279"/>
                  </a:cubicBezTo>
                  <a:cubicBezTo>
                    <a:pt x="229999" y="340166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7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33"/>
                  </a:moveTo>
                  <a:cubicBezTo>
                    <a:pt x="215698" y="205813"/>
                    <a:pt x="218158" y="199806"/>
                    <a:pt x="218158" y="192719"/>
                  </a:cubicBezTo>
                  <a:cubicBezTo>
                    <a:pt x="218158" y="185641"/>
                    <a:pt x="215698" y="179643"/>
                    <a:pt x="210778" y="174742"/>
                  </a:cubicBezTo>
                  <a:cubicBezTo>
                    <a:pt x="205877" y="169841"/>
                    <a:pt x="199879" y="167390"/>
                    <a:pt x="192774" y="167390"/>
                  </a:cubicBezTo>
                  <a:cubicBezTo>
                    <a:pt x="185669" y="167390"/>
                    <a:pt x="179661" y="169822"/>
                    <a:pt x="174742" y="174687"/>
                  </a:cubicBezTo>
                  <a:cubicBezTo>
                    <a:pt x="169841" y="179561"/>
                    <a:pt x="167390" y="185541"/>
                    <a:pt x="167390" y="192646"/>
                  </a:cubicBezTo>
                  <a:cubicBezTo>
                    <a:pt x="167390" y="199732"/>
                    <a:pt x="169841" y="205749"/>
                    <a:pt x="174742" y="210705"/>
                  </a:cubicBezTo>
                  <a:cubicBezTo>
                    <a:pt x="179643" y="215661"/>
                    <a:pt x="185651" y="218139"/>
                    <a:pt x="192746" y="218139"/>
                  </a:cubicBezTo>
                  <a:cubicBezTo>
                    <a:pt x="199870" y="218139"/>
                    <a:pt x="205886" y="215680"/>
                    <a:pt x="210806" y="210760"/>
                  </a:cubicBezTo>
                  <a:close/>
                  <a:moveTo>
                    <a:pt x="192902" y="234946"/>
                  </a:moveTo>
                  <a:cubicBezTo>
                    <a:pt x="181161" y="234946"/>
                    <a:pt x="171176" y="230813"/>
                    <a:pt x="162946" y="222556"/>
                  </a:cubicBezTo>
                  <a:cubicBezTo>
                    <a:pt x="154716" y="214290"/>
                    <a:pt x="150602" y="204332"/>
                    <a:pt x="150602" y="192673"/>
                  </a:cubicBezTo>
                  <a:cubicBezTo>
                    <a:pt x="150602" y="181097"/>
                    <a:pt x="154726" y="171194"/>
                    <a:pt x="162974" y="162946"/>
                  </a:cubicBezTo>
                  <a:cubicBezTo>
                    <a:pt x="171221" y="154698"/>
                    <a:pt x="181152" y="150574"/>
                    <a:pt x="192774" y="150574"/>
                  </a:cubicBezTo>
                  <a:cubicBezTo>
                    <a:pt x="204396" y="150574"/>
                    <a:pt x="214335" y="154698"/>
                    <a:pt x="222583" y="162946"/>
                  </a:cubicBezTo>
                  <a:cubicBezTo>
                    <a:pt x="230822" y="171176"/>
                    <a:pt x="234946" y="181124"/>
                    <a:pt x="234946" y="192801"/>
                  </a:cubicBezTo>
                  <a:cubicBezTo>
                    <a:pt x="234946" y="196523"/>
                    <a:pt x="234315" y="200336"/>
                    <a:pt x="233053" y="204231"/>
                  </a:cubicBezTo>
                  <a:cubicBezTo>
                    <a:pt x="231782" y="208136"/>
                    <a:pt x="229972" y="212004"/>
                    <a:pt x="227594" y="215853"/>
                  </a:cubicBezTo>
                  <a:lnTo>
                    <a:pt x="248744" y="237003"/>
                  </a:lnTo>
                  <a:cubicBezTo>
                    <a:pt x="250427" y="238677"/>
                    <a:pt x="251222" y="240643"/>
                    <a:pt x="251140" y="242901"/>
                  </a:cubicBezTo>
                  <a:cubicBezTo>
                    <a:pt x="251049" y="245151"/>
                    <a:pt x="250180" y="247126"/>
                    <a:pt x="248534" y="248827"/>
                  </a:cubicBezTo>
                  <a:cubicBezTo>
                    <a:pt x="246842" y="250482"/>
                    <a:pt x="244867" y="251305"/>
                    <a:pt x="242609" y="251268"/>
                  </a:cubicBezTo>
                  <a:cubicBezTo>
                    <a:pt x="240341" y="251250"/>
                    <a:pt x="238366" y="250399"/>
                    <a:pt x="236692" y="248717"/>
                  </a:cubicBezTo>
                  <a:lnTo>
                    <a:pt x="215798" y="227905"/>
                  </a:lnTo>
                  <a:cubicBezTo>
                    <a:pt x="211949" y="230209"/>
                    <a:pt x="208099" y="231956"/>
                    <a:pt x="204231" y="233154"/>
                  </a:cubicBezTo>
                  <a:cubicBezTo>
                    <a:pt x="200391" y="234352"/>
                    <a:pt x="196605" y="234946"/>
                    <a:pt x="192884" y="234946"/>
                  </a:cubicBezTo>
                  <a:close/>
                  <a:moveTo>
                    <a:pt x="123791" y="296275"/>
                  </a:moveTo>
                  <a:cubicBezTo>
                    <a:pt x="119009" y="296275"/>
                    <a:pt x="114858" y="294510"/>
                    <a:pt x="111337" y="290999"/>
                  </a:cubicBezTo>
                  <a:cubicBezTo>
                    <a:pt x="107826" y="287478"/>
                    <a:pt x="106070" y="283327"/>
                    <a:pt x="106070" y="278545"/>
                  </a:cubicBezTo>
                  <a:lnTo>
                    <a:pt x="106070" y="243267"/>
                  </a:lnTo>
                  <a:cubicBezTo>
                    <a:pt x="106070" y="240771"/>
                    <a:pt x="106921" y="238668"/>
                    <a:pt x="108640" y="236948"/>
                  </a:cubicBezTo>
                  <a:cubicBezTo>
                    <a:pt x="110350" y="235229"/>
                    <a:pt x="112462" y="234388"/>
                    <a:pt x="114977" y="234397"/>
                  </a:cubicBezTo>
                  <a:cubicBezTo>
                    <a:pt x="117491" y="234397"/>
                    <a:pt x="119585" y="235248"/>
                    <a:pt x="121268" y="236948"/>
                  </a:cubicBezTo>
                  <a:cubicBezTo>
                    <a:pt x="122950" y="238649"/>
                    <a:pt x="123791" y="240752"/>
                    <a:pt x="123791" y="243267"/>
                  </a:cubicBezTo>
                  <a:lnTo>
                    <a:pt x="123791" y="278545"/>
                  </a:lnTo>
                  <a:lnTo>
                    <a:pt x="159078" y="278545"/>
                  </a:lnTo>
                  <a:cubicBezTo>
                    <a:pt x="161565" y="278545"/>
                    <a:pt x="163668" y="279404"/>
                    <a:pt x="165388" y="281123"/>
                  </a:cubicBezTo>
                  <a:cubicBezTo>
                    <a:pt x="167107" y="282833"/>
                    <a:pt x="167948" y="284945"/>
                    <a:pt x="167939" y="287460"/>
                  </a:cubicBezTo>
                  <a:cubicBezTo>
                    <a:pt x="167939" y="289975"/>
                    <a:pt x="167088" y="292069"/>
                    <a:pt x="165388" y="293751"/>
                  </a:cubicBezTo>
                  <a:cubicBezTo>
                    <a:pt x="163687" y="295433"/>
                    <a:pt x="161584" y="296275"/>
                    <a:pt x="159078" y="296275"/>
                  </a:cubicBezTo>
                  <a:lnTo>
                    <a:pt x="123791" y="296275"/>
                  </a:lnTo>
                  <a:close/>
                  <a:moveTo>
                    <a:pt x="278572" y="296275"/>
                  </a:moveTo>
                  <a:lnTo>
                    <a:pt x="243285" y="296275"/>
                  </a:lnTo>
                  <a:cubicBezTo>
                    <a:pt x="240798" y="296275"/>
                    <a:pt x="238686" y="295415"/>
                    <a:pt x="236976" y="293696"/>
                  </a:cubicBezTo>
                  <a:cubicBezTo>
                    <a:pt x="235257" y="291986"/>
                    <a:pt x="234406" y="289874"/>
                    <a:pt x="234425" y="287359"/>
                  </a:cubicBezTo>
                  <a:cubicBezTo>
                    <a:pt x="234425" y="284845"/>
                    <a:pt x="235275" y="282751"/>
                    <a:pt x="236976" y="281068"/>
                  </a:cubicBezTo>
                  <a:cubicBezTo>
                    <a:pt x="238668" y="279386"/>
                    <a:pt x="240780" y="278545"/>
                    <a:pt x="243285" y="278545"/>
                  </a:cubicBezTo>
                  <a:lnTo>
                    <a:pt x="278572" y="278545"/>
                  </a:lnTo>
                  <a:lnTo>
                    <a:pt x="278572" y="243267"/>
                  </a:lnTo>
                  <a:cubicBezTo>
                    <a:pt x="278572" y="240771"/>
                    <a:pt x="279431" y="238668"/>
                    <a:pt x="281151" y="236948"/>
                  </a:cubicBezTo>
                  <a:cubicBezTo>
                    <a:pt x="282860" y="235229"/>
                    <a:pt x="284973" y="234388"/>
                    <a:pt x="287487" y="234397"/>
                  </a:cubicBezTo>
                  <a:cubicBezTo>
                    <a:pt x="290002" y="234397"/>
                    <a:pt x="292105" y="235248"/>
                    <a:pt x="293806" y="236948"/>
                  </a:cubicBezTo>
                  <a:cubicBezTo>
                    <a:pt x="295498" y="238649"/>
                    <a:pt x="296348" y="240752"/>
                    <a:pt x="296348" y="243267"/>
                  </a:cubicBezTo>
                  <a:lnTo>
                    <a:pt x="296348" y="278545"/>
                  </a:lnTo>
                  <a:cubicBezTo>
                    <a:pt x="296348" y="283327"/>
                    <a:pt x="294592" y="287478"/>
                    <a:pt x="291072" y="290999"/>
                  </a:cubicBezTo>
                  <a:cubicBezTo>
                    <a:pt x="287561" y="294510"/>
                    <a:pt x="283400" y="296275"/>
                    <a:pt x="278599" y="296275"/>
                  </a:cubicBezTo>
                  <a:close/>
                  <a:moveTo>
                    <a:pt x="106070" y="159051"/>
                  </a:moveTo>
                  <a:lnTo>
                    <a:pt x="106070" y="123764"/>
                  </a:lnTo>
                  <a:cubicBezTo>
                    <a:pt x="106070" y="118963"/>
                    <a:pt x="107826" y="114803"/>
                    <a:pt x="111337" y="111292"/>
                  </a:cubicBezTo>
                  <a:cubicBezTo>
                    <a:pt x="114858" y="107771"/>
                    <a:pt x="119009" y="106016"/>
                    <a:pt x="123791" y="106016"/>
                  </a:cubicBezTo>
                  <a:lnTo>
                    <a:pt x="159078" y="106016"/>
                  </a:lnTo>
                  <a:cubicBezTo>
                    <a:pt x="161565" y="106016"/>
                    <a:pt x="163668" y="106884"/>
                    <a:pt x="165388" y="108612"/>
                  </a:cubicBezTo>
                  <a:cubicBezTo>
                    <a:pt x="167088" y="110341"/>
                    <a:pt x="167939" y="112462"/>
                    <a:pt x="167939" y="114977"/>
                  </a:cubicBezTo>
                  <a:cubicBezTo>
                    <a:pt x="167939" y="117491"/>
                    <a:pt x="167088" y="119585"/>
                    <a:pt x="165388" y="121268"/>
                  </a:cubicBezTo>
                  <a:cubicBezTo>
                    <a:pt x="163687" y="122950"/>
                    <a:pt x="161584" y="123791"/>
                    <a:pt x="159078" y="123791"/>
                  </a:cubicBezTo>
                  <a:lnTo>
                    <a:pt x="123791" y="123791"/>
                  </a:lnTo>
                  <a:lnTo>
                    <a:pt x="123791" y="159078"/>
                  </a:lnTo>
                  <a:cubicBezTo>
                    <a:pt x="123791" y="161565"/>
                    <a:pt x="122932" y="163668"/>
                    <a:pt x="121213" y="165388"/>
                  </a:cubicBezTo>
                  <a:cubicBezTo>
                    <a:pt x="119503" y="167107"/>
                    <a:pt x="117391" y="167939"/>
                    <a:pt x="114876" y="167911"/>
                  </a:cubicBezTo>
                  <a:cubicBezTo>
                    <a:pt x="112361" y="167911"/>
                    <a:pt x="110267" y="167061"/>
                    <a:pt x="108585" y="165360"/>
                  </a:cubicBezTo>
                  <a:cubicBezTo>
                    <a:pt x="106903" y="163668"/>
                    <a:pt x="106070" y="161556"/>
                    <a:pt x="106070" y="159051"/>
                  </a:cubicBezTo>
                  <a:close/>
                  <a:moveTo>
                    <a:pt x="278545" y="159051"/>
                  </a:moveTo>
                  <a:lnTo>
                    <a:pt x="278545" y="123764"/>
                  </a:lnTo>
                  <a:lnTo>
                    <a:pt x="243285" y="123764"/>
                  </a:lnTo>
                  <a:cubicBezTo>
                    <a:pt x="240798" y="123764"/>
                    <a:pt x="238686" y="122905"/>
                    <a:pt x="236976" y="121185"/>
                  </a:cubicBezTo>
                  <a:cubicBezTo>
                    <a:pt x="235257" y="119476"/>
                    <a:pt x="234406" y="117372"/>
                    <a:pt x="234425" y="114876"/>
                  </a:cubicBezTo>
                  <a:cubicBezTo>
                    <a:pt x="234425" y="112361"/>
                    <a:pt x="235275" y="110258"/>
                    <a:pt x="236976" y="108558"/>
                  </a:cubicBezTo>
                  <a:cubicBezTo>
                    <a:pt x="238668" y="106866"/>
                    <a:pt x="240780" y="106016"/>
                    <a:pt x="243285" y="106016"/>
                  </a:cubicBezTo>
                  <a:lnTo>
                    <a:pt x="278572" y="106016"/>
                  </a:lnTo>
                  <a:cubicBezTo>
                    <a:pt x="283373" y="106016"/>
                    <a:pt x="287533" y="107771"/>
                    <a:pt x="291044" y="111292"/>
                  </a:cubicBezTo>
                  <a:cubicBezTo>
                    <a:pt x="294565" y="114803"/>
                    <a:pt x="296320" y="118963"/>
                    <a:pt x="296320" y="123764"/>
                  </a:cubicBezTo>
                  <a:lnTo>
                    <a:pt x="296320" y="159051"/>
                  </a:lnTo>
                  <a:cubicBezTo>
                    <a:pt x="296320" y="161538"/>
                    <a:pt x="295452" y="163650"/>
                    <a:pt x="293724" y="165360"/>
                  </a:cubicBezTo>
                  <a:cubicBezTo>
                    <a:pt x="291995" y="167061"/>
                    <a:pt x="289874" y="167911"/>
                    <a:pt x="287359" y="167911"/>
                  </a:cubicBezTo>
                  <a:cubicBezTo>
                    <a:pt x="284845" y="167911"/>
                    <a:pt x="282751" y="167061"/>
                    <a:pt x="281068" y="165360"/>
                  </a:cubicBezTo>
                  <a:cubicBezTo>
                    <a:pt x="279386" y="163668"/>
                    <a:pt x="278545" y="161556"/>
                    <a:pt x="278545" y="159051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756" y="230813"/>
                  </a:moveTo>
                  <a:cubicBezTo>
                    <a:pt x="150519" y="230813"/>
                    <a:pt x="135880" y="224805"/>
                    <a:pt x="123837" y="212781"/>
                  </a:cubicBezTo>
                  <a:cubicBezTo>
                    <a:pt x="111804" y="200757"/>
                    <a:pt x="105778" y="186199"/>
                    <a:pt x="105778" y="169100"/>
                  </a:cubicBezTo>
                  <a:cubicBezTo>
                    <a:pt x="105778" y="165634"/>
                    <a:pt x="106061" y="162388"/>
                    <a:pt x="106610" y="159362"/>
                  </a:cubicBezTo>
                  <a:cubicBezTo>
                    <a:pt x="107168" y="156326"/>
                    <a:pt x="108100" y="153125"/>
                    <a:pt x="109417" y="149742"/>
                  </a:cubicBezTo>
                  <a:cubicBezTo>
                    <a:pt x="109975" y="148325"/>
                    <a:pt x="110816" y="147209"/>
                    <a:pt x="111941" y="146395"/>
                  </a:cubicBezTo>
                  <a:cubicBezTo>
                    <a:pt x="113066" y="145600"/>
                    <a:pt x="114273" y="145024"/>
                    <a:pt x="115553" y="144676"/>
                  </a:cubicBezTo>
                  <a:cubicBezTo>
                    <a:pt x="116833" y="144329"/>
                    <a:pt x="118150" y="144338"/>
                    <a:pt x="119503" y="144704"/>
                  </a:cubicBezTo>
                  <a:cubicBezTo>
                    <a:pt x="120847" y="145070"/>
                    <a:pt x="122091" y="145810"/>
                    <a:pt x="123215" y="146935"/>
                  </a:cubicBezTo>
                  <a:lnTo>
                    <a:pt x="152184" y="175940"/>
                  </a:lnTo>
                  <a:lnTo>
                    <a:pt x="176095" y="153592"/>
                  </a:lnTo>
                  <a:lnTo>
                    <a:pt x="145819" y="123316"/>
                  </a:lnTo>
                  <a:cubicBezTo>
                    <a:pt x="144658" y="122210"/>
                    <a:pt x="143908" y="121003"/>
                    <a:pt x="143561" y="119686"/>
                  </a:cubicBezTo>
                  <a:cubicBezTo>
                    <a:pt x="143213" y="118369"/>
                    <a:pt x="143213" y="117061"/>
                    <a:pt x="143561" y="115754"/>
                  </a:cubicBezTo>
                  <a:cubicBezTo>
                    <a:pt x="143908" y="114455"/>
                    <a:pt x="144466" y="113294"/>
                    <a:pt x="145252" y="112279"/>
                  </a:cubicBezTo>
                  <a:cubicBezTo>
                    <a:pt x="146030" y="111255"/>
                    <a:pt x="147145" y="110423"/>
                    <a:pt x="148599" y="109783"/>
                  </a:cubicBezTo>
                  <a:cubicBezTo>
                    <a:pt x="151928" y="108484"/>
                    <a:pt x="155091" y="107497"/>
                    <a:pt x="158091" y="106820"/>
                  </a:cubicBezTo>
                  <a:cubicBezTo>
                    <a:pt x="161062" y="106144"/>
                    <a:pt x="164281" y="105805"/>
                    <a:pt x="167728" y="105805"/>
                  </a:cubicBezTo>
                  <a:cubicBezTo>
                    <a:pt x="185294" y="105805"/>
                    <a:pt x="200226" y="111959"/>
                    <a:pt x="212525" y="124258"/>
                  </a:cubicBezTo>
                  <a:cubicBezTo>
                    <a:pt x="224824" y="136556"/>
                    <a:pt x="230968" y="151498"/>
                    <a:pt x="230968" y="169082"/>
                  </a:cubicBezTo>
                  <a:cubicBezTo>
                    <a:pt x="230968" y="173169"/>
                    <a:pt x="230575" y="177165"/>
                    <a:pt x="229780" y="181079"/>
                  </a:cubicBezTo>
                  <a:cubicBezTo>
                    <a:pt x="228984" y="185001"/>
                    <a:pt x="227905" y="188942"/>
                    <a:pt x="226552" y="192929"/>
                  </a:cubicBezTo>
                  <a:lnTo>
                    <a:pt x="284762" y="251113"/>
                  </a:lnTo>
                  <a:cubicBezTo>
                    <a:pt x="289728" y="255941"/>
                    <a:pt x="292169" y="261802"/>
                    <a:pt x="292059" y="268678"/>
                  </a:cubicBezTo>
                  <a:cubicBezTo>
                    <a:pt x="291959" y="275554"/>
                    <a:pt x="289362" y="281361"/>
                    <a:pt x="284269" y="286107"/>
                  </a:cubicBezTo>
                  <a:cubicBezTo>
                    <a:pt x="279486" y="290560"/>
                    <a:pt x="273817" y="292745"/>
                    <a:pt x="267270" y="292663"/>
                  </a:cubicBezTo>
                  <a:cubicBezTo>
                    <a:pt x="260723" y="292571"/>
                    <a:pt x="255072" y="290157"/>
                    <a:pt x="250308" y="285412"/>
                  </a:cubicBezTo>
                  <a:lnTo>
                    <a:pt x="191530" y="226369"/>
                  </a:lnTo>
                  <a:cubicBezTo>
                    <a:pt x="187626" y="227722"/>
                    <a:pt x="183749" y="228801"/>
                    <a:pt x="179890" y="229597"/>
                  </a:cubicBezTo>
                  <a:cubicBezTo>
                    <a:pt x="176040" y="230411"/>
                    <a:pt x="171989" y="230813"/>
                    <a:pt x="167728" y="230813"/>
                  </a:cubicBezTo>
                  <a:close/>
                  <a:moveTo>
                    <a:pt x="167756" y="213796"/>
                  </a:moveTo>
                  <a:cubicBezTo>
                    <a:pt x="172081" y="213796"/>
                    <a:pt x="176671" y="213101"/>
                    <a:pt x="181527" y="211720"/>
                  </a:cubicBezTo>
                  <a:cubicBezTo>
                    <a:pt x="186373" y="210330"/>
                    <a:pt x="190616" y="208255"/>
                    <a:pt x="194255" y="205484"/>
                  </a:cubicBezTo>
                  <a:lnTo>
                    <a:pt x="262460" y="273689"/>
                  </a:lnTo>
                  <a:cubicBezTo>
                    <a:pt x="263850" y="275106"/>
                    <a:pt x="265578" y="275820"/>
                    <a:pt x="267663" y="275820"/>
                  </a:cubicBezTo>
                  <a:cubicBezTo>
                    <a:pt x="269739" y="275820"/>
                    <a:pt x="271476" y="275116"/>
                    <a:pt x="272857" y="273716"/>
                  </a:cubicBezTo>
                  <a:cubicBezTo>
                    <a:pt x="274247" y="272308"/>
                    <a:pt x="274933" y="270580"/>
                    <a:pt x="274933" y="268523"/>
                  </a:cubicBezTo>
                  <a:cubicBezTo>
                    <a:pt x="274933" y="266456"/>
                    <a:pt x="274247" y="264719"/>
                    <a:pt x="272857" y="263292"/>
                  </a:cubicBezTo>
                  <a:lnTo>
                    <a:pt x="205685" y="196130"/>
                  </a:lnTo>
                  <a:cubicBezTo>
                    <a:pt x="208465" y="192490"/>
                    <a:pt x="210541" y="188202"/>
                    <a:pt x="211921" y="183264"/>
                  </a:cubicBezTo>
                  <a:cubicBezTo>
                    <a:pt x="213311" y="178326"/>
                    <a:pt x="214006" y="173608"/>
                    <a:pt x="214006" y="169100"/>
                  </a:cubicBezTo>
                  <a:cubicBezTo>
                    <a:pt x="214006" y="156116"/>
                    <a:pt x="209196" y="145115"/>
                    <a:pt x="199586" y="136099"/>
                  </a:cubicBezTo>
                  <a:cubicBezTo>
                    <a:pt x="189967" y="127092"/>
                    <a:pt x="179012" y="122502"/>
                    <a:pt x="166713" y="122328"/>
                  </a:cubicBezTo>
                  <a:lnTo>
                    <a:pt x="192408" y="148553"/>
                  </a:lnTo>
                  <a:cubicBezTo>
                    <a:pt x="194182" y="150355"/>
                    <a:pt x="195014" y="152494"/>
                    <a:pt x="194932" y="154973"/>
                  </a:cubicBezTo>
                  <a:cubicBezTo>
                    <a:pt x="194849" y="157441"/>
                    <a:pt x="193917" y="159563"/>
                    <a:pt x="192152" y="161337"/>
                  </a:cubicBezTo>
                  <a:lnTo>
                    <a:pt x="159206" y="192207"/>
                  </a:lnTo>
                  <a:cubicBezTo>
                    <a:pt x="157332" y="193835"/>
                    <a:pt x="155174" y="194648"/>
                    <a:pt x="152732" y="194648"/>
                  </a:cubicBezTo>
                  <a:cubicBezTo>
                    <a:pt x="150291" y="194648"/>
                    <a:pt x="148270" y="193835"/>
                    <a:pt x="146679" y="192207"/>
                  </a:cubicBezTo>
                  <a:lnTo>
                    <a:pt x="122018" y="167802"/>
                  </a:lnTo>
                  <a:cubicBezTo>
                    <a:pt x="122539" y="181143"/>
                    <a:pt x="127275" y="192143"/>
                    <a:pt x="136236" y="200802"/>
                  </a:cubicBezTo>
                  <a:cubicBezTo>
                    <a:pt x="145188" y="209462"/>
                    <a:pt x="155695" y="213796"/>
                    <a:pt x="167756" y="213796"/>
                  </a:cubicBezTo>
                  <a:close/>
                  <a:moveTo>
                    <a:pt x="198827" y="19944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6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1000" dirty="0"/>
          </a:p>
        </p:txBody>
      </p:sp>
      <p:sp>
        <p:nvSpPr>
          <p:cNvPr id="44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28016"/>
                </a:lnTo>
                <a:arcTo hR="128016" wR="128016" stAng="10800000" swAng="5400000"/>
                <a:lnTo>
                  <a:pt x="1060704" y="0"/>
                </a:lnTo>
                <a:arcTo hR="128016" wR="128016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0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1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3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6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0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4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1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6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7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9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7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0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1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28016"/>
                </a:lnTo>
                <a:arcTo hR="128016" wR="128016" stAng="10800000" swAng="5400000"/>
                <a:lnTo>
                  <a:pt x="3282696" y="0"/>
                </a:lnTo>
                <a:arcTo hR="128016" wR="128016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6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7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2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0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1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8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4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6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8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0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2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4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0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4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7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7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3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6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1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400" dirty="0"/>
          </a:p>
        </p:txBody>
      </p:sp>
      <p:sp>
        <p:nvSpPr>
          <p:cNvPr id="6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400" dirty="0"/>
          </a:p>
        </p:txBody>
      </p:sp>
      <p:sp>
        <p:nvSpPr>
          <p:cNvPr id="9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4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400" dirty="0"/>
          </a:p>
        </p:txBody>
      </p:sp>
      <p:sp>
        <p:nvSpPr>
          <p:cNvPr id="1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7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5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8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0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29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0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1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3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4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5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8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39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4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4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6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59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1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4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6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2026-10-09T03:26:41Z</dcterms:created>
  <dcterms:modified xsi:type="dcterms:W3CDTF">2026-10-09T03:26:41Z</dcterms:modified>
</cp:coreProperties>
</file>