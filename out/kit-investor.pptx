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500" dirty="0"/>
          </a:p>
        </p:txBody>
      </p:sp>
      <p:sp>
        <p:nvSpPr>
          <p:cNvPr id="4" name="類別"/>
          <p:cNvSpPr/>
          <p:nvPr/>
        </p:nvSpPr>
        <p:spPr>
          <a:xfrm>
            <a:off x="548640" y="174193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400" dirty="0"/>
          </a:p>
        </p:txBody>
      </p:sp>
      <p:sp>
        <p:nvSpPr>
          <p:cNvPr id="5" name="流程方塊"/>
          <p:cNvSpPr/>
          <p:nvPr/>
        </p:nvSpPr>
        <p:spPr>
          <a:xfrm>
            <a:off x="1998160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6" name="圖說"/>
          <p:cNvSpPr/>
          <p:nvPr/>
        </p:nvSpPr>
        <p:spPr>
          <a:xfrm>
            <a:off x="1874520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850" dirty="0"/>
          </a:p>
        </p:txBody>
      </p:sp>
      <p:sp>
        <p:nvSpPr>
          <p:cNvPr id="7" name="流程方塊"/>
          <p:cNvSpPr/>
          <p:nvPr/>
        </p:nvSpPr>
        <p:spPr>
          <a:xfrm>
            <a:off x="3397584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8" name="圖說"/>
          <p:cNvSpPr/>
          <p:nvPr/>
        </p:nvSpPr>
        <p:spPr>
          <a:xfrm>
            <a:off x="3273944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9" name="流程方塊"/>
          <p:cNvSpPr/>
          <p:nvPr/>
        </p:nvSpPr>
        <p:spPr>
          <a:xfrm>
            <a:off x="4797008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CE4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0" name="圖說"/>
          <p:cNvSpPr/>
          <p:nvPr/>
        </p:nvSpPr>
        <p:spPr>
          <a:xfrm>
            <a:off x="4673368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11" name="流程方塊"/>
          <p:cNvSpPr/>
          <p:nvPr/>
        </p:nvSpPr>
        <p:spPr>
          <a:xfrm>
            <a:off x="6196432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E8E8E8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2" name="圖說"/>
          <p:cNvSpPr/>
          <p:nvPr/>
        </p:nvSpPr>
        <p:spPr>
          <a:xfrm>
            <a:off x="6072792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13" name="流程方塊"/>
          <p:cNvSpPr/>
          <p:nvPr/>
        </p:nvSpPr>
        <p:spPr>
          <a:xfrm>
            <a:off x="7595855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2225">
            <a:solidFill>
              <a:srgbClr val="E60012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4" name="圖說"/>
          <p:cNvSpPr/>
          <p:nvPr/>
        </p:nvSpPr>
        <p:spPr>
          <a:xfrm>
            <a:off x="7472216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850" dirty="0"/>
          </a:p>
        </p:txBody>
      </p:sp>
      <p:sp>
        <p:nvSpPr>
          <p:cNvPr id="15" name="流程方塊"/>
          <p:cNvSpPr/>
          <p:nvPr/>
        </p:nvSpPr>
        <p:spPr>
          <a:xfrm>
            <a:off x="8995279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E60012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150" dirty="0"/>
          </a:p>
        </p:txBody>
      </p:sp>
      <p:sp>
        <p:nvSpPr>
          <p:cNvPr id="16" name="圖說"/>
          <p:cNvSpPr/>
          <p:nvPr/>
        </p:nvSpPr>
        <p:spPr>
          <a:xfrm>
            <a:off x="8871639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17" name="流程方塊"/>
          <p:cNvSpPr/>
          <p:nvPr/>
        </p:nvSpPr>
        <p:spPr>
          <a:xfrm>
            <a:off x="10394703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150" dirty="0"/>
          </a:p>
        </p:txBody>
      </p:sp>
      <p:sp>
        <p:nvSpPr>
          <p:cNvPr id="18" name="圖說"/>
          <p:cNvSpPr/>
          <p:nvPr/>
        </p:nvSpPr>
        <p:spPr>
          <a:xfrm>
            <a:off x="10271063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850" dirty="0"/>
          </a:p>
        </p:txBody>
      </p:sp>
      <p:sp>
        <p:nvSpPr>
          <p:cNvPr id="19" name="線條"/>
          <p:cNvSpPr/>
          <p:nvPr/>
        </p:nvSpPr>
        <p:spPr>
          <a:xfrm>
            <a:off x="548640" y="2263140"/>
            <a:ext cx="11094415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0" name="類別"/>
          <p:cNvSpPr/>
          <p:nvPr/>
        </p:nvSpPr>
        <p:spPr>
          <a:xfrm>
            <a:off x="548640" y="242773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1" name="判斷菱形"/>
          <p:cNvSpPr/>
          <p:nvPr/>
        </p:nvSpPr>
        <p:spPr>
          <a:xfrm>
            <a:off x="2066740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2" name="圖說"/>
          <p:cNvSpPr/>
          <p:nvPr/>
        </p:nvSpPr>
        <p:spPr>
          <a:xfrm>
            <a:off x="1874520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23" name="判斷菱形"/>
          <p:cNvSpPr/>
          <p:nvPr/>
        </p:nvSpPr>
        <p:spPr>
          <a:xfrm>
            <a:off x="3466164" y="2313432"/>
            <a:ext cx="960120" cy="475488"/>
          </a:xfrm>
          <a:prstGeom prst="diamond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4" name="圖說"/>
          <p:cNvSpPr/>
          <p:nvPr/>
        </p:nvSpPr>
        <p:spPr>
          <a:xfrm>
            <a:off x="3273944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25" name="判斷菱形"/>
          <p:cNvSpPr/>
          <p:nvPr/>
        </p:nvSpPr>
        <p:spPr>
          <a:xfrm>
            <a:off x="4865588" y="2313432"/>
            <a:ext cx="960120" cy="475488"/>
          </a:xfrm>
          <a:prstGeom prst="diamond">
            <a:avLst/>
          </a:prstGeom>
          <a:solidFill>
            <a:srgbClr val="FCE4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6" name="圖說"/>
          <p:cNvSpPr/>
          <p:nvPr/>
        </p:nvSpPr>
        <p:spPr>
          <a:xfrm>
            <a:off x="4673368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27" name="判斷菱形"/>
          <p:cNvSpPr/>
          <p:nvPr/>
        </p:nvSpPr>
        <p:spPr>
          <a:xfrm>
            <a:off x="6265012" y="2313432"/>
            <a:ext cx="960120" cy="47548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E6001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8" name="圖說"/>
          <p:cNvSpPr/>
          <p:nvPr/>
        </p:nvSpPr>
        <p:spPr>
          <a:xfrm>
            <a:off x="6072792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850" dirty="0"/>
          </a:p>
        </p:txBody>
      </p:sp>
      <p:sp>
        <p:nvSpPr>
          <p:cNvPr id="29" name="判斷菱形"/>
          <p:cNvSpPr/>
          <p:nvPr/>
        </p:nvSpPr>
        <p:spPr>
          <a:xfrm>
            <a:off x="7664435" y="2313432"/>
            <a:ext cx="960120" cy="475488"/>
          </a:xfrm>
          <a:prstGeom prst="diamond">
            <a:avLst/>
          </a:prstGeom>
          <a:solidFill>
            <a:srgbClr val="E60012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0" name="圖說"/>
          <p:cNvSpPr/>
          <p:nvPr/>
        </p:nvSpPr>
        <p:spPr>
          <a:xfrm>
            <a:off x="7472216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31" name="判斷菱形"/>
          <p:cNvSpPr/>
          <p:nvPr/>
        </p:nvSpPr>
        <p:spPr>
          <a:xfrm>
            <a:off x="9063859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2" name="圖說"/>
          <p:cNvSpPr/>
          <p:nvPr/>
        </p:nvSpPr>
        <p:spPr>
          <a:xfrm>
            <a:off x="8871639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8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0330695" y="2313432"/>
            <a:ext cx="1115568" cy="475488"/>
            <a:chOff x="10330695" y="2313432"/>
            <a:chExt cx="1115568" cy="475488"/>
          </a:xfrm>
        </p:grpSpPr>
        <p:sp>
          <p:nvSpPr>
            <p:cNvPr id="33" name="判斷菱形"/>
            <p:cNvSpPr/>
            <p:nvPr/>
          </p:nvSpPr>
          <p:spPr>
            <a:xfrm>
              <a:off x="10330695" y="2313432"/>
              <a:ext cx="566928" cy="475488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E60012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4" name="線條"/>
            <p:cNvSpPr/>
            <p:nvPr/>
          </p:nvSpPr>
          <p:spPr>
            <a:xfrm>
              <a:off x="10897623" y="2551176"/>
              <a:ext cx="54864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35" name="標註"/>
            <p:cNvSpPr/>
            <p:nvPr/>
          </p:nvSpPr>
          <p:spPr>
            <a:xfrm>
              <a:off x="10915911" y="2368296"/>
              <a:ext cx="2743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00" dirty="0"/>
            </a:p>
          </p:txBody>
        </p:sp>
      </p:grpSp>
      <p:sp>
        <p:nvSpPr>
          <p:cNvPr id="36" name="圖說"/>
          <p:cNvSpPr/>
          <p:nvPr/>
        </p:nvSpPr>
        <p:spPr>
          <a:xfrm>
            <a:off x="10271063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850" dirty="0"/>
          </a:p>
        </p:txBody>
      </p:sp>
      <p:sp>
        <p:nvSpPr>
          <p:cNvPr id="37" name="線條"/>
          <p:cNvSpPr/>
          <p:nvPr/>
        </p:nvSpPr>
        <p:spPr>
          <a:xfrm>
            <a:off x="548640" y="2994660"/>
            <a:ext cx="11094415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8" name="類別"/>
          <p:cNvSpPr/>
          <p:nvPr/>
        </p:nvSpPr>
        <p:spPr>
          <a:xfrm>
            <a:off x="548640" y="309524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/ End</a:t>
            </a:r>
            <a:endParaRPr lang="en-US" sz="1400" dirty="0"/>
          </a:p>
        </p:txBody>
      </p:sp>
      <p:sp>
        <p:nvSpPr>
          <p:cNvPr id="39" name="開始／結束"/>
          <p:cNvSpPr/>
          <p:nvPr/>
        </p:nvSpPr>
        <p:spPr>
          <a:xfrm>
            <a:off x="1998160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60012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0" name="圖說"/>
          <p:cNvSpPr/>
          <p:nvPr/>
        </p:nvSpPr>
        <p:spPr>
          <a:xfrm>
            <a:off x="1874520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41" name="開始／結束"/>
          <p:cNvSpPr/>
          <p:nvPr/>
        </p:nvSpPr>
        <p:spPr>
          <a:xfrm>
            <a:off x="3397584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CE4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2" name="圖說"/>
          <p:cNvSpPr/>
          <p:nvPr/>
        </p:nvSpPr>
        <p:spPr>
          <a:xfrm>
            <a:off x="3273944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43" name="開始／結束"/>
          <p:cNvSpPr/>
          <p:nvPr/>
        </p:nvSpPr>
        <p:spPr>
          <a:xfrm>
            <a:off x="4797008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4" name="圖說"/>
          <p:cNvSpPr/>
          <p:nvPr/>
        </p:nvSpPr>
        <p:spPr>
          <a:xfrm>
            <a:off x="4673368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45" name="開始／結束"/>
          <p:cNvSpPr/>
          <p:nvPr/>
        </p:nvSpPr>
        <p:spPr>
          <a:xfrm>
            <a:off x="6196432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6" name="圖說"/>
          <p:cNvSpPr/>
          <p:nvPr/>
        </p:nvSpPr>
        <p:spPr>
          <a:xfrm>
            <a:off x="6072792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47" name="開始／結束"/>
          <p:cNvSpPr/>
          <p:nvPr/>
        </p:nvSpPr>
        <p:spPr>
          <a:xfrm>
            <a:off x="7595855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48" name="圖說"/>
          <p:cNvSpPr/>
          <p:nvPr/>
        </p:nvSpPr>
        <p:spPr>
          <a:xfrm>
            <a:off x="7472216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49" name="開始／結束"/>
          <p:cNvSpPr/>
          <p:nvPr/>
        </p:nvSpPr>
        <p:spPr>
          <a:xfrm>
            <a:off x="8995279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1F3FBF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0" name="圖說"/>
          <p:cNvSpPr/>
          <p:nvPr/>
        </p:nvSpPr>
        <p:spPr>
          <a:xfrm>
            <a:off x="8871639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850" dirty="0"/>
          </a:p>
        </p:txBody>
      </p:sp>
      <p:sp>
        <p:nvSpPr>
          <p:cNvPr id="51" name="線條"/>
          <p:cNvSpPr/>
          <p:nvPr/>
        </p:nvSpPr>
        <p:spPr>
          <a:xfrm>
            <a:off x="548640" y="3598164"/>
            <a:ext cx="11094415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52" name="類別"/>
          <p:cNvSpPr/>
          <p:nvPr/>
        </p:nvSpPr>
        <p:spPr>
          <a:xfrm>
            <a:off x="548640" y="37078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Arrows</a:t>
            </a:r>
            <a:endParaRPr lang="en-US" sz="1400" dirty="0"/>
          </a:p>
        </p:txBody>
      </p:sp>
      <p:sp>
        <p:nvSpPr>
          <p:cNvPr id="53" name="線條"/>
          <p:cNvSpPr/>
          <p:nvPr/>
        </p:nvSpPr>
        <p:spPr>
          <a:xfrm>
            <a:off x="2016448" y="3831336"/>
            <a:ext cx="10607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4" name="圖說"/>
          <p:cNvSpPr/>
          <p:nvPr/>
        </p:nvSpPr>
        <p:spPr>
          <a:xfrm>
            <a:off x="1874520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850" dirty="0"/>
          </a:p>
        </p:txBody>
      </p:sp>
      <p:sp>
        <p:nvSpPr>
          <p:cNvPr id="55" name="線條"/>
          <p:cNvSpPr/>
          <p:nvPr/>
        </p:nvSpPr>
        <p:spPr>
          <a:xfrm>
            <a:off x="3415872" y="3831336"/>
            <a:ext cx="1060704" cy="0"/>
          </a:xfrm>
          <a:prstGeom prst="line">
            <a:avLst/>
          </a:prstGeom>
          <a:noFill/>
          <a:ln w="28575">
            <a:solidFill>
              <a:srgbClr val="E60012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3273944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850" dirty="0"/>
          </a:p>
        </p:txBody>
      </p:sp>
      <p:sp>
        <p:nvSpPr>
          <p:cNvPr id="57" name="連接線"/>
          <p:cNvSpPr/>
          <p:nvPr/>
        </p:nvSpPr>
        <p:spPr>
          <a:xfrm>
            <a:off x="4815296" y="3694176"/>
            <a:ext cx="1060704" cy="274320"/>
          </a:xfrm>
          <a:custGeom>
            <a:avLst/>
            <a:gdLst/>
            <a:ahLst/>
            <a:cxnLst/>
            <a:rect l="l" t="t" r="r" b="b"/>
            <a:pathLst>
              <a:path w="1060704" h="274320">
                <a:moveTo>
                  <a:pt x="0" y="0"/>
                </a:moveTo>
                <a:lnTo>
                  <a:pt x="530352" y="0"/>
                </a:lnTo>
                <a:lnTo>
                  <a:pt x="530352" y="274320"/>
                </a:lnTo>
                <a:lnTo>
                  <a:pt x="1060704" y="27432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4673368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850" dirty="0"/>
          </a:p>
        </p:txBody>
      </p:sp>
      <p:sp>
        <p:nvSpPr>
          <p:cNvPr id="59" name="線條"/>
          <p:cNvSpPr/>
          <p:nvPr/>
        </p:nvSpPr>
        <p:spPr>
          <a:xfrm>
            <a:off x="6214720" y="3831336"/>
            <a:ext cx="1060704" cy="0"/>
          </a:xfrm>
          <a:prstGeom prst="line">
            <a:avLst/>
          </a:prstGeom>
          <a:noFill/>
          <a:ln w="15875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0" name="圖說"/>
          <p:cNvSpPr/>
          <p:nvPr/>
        </p:nvSpPr>
        <p:spPr>
          <a:xfrm>
            <a:off x="6072792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850" dirty="0"/>
          </a:p>
        </p:txBody>
      </p:sp>
      <p:sp>
        <p:nvSpPr>
          <p:cNvPr id="61" name="線條"/>
          <p:cNvSpPr/>
          <p:nvPr/>
        </p:nvSpPr>
        <p:spPr>
          <a:xfrm>
            <a:off x="7614143" y="3831336"/>
            <a:ext cx="106070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62" name="圖說"/>
          <p:cNvSpPr/>
          <p:nvPr/>
        </p:nvSpPr>
        <p:spPr>
          <a:xfrm>
            <a:off x="7472216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8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9214735" y="3703320"/>
            <a:ext cx="640080" cy="256032"/>
            <a:chOff x="9214735" y="3703320"/>
            <a:chExt cx="640080" cy="256032"/>
          </a:xfrm>
        </p:grpSpPr>
        <p:sp>
          <p:nvSpPr>
            <p:cNvPr id="63" name="三角分隔"/>
            <p:cNvSpPr/>
            <p:nvPr/>
          </p:nvSpPr>
          <p:spPr>
            <a:xfrm>
              <a:off x="9214735" y="3730752"/>
              <a:ext cx="155448" cy="201168"/>
            </a:xfrm>
            <a:custGeom>
              <a:avLst/>
              <a:gdLst/>
              <a:ahLst/>
              <a:cxnLst/>
              <a:rect l="l" t="t" r="r" b="b"/>
              <a:pathLst>
                <a:path w="155448" h="201168">
                  <a:moveTo>
                    <a:pt x="0" y="0"/>
                  </a:moveTo>
                  <a:lnTo>
                    <a:pt x="155448" y="100584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4" name="V 形分隔"/>
            <p:cNvSpPr/>
            <p:nvPr/>
          </p:nvSpPr>
          <p:spPr>
            <a:xfrm>
              <a:off x="9708511" y="3703320"/>
              <a:ext cx="146304" cy="256032"/>
            </a:xfrm>
            <a:prstGeom prst="chevron">
              <a:avLst>
                <a:gd name="adj" fmla="val 62500"/>
              </a:avLst>
            </a:prstGeom>
            <a:solidFill>
              <a:srgbClr val="E6001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5" name="圖說"/>
          <p:cNvSpPr/>
          <p:nvPr/>
        </p:nvSpPr>
        <p:spPr>
          <a:xfrm>
            <a:off x="8871639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850" dirty="0"/>
          </a:p>
        </p:txBody>
      </p:sp>
      <p:sp>
        <p:nvSpPr>
          <p:cNvPr id="66" name="區塊箭頭"/>
          <p:cNvSpPr/>
          <p:nvPr/>
        </p:nvSpPr>
        <p:spPr>
          <a:xfrm>
            <a:off x="10440423" y="3648456"/>
            <a:ext cx="1005840" cy="365760"/>
          </a:xfrm>
          <a:custGeom>
            <a:avLst/>
            <a:gdLst/>
            <a:ahLst/>
            <a:cxnLst/>
            <a:rect l="l" t="t" r="r" b="b"/>
            <a:pathLst>
              <a:path w="1005840" h="365760">
                <a:moveTo>
                  <a:pt x="0" y="109728"/>
                </a:moveTo>
                <a:lnTo>
                  <a:pt x="786384" y="109728"/>
                </a:lnTo>
                <a:lnTo>
                  <a:pt x="786384" y="0"/>
                </a:lnTo>
                <a:lnTo>
                  <a:pt x="1005840" y="182880"/>
                </a:lnTo>
                <a:lnTo>
                  <a:pt x="786384" y="365760"/>
                </a:lnTo>
                <a:lnTo>
                  <a:pt x="786384" y="256032"/>
                </a:lnTo>
                <a:lnTo>
                  <a:pt x="0" y="256032"/>
                </a:lnTo>
                <a:close/>
              </a:path>
            </a:pathLst>
          </a:cu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10271063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850" dirty="0"/>
          </a:p>
        </p:txBody>
      </p:sp>
      <p:sp>
        <p:nvSpPr>
          <p:cNvPr id="68" name="線條"/>
          <p:cNvSpPr/>
          <p:nvPr/>
        </p:nvSpPr>
        <p:spPr>
          <a:xfrm>
            <a:off x="548640" y="4219956"/>
            <a:ext cx="11094415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69" name="類別"/>
          <p:cNvSpPr/>
          <p:nvPr/>
        </p:nvSpPr>
        <p:spPr>
          <a:xfrm>
            <a:off x="548640" y="434797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0" name="警示方塊"/>
          <p:cNvSpPr/>
          <p:nvPr/>
        </p:nvSpPr>
        <p:spPr>
          <a:xfrm>
            <a:off x="1998160" y="42702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E60012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D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150" dirty="0"/>
          </a:p>
        </p:txBody>
      </p:sp>
      <p:sp>
        <p:nvSpPr>
          <p:cNvPr id="71" name="圖說"/>
          <p:cNvSpPr/>
          <p:nvPr/>
        </p:nvSpPr>
        <p:spPr>
          <a:xfrm>
            <a:off x="1874520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850" dirty="0"/>
          </a:p>
        </p:txBody>
      </p:sp>
      <p:sp>
        <p:nvSpPr>
          <p:cNvPr id="72" name="警示方塊"/>
          <p:cNvSpPr/>
          <p:nvPr/>
        </p:nvSpPr>
        <p:spPr>
          <a:xfrm>
            <a:off x="3397584" y="42702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CDBDE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D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73" name="圖說"/>
          <p:cNvSpPr/>
          <p:nvPr/>
        </p:nvSpPr>
        <p:spPr>
          <a:xfrm>
            <a:off x="3273944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850" dirty="0"/>
          </a:p>
        </p:txBody>
      </p:sp>
      <p:sp>
        <p:nvSpPr>
          <p:cNvPr id="74" name="警示方塊"/>
          <p:cNvSpPr/>
          <p:nvPr/>
        </p:nvSpPr>
        <p:spPr>
          <a:xfrm>
            <a:off x="4797008" y="42702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E60012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150" dirty="0"/>
          </a:p>
        </p:txBody>
      </p:sp>
      <p:sp>
        <p:nvSpPr>
          <p:cNvPr id="75" name="圖說"/>
          <p:cNvSpPr/>
          <p:nvPr/>
        </p:nvSpPr>
        <p:spPr>
          <a:xfrm>
            <a:off x="4673368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8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6507050" y="4266225"/>
            <a:ext cx="476044" cy="410383"/>
            <a:chOff x="6507050" y="4266225"/>
            <a:chExt cx="476044" cy="410383"/>
          </a:xfrm>
        </p:grpSpPr>
        <p:sp>
          <p:nvSpPr>
            <p:cNvPr id="76" name="警告三角"/>
            <p:cNvSpPr/>
            <p:nvPr/>
          </p:nvSpPr>
          <p:spPr>
            <a:xfrm>
              <a:off x="6507050" y="4266225"/>
              <a:ext cx="476044" cy="410383"/>
            </a:xfrm>
            <a:custGeom>
              <a:avLst/>
              <a:gdLst/>
              <a:ahLst/>
              <a:cxnLst/>
              <a:rect l="l" t="t" r="r" b="b"/>
              <a:pathLst>
                <a:path w="476044" h="410383">
                  <a:moveTo>
                    <a:pt x="0" y="410383"/>
                  </a:moveTo>
                  <a:lnTo>
                    <a:pt x="238022" y="0"/>
                  </a:lnTo>
                  <a:lnTo>
                    <a:pt x="476044" y="410383"/>
                  </a:lnTo>
                  <a:close/>
                </a:path>
              </a:pathLst>
            </a:custGeom>
            <a:solidFill>
              <a:srgbClr val="E6001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驚嘆號"/>
            <p:cNvSpPr/>
            <p:nvPr/>
          </p:nvSpPr>
          <p:spPr>
            <a:xfrm>
              <a:off x="6507050" y="4389339"/>
              <a:ext cx="476044" cy="279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700" dirty="0"/>
            </a:p>
          </p:txBody>
        </p:sp>
      </p:grpSp>
      <p:sp>
        <p:nvSpPr>
          <p:cNvPr id="78" name="圖說"/>
          <p:cNvSpPr/>
          <p:nvPr/>
        </p:nvSpPr>
        <p:spPr>
          <a:xfrm>
            <a:off x="6072792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850" dirty="0"/>
          </a:p>
        </p:txBody>
      </p:sp>
      <p:sp>
        <p:nvSpPr>
          <p:cNvPr id="79" name="錯誤標記"/>
          <p:cNvSpPr/>
          <p:nvPr/>
        </p:nvSpPr>
        <p:spPr>
          <a:xfrm>
            <a:off x="7979538" y="4306458"/>
            <a:ext cx="329916" cy="32991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80" name="圖說"/>
          <p:cNvSpPr/>
          <p:nvPr/>
        </p:nvSpPr>
        <p:spPr>
          <a:xfrm>
            <a:off x="7472216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8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8995279" y="4210812"/>
            <a:ext cx="1156716" cy="461772"/>
            <a:chOff x="8995279" y="4210812"/>
            <a:chExt cx="1156716" cy="461772"/>
          </a:xfrm>
        </p:grpSpPr>
        <p:sp>
          <p:nvSpPr>
            <p:cNvPr id="81" name="流程方塊"/>
            <p:cNvSpPr/>
            <p:nvPr/>
          </p:nvSpPr>
          <p:spPr>
            <a:xfrm>
              <a:off x="8995279" y="4270248"/>
              <a:ext cx="1097280" cy="402336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150" dirty="0"/>
            </a:p>
          </p:txBody>
        </p:sp>
        <p:sp>
          <p:nvSpPr>
            <p:cNvPr id="82" name="提示紅點"/>
            <p:cNvSpPr/>
            <p:nvPr/>
          </p:nvSpPr>
          <p:spPr>
            <a:xfrm>
              <a:off x="9996547" y="4210812"/>
              <a:ext cx="155448" cy="155448"/>
            </a:xfrm>
            <a:prstGeom prst="ellipse">
              <a:avLst/>
            </a:prstGeom>
            <a:solidFill>
              <a:srgbClr val="E60012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3" name="圖說"/>
          <p:cNvSpPr/>
          <p:nvPr/>
        </p:nvSpPr>
        <p:spPr>
          <a:xfrm>
            <a:off x="8871639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850" dirty="0"/>
          </a:p>
        </p:txBody>
      </p:sp>
      <p:sp>
        <p:nvSpPr>
          <p:cNvPr id="84" name="連接線"/>
          <p:cNvSpPr/>
          <p:nvPr/>
        </p:nvSpPr>
        <p:spPr>
          <a:xfrm>
            <a:off x="10412991" y="4325112"/>
            <a:ext cx="1060704" cy="292608"/>
          </a:xfrm>
          <a:custGeom>
            <a:avLst/>
            <a:gdLst/>
            <a:ahLst/>
            <a:cxnLst/>
            <a:rect l="l" t="t" r="r" b="b"/>
            <a:pathLst>
              <a:path w="1060704" h="292608">
                <a:moveTo>
                  <a:pt x="0" y="0"/>
                </a:moveTo>
                <a:lnTo>
                  <a:pt x="438912" y="0"/>
                </a:lnTo>
                <a:lnTo>
                  <a:pt x="438912" y="292608"/>
                </a:lnTo>
                <a:lnTo>
                  <a:pt x="1060704" y="292608"/>
                </a:lnTo>
              </a:path>
            </a:pathLst>
          </a:custGeom>
          <a:ln w="15875">
            <a:solidFill>
              <a:srgbClr val="E60012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10271063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850" dirty="0"/>
          </a:p>
        </p:txBody>
      </p:sp>
      <p:sp>
        <p:nvSpPr>
          <p:cNvPr id="86" name="線條"/>
          <p:cNvSpPr/>
          <p:nvPr/>
        </p:nvSpPr>
        <p:spPr>
          <a:xfrm>
            <a:off x="548640" y="4878324"/>
            <a:ext cx="11094415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87" name="類別"/>
          <p:cNvSpPr/>
          <p:nvPr/>
        </p:nvSpPr>
        <p:spPr>
          <a:xfrm>
            <a:off x="548640" y="5088636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/ Badge / Tag</a:t>
            </a:r>
            <a:endParaRPr lang="en-US" sz="1400" dirty="0"/>
          </a:p>
        </p:txBody>
      </p:sp>
      <p:sp>
        <p:nvSpPr>
          <p:cNvPr id="88" name="光暈大圓"/>
          <p:cNvSpPr/>
          <p:nvPr/>
        </p:nvSpPr>
        <p:spPr>
          <a:xfrm>
            <a:off x="2263336" y="4928616"/>
            <a:ext cx="566928" cy="566928"/>
          </a:xfrm>
          <a:prstGeom prst="ellipse">
            <a:avLst/>
          </a:prstGeom>
          <a:solidFill>
            <a:srgbClr val="E8E8E8"/>
          </a:solidFill>
          <a:ln/>
          <a:effectLst>
            <a:outerShdw blurRad="203200" dist="2540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1874520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8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3607896" y="4873752"/>
            <a:ext cx="676656" cy="676656"/>
            <a:chOff x="3607896" y="4873752"/>
            <a:chExt cx="676656" cy="676656"/>
          </a:xfrm>
        </p:grpSpPr>
        <p:sp>
          <p:nvSpPr>
            <p:cNvPr id="90" name="外圈細環"/>
            <p:cNvSpPr/>
            <p:nvPr/>
          </p:nvSpPr>
          <p:spPr>
            <a:xfrm>
              <a:off x="3607896" y="4873752"/>
              <a:ext cx="676656" cy="676656"/>
            </a:xfrm>
            <a:prstGeom prst="ellipse">
              <a:avLst/>
            </a:prstGeom>
            <a:ln w="9525">
              <a:solidFill>
                <a:srgbClr val="E3E3E3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光暈大圓"/>
            <p:cNvSpPr/>
            <p:nvPr/>
          </p:nvSpPr>
          <p:spPr>
            <a:xfrm>
              <a:off x="3662760" y="4928616"/>
              <a:ext cx="566928" cy="566928"/>
            </a:xfrm>
            <a:prstGeom prst="ellipse">
              <a:avLst/>
            </a:prstGeom>
            <a:solidFill>
              <a:srgbClr val="E8E8E8"/>
            </a:solidFill>
            <a:ln/>
            <a:effectLst>
              <a:outerShdw blurRad="203200" dist="25400" dir="5400000" sx="102000" sy="102000" algn="ctr" rotWithShape="0">
                <a:srgbClr val="000000">
                  <a:alpha val="32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2" name="圖說"/>
          <p:cNvSpPr/>
          <p:nvPr/>
        </p:nvSpPr>
        <p:spPr>
          <a:xfrm>
            <a:off x="3273944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850" dirty="0"/>
          </a:p>
        </p:txBody>
      </p:sp>
      <p:sp>
        <p:nvSpPr>
          <p:cNvPr id="93" name="外框圓"/>
          <p:cNvSpPr/>
          <p:nvPr/>
        </p:nvSpPr>
        <p:spPr>
          <a:xfrm>
            <a:off x="5062184" y="492861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4673368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8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6205576" y="5056632"/>
            <a:ext cx="1078992" cy="310896"/>
            <a:chOff x="6205576" y="5056632"/>
            <a:chExt cx="1078992" cy="310896"/>
          </a:xfrm>
        </p:grpSpPr>
        <p:sp>
          <p:nvSpPr>
            <p:cNvPr id="95" name="編號"/>
            <p:cNvSpPr/>
            <p:nvPr/>
          </p:nvSpPr>
          <p:spPr>
            <a:xfrm>
              <a:off x="6205576" y="5056632"/>
              <a:ext cx="310896" cy="310896"/>
            </a:xfrm>
            <a:prstGeom prst="ellipse">
              <a:avLst/>
            </a:prstGeom>
            <a:solidFill>
              <a:srgbClr val="E6001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96" name="編號"/>
            <p:cNvSpPr/>
            <p:nvPr/>
          </p:nvSpPr>
          <p:spPr>
            <a:xfrm>
              <a:off x="6589624" y="5056632"/>
              <a:ext cx="310896" cy="310896"/>
            </a:xfrm>
            <a:prstGeom prst="ellipse">
              <a:avLst/>
            </a:prstGeom>
            <a:solidFill>
              <a:srgbClr val="E6001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97" name="編號"/>
            <p:cNvSpPr/>
            <p:nvPr/>
          </p:nvSpPr>
          <p:spPr>
            <a:xfrm>
              <a:off x="6973672" y="5056632"/>
              <a:ext cx="310896" cy="310896"/>
            </a:xfrm>
            <a:prstGeom prst="ellipse">
              <a:avLst/>
            </a:prstGeom>
            <a:solidFill>
              <a:srgbClr val="1F3FB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000" dirty="0"/>
            </a:p>
          </p:txBody>
        </p:sp>
      </p:grpSp>
      <p:sp>
        <p:nvSpPr>
          <p:cNvPr id="98" name="圖說"/>
          <p:cNvSpPr/>
          <p:nvPr/>
        </p:nvSpPr>
        <p:spPr>
          <a:xfrm>
            <a:off x="6072792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850" dirty="0"/>
          </a:p>
        </p:txBody>
      </p:sp>
      <p:sp>
        <p:nvSpPr>
          <p:cNvPr id="99" name="標籤"/>
          <p:cNvSpPr/>
          <p:nvPr/>
        </p:nvSpPr>
        <p:spPr>
          <a:xfrm>
            <a:off x="7742200" y="5065776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100" dirty="0"/>
          </a:p>
        </p:txBody>
      </p:sp>
      <p:sp>
        <p:nvSpPr>
          <p:cNvPr id="100" name="圖說"/>
          <p:cNvSpPr/>
          <p:nvPr/>
        </p:nvSpPr>
        <p:spPr>
          <a:xfrm>
            <a:off x="7472216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8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8990199" y="5074920"/>
            <a:ext cx="1107440" cy="274320"/>
            <a:chOff x="8990199" y="5074920"/>
            <a:chExt cx="1107440" cy="274320"/>
          </a:xfrm>
        </p:grpSpPr>
        <p:sp>
          <p:nvSpPr>
            <p:cNvPr id="101" name="標籤"/>
            <p:cNvSpPr/>
            <p:nvPr/>
          </p:nvSpPr>
          <p:spPr>
            <a:xfrm>
              <a:off x="8990199" y="5074920"/>
              <a:ext cx="517144" cy="274320"/>
            </a:xfrm>
            <a:prstGeom prst="roundRect">
              <a:avLst>
                <a:gd name="adj" fmla="val 16667"/>
              </a:avLst>
            </a:prstGeom>
            <a:solidFill>
              <a:srgbClr val="1F3FBF"/>
            </a:solidFill>
            <a:ln/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100" dirty="0"/>
            </a:p>
          </p:txBody>
        </p:sp>
        <p:sp>
          <p:nvSpPr>
            <p:cNvPr id="102" name="標籤"/>
            <p:cNvSpPr/>
            <p:nvPr/>
          </p:nvSpPr>
          <p:spPr>
            <a:xfrm>
              <a:off x="9580495" y="5074920"/>
              <a:ext cx="517144" cy="274320"/>
            </a:xfrm>
            <a:prstGeom prst="roundRect">
              <a:avLst>
                <a:gd name="adj" fmla="val 16667"/>
              </a:avLst>
            </a:prstGeom>
            <a:solidFill>
              <a:srgbClr val="E1E1E1"/>
            </a:solidFill>
            <a:ln/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100" dirty="0"/>
            </a:p>
          </p:txBody>
        </p:sp>
      </p:grpSp>
      <p:sp>
        <p:nvSpPr>
          <p:cNvPr id="103" name="圖說"/>
          <p:cNvSpPr/>
          <p:nvPr/>
        </p:nvSpPr>
        <p:spPr>
          <a:xfrm>
            <a:off x="8871639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8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0600443" y="5143500"/>
            <a:ext cx="685800" cy="137160"/>
            <a:chOff x="10600443" y="5143500"/>
            <a:chExt cx="685800" cy="137160"/>
          </a:xfrm>
        </p:grpSpPr>
        <p:sp>
          <p:nvSpPr>
            <p:cNvPr id="104" name="圓點"/>
            <p:cNvSpPr/>
            <p:nvPr/>
          </p:nvSpPr>
          <p:spPr>
            <a:xfrm>
              <a:off x="10600443" y="5143500"/>
              <a:ext cx="137160" cy="137160"/>
            </a:xfrm>
            <a:prstGeom prst="ellipse">
              <a:avLst/>
            </a:prstGeom>
            <a:solidFill>
              <a:srgbClr val="E6001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5" name="圓點"/>
            <p:cNvSpPr/>
            <p:nvPr/>
          </p:nvSpPr>
          <p:spPr>
            <a:xfrm>
              <a:off x="10874763" y="5143500"/>
              <a:ext cx="137160" cy="137160"/>
            </a:xfrm>
            <a:prstGeom prst="ellipse">
              <a:avLst/>
            </a:prstGeom>
            <a:solidFill>
              <a:srgbClr val="1F3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6" name="圓點"/>
            <p:cNvSpPr/>
            <p:nvPr/>
          </p:nvSpPr>
          <p:spPr>
            <a:xfrm>
              <a:off x="11149083" y="5143500"/>
              <a:ext cx="137160" cy="137160"/>
            </a:xfrm>
            <a:prstGeom prst="ellipse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7" name="圖說"/>
          <p:cNvSpPr/>
          <p:nvPr/>
        </p:nvSpPr>
        <p:spPr>
          <a:xfrm>
            <a:off x="10271063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850" dirty="0"/>
          </a:p>
        </p:txBody>
      </p:sp>
      <p:sp>
        <p:nvSpPr>
          <p:cNvPr id="108" name="線條"/>
          <p:cNvSpPr/>
          <p:nvPr/>
        </p:nvSpPr>
        <p:spPr>
          <a:xfrm>
            <a:off x="548640" y="5701284"/>
            <a:ext cx="11094415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09" name="類別"/>
          <p:cNvSpPr/>
          <p:nvPr/>
        </p:nvSpPr>
        <p:spPr>
          <a:xfrm>
            <a:off x="548640" y="583844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4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998160" y="5724144"/>
            <a:ext cx="1097280" cy="448056"/>
            <a:chOff x="1998160" y="5724144"/>
            <a:chExt cx="1097280" cy="448056"/>
          </a:xfrm>
        </p:grpSpPr>
        <p:sp>
          <p:nvSpPr>
            <p:cNvPr id="110" name="群組框"/>
            <p:cNvSpPr/>
            <p:nvPr/>
          </p:nvSpPr>
          <p:spPr>
            <a:xfrm>
              <a:off x="1998160" y="5806440"/>
              <a:ext cx="1097280" cy="365760"/>
            </a:xfrm>
            <a:prstGeom prst="roundRect">
              <a:avLst>
                <a:gd name="adj" fmla="val 25000"/>
              </a:avLst>
            </a:prstGeom>
            <a:ln w="9525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1" name="群組名稱"/>
            <p:cNvSpPr/>
            <p:nvPr/>
          </p:nvSpPr>
          <p:spPr>
            <a:xfrm>
              <a:off x="2089600" y="5724144"/>
              <a:ext cx="566928" cy="16459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800" dirty="0"/>
            </a:p>
          </p:txBody>
        </p:sp>
      </p:grpSp>
      <p:sp>
        <p:nvSpPr>
          <p:cNvPr id="112" name="圖說"/>
          <p:cNvSpPr/>
          <p:nvPr/>
        </p:nvSpPr>
        <p:spPr>
          <a:xfrm>
            <a:off x="1874520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850" dirty="0"/>
          </a:p>
        </p:txBody>
      </p:sp>
      <p:sp>
        <p:nvSpPr>
          <p:cNvPr id="113" name="淺灰面板"/>
          <p:cNvSpPr/>
          <p:nvPr/>
        </p:nvSpPr>
        <p:spPr>
          <a:xfrm>
            <a:off x="3397584" y="5751576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3273944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850" dirty="0"/>
          </a:p>
        </p:txBody>
      </p:sp>
      <p:sp>
        <p:nvSpPr>
          <p:cNvPr id="115" name="卡片"/>
          <p:cNvSpPr/>
          <p:nvPr/>
        </p:nvSpPr>
        <p:spPr>
          <a:xfrm>
            <a:off x="4797008" y="5751576"/>
            <a:ext cx="1097280" cy="420624"/>
          </a:xfrm>
          <a:prstGeom prst="roundRect">
            <a:avLst>
              <a:gd name="adj" fmla="val 30435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4673368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850" dirty="0"/>
          </a:p>
        </p:txBody>
      </p:sp>
      <p:sp>
        <p:nvSpPr>
          <p:cNvPr id="117" name="卡片"/>
          <p:cNvSpPr/>
          <p:nvPr/>
        </p:nvSpPr>
        <p:spPr>
          <a:xfrm>
            <a:off x="6196432" y="5751576"/>
            <a:ext cx="1097280" cy="420624"/>
          </a:xfrm>
          <a:prstGeom prst="roundRect">
            <a:avLst>
              <a:gd name="adj" fmla="val 30435"/>
            </a:avLst>
          </a:prstGeom>
          <a:solidFill>
            <a:srgbClr val="E8E8E8"/>
          </a:solidFill>
          <a:ln/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6072792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8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7595855" y="5751576"/>
            <a:ext cx="1097280" cy="420624"/>
            <a:chOff x="7595855" y="5751576"/>
            <a:chExt cx="1097280" cy="420624"/>
          </a:xfrm>
        </p:grpSpPr>
        <p:sp>
          <p:nvSpPr>
            <p:cNvPr id="119" name="卡片"/>
            <p:cNvSpPr/>
            <p:nvPr/>
          </p:nvSpPr>
          <p:spPr>
            <a:xfrm>
              <a:off x="7595855" y="5751576"/>
              <a:ext cx="1097280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0" name="表頭"/>
            <p:cNvSpPr/>
            <p:nvPr/>
          </p:nvSpPr>
          <p:spPr>
            <a:xfrm>
              <a:off x="7595855" y="5751576"/>
              <a:ext cx="1097280" cy="146304"/>
            </a:xfrm>
            <a:custGeom>
              <a:avLst/>
              <a:gdLst/>
              <a:ahLst/>
              <a:cxnLst/>
              <a:rect l="l" t="t" r="r" b="b"/>
              <a:pathLst>
                <a:path w="1097280" h="146304">
                  <a:moveTo>
                    <a:pt x="0" y="146304"/>
                  </a:moveTo>
                  <a:lnTo>
                    <a:pt x="0" y="91440"/>
                  </a:lnTo>
                  <a:arcTo hR="91440" wR="91440" stAng="10800000" swAng="5400000"/>
                  <a:lnTo>
                    <a:pt x="1005840" y="0"/>
                  </a:lnTo>
                  <a:arcTo hR="91440" wR="91440" stAng="16200000" swAng="5400000"/>
                  <a:lnTo>
                    <a:pt x="1097280" y="146304"/>
                  </a:lnTo>
                  <a:close/>
                </a:path>
              </a:pathLst>
            </a:custGeom>
            <a:solidFill>
              <a:srgbClr val="E6001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1" name="圖說"/>
          <p:cNvSpPr/>
          <p:nvPr/>
        </p:nvSpPr>
        <p:spPr>
          <a:xfrm>
            <a:off x="7472216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8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8995279" y="5751576"/>
            <a:ext cx="1097280" cy="420624"/>
            <a:chOff x="8995279" y="5751576"/>
            <a:chExt cx="1097280" cy="420624"/>
          </a:xfrm>
        </p:grpSpPr>
        <p:sp>
          <p:nvSpPr>
            <p:cNvPr id="122" name="卡片"/>
            <p:cNvSpPr/>
            <p:nvPr/>
          </p:nvSpPr>
          <p:spPr>
            <a:xfrm>
              <a:off x="8995279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3" name="側邊色條"/>
            <p:cNvSpPr/>
            <p:nvPr/>
          </p:nvSpPr>
          <p:spPr>
            <a:xfrm>
              <a:off x="8995279" y="5751576"/>
              <a:ext cx="54864" cy="420624"/>
            </a:xfrm>
            <a:prstGeom prst="rect">
              <a:avLst/>
            </a:prstGeom>
            <a:solidFill>
              <a:srgbClr val="1F3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4" name="圖說"/>
          <p:cNvSpPr/>
          <p:nvPr/>
        </p:nvSpPr>
        <p:spPr>
          <a:xfrm>
            <a:off x="8871639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8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0577583" y="5751576"/>
            <a:ext cx="731520" cy="420624"/>
            <a:chOff x="10577583" y="5751576"/>
            <a:chExt cx="731520" cy="420624"/>
          </a:xfrm>
        </p:grpSpPr>
        <p:sp>
          <p:nvSpPr>
            <p:cNvPr id="125" name="寬欄條"/>
            <p:cNvSpPr/>
            <p:nvPr/>
          </p:nvSpPr>
          <p:spPr>
            <a:xfrm>
              <a:off x="10577583" y="5751576"/>
              <a:ext cx="310896" cy="420624"/>
            </a:xfrm>
            <a:prstGeom prst="roundRect">
              <a:avLst>
                <a:gd name="adj" fmla="val 41176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6" name="寬欄條"/>
            <p:cNvSpPr/>
            <p:nvPr/>
          </p:nvSpPr>
          <p:spPr>
            <a:xfrm>
              <a:off x="10998207" y="5751576"/>
              <a:ext cx="310896" cy="420624"/>
            </a:xfrm>
            <a:prstGeom prst="roundRect">
              <a:avLst>
                <a:gd name="adj" fmla="val 41176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7" name="圖說"/>
          <p:cNvSpPr/>
          <p:nvPr/>
        </p:nvSpPr>
        <p:spPr>
          <a:xfrm>
            <a:off x="10271063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850" dirty="0"/>
          </a:p>
        </p:txBody>
      </p:sp>
      <p:sp>
        <p:nvSpPr>
          <p:cNvPr id="128" name="線條"/>
          <p:cNvSpPr/>
          <p:nvPr/>
        </p:nvSpPr>
        <p:spPr>
          <a:xfrm>
            <a:off x="1737360" y="1700784"/>
            <a:ext cx="0" cy="4626864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29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15084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組合名稱"/>
          <p:cNvSpPr/>
          <p:nvPr/>
        </p:nvSpPr>
        <p:spPr>
          <a:xfrm>
            <a:off x="749808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Linear Process</a:t>
            </a:r>
            <a:endParaRPr lang="en-US" sz="1400" dirty="0"/>
          </a:p>
        </p:txBody>
      </p:sp>
      <p:sp>
        <p:nvSpPr>
          <p:cNvPr id="6" name="線條"/>
          <p:cNvSpPr/>
          <p:nvPr/>
        </p:nvSpPr>
        <p:spPr>
          <a:xfrm>
            <a:off x="548640" y="2048256"/>
            <a:ext cx="2622728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548640" y="2276856"/>
            <a:ext cx="2622728" cy="777240"/>
            <a:chOff x="548640" y="2276856"/>
            <a:chExt cx="2622728" cy="777240"/>
          </a:xfrm>
        </p:grpSpPr>
        <p:sp>
          <p:nvSpPr>
            <p:cNvPr id="7" name="處理"/>
            <p:cNvSpPr/>
            <p:nvPr/>
          </p:nvSpPr>
          <p:spPr>
            <a:xfrm>
              <a:off x="548640" y="2670048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050" dirty="0"/>
            </a:p>
          </p:txBody>
        </p:sp>
        <p:sp>
          <p:nvSpPr>
            <p:cNvPr id="8" name="編號"/>
            <p:cNvSpPr/>
            <p:nvPr/>
          </p:nvSpPr>
          <p:spPr>
            <a:xfrm>
              <a:off x="768096" y="2276856"/>
              <a:ext cx="237744" cy="237744"/>
            </a:xfrm>
            <a:prstGeom prst="ellipse">
              <a:avLst/>
            </a:prstGeom>
            <a:solidFill>
              <a:srgbClr val="E6001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9" name="線條"/>
            <p:cNvSpPr/>
            <p:nvPr/>
          </p:nvSpPr>
          <p:spPr>
            <a:xfrm>
              <a:off x="1225296" y="2862072"/>
              <a:ext cx="29638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10" name="處理"/>
            <p:cNvSpPr/>
            <p:nvPr/>
          </p:nvSpPr>
          <p:spPr>
            <a:xfrm>
              <a:off x="1521676" y="2670048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050" dirty="0"/>
            </a:p>
          </p:txBody>
        </p:sp>
        <p:sp>
          <p:nvSpPr>
            <p:cNvPr id="11" name="編號"/>
            <p:cNvSpPr/>
            <p:nvPr/>
          </p:nvSpPr>
          <p:spPr>
            <a:xfrm>
              <a:off x="1741132" y="2276856"/>
              <a:ext cx="237744" cy="237744"/>
            </a:xfrm>
            <a:prstGeom prst="ellipse">
              <a:avLst/>
            </a:prstGeom>
            <a:solidFill>
              <a:srgbClr val="E6001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2" name="線條"/>
            <p:cNvSpPr/>
            <p:nvPr/>
          </p:nvSpPr>
          <p:spPr>
            <a:xfrm>
              <a:off x="2198332" y="2862072"/>
              <a:ext cx="29638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13" name="處理"/>
            <p:cNvSpPr/>
            <p:nvPr/>
          </p:nvSpPr>
          <p:spPr>
            <a:xfrm>
              <a:off x="2494712" y="2670048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E60012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05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2714168" y="2276856"/>
              <a:ext cx="237744" cy="237744"/>
            </a:xfrm>
            <a:prstGeom prst="ellipse">
              <a:avLst/>
            </a:prstGeom>
            <a:solidFill>
              <a:srgbClr val="E6001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9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3372536" y="1815084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組合名稱"/>
          <p:cNvSpPr/>
          <p:nvPr/>
        </p:nvSpPr>
        <p:spPr>
          <a:xfrm>
            <a:off x="3573704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Decision Branch</a:t>
            </a:r>
            <a:endParaRPr lang="en-US" sz="1400" dirty="0"/>
          </a:p>
        </p:txBody>
      </p:sp>
      <p:sp>
        <p:nvSpPr>
          <p:cNvPr id="17" name="線條"/>
          <p:cNvSpPr/>
          <p:nvPr/>
        </p:nvSpPr>
        <p:spPr>
          <a:xfrm>
            <a:off x="3372536" y="2048256"/>
            <a:ext cx="2622728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3372536" y="2221992"/>
            <a:ext cx="2622728" cy="1417320"/>
            <a:chOff x="3372536" y="2221992"/>
            <a:chExt cx="2622728" cy="1417320"/>
          </a:xfrm>
        </p:grpSpPr>
        <p:sp>
          <p:nvSpPr>
            <p:cNvPr id="18" name="處理"/>
            <p:cNvSpPr/>
            <p:nvPr/>
          </p:nvSpPr>
          <p:spPr>
            <a:xfrm>
              <a:off x="3372536" y="2322576"/>
              <a:ext cx="658368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050" dirty="0"/>
            </a:p>
          </p:txBody>
        </p:sp>
        <p:sp>
          <p:nvSpPr>
            <p:cNvPr id="19" name="線條"/>
            <p:cNvSpPr/>
            <p:nvPr/>
          </p:nvSpPr>
          <p:spPr>
            <a:xfrm>
              <a:off x="4030904" y="2514600"/>
              <a:ext cx="237744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20" name="判斷"/>
            <p:cNvSpPr/>
            <p:nvPr/>
          </p:nvSpPr>
          <p:spPr>
            <a:xfrm>
              <a:off x="4268648" y="2221992"/>
              <a:ext cx="768096" cy="585216"/>
            </a:xfrm>
            <a:prstGeom prst="diamond">
              <a:avLst/>
            </a:prstGeom>
            <a:solidFill>
              <a:srgbClr val="E8E8E8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950" dirty="0"/>
            </a:p>
          </p:txBody>
        </p:sp>
        <p:sp>
          <p:nvSpPr>
            <p:cNvPr id="21" name="處理"/>
            <p:cNvSpPr/>
            <p:nvPr/>
          </p:nvSpPr>
          <p:spPr>
            <a:xfrm>
              <a:off x="5318608" y="2322576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E60012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050" dirty="0"/>
            </a:p>
          </p:txBody>
        </p:sp>
        <p:sp>
          <p:nvSpPr>
            <p:cNvPr id="22" name="線條"/>
            <p:cNvSpPr/>
            <p:nvPr/>
          </p:nvSpPr>
          <p:spPr>
            <a:xfrm>
              <a:off x="5036744" y="2514600"/>
              <a:ext cx="281864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23" name="標註"/>
            <p:cNvSpPr/>
            <p:nvPr/>
          </p:nvSpPr>
          <p:spPr>
            <a:xfrm>
              <a:off x="5036744" y="2295144"/>
              <a:ext cx="365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50" dirty="0"/>
            </a:p>
          </p:txBody>
        </p:sp>
        <p:sp>
          <p:nvSpPr>
            <p:cNvPr id="24" name="處理"/>
            <p:cNvSpPr/>
            <p:nvPr/>
          </p:nvSpPr>
          <p:spPr>
            <a:xfrm>
              <a:off x="4314368" y="325526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050" dirty="0"/>
            </a:p>
          </p:txBody>
        </p:sp>
        <p:sp>
          <p:nvSpPr>
            <p:cNvPr id="25" name="線條"/>
            <p:cNvSpPr/>
            <p:nvPr/>
          </p:nvSpPr>
          <p:spPr>
            <a:xfrm>
              <a:off x="4652696" y="2807208"/>
              <a:ext cx="0" cy="448056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26" name="標註"/>
            <p:cNvSpPr/>
            <p:nvPr/>
          </p:nvSpPr>
          <p:spPr>
            <a:xfrm>
              <a:off x="4670984" y="2843784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85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6196432" y="1815084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組合名稱"/>
          <p:cNvSpPr/>
          <p:nvPr/>
        </p:nvSpPr>
        <p:spPr>
          <a:xfrm>
            <a:off x="6397600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Exception Return</a:t>
            </a:r>
            <a:endParaRPr lang="en-US" sz="1400" dirty="0"/>
          </a:p>
        </p:txBody>
      </p:sp>
      <p:sp>
        <p:nvSpPr>
          <p:cNvPr id="29" name="線條"/>
          <p:cNvSpPr/>
          <p:nvPr/>
        </p:nvSpPr>
        <p:spPr>
          <a:xfrm>
            <a:off x="6196432" y="2048256"/>
            <a:ext cx="2622728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6196432" y="2432304"/>
            <a:ext cx="2622728" cy="987552"/>
            <a:chOff x="6196432" y="2432304"/>
            <a:chExt cx="2622728" cy="987552"/>
          </a:xfrm>
        </p:grpSpPr>
        <p:sp>
          <p:nvSpPr>
            <p:cNvPr id="30" name="處理"/>
            <p:cNvSpPr/>
            <p:nvPr/>
          </p:nvSpPr>
          <p:spPr>
            <a:xfrm>
              <a:off x="6196432" y="243230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050" dirty="0"/>
            </a:p>
          </p:txBody>
        </p:sp>
        <p:sp>
          <p:nvSpPr>
            <p:cNvPr id="31" name="線條"/>
            <p:cNvSpPr/>
            <p:nvPr/>
          </p:nvSpPr>
          <p:spPr>
            <a:xfrm>
              <a:off x="6873088" y="2624328"/>
              <a:ext cx="29638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32" name="處理"/>
            <p:cNvSpPr/>
            <p:nvPr/>
          </p:nvSpPr>
          <p:spPr>
            <a:xfrm>
              <a:off x="7169468" y="243230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050" dirty="0"/>
            </a:p>
          </p:txBody>
        </p:sp>
        <p:sp>
          <p:nvSpPr>
            <p:cNvPr id="33" name="線條"/>
            <p:cNvSpPr/>
            <p:nvPr/>
          </p:nvSpPr>
          <p:spPr>
            <a:xfrm>
              <a:off x="7846124" y="2624328"/>
              <a:ext cx="29638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34" name="處理"/>
            <p:cNvSpPr/>
            <p:nvPr/>
          </p:nvSpPr>
          <p:spPr>
            <a:xfrm>
              <a:off x="8142503" y="243230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E60012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050" dirty="0"/>
            </a:p>
          </p:txBody>
        </p:sp>
        <p:sp>
          <p:nvSpPr>
            <p:cNvPr id="35" name="連接線"/>
            <p:cNvSpPr/>
            <p:nvPr/>
          </p:nvSpPr>
          <p:spPr>
            <a:xfrm>
              <a:off x="6534760" y="2816352"/>
              <a:ext cx="973036" cy="384048"/>
            </a:xfrm>
            <a:custGeom>
              <a:avLst/>
              <a:gdLst/>
              <a:ahLst/>
              <a:cxnLst/>
              <a:rect l="l" t="t" r="r" b="b"/>
              <a:pathLst>
                <a:path w="973036" h="384048">
                  <a:moveTo>
                    <a:pt x="973036" y="0"/>
                  </a:moveTo>
                  <a:lnTo>
                    <a:pt x="973036" y="384048"/>
                  </a:lnTo>
                  <a:lnTo>
                    <a:pt x="0" y="384048"/>
                  </a:lnTo>
                  <a:lnTo>
                    <a:pt x="0" y="0"/>
                  </a:lnTo>
                </a:path>
              </a:pathLst>
            </a:custGeom>
            <a:ln w="15875">
              <a:solidFill>
                <a:srgbClr val="E60012"/>
              </a:solidFill>
              <a:prstDash val="sysDash"/>
              <a:tailEnd type="triangle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標註"/>
            <p:cNvSpPr/>
            <p:nvPr/>
          </p:nvSpPr>
          <p:spPr>
            <a:xfrm>
              <a:off x="6534760" y="3236976"/>
              <a:ext cx="97303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AD000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85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9020327" y="1815084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組合名稱"/>
          <p:cNvSpPr/>
          <p:nvPr/>
        </p:nvSpPr>
        <p:spPr>
          <a:xfrm>
            <a:off x="9221495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Approval Loop</a:t>
            </a:r>
            <a:endParaRPr lang="en-US" sz="1400" dirty="0"/>
          </a:p>
        </p:txBody>
      </p:sp>
      <p:sp>
        <p:nvSpPr>
          <p:cNvPr id="39" name="線條"/>
          <p:cNvSpPr/>
          <p:nvPr/>
        </p:nvSpPr>
        <p:spPr>
          <a:xfrm>
            <a:off x="9020327" y="2048256"/>
            <a:ext cx="2622728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9020327" y="2121408"/>
            <a:ext cx="2622728" cy="1161288"/>
            <a:chOff x="9020327" y="2121408"/>
            <a:chExt cx="2622728" cy="1161288"/>
          </a:xfrm>
        </p:grpSpPr>
        <p:sp>
          <p:nvSpPr>
            <p:cNvPr id="40" name="處理"/>
            <p:cNvSpPr/>
            <p:nvPr/>
          </p:nvSpPr>
          <p:spPr>
            <a:xfrm>
              <a:off x="9020327" y="2816352"/>
              <a:ext cx="731520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050" dirty="0"/>
            </a:p>
          </p:txBody>
        </p:sp>
        <p:sp>
          <p:nvSpPr>
            <p:cNvPr id="41" name="線條"/>
            <p:cNvSpPr/>
            <p:nvPr/>
          </p:nvSpPr>
          <p:spPr>
            <a:xfrm>
              <a:off x="9751847" y="3008376"/>
              <a:ext cx="18288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42" name="判斷"/>
            <p:cNvSpPr/>
            <p:nvPr/>
          </p:nvSpPr>
          <p:spPr>
            <a:xfrm>
              <a:off x="9934727" y="2734056"/>
              <a:ext cx="676656" cy="548640"/>
            </a:xfrm>
            <a:prstGeom prst="diamond">
              <a:avLst/>
            </a:prstGeom>
            <a:solidFill>
              <a:srgbClr val="E8E8E8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950" dirty="0"/>
            </a:p>
          </p:txBody>
        </p:sp>
        <p:sp>
          <p:nvSpPr>
            <p:cNvPr id="43" name="處理"/>
            <p:cNvSpPr/>
            <p:nvPr/>
          </p:nvSpPr>
          <p:spPr>
            <a:xfrm>
              <a:off x="11076127" y="2816352"/>
              <a:ext cx="566928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E60012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050" dirty="0"/>
            </a:p>
          </p:txBody>
        </p:sp>
        <p:sp>
          <p:nvSpPr>
            <p:cNvPr id="44" name="線條"/>
            <p:cNvSpPr/>
            <p:nvPr/>
          </p:nvSpPr>
          <p:spPr>
            <a:xfrm>
              <a:off x="10611383" y="3008376"/>
              <a:ext cx="464744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45" name="標註"/>
            <p:cNvSpPr/>
            <p:nvPr/>
          </p:nvSpPr>
          <p:spPr>
            <a:xfrm>
              <a:off x="10611383" y="2788920"/>
              <a:ext cx="46474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850" dirty="0"/>
            </a:p>
          </p:txBody>
        </p:sp>
        <p:sp>
          <p:nvSpPr>
            <p:cNvPr id="46" name="連接線"/>
            <p:cNvSpPr/>
            <p:nvPr/>
          </p:nvSpPr>
          <p:spPr>
            <a:xfrm>
              <a:off x="9386087" y="2322576"/>
              <a:ext cx="886968" cy="493776"/>
            </a:xfrm>
            <a:custGeom>
              <a:avLst/>
              <a:gdLst/>
              <a:ahLst/>
              <a:cxnLst/>
              <a:rect l="l" t="t" r="r" b="b"/>
              <a:pathLst>
                <a:path w="886968" h="493776">
                  <a:moveTo>
                    <a:pt x="886968" y="411480"/>
                  </a:moveTo>
                  <a:lnTo>
                    <a:pt x="886968" y="0"/>
                  </a:lnTo>
                  <a:lnTo>
                    <a:pt x="0" y="0"/>
                  </a:lnTo>
                  <a:lnTo>
                    <a:pt x="0" y="493776"/>
                  </a:lnTo>
                </a:path>
              </a:pathLst>
            </a:custGeom>
            <a:ln w="15875">
              <a:solidFill>
                <a:srgbClr val="595959"/>
              </a:solidFill>
              <a:prstDash val="solid"/>
              <a:tailEnd type="triangle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7" name="標註"/>
            <p:cNvSpPr/>
            <p:nvPr/>
          </p:nvSpPr>
          <p:spPr>
            <a:xfrm>
              <a:off x="9404375" y="2121408"/>
              <a:ext cx="868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850" dirty="0"/>
            </a:p>
          </p:txBody>
        </p:sp>
      </p:grpSp>
      <p:sp>
        <p:nvSpPr>
          <p:cNvPr id="48" name="Text 46"/>
          <p:cNvSpPr/>
          <p:nvPr/>
        </p:nvSpPr>
        <p:spPr>
          <a:xfrm>
            <a:off x="548640" y="411937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組合名稱"/>
          <p:cNvSpPr/>
          <p:nvPr/>
        </p:nvSpPr>
        <p:spPr>
          <a:xfrm>
            <a:off x="749808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Swimlane</a:t>
            </a:r>
            <a:endParaRPr lang="en-US" sz="1400" dirty="0"/>
          </a:p>
        </p:txBody>
      </p:sp>
      <p:sp>
        <p:nvSpPr>
          <p:cNvPr id="50" name="線條"/>
          <p:cNvSpPr/>
          <p:nvPr/>
        </p:nvSpPr>
        <p:spPr>
          <a:xfrm>
            <a:off x="548640" y="4352544"/>
            <a:ext cx="2622728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548640" y="4443984"/>
            <a:ext cx="2622728" cy="1517904"/>
            <a:chOff x="548640" y="4443984"/>
            <a:chExt cx="2622728" cy="1517904"/>
          </a:xfrm>
        </p:grpSpPr>
        <p:sp>
          <p:nvSpPr>
            <p:cNvPr id="51" name="泳道"/>
            <p:cNvSpPr/>
            <p:nvPr/>
          </p:nvSpPr>
          <p:spPr>
            <a:xfrm>
              <a:off x="548640" y="4443984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泳道標題"/>
            <p:cNvSpPr/>
            <p:nvPr/>
          </p:nvSpPr>
          <p:spPr>
            <a:xfrm>
              <a:off x="548640" y="4443984"/>
              <a:ext cx="420624" cy="731520"/>
            </a:xfrm>
            <a:prstGeom prst="rect">
              <a:avLst/>
            </a:prstGeom>
            <a:solidFill>
              <a:srgbClr val="E8E8E8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850" dirty="0"/>
            </a:p>
          </p:txBody>
        </p:sp>
        <p:sp>
          <p:nvSpPr>
            <p:cNvPr id="53" name="泳道"/>
            <p:cNvSpPr/>
            <p:nvPr/>
          </p:nvSpPr>
          <p:spPr>
            <a:xfrm>
              <a:off x="548640" y="5230368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548640" y="5230368"/>
              <a:ext cx="420624" cy="731520"/>
            </a:xfrm>
            <a:prstGeom prst="rect">
              <a:avLst/>
            </a:prstGeom>
            <a:solidFill>
              <a:srgbClr val="E8E8E8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850" dirty="0"/>
            </a:p>
          </p:txBody>
        </p:sp>
        <p:sp>
          <p:nvSpPr>
            <p:cNvPr id="55" name="處理"/>
            <p:cNvSpPr/>
            <p:nvPr/>
          </p:nvSpPr>
          <p:spPr>
            <a:xfrm>
              <a:off x="1097280" y="4617720"/>
              <a:ext cx="640080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050" dirty="0"/>
            </a:p>
          </p:txBody>
        </p:sp>
        <p:sp>
          <p:nvSpPr>
            <p:cNvPr id="56" name="處理"/>
            <p:cNvSpPr/>
            <p:nvPr/>
          </p:nvSpPr>
          <p:spPr>
            <a:xfrm>
              <a:off x="2011680" y="5404104"/>
              <a:ext cx="640080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0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2458136" y="4617720"/>
              <a:ext cx="640080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E60012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050" dirty="0"/>
            </a:p>
          </p:txBody>
        </p:sp>
        <p:sp>
          <p:nvSpPr>
            <p:cNvPr id="58" name="連接線"/>
            <p:cNvSpPr/>
            <p:nvPr/>
          </p:nvSpPr>
          <p:spPr>
            <a:xfrm>
              <a:off x="1737360" y="4809744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</a:path>
              </a:pathLst>
            </a:custGeom>
            <a:ln w="15875">
              <a:solidFill>
                <a:srgbClr val="595959"/>
              </a:solidFill>
              <a:prstDash val="solid"/>
              <a:tailEnd type="triangle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9" name="連接線"/>
            <p:cNvSpPr/>
            <p:nvPr/>
          </p:nvSpPr>
          <p:spPr>
            <a:xfrm>
              <a:off x="2651760" y="5001768"/>
              <a:ext cx="126416" cy="594360"/>
            </a:xfrm>
            <a:custGeom>
              <a:avLst/>
              <a:gdLst/>
              <a:ahLst/>
              <a:cxnLst/>
              <a:rect l="l" t="t" r="r" b="b"/>
              <a:pathLst>
                <a:path w="126416" h="594360">
                  <a:moveTo>
                    <a:pt x="0" y="594360"/>
                  </a:moveTo>
                  <a:lnTo>
                    <a:pt x="126416" y="594360"/>
                  </a:lnTo>
                  <a:lnTo>
                    <a:pt x="126416" y="0"/>
                  </a:lnTo>
                </a:path>
              </a:pathLst>
            </a:custGeom>
            <a:ln w="15875">
              <a:solidFill>
                <a:srgbClr val="595959"/>
              </a:solidFill>
              <a:prstDash val="solid"/>
              <a:tailEnd type="triangle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0" name="Text 58"/>
          <p:cNvSpPr/>
          <p:nvPr/>
        </p:nvSpPr>
        <p:spPr>
          <a:xfrm>
            <a:off x="3372536" y="411937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組合名稱"/>
          <p:cNvSpPr/>
          <p:nvPr/>
        </p:nvSpPr>
        <p:spPr>
          <a:xfrm>
            <a:off x="3573704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Parallel Split / Merge</a:t>
            </a:r>
            <a:endParaRPr lang="en-US" sz="1400" dirty="0"/>
          </a:p>
        </p:txBody>
      </p:sp>
      <p:sp>
        <p:nvSpPr>
          <p:cNvPr id="62" name="線條"/>
          <p:cNvSpPr/>
          <p:nvPr/>
        </p:nvSpPr>
        <p:spPr>
          <a:xfrm>
            <a:off x="3372536" y="4352544"/>
            <a:ext cx="2622728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3372536" y="4498848"/>
            <a:ext cx="2622728" cy="1353312"/>
            <a:chOff x="3372536" y="4498848"/>
            <a:chExt cx="2622728" cy="1353312"/>
          </a:xfrm>
        </p:grpSpPr>
        <p:sp>
          <p:nvSpPr>
            <p:cNvPr id="63" name="處理"/>
            <p:cNvSpPr/>
            <p:nvPr/>
          </p:nvSpPr>
          <p:spPr>
            <a:xfrm>
              <a:off x="3372536" y="4983480"/>
              <a:ext cx="512064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050" dirty="0"/>
            </a:p>
          </p:txBody>
        </p:sp>
        <p:sp>
          <p:nvSpPr>
            <p:cNvPr id="64" name="分流"/>
            <p:cNvSpPr/>
            <p:nvPr/>
          </p:nvSpPr>
          <p:spPr>
            <a:xfrm>
              <a:off x="4067480" y="4498848"/>
              <a:ext cx="64008" cy="1353312"/>
            </a:xfrm>
            <a:prstGeom prst="rect">
              <a:avLst/>
            </a:prstGeom>
            <a:solidFill>
              <a:srgbClr val="E6001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處理"/>
            <p:cNvSpPr/>
            <p:nvPr/>
          </p:nvSpPr>
          <p:spPr>
            <a:xfrm>
              <a:off x="4323512" y="4562856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050" dirty="0"/>
            </a:p>
          </p:txBody>
        </p:sp>
        <p:sp>
          <p:nvSpPr>
            <p:cNvPr id="66" name="處理"/>
            <p:cNvSpPr/>
            <p:nvPr/>
          </p:nvSpPr>
          <p:spPr>
            <a:xfrm>
              <a:off x="4323512" y="5404104"/>
              <a:ext cx="676656" cy="384048"/>
            </a:xfrm>
            <a:prstGeom prst="roundRect">
              <a:avLst>
                <a:gd name="adj" fmla="val 28571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050" dirty="0"/>
            </a:p>
          </p:txBody>
        </p:sp>
        <p:sp>
          <p:nvSpPr>
            <p:cNvPr id="67" name="合流"/>
            <p:cNvSpPr/>
            <p:nvPr/>
          </p:nvSpPr>
          <p:spPr>
            <a:xfrm>
              <a:off x="5026000" y="4498848"/>
              <a:ext cx="64008" cy="1353312"/>
            </a:xfrm>
            <a:prstGeom prst="rect">
              <a:avLst/>
            </a:prstGeom>
            <a:solidFill>
              <a:srgbClr val="E6001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5428336" y="4983480"/>
              <a:ext cx="566928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E60012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050" dirty="0"/>
            </a:p>
          </p:txBody>
        </p:sp>
        <p:sp>
          <p:nvSpPr>
            <p:cNvPr id="69" name="線條"/>
            <p:cNvSpPr/>
            <p:nvPr/>
          </p:nvSpPr>
          <p:spPr>
            <a:xfrm>
              <a:off x="3884600" y="5175504"/>
              <a:ext cx="182880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70" name="線條"/>
            <p:cNvSpPr/>
            <p:nvPr/>
          </p:nvSpPr>
          <p:spPr>
            <a:xfrm>
              <a:off x="4131488" y="4754880"/>
              <a:ext cx="192024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71" name="線條"/>
            <p:cNvSpPr/>
            <p:nvPr/>
          </p:nvSpPr>
          <p:spPr>
            <a:xfrm>
              <a:off x="4131488" y="5596128"/>
              <a:ext cx="192024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72" name="線條"/>
            <p:cNvSpPr/>
            <p:nvPr/>
          </p:nvSpPr>
          <p:spPr>
            <a:xfrm>
              <a:off x="5000168" y="4754880"/>
              <a:ext cx="25832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73" name="線條"/>
            <p:cNvSpPr/>
            <p:nvPr/>
          </p:nvSpPr>
          <p:spPr>
            <a:xfrm>
              <a:off x="5000168" y="5596128"/>
              <a:ext cx="25832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74" name="線條"/>
            <p:cNvSpPr/>
            <p:nvPr/>
          </p:nvSpPr>
          <p:spPr>
            <a:xfrm>
              <a:off x="5090008" y="5175504"/>
              <a:ext cx="338328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</p:grpSp>
      <p:sp>
        <p:nvSpPr>
          <p:cNvPr id="75" name="Text 73"/>
          <p:cNvSpPr/>
          <p:nvPr/>
        </p:nvSpPr>
        <p:spPr>
          <a:xfrm>
            <a:off x="6196432" y="411937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組合名稱"/>
          <p:cNvSpPr/>
          <p:nvPr/>
        </p:nvSpPr>
        <p:spPr>
          <a:xfrm>
            <a:off x="6397600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Input / Process / Output</a:t>
            </a:r>
            <a:endParaRPr lang="en-US" sz="1400" dirty="0"/>
          </a:p>
        </p:txBody>
      </p:sp>
      <p:sp>
        <p:nvSpPr>
          <p:cNvPr id="77" name="線條"/>
          <p:cNvSpPr/>
          <p:nvPr/>
        </p:nvSpPr>
        <p:spPr>
          <a:xfrm>
            <a:off x="6196432" y="4352544"/>
            <a:ext cx="2622728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6150712" y="4864608"/>
            <a:ext cx="2714168" cy="731520"/>
            <a:chOff x="6150712" y="4864608"/>
            <a:chExt cx="2714168" cy="731520"/>
          </a:xfrm>
        </p:grpSpPr>
        <p:sp>
          <p:nvSpPr>
            <p:cNvPr id="78" name="輸入輸出"/>
            <p:cNvSpPr/>
            <p:nvPr/>
          </p:nvSpPr>
          <p:spPr>
            <a:xfrm>
              <a:off x="6196432" y="4864608"/>
              <a:ext cx="749808" cy="384048"/>
            </a:xfrm>
            <a:prstGeom prst="parallelogram">
              <a:avLst>
                <a:gd name="adj" fmla="val 42000"/>
              </a:avLst>
            </a:prstGeom>
            <a:solidFill>
              <a:srgbClr val="E8E8E8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050" dirty="0"/>
            </a:p>
          </p:txBody>
        </p:sp>
        <p:sp>
          <p:nvSpPr>
            <p:cNvPr id="79" name="標註"/>
            <p:cNvSpPr/>
            <p:nvPr/>
          </p:nvSpPr>
          <p:spPr>
            <a:xfrm>
              <a:off x="6150712" y="5413248"/>
              <a:ext cx="8412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850" dirty="0"/>
            </a:p>
          </p:txBody>
        </p:sp>
        <p:sp>
          <p:nvSpPr>
            <p:cNvPr id="80" name="線條"/>
            <p:cNvSpPr/>
            <p:nvPr/>
          </p:nvSpPr>
          <p:spPr>
            <a:xfrm>
              <a:off x="6891376" y="5056632"/>
              <a:ext cx="351244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81" name="處理"/>
            <p:cNvSpPr/>
            <p:nvPr/>
          </p:nvSpPr>
          <p:spPr>
            <a:xfrm>
              <a:off x="7187756" y="4864608"/>
              <a:ext cx="640080" cy="38404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8575">
              <a:solidFill>
                <a:srgbClr val="E60012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050" dirty="0"/>
            </a:p>
          </p:txBody>
        </p:sp>
        <p:sp>
          <p:nvSpPr>
            <p:cNvPr id="82" name="標註"/>
            <p:cNvSpPr/>
            <p:nvPr/>
          </p:nvSpPr>
          <p:spPr>
            <a:xfrm>
              <a:off x="7142036" y="5413248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850" dirty="0"/>
            </a:p>
          </p:txBody>
        </p:sp>
        <p:sp>
          <p:nvSpPr>
            <p:cNvPr id="83" name="線條"/>
            <p:cNvSpPr/>
            <p:nvPr/>
          </p:nvSpPr>
          <p:spPr>
            <a:xfrm>
              <a:off x="7827836" y="5056632"/>
              <a:ext cx="241516" cy="0"/>
            </a:xfrm>
            <a:prstGeom prst="line">
              <a:avLst/>
            </a:prstGeom>
            <a:noFill/>
            <a:ln w="15875">
              <a:solidFill>
                <a:srgbClr val="595959"/>
              </a:solidFill>
              <a:prstDash val="solid"/>
              <a:tailEnd type="triangle"/>
            </a:ln>
          </p:spPr>
        </p:sp>
        <p:sp>
          <p:nvSpPr>
            <p:cNvPr id="84" name="文件"/>
            <p:cNvSpPr/>
            <p:nvPr/>
          </p:nvSpPr>
          <p:spPr>
            <a:xfrm>
              <a:off x="8069351" y="4864608"/>
              <a:ext cx="749808" cy="475488"/>
            </a:xfrm>
            <a:custGeom>
              <a:avLst/>
              <a:gdLst/>
              <a:ahLst/>
              <a:cxnLst/>
              <a:rect l="l" t="t" r="r" b="b"/>
              <a:pathLst>
                <a:path w="749808" h="475488">
                  <a:moveTo>
                    <a:pt x="0" y="0"/>
                  </a:moveTo>
                  <a:lnTo>
                    <a:pt x="749808" y="0"/>
                  </a:lnTo>
                  <a:lnTo>
                    <a:pt x="749808" y="381341"/>
                  </a:lnTo>
                  <a:cubicBezTo>
                    <a:pt x="374904" y="381341"/>
                    <a:pt x="374904" y="526603"/>
                    <a:pt x="0" y="444106"/>
                  </a:cubicBezTo>
                  <a:close/>
                </a:path>
              </a:pathLst>
            </a:custGeom>
            <a:solidFill>
              <a:srgbClr val="E8E8E8"/>
            </a:solidFill>
            <a:ln/>
          </p:spPr>
          <p:txBody>
            <a:bodyPr wrap="square" lIns="38100" tIns="0" rIns="38100" bIns="95098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05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8023631" y="5413248"/>
              <a:ext cx="8412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850" dirty="0"/>
            </a:p>
          </p:txBody>
        </p:sp>
      </p:grpSp>
      <p:sp>
        <p:nvSpPr>
          <p:cNvPr id="86" name="Text 84"/>
          <p:cNvSpPr/>
          <p:nvPr/>
        </p:nvSpPr>
        <p:spPr>
          <a:xfrm>
            <a:off x="9020327" y="411937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組合名稱"/>
          <p:cNvSpPr/>
          <p:nvPr/>
        </p:nvSpPr>
        <p:spPr>
          <a:xfrm>
            <a:off x="9221495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 / After</a:t>
            </a:r>
            <a:endParaRPr lang="en-US" sz="1400" dirty="0"/>
          </a:p>
        </p:txBody>
      </p:sp>
      <p:sp>
        <p:nvSpPr>
          <p:cNvPr id="88" name="線條"/>
          <p:cNvSpPr/>
          <p:nvPr/>
        </p:nvSpPr>
        <p:spPr>
          <a:xfrm>
            <a:off x="9020327" y="4352544"/>
            <a:ext cx="2622728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9020327" y="4590288"/>
            <a:ext cx="2622728" cy="1188720"/>
            <a:chOff x="9020327" y="4590288"/>
            <a:chExt cx="2622728" cy="1188720"/>
          </a:xfrm>
        </p:grpSpPr>
        <p:sp>
          <p:nvSpPr>
            <p:cNvPr id="89" name="卡片"/>
            <p:cNvSpPr/>
            <p:nvPr/>
          </p:nvSpPr>
          <p:spPr>
            <a:xfrm>
              <a:off x="9020327" y="4590288"/>
              <a:ext cx="1078992" cy="1188720"/>
            </a:xfrm>
            <a:prstGeom prst="roundRect">
              <a:avLst>
                <a:gd name="adj" fmla="val 11864"/>
              </a:avLst>
            </a:prstGeom>
            <a:solidFill>
              <a:srgbClr val="E8E8E8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卡片標題"/>
            <p:cNvSpPr/>
            <p:nvPr/>
          </p:nvSpPr>
          <p:spPr>
            <a:xfrm>
              <a:off x="9148343" y="470001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pPr algn="l" indent="0" marL="0">
                <a:buNone/>
              </a:pPr>
              <a:r>
                <a:rPr lang="en-US" sz="8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Before</a:t>
              </a:r>
              <a:endParaRPr lang="en-US" sz="1100" dirty="0"/>
            </a:p>
          </p:txBody>
        </p:sp>
        <p:sp>
          <p:nvSpPr>
            <p:cNvPr id="91" name="卡片內文"/>
            <p:cNvSpPr/>
            <p:nvPr/>
          </p:nvSpPr>
          <p:spPr>
            <a:xfrm>
              <a:off x="9148343" y="5029200"/>
              <a:ext cx="822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950" dirty="0"/>
            </a:p>
          </p:txBody>
        </p:sp>
        <p:sp>
          <p:nvSpPr>
            <p:cNvPr id="92" name="三角形"/>
            <p:cNvSpPr/>
            <p:nvPr/>
          </p:nvSpPr>
          <p:spPr>
            <a:xfrm>
              <a:off x="10263111" y="5093208"/>
              <a:ext cx="137160" cy="182880"/>
            </a:xfrm>
            <a:custGeom>
              <a:avLst/>
              <a:gdLst/>
              <a:ahLst/>
              <a:cxnLst/>
              <a:rect l="l" t="t" r="r" b="b"/>
              <a:pathLst>
                <a:path w="137160" h="182880">
                  <a:moveTo>
                    <a:pt x="0" y="0"/>
                  </a:moveTo>
                  <a:lnTo>
                    <a:pt x="137160" y="9144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強調卡片"/>
            <p:cNvSpPr/>
            <p:nvPr/>
          </p:nvSpPr>
          <p:spPr>
            <a:xfrm>
              <a:off x="10564063" y="4590288"/>
              <a:ext cx="1078992" cy="118872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22225">
              <a:solidFill>
                <a:srgbClr val="E60012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卡片標題"/>
            <p:cNvSpPr/>
            <p:nvPr/>
          </p:nvSpPr>
          <p:spPr>
            <a:xfrm>
              <a:off x="10692079" y="470001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E6001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pPr algn="l" indent="0" marL="0">
                <a:buNone/>
              </a:pPr>
              <a:r>
                <a:rPr lang="en-US" sz="8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After</a:t>
              </a:r>
              <a:endParaRPr lang="en-US" sz="1100" dirty="0"/>
            </a:p>
          </p:txBody>
        </p:sp>
        <p:sp>
          <p:nvSpPr>
            <p:cNvPr id="95" name="卡片內文"/>
            <p:cNvSpPr/>
            <p:nvPr/>
          </p:nvSpPr>
          <p:spPr>
            <a:xfrm>
              <a:off x="10692079" y="5029200"/>
              <a:ext cx="822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950" dirty="0"/>
            </a:p>
          </p:txBody>
        </p:sp>
      </p:grpSp>
      <p:sp>
        <p:nvSpPr>
          <p:cNvPr id="96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色彩、字級與元件語言一覽：純白底、左上大號粗體紅標題、淺灰大圓角面板承載內容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5029200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E60012"/>
          </a:solidFill>
          <a:ln w="9525">
            <a:solidFill>
              <a:srgbClr val="D4D4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5488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#E60012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7957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B300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6424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9848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#B3000E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10512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FCE4E6"/>
          </a:solidFill>
          <a:ln w="9525">
            <a:solidFill>
              <a:srgbClr val="D4D4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37360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00784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#FCE4E6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41448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F3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68296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#1F3FBF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72384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99232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62656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#3A3A3A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70332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30168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93592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#8C8C8C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33425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61104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24528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#BFBFBF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65192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E8E8E8"/>
          </a:solidFill>
          <a:ln w="9525">
            <a:solidFill>
              <a:srgbClr val="D4D4D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92040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55464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#E8E8E8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8640" y="3643884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9808" y="35478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300" dirty="0"/>
          </a:p>
        </p:txBody>
      </p:sp>
      <p:sp>
        <p:nvSpPr>
          <p:cNvPr id="33" name="線條"/>
          <p:cNvSpPr/>
          <p:nvPr/>
        </p:nvSpPr>
        <p:spPr>
          <a:xfrm>
            <a:off x="548640" y="3931920"/>
            <a:ext cx="5029200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93192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36pt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45902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16pt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49926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16pt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5376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12pt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57241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72200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73368" y="1783080"/>
            <a:ext cx="5269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300" dirty="0"/>
          </a:p>
        </p:txBody>
      </p:sp>
      <p:sp>
        <p:nvSpPr>
          <p:cNvPr id="41" name="線條"/>
          <p:cNvSpPr/>
          <p:nvPr/>
        </p:nvSpPr>
        <p:spPr>
          <a:xfrm>
            <a:off x="6172200" y="2167128"/>
            <a:ext cx="5470855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012680" y="233172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淺灰實心</a:t>
            </a:r>
            <a:endParaRPr lang="en-US" sz="1000" dirty="0"/>
          </a:p>
        </p:txBody>
      </p:sp>
      <p:sp>
        <p:nvSpPr>
          <p:cNvPr id="44" name="卡片"/>
          <p:cNvSpPr/>
          <p:nvPr/>
        </p:nvSpPr>
        <p:spPr>
          <a:xfrm>
            <a:off x="7086600" y="2368296"/>
            <a:ext cx="1325880" cy="475488"/>
          </a:xfrm>
          <a:prstGeom prst="roundRect">
            <a:avLst>
              <a:gd name="adj" fmla="val 26923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卡片"/>
          <p:cNvSpPr/>
          <p:nvPr/>
        </p:nvSpPr>
        <p:spPr>
          <a:xfrm>
            <a:off x="8595360" y="2368296"/>
            <a:ext cx="1188720" cy="475488"/>
          </a:xfrm>
          <a:prstGeom prst="roundRect">
            <a:avLst>
              <a:gd name="adj" fmla="val 26923"/>
            </a:avLst>
          </a:prstGeom>
          <a:solidFill>
            <a:srgbClr val="E8E8E8"/>
          </a:solidFill>
          <a:ln/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595360" y="2368296"/>
            <a:ext cx="1188720" cy="164592"/>
          </a:xfrm>
          <a:custGeom>
            <a:avLst/>
            <a:gdLst/>
            <a:ahLst/>
            <a:cxnLst/>
            <a:rect l="l" t="t" r="r" b="b"/>
            <a:pathLst>
              <a:path w="1188720" h="164592">
                <a:moveTo>
                  <a:pt x="0" y="164592"/>
                </a:moveTo>
                <a:lnTo>
                  <a:pt x="0" y="128016"/>
                </a:lnTo>
                <a:arcTo hR="128016" wR="128016" stAng="10800000" swAng="5400000"/>
                <a:lnTo>
                  <a:pt x="1060704" y="0"/>
                </a:lnTo>
                <a:arcTo hR="128016" wR="128016" stAng="16200000" swAng="5400000"/>
                <a:lnTo>
                  <a:pt x="1188720" y="164592"/>
                </a:lnTo>
                <a:close/>
              </a:path>
            </a:pathLst>
          </a:cu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線條"/>
          <p:cNvSpPr/>
          <p:nvPr/>
        </p:nvSpPr>
        <p:spPr>
          <a:xfrm>
            <a:off x="6172200" y="2935224"/>
            <a:ext cx="547085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29809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012680" y="2980944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小圓角方籤</a:t>
            </a:r>
            <a:endParaRPr lang="en-US" sz="1000" dirty="0"/>
          </a:p>
        </p:txBody>
      </p:sp>
      <p:sp>
        <p:nvSpPr>
          <p:cNvPr id="50" name="標籤"/>
          <p:cNvSpPr/>
          <p:nvPr/>
        </p:nvSpPr>
        <p:spPr>
          <a:xfrm>
            <a:off x="7086600" y="3108960"/>
            <a:ext cx="550591" cy="292608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200" dirty="0"/>
          </a:p>
        </p:txBody>
      </p:sp>
      <p:sp>
        <p:nvSpPr>
          <p:cNvPr id="51" name="標籤"/>
          <p:cNvSpPr/>
          <p:nvPr/>
        </p:nvSpPr>
        <p:spPr>
          <a:xfrm>
            <a:off x="7746919" y="3108960"/>
            <a:ext cx="550591" cy="292608"/>
          </a:xfrm>
          <a:prstGeom prst="roundRect">
            <a:avLst>
              <a:gd name="adj" fmla="val 15625"/>
            </a:avLst>
          </a:prstGeom>
          <a:solidFill>
            <a:srgbClr val="1F3FBF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200" dirty="0"/>
          </a:p>
        </p:txBody>
      </p:sp>
      <p:sp>
        <p:nvSpPr>
          <p:cNvPr id="52" name="標籤"/>
          <p:cNvSpPr/>
          <p:nvPr/>
        </p:nvSpPr>
        <p:spPr>
          <a:xfrm>
            <a:off x="8407237" y="3108960"/>
            <a:ext cx="550591" cy="292608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200" dirty="0"/>
          </a:p>
        </p:txBody>
      </p:sp>
      <p:sp>
        <p:nvSpPr>
          <p:cNvPr id="53" name="線條"/>
          <p:cNvSpPr/>
          <p:nvPr/>
        </p:nvSpPr>
        <p:spPr>
          <a:xfrm>
            <a:off x="6172200" y="3584448"/>
            <a:ext cx="547085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36301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012680" y="3630168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</a:t>
            </a:r>
            <a:endParaRPr lang="en-US" sz="1000" dirty="0"/>
          </a:p>
        </p:txBody>
      </p:sp>
      <p:sp>
        <p:nvSpPr>
          <p:cNvPr id="56" name="編號"/>
          <p:cNvSpPr/>
          <p:nvPr/>
        </p:nvSpPr>
        <p:spPr>
          <a:xfrm>
            <a:off x="7123176" y="3721608"/>
            <a:ext cx="365760" cy="365760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編號"/>
          <p:cNvSpPr/>
          <p:nvPr/>
        </p:nvSpPr>
        <p:spPr>
          <a:xfrm>
            <a:off x="7690104" y="3721608"/>
            <a:ext cx="365760" cy="365760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編號"/>
          <p:cNvSpPr/>
          <p:nvPr/>
        </p:nvSpPr>
        <p:spPr>
          <a:xfrm>
            <a:off x="8257032" y="3721608"/>
            <a:ext cx="365760" cy="365760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869680" y="36301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400" dirty="0"/>
          </a:p>
        </p:txBody>
      </p:sp>
      <p:sp>
        <p:nvSpPr>
          <p:cNvPr id="60" name="線條"/>
          <p:cNvSpPr/>
          <p:nvPr/>
        </p:nvSpPr>
        <p:spPr>
          <a:xfrm>
            <a:off x="6172200" y="4233672"/>
            <a:ext cx="547085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72200" y="42793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0012680" y="4279392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0866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64" name="三角形"/>
          <p:cNvSpPr/>
          <p:nvPr/>
        </p:nvSpPr>
        <p:spPr>
          <a:xfrm>
            <a:off x="7840980" y="44622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18388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200" dirty="0"/>
          </a:p>
        </p:txBody>
      </p:sp>
      <p:sp>
        <p:nvSpPr>
          <p:cNvPr id="66" name="三角形"/>
          <p:cNvSpPr/>
          <p:nvPr/>
        </p:nvSpPr>
        <p:spPr>
          <a:xfrm>
            <a:off x="8938260" y="44622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928116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68" name="線條"/>
          <p:cNvSpPr/>
          <p:nvPr/>
        </p:nvSpPr>
        <p:spPr>
          <a:xfrm>
            <a:off x="6172200" y="4882896"/>
            <a:ext cx="547085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72200" y="49286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0012680" y="4928616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實線＋三角箭頭</a:t>
            </a:r>
            <a:endParaRPr lang="en-US" sz="1000" dirty="0"/>
          </a:p>
        </p:txBody>
      </p:sp>
      <p:sp>
        <p:nvSpPr>
          <p:cNvPr id="71" name="線條"/>
          <p:cNvSpPr/>
          <p:nvPr/>
        </p:nvSpPr>
        <p:spPr>
          <a:xfrm>
            <a:off x="7086600" y="5202936"/>
            <a:ext cx="11887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2" name="連接線"/>
          <p:cNvSpPr/>
          <p:nvPr/>
        </p:nvSpPr>
        <p:spPr>
          <a:xfrm>
            <a:off x="8549640" y="5001768"/>
            <a:ext cx="1234440" cy="402336"/>
          </a:xfrm>
          <a:custGeom>
            <a:avLst/>
            <a:gdLst/>
            <a:ahLst/>
            <a:cxnLst/>
            <a:rect l="l" t="t" r="r" b="b"/>
            <a:pathLst>
              <a:path w="1234440" h="402336">
                <a:moveTo>
                  <a:pt x="0" y="0"/>
                </a:moveTo>
                <a:lnTo>
                  <a:pt x="548640" y="0"/>
                </a:lnTo>
                <a:lnTo>
                  <a:pt x="548640" y="402336"/>
                </a:lnTo>
                <a:lnTo>
                  <a:pt x="1234440" y="402336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線條"/>
          <p:cNvSpPr/>
          <p:nvPr/>
        </p:nvSpPr>
        <p:spPr>
          <a:xfrm>
            <a:off x="6172200" y="5532120"/>
            <a:ext cx="547085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72200" y="5577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012680" y="557784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灰卡＋▶</a:t>
            </a:r>
            <a:endParaRPr lang="en-US" sz="1000" dirty="0"/>
          </a:p>
        </p:txBody>
      </p:sp>
      <p:sp>
        <p:nvSpPr>
          <p:cNvPr id="76" name="流程鏈"/>
          <p:cNvSpPr/>
          <p:nvPr/>
        </p:nvSpPr>
        <p:spPr>
          <a:xfrm>
            <a:off x="7086600" y="5650992"/>
            <a:ext cx="670560" cy="402336"/>
          </a:xfrm>
          <a:prstGeom prst="roundRect">
            <a:avLst>
              <a:gd name="adj" fmla="val 31818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77" name="三角形"/>
          <p:cNvSpPr/>
          <p:nvPr/>
        </p:nvSpPr>
        <p:spPr>
          <a:xfrm>
            <a:off x="7871460" y="57607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流程鏈"/>
          <p:cNvSpPr/>
          <p:nvPr/>
        </p:nvSpPr>
        <p:spPr>
          <a:xfrm>
            <a:off x="8122920" y="5650992"/>
            <a:ext cx="670560" cy="402336"/>
          </a:xfrm>
          <a:prstGeom prst="roundRect">
            <a:avLst>
              <a:gd name="adj" fmla="val 31818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79" name="三角形"/>
          <p:cNvSpPr/>
          <p:nvPr/>
        </p:nvSpPr>
        <p:spPr>
          <a:xfrm>
            <a:off x="8907780" y="57607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流程鏈"/>
          <p:cNvSpPr/>
          <p:nvPr/>
        </p:nvSpPr>
        <p:spPr>
          <a:xfrm>
            <a:off x="9159240" y="5650992"/>
            <a:ext cx="670560" cy="402336"/>
          </a:xfrm>
          <a:prstGeom prst="roundRect">
            <a:avLst>
              <a:gd name="adj" fmla="val 31818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100" dirty="0"/>
          </a:p>
        </p:txBody>
      </p:sp>
      <p:sp>
        <p:nvSpPr>
          <p:cNvPr id="81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500" dirty="0"/>
          </a:p>
        </p:txBody>
      </p:sp>
      <p:sp>
        <p:nvSpPr>
          <p:cNvPr id="4" name="卡片"/>
          <p:cNvSpPr/>
          <p:nvPr/>
        </p:nvSpPr>
        <p:spPr>
          <a:xfrm>
            <a:off x="548640" y="1874520"/>
            <a:ext cx="3410712" cy="2148840"/>
          </a:xfrm>
          <a:prstGeom prst="roundRect">
            <a:avLst>
              <a:gd name="adj" fmla="val 5957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6384" y="202082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pPr algn="l" indent="0" marL="0">
              <a:buNone/>
            </a:pPr>
            <a:r>
              <a:rPr lang="en-US" sz="10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2660904"/>
            <a:ext cx="29352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200" dirty="0"/>
          </a:p>
        </p:txBody>
      </p:sp>
      <p:sp>
        <p:nvSpPr>
          <p:cNvPr id="7" name="卡片"/>
          <p:cNvSpPr/>
          <p:nvPr/>
        </p:nvSpPr>
        <p:spPr>
          <a:xfrm>
            <a:off x="4390492" y="1874520"/>
            <a:ext cx="3410712" cy="2148840"/>
          </a:xfrm>
          <a:prstGeom prst="roundRect">
            <a:avLst>
              <a:gd name="adj" fmla="val 5957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28236" y="202082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8236" y="2660904"/>
            <a:ext cx="29352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200" dirty="0"/>
          </a:p>
        </p:txBody>
      </p:sp>
      <p:sp>
        <p:nvSpPr>
          <p:cNvPr id="10" name="標籤"/>
          <p:cNvSpPr/>
          <p:nvPr/>
        </p:nvSpPr>
        <p:spPr>
          <a:xfrm>
            <a:off x="6854292" y="1746504"/>
            <a:ext cx="745744" cy="256032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000" dirty="0"/>
          </a:p>
        </p:txBody>
      </p:sp>
      <p:sp>
        <p:nvSpPr>
          <p:cNvPr id="11" name="卡片"/>
          <p:cNvSpPr/>
          <p:nvPr/>
        </p:nvSpPr>
        <p:spPr>
          <a:xfrm>
            <a:off x="8232343" y="1874520"/>
            <a:ext cx="3410712" cy="2148840"/>
          </a:xfrm>
          <a:prstGeom prst="roundRect">
            <a:avLst>
              <a:gd name="adj" fmla="val 5957"/>
            </a:avLst>
          </a:prstGeom>
          <a:solidFill>
            <a:srgbClr val="E8E8E8"/>
          </a:solidFill>
          <a:ln/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表頭"/>
          <p:cNvSpPr/>
          <p:nvPr/>
        </p:nvSpPr>
        <p:spPr>
          <a:xfrm>
            <a:off x="8232343" y="1874520"/>
            <a:ext cx="3410712" cy="530352"/>
          </a:xfrm>
          <a:custGeom>
            <a:avLst/>
            <a:gdLst/>
            <a:ahLst/>
            <a:cxnLst/>
            <a:rect l="l" t="t" r="r" b="b"/>
            <a:pathLst>
              <a:path w="3410712" h="530352">
                <a:moveTo>
                  <a:pt x="0" y="530352"/>
                </a:moveTo>
                <a:lnTo>
                  <a:pt x="0" y="128016"/>
                </a:lnTo>
                <a:arcTo hR="128016" wR="128016" stAng="10800000" swAng="5400000"/>
                <a:lnTo>
                  <a:pt x="3282696" y="0"/>
                </a:lnTo>
                <a:arcTo hR="128016" wR="128016" stAng="16200000" swAng="5400000"/>
                <a:lnTo>
                  <a:pt x="3410712" y="530352"/>
                </a:lnTo>
                <a:close/>
              </a:path>
            </a:pathLst>
          </a:cu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470087" y="187452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70087" y="2587752"/>
            <a:ext cx="29352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90492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32343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66801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9808" y="4572000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300" dirty="0"/>
          </a:p>
        </p:txBody>
      </p:sp>
      <p:sp>
        <p:nvSpPr>
          <p:cNvPr id="20" name="線條"/>
          <p:cNvSpPr/>
          <p:nvPr/>
        </p:nvSpPr>
        <p:spPr>
          <a:xfrm>
            <a:off x="548640" y="4956048"/>
            <a:ext cx="6400800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21" name="標籤"/>
          <p:cNvSpPr/>
          <p:nvPr/>
        </p:nvSpPr>
        <p:spPr>
          <a:xfrm>
            <a:off x="548640" y="5102352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51023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300" dirty="0"/>
          </a:p>
        </p:txBody>
      </p:sp>
      <p:sp>
        <p:nvSpPr>
          <p:cNvPr id="23" name="標籤"/>
          <p:cNvSpPr/>
          <p:nvPr/>
        </p:nvSpPr>
        <p:spPr>
          <a:xfrm>
            <a:off x="548640" y="5486400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1F3FBF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5486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300" dirty="0"/>
          </a:p>
        </p:txBody>
      </p:sp>
      <p:sp>
        <p:nvSpPr>
          <p:cNvPr id="25" name="標籤"/>
          <p:cNvSpPr/>
          <p:nvPr/>
        </p:nvSpPr>
        <p:spPr>
          <a:xfrm>
            <a:off x="548640" y="5870448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58704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466801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16368" y="4572000"/>
            <a:ext cx="4126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300" dirty="0"/>
          </a:p>
        </p:txBody>
      </p:sp>
      <p:sp>
        <p:nvSpPr>
          <p:cNvPr id="29" name="線條"/>
          <p:cNvSpPr/>
          <p:nvPr/>
        </p:nvSpPr>
        <p:spPr>
          <a:xfrm>
            <a:off x="7315200" y="4956048"/>
            <a:ext cx="4327855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512064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548640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050" dirty="0"/>
          </a:p>
        </p:txBody>
      </p:sp>
      <p:sp>
        <p:nvSpPr>
          <p:cNvPr id="32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108932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11094415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7" name="標籤"/>
          <p:cNvSpPr/>
          <p:nvPr/>
        </p:nvSpPr>
        <p:spPr>
          <a:xfrm>
            <a:off x="548640" y="2331720"/>
            <a:ext cx="952276" cy="347472"/>
          </a:xfrm>
          <a:prstGeom prst="roundRect">
            <a:avLst>
              <a:gd name="adj" fmla="val 13158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300" dirty="0"/>
          </a:p>
        </p:txBody>
      </p:sp>
      <p:sp>
        <p:nvSpPr>
          <p:cNvPr id="8" name="標籤"/>
          <p:cNvSpPr/>
          <p:nvPr/>
        </p:nvSpPr>
        <p:spPr>
          <a:xfrm>
            <a:off x="1775236" y="2331720"/>
            <a:ext cx="952276" cy="347472"/>
          </a:xfrm>
          <a:prstGeom prst="roundRect">
            <a:avLst>
              <a:gd name="adj" fmla="val 13158"/>
            </a:avLst>
          </a:prstGeom>
          <a:solidFill>
            <a:srgbClr val="1F3FBF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300" dirty="0"/>
          </a:p>
        </p:txBody>
      </p:sp>
      <p:sp>
        <p:nvSpPr>
          <p:cNvPr id="9" name="標籤"/>
          <p:cNvSpPr/>
          <p:nvPr/>
        </p:nvSpPr>
        <p:spPr>
          <a:xfrm>
            <a:off x="3001833" y="2331720"/>
            <a:ext cx="952276" cy="347472"/>
          </a:xfrm>
          <a:prstGeom prst="roundRect">
            <a:avLst>
              <a:gd name="adj" fmla="val 13158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300" dirty="0"/>
          </a:p>
        </p:txBody>
      </p:sp>
      <p:sp>
        <p:nvSpPr>
          <p:cNvPr id="10" name="標籤"/>
          <p:cNvSpPr/>
          <p:nvPr/>
        </p:nvSpPr>
        <p:spPr>
          <a:xfrm>
            <a:off x="4228429" y="2331720"/>
            <a:ext cx="95227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29346" y="2331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100" dirty="0"/>
          </a:p>
        </p:txBody>
      </p:sp>
      <p:sp>
        <p:nvSpPr>
          <p:cNvPr id="12" name="標籤"/>
          <p:cNvSpPr/>
          <p:nvPr/>
        </p:nvSpPr>
        <p:spPr>
          <a:xfrm>
            <a:off x="6460866" y="2368296"/>
            <a:ext cx="49174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000" dirty="0"/>
          </a:p>
        </p:txBody>
      </p:sp>
      <p:sp>
        <p:nvSpPr>
          <p:cNvPr id="13" name="標籤"/>
          <p:cNvSpPr/>
          <p:nvPr/>
        </p:nvSpPr>
        <p:spPr>
          <a:xfrm>
            <a:off x="7089770" y="2368296"/>
            <a:ext cx="491744" cy="27432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000" dirty="0"/>
          </a:p>
        </p:txBody>
      </p:sp>
      <p:sp>
        <p:nvSpPr>
          <p:cNvPr id="14" name="標籤"/>
          <p:cNvSpPr/>
          <p:nvPr/>
        </p:nvSpPr>
        <p:spPr>
          <a:xfrm>
            <a:off x="7718674" y="2368296"/>
            <a:ext cx="491744" cy="27432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15925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9808" y="30632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300" dirty="0"/>
          </a:p>
        </p:txBody>
      </p:sp>
      <p:sp>
        <p:nvSpPr>
          <p:cNvPr id="17" name="線條"/>
          <p:cNvSpPr/>
          <p:nvPr/>
        </p:nvSpPr>
        <p:spPr>
          <a:xfrm>
            <a:off x="548640" y="3447288"/>
            <a:ext cx="3465576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8" name="標籤"/>
          <p:cNvSpPr/>
          <p:nvPr/>
        </p:nvSpPr>
        <p:spPr>
          <a:xfrm>
            <a:off x="548640" y="3666744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300" dirty="0"/>
          </a:p>
        </p:txBody>
      </p:sp>
      <p:sp>
        <p:nvSpPr>
          <p:cNvPr id="19" name="標籤"/>
          <p:cNvSpPr/>
          <p:nvPr/>
        </p:nvSpPr>
        <p:spPr>
          <a:xfrm>
            <a:off x="548640" y="4233672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300" dirty="0"/>
          </a:p>
        </p:txBody>
      </p:sp>
      <p:sp>
        <p:nvSpPr>
          <p:cNvPr id="20" name="標籤"/>
          <p:cNvSpPr/>
          <p:nvPr/>
        </p:nvSpPr>
        <p:spPr>
          <a:xfrm>
            <a:off x="548640" y="4800600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300" dirty="0"/>
          </a:p>
        </p:txBody>
      </p:sp>
      <p:sp>
        <p:nvSpPr>
          <p:cNvPr id="21" name="標籤"/>
          <p:cNvSpPr/>
          <p:nvPr/>
        </p:nvSpPr>
        <p:spPr>
          <a:xfrm>
            <a:off x="548640" y="5367528"/>
            <a:ext cx="265176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63060" y="315925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64228" y="30632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300" dirty="0"/>
          </a:p>
        </p:txBody>
      </p:sp>
      <p:sp>
        <p:nvSpPr>
          <p:cNvPr id="24" name="線條"/>
          <p:cNvSpPr/>
          <p:nvPr/>
        </p:nvSpPr>
        <p:spPr>
          <a:xfrm>
            <a:off x="4363060" y="3447288"/>
            <a:ext cx="3465576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25" name="編號"/>
          <p:cNvSpPr/>
          <p:nvPr/>
        </p:nvSpPr>
        <p:spPr>
          <a:xfrm>
            <a:off x="4399636" y="3675888"/>
            <a:ext cx="384048" cy="384048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編號"/>
          <p:cNvSpPr/>
          <p:nvPr/>
        </p:nvSpPr>
        <p:spPr>
          <a:xfrm>
            <a:off x="4966564" y="3675888"/>
            <a:ext cx="384048" cy="384048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編號"/>
          <p:cNvSpPr/>
          <p:nvPr/>
        </p:nvSpPr>
        <p:spPr>
          <a:xfrm>
            <a:off x="5533492" y="3675888"/>
            <a:ext cx="384048" cy="384048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編號"/>
          <p:cNvSpPr/>
          <p:nvPr/>
        </p:nvSpPr>
        <p:spPr>
          <a:xfrm>
            <a:off x="6100420" y="3675888"/>
            <a:ext cx="384048" cy="384048"/>
          </a:xfrm>
          <a:prstGeom prst="ellipse">
            <a:avLst/>
          </a:prstGeom>
          <a:solidFill>
            <a:srgbClr val="1F3F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編號"/>
          <p:cNvSpPr/>
          <p:nvPr/>
        </p:nvSpPr>
        <p:spPr>
          <a:xfrm>
            <a:off x="4427068" y="4517136"/>
            <a:ext cx="329184" cy="329184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29988" y="4526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63260" y="45262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100" dirty="0"/>
          </a:p>
        </p:txBody>
      </p:sp>
      <p:sp>
        <p:nvSpPr>
          <p:cNvPr id="32" name="編號"/>
          <p:cNvSpPr/>
          <p:nvPr/>
        </p:nvSpPr>
        <p:spPr>
          <a:xfrm>
            <a:off x="4427068" y="5084064"/>
            <a:ext cx="329184" cy="329184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29988" y="5093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63260" y="50932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100" dirty="0"/>
          </a:p>
        </p:txBody>
      </p:sp>
      <p:sp>
        <p:nvSpPr>
          <p:cNvPr id="35" name="編號"/>
          <p:cNvSpPr/>
          <p:nvPr/>
        </p:nvSpPr>
        <p:spPr>
          <a:xfrm>
            <a:off x="4427068" y="5650992"/>
            <a:ext cx="329184" cy="329184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29988" y="5660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63260" y="566013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77479" y="315925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378647" y="30632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300" dirty="0"/>
          </a:p>
        </p:txBody>
      </p:sp>
      <p:sp>
        <p:nvSpPr>
          <p:cNvPr id="40" name="線條"/>
          <p:cNvSpPr/>
          <p:nvPr/>
        </p:nvSpPr>
        <p:spPr>
          <a:xfrm>
            <a:off x="8177479" y="3447288"/>
            <a:ext cx="3465576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77479" y="3657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177479" y="4041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177479" y="44256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7479" y="4809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006279" y="365760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006279" y="404164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006279" y="442569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77479" y="530352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050" dirty="0"/>
          </a:p>
        </p:txBody>
      </p:sp>
      <p:sp>
        <p:nvSpPr>
          <p:cNvPr id="49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5120640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7" name="光暈大圓"/>
          <p:cNvSpPr/>
          <p:nvPr/>
        </p:nvSpPr>
        <p:spPr>
          <a:xfrm>
            <a:off x="1847088" y="2350008"/>
            <a:ext cx="2523744" cy="2523744"/>
          </a:xfrm>
          <a:prstGeom prst="ellipse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47088" y="2678095"/>
            <a:ext cx="2523744" cy="78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2099462" y="3485693"/>
            <a:ext cx="2018995" cy="706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0" name="小圓"/>
          <p:cNvSpPr/>
          <p:nvPr/>
        </p:nvSpPr>
        <p:spPr>
          <a:xfrm>
            <a:off x="1717136" y="3987246"/>
            <a:ext cx="768096" cy="768096"/>
          </a:xfrm>
          <a:prstGeom prst="ellipse">
            <a:avLst/>
          </a:prstGeom>
          <a:solidFill>
            <a:srgbClr val="E60012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1" name="小圓"/>
          <p:cNvSpPr/>
          <p:nvPr/>
        </p:nvSpPr>
        <p:spPr>
          <a:xfrm>
            <a:off x="2724912" y="4489704"/>
            <a:ext cx="768096" cy="768096"/>
          </a:xfrm>
          <a:prstGeom prst="ellipse">
            <a:avLst/>
          </a:prstGeom>
          <a:solidFill>
            <a:srgbClr val="E60012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2" name="小圓"/>
          <p:cNvSpPr/>
          <p:nvPr/>
        </p:nvSpPr>
        <p:spPr>
          <a:xfrm>
            <a:off x="3732688" y="3987246"/>
            <a:ext cx="768096" cy="768096"/>
          </a:xfrm>
          <a:prstGeom prst="ellipse">
            <a:avLst/>
          </a:prstGeom>
          <a:solidFill>
            <a:srgbClr val="E60012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10528" y="1783080"/>
            <a:ext cx="51325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300" dirty="0"/>
          </a:p>
        </p:txBody>
      </p:sp>
      <p:sp>
        <p:nvSpPr>
          <p:cNvPr id="15" name="線條"/>
          <p:cNvSpPr/>
          <p:nvPr/>
        </p:nvSpPr>
        <p:spPr>
          <a:xfrm>
            <a:off x="6309360" y="2167128"/>
            <a:ext cx="5333695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6" name="流程鏈"/>
          <p:cNvSpPr/>
          <p:nvPr/>
        </p:nvSpPr>
        <p:spPr>
          <a:xfrm>
            <a:off x="6309360" y="2395728"/>
            <a:ext cx="1534058" cy="658368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600" dirty="0"/>
          </a:p>
        </p:txBody>
      </p:sp>
      <p:sp>
        <p:nvSpPr>
          <p:cNvPr id="17" name="三角形"/>
          <p:cNvSpPr/>
          <p:nvPr/>
        </p:nvSpPr>
        <p:spPr>
          <a:xfrm>
            <a:off x="7957718" y="26334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流程鏈"/>
          <p:cNvSpPr/>
          <p:nvPr/>
        </p:nvSpPr>
        <p:spPr>
          <a:xfrm>
            <a:off x="8209178" y="2395728"/>
            <a:ext cx="1534058" cy="658368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600" dirty="0"/>
          </a:p>
        </p:txBody>
      </p:sp>
      <p:sp>
        <p:nvSpPr>
          <p:cNvPr id="19" name="三角形"/>
          <p:cNvSpPr/>
          <p:nvPr/>
        </p:nvSpPr>
        <p:spPr>
          <a:xfrm>
            <a:off x="9857537" y="26334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流程鏈"/>
          <p:cNvSpPr/>
          <p:nvPr/>
        </p:nvSpPr>
        <p:spPr>
          <a:xfrm>
            <a:off x="10108997" y="2395728"/>
            <a:ext cx="1534058" cy="658368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600" dirty="0"/>
          </a:p>
        </p:txBody>
      </p:sp>
      <p:sp>
        <p:nvSpPr>
          <p:cNvPr id="21" name="流程鏈"/>
          <p:cNvSpPr/>
          <p:nvPr/>
        </p:nvSpPr>
        <p:spPr>
          <a:xfrm>
            <a:off x="6309360" y="3520440"/>
            <a:ext cx="838505" cy="512064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</p:txBody>
      </p:sp>
      <p:sp>
        <p:nvSpPr>
          <p:cNvPr id="22" name="三角形"/>
          <p:cNvSpPr/>
          <p:nvPr/>
        </p:nvSpPr>
        <p:spPr>
          <a:xfrm>
            <a:off x="7221931" y="368503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流程鏈"/>
          <p:cNvSpPr/>
          <p:nvPr/>
        </p:nvSpPr>
        <p:spPr>
          <a:xfrm>
            <a:off x="7433158" y="3520440"/>
            <a:ext cx="838505" cy="512064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</p:txBody>
      </p:sp>
      <p:sp>
        <p:nvSpPr>
          <p:cNvPr id="24" name="三角形"/>
          <p:cNvSpPr/>
          <p:nvPr/>
        </p:nvSpPr>
        <p:spPr>
          <a:xfrm>
            <a:off x="8345729" y="368503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流程鏈"/>
          <p:cNvSpPr/>
          <p:nvPr/>
        </p:nvSpPr>
        <p:spPr>
          <a:xfrm>
            <a:off x="8556955" y="3520440"/>
            <a:ext cx="838505" cy="512064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</p:txBody>
      </p:sp>
      <p:sp>
        <p:nvSpPr>
          <p:cNvPr id="26" name="三角形"/>
          <p:cNvSpPr/>
          <p:nvPr/>
        </p:nvSpPr>
        <p:spPr>
          <a:xfrm>
            <a:off x="9469526" y="368503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流程鏈"/>
          <p:cNvSpPr/>
          <p:nvPr/>
        </p:nvSpPr>
        <p:spPr>
          <a:xfrm>
            <a:off x="9680753" y="3520440"/>
            <a:ext cx="838505" cy="512064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28" name="三角形"/>
          <p:cNvSpPr/>
          <p:nvPr/>
        </p:nvSpPr>
        <p:spPr>
          <a:xfrm>
            <a:off x="10593324" y="368503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流程鏈"/>
          <p:cNvSpPr/>
          <p:nvPr/>
        </p:nvSpPr>
        <p:spPr>
          <a:xfrm>
            <a:off x="10804550" y="3520440"/>
            <a:ext cx="838505" cy="512064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</p:txBody>
      </p:sp>
      <p:sp>
        <p:nvSpPr>
          <p:cNvPr id="30" name="流程鏈"/>
          <p:cNvSpPr/>
          <p:nvPr/>
        </p:nvSpPr>
        <p:spPr>
          <a:xfrm>
            <a:off x="6309360" y="4526280"/>
            <a:ext cx="1059104" cy="512064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31" name="三角形"/>
          <p:cNvSpPr/>
          <p:nvPr/>
        </p:nvSpPr>
        <p:spPr>
          <a:xfrm>
            <a:off x="7482764" y="46908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流程鏈"/>
          <p:cNvSpPr/>
          <p:nvPr/>
        </p:nvSpPr>
        <p:spPr>
          <a:xfrm>
            <a:off x="7734224" y="4526280"/>
            <a:ext cx="1059104" cy="512064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</p:txBody>
      </p:sp>
      <p:sp>
        <p:nvSpPr>
          <p:cNvPr id="33" name="三角形"/>
          <p:cNvSpPr/>
          <p:nvPr/>
        </p:nvSpPr>
        <p:spPr>
          <a:xfrm>
            <a:off x="8907628" y="46908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流程鏈"/>
          <p:cNvSpPr/>
          <p:nvPr/>
        </p:nvSpPr>
        <p:spPr>
          <a:xfrm>
            <a:off x="9159088" y="4526280"/>
            <a:ext cx="1059104" cy="512064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35" name="三角形"/>
          <p:cNvSpPr/>
          <p:nvPr/>
        </p:nvSpPr>
        <p:spPr>
          <a:xfrm>
            <a:off x="10332491" y="4690872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流程鏈"/>
          <p:cNvSpPr/>
          <p:nvPr/>
        </p:nvSpPr>
        <p:spPr>
          <a:xfrm>
            <a:off x="10583951" y="4526280"/>
            <a:ext cx="1059104" cy="512064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09360" y="5138928"/>
            <a:ext cx="105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34224" y="5138928"/>
            <a:ext cx="105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59088" y="5138928"/>
            <a:ext cx="105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83951" y="5138928"/>
            <a:ext cx="105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5760720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050" dirty="0"/>
          </a:p>
        </p:txBody>
      </p:sp>
      <p:sp>
        <p:nvSpPr>
          <p:cNvPr id="42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2554148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548640" y="280720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處理"/>
          <p:cNvSpPr/>
          <p:nvPr/>
        </p:nvSpPr>
        <p:spPr>
          <a:xfrm>
            <a:off x="2279828" y="280720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9" name="線條"/>
          <p:cNvSpPr/>
          <p:nvPr/>
        </p:nvSpPr>
        <p:spPr>
          <a:xfrm>
            <a:off x="1426464" y="3017520"/>
            <a:ext cx="7985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395396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96564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300" dirty="0"/>
          </a:p>
        </p:txBody>
      </p:sp>
      <p:sp>
        <p:nvSpPr>
          <p:cNvPr id="12" name="線條"/>
          <p:cNvSpPr/>
          <p:nvPr/>
        </p:nvSpPr>
        <p:spPr>
          <a:xfrm>
            <a:off x="3395396" y="2167128"/>
            <a:ext cx="2554148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3" name="處理"/>
          <p:cNvSpPr/>
          <p:nvPr/>
        </p:nvSpPr>
        <p:spPr>
          <a:xfrm>
            <a:off x="3395396" y="246888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處理"/>
          <p:cNvSpPr/>
          <p:nvPr/>
        </p:nvSpPr>
        <p:spPr>
          <a:xfrm>
            <a:off x="5126584" y="338328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連接線"/>
          <p:cNvSpPr/>
          <p:nvPr/>
        </p:nvSpPr>
        <p:spPr>
          <a:xfrm>
            <a:off x="4273220" y="2679192"/>
            <a:ext cx="798500" cy="914400"/>
          </a:xfrm>
          <a:custGeom>
            <a:avLst/>
            <a:gdLst/>
            <a:ahLst/>
            <a:cxnLst/>
            <a:rect l="l" t="t" r="r" b="b"/>
            <a:pathLst>
              <a:path w="798500" h="914400">
                <a:moveTo>
                  <a:pt x="0" y="0"/>
                </a:moveTo>
                <a:lnTo>
                  <a:pt x="399250" y="0"/>
                </a:lnTo>
                <a:lnTo>
                  <a:pt x="399250" y="914400"/>
                </a:lnTo>
                <a:lnTo>
                  <a:pt x="798500" y="91440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42152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43320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300" dirty="0"/>
          </a:p>
        </p:txBody>
      </p:sp>
      <p:sp>
        <p:nvSpPr>
          <p:cNvPr id="18" name="線條"/>
          <p:cNvSpPr/>
          <p:nvPr/>
        </p:nvSpPr>
        <p:spPr>
          <a:xfrm>
            <a:off x="6242152" y="2167128"/>
            <a:ext cx="2554148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9" name="處理"/>
          <p:cNvSpPr/>
          <p:nvPr/>
        </p:nvSpPr>
        <p:spPr>
          <a:xfrm>
            <a:off x="6242152" y="280720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處理"/>
          <p:cNvSpPr/>
          <p:nvPr/>
        </p:nvSpPr>
        <p:spPr>
          <a:xfrm>
            <a:off x="7973339" y="280720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1" name="線條"/>
          <p:cNvSpPr/>
          <p:nvPr/>
        </p:nvSpPr>
        <p:spPr>
          <a:xfrm>
            <a:off x="7119976" y="3017520"/>
            <a:ext cx="7985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ot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088907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290075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300" dirty="0"/>
          </a:p>
        </p:txBody>
      </p:sp>
      <p:sp>
        <p:nvSpPr>
          <p:cNvPr id="24" name="線條"/>
          <p:cNvSpPr/>
          <p:nvPr/>
        </p:nvSpPr>
        <p:spPr>
          <a:xfrm>
            <a:off x="9088907" y="2167128"/>
            <a:ext cx="2554148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25" name="處理"/>
          <p:cNvSpPr/>
          <p:nvPr/>
        </p:nvSpPr>
        <p:spPr>
          <a:xfrm>
            <a:off x="9088907" y="324612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處理"/>
          <p:cNvSpPr/>
          <p:nvPr/>
        </p:nvSpPr>
        <p:spPr>
          <a:xfrm>
            <a:off x="10820095" y="324612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曲線箭頭"/>
          <p:cNvSpPr/>
          <p:nvPr/>
        </p:nvSpPr>
        <p:spPr>
          <a:xfrm>
            <a:off x="9500387" y="2423160"/>
            <a:ext cx="1731188" cy="768096"/>
          </a:xfrm>
          <a:custGeom>
            <a:avLst/>
            <a:gdLst/>
            <a:ahLst/>
            <a:cxnLst/>
            <a:rect l="l" t="t" r="r" b="b"/>
            <a:pathLst>
              <a:path w="1731188" h="768096">
                <a:moveTo>
                  <a:pt x="0" y="768096"/>
                </a:moveTo>
                <a:cubicBezTo>
                  <a:pt x="0" y="0"/>
                  <a:pt x="1731188" y="0"/>
                  <a:pt x="1731188" y="768096"/>
                </a:cubicBezTo>
              </a:path>
            </a:pathLst>
          </a:custGeom>
          <a:ln w="15875">
            <a:solidFill>
              <a:srgbClr val="595959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8640" y="402793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9808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300" dirty="0"/>
          </a:p>
        </p:txBody>
      </p:sp>
      <p:sp>
        <p:nvSpPr>
          <p:cNvPr id="30" name="線條"/>
          <p:cNvSpPr/>
          <p:nvPr/>
        </p:nvSpPr>
        <p:spPr>
          <a:xfrm>
            <a:off x="548640" y="4315968"/>
            <a:ext cx="2554148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32" name="三角形"/>
          <p:cNvSpPr/>
          <p:nvPr/>
        </p:nvSpPr>
        <p:spPr>
          <a:xfrm>
            <a:off x="1260329" y="50749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54225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300" dirty="0"/>
          </a:p>
        </p:txBody>
      </p:sp>
      <p:sp>
        <p:nvSpPr>
          <p:cNvPr id="34" name="三角形"/>
          <p:cNvSpPr/>
          <p:nvPr/>
        </p:nvSpPr>
        <p:spPr>
          <a:xfrm>
            <a:off x="2253939" y="507492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53586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95396" y="402793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96564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300" dirty="0"/>
          </a:p>
        </p:txBody>
      </p:sp>
      <p:sp>
        <p:nvSpPr>
          <p:cNvPr id="38" name="線條"/>
          <p:cNvSpPr/>
          <p:nvPr/>
        </p:nvSpPr>
        <p:spPr>
          <a:xfrm>
            <a:off x="3395396" y="4315968"/>
            <a:ext cx="2554148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9" name="處理"/>
          <p:cNvSpPr/>
          <p:nvPr/>
        </p:nvSpPr>
        <p:spPr>
          <a:xfrm>
            <a:off x="3395396" y="495604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40" name="處理"/>
          <p:cNvSpPr/>
          <p:nvPr/>
        </p:nvSpPr>
        <p:spPr>
          <a:xfrm>
            <a:off x="5126584" y="495604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41" name="三角形"/>
          <p:cNvSpPr/>
          <p:nvPr/>
        </p:nvSpPr>
        <p:spPr>
          <a:xfrm>
            <a:off x="4463987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1F3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三角形"/>
          <p:cNvSpPr/>
          <p:nvPr/>
        </p:nvSpPr>
        <p:spPr>
          <a:xfrm>
            <a:off x="4617606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1F3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三角形"/>
          <p:cNvSpPr/>
          <p:nvPr/>
        </p:nvSpPr>
        <p:spPr>
          <a:xfrm>
            <a:off x="4771225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1F3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242152" y="402793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443320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300" dirty="0"/>
          </a:p>
        </p:txBody>
      </p:sp>
      <p:sp>
        <p:nvSpPr>
          <p:cNvPr id="46" name="線條"/>
          <p:cNvSpPr/>
          <p:nvPr/>
        </p:nvSpPr>
        <p:spPr>
          <a:xfrm>
            <a:off x="6242152" y="4315968"/>
            <a:ext cx="2554148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47" name="區塊箭號"/>
          <p:cNvSpPr/>
          <p:nvPr/>
        </p:nvSpPr>
        <p:spPr>
          <a:xfrm>
            <a:off x="6242152" y="4919472"/>
            <a:ext cx="961111" cy="493776"/>
          </a:xfrm>
          <a:prstGeom prst="homePlate">
            <a:avLst>
              <a:gd name="adj" fmla="val 33333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300" dirty="0"/>
          </a:p>
        </p:txBody>
      </p:sp>
      <p:sp>
        <p:nvSpPr>
          <p:cNvPr id="48" name="區塊箭號"/>
          <p:cNvSpPr/>
          <p:nvPr/>
        </p:nvSpPr>
        <p:spPr>
          <a:xfrm>
            <a:off x="7075246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EC404D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300" dirty="0"/>
          </a:p>
        </p:txBody>
      </p:sp>
      <p:sp>
        <p:nvSpPr>
          <p:cNvPr id="49" name="區塊箭號"/>
          <p:cNvSpPr/>
          <p:nvPr/>
        </p:nvSpPr>
        <p:spPr>
          <a:xfrm>
            <a:off x="7908341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1F3FBF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088907" y="402793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9290075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300" dirty="0"/>
          </a:p>
        </p:txBody>
      </p:sp>
      <p:sp>
        <p:nvSpPr>
          <p:cNvPr id="52" name="線條"/>
          <p:cNvSpPr/>
          <p:nvPr/>
        </p:nvSpPr>
        <p:spPr>
          <a:xfrm>
            <a:off x="9088907" y="4315968"/>
            <a:ext cx="2554148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53" name="處理"/>
          <p:cNvSpPr/>
          <p:nvPr/>
        </p:nvSpPr>
        <p:spPr>
          <a:xfrm>
            <a:off x="9088907" y="4956048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54" name="處理"/>
          <p:cNvSpPr/>
          <p:nvPr/>
        </p:nvSpPr>
        <p:spPr>
          <a:xfrm>
            <a:off x="10820095" y="4572000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300" dirty="0"/>
          </a:p>
        </p:txBody>
      </p:sp>
      <p:sp>
        <p:nvSpPr>
          <p:cNvPr id="55" name="處理"/>
          <p:cNvSpPr/>
          <p:nvPr/>
        </p:nvSpPr>
        <p:spPr>
          <a:xfrm>
            <a:off x="10820095" y="5340096"/>
            <a:ext cx="822960" cy="420624"/>
          </a:xfrm>
          <a:prstGeom prst="roundRect">
            <a:avLst>
              <a:gd name="adj" fmla="val 2608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300" dirty="0"/>
          </a:p>
        </p:txBody>
      </p:sp>
      <p:sp>
        <p:nvSpPr>
          <p:cNvPr id="56" name="線條"/>
          <p:cNvSpPr/>
          <p:nvPr/>
        </p:nvSpPr>
        <p:spPr>
          <a:xfrm>
            <a:off x="9966731" y="5166360"/>
            <a:ext cx="39925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57" name="連接線"/>
          <p:cNvSpPr/>
          <p:nvPr/>
        </p:nvSpPr>
        <p:spPr>
          <a:xfrm>
            <a:off x="10365981" y="4782312"/>
            <a:ext cx="399250" cy="384048"/>
          </a:xfrm>
          <a:custGeom>
            <a:avLst/>
            <a:gdLst/>
            <a:ahLst/>
            <a:cxnLst/>
            <a:rect l="l" t="t" r="r" b="b"/>
            <a:pathLst>
              <a:path w="399250" h="384048">
                <a:moveTo>
                  <a:pt x="0" y="384048"/>
                </a:moveTo>
                <a:lnTo>
                  <a:pt x="0" y="0"/>
                </a:lnTo>
                <a:lnTo>
                  <a:pt x="399250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連接線"/>
          <p:cNvSpPr/>
          <p:nvPr/>
        </p:nvSpPr>
        <p:spPr>
          <a:xfrm>
            <a:off x="10365981" y="5166360"/>
            <a:ext cx="399250" cy="384048"/>
          </a:xfrm>
          <a:custGeom>
            <a:avLst/>
            <a:gdLst/>
            <a:ahLst/>
            <a:cxnLst/>
            <a:rect l="l" t="t" r="r" b="b"/>
            <a:pathLst>
              <a:path w="399250" h="384048">
                <a:moveTo>
                  <a:pt x="0" y="0"/>
                </a:moveTo>
                <a:lnTo>
                  <a:pt x="0" y="384048"/>
                </a:lnTo>
                <a:lnTo>
                  <a:pt x="399250" y="384048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48640" y="59436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連接線為獨立線條，移動圖形後需手動調整；建議先排好圖形再拉線</a:t>
            </a:r>
            <a:endParaRPr lang="en-US" sz="1050" dirty="0"/>
          </a:p>
        </p:txBody>
      </p:sp>
      <p:sp>
        <p:nvSpPr>
          <p:cNvPr id="60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500" dirty="0"/>
          </a:p>
        </p:txBody>
      </p:sp>
      <p:sp>
        <p:nvSpPr>
          <p:cNvPr id="4" name="開始／結束"/>
          <p:cNvSpPr/>
          <p:nvPr/>
        </p:nvSpPr>
        <p:spPr>
          <a:xfrm>
            <a:off x="787375" y="223113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6001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Terminator</a:t>
            </a:r>
            <a:endParaRPr lang="en-US" sz="1400" dirty="0"/>
          </a:p>
        </p:txBody>
      </p:sp>
      <p:sp>
        <p:nvSpPr>
          <p:cNvPr id="6" name="處理"/>
          <p:cNvSpPr/>
          <p:nvPr/>
        </p:nvSpPr>
        <p:spPr>
          <a:xfrm>
            <a:off x="2590724" y="2185416"/>
            <a:ext cx="1463040" cy="658368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97709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400" dirty="0"/>
          </a:p>
        </p:txBody>
      </p:sp>
      <p:sp>
        <p:nvSpPr>
          <p:cNvPr id="8" name="判斷"/>
          <p:cNvSpPr/>
          <p:nvPr/>
        </p:nvSpPr>
        <p:spPr>
          <a:xfrm>
            <a:off x="4485513" y="2057400"/>
            <a:ext cx="1371600" cy="9144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46778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0" name="輸入輸出"/>
          <p:cNvSpPr/>
          <p:nvPr/>
        </p:nvSpPr>
        <p:spPr>
          <a:xfrm>
            <a:off x="6243142" y="2185416"/>
            <a:ext cx="1554480" cy="658368"/>
          </a:xfrm>
          <a:prstGeom prst="parallelogram">
            <a:avLst>
              <a:gd name="adj" fmla="val 42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5848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</a:t>
            </a:r>
            <a:endParaRPr lang="en-US" sz="1400" dirty="0"/>
          </a:p>
        </p:txBody>
      </p:sp>
      <p:sp>
        <p:nvSpPr>
          <p:cNvPr id="12" name="文件"/>
          <p:cNvSpPr/>
          <p:nvPr/>
        </p:nvSpPr>
        <p:spPr>
          <a:xfrm>
            <a:off x="8183651" y="2125980"/>
            <a:ext cx="1371600" cy="777240"/>
          </a:xfrm>
          <a:custGeom>
            <a:avLst/>
            <a:gdLst/>
            <a:ahLst/>
            <a:cxnLst/>
            <a:rect l="l" t="t" r="r" b="b"/>
            <a:pathLst>
              <a:path w="1371600" h="777240">
                <a:moveTo>
                  <a:pt x="0" y="0"/>
                </a:moveTo>
                <a:lnTo>
                  <a:pt x="1371600" y="0"/>
                </a:lnTo>
                <a:lnTo>
                  <a:pt x="1371600" y="623346"/>
                </a:lnTo>
                <a:cubicBezTo>
                  <a:pt x="685800" y="623346"/>
                  <a:pt x="685800" y="860793"/>
                  <a:pt x="0" y="725942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 wrap="square" lIns="38100" tIns="0" rIns="38100" bIns="15544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44917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4" name="資料庫"/>
          <p:cNvSpPr/>
          <p:nvPr/>
        </p:nvSpPr>
        <p:spPr>
          <a:xfrm>
            <a:off x="10215601" y="2057400"/>
            <a:ext cx="1005840" cy="914400"/>
          </a:xfrm>
          <a:prstGeom prst="can">
            <a:avLst>
              <a:gd name="adj" fmla="val 13000"/>
            </a:avLst>
          </a:prstGeom>
          <a:solidFill>
            <a:srgbClr val="E8E8E8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93986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63340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9808" y="3767328"/>
            <a:ext cx="108932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300" dirty="0"/>
          </a:p>
        </p:txBody>
      </p:sp>
      <p:sp>
        <p:nvSpPr>
          <p:cNvPr id="18" name="線條"/>
          <p:cNvSpPr/>
          <p:nvPr/>
        </p:nvSpPr>
        <p:spPr>
          <a:xfrm>
            <a:off x="548640" y="4151376"/>
            <a:ext cx="11094415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19" name="開始／結束"/>
          <p:cNvSpPr/>
          <p:nvPr/>
        </p:nvSpPr>
        <p:spPr>
          <a:xfrm>
            <a:off x="548640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6001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20" name="輸入輸出"/>
          <p:cNvSpPr/>
          <p:nvPr/>
        </p:nvSpPr>
        <p:spPr>
          <a:xfrm>
            <a:off x="2228027" y="4398264"/>
            <a:ext cx="1645920" cy="621792"/>
          </a:xfrm>
          <a:prstGeom prst="parallelogram">
            <a:avLst>
              <a:gd name="adj" fmla="val 42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400" dirty="0"/>
          </a:p>
        </p:txBody>
      </p:sp>
      <p:sp>
        <p:nvSpPr>
          <p:cNvPr id="21" name="判斷"/>
          <p:cNvSpPr/>
          <p:nvPr/>
        </p:nvSpPr>
        <p:spPr>
          <a:xfrm>
            <a:off x="4410334" y="4251960"/>
            <a:ext cx="1554480" cy="9144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300" dirty="0"/>
          </a:p>
        </p:txBody>
      </p:sp>
      <p:sp>
        <p:nvSpPr>
          <p:cNvPr id="22" name="處理"/>
          <p:cNvSpPr/>
          <p:nvPr/>
        </p:nvSpPr>
        <p:spPr>
          <a:xfrm>
            <a:off x="6501201" y="4398264"/>
            <a:ext cx="1463040" cy="621792"/>
          </a:xfrm>
          <a:prstGeom prst="roundRect">
            <a:avLst>
              <a:gd name="adj" fmla="val 17647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400" dirty="0"/>
          </a:p>
        </p:txBody>
      </p:sp>
      <p:sp>
        <p:nvSpPr>
          <p:cNvPr id="23" name="文件"/>
          <p:cNvSpPr/>
          <p:nvPr/>
        </p:nvSpPr>
        <p:spPr>
          <a:xfrm>
            <a:off x="8500628" y="4343400"/>
            <a:ext cx="1463040" cy="731520"/>
          </a:xfrm>
          <a:custGeom>
            <a:avLst/>
            <a:gdLst/>
            <a:ahLst/>
            <a:cxnLst/>
            <a:rect l="l" t="t" r="r" b="b"/>
            <a:pathLst>
              <a:path w="1463040" h="731520">
                <a:moveTo>
                  <a:pt x="0" y="0"/>
                </a:moveTo>
                <a:lnTo>
                  <a:pt x="1463040" y="0"/>
                </a:lnTo>
                <a:lnTo>
                  <a:pt x="1463040" y="586679"/>
                </a:lnTo>
                <a:cubicBezTo>
                  <a:pt x="731520" y="586679"/>
                  <a:pt x="731520" y="810158"/>
                  <a:pt x="0" y="683240"/>
                </a:cubicBezTo>
                <a:close/>
              </a:path>
            </a:pathLst>
          </a:custGeom>
          <a:solidFill>
            <a:srgbClr val="E8E8E8"/>
          </a:solidFill>
          <a:ln/>
        </p:spPr>
        <p:txBody>
          <a:bodyPr wrap="square" lIns="38100" tIns="0" rIns="38100" bIns="14630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400" dirty="0"/>
          </a:p>
        </p:txBody>
      </p:sp>
      <p:sp>
        <p:nvSpPr>
          <p:cNvPr id="24" name="開始／結束"/>
          <p:cNvSpPr/>
          <p:nvPr/>
        </p:nvSpPr>
        <p:spPr>
          <a:xfrm>
            <a:off x="10500055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6001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00" dirty="0"/>
          </a:p>
        </p:txBody>
      </p:sp>
      <p:sp>
        <p:nvSpPr>
          <p:cNvPr id="25" name="線條"/>
          <p:cNvSpPr/>
          <p:nvPr/>
        </p:nvSpPr>
        <p:spPr>
          <a:xfrm>
            <a:off x="1755648" y="4709160"/>
            <a:ext cx="499811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線條"/>
          <p:cNvSpPr/>
          <p:nvPr/>
        </p:nvSpPr>
        <p:spPr>
          <a:xfrm>
            <a:off x="3828227" y="4709160"/>
            <a:ext cx="518099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" name="線條"/>
          <p:cNvSpPr/>
          <p:nvPr/>
        </p:nvSpPr>
        <p:spPr>
          <a:xfrm>
            <a:off x="6028822" y="4709160"/>
            <a:ext cx="408371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8" name="線條"/>
          <p:cNvSpPr/>
          <p:nvPr/>
        </p:nvSpPr>
        <p:spPr>
          <a:xfrm>
            <a:off x="8028249" y="4709160"/>
            <a:ext cx="408371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9" name="線條"/>
          <p:cNvSpPr/>
          <p:nvPr/>
        </p:nvSpPr>
        <p:spPr>
          <a:xfrm>
            <a:off x="10027676" y="4709160"/>
            <a:ext cx="408371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983102" y="4325112"/>
            <a:ext cx="536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100" dirty="0"/>
          </a:p>
        </p:txBody>
      </p:sp>
      <p:sp>
        <p:nvSpPr>
          <p:cNvPr id="31" name="資料庫"/>
          <p:cNvSpPr/>
          <p:nvPr/>
        </p:nvSpPr>
        <p:spPr>
          <a:xfrm>
            <a:off x="6775521" y="5413248"/>
            <a:ext cx="914400" cy="749808"/>
          </a:xfrm>
          <a:prstGeom prst="can">
            <a:avLst>
              <a:gd name="adj" fmla="val 13000"/>
            </a:avLst>
          </a:prstGeom>
          <a:solidFill>
            <a:srgbClr val="E8E8E8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</p:txBody>
      </p:sp>
      <p:sp>
        <p:nvSpPr>
          <p:cNvPr id="32" name="線條"/>
          <p:cNvSpPr/>
          <p:nvPr/>
        </p:nvSpPr>
        <p:spPr>
          <a:xfrm>
            <a:off x="7232721" y="5074920"/>
            <a:ext cx="0" cy="283464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ash"/>
            <a:headEnd type="triangle"/>
            <a:tailEnd type="triangle"/>
          </a:ln>
        </p:spPr>
      </p:sp>
      <p:sp>
        <p:nvSpPr>
          <p:cNvPr id="33" name="連接線"/>
          <p:cNvSpPr/>
          <p:nvPr/>
        </p:nvSpPr>
        <p:spPr>
          <a:xfrm>
            <a:off x="3050987" y="5074920"/>
            <a:ext cx="2136587" cy="777240"/>
          </a:xfrm>
          <a:custGeom>
            <a:avLst/>
            <a:gdLst/>
            <a:ahLst/>
            <a:cxnLst/>
            <a:rect l="l" t="t" r="r" b="b"/>
            <a:pathLst>
              <a:path w="2136587" h="777240">
                <a:moveTo>
                  <a:pt x="2136587" y="146304"/>
                </a:moveTo>
                <a:lnTo>
                  <a:pt x="2136587" y="777240"/>
                </a:lnTo>
                <a:lnTo>
                  <a:pt x="0" y="777240"/>
                </a:lnTo>
                <a:lnTo>
                  <a:pt x="0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79014" y="5276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100" dirty="0"/>
          </a:p>
        </p:txBody>
      </p:sp>
      <p:sp>
        <p:nvSpPr>
          <p:cNvPr id="35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5212080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548640" y="3794760"/>
            <a:ext cx="749808" cy="4572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300" dirty="0"/>
          </a:p>
        </p:txBody>
      </p:sp>
      <p:sp>
        <p:nvSpPr>
          <p:cNvPr id="8" name="處理"/>
          <p:cNvSpPr/>
          <p:nvPr/>
        </p:nvSpPr>
        <p:spPr>
          <a:xfrm>
            <a:off x="1874520" y="3063240"/>
            <a:ext cx="841248" cy="4572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200" dirty="0"/>
          </a:p>
        </p:txBody>
      </p:sp>
      <p:sp>
        <p:nvSpPr>
          <p:cNvPr id="9" name="處理"/>
          <p:cNvSpPr/>
          <p:nvPr/>
        </p:nvSpPr>
        <p:spPr>
          <a:xfrm>
            <a:off x="1874520" y="4526280"/>
            <a:ext cx="841248" cy="4572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200" dirty="0"/>
          </a:p>
        </p:txBody>
      </p:sp>
      <p:sp>
        <p:nvSpPr>
          <p:cNvPr id="10" name="處理"/>
          <p:cNvSpPr/>
          <p:nvPr/>
        </p:nvSpPr>
        <p:spPr>
          <a:xfrm>
            <a:off x="3291840" y="3794760"/>
            <a:ext cx="749808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8575">
            <a:solidFill>
              <a:srgbClr val="E6001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300" dirty="0"/>
          </a:p>
        </p:txBody>
      </p:sp>
      <p:sp>
        <p:nvSpPr>
          <p:cNvPr id="11" name="處理"/>
          <p:cNvSpPr/>
          <p:nvPr/>
        </p:nvSpPr>
        <p:spPr>
          <a:xfrm>
            <a:off x="4617720" y="2606040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200" dirty="0"/>
          </a:p>
        </p:txBody>
      </p:sp>
      <p:sp>
        <p:nvSpPr>
          <p:cNvPr id="12" name="處理"/>
          <p:cNvSpPr/>
          <p:nvPr/>
        </p:nvSpPr>
        <p:spPr>
          <a:xfrm>
            <a:off x="4617720" y="3794760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200" dirty="0"/>
          </a:p>
        </p:txBody>
      </p:sp>
      <p:sp>
        <p:nvSpPr>
          <p:cNvPr id="13" name="處理"/>
          <p:cNvSpPr/>
          <p:nvPr/>
        </p:nvSpPr>
        <p:spPr>
          <a:xfrm>
            <a:off x="4617720" y="4983480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200" dirty="0"/>
          </a:p>
        </p:txBody>
      </p:sp>
      <p:sp>
        <p:nvSpPr>
          <p:cNvPr id="14" name="連接線"/>
          <p:cNvSpPr/>
          <p:nvPr/>
        </p:nvSpPr>
        <p:spPr>
          <a:xfrm>
            <a:off x="135331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連接線"/>
          <p:cNvSpPr/>
          <p:nvPr/>
        </p:nvSpPr>
        <p:spPr>
          <a:xfrm>
            <a:off x="135331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277063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77063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4096512" y="283464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1188720"/>
                </a:moveTo>
                <a:lnTo>
                  <a:pt x="233172" y="11887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線條"/>
          <p:cNvSpPr/>
          <p:nvPr/>
        </p:nvSpPr>
        <p:spPr>
          <a:xfrm>
            <a:off x="4096512" y="4023360"/>
            <a:ext cx="466344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0" name="連接線"/>
          <p:cNvSpPr/>
          <p:nvPr/>
        </p:nvSpPr>
        <p:spPr>
          <a:xfrm>
            <a:off x="4096512" y="402336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0"/>
                </a:moveTo>
                <a:lnTo>
                  <a:pt x="233172" y="0"/>
                </a:lnTo>
                <a:lnTo>
                  <a:pt x="233172" y="1188720"/>
                </a:lnTo>
                <a:lnTo>
                  <a:pt x="466344" y="118872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72200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73368" y="17830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300" dirty="0"/>
          </a:p>
        </p:txBody>
      </p:sp>
      <p:sp>
        <p:nvSpPr>
          <p:cNvPr id="23" name="線條"/>
          <p:cNvSpPr/>
          <p:nvPr/>
        </p:nvSpPr>
        <p:spPr>
          <a:xfrm>
            <a:off x="6172200" y="2167128"/>
            <a:ext cx="2697480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24" name="線條"/>
          <p:cNvSpPr/>
          <p:nvPr/>
        </p:nvSpPr>
        <p:spPr>
          <a:xfrm>
            <a:off x="6556248" y="4023360"/>
            <a:ext cx="19293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7520940" y="2697480"/>
            <a:ext cx="0" cy="26517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6" name="中心圓"/>
          <p:cNvSpPr/>
          <p:nvPr/>
        </p:nvSpPr>
        <p:spPr>
          <a:xfrm>
            <a:off x="7100316" y="3602736"/>
            <a:ext cx="841248" cy="841248"/>
          </a:xfrm>
          <a:prstGeom prst="ellipse">
            <a:avLst/>
          </a:prstGeom>
          <a:solidFill>
            <a:srgbClr val="E60012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7" name="標籤"/>
          <p:cNvSpPr/>
          <p:nvPr/>
        </p:nvSpPr>
        <p:spPr>
          <a:xfrm>
            <a:off x="6549136" y="3227832"/>
            <a:ext cx="517144" cy="27432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100" dirty="0"/>
          </a:p>
        </p:txBody>
      </p:sp>
      <p:sp>
        <p:nvSpPr>
          <p:cNvPr id="28" name="標籤"/>
          <p:cNvSpPr/>
          <p:nvPr/>
        </p:nvSpPr>
        <p:spPr>
          <a:xfrm>
            <a:off x="7975600" y="3227832"/>
            <a:ext cx="517144" cy="274320"/>
          </a:xfrm>
          <a:prstGeom prst="roundRect">
            <a:avLst>
              <a:gd name="adj" fmla="val 16667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100" dirty="0"/>
          </a:p>
        </p:txBody>
      </p:sp>
      <p:sp>
        <p:nvSpPr>
          <p:cNvPr id="29" name="標籤"/>
          <p:cNvSpPr/>
          <p:nvPr/>
        </p:nvSpPr>
        <p:spPr>
          <a:xfrm>
            <a:off x="6549136" y="4544568"/>
            <a:ext cx="517144" cy="27432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7975600" y="4544568"/>
            <a:ext cx="517144" cy="274320"/>
          </a:xfrm>
          <a:prstGeom prst="roundRect">
            <a:avLst>
              <a:gd name="adj" fmla="val 16667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7230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72300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35440" y="1879092"/>
            <a:ext cx="100584" cy="100584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436608" y="1783080"/>
            <a:ext cx="22064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300" dirty="0"/>
          </a:p>
        </p:txBody>
      </p:sp>
      <p:sp>
        <p:nvSpPr>
          <p:cNvPr id="37" name="線條"/>
          <p:cNvSpPr/>
          <p:nvPr/>
        </p:nvSpPr>
        <p:spPr>
          <a:xfrm>
            <a:off x="9235440" y="2167128"/>
            <a:ext cx="2407615" cy="0"/>
          </a:xfrm>
          <a:prstGeom prst="line">
            <a:avLst/>
          </a:prstGeom>
          <a:noFill/>
          <a:ln w="9525">
            <a:solidFill>
              <a:srgbClr val="D4D4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66960" y="22860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44200" y="22860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40" name="寬欄條"/>
          <p:cNvSpPr/>
          <p:nvPr/>
        </p:nvSpPr>
        <p:spPr>
          <a:xfrm>
            <a:off x="10149840" y="2606040"/>
            <a:ext cx="566928" cy="3108960"/>
          </a:xfrm>
          <a:prstGeom prst="roundRect">
            <a:avLst>
              <a:gd name="adj" fmla="val 22581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寬欄條"/>
          <p:cNvSpPr/>
          <p:nvPr/>
        </p:nvSpPr>
        <p:spPr>
          <a:xfrm>
            <a:off x="10927080" y="2606040"/>
            <a:ext cx="566928" cy="3108960"/>
          </a:xfrm>
          <a:prstGeom prst="roundRect">
            <a:avLst>
              <a:gd name="adj" fmla="val 22581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235440" y="30449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100" dirty="0"/>
          </a:p>
        </p:txBody>
      </p:sp>
      <p:sp>
        <p:nvSpPr>
          <p:cNvPr id="43" name="編號"/>
          <p:cNvSpPr/>
          <p:nvPr/>
        </p:nvSpPr>
        <p:spPr>
          <a:xfrm>
            <a:off x="10222992" y="2990088"/>
            <a:ext cx="420624" cy="420624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300" dirty="0"/>
          </a:p>
        </p:txBody>
      </p:sp>
      <p:sp>
        <p:nvSpPr>
          <p:cNvPr id="44" name="編號"/>
          <p:cNvSpPr/>
          <p:nvPr/>
        </p:nvSpPr>
        <p:spPr>
          <a:xfrm>
            <a:off x="11000232" y="2990088"/>
            <a:ext cx="420624" cy="420624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235440" y="4005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100" dirty="0"/>
          </a:p>
        </p:txBody>
      </p:sp>
      <p:sp>
        <p:nvSpPr>
          <p:cNvPr id="46" name="編號"/>
          <p:cNvSpPr/>
          <p:nvPr/>
        </p:nvSpPr>
        <p:spPr>
          <a:xfrm>
            <a:off x="10222992" y="3950208"/>
            <a:ext cx="420624" cy="420624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300" dirty="0"/>
          </a:p>
        </p:txBody>
      </p:sp>
      <p:sp>
        <p:nvSpPr>
          <p:cNvPr id="47" name="編號"/>
          <p:cNvSpPr/>
          <p:nvPr/>
        </p:nvSpPr>
        <p:spPr>
          <a:xfrm>
            <a:off x="11000232" y="3950208"/>
            <a:ext cx="420624" cy="420624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235440" y="4965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100" dirty="0"/>
          </a:p>
        </p:txBody>
      </p:sp>
      <p:sp>
        <p:nvSpPr>
          <p:cNvPr id="49" name="編號"/>
          <p:cNvSpPr/>
          <p:nvPr/>
        </p:nvSpPr>
        <p:spPr>
          <a:xfrm>
            <a:off x="10222992" y="4910328"/>
            <a:ext cx="420624" cy="420624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300" dirty="0"/>
          </a:p>
        </p:txBody>
      </p:sp>
      <p:sp>
        <p:nvSpPr>
          <p:cNvPr id="50" name="編號"/>
          <p:cNvSpPr/>
          <p:nvPr/>
        </p:nvSpPr>
        <p:spPr>
          <a:xfrm>
            <a:off x="11000232" y="4910328"/>
            <a:ext cx="420624" cy="420624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300" dirty="0"/>
          </a:p>
        </p:txBody>
      </p:sp>
      <p:sp>
        <p:nvSpPr>
          <p:cNvPr id="51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500" dirty="0"/>
          </a:p>
        </p:txBody>
      </p:sp>
      <p:sp>
        <p:nvSpPr>
          <p:cNvPr id="4" name="光暈大圓"/>
          <p:cNvSpPr/>
          <p:nvPr/>
        </p:nvSpPr>
        <p:spPr>
          <a:xfrm>
            <a:off x="1208989" y="1828800"/>
            <a:ext cx="2377440" cy="2377440"/>
          </a:xfrm>
          <a:prstGeom prst="ellipse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08989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446733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500" dirty="0"/>
          </a:p>
        </p:txBody>
      </p:sp>
      <p:sp>
        <p:nvSpPr>
          <p:cNvPr id="7" name="光暈大圓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07128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144872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0" name="光暈大圓"/>
          <p:cNvSpPr/>
          <p:nvPr/>
        </p:nvSpPr>
        <p:spPr>
          <a:xfrm>
            <a:off x="8605266" y="1828800"/>
            <a:ext cx="2377440" cy="2377440"/>
          </a:xfrm>
          <a:prstGeom prst="ellipse">
            <a:avLst/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05266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8843010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30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500" dirty="0"/>
          </a:p>
        </p:txBody>
      </p:sp>
      <p:sp>
        <p:nvSpPr>
          <p:cNvPr id="13" name="三角形"/>
          <p:cNvSpPr/>
          <p:nvPr/>
        </p:nvSpPr>
        <p:spPr>
          <a:xfrm>
            <a:off x="4164482" y="2907792"/>
            <a:ext cx="164592" cy="219456"/>
          </a:xfrm>
          <a:custGeom>
            <a:avLst/>
            <a:gdLst/>
            <a:ahLst/>
            <a:cxnLst/>
            <a:rect l="l" t="t" r="r" b="b"/>
            <a:pathLst>
              <a:path w="164592" h="219456">
                <a:moveTo>
                  <a:pt x="0" y="0"/>
                </a:moveTo>
                <a:lnTo>
                  <a:pt x="164592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三角形"/>
          <p:cNvSpPr/>
          <p:nvPr/>
        </p:nvSpPr>
        <p:spPr>
          <a:xfrm>
            <a:off x="7862621" y="2907792"/>
            <a:ext cx="164592" cy="219456"/>
          </a:xfrm>
          <a:custGeom>
            <a:avLst/>
            <a:gdLst/>
            <a:ahLst/>
            <a:cxnLst/>
            <a:rect l="l" t="t" r="r" b="b"/>
            <a:pathLst>
              <a:path w="164592" h="219456">
                <a:moveTo>
                  <a:pt x="0" y="0"/>
                </a:moveTo>
                <a:lnTo>
                  <a:pt x="164592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小圓"/>
          <p:cNvSpPr/>
          <p:nvPr/>
        </p:nvSpPr>
        <p:spPr>
          <a:xfrm>
            <a:off x="4780734" y="3367150"/>
            <a:ext cx="731520" cy="731520"/>
          </a:xfrm>
          <a:prstGeom prst="ellipse">
            <a:avLst/>
          </a:prstGeom>
          <a:solidFill>
            <a:srgbClr val="E60012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6" name="小圓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E60012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7" name="小圓"/>
          <p:cNvSpPr/>
          <p:nvPr/>
        </p:nvSpPr>
        <p:spPr>
          <a:xfrm>
            <a:off x="6679442" y="3367150"/>
            <a:ext cx="731520" cy="731520"/>
          </a:xfrm>
          <a:prstGeom prst="ellipse">
            <a:avLst/>
          </a:prstGeom>
          <a:solidFill>
            <a:srgbClr val="E60012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62446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711800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61154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150" dirty="0"/>
          </a:p>
        </p:txBody>
      </p:sp>
      <p:sp>
        <p:nvSpPr>
          <p:cNvPr id="21" name="標籤"/>
          <p:cNvSpPr/>
          <p:nvPr/>
        </p:nvSpPr>
        <p:spPr>
          <a:xfrm>
            <a:off x="1346149" y="457200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300" dirty="0"/>
          </a:p>
        </p:txBody>
      </p:sp>
      <p:sp>
        <p:nvSpPr>
          <p:cNvPr id="22" name="標籤"/>
          <p:cNvSpPr/>
          <p:nvPr/>
        </p:nvSpPr>
        <p:spPr>
          <a:xfrm>
            <a:off x="1346149" y="507492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300" dirty="0"/>
          </a:p>
        </p:txBody>
      </p:sp>
      <p:sp>
        <p:nvSpPr>
          <p:cNvPr id="23" name="標籤"/>
          <p:cNvSpPr/>
          <p:nvPr/>
        </p:nvSpPr>
        <p:spPr>
          <a:xfrm>
            <a:off x="1346149" y="557784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4" name="標籤"/>
          <p:cNvSpPr/>
          <p:nvPr/>
        </p:nvSpPr>
        <p:spPr>
          <a:xfrm>
            <a:off x="8742426" y="457200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300" dirty="0"/>
          </a:p>
        </p:txBody>
      </p:sp>
      <p:sp>
        <p:nvSpPr>
          <p:cNvPr id="25" name="標籤"/>
          <p:cNvSpPr/>
          <p:nvPr/>
        </p:nvSpPr>
        <p:spPr>
          <a:xfrm>
            <a:off x="8742426" y="507492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300" dirty="0"/>
          </a:p>
        </p:txBody>
      </p:sp>
      <p:sp>
        <p:nvSpPr>
          <p:cNvPr id="26" name="標籤"/>
          <p:cNvSpPr/>
          <p:nvPr/>
        </p:nvSpPr>
        <p:spPr>
          <a:xfrm>
            <a:off x="8742426" y="5577840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050" dirty="0"/>
          </a:p>
        </p:txBody>
      </p:sp>
      <p:sp>
        <p:nvSpPr>
          <p:cNvPr id="28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500" dirty="0"/>
          </a:p>
        </p:txBody>
      </p:sp>
      <p:sp>
        <p:nvSpPr>
          <p:cNvPr id="4" name="卡片"/>
          <p:cNvSpPr/>
          <p:nvPr/>
        </p:nvSpPr>
        <p:spPr>
          <a:xfrm>
            <a:off x="548640" y="3931920"/>
            <a:ext cx="1882384" cy="841248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400" dirty="0"/>
          </a:p>
        </p:txBody>
      </p:sp>
      <p:sp>
        <p:nvSpPr>
          <p:cNvPr id="6" name="三角形"/>
          <p:cNvSpPr/>
          <p:nvPr/>
        </p:nvSpPr>
        <p:spPr>
          <a:xfrm>
            <a:off x="2572756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卡片"/>
          <p:cNvSpPr/>
          <p:nvPr/>
        </p:nvSpPr>
        <p:spPr>
          <a:xfrm>
            <a:off x="2851648" y="3931920"/>
            <a:ext cx="1882384" cy="841248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400" dirty="0"/>
          </a:p>
        </p:txBody>
      </p:sp>
      <p:sp>
        <p:nvSpPr>
          <p:cNvPr id="9" name="三角形"/>
          <p:cNvSpPr/>
          <p:nvPr/>
        </p:nvSpPr>
        <p:spPr>
          <a:xfrm>
            <a:off x="4875764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重點卡片"/>
          <p:cNvSpPr/>
          <p:nvPr/>
        </p:nvSpPr>
        <p:spPr>
          <a:xfrm>
            <a:off x="5154656" y="3931920"/>
            <a:ext cx="1882384" cy="841248"/>
          </a:xfrm>
          <a:prstGeom prst="roundRect">
            <a:avLst>
              <a:gd name="adj" fmla="val 15217"/>
            </a:avLst>
          </a:prstGeom>
          <a:solidFill>
            <a:srgbClr val="E60012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F8B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1" name="三角形"/>
          <p:cNvSpPr/>
          <p:nvPr/>
        </p:nvSpPr>
        <p:spPr>
          <a:xfrm>
            <a:off x="7178772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卡片"/>
          <p:cNvSpPr/>
          <p:nvPr/>
        </p:nvSpPr>
        <p:spPr>
          <a:xfrm>
            <a:off x="7457664" y="3931920"/>
            <a:ext cx="1882384" cy="841248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4" name="三角形"/>
          <p:cNvSpPr/>
          <p:nvPr/>
        </p:nvSpPr>
        <p:spPr>
          <a:xfrm>
            <a:off x="9481779" y="426110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80">
                <a:moveTo>
                  <a:pt x="0" y="0"/>
                </a:moveTo>
                <a:lnTo>
                  <a:pt x="137160" y="91440"/>
                </a:lnTo>
                <a:lnTo>
                  <a:pt x="0" y="182880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卡片"/>
          <p:cNvSpPr/>
          <p:nvPr/>
        </p:nvSpPr>
        <p:spPr>
          <a:xfrm>
            <a:off x="9760671" y="3931920"/>
            <a:ext cx="1882384" cy="841248"/>
          </a:xfrm>
          <a:prstGeom prst="roundRect">
            <a:avLst>
              <a:gd name="adj" fmla="val 15217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</a:t>
            </a:r>
            <a:endParaRPr lang="en-US" sz="1400" dirty="0"/>
          </a:p>
        </p:txBody>
      </p:sp>
      <p:sp>
        <p:nvSpPr>
          <p:cNvPr id="17" name="卡片"/>
          <p:cNvSpPr/>
          <p:nvPr/>
        </p:nvSpPr>
        <p:spPr>
          <a:xfrm>
            <a:off x="5154656" y="1828800"/>
            <a:ext cx="1882384" cy="822960"/>
          </a:xfrm>
          <a:prstGeom prst="roundRect">
            <a:avLst>
              <a:gd name="adj" fmla="val 15556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19" name="卡片"/>
          <p:cNvSpPr/>
          <p:nvPr/>
        </p:nvSpPr>
        <p:spPr>
          <a:xfrm>
            <a:off x="2668768" y="2788920"/>
            <a:ext cx="1543555" cy="658368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400" dirty="0"/>
          </a:p>
        </p:txBody>
      </p:sp>
      <p:sp>
        <p:nvSpPr>
          <p:cNvPr id="21" name="卡片"/>
          <p:cNvSpPr/>
          <p:nvPr/>
        </p:nvSpPr>
        <p:spPr>
          <a:xfrm>
            <a:off x="7979373" y="2788920"/>
            <a:ext cx="1543555" cy="658368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23" name="曲線箭頭"/>
          <p:cNvSpPr/>
          <p:nvPr/>
        </p:nvSpPr>
        <p:spPr>
          <a:xfrm>
            <a:off x="3440545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493776"/>
                </a:moveTo>
                <a:cubicBezTo>
                  <a:pt x="0" y="0"/>
                  <a:pt x="274320" y="0"/>
                  <a:pt x="1640958" y="0"/>
                </a:cubicBezTo>
              </a:path>
            </a:pathLst>
          </a:custGeom>
          <a:ln w="15875">
            <a:solidFill>
              <a:srgbClr val="595959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曲線箭頭"/>
          <p:cNvSpPr/>
          <p:nvPr/>
        </p:nvSpPr>
        <p:spPr>
          <a:xfrm>
            <a:off x="7110192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0"/>
                </a:moveTo>
                <a:cubicBezTo>
                  <a:pt x="1366638" y="0"/>
                  <a:pt x="1640958" y="0"/>
                  <a:pt x="1640958" y="493776"/>
                </a:cubicBezTo>
              </a:path>
            </a:pathLst>
          </a:custGeom>
          <a:ln w="15875">
            <a:solidFill>
              <a:srgbClr val="595959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線條"/>
          <p:cNvSpPr/>
          <p:nvPr/>
        </p:nvSpPr>
        <p:spPr>
          <a:xfrm>
            <a:off x="4285475" y="3118104"/>
            <a:ext cx="3620746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ysDash"/>
            <a:headEnd type="triangle"/>
            <a:tailEnd type="triangle"/>
          </a:ln>
        </p:spPr>
      </p:sp>
      <p:sp>
        <p:nvSpPr>
          <p:cNvPr id="26" name="編號"/>
          <p:cNvSpPr/>
          <p:nvPr/>
        </p:nvSpPr>
        <p:spPr>
          <a:xfrm>
            <a:off x="548640" y="1865376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00" dirty="0"/>
          </a:p>
        </p:txBody>
      </p:sp>
      <p:sp>
        <p:nvSpPr>
          <p:cNvPr id="27" name="編號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標籤"/>
          <p:cNvSpPr/>
          <p:nvPr/>
        </p:nvSpPr>
        <p:spPr>
          <a:xfrm>
            <a:off x="1325880" y="1874520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100" dirty="0"/>
          </a:p>
        </p:txBody>
      </p:sp>
      <p:sp>
        <p:nvSpPr>
          <p:cNvPr id="29" name="編號"/>
          <p:cNvSpPr/>
          <p:nvPr/>
        </p:nvSpPr>
        <p:spPr>
          <a:xfrm>
            <a:off x="548640" y="2322576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編號"/>
          <p:cNvSpPr/>
          <p:nvPr/>
        </p:nvSpPr>
        <p:spPr>
          <a:xfrm>
            <a:off x="923544" y="2322576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標籤"/>
          <p:cNvSpPr/>
          <p:nvPr/>
        </p:nvSpPr>
        <p:spPr>
          <a:xfrm>
            <a:off x="1325880" y="2331720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100" dirty="0"/>
          </a:p>
        </p:txBody>
      </p:sp>
      <p:sp>
        <p:nvSpPr>
          <p:cNvPr id="32" name="編號"/>
          <p:cNvSpPr/>
          <p:nvPr/>
        </p:nvSpPr>
        <p:spPr>
          <a:xfrm>
            <a:off x="9669231" y="1865376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編號"/>
          <p:cNvSpPr/>
          <p:nvPr/>
        </p:nvSpPr>
        <p:spPr>
          <a:xfrm>
            <a:off x="10044135" y="1865376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標籤"/>
          <p:cNvSpPr/>
          <p:nvPr/>
        </p:nvSpPr>
        <p:spPr>
          <a:xfrm>
            <a:off x="10446471" y="1874520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100" dirty="0"/>
          </a:p>
        </p:txBody>
      </p:sp>
      <p:sp>
        <p:nvSpPr>
          <p:cNvPr id="35" name="編號"/>
          <p:cNvSpPr/>
          <p:nvPr/>
        </p:nvSpPr>
        <p:spPr>
          <a:xfrm>
            <a:off x="9669231" y="2322576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編號"/>
          <p:cNvSpPr/>
          <p:nvPr/>
        </p:nvSpPr>
        <p:spPr>
          <a:xfrm>
            <a:off x="10044135" y="2322576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100" dirty="0"/>
          </a:p>
        </p:txBody>
      </p:sp>
      <p:sp>
        <p:nvSpPr>
          <p:cNvPr id="37" name="標籤"/>
          <p:cNvSpPr/>
          <p:nvPr/>
        </p:nvSpPr>
        <p:spPr>
          <a:xfrm>
            <a:off x="10446471" y="2331720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100" dirty="0"/>
          </a:p>
        </p:txBody>
      </p:sp>
      <p:sp>
        <p:nvSpPr>
          <p:cNvPr id="38" name="卡片"/>
          <p:cNvSpPr/>
          <p:nvPr/>
        </p:nvSpPr>
        <p:spPr>
          <a:xfrm>
            <a:off x="548640" y="5074920"/>
            <a:ext cx="11094415" cy="548640"/>
          </a:xfrm>
          <a:prstGeom prst="roundRect">
            <a:avLst>
              <a:gd name="adj" fmla="val 23333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Organization</a:t>
            </a:r>
            <a:endParaRPr lang="en-US" sz="1400" dirty="0"/>
          </a:p>
        </p:txBody>
      </p:sp>
      <p:sp>
        <p:nvSpPr>
          <p:cNvPr id="40" name="編號"/>
          <p:cNvSpPr/>
          <p:nvPr/>
        </p:nvSpPr>
        <p:spPr>
          <a:xfrm>
            <a:off x="1144527" y="5815584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100" dirty="0"/>
          </a:p>
        </p:txBody>
      </p:sp>
      <p:sp>
        <p:nvSpPr>
          <p:cNvPr id="41" name="編號"/>
          <p:cNvSpPr/>
          <p:nvPr/>
        </p:nvSpPr>
        <p:spPr>
          <a:xfrm>
            <a:off x="1519431" y="5815584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標籤"/>
          <p:cNvSpPr/>
          <p:nvPr/>
        </p:nvSpPr>
        <p:spPr>
          <a:xfrm>
            <a:off x="1921767" y="5824728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100" dirty="0"/>
          </a:p>
        </p:txBody>
      </p:sp>
      <p:sp>
        <p:nvSpPr>
          <p:cNvPr id="43" name="編號"/>
          <p:cNvSpPr/>
          <p:nvPr/>
        </p:nvSpPr>
        <p:spPr>
          <a:xfrm>
            <a:off x="3918130" y="5815584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4293034" y="5815584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5" name="標籤"/>
          <p:cNvSpPr/>
          <p:nvPr/>
        </p:nvSpPr>
        <p:spPr>
          <a:xfrm>
            <a:off x="4695370" y="5824728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100" dirty="0"/>
          </a:p>
        </p:txBody>
      </p:sp>
      <p:sp>
        <p:nvSpPr>
          <p:cNvPr id="46" name="編號"/>
          <p:cNvSpPr/>
          <p:nvPr/>
        </p:nvSpPr>
        <p:spPr>
          <a:xfrm>
            <a:off x="6879186" y="5815584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7" name="標籤"/>
          <p:cNvSpPr/>
          <p:nvPr/>
        </p:nvSpPr>
        <p:spPr>
          <a:xfrm>
            <a:off x="7281522" y="5824728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9465338" y="5815584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49" name="編號"/>
          <p:cNvSpPr/>
          <p:nvPr/>
        </p:nvSpPr>
        <p:spPr>
          <a:xfrm>
            <a:off x="9840242" y="5815584"/>
            <a:ext cx="310896" cy="310896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50" name="標籤"/>
          <p:cNvSpPr/>
          <p:nvPr/>
        </p:nvSpPr>
        <p:spPr>
          <a:xfrm>
            <a:off x="10242578" y="5824728"/>
            <a:ext cx="804591" cy="292608"/>
          </a:xfrm>
          <a:prstGeom prst="roundRect">
            <a:avLst>
              <a:gd name="adj" fmla="val 15625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100" dirty="0"/>
          </a:p>
        </p:txBody>
      </p:sp>
      <p:sp>
        <p:nvSpPr>
          <p:cNvPr id="51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457200" y="31089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75488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500" dirty="0"/>
          </a:p>
        </p:txBody>
      </p:sp>
      <p:sp>
        <p:nvSpPr>
          <p:cNvPr id="4" name="漸隱箭頭"/>
          <p:cNvSpPr/>
          <p:nvPr/>
        </p:nvSpPr>
        <p:spPr>
          <a:xfrm>
            <a:off x="5737860" y="2331720"/>
            <a:ext cx="356616" cy="3361700"/>
          </a:xfrm>
          <a:prstGeom prst="rect">
            <a:avLst/>
          </a:prstGeom>
          <a:solidFill>
            <a:srgbClr val="1F3FB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漸隱箭頭"/>
          <p:cNvSpPr/>
          <p:nvPr/>
        </p:nvSpPr>
        <p:spPr>
          <a:xfrm>
            <a:off x="5737860" y="2890479"/>
            <a:ext cx="356616" cy="2802941"/>
          </a:xfrm>
          <a:prstGeom prst="rect">
            <a:avLst/>
          </a:prstGeom>
          <a:solidFill>
            <a:srgbClr val="1F3FB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5737860" y="3449239"/>
            <a:ext cx="356616" cy="2244181"/>
          </a:xfrm>
          <a:prstGeom prst="rect">
            <a:avLst/>
          </a:prstGeom>
          <a:solidFill>
            <a:srgbClr val="1F3FB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5737860" y="4007998"/>
            <a:ext cx="356616" cy="1685422"/>
          </a:xfrm>
          <a:prstGeom prst="rect">
            <a:avLst/>
          </a:prstGeom>
          <a:solidFill>
            <a:srgbClr val="1F3FB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5737860" y="4566757"/>
            <a:ext cx="356616" cy="1126663"/>
          </a:xfrm>
          <a:prstGeom prst="rect">
            <a:avLst/>
          </a:prstGeom>
          <a:solidFill>
            <a:srgbClr val="1F3FB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5737860" y="5125517"/>
            <a:ext cx="356616" cy="567903"/>
          </a:xfrm>
          <a:prstGeom prst="rect">
            <a:avLst/>
          </a:prstGeom>
          <a:solidFill>
            <a:srgbClr val="1F3FB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5559552" y="5684276"/>
            <a:ext cx="713232" cy="442204"/>
          </a:xfrm>
          <a:custGeom>
            <a:avLst/>
            <a:gdLst/>
            <a:ahLst/>
            <a:cxnLst/>
            <a:rect l="l" t="t" r="r" b="b"/>
            <a:pathLst>
              <a:path w="713232" h="442204">
                <a:moveTo>
                  <a:pt x="0" y="0"/>
                </a:moveTo>
                <a:lnTo>
                  <a:pt x="713232" y="0"/>
                </a:lnTo>
                <a:lnTo>
                  <a:pt x="356616" y="442204"/>
                </a:lnTo>
                <a:close/>
              </a:path>
            </a:pathLst>
          </a:custGeom>
          <a:solidFill>
            <a:srgbClr val="1F3FBF">
              <a:alpha val="5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82512" y="57607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200" dirty="0"/>
          </a:p>
        </p:txBody>
      </p:sp>
      <p:sp>
        <p:nvSpPr>
          <p:cNvPr id="12" name="處理"/>
          <p:cNvSpPr/>
          <p:nvPr/>
        </p:nvSpPr>
        <p:spPr>
          <a:xfrm>
            <a:off x="548640" y="3794760"/>
            <a:ext cx="868680" cy="54864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4165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050" dirty="0"/>
          </a:p>
        </p:txBody>
      </p:sp>
      <p:sp>
        <p:nvSpPr>
          <p:cNvPr id="14" name="處理"/>
          <p:cNvSpPr/>
          <p:nvPr/>
        </p:nvSpPr>
        <p:spPr>
          <a:xfrm>
            <a:off x="1874520" y="2999232"/>
            <a:ext cx="914400" cy="493776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400" dirty="0"/>
          </a:p>
        </p:txBody>
      </p:sp>
      <p:sp>
        <p:nvSpPr>
          <p:cNvPr id="15" name="處理"/>
          <p:cNvSpPr/>
          <p:nvPr/>
        </p:nvSpPr>
        <p:spPr>
          <a:xfrm>
            <a:off x="1874520" y="4645152"/>
            <a:ext cx="914400" cy="493776"/>
          </a:xfrm>
          <a:prstGeom prst="roundRect">
            <a:avLst>
              <a:gd name="adj" fmla="val 22222"/>
            </a:avLst>
          </a:prstGeom>
          <a:solidFill>
            <a:srgbClr val="E8E8E8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2743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51755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050" dirty="0"/>
          </a:p>
        </p:txBody>
      </p:sp>
      <p:sp>
        <p:nvSpPr>
          <p:cNvPr id="18" name="處理"/>
          <p:cNvSpPr/>
          <p:nvPr/>
        </p:nvSpPr>
        <p:spPr>
          <a:xfrm>
            <a:off x="3246120" y="3794760"/>
            <a:ext cx="8686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E60012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00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54680" y="44165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050" dirty="0"/>
          </a:p>
        </p:txBody>
      </p:sp>
      <p:sp>
        <p:nvSpPr>
          <p:cNvPr id="20" name="連接線"/>
          <p:cNvSpPr/>
          <p:nvPr/>
        </p:nvSpPr>
        <p:spPr>
          <a:xfrm>
            <a:off x="14721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連接線"/>
          <p:cNvSpPr/>
          <p:nvPr/>
        </p:nvSpPr>
        <p:spPr>
          <a:xfrm>
            <a:off x="14721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28437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28437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4169664" y="274320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1325880"/>
                </a:moveTo>
                <a:lnTo>
                  <a:pt x="288036" y="1325880"/>
                </a:lnTo>
                <a:lnTo>
                  <a:pt x="288036" y="0"/>
                </a:lnTo>
                <a:lnTo>
                  <a:pt x="576072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線條"/>
          <p:cNvSpPr/>
          <p:nvPr/>
        </p:nvSpPr>
        <p:spPr>
          <a:xfrm>
            <a:off x="4169664" y="4069080"/>
            <a:ext cx="57607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連接線"/>
          <p:cNvSpPr/>
          <p:nvPr/>
        </p:nvSpPr>
        <p:spPr>
          <a:xfrm>
            <a:off x="4169664" y="406908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0"/>
                </a:moveTo>
                <a:lnTo>
                  <a:pt x="288036" y="0"/>
                </a:lnTo>
                <a:lnTo>
                  <a:pt x="288036" y="1325880"/>
                </a:lnTo>
                <a:lnTo>
                  <a:pt x="576072" y="132588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卡片"/>
          <p:cNvSpPr/>
          <p:nvPr/>
        </p:nvSpPr>
        <p:spPr>
          <a:xfrm>
            <a:off x="4800600" y="2414016"/>
            <a:ext cx="1828800" cy="658368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600" dirty="0"/>
          </a:p>
        </p:txBody>
      </p:sp>
      <p:sp>
        <p:nvSpPr>
          <p:cNvPr id="29" name="標籤"/>
          <p:cNvSpPr/>
          <p:nvPr/>
        </p:nvSpPr>
        <p:spPr>
          <a:xfrm>
            <a:off x="6000496" y="2286000"/>
            <a:ext cx="491744" cy="256032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000" dirty="0"/>
          </a:p>
        </p:txBody>
      </p:sp>
      <p:sp>
        <p:nvSpPr>
          <p:cNvPr id="30" name="標籤"/>
          <p:cNvSpPr/>
          <p:nvPr/>
        </p:nvSpPr>
        <p:spPr>
          <a:xfrm>
            <a:off x="4937760" y="2944368"/>
            <a:ext cx="618744" cy="256032"/>
          </a:xfrm>
          <a:prstGeom prst="roundRect">
            <a:avLst>
              <a:gd name="adj" fmla="val 17857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000" dirty="0"/>
          </a:p>
        </p:txBody>
      </p:sp>
      <p:sp>
        <p:nvSpPr>
          <p:cNvPr id="31" name="卡片"/>
          <p:cNvSpPr/>
          <p:nvPr/>
        </p:nvSpPr>
        <p:spPr>
          <a:xfrm>
            <a:off x="4800600" y="3739896"/>
            <a:ext cx="1828800" cy="658368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600" dirty="0"/>
          </a:p>
        </p:txBody>
      </p:sp>
      <p:sp>
        <p:nvSpPr>
          <p:cNvPr id="33" name="標籤"/>
          <p:cNvSpPr/>
          <p:nvPr/>
        </p:nvSpPr>
        <p:spPr>
          <a:xfrm>
            <a:off x="6000496" y="3611880"/>
            <a:ext cx="491744" cy="256032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34" name="標籤"/>
          <p:cNvSpPr/>
          <p:nvPr/>
        </p:nvSpPr>
        <p:spPr>
          <a:xfrm>
            <a:off x="4937760" y="4270248"/>
            <a:ext cx="618744" cy="256032"/>
          </a:xfrm>
          <a:prstGeom prst="roundRect">
            <a:avLst>
              <a:gd name="adj" fmla="val 17857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000" dirty="0"/>
          </a:p>
        </p:txBody>
      </p:sp>
      <p:sp>
        <p:nvSpPr>
          <p:cNvPr id="35" name="卡片"/>
          <p:cNvSpPr/>
          <p:nvPr/>
        </p:nvSpPr>
        <p:spPr>
          <a:xfrm>
            <a:off x="4800600" y="5065776"/>
            <a:ext cx="1828800" cy="658368"/>
          </a:xfrm>
          <a:prstGeom prst="roundRect">
            <a:avLst>
              <a:gd name="adj" fmla="val 19444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600" dirty="0"/>
          </a:p>
        </p:txBody>
      </p:sp>
      <p:sp>
        <p:nvSpPr>
          <p:cNvPr id="37" name="標籤"/>
          <p:cNvSpPr/>
          <p:nvPr/>
        </p:nvSpPr>
        <p:spPr>
          <a:xfrm>
            <a:off x="6000496" y="4937760"/>
            <a:ext cx="491744" cy="256032"/>
          </a:xfrm>
          <a:prstGeom prst="roundRect">
            <a:avLst>
              <a:gd name="adj" fmla="val 17857"/>
            </a:avLst>
          </a:prstGeom>
          <a:solidFill>
            <a:srgbClr val="E6001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000" dirty="0"/>
          </a:p>
        </p:txBody>
      </p:sp>
      <p:sp>
        <p:nvSpPr>
          <p:cNvPr id="38" name="標籤"/>
          <p:cNvSpPr/>
          <p:nvPr/>
        </p:nvSpPr>
        <p:spPr>
          <a:xfrm>
            <a:off x="4937760" y="5596128"/>
            <a:ext cx="618744" cy="256032"/>
          </a:xfrm>
          <a:prstGeom prst="roundRect">
            <a:avLst>
              <a:gd name="adj" fmla="val 17857"/>
            </a:avLst>
          </a:prstGeom>
          <a:solidFill>
            <a:srgbClr val="E1E1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000" dirty="0"/>
          </a:p>
        </p:txBody>
      </p:sp>
      <p:sp>
        <p:nvSpPr>
          <p:cNvPr id="39" name="寬欄條"/>
          <p:cNvSpPr/>
          <p:nvPr/>
        </p:nvSpPr>
        <p:spPr>
          <a:xfrm>
            <a:off x="7086600" y="2057400"/>
            <a:ext cx="548640" cy="3886200"/>
          </a:xfrm>
          <a:prstGeom prst="roundRect">
            <a:avLst>
              <a:gd name="adj" fmla="val 23333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寬欄條"/>
          <p:cNvSpPr/>
          <p:nvPr/>
        </p:nvSpPr>
        <p:spPr>
          <a:xfrm>
            <a:off x="7818120" y="2057400"/>
            <a:ext cx="548640" cy="3886200"/>
          </a:xfrm>
          <a:prstGeom prst="roundRect">
            <a:avLst>
              <a:gd name="adj" fmla="val 23333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100" dirty="0"/>
          </a:p>
        </p:txBody>
      </p:sp>
      <p:sp>
        <p:nvSpPr>
          <p:cNvPr id="42" name="編號"/>
          <p:cNvSpPr/>
          <p:nvPr/>
        </p:nvSpPr>
        <p:spPr>
          <a:xfrm>
            <a:off x="7141464" y="2523744"/>
            <a:ext cx="438912" cy="438912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400" dirty="0"/>
          </a:p>
        </p:txBody>
      </p:sp>
      <p:sp>
        <p:nvSpPr>
          <p:cNvPr id="43" name="編號"/>
          <p:cNvSpPr/>
          <p:nvPr/>
        </p:nvSpPr>
        <p:spPr>
          <a:xfrm>
            <a:off x="7872984" y="2523744"/>
            <a:ext cx="438912" cy="438912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400" dirty="0"/>
          </a:p>
        </p:txBody>
      </p:sp>
      <p:sp>
        <p:nvSpPr>
          <p:cNvPr id="44" name="線條"/>
          <p:cNvSpPr/>
          <p:nvPr/>
        </p:nvSpPr>
        <p:spPr>
          <a:xfrm>
            <a:off x="6702552" y="274320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5" name="編號"/>
          <p:cNvSpPr/>
          <p:nvPr/>
        </p:nvSpPr>
        <p:spPr>
          <a:xfrm>
            <a:off x="7141464" y="3849624"/>
            <a:ext cx="438912" cy="438912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400" dirty="0"/>
          </a:p>
        </p:txBody>
      </p:sp>
      <p:sp>
        <p:nvSpPr>
          <p:cNvPr id="46" name="編號"/>
          <p:cNvSpPr/>
          <p:nvPr/>
        </p:nvSpPr>
        <p:spPr>
          <a:xfrm>
            <a:off x="7872984" y="3849624"/>
            <a:ext cx="438912" cy="438912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400" dirty="0"/>
          </a:p>
        </p:txBody>
      </p:sp>
      <p:sp>
        <p:nvSpPr>
          <p:cNvPr id="47" name="線條"/>
          <p:cNvSpPr/>
          <p:nvPr/>
        </p:nvSpPr>
        <p:spPr>
          <a:xfrm>
            <a:off x="6702552" y="406908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8" name="編號"/>
          <p:cNvSpPr/>
          <p:nvPr/>
        </p:nvSpPr>
        <p:spPr>
          <a:xfrm>
            <a:off x="7141464" y="5175504"/>
            <a:ext cx="438912" cy="438912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400" dirty="0"/>
          </a:p>
        </p:txBody>
      </p:sp>
      <p:sp>
        <p:nvSpPr>
          <p:cNvPr id="49" name="編號"/>
          <p:cNvSpPr/>
          <p:nvPr/>
        </p:nvSpPr>
        <p:spPr>
          <a:xfrm>
            <a:off x="7872984" y="5175504"/>
            <a:ext cx="438912" cy="438912"/>
          </a:xfrm>
          <a:prstGeom prst="ellipse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400" dirty="0"/>
          </a:p>
        </p:txBody>
      </p:sp>
      <p:sp>
        <p:nvSpPr>
          <p:cNvPr id="50" name="線條"/>
          <p:cNvSpPr/>
          <p:nvPr/>
        </p:nvSpPr>
        <p:spPr>
          <a:xfrm>
            <a:off x="6702552" y="539496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1" name="線條"/>
          <p:cNvSpPr/>
          <p:nvPr/>
        </p:nvSpPr>
        <p:spPr>
          <a:xfrm>
            <a:off x="8366760" y="2743200"/>
            <a:ext cx="2286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52" name="連接線"/>
          <p:cNvSpPr/>
          <p:nvPr/>
        </p:nvSpPr>
        <p:spPr>
          <a:xfrm>
            <a:off x="8595360" y="245059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915400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100" dirty="0"/>
          </a:p>
        </p:txBody>
      </p:sp>
      <p:sp>
        <p:nvSpPr>
          <p:cNvPr id="54" name="連接線"/>
          <p:cNvSpPr/>
          <p:nvPr/>
        </p:nvSpPr>
        <p:spPr>
          <a:xfrm>
            <a:off x="8595360" y="274320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915400" y="2898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100" dirty="0"/>
          </a:p>
        </p:txBody>
      </p:sp>
      <p:sp>
        <p:nvSpPr>
          <p:cNvPr id="56" name="線條"/>
          <p:cNvSpPr/>
          <p:nvPr/>
        </p:nvSpPr>
        <p:spPr>
          <a:xfrm>
            <a:off x="8366760" y="4069080"/>
            <a:ext cx="2286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57" name="連接線"/>
          <p:cNvSpPr/>
          <p:nvPr/>
        </p:nvSpPr>
        <p:spPr>
          <a:xfrm>
            <a:off x="8595360" y="377647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91540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100" dirty="0"/>
          </a:p>
        </p:txBody>
      </p:sp>
      <p:sp>
        <p:nvSpPr>
          <p:cNvPr id="59" name="連接線"/>
          <p:cNvSpPr/>
          <p:nvPr/>
        </p:nvSpPr>
        <p:spPr>
          <a:xfrm>
            <a:off x="8595360" y="406908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915400" y="4224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100" dirty="0"/>
          </a:p>
        </p:txBody>
      </p:sp>
      <p:sp>
        <p:nvSpPr>
          <p:cNvPr id="61" name="線條"/>
          <p:cNvSpPr/>
          <p:nvPr/>
        </p:nvSpPr>
        <p:spPr>
          <a:xfrm>
            <a:off x="8366760" y="5394960"/>
            <a:ext cx="2286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62" name="連接線"/>
          <p:cNvSpPr/>
          <p:nvPr/>
        </p:nvSpPr>
        <p:spPr>
          <a:xfrm>
            <a:off x="8595360" y="510235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915400" y="4965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100" dirty="0"/>
          </a:p>
        </p:txBody>
      </p:sp>
      <p:sp>
        <p:nvSpPr>
          <p:cNvPr id="64" name="連接線"/>
          <p:cNvSpPr/>
          <p:nvPr/>
        </p:nvSpPr>
        <p:spPr>
          <a:xfrm>
            <a:off x="8595360" y="539496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15875">
            <a:solidFill>
              <a:srgbClr val="595959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915400" y="5550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100" dirty="0"/>
          </a:p>
        </p:txBody>
      </p:sp>
      <p:sp>
        <p:nvSpPr>
          <p:cNvPr id="66" name="漸隱直條"/>
          <p:cNvSpPr/>
          <p:nvPr/>
        </p:nvSpPr>
        <p:spPr>
          <a:xfrm>
            <a:off x="11333988" y="2248510"/>
            <a:ext cx="173736" cy="3513125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漸隱直條"/>
          <p:cNvSpPr/>
          <p:nvPr/>
        </p:nvSpPr>
        <p:spPr>
          <a:xfrm>
            <a:off x="11333988" y="2540508"/>
            <a:ext cx="173736" cy="292912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漸隱直條"/>
          <p:cNvSpPr/>
          <p:nvPr/>
        </p:nvSpPr>
        <p:spPr>
          <a:xfrm>
            <a:off x="11333988" y="2832506"/>
            <a:ext cx="173736" cy="2345131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1333988" y="3124505"/>
            <a:ext cx="173736" cy="1761134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1333988" y="3416503"/>
            <a:ext cx="173736" cy="117713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1333988" y="3708502"/>
            <a:ext cx="173736" cy="593141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1247120" y="205740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191110"/>
                </a:moveTo>
                <a:lnTo>
                  <a:pt x="173736" y="0"/>
                </a:lnTo>
                <a:lnTo>
                  <a:pt x="347472" y="191110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1247120" y="575249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0"/>
                </a:moveTo>
                <a:lnTo>
                  <a:pt x="347472" y="0"/>
                </a:lnTo>
                <a:lnTo>
                  <a:pt x="173736" y="191110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0378440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037844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F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000" dirty="0"/>
          </a:p>
        </p:txBody>
      </p:sp>
      <p:sp>
        <p:nvSpPr>
          <p:cNvPr id="76" name="線條"/>
          <p:cNvSpPr/>
          <p:nvPr/>
        </p:nvSpPr>
        <p:spPr>
          <a:xfrm>
            <a:off x="365760" y="6355080"/>
            <a:ext cx="11460175" cy="0"/>
          </a:xfrm>
          <a:prstGeom prst="line">
            <a:avLst/>
          </a:prstGeom>
          <a:noFill/>
          <a:ln w="15875">
            <a:solidFill>
              <a:srgbClr val="E6001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法說會紅</a:t>
            </a:r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法說會紅</dc:title>
  <dc:subject>PptxGenJS Presentation</dc:subject>
  <dc:creator>PPT Style Studio</dc:creator>
  <cp:lastModifiedBy>PPT Style Studio</cp:lastModifiedBy>
  <cp:revision>1</cp:revision>
  <dcterms:created xsi:type="dcterms:W3CDTF">2026-10-09T02:10:51Z</dcterms:created>
  <dcterms:modified xsi:type="dcterms:W3CDTF">2026-10-09T02:10:51Z</dcterms:modified>
</cp:coreProperties>
</file>