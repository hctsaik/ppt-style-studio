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15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22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7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4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7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44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6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8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1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3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76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83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86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2026-10-09T02:18:01Z</dcterms:created>
  <dcterms:modified xsi:type="dcterms:W3CDTF">2026-10-09T02:18:01Z</dcterms:modified>
</cp:coreProperties>
</file>