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DEE7F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DEE7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sp>
        <p:nvSpPr>
          <p:cNvPr id="35" name="判斷菱形"/>
          <p:cNvSpPr/>
          <p:nvPr/>
        </p:nvSpPr>
        <p:spPr>
          <a:xfrm>
            <a:off x="10330695" y="2221992"/>
            <a:ext cx="566928" cy="475488"/>
          </a:xfrm>
          <a:prstGeom prst="diamond">
            <a:avLst/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線條"/>
          <p:cNvSpPr/>
          <p:nvPr/>
        </p:nvSpPr>
        <p:spPr>
          <a:xfrm>
            <a:off x="10897623" y="2459736"/>
            <a:ext cx="54864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37" name="標註"/>
          <p:cNvSpPr/>
          <p:nvPr/>
        </p:nvSpPr>
        <p:spPr>
          <a:xfrm>
            <a:off x="10915911" y="227685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800" dirty="0"/>
          </a:p>
        </p:txBody>
      </p: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2857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sp>
        <p:nvSpPr>
          <p:cNvPr id="65" name="三角分隔"/>
          <p:cNvSpPr/>
          <p:nvPr/>
        </p:nvSpPr>
        <p:spPr>
          <a:xfrm>
            <a:off x="9214735" y="3639312"/>
            <a:ext cx="155448" cy="201168"/>
          </a:xfrm>
          <a:custGeom>
            <a:avLst/>
            <a:gdLst/>
            <a:ahLst/>
            <a:cxnLst/>
            <a:rect l="l" t="t" r="r" b="b"/>
            <a:pathLst>
              <a:path w="155448" h="201168">
                <a:moveTo>
                  <a:pt x="0" y="0"/>
                </a:moveTo>
                <a:lnTo>
                  <a:pt x="155448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V 形分隔"/>
          <p:cNvSpPr/>
          <p:nvPr/>
        </p:nvSpPr>
        <p:spPr>
          <a:xfrm>
            <a:off x="9708511" y="3611880"/>
            <a:ext cx="146304" cy="256032"/>
          </a:xfrm>
          <a:prstGeom prst="chevron">
            <a:avLst>
              <a:gd name="adj" fmla="val 62500"/>
            </a:avLst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sp>
        <p:nvSpPr>
          <p:cNvPr id="78" name="警告三角"/>
          <p:cNvSpPr/>
          <p:nvPr/>
        </p:nvSpPr>
        <p:spPr>
          <a:xfrm>
            <a:off x="6507050" y="4174785"/>
            <a:ext cx="476044" cy="410383"/>
          </a:xfrm>
          <a:custGeom>
            <a:avLst/>
            <a:gdLst/>
            <a:ahLst/>
            <a:cxnLst/>
            <a:rect l="l" t="t" r="r" b="b"/>
            <a:pathLst>
              <a:path w="476044" h="410383">
                <a:moveTo>
                  <a:pt x="0" y="410383"/>
                </a:moveTo>
                <a:lnTo>
                  <a:pt x="238022" y="0"/>
                </a:lnTo>
                <a:lnTo>
                  <a:pt x="476044" y="410383"/>
                </a:lnTo>
                <a:close/>
              </a:path>
            </a:pathLst>
          </a:custGeom>
          <a:solidFill>
            <a:srgbClr val="C0504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驚嘆號"/>
          <p:cNvSpPr/>
          <p:nvPr/>
        </p:nvSpPr>
        <p:spPr>
          <a:xfrm>
            <a:off x="6507050" y="4297899"/>
            <a:ext cx="476044" cy="27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700" dirty="0"/>
          </a:p>
        </p:txBody>
      </p: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sp>
        <p:nvSpPr>
          <p:cNvPr id="83" name="流程方塊"/>
          <p:cNvSpPr/>
          <p:nvPr/>
        </p:nvSpPr>
        <p:spPr>
          <a:xfrm>
            <a:off x="8995279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待處理</a:t>
            </a:r>
            <a:endParaRPr lang="en-US" sz="1150" dirty="0"/>
          </a:p>
        </p:txBody>
      </p:sp>
      <p:sp>
        <p:nvSpPr>
          <p:cNvPr id="84" name="提示紅點"/>
          <p:cNvSpPr/>
          <p:nvPr/>
        </p:nvSpPr>
        <p:spPr>
          <a:xfrm>
            <a:off x="9996547" y="4119372"/>
            <a:ext cx="155448" cy="155448"/>
          </a:xfrm>
          <a:prstGeom prst="ellipse">
            <a:avLst/>
          </a:prstGeom>
          <a:solidFill>
            <a:srgbClr val="C0504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光暈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sp>
        <p:nvSpPr>
          <p:cNvPr id="92" name="外圈細環"/>
          <p:cNvSpPr/>
          <p:nvPr/>
        </p:nvSpPr>
        <p:spPr>
          <a:xfrm>
            <a:off x="3598752" y="4773168"/>
            <a:ext cx="694944" cy="694944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光暈大圓"/>
          <p:cNvSpPr/>
          <p:nvPr/>
        </p:nvSpPr>
        <p:spPr>
          <a:xfrm>
            <a:off x="3662760" y="4837176"/>
            <a:ext cx="566928" cy="56692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sp>
        <p:nvSpPr>
          <p:cNvPr id="97" name="編號"/>
          <p:cNvSpPr/>
          <p:nvPr/>
        </p:nvSpPr>
        <p:spPr>
          <a:xfrm>
            <a:off x="6205576" y="4965192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00" dirty="0"/>
          </a:p>
        </p:txBody>
      </p:sp>
      <p:sp>
        <p:nvSpPr>
          <p:cNvPr id="98" name="編號"/>
          <p:cNvSpPr/>
          <p:nvPr/>
        </p:nvSpPr>
        <p:spPr>
          <a:xfrm>
            <a:off x="6589624" y="4965192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  <p:sp>
        <p:nvSpPr>
          <p:cNvPr id="99" name="編號"/>
          <p:cNvSpPr/>
          <p:nvPr/>
        </p:nvSpPr>
        <p:spPr>
          <a:xfrm>
            <a:off x="6973672" y="4965192"/>
            <a:ext cx="310896" cy="310896"/>
          </a:xfrm>
          <a:prstGeom prst="ellipse">
            <a:avLst/>
          </a:prstGeom>
          <a:solidFill>
            <a:srgbClr val="2E75B6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sp>
        <p:nvSpPr>
          <p:cNvPr id="103" name="標籤"/>
          <p:cNvSpPr/>
          <p:nvPr/>
        </p:nvSpPr>
        <p:spPr>
          <a:xfrm>
            <a:off x="8990199" y="4983480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100" dirty="0"/>
          </a:p>
        </p:txBody>
      </p:sp>
      <p:sp>
        <p:nvSpPr>
          <p:cNvPr id="104" name="標籤"/>
          <p:cNvSpPr/>
          <p:nvPr/>
        </p:nvSpPr>
        <p:spPr>
          <a:xfrm>
            <a:off x="9580495" y="4983480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100" dirty="0"/>
          </a:p>
        </p:txBody>
      </p: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sp>
        <p:nvSpPr>
          <p:cNvPr id="106" name="圓點"/>
          <p:cNvSpPr/>
          <p:nvPr/>
        </p:nvSpPr>
        <p:spPr>
          <a:xfrm>
            <a:off x="10600443" y="5052060"/>
            <a:ext cx="137160" cy="137160"/>
          </a:xfrm>
          <a:prstGeom prst="ellipse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圓點"/>
          <p:cNvSpPr/>
          <p:nvPr/>
        </p:nvSpPr>
        <p:spPr>
          <a:xfrm>
            <a:off x="10874763" y="5052060"/>
            <a:ext cx="137160" cy="137160"/>
          </a:xfrm>
          <a:prstGeom prst="ellipse">
            <a:avLst/>
          </a:pr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圓點"/>
          <p:cNvSpPr/>
          <p:nvPr/>
        </p:nvSpPr>
        <p:spPr>
          <a:xfrm>
            <a:off x="11149083" y="5052060"/>
            <a:ext cx="137160" cy="137160"/>
          </a:xfrm>
          <a:prstGeom prst="ellipse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sp>
        <p:nvSpPr>
          <p:cNvPr id="112" name="群組框"/>
          <p:cNvSpPr/>
          <p:nvPr/>
        </p:nvSpPr>
        <p:spPr>
          <a:xfrm>
            <a:off x="1998160" y="5715000"/>
            <a:ext cx="1097280" cy="365760"/>
          </a:xfrm>
          <a:prstGeom prst="roundRect">
            <a:avLst>
              <a:gd name="adj" fmla="val 25000"/>
            </a:avLst>
          </a:prstGeom>
          <a:ln w="9525">
            <a:solidFill>
              <a:srgbClr val="8C8C8C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群組名稱"/>
          <p:cNvSpPr/>
          <p:nvPr/>
        </p:nvSpPr>
        <p:spPr>
          <a:xfrm>
            <a:off x="2089600" y="5632704"/>
            <a:ext cx="566928" cy="164592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群組 A</a:t>
            </a:r>
            <a:endParaRPr lang="en-US" sz="800" dirty="0"/>
          </a:p>
        </p:txBody>
      </p: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sp>
        <p:nvSpPr>
          <p:cNvPr id="121" name="卡片"/>
          <p:cNvSpPr/>
          <p:nvPr/>
        </p:nvSpPr>
        <p:spPr>
          <a:xfrm>
            <a:off x="7595855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表頭"/>
          <p:cNvSpPr/>
          <p:nvPr/>
        </p:nvSpPr>
        <p:spPr>
          <a:xfrm>
            <a:off x="7595855" y="5660136"/>
            <a:ext cx="1097280" cy="146304"/>
          </a:xfrm>
          <a:custGeom>
            <a:avLst/>
            <a:gdLst/>
            <a:ahLst/>
            <a:cxnLst/>
            <a:rect l="l" t="t" r="r" b="b"/>
            <a:pathLst>
              <a:path w="1097280" h="146304">
                <a:moveTo>
                  <a:pt x="0" y="146304"/>
                </a:moveTo>
                <a:lnTo>
                  <a:pt x="0" y="91440"/>
                </a:lnTo>
                <a:arcTo hR="91440" wR="91440" stAng="10800000" swAng="5400000"/>
                <a:lnTo>
                  <a:pt x="1005840" y="0"/>
                </a:lnTo>
                <a:arcTo hR="91440" wR="91440" stAng="16200000" swAng="5400000"/>
                <a:lnTo>
                  <a:pt x="1097280" y="146304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sp>
        <p:nvSpPr>
          <p:cNvPr id="124" name="卡片"/>
          <p:cNvSpPr/>
          <p:nvPr/>
        </p:nvSpPr>
        <p:spPr>
          <a:xfrm>
            <a:off x="8995279" y="566013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側邊色條"/>
          <p:cNvSpPr/>
          <p:nvPr/>
        </p:nvSpPr>
        <p:spPr>
          <a:xfrm>
            <a:off x="8995279" y="5660136"/>
            <a:ext cx="54864" cy="420624"/>
          </a:xfrm>
          <a:prstGeom prst="rect">
            <a:avLst/>
          </a:pr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sp>
        <p:nvSpPr>
          <p:cNvPr id="127" name="寬欄條"/>
          <p:cNvSpPr/>
          <p:nvPr/>
        </p:nvSpPr>
        <p:spPr>
          <a:xfrm>
            <a:off x="10577583" y="5660136"/>
            <a:ext cx="310896" cy="420624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寬欄條"/>
          <p:cNvSpPr/>
          <p:nvPr/>
        </p:nvSpPr>
        <p:spPr>
          <a:xfrm>
            <a:off x="10998207" y="5660136"/>
            <a:ext cx="310896" cy="420624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色彩、字級與元件語言一覽：淺灰畫布＋白色大外框圓與柔和光暈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#1F4E79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386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#1F3864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DEE7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#DEE7F1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#2E75B6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1.25pt＋陰影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實心圓＋白環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8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漸層 V 形箭號</a:t>
            </a:r>
            <a:endParaRPr lang="en-US" sz="1000" dirty="0"/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9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0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2E75B6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外圈細環"/>
          <p:cNvSpPr/>
          <p:nvPr/>
        </p:nvSpPr>
        <p:spPr>
          <a:xfrm>
            <a:off x="1783080" y="2286000"/>
            <a:ext cx="2651760" cy="2651760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2" name="Text 10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3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5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2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7618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686A3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E678C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5E809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7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ysDot"/>
            <a:tailEnd type="triangle" w="lg" len="lg"/>
          </a:ln>
        </p:spPr>
      </p: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77A9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2E75B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8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8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9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30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31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4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5875">
            <a:solidFill>
              <a:srgbClr val="7F7F7F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5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外圈細環"/>
          <p:cNvSpPr/>
          <p:nvPr/>
        </p:nvSpPr>
        <p:spPr>
          <a:xfrm>
            <a:off x="1144981" y="1764792"/>
            <a:ext cx="2505456" cy="25054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10" name="外圈細環"/>
          <p:cNvSpPr/>
          <p:nvPr/>
        </p:nvSpPr>
        <p:spPr>
          <a:xfrm>
            <a:off x="4843120" y="1764792"/>
            <a:ext cx="2505456" cy="25054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4" name="外圈細環"/>
          <p:cNvSpPr/>
          <p:nvPr/>
        </p:nvSpPr>
        <p:spPr>
          <a:xfrm>
            <a:off x="8541258" y="1764792"/>
            <a:ext cx="2505456" cy="25054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8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1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2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6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1F4E79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E75B6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E75B6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商務深藍卡片</dc:title>
  <dc:subject>PptxGenJS Presentation</dc:subject>
  <dc:creator>PPT Style Studio</dc:creator>
  <cp:lastModifiedBy>PPT Style Studio</cp:lastModifiedBy>
  <cp:revision>1</cp:revision>
  <dcterms:created xsi:type="dcterms:W3CDTF">2026-10-08T23:05:43Z</dcterms:created>
  <dcterms:modified xsi:type="dcterms:W3CDTF">2026-10-08T23:05:43Z</dcterms:modified>
</cp:coreProperties>
</file>