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一頁看完本風格的所有元件變化：挑好樣式，直接複製圖形使用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類別"/>
          <p:cNvSpPr/>
          <p:nvPr/>
        </p:nvSpPr>
        <p:spPr>
          <a:xfrm>
            <a:off x="548640" y="165049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7" name="流程方塊"/>
          <p:cNvSpPr/>
          <p:nvPr/>
        </p:nvSpPr>
        <p:spPr>
          <a:xfrm>
            <a:off x="1998160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8" name="圖說"/>
          <p:cNvSpPr/>
          <p:nvPr/>
        </p:nvSpPr>
        <p:spPr>
          <a:xfrm>
            <a:off x="1874520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850" dirty="0"/>
          </a:p>
        </p:txBody>
      </p:sp>
      <p:sp>
        <p:nvSpPr>
          <p:cNvPr id="9" name="流程方塊"/>
          <p:cNvSpPr/>
          <p:nvPr/>
        </p:nvSpPr>
        <p:spPr>
          <a:xfrm>
            <a:off x="3397584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4836" dist="24257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0" name="圖說"/>
          <p:cNvSpPr/>
          <p:nvPr/>
        </p:nvSpPr>
        <p:spPr>
          <a:xfrm>
            <a:off x="3273944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11" name="流程方塊"/>
          <p:cNvSpPr/>
          <p:nvPr/>
        </p:nvSpPr>
        <p:spPr>
          <a:xfrm>
            <a:off x="4797008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DEE7F1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2" name="圖說"/>
          <p:cNvSpPr/>
          <p:nvPr/>
        </p:nvSpPr>
        <p:spPr>
          <a:xfrm>
            <a:off x="4673368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13" name="流程方塊"/>
          <p:cNvSpPr/>
          <p:nvPr/>
        </p:nvSpPr>
        <p:spPr>
          <a:xfrm>
            <a:off x="6196432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4" name="圖說"/>
          <p:cNvSpPr/>
          <p:nvPr/>
        </p:nvSpPr>
        <p:spPr>
          <a:xfrm>
            <a:off x="6072792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15" name="流程方塊"/>
          <p:cNvSpPr/>
          <p:nvPr/>
        </p:nvSpPr>
        <p:spPr>
          <a:xfrm>
            <a:off x="7595855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2225">
            <a:solidFill>
              <a:srgbClr val="1F4E79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6" name="圖說"/>
          <p:cNvSpPr/>
          <p:nvPr/>
        </p:nvSpPr>
        <p:spPr>
          <a:xfrm>
            <a:off x="7472216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850" dirty="0"/>
          </a:p>
        </p:txBody>
      </p:sp>
      <p:sp>
        <p:nvSpPr>
          <p:cNvPr id="17" name="流程方塊"/>
          <p:cNvSpPr/>
          <p:nvPr/>
        </p:nvSpPr>
        <p:spPr>
          <a:xfrm>
            <a:off x="8995279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150" dirty="0"/>
          </a:p>
        </p:txBody>
      </p:sp>
      <p:sp>
        <p:nvSpPr>
          <p:cNvPr id="18" name="圖說"/>
          <p:cNvSpPr/>
          <p:nvPr/>
        </p:nvSpPr>
        <p:spPr>
          <a:xfrm>
            <a:off x="8871639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19" name="流程方塊"/>
          <p:cNvSpPr/>
          <p:nvPr/>
        </p:nvSpPr>
        <p:spPr>
          <a:xfrm>
            <a:off x="10394703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150" dirty="0"/>
          </a:p>
        </p:txBody>
      </p:sp>
      <p:sp>
        <p:nvSpPr>
          <p:cNvPr id="20" name="圖說"/>
          <p:cNvSpPr/>
          <p:nvPr/>
        </p:nvSpPr>
        <p:spPr>
          <a:xfrm>
            <a:off x="10271063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850" dirty="0"/>
          </a:p>
        </p:txBody>
      </p:sp>
      <p:sp>
        <p:nvSpPr>
          <p:cNvPr id="21" name="線條"/>
          <p:cNvSpPr/>
          <p:nvPr/>
        </p:nvSpPr>
        <p:spPr>
          <a:xfrm>
            <a:off x="548640" y="217170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548640" y="233629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3" name="判斷菱形"/>
          <p:cNvSpPr/>
          <p:nvPr/>
        </p:nvSpPr>
        <p:spPr>
          <a:xfrm>
            <a:off x="2066740" y="222199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4" name="圖說"/>
          <p:cNvSpPr/>
          <p:nvPr/>
        </p:nvSpPr>
        <p:spPr>
          <a:xfrm>
            <a:off x="1874520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25" name="判斷菱形"/>
          <p:cNvSpPr/>
          <p:nvPr/>
        </p:nvSpPr>
        <p:spPr>
          <a:xfrm>
            <a:off x="3466164" y="2221992"/>
            <a:ext cx="960120" cy="475488"/>
          </a:xfrm>
          <a:prstGeom prst="diamond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6" name="圖說"/>
          <p:cNvSpPr/>
          <p:nvPr/>
        </p:nvSpPr>
        <p:spPr>
          <a:xfrm>
            <a:off x="3273944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27" name="判斷菱形"/>
          <p:cNvSpPr/>
          <p:nvPr/>
        </p:nvSpPr>
        <p:spPr>
          <a:xfrm>
            <a:off x="4865588" y="2221992"/>
            <a:ext cx="960120" cy="475488"/>
          </a:xfrm>
          <a:prstGeom prst="diamond">
            <a:avLst/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8" name="圖說"/>
          <p:cNvSpPr/>
          <p:nvPr/>
        </p:nvSpPr>
        <p:spPr>
          <a:xfrm>
            <a:off x="4673368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29" name="判斷菱形"/>
          <p:cNvSpPr/>
          <p:nvPr/>
        </p:nvSpPr>
        <p:spPr>
          <a:xfrm>
            <a:off x="6265012" y="2221992"/>
            <a:ext cx="960120" cy="47548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0" name="圖說"/>
          <p:cNvSpPr/>
          <p:nvPr/>
        </p:nvSpPr>
        <p:spPr>
          <a:xfrm>
            <a:off x="6072792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850" dirty="0"/>
          </a:p>
        </p:txBody>
      </p:sp>
      <p:sp>
        <p:nvSpPr>
          <p:cNvPr id="31" name="判斷菱形"/>
          <p:cNvSpPr/>
          <p:nvPr/>
        </p:nvSpPr>
        <p:spPr>
          <a:xfrm>
            <a:off x="7664435" y="2221992"/>
            <a:ext cx="960120" cy="475488"/>
          </a:xfrm>
          <a:prstGeom prst="diamond">
            <a:avLst/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2" name="圖說"/>
          <p:cNvSpPr/>
          <p:nvPr/>
        </p:nvSpPr>
        <p:spPr>
          <a:xfrm>
            <a:off x="7472216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33" name="判斷菱形"/>
          <p:cNvSpPr/>
          <p:nvPr/>
        </p:nvSpPr>
        <p:spPr>
          <a:xfrm>
            <a:off x="9063859" y="222199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4" name="圖說"/>
          <p:cNvSpPr/>
          <p:nvPr/>
        </p:nvSpPr>
        <p:spPr>
          <a:xfrm>
            <a:off x="8871639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8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0330695" y="2221992"/>
            <a:ext cx="1115568" cy="475488"/>
            <a:chOff x="10330695" y="2221992"/>
            <a:chExt cx="1115568" cy="475488"/>
          </a:xfrm>
        </p:grpSpPr>
        <p:sp>
          <p:nvSpPr>
            <p:cNvPr id="35" name="判斷菱形"/>
            <p:cNvSpPr/>
            <p:nvPr/>
          </p:nvSpPr>
          <p:spPr>
            <a:xfrm>
              <a:off x="10330695" y="2221992"/>
              <a:ext cx="566928" cy="475488"/>
            </a:xfrm>
            <a:prstGeom prst="diamond">
              <a:avLst/>
            </a:prstGeom>
            <a:solidFill>
              <a:srgbClr val="FFFFFF"/>
            </a:solidFill>
            <a:ln w="15875">
              <a:solidFill>
                <a:srgbClr val="1F4E7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10897623" y="2459736"/>
              <a:ext cx="548640" cy="0"/>
            </a:xfrm>
            <a:prstGeom prst="line">
              <a:avLst/>
            </a:prstGeom>
            <a:noFill/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sp>
        <p:sp>
          <p:nvSpPr>
            <p:cNvPr id="37" name="標註"/>
            <p:cNvSpPr/>
            <p:nvPr/>
          </p:nvSpPr>
          <p:spPr>
            <a:xfrm>
              <a:off x="10915911" y="2276856"/>
              <a:ext cx="27432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0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10271063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850" dirty="0"/>
          </a:p>
        </p:txBody>
      </p:sp>
      <p:sp>
        <p:nvSpPr>
          <p:cNvPr id="39" name="線條"/>
          <p:cNvSpPr/>
          <p:nvPr/>
        </p:nvSpPr>
        <p:spPr>
          <a:xfrm>
            <a:off x="548640" y="290322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548640" y="3003804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400" dirty="0"/>
          </a:p>
        </p:txBody>
      </p:sp>
      <p:sp>
        <p:nvSpPr>
          <p:cNvPr id="41" name="開始／結束"/>
          <p:cNvSpPr/>
          <p:nvPr/>
        </p:nvSpPr>
        <p:spPr>
          <a:xfrm>
            <a:off x="1998160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2" name="圖說"/>
          <p:cNvSpPr/>
          <p:nvPr/>
        </p:nvSpPr>
        <p:spPr>
          <a:xfrm>
            <a:off x="1874520" y="33329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43" name="開始／結束"/>
          <p:cNvSpPr/>
          <p:nvPr/>
        </p:nvSpPr>
        <p:spPr>
          <a:xfrm>
            <a:off x="3397584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4" name="圖說"/>
          <p:cNvSpPr/>
          <p:nvPr/>
        </p:nvSpPr>
        <p:spPr>
          <a:xfrm>
            <a:off x="3273944" y="33329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45" name="開始／結束"/>
          <p:cNvSpPr/>
          <p:nvPr/>
        </p:nvSpPr>
        <p:spPr>
          <a:xfrm>
            <a:off x="4797008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6" name="圖說"/>
          <p:cNvSpPr/>
          <p:nvPr/>
        </p:nvSpPr>
        <p:spPr>
          <a:xfrm>
            <a:off x="4673368" y="33329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47" name="開始／結束"/>
          <p:cNvSpPr/>
          <p:nvPr/>
        </p:nvSpPr>
        <p:spPr>
          <a:xfrm>
            <a:off x="6196432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76835" dist="21971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8" name="圖說"/>
          <p:cNvSpPr/>
          <p:nvPr/>
        </p:nvSpPr>
        <p:spPr>
          <a:xfrm>
            <a:off x="6072792" y="33329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49" name="開始／結束"/>
          <p:cNvSpPr/>
          <p:nvPr/>
        </p:nvSpPr>
        <p:spPr>
          <a:xfrm>
            <a:off x="7595855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50" name="圖說"/>
          <p:cNvSpPr/>
          <p:nvPr/>
        </p:nvSpPr>
        <p:spPr>
          <a:xfrm>
            <a:off x="7472216" y="33329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51" name="開始／結束"/>
          <p:cNvSpPr/>
          <p:nvPr/>
        </p:nvSpPr>
        <p:spPr>
          <a:xfrm>
            <a:off x="8995279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52" name="圖說"/>
          <p:cNvSpPr/>
          <p:nvPr/>
        </p:nvSpPr>
        <p:spPr>
          <a:xfrm>
            <a:off x="8871639" y="33329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850" dirty="0"/>
          </a:p>
        </p:txBody>
      </p:sp>
      <p:sp>
        <p:nvSpPr>
          <p:cNvPr id="53" name="線條"/>
          <p:cNvSpPr/>
          <p:nvPr/>
        </p:nvSpPr>
        <p:spPr>
          <a:xfrm>
            <a:off x="548640" y="350672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54" name="類別"/>
          <p:cNvSpPr/>
          <p:nvPr/>
        </p:nvSpPr>
        <p:spPr>
          <a:xfrm>
            <a:off x="548640" y="361645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400" dirty="0"/>
          </a:p>
        </p:txBody>
      </p:sp>
      <p:sp>
        <p:nvSpPr>
          <p:cNvPr id="55" name="線條"/>
          <p:cNvSpPr/>
          <p:nvPr/>
        </p:nvSpPr>
        <p:spPr>
          <a:xfrm>
            <a:off x="2016448" y="3739896"/>
            <a:ext cx="1060704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</p:sp>
      <p:sp>
        <p:nvSpPr>
          <p:cNvPr id="56" name="圖說"/>
          <p:cNvSpPr/>
          <p:nvPr/>
        </p:nvSpPr>
        <p:spPr>
          <a:xfrm>
            <a:off x="1874520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850" dirty="0"/>
          </a:p>
        </p:txBody>
      </p:sp>
      <p:sp>
        <p:nvSpPr>
          <p:cNvPr id="57" name="線條"/>
          <p:cNvSpPr/>
          <p:nvPr/>
        </p:nvSpPr>
        <p:spPr>
          <a:xfrm>
            <a:off x="3415872" y="3739896"/>
            <a:ext cx="1060704" cy="0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8" name="圖說"/>
          <p:cNvSpPr/>
          <p:nvPr/>
        </p:nvSpPr>
        <p:spPr>
          <a:xfrm>
            <a:off x="3273944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850" dirty="0"/>
          </a:p>
        </p:txBody>
      </p:sp>
      <p:sp>
        <p:nvSpPr>
          <p:cNvPr id="59" name="連接線"/>
          <p:cNvSpPr/>
          <p:nvPr/>
        </p:nvSpPr>
        <p:spPr>
          <a:xfrm>
            <a:off x="4815296" y="3602736"/>
            <a:ext cx="1060704" cy="274320"/>
          </a:xfrm>
          <a:custGeom>
            <a:avLst/>
            <a:gdLst/>
            <a:ahLst/>
            <a:cxnLst/>
            <a:rect l="l" t="t" r="r" b="b"/>
            <a:pathLst>
              <a:path w="1060704" h="274320">
                <a:moveTo>
                  <a:pt x="0" y="0"/>
                </a:moveTo>
                <a:lnTo>
                  <a:pt x="530352" y="0"/>
                </a:lnTo>
                <a:lnTo>
                  <a:pt x="530352" y="274320"/>
                </a:lnTo>
                <a:lnTo>
                  <a:pt x="1060704" y="27432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4673368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850" dirty="0"/>
          </a:p>
        </p:txBody>
      </p:sp>
      <p:sp>
        <p:nvSpPr>
          <p:cNvPr id="61" name="線條"/>
          <p:cNvSpPr/>
          <p:nvPr/>
        </p:nvSpPr>
        <p:spPr>
          <a:xfrm>
            <a:off x="6214720" y="3739896"/>
            <a:ext cx="1060704" cy="0"/>
          </a:xfrm>
          <a:prstGeom prst="line">
            <a:avLst/>
          </a:prstGeom>
          <a:noFill/>
          <a:ln w="15875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2" name="圖說"/>
          <p:cNvSpPr/>
          <p:nvPr/>
        </p:nvSpPr>
        <p:spPr>
          <a:xfrm>
            <a:off x="6072792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850" dirty="0"/>
          </a:p>
        </p:txBody>
      </p:sp>
      <p:sp>
        <p:nvSpPr>
          <p:cNvPr id="63" name="線條"/>
          <p:cNvSpPr/>
          <p:nvPr/>
        </p:nvSpPr>
        <p:spPr>
          <a:xfrm>
            <a:off x="7614143" y="3739896"/>
            <a:ext cx="1060704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4" name="圖說"/>
          <p:cNvSpPr/>
          <p:nvPr/>
        </p:nvSpPr>
        <p:spPr>
          <a:xfrm>
            <a:off x="7472216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8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9214735" y="3611880"/>
            <a:ext cx="640080" cy="256032"/>
            <a:chOff x="9214735" y="3611880"/>
            <a:chExt cx="640080" cy="256032"/>
          </a:xfrm>
        </p:grpSpPr>
        <p:sp>
          <p:nvSpPr>
            <p:cNvPr id="65" name="三角分隔"/>
            <p:cNvSpPr/>
            <p:nvPr/>
          </p:nvSpPr>
          <p:spPr>
            <a:xfrm>
              <a:off x="9214735" y="3639312"/>
              <a:ext cx="155448" cy="201168"/>
            </a:xfrm>
            <a:custGeom>
              <a:avLst/>
              <a:gdLst/>
              <a:ahLst/>
              <a:cxnLst/>
              <a:rect l="l" t="t" r="r" b="b"/>
              <a:pathLst>
                <a:path w="155448" h="201168">
                  <a:moveTo>
                    <a:pt x="0" y="0"/>
                  </a:moveTo>
                  <a:lnTo>
                    <a:pt x="155448" y="100584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V 形分隔"/>
            <p:cNvSpPr/>
            <p:nvPr/>
          </p:nvSpPr>
          <p:spPr>
            <a:xfrm>
              <a:off x="9708511" y="3611880"/>
              <a:ext cx="146304" cy="256032"/>
            </a:xfrm>
            <a:prstGeom prst="chevron">
              <a:avLst>
                <a:gd name="adj" fmla="val 62500"/>
              </a:avLst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7" name="圖說"/>
          <p:cNvSpPr/>
          <p:nvPr/>
        </p:nvSpPr>
        <p:spPr>
          <a:xfrm>
            <a:off x="8871639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850" dirty="0"/>
          </a:p>
        </p:txBody>
      </p:sp>
      <p:sp>
        <p:nvSpPr>
          <p:cNvPr id="68" name="區塊箭頭"/>
          <p:cNvSpPr/>
          <p:nvPr/>
        </p:nvSpPr>
        <p:spPr>
          <a:xfrm>
            <a:off x="10440423" y="3557016"/>
            <a:ext cx="1005840" cy="365760"/>
          </a:xfrm>
          <a:custGeom>
            <a:avLst/>
            <a:gdLst/>
            <a:ahLst/>
            <a:cxnLst/>
            <a:rect l="l" t="t" r="r" b="b"/>
            <a:pathLst>
              <a:path w="1005840" h="365760">
                <a:moveTo>
                  <a:pt x="0" y="109728"/>
                </a:moveTo>
                <a:lnTo>
                  <a:pt x="786384" y="109728"/>
                </a:lnTo>
                <a:lnTo>
                  <a:pt x="786384" y="0"/>
                </a:lnTo>
                <a:lnTo>
                  <a:pt x="1005840" y="182880"/>
                </a:lnTo>
                <a:lnTo>
                  <a:pt x="786384" y="365760"/>
                </a:lnTo>
                <a:lnTo>
                  <a:pt x="786384" y="256032"/>
                </a:lnTo>
                <a:lnTo>
                  <a:pt x="0" y="256032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10271063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850" dirty="0"/>
          </a:p>
        </p:txBody>
      </p:sp>
      <p:sp>
        <p:nvSpPr>
          <p:cNvPr id="70" name="線條"/>
          <p:cNvSpPr/>
          <p:nvPr/>
        </p:nvSpPr>
        <p:spPr>
          <a:xfrm>
            <a:off x="548640" y="4128516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71" name="類別"/>
          <p:cNvSpPr/>
          <p:nvPr/>
        </p:nvSpPr>
        <p:spPr>
          <a:xfrm>
            <a:off x="548640" y="425653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72" name="警示方塊"/>
          <p:cNvSpPr/>
          <p:nvPr/>
        </p:nvSpPr>
        <p:spPr>
          <a:xfrm>
            <a:off x="1998160" y="417880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150" dirty="0"/>
          </a:p>
        </p:txBody>
      </p:sp>
      <p:sp>
        <p:nvSpPr>
          <p:cNvPr id="73" name="圖說"/>
          <p:cNvSpPr/>
          <p:nvPr/>
        </p:nvSpPr>
        <p:spPr>
          <a:xfrm>
            <a:off x="1874520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850" dirty="0"/>
          </a:p>
        </p:txBody>
      </p:sp>
      <p:sp>
        <p:nvSpPr>
          <p:cNvPr id="74" name="警示方塊"/>
          <p:cNvSpPr/>
          <p:nvPr/>
        </p:nvSpPr>
        <p:spPr>
          <a:xfrm>
            <a:off x="3397584" y="417880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F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75" name="圖說"/>
          <p:cNvSpPr/>
          <p:nvPr/>
        </p:nvSpPr>
        <p:spPr>
          <a:xfrm>
            <a:off x="3273944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850" dirty="0"/>
          </a:p>
        </p:txBody>
      </p:sp>
      <p:sp>
        <p:nvSpPr>
          <p:cNvPr id="76" name="警示方塊"/>
          <p:cNvSpPr/>
          <p:nvPr/>
        </p:nvSpPr>
        <p:spPr>
          <a:xfrm>
            <a:off x="4797008" y="417880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C0504D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150" dirty="0"/>
          </a:p>
        </p:txBody>
      </p:sp>
      <p:sp>
        <p:nvSpPr>
          <p:cNvPr id="77" name="圖說"/>
          <p:cNvSpPr/>
          <p:nvPr/>
        </p:nvSpPr>
        <p:spPr>
          <a:xfrm>
            <a:off x="4673368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8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6507050" y="4174785"/>
            <a:ext cx="476044" cy="410383"/>
            <a:chOff x="6507050" y="4174785"/>
            <a:chExt cx="476044" cy="410383"/>
          </a:xfrm>
        </p:grpSpPr>
        <p:sp>
          <p:nvSpPr>
            <p:cNvPr id="78" name="警告三角"/>
            <p:cNvSpPr/>
            <p:nvPr/>
          </p:nvSpPr>
          <p:spPr>
            <a:xfrm>
              <a:off x="6507050" y="4174785"/>
              <a:ext cx="476044" cy="410383"/>
            </a:xfrm>
            <a:custGeom>
              <a:avLst/>
              <a:gdLst/>
              <a:ahLst/>
              <a:cxnLst/>
              <a:rect l="l" t="t" r="r" b="b"/>
              <a:pathLst>
                <a:path w="476044" h="410383">
                  <a:moveTo>
                    <a:pt x="0" y="410383"/>
                  </a:moveTo>
                  <a:lnTo>
                    <a:pt x="238022" y="0"/>
                  </a:lnTo>
                  <a:lnTo>
                    <a:pt x="476044" y="410383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9" name="驚嘆號"/>
            <p:cNvSpPr/>
            <p:nvPr/>
          </p:nvSpPr>
          <p:spPr>
            <a:xfrm>
              <a:off x="6507050" y="4297899"/>
              <a:ext cx="476044" cy="27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700" dirty="0"/>
            </a:p>
          </p:txBody>
        </p:sp>
      </p:grpSp>
      <p:sp>
        <p:nvSpPr>
          <p:cNvPr id="80" name="圖說"/>
          <p:cNvSpPr/>
          <p:nvPr/>
        </p:nvSpPr>
        <p:spPr>
          <a:xfrm>
            <a:off x="6072792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850" dirty="0"/>
          </a:p>
        </p:txBody>
      </p:sp>
      <p:sp>
        <p:nvSpPr>
          <p:cNvPr id="81" name="錯誤標記"/>
          <p:cNvSpPr/>
          <p:nvPr/>
        </p:nvSpPr>
        <p:spPr>
          <a:xfrm>
            <a:off x="7979538" y="4215018"/>
            <a:ext cx="329916" cy="329916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82" name="圖說"/>
          <p:cNvSpPr/>
          <p:nvPr/>
        </p:nvSpPr>
        <p:spPr>
          <a:xfrm>
            <a:off x="7472216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8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8995279" y="4119372"/>
            <a:ext cx="1156716" cy="461772"/>
            <a:chOff x="8995279" y="4119372"/>
            <a:chExt cx="1156716" cy="461772"/>
          </a:xfrm>
        </p:grpSpPr>
        <p:sp>
          <p:nvSpPr>
            <p:cNvPr id="83" name="流程方塊"/>
            <p:cNvSpPr/>
            <p:nvPr/>
          </p:nvSpPr>
          <p:spPr>
            <a:xfrm>
              <a:off x="8995279" y="4178808"/>
              <a:ext cx="1097280" cy="402336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150" dirty="0"/>
            </a:p>
          </p:txBody>
        </p:sp>
        <p:sp>
          <p:nvSpPr>
            <p:cNvPr id="84" name="提示紅點"/>
            <p:cNvSpPr/>
            <p:nvPr/>
          </p:nvSpPr>
          <p:spPr>
            <a:xfrm>
              <a:off x="9996547" y="4119372"/>
              <a:ext cx="155448" cy="155448"/>
            </a:xfrm>
            <a:prstGeom prst="ellipse">
              <a:avLst/>
            </a:prstGeom>
            <a:solidFill>
              <a:srgbClr val="C0504D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5" name="圖說"/>
          <p:cNvSpPr/>
          <p:nvPr/>
        </p:nvSpPr>
        <p:spPr>
          <a:xfrm>
            <a:off x="8871639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850" dirty="0"/>
          </a:p>
        </p:txBody>
      </p:sp>
      <p:sp>
        <p:nvSpPr>
          <p:cNvPr id="86" name="連接線"/>
          <p:cNvSpPr/>
          <p:nvPr/>
        </p:nvSpPr>
        <p:spPr>
          <a:xfrm>
            <a:off x="10412991" y="4233672"/>
            <a:ext cx="1060704" cy="292608"/>
          </a:xfrm>
          <a:custGeom>
            <a:avLst/>
            <a:gdLst/>
            <a:ahLst/>
            <a:cxnLst/>
            <a:rect l="l" t="t" r="r" b="b"/>
            <a:pathLst>
              <a:path w="1060704" h="292608">
                <a:moveTo>
                  <a:pt x="0" y="0"/>
                </a:moveTo>
                <a:lnTo>
                  <a:pt x="438912" y="0"/>
                </a:lnTo>
                <a:lnTo>
                  <a:pt x="438912" y="292608"/>
                </a:lnTo>
                <a:lnTo>
                  <a:pt x="1060704" y="292608"/>
                </a:lnTo>
              </a:path>
            </a:pathLst>
          </a:custGeom>
          <a:noFill/>
          <a:ln w="15875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10271063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850" dirty="0"/>
          </a:p>
        </p:txBody>
      </p:sp>
      <p:sp>
        <p:nvSpPr>
          <p:cNvPr id="88" name="線條"/>
          <p:cNvSpPr/>
          <p:nvPr/>
        </p:nvSpPr>
        <p:spPr>
          <a:xfrm>
            <a:off x="548640" y="478688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89" name="類別"/>
          <p:cNvSpPr/>
          <p:nvPr/>
        </p:nvSpPr>
        <p:spPr>
          <a:xfrm>
            <a:off x="548640" y="4997196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400" dirty="0"/>
          </a:p>
        </p:txBody>
      </p:sp>
      <p:sp>
        <p:nvSpPr>
          <p:cNvPr id="90" name="光暈大圓"/>
          <p:cNvSpPr/>
          <p:nvPr/>
        </p:nvSpPr>
        <p:spPr>
          <a:xfrm>
            <a:off x="2263336" y="483717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D9D9"/>
            </a:solidFill>
            <a:prstDash val="solid"/>
          </a:ln>
          <a:effectLst>
            <a:outerShdw blurRad="85344" dist="15240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1874520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8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3598752" y="4773168"/>
            <a:ext cx="694944" cy="694944"/>
            <a:chOff x="3598752" y="4773168"/>
            <a:chExt cx="694944" cy="694944"/>
          </a:xfrm>
        </p:grpSpPr>
        <p:sp>
          <p:nvSpPr>
            <p:cNvPr id="92" name="外圈細環"/>
            <p:cNvSpPr/>
            <p:nvPr/>
          </p:nvSpPr>
          <p:spPr>
            <a:xfrm>
              <a:off x="3598752" y="4773168"/>
              <a:ext cx="694944" cy="694944"/>
            </a:xfrm>
            <a:prstGeom prst="ellipse">
              <a:avLst/>
            </a:prstGeom>
            <a:noFill/>
            <a:ln w="9525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光暈大圓"/>
            <p:cNvSpPr/>
            <p:nvPr/>
          </p:nvSpPr>
          <p:spPr>
            <a:xfrm>
              <a:off x="3662760" y="4837176"/>
              <a:ext cx="566928" cy="566928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D9D9D9"/>
              </a:solidFill>
              <a:prstDash val="solid"/>
            </a:ln>
            <a:effectLst>
              <a:outerShdw blurRad="85344" dist="1524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4" name="圖說"/>
          <p:cNvSpPr/>
          <p:nvPr/>
        </p:nvSpPr>
        <p:spPr>
          <a:xfrm>
            <a:off x="3273944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850" dirty="0"/>
          </a:p>
        </p:txBody>
      </p:sp>
      <p:sp>
        <p:nvSpPr>
          <p:cNvPr id="95" name="外框圓"/>
          <p:cNvSpPr/>
          <p:nvPr/>
        </p:nvSpPr>
        <p:spPr>
          <a:xfrm>
            <a:off x="5062184" y="483717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4673368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8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6205576" y="4965192"/>
            <a:ext cx="1078992" cy="310896"/>
            <a:chOff x="6205576" y="4965192"/>
            <a:chExt cx="1078992" cy="310896"/>
          </a:xfrm>
        </p:grpSpPr>
        <p:sp>
          <p:nvSpPr>
            <p:cNvPr id="97" name="編號"/>
            <p:cNvSpPr/>
            <p:nvPr/>
          </p:nvSpPr>
          <p:spPr>
            <a:xfrm>
              <a:off x="6205576" y="4965192"/>
              <a:ext cx="310896" cy="310896"/>
            </a:xfrm>
            <a:prstGeom prst="ellipse">
              <a:avLst/>
            </a:prstGeom>
            <a:solidFill>
              <a:srgbClr val="1F4E79"/>
            </a:solidFill>
            <a:ln w="22225">
              <a:solidFill>
                <a:srgbClr val="FFFFFF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98" name="編號"/>
            <p:cNvSpPr/>
            <p:nvPr/>
          </p:nvSpPr>
          <p:spPr>
            <a:xfrm>
              <a:off x="6589624" y="4965192"/>
              <a:ext cx="310896" cy="310896"/>
            </a:xfrm>
            <a:prstGeom prst="ellipse">
              <a:avLst/>
            </a:prstGeom>
            <a:solidFill>
              <a:srgbClr val="1F4E79"/>
            </a:solidFill>
            <a:ln w="22225">
              <a:solidFill>
                <a:srgbClr val="FFFFFF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00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6973672" y="4965192"/>
              <a:ext cx="310896" cy="310896"/>
            </a:xfrm>
            <a:prstGeom prst="ellipse">
              <a:avLst/>
            </a:prstGeom>
            <a:solidFill>
              <a:srgbClr val="2E75B6"/>
            </a:solidFill>
            <a:ln w="22225">
              <a:solidFill>
                <a:srgbClr val="FFFFFF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000" dirty="0"/>
            </a:p>
          </p:txBody>
        </p:sp>
      </p:grpSp>
      <p:sp>
        <p:nvSpPr>
          <p:cNvPr id="100" name="圖說"/>
          <p:cNvSpPr/>
          <p:nvPr/>
        </p:nvSpPr>
        <p:spPr>
          <a:xfrm>
            <a:off x="6072792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850" dirty="0"/>
          </a:p>
        </p:txBody>
      </p:sp>
      <p:sp>
        <p:nvSpPr>
          <p:cNvPr id="101" name="標籤"/>
          <p:cNvSpPr/>
          <p:nvPr/>
        </p:nvSpPr>
        <p:spPr>
          <a:xfrm>
            <a:off x="7742200" y="4974336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100" dirty="0"/>
          </a:p>
        </p:txBody>
      </p:sp>
      <p:sp>
        <p:nvSpPr>
          <p:cNvPr id="102" name="圖說"/>
          <p:cNvSpPr/>
          <p:nvPr/>
        </p:nvSpPr>
        <p:spPr>
          <a:xfrm>
            <a:off x="7472216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8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8990199" y="4983480"/>
            <a:ext cx="1107440" cy="274320"/>
            <a:chOff x="8990199" y="4983480"/>
            <a:chExt cx="1107440" cy="274320"/>
          </a:xfrm>
        </p:grpSpPr>
        <p:sp>
          <p:nvSpPr>
            <p:cNvPr id="103" name="標籤"/>
            <p:cNvSpPr/>
            <p:nvPr/>
          </p:nvSpPr>
          <p:spPr>
            <a:xfrm>
              <a:off x="8990199" y="4983480"/>
              <a:ext cx="517144" cy="274320"/>
            </a:xfrm>
            <a:prstGeom prst="roundRect">
              <a:avLst>
                <a:gd name="adj" fmla="val 50000"/>
              </a:avLst>
            </a:prstGeom>
            <a:solidFill>
              <a:srgbClr val="2E75B6"/>
            </a:solidFill>
            <a:ln>
              <a:noFill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100" dirty="0"/>
            </a:p>
          </p:txBody>
        </p:sp>
        <p:sp>
          <p:nvSpPr>
            <p:cNvPr id="104" name="標籤"/>
            <p:cNvSpPr/>
            <p:nvPr/>
          </p:nvSpPr>
          <p:spPr>
            <a:xfrm>
              <a:off x="9580495" y="4983480"/>
              <a:ext cx="517144" cy="274320"/>
            </a:xfrm>
            <a:prstGeom prst="roundRect">
              <a:avLst>
                <a:gd name="adj" fmla="val 50000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100" dirty="0"/>
            </a:p>
          </p:txBody>
        </p:sp>
      </p:grpSp>
      <p:sp>
        <p:nvSpPr>
          <p:cNvPr id="105" name="圖說"/>
          <p:cNvSpPr/>
          <p:nvPr/>
        </p:nvSpPr>
        <p:spPr>
          <a:xfrm>
            <a:off x="8871639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8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0600443" y="5052060"/>
            <a:ext cx="685800" cy="137160"/>
            <a:chOff x="10600443" y="5052060"/>
            <a:chExt cx="685800" cy="137160"/>
          </a:xfrm>
        </p:grpSpPr>
        <p:sp>
          <p:nvSpPr>
            <p:cNvPr id="106" name="圓點"/>
            <p:cNvSpPr/>
            <p:nvPr/>
          </p:nvSpPr>
          <p:spPr>
            <a:xfrm>
              <a:off x="10600443" y="5052060"/>
              <a:ext cx="137160" cy="13716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7" name="圓點"/>
            <p:cNvSpPr/>
            <p:nvPr/>
          </p:nvSpPr>
          <p:spPr>
            <a:xfrm>
              <a:off x="10874763" y="5052060"/>
              <a:ext cx="137160" cy="13716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8" name="圓點"/>
            <p:cNvSpPr/>
            <p:nvPr/>
          </p:nvSpPr>
          <p:spPr>
            <a:xfrm>
              <a:off x="11149083" y="5052060"/>
              <a:ext cx="137160" cy="13716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9" name="圖說"/>
          <p:cNvSpPr/>
          <p:nvPr/>
        </p:nvSpPr>
        <p:spPr>
          <a:xfrm>
            <a:off x="10271063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850" dirty="0"/>
          </a:p>
        </p:txBody>
      </p:sp>
      <p:sp>
        <p:nvSpPr>
          <p:cNvPr id="110" name="線條"/>
          <p:cNvSpPr/>
          <p:nvPr/>
        </p:nvSpPr>
        <p:spPr>
          <a:xfrm>
            <a:off x="548640" y="560984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11" name="類別"/>
          <p:cNvSpPr/>
          <p:nvPr/>
        </p:nvSpPr>
        <p:spPr>
          <a:xfrm>
            <a:off x="548640" y="5747004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4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998160" y="5632704"/>
            <a:ext cx="1097280" cy="448056"/>
            <a:chOff x="1998160" y="5632704"/>
            <a:chExt cx="1097280" cy="448056"/>
          </a:xfrm>
        </p:grpSpPr>
        <p:sp>
          <p:nvSpPr>
            <p:cNvPr id="112" name="群組框"/>
            <p:cNvSpPr/>
            <p:nvPr/>
          </p:nvSpPr>
          <p:spPr>
            <a:xfrm>
              <a:off x="1998160" y="5715000"/>
              <a:ext cx="1097280" cy="365760"/>
            </a:xfrm>
            <a:prstGeom prst="roundRect">
              <a:avLst>
                <a:gd name="adj" fmla="val 25000"/>
              </a:avLst>
            </a:prstGeom>
            <a:noFill/>
            <a:ln w="9525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3" name="群組名稱"/>
            <p:cNvSpPr/>
            <p:nvPr/>
          </p:nvSpPr>
          <p:spPr>
            <a:xfrm>
              <a:off x="2089600" y="5632704"/>
              <a:ext cx="566928" cy="164592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800" dirty="0"/>
            </a:p>
          </p:txBody>
        </p:sp>
      </p:grpSp>
      <p:sp>
        <p:nvSpPr>
          <p:cNvPr id="114" name="圖說"/>
          <p:cNvSpPr/>
          <p:nvPr/>
        </p:nvSpPr>
        <p:spPr>
          <a:xfrm>
            <a:off x="1874520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850" dirty="0"/>
          </a:p>
        </p:txBody>
      </p:sp>
      <p:sp>
        <p:nvSpPr>
          <p:cNvPr id="115" name="淺灰面板"/>
          <p:cNvSpPr/>
          <p:nvPr/>
        </p:nvSpPr>
        <p:spPr>
          <a:xfrm>
            <a:off x="3397584" y="5660136"/>
            <a:ext cx="1097280" cy="420624"/>
          </a:xfrm>
          <a:prstGeom prst="roundRect">
            <a:avLst>
              <a:gd name="adj" fmla="val 21739"/>
            </a:avLst>
          </a:prstGeom>
          <a:solidFill>
            <a:srgbClr val="E6E6E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3273944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850" dirty="0"/>
          </a:p>
        </p:txBody>
      </p:sp>
      <p:sp>
        <p:nvSpPr>
          <p:cNvPr id="117" name="卡片"/>
          <p:cNvSpPr/>
          <p:nvPr/>
        </p:nvSpPr>
        <p:spPr>
          <a:xfrm>
            <a:off x="4797008" y="5660136"/>
            <a:ext cx="10972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4673368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850" dirty="0"/>
          </a:p>
        </p:txBody>
      </p:sp>
      <p:sp>
        <p:nvSpPr>
          <p:cNvPr id="119" name="卡片"/>
          <p:cNvSpPr/>
          <p:nvPr/>
        </p:nvSpPr>
        <p:spPr>
          <a:xfrm>
            <a:off x="6196432" y="5660136"/>
            <a:ext cx="10972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6072792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8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7595855" y="5660136"/>
            <a:ext cx="1097280" cy="420624"/>
            <a:chOff x="7595855" y="5660136"/>
            <a:chExt cx="1097280" cy="420624"/>
          </a:xfrm>
        </p:grpSpPr>
        <p:sp>
          <p:nvSpPr>
            <p:cNvPr id="121" name="卡片"/>
            <p:cNvSpPr/>
            <p:nvPr/>
          </p:nvSpPr>
          <p:spPr>
            <a:xfrm>
              <a:off x="7595855" y="5660136"/>
              <a:ext cx="1097280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表頭"/>
            <p:cNvSpPr/>
            <p:nvPr/>
          </p:nvSpPr>
          <p:spPr>
            <a:xfrm>
              <a:off x="7595855" y="5660136"/>
              <a:ext cx="1097280" cy="146304"/>
            </a:xfrm>
            <a:custGeom>
              <a:avLst/>
              <a:gdLst/>
              <a:ahLst/>
              <a:cxnLst/>
              <a:rect l="l" t="t" r="r" b="b"/>
              <a:pathLst>
                <a:path w="1097280" h="146304">
                  <a:moveTo>
                    <a:pt x="0" y="146304"/>
                  </a:moveTo>
                  <a:lnTo>
                    <a:pt x="0" y="91440"/>
                  </a:lnTo>
                  <a:arcTo hR="91440" wR="91440" stAng="10800000" swAng="5400000"/>
                  <a:lnTo>
                    <a:pt x="1005840" y="0"/>
                  </a:lnTo>
                  <a:arcTo hR="91440" wR="91440" stAng="16200000" swAng="5400000"/>
                  <a:lnTo>
                    <a:pt x="1097280" y="146304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7472216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8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8995279" y="5660136"/>
            <a:ext cx="1097280" cy="420624"/>
            <a:chOff x="8995279" y="5660136"/>
            <a:chExt cx="1097280" cy="420624"/>
          </a:xfrm>
        </p:grpSpPr>
        <p:sp>
          <p:nvSpPr>
            <p:cNvPr id="124" name="卡片"/>
            <p:cNvSpPr/>
            <p:nvPr/>
          </p:nvSpPr>
          <p:spPr>
            <a:xfrm>
              <a:off x="8995279" y="5660136"/>
              <a:ext cx="109728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側邊色條"/>
            <p:cNvSpPr/>
            <p:nvPr/>
          </p:nvSpPr>
          <p:spPr>
            <a:xfrm>
              <a:off x="8995279" y="5660136"/>
              <a:ext cx="54864" cy="420624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8871639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8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0577583" y="5660136"/>
            <a:ext cx="731520" cy="420624"/>
            <a:chOff x="10577583" y="5660136"/>
            <a:chExt cx="731520" cy="420624"/>
          </a:xfrm>
        </p:grpSpPr>
        <p:sp>
          <p:nvSpPr>
            <p:cNvPr id="127" name="寬欄條"/>
            <p:cNvSpPr/>
            <p:nvPr/>
          </p:nvSpPr>
          <p:spPr>
            <a:xfrm>
              <a:off x="10577583" y="5660136"/>
              <a:ext cx="310896" cy="420624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寬欄條"/>
            <p:cNvSpPr/>
            <p:nvPr/>
          </p:nvSpPr>
          <p:spPr>
            <a:xfrm>
              <a:off x="10998207" y="5660136"/>
              <a:ext cx="310896" cy="420624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10271063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850" dirty="0"/>
          </a:p>
        </p:txBody>
      </p:sp>
      <p:sp>
        <p:nvSpPr>
          <p:cNvPr id="130" name="線條"/>
          <p:cNvSpPr/>
          <p:nvPr/>
        </p:nvSpPr>
        <p:spPr>
          <a:xfrm>
            <a:off x="1737360" y="1700784"/>
            <a:ext cx="0" cy="4535424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已排好、已連線的流程小組合：整組複製即可使用（純流程圖語意）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764792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704088" y="1737360"/>
            <a:ext cx="246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400" dirty="0"/>
          </a:p>
        </p:txBody>
      </p:sp>
      <p:sp>
        <p:nvSpPr>
          <p:cNvPr id="8" name="線條"/>
          <p:cNvSpPr/>
          <p:nvPr/>
        </p:nvSpPr>
        <p:spPr>
          <a:xfrm>
            <a:off x="548640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548640" y="2276856"/>
            <a:ext cx="2622728" cy="777240"/>
            <a:chOff x="548640" y="2276856"/>
            <a:chExt cx="2622728" cy="777240"/>
          </a:xfrm>
        </p:grpSpPr>
        <p:sp>
          <p:nvSpPr>
            <p:cNvPr id="9" name="處理"/>
            <p:cNvSpPr/>
            <p:nvPr/>
          </p:nvSpPr>
          <p:spPr>
            <a:xfrm>
              <a:off x="548640" y="2670048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05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768096" y="2276856"/>
              <a:ext cx="237744" cy="237744"/>
            </a:xfrm>
            <a:prstGeom prst="ellipse">
              <a:avLst/>
            </a:prstGeom>
            <a:solidFill>
              <a:srgbClr val="1F4E79"/>
            </a:solidFill>
            <a:ln w="22225">
              <a:solidFill>
                <a:srgbClr val="FFFFFF"/>
              </a:solidFill>
              <a:prstDash val="solid"/>
            </a:ln>
            <a:effectLst>
              <a:outerShdw blurRad="49530" dist="17653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521676" y="2670048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05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1741132" y="2276856"/>
              <a:ext cx="237744" cy="237744"/>
            </a:xfrm>
            <a:prstGeom prst="ellipse">
              <a:avLst/>
            </a:prstGeom>
            <a:solidFill>
              <a:srgbClr val="1F4E79"/>
            </a:solidFill>
            <a:ln w="22225">
              <a:solidFill>
                <a:srgbClr val="FFFFFF"/>
              </a:solidFill>
              <a:prstDash val="solid"/>
            </a:ln>
            <a:effectLst>
              <a:outerShdw blurRad="49530" dist="17653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13" name="處理"/>
            <p:cNvSpPr/>
            <p:nvPr/>
          </p:nvSpPr>
          <p:spPr>
            <a:xfrm>
              <a:off x="2494712" y="2670048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050" dirty="0"/>
            </a:p>
          </p:txBody>
        </p:sp>
        <p:sp>
          <p:nvSpPr>
            <p:cNvPr id="14" name="編號"/>
            <p:cNvSpPr/>
            <p:nvPr/>
          </p:nvSpPr>
          <p:spPr>
            <a:xfrm>
              <a:off x="2714168" y="2276856"/>
              <a:ext cx="237744" cy="237744"/>
            </a:xfrm>
            <a:prstGeom prst="ellipse">
              <a:avLst/>
            </a:prstGeom>
            <a:solidFill>
              <a:srgbClr val="1F4E79"/>
            </a:solidFill>
            <a:ln w="22225">
              <a:solidFill>
                <a:srgbClr val="FFFFFF"/>
              </a:solidFill>
              <a:prstDash val="solid"/>
            </a:ln>
            <a:effectLst>
              <a:outerShdw blurRad="49530" dist="17653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900" dirty="0"/>
            </a:p>
          </p:txBody>
        </p:sp>
        <p:cxnSp>
          <p:nvCxnSpPr>
            <p:cNvPr id="15" name="連接線"/>
            <p:cNvCxnSpPr>
              <a:stCxn id="9" idx="3"/>
              <a:endCxn id="11" idx="1"/>
            </p:cNvCxnSpPr>
            <p:nvPr/>
          </p:nvCxnSpPr>
          <p:spPr>
            <a:xfrm>
              <a:off x="1225296" y="2862072"/>
              <a:ext cx="29638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16" name="連接線"/>
            <p:cNvCxnSpPr>
              <a:stCxn id="11" idx="3"/>
              <a:endCxn id="13" idx="1"/>
            </p:cNvCxnSpPr>
            <p:nvPr/>
          </p:nvCxnSpPr>
          <p:spPr>
            <a:xfrm>
              <a:off x="2198332" y="2862072"/>
              <a:ext cx="29638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17" name="Text 15"/>
          <p:cNvSpPr/>
          <p:nvPr/>
        </p:nvSpPr>
        <p:spPr>
          <a:xfrm>
            <a:off x="3372536" y="1764792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組合名稱"/>
          <p:cNvSpPr/>
          <p:nvPr/>
        </p:nvSpPr>
        <p:spPr>
          <a:xfrm>
            <a:off x="3527984" y="1737360"/>
            <a:ext cx="246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400" dirty="0"/>
          </a:p>
        </p:txBody>
      </p:sp>
      <p:sp>
        <p:nvSpPr>
          <p:cNvPr id="19" name="線條"/>
          <p:cNvSpPr/>
          <p:nvPr/>
        </p:nvSpPr>
        <p:spPr>
          <a:xfrm>
            <a:off x="3372536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3372536" y="2221992"/>
            <a:ext cx="2622728" cy="1417320"/>
            <a:chOff x="3372536" y="2221992"/>
            <a:chExt cx="2622728" cy="1417320"/>
          </a:xfrm>
        </p:grpSpPr>
        <p:sp>
          <p:nvSpPr>
            <p:cNvPr id="20" name="處理"/>
            <p:cNvSpPr/>
            <p:nvPr/>
          </p:nvSpPr>
          <p:spPr>
            <a:xfrm>
              <a:off x="3372536" y="2322576"/>
              <a:ext cx="658368" cy="38404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050" dirty="0"/>
            </a:p>
          </p:txBody>
        </p:sp>
        <p:sp>
          <p:nvSpPr>
            <p:cNvPr id="21" name="判斷"/>
            <p:cNvSpPr/>
            <p:nvPr/>
          </p:nvSpPr>
          <p:spPr>
            <a:xfrm>
              <a:off x="4268648" y="2221992"/>
              <a:ext cx="768096" cy="585216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950" dirty="0"/>
            </a:p>
          </p:txBody>
        </p:sp>
        <p:cxnSp>
          <p:nvCxnSpPr>
            <p:cNvPr id="22" name="連接線"/>
            <p:cNvCxnSpPr>
              <a:stCxn id="20" idx="3"/>
              <a:endCxn id="21" idx="1"/>
            </p:cNvCxnSpPr>
            <p:nvPr/>
          </p:nvCxnSpPr>
          <p:spPr>
            <a:xfrm>
              <a:off x="4030904" y="2514600"/>
              <a:ext cx="237744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23" name="處理"/>
            <p:cNvSpPr/>
            <p:nvPr/>
          </p:nvSpPr>
          <p:spPr>
            <a:xfrm>
              <a:off x="5318608" y="2322576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050" dirty="0"/>
            </a:p>
          </p:txBody>
        </p:sp>
        <p:cxnSp>
          <p:nvCxnSpPr>
            <p:cNvPr id="24" name="連接線"/>
            <p:cNvCxnSpPr>
              <a:stCxn id="21" idx="3"/>
              <a:endCxn id="23" idx="1"/>
            </p:cNvCxnSpPr>
            <p:nvPr/>
          </p:nvCxnSpPr>
          <p:spPr>
            <a:xfrm>
              <a:off x="5036744" y="2514600"/>
              <a:ext cx="281864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25" name="標註"/>
            <p:cNvSpPr/>
            <p:nvPr/>
          </p:nvSpPr>
          <p:spPr>
            <a:xfrm>
              <a:off x="5036744" y="2295144"/>
              <a:ext cx="365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50" dirty="0"/>
            </a:p>
          </p:txBody>
        </p:sp>
        <p:sp>
          <p:nvSpPr>
            <p:cNvPr id="26" name="處理"/>
            <p:cNvSpPr/>
            <p:nvPr/>
          </p:nvSpPr>
          <p:spPr>
            <a:xfrm>
              <a:off x="4314368" y="3255264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050" dirty="0"/>
            </a:p>
          </p:txBody>
        </p:sp>
        <p:cxnSp>
          <p:nvCxnSpPr>
            <p:cNvPr id="27" name="連接線"/>
            <p:cNvCxnSpPr>
              <a:stCxn id="21" idx="2"/>
              <a:endCxn id="26" idx="0"/>
            </p:cNvCxnSpPr>
            <p:nvPr/>
          </p:nvCxnSpPr>
          <p:spPr>
            <a:xfrm>
              <a:off x="4652696" y="2807208"/>
              <a:ext cx="0" cy="448056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28" name="標註"/>
            <p:cNvSpPr/>
            <p:nvPr/>
          </p:nvSpPr>
          <p:spPr>
            <a:xfrm>
              <a:off x="4670984" y="2843784"/>
              <a:ext cx="2743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8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6196432" y="1764792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組合名稱"/>
          <p:cNvSpPr/>
          <p:nvPr/>
        </p:nvSpPr>
        <p:spPr>
          <a:xfrm>
            <a:off x="6351880" y="1737360"/>
            <a:ext cx="246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400" dirty="0"/>
          </a:p>
        </p:txBody>
      </p:sp>
      <p:sp>
        <p:nvSpPr>
          <p:cNvPr id="31" name="線條"/>
          <p:cNvSpPr/>
          <p:nvPr/>
        </p:nvSpPr>
        <p:spPr>
          <a:xfrm>
            <a:off x="6196432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6196432" y="2432304"/>
            <a:ext cx="2622728" cy="987552"/>
            <a:chOff x="6196432" y="2432304"/>
            <a:chExt cx="2622728" cy="987552"/>
          </a:xfrm>
        </p:grpSpPr>
        <p:sp>
          <p:nvSpPr>
            <p:cNvPr id="32" name="處理"/>
            <p:cNvSpPr/>
            <p:nvPr/>
          </p:nvSpPr>
          <p:spPr>
            <a:xfrm>
              <a:off x="6196432" y="2432304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050" dirty="0"/>
            </a:p>
          </p:txBody>
        </p:sp>
        <p:sp>
          <p:nvSpPr>
            <p:cNvPr id="33" name="處理"/>
            <p:cNvSpPr/>
            <p:nvPr/>
          </p:nvSpPr>
          <p:spPr>
            <a:xfrm>
              <a:off x="7169468" y="2432304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050" dirty="0"/>
            </a:p>
          </p:txBody>
        </p:sp>
        <p:sp>
          <p:nvSpPr>
            <p:cNvPr id="34" name="處理"/>
            <p:cNvSpPr/>
            <p:nvPr/>
          </p:nvSpPr>
          <p:spPr>
            <a:xfrm>
              <a:off x="8142503" y="2432304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050" dirty="0"/>
            </a:p>
          </p:txBody>
        </p:sp>
        <p:cxnSp>
          <p:nvCxnSpPr>
            <p:cNvPr id="35" name="連接線"/>
            <p:cNvCxnSpPr>
              <a:stCxn id="32" idx="3"/>
              <a:endCxn id="33" idx="1"/>
            </p:cNvCxnSpPr>
            <p:nvPr/>
          </p:nvCxnSpPr>
          <p:spPr>
            <a:xfrm>
              <a:off x="6873088" y="2624328"/>
              <a:ext cx="29638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36" name="連接線"/>
            <p:cNvCxnSpPr>
              <a:stCxn id="33" idx="3"/>
              <a:endCxn id="34" idx="1"/>
            </p:cNvCxnSpPr>
            <p:nvPr/>
          </p:nvCxnSpPr>
          <p:spPr>
            <a:xfrm>
              <a:off x="7846124" y="2624328"/>
              <a:ext cx="29638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37" name="連接線"/>
            <p:cNvCxnSpPr>
              <a:stCxn id="33" idx="2"/>
              <a:endCxn id="32" idx="2"/>
            </p:cNvCxnSpPr>
            <p:nvPr/>
          </p:nvCxnSpPr>
          <p:spPr>
            <a:xfrm rot="5400000">
              <a:off x="7018534" y="2332577"/>
              <a:ext cx="5486" cy="973036"/>
            </a:xfrm>
            <a:prstGeom prst="bentConnector3">
              <a:avLst>
                <a:gd name="adj1" fmla="val 7000000"/>
              </a:avLst>
            </a:prstGeom>
            <a:ln w="15875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8" name="標註"/>
            <p:cNvSpPr/>
            <p:nvPr/>
          </p:nvSpPr>
          <p:spPr>
            <a:xfrm>
              <a:off x="6534760" y="3236976"/>
              <a:ext cx="9730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850" dirty="0"/>
            </a:p>
          </p:txBody>
        </p:sp>
      </p:grpSp>
      <p:sp>
        <p:nvSpPr>
          <p:cNvPr id="39" name="Text 37"/>
          <p:cNvSpPr/>
          <p:nvPr/>
        </p:nvSpPr>
        <p:spPr>
          <a:xfrm>
            <a:off x="9020327" y="1764792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9175775" y="1737360"/>
            <a:ext cx="246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400" dirty="0"/>
          </a:p>
        </p:txBody>
      </p:sp>
      <p:sp>
        <p:nvSpPr>
          <p:cNvPr id="41" name="線條"/>
          <p:cNvSpPr/>
          <p:nvPr/>
        </p:nvSpPr>
        <p:spPr>
          <a:xfrm>
            <a:off x="9020327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9020327" y="2121408"/>
            <a:ext cx="2622728" cy="1161288"/>
            <a:chOff x="9020327" y="2121408"/>
            <a:chExt cx="2622728" cy="1161288"/>
          </a:xfrm>
        </p:grpSpPr>
        <p:sp>
          <p:nvSpPr>
            <p:cNvPr id="42" name="處理"/>
            <p:cNvSpPr/>
            <p:nvPr/>
          </p:nvSpPr>
          <p:spPr>
            <a:xfrm>
              <a:off x="9020327" y="2816352"/>
              <a:ext cx="731520" cy="38404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050" dirty="0"/>
            </a:p>
          </p:txBody>
        </p:sp>
        <p:sp>
          <p:nvSpPr>
            <p:cNvPr id="43" name="判斷"/>
            <p:cNvSpPr/>
            <p:nvPr/>
          </p:nvSpPr>
          <p:spPr>
            <a:xfrm>
              <a:off x="9934727" y="2734056"/>
              <a:ext cx="676656" cy="5486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950" dirty="0"/>
            </a:p>
          </p:txBody>
        </p:sp>
        <p:cxnSp>
          <p:nvCxnSpPr>
            <p:cNvPr id="44" name="連接線"/>
            <p:cNvCxnSpPr>
              <a:stCxn id="42" idx="3"/>
              <a:endCxn id="43" idx="1"/>
            </p:cNvCxnSpPr>
            <p:nvPr/>
          </p:nvCxnSpPr>
          <p:spPr>
            <a:xfrm>
              <a:off x="9751847" y="3008376"/>
              <a:ext cx="18288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45" name="處理"/>
            <p:cNvSpPr/>
            <p:nvPr/>
          </p:nvSpPr>
          <p:spPr>
            <a:xfrm>
              <a:off x="11076127" y="2816352"/>
              <a:ext cx="566928" cy="38404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050" dirty="0"/>
            </a:p>
          </p:txBody>
        </p:sp>
        <p:cxnSp>
          <p:nvCxnSpPr>
            <p:cNvPr id="46" name="連接線"/>
            <p:cNvCxnSpPr>
              <a:stCxn id="43" idx="3"/>
              <a:endCxn id="45" idx="1"/>
            </p:cNvCxnSpPr>
            <p:nvPr/>
          </p:nvCxnSpPr>
          <p:spPr>
            <a:xfrm>
              <a:off x="10611383" y="3008376"/>
              <a:ext cx="464744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47" name="標註"/>
            <p:cNvSpPr/>
            <p:nvPr/>
          </p:nvSpPr>
          <p:spPr>
            <a:xfrm>
              <a:off x="10611383" y="2788920"/>
              <a:ext cx="464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850" dirty="0"/>
            </a:p>
          </p:txBody>
        </p:sp>
        <p:cxnSp>
          <p:nvCxnSpPr>
            <p:cNvPr id="48" name="連接線"/>
            <p:cNvCxnSpPr>
              <a:stCxn id="43" idx="0"/>
              <a:endCxn id="42" idx="0"/>
            </p:cNvCxnSpPr>
            <p:nvPr/>
          </p:nvCxnSpPr>
          <p:spPr>
            <a:xfrm rot="5400000">
              <a:off x="9788423" y="2331720"/>
              <a:ext cx="82296" cy="886968"/>
            </a:xfrm>
            <a:prstGeom prst="bentConnector3">
              <a:avLst>
                <a:gd name="adj1" fmla="val -500000"/>
              </a:avLst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49" name="標註"/>
            <p:cNvSpPr/>
            <p:nvPr/>
          </p:nvSpPr>
          <p:spPr>
            <a:xfrm>
              <a:off x="9404375" y="2121408"/>
              <a:ext cx="8686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850" dirty="0"/>
            </a:p>
          </p:txBody>
        </p:sp>
      </p:grpSp>
      <p:sp>
        <p:nvSpPr>
          <p:cNvPr id="50" name="Text 48"/>
          <p:cNvSpPr/>
          <p:nvPr/>
        </p:nvSpPr>
        <p:spPr>
          <a:xfrm>
            <a:off x="548640" y="406908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組合名稱"/>
          <p:cNvSpPr/>
          <p:nvPr/>
        </p:nvSpPr>
        <p:spPr>
          <a:xfrm>
            <a:off x="704088" y="4041648"/>
            <a:ext cx="246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400" dirty="0"/>
          </a:p>
        </p:txBody>
      </p:sp>
      <p:sp>
        <p:nvSpPr>
          <p:cNvPr id="52" name="線條"/>
          <p:cNvSpPr/>
          <p:nvPr/>
        </p:nvSpPr>
        <p:spPr>
          <a:xfrm>
            <a:off x="548640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548640" y="4443984"/>
            <a:ext cx="2622728" cy="1517904"/>
            <a:chOff x="548640" y="4443984"/>
            <a:chExt cx="2622728" cy="1517904"/>
          </a:xfrm>
        </p:grpSpPr>
        <p:sp>
          <p:nvSpPr>
            <p:cNvPr id="53" name="泳道"/>
            <p:cNvSpPr/>
            <p:nvPr/>
          </p:nvSpPr>
          <p:spPr>
            <a:xfrm>
              <a:off x="548640" y="4443984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548640" y="4443984"/>
              <a:ext cx="420624" cy="73152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850" dirty="0"/>
            </a:p>
          </p:txBody>
        </p:sp>
        <p:sp>
          <p:nvSpPr>
            <p:cNvPr id="55" name="泳道"/>
            <p:cNvSpPr/>
            <p:nvPr/>
          </p:nvSpPr>
          <p:spPr>
            <a:xfrm>
              <a:off x="548640" y="5230368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548640" y="5230368"/>
              <a:ext cx="420624" cy="73152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85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1097280" y="4617720"/>
              <a:ext cx="640080" cy="38404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05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2011680" y="5404104"/>
              <a:ext cx="640080" cy="38404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05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2458136" y="4617720"/>
              <a:ext cx="640080" cy="38404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050" dirty="0"/>
            </a:p>
          </p:txBody>
        </p:sp>
        <p:cxnSp>
          <p:nvCxnSpPr>
            <p:cNvPr id="60" name="連接線"/>
            <p:cNvCxnSpPr>
              <a:stCxn id="57" idx="3"/>
              <a:endCxn id="58" idx="0"/>
            </p:cNvCxnSpPr>
            <p:nvPr/>
          </p:nvCxnSpPr>
          <p:spPr>
            <a:xfrm>
              <a:off x="1737360" y="4809744"/>
              <a:ext cx="594360" cy="594360"/>
            </a:xfrm>
            <a:prstGeom prst="bentConnector2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61" name="連接線"/>
            <p:cNvCxnSpPr>
              <a:stCxn id="58" idx="3"/>
              <a:endCxn id="59" idx="2"/>
            </p:cNvCxnSpPr>
            <p:nvPr/>
          </p:nvCxnSpPr>
          <p:spPr>
            <a:xfrm flipV="1">
              <a:off x="2651760" y="5001768"/>
              <a:ext cx="126416" cy="594360"/>
            </a:xfrm>
            <a:prstGeom prst="bentConnector2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62" name="Text 60"/>
          <p:cNvSpPr/>
          <p:nvPr/>
        </p:nvSpPr>
        <p:spPr>
          <a:xfrm>
            <a:off x="3372536" y="406908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組合名稱"/>
          <p:cNvSpPr/>
          <p:nvPr/>
        </p:nvSpPr>
        <p:spPr>
          <a:xfrm>
            <a:off x="3527984" y="4041648"/>
            <a:ext cx="246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400" dirty="0"/>
          </a:p>
        </p:txBody>
      </p:sp>
      <p:sp>
        <p:nvSpPr>
          <p:cNvPr id="64" name="線條"/>
          <p:cNvSpPr/>
          <p:nvPr/>
        </p:nvSpPr>
        <p:spPr>
          <a:xfrm>
            <a:off x="3372536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3372536" y="4498848"/>
            <a:ext cx="2622728" cy="1353312"/>
            <a:chOff x="3372536" y="4498848"/>
            <a:chExt cx="2622728" cy="1353312"/>
          </a:xfrm>
        </p:grpSpPr>
        <p:sp>
          <p:nvSpPr>
            <p:cNvPr id="65" name="處理"/>
            <p:cNvSpPr/>
            <p:nvPr/>
          </p:nvSpPr>
          <p:spPr>
            <a:xfrm>
              <a:off x="3372536" y="4983480"/>
              <a:ext cx="512064" cy="38404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050" dirty="0"/>
            </a:p>
          </p:txBody>
        </p:sp>
        <p:sp>
          <p:nvSpPr>
            <p:cNvPr id="66" name="分流"/>
            <p:cNvSpPr/>
            <p:nvPr/>
          </p:nvSpPr>
          <p:spPr>
            <a:xfrm>
              <a:off x="4067480" y="4498848"/>
              <a:ext cx="64008" cy="1353312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4323512" y="4562856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050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4323512" y="5404104"/>
              <a:ext cx="676656" cy="38404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050" dirty="0"/>
            </a:p>
          </p:txBody>
        </p:sp>
        <p:sp>
          <p:nvSpPr>
            <p:cNvPr id="69" name="合流"/>
            <p:cNvSpPr/>
            <p:nvPr/>
          </p:nvSpPr>
          <p:spPr>
            <a:xfrm>
              <a:off x="5026000" y="4498848"/>
              <a:ext cx="64008" cy="1353312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5428336" y="4983480"/>
              <a:ext cx="566928" cy="38404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050" dirty="0"/>
            </a:p>
          </p:txBody>
        </p:sp>
        <p:cxnSp>
          <p:nvCxnSpPr>
            <p:cNvPr id="71" name="連接線"/>
            <p:cNvCxnSpPr>
              <a:stCxn id="65" idx="3"/>
              <a:endCxn id="66" idx="1"/>
            </p:cNvCxnSpPr>
            <p:nvPr/>
          </p:nvCxnSpPr>
          <p:spPr>
            <a:xfrm>
              <a:off x="3884600" y="5175504"/>
              <a:ext cx="18288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2" name="連接線"/>
            <p:cNvCxnSpPr>
              <a:endCxn id="67" idx="1"/>
            </p:cNvCxnSpPr>
            <p:nvPr/>
          </p:nvCxnSpPr>
          <p:spPr>
            <a:xfrm>
              <a:off x="4131488" y="4754880"/>
              <a:ext cx="192024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3" name="連接線"/>
            <p:cNvCxnSpPr>
              <a:endCxn id="68" idx="1"/>
            </p:cNvCxnSpPr>
            <p:nvPr/>
          </p:nvCxnSpPr>
          <p:spPr>
            <a:xfrm>
              <a:off x="4131488" y="5596128"/>
              <a:ext cx="192024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4" name="連接線"/>
            <p:cNvCxnSpPr>
              <a:stCxn id="67" idx="3"/>
            </p:cNvCxnSpPr>
            <p:nvPr/>
          </p:nvCxnSpPr>
          <p:spPr>
            <a:xfrm>
              <a:off x="5000168" y="4754880"/>
              <a:ext cx="25832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5" name="連接線"/>
            <p:cNvCxnSpPr>
              <a:stCxn id="68" idx="3"/>
            </p:cNvCxnSpPr>
            <p:nvPr/>
          </p:nvCxnSpPr>
          <p:spPr>
            <a:xfrm>
              <a:off x="5000168" y="5596128"/>
              <a:ext cx="25832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6" name="連接線"/>
            <p:cNvCxnSpPr>
              <a:stCxn id="69" idx="3"/>
              <a:endCxn id="70" idx="1"/>
            </p:cNvCxnSpPr>
            <p:nvPr/>
          </p:nvCxnSpPr>
          <p:spPr>
            <a:xfrm>
              <a:off x="5090008" y="5175504"/>
              <a:ext cx="338328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77" name="Text 75"/>
          <p:cNvSpPr/>
          <p:nvPr/>
        </p:nvSpPr>
        <p:spPr>
          <a:xfrm>
            <a:off x="6196432" y="406908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6351880" y="4041648"/>
            <a:ext cx="246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400" dirty="0"/>
          </a:p>
        </p:txBody>
      </p:sp>
      <p:sp>
        <p:nvSpPr>
          <p:cNvPr id="79" name="線條"/>
          <p:cNvSpPr/>
          <p:nvPr/>
        </p:nvSpPr>
        <p:spPr>
          <a:xfrm>
            <a:off x="6196432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6150712" y="4818888"/>
            <a:ext cx="2714168" cy="777240"/>
            <a:chOff x="6150712" y="4818888"/>
            <a:chExt cx="2714168" cy="777240"/>
          </a:xfrm>
        </p:grpSpPr>
        <p:sp>
          <p:nvSpPr>
            <p:cNvPr id="80" name="輸入輸出"/>
            <p:cNvSpPr/>
            <p:nvPr/>
          </p:nvSpPr>
          <p:spPr>
            <a:xfrm>
              <a:off x="6196432" y="4864608"/>
              <a:ext cx="749808" cy="384048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05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6150712" y="5413248"/>
              <a:ext cx="8412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850" dirty="0"/>
            </a:p>
          </p:txBody>
        </p:sp>
        <p:sp>
          <p:nvSpPr>
            <p:cNvPr id="82" name="處理"/>
            <p:cNvSpPr/>
            <p:nvPr/>
          </p:nvSpPr>
          <p:spPr>
            <a:xfrm>
              <a:off x="7187756" y="4864608"/>
              <a:ext cx="640080" cy="38404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05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7142036" y="541324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850" dirty="0"/>
            </a:p>
          </p:txBody>
        </p:sp>
        <p:sp>
          <p:nvSpPr>
            <p:cNvPr id="84" name="文件"/>
            <p:cNvSpPr/>
            <p:nvPr/>
          </p:nvSpPr>
          <p:spPr>
            <a:xfrm>
              <a:off x="8069351" y="4818888"/>
              <a:ext cx="749808" cy="475488"/>
            </a:xfrm>
            <a:prstGeom prst="flowChartDocument">
              <a:avLst/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8100" tIns="0" rIns="38100" bIns="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05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8023631" y="5413248"/>
              <a:ext cx="8412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850" dirty="0"/>
            </a:p>
          </p:txBody>
        </p:sp>
        <p:cxnSp>
          <p:nvCxnSpPr>
            <p:cNvPr id="86" name="連接線"/>
            <p:cNvCxnSpPr>
              <a:stCxn id="80" idx="2"/>
              <a:endCxn id="82" idx="1"/>
            </p:cNvCxnSpPr>
            <p:nvPr/>
          </p:nvCxnSpPr>
          <p:spPr>
            <a:xfrm>
              <a:off x="6865590" y="5056632"/>
              <a:ext cx="322166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87" name="連接線"/>
            <p:cNvCxnSpPr>
              <a:stCxn id="82" idx="3"/>
              <a:endCxn id="84" idx="1"/>
            </p:cNvCxnSpPr>
            <p:nvPr/>
          </p:nvCxnSpPr>
          <p:spPr>
            <a:xfrm>
              <a:off x="7827836" y="5056632"/>
              <a:ext cx="241516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88" name="Text 86"/>
          <p:cNvSpPr/>
          <p:nvPr/>
        </p:nvSpPr>
        <p:spPr>
          <a:xfrm>
            <a:off x="9020327" y="406908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組合名稱"/>
          <p:cNvSpPr/>
          <p:nvPr/>
        </p:nvSpPr>
        <p:spPr>
          <a:xfrm>
            <a:off x="9175775" y="4041648"/>
            <a:ext cx="246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400" dirty="0"/>
          </a:p>
        </p:txBody>
      </p:sp>
      <p:sp>
        <p:nvSpPr>
          <p:cNvPr id="90" name="線條"/>
          <p:cNvSpPr/>
          <p:nvPr/>
        </p:nvSpPr>
        <p:spPr>
          <a:xfrm>
            <a:off x="9020327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9020327" y="4590288"/>
            <a:ext cx="2622728" cy="1188720"/>
            <a:chOff x="9020327" y="4590288"/>
            <a:chExt cx="2622728" cy="1188720"/>
          </a:xfrm>
        </p:grpSpPr>
        <p:sp>
          <p:nvSpPr>
            <p:cNvPr id="91" name="卡片"/>
            <p:cNvSpPr/>
            <p:nvPr/>
          </p:nvSpPr>
          <p:spPr>
            <a:xfrm>
              <a:off x="9020327" y="4590288"/>
              <a:ext cx="1078992" cy="1188720"/>
            </a:xfrm>
            <a:prstGeom prst="roundRect">
              <a:avLst>
                <a:gd name="adj" fmla="val 8475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  <a:effectLst>
              <a:outerShdw blurRad="88900" dist="2540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9148343" y="4700016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1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9148343" y="5029200"/>
              <a:ext cx="822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950" dirty="0"/>
            </a:p>
          </p:txBody>
        </p:sp>
        <p:sp>
          <p:nvSpPr>
            <p:cNvPr id="94" name="三角形"/>
            <p:cNvSpPr/>
            <p:nvPr/>
          </p:nvSpPr>
          <p:spPr>
            <a:xfrm>
              <a:off x="10263111" y="5093208"/>
              <a:ext cx="137160" cy="182880"/>
            </a:xfrm>
            <a:custGeom>
              <a:avLst/>
              <a:gdLst/>
              <a:ahLst/>
              <a:cxnLst/>
              <a:rect l="l" t="t" r="r" b="b"/>
              <a:pathLst>
                <a:path w="137160" h="182880">
                  <a:moveTo>
                    <a:pt x="0" y="0"/>
                  </a:moveTo>
                  <a:lnTo>
                    <a:pt x="137160" y="9144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5" name="強調卡片"/>
            <p:cNvSpPr/>
            <p:nvPr/>
          </p:nvSpPr>
          <p:spPr>
            <a:xfrm>
              <a:off x="10564063" y="4590288"/>
              <a:ext cx="1078992" cy="1188720"/>
            </a:xfrm>
            <a:prstGeom prst="roundRect">
              <a:avLst>
                <a:gd name="adj" fmla="val 8475"/>
              </a:avLst>
            </a:prstGeom>
            <a:solidFill>
              <a:srgbClr val="FFFFFF"/>
            </a:solidFill>
            <a:ln w="22225">
              <a:solidFill>
                <a:srgbClr val="1F4E79"/>
              </a:solidFill>
              <a:prstDash val="solid"/>
            </a:ln>
            <a:effectLst>
              <a:outerShdw blurRad="88900" dist="2540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卡片標題"/>
            <p:cNvSpPr/>
            <p:nvPr/>
          </p:nvSpPr>
          <p:spPr>
            <a:xfrm>
              <a:off x="10692079" y="4700016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100" dirty="0"/>
            </a:p>
          </p:txBody>
        </p:sp>
        <p:sp>
          <p:nvSpPr>
            <p:cNvPr id="97" name="卡片內文"/>
            <p:cNvSpPr/>
            <p:nvPr/>
          </p:nvSpPr>
          <p:spPr>
            <a:xfrm>
              <a:off x="10692079" y="5029200"/>
              <a:ext cx="822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950" dirty="0"/>
            </a:p>
          </p:txBody>
        </p:sp>
      </p:grpSp>
      <p:sp>
        <p:nvSpPr>
          <p:cNvPr id="98" name="Text 96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分工表、前後對照、問題對策、方案比較、KPI 數字卡與 PDCA：整組複製即可使用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764792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704088" y="1737360"/>
            <a:ext cx="333542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400" dirty="0"/>
          </a:p>
        </p:txBody>
      </p:sp>
      <p:sp>
        <p:nvSpPr>
          <p:cNvPr id="8" name="線條"/>
          <p:cNvSpPr/>
          <p:nvPr/>
        </p:nvSpPr>
        <p:spPr>
          <a:xfrm>
            <a:off x="548640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490874" cy="914400"/>
        </p:xfrm>
        <a:graphic>
          <a:graphicData uri="http://schemas.openxmlformats.org/drawingml/2006/table">
            <a:tbl>
              <a:tblPr/>
              <a:tblGrid>
                <a:gridCol w="1060704"/>
                <a:gridCol w="607543"/>
                <a:gridCol w="607543"/>
                <a:gridCol w="607543"/>
                <a:gridCol w="607543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ACI 標記"/>
          <p:cNvSpPr/>
          <p:nvPr/>
        </p:nvSpPr>
        <p:spPr>
          <a:xfrm>
            <a:off x="1757667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RACI 標記"/>
          <p:cNvSpPr/>
          <p:nvPr/>
        </p:nvSpPr>
        <p:spPr>
          <a:xfrm>
            <a:off x="2365210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2" name="RACI 標記"/>
          <p:cNvSpPr/>
          <p:nvPr/>
        </p:nvSpPr>
        <p:spPr>
          <a:xfrm>
            <a:off x="2972753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RACI 標記"/>
          <p:cNvSpPr/>
          <p:nvPr/>
        </p:nvSpPr>
        <p:spPr>
          <a:xfrm>
            <a:off x="3580295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14" name="RACI 標記"/>
          <p:cNvSpPr/>
          <p:nvPr/>
        </p:nvSpPr>
        <p:spPr>
          <a:xfrm>
            <a:off x="1757667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5" name="RACI 標記"/>
          <p:cNvSpPr/>
          <p:nvPr/>
        </p:nvSpPr>
        <p:spPr>
          <a:xfrm>
            <a:off x="2365210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16" name="RACI 標記"/>
          <p:cNvSpPr/>
          <p:nvPr/>
        </p:nvSpPr>
        <p:spPr>
          <a:xfrm>
            <a:off x="2972753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7" name="RACI 標記"/>
          <p:cNvSpPr/>
          <p:nvPr/>
        </p:nvSpPr>
        <p:spPr>
          <a:xfrm>
            <a:off x="3580295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18" name="RACI 標記"/>
          <p:cNvSpPr/>
          <p:nvPr/>
        </p:nvSpPr>
        <p:spPr>
          <a:xfrm>
            <a:off x="1757667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9" name="RACI 標記"/>
          <p:cNvSpPr/>
          <p:nvPr/>
        </p:nvSpPr>
        <p:spPr>
          <a:xfrm>
            <a:off x="2365210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20" name="RACI 標記"/>
          <p:cNvSpPr/>
          <p:nvPr/>
        </p:nvSpPr>
        <p:spPr>
          <a:xfrm>
            <a:off x="2972753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1" name="RACI 標記"/>
          <p:cNvSpPr/>
          <p:nvPr/>
        </p:nvSpPr>
        <p:spPr>
          <a:xfrm>
            <a:off x="3580295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22" name="RACI 標記"/>
          <p:cNvSpPr/>
          <p:nvPr/>
        </p:nvSpPr>
        <p:spPr>
          <a:xfrm>
            <a:off x="1757667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23" name="RACI 標記"/>
          <p:cNvSpPr/>
          <p:nvPr/>
        </p:nvSpPr>
        <p:spPr>
          <a:xfrm>
            <a:off x="2365210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24" name="RACI 標記"/>
          <p:cNvSpPr/>
          <p:nvPr/>
        </p:nvSpPr>
        <p:spPr>
          <a:xfrm>
            <a:off x="2972753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25" name="RACI 標記"/>
          <p:cNvSpPr/>
          <p:nvPr/>
        </p:nvSpPr>
        <p:spPr>
          <a:xfrm>
            <a:off x="3580295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6" name="圖例"/>
          <p:cNvSpPr/>
          <p:nvPr/>
        </p:nvSpPr>
        <p:spPr>
          <a:xfrm>
            <a:off x="548640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7" name="圖例"/>
          <p:cNvSpPr/>
          <p:nvPr/>
        </p:nvSpPr>
        <p:spPr>
          <a:xfrm>
            <a:off x="786384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800" dirty="0"/>
          </a:p>
        </p:txBody>
      </p:sp>
      <p:sp>
        <p:nvSpPr>
          <p:cNvPr id="28" name="圖例"/>
          <p:cNvSpPr/>
          <p:nvPr/>
        </p:nvSpPr>
        <p:spPr>
          <a:xfrm>
            <a:off x="1335024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29" name="圖例"/>
          <p:cNvSpPr/>
          <p:nvPr/>
        </p:nvSpPr>
        <p:spPr>
          <a:xfrm>
            <a:off x="1572768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800" dirty="0"/>
          </a:p>
        </p:txBody>
      </p:sp>
      <p:sp>
        <p:nvSpPr>
          <p:cNvPr id="30" name="圖例"/>
          <p:cNvSpPr/>
          <p:nvPr/>
        </p:nvSpPr>
        <p:spPr>
          <a:xfrm>
            <a:off x="2121408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31" name="圖例"/>
          <p:cNvSpPr/>
          <p:nvPr/>
        </p:nvSpPr>
        <p:spPr>
          <a:xfrm>
            <a:off x="2359152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800" dirty="0"/>
          </a:p>
        </p:txBody>
      </p:sp>
      <p:sp>
        <p:nvSpPr>
          <p:cNvPr id="32" name="圖例"/>
          <p:cNvSpPr/>
          <p:nvPr/>
        </p:nvSpPr>
        <p:spPr>
          <a:xfrm>
            <a:off x="2907792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33" name="圖例"/>
          <p:cNvSpPr/>
          <p:nvPr/>
        </p:nvSpPr>
        <p:spPr>
          <a:xfrm>
            <a:off x="3145536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50410" y="1764792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組合名稱"/>
          <p:cNvSpPr/>
          <p:nvPr/>
        </p:nvSpPr>
        <p:spPr>
          <a:xfrm>
            <a:off x="4505858" y="1737360"/>
            <a:ext cx="333542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400" dirty="0"/>
          </a:p>
        </p:txBody>
      </p:sp>
      <p:sp>
        <p:nvSpPr>
          <p:cNvPr id="36" name="線條"/>
          <p:cNvSpPr/>
          <p:nvPr/>
        </p:nvSpPr>
        <p:spPr>
          <a:xfrm>
            <a:off x="4350410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50410" y="2103120"/>
          <a:ext cx="349087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8237"/>
                <a:gridCol w="1288237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4350410" y="3785616"/>
            <a:ext cx="349087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8152181" y="1764792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8307629" y="1737360"/>
            <a:ext cx="333542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400" dirty="0"/>
          </a:p>
        </p:txBody>
      </p:sp>
      <p:sp>
        <p:nvSpPr>
          <p:cNvPr id="41" name="線條"/>
          <p:cNvSpPr/>
          <p:nvPr/>
        </p:nvSpPr>
        <p:spPr>
          <a:xfrm>
            <a:off x="8152181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8152181" y="2304288"/>
            <a:ext cx="3490874" cy="1060704"/>
            <a:chOff x="8152181" y="2304288"/>
            <a:chExt cx="3490874" cy="1060704"/>
          </a:xfrm>
        </p:grpSpPr>
        <p:sp>
          <p:nvSpPr>
            <p:cNvPr id="42" name="問題"/>
            <p:cNvSpPr/>
            <p:nvPr/>
          </p:nvSpPr>
          <p:spPr>
            <a:xfrm>
              <a:off x="8152181" y="2304288"/>
              <a:ext cx="932688" cy="1060704"/>
            </a:xfrm>
            <a:prstGeom prst="roundRect">
              <a:avLst>
                <a:gd name="adj" fmla="val 9804"/>
              </a:avLst>
            </a:prstGeom>
            <a:solidFill>
              <a:srgbClr val="FFFFFF"/>
            </a:solidFill>
            <a:ln w="19050">
              <a:solidFill>
                <a:srgbClr val="C0504D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850" dirty="0"/>
            </a:p>
          </p:txBody>
        </p:sp>
        <p:sp>
          <p:nvSpPr>
            <p:cNvPr id="43" name="原因"/>
            <p:cNvSpPr/>
            <p:nvPr/>
          </p:nvSpPr>
          <p:spPr>
            <a:xfrm>
              <a:off x="9431274" y="2304288"/>
              <a:ext cx="932688" cy="1060704"/>
            </a:xfrm>
            <a:prstGeom prst="roundRect">
              <a:avLst>
                <a:gd name="adj" fmla="val 9804"/>
              </a:avLst>
            </a:prstGeom>
            <a:solidFill>
              <a:srgbClr val="E6E6E6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850" dirty="0"/>
            </a:p>
          </p:txBody>
        </p:sp>
        <p:sp>
          <p:nvSpPr>
            <p:cNvPr id="44" name="對策"/>
            <p:cNvSpPr/>
            <p:nvPr/>
          </p:nvSpPr>
          <p:spPr>
            <a:xfrm>
              <a:off x="10710367" y="2304288"/>
              <a:ext cx="932688" cy="1060704"/>
            </a:xfrm>
            <a:prstGeom prst="roundRect">
              <a:avLst>
                <a:gd name="adj" fmla="val 9804"/>
              </a:avLst>
            </a:prstGeom>
            <a:solidFill>
              <a:srgbClr val="1F4E79"/>
            </a:solidFill>
            <a:ln>
              <a:noFill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BCCAD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850" dirty="0"/>
            </a:p>
          </p:txBody>
        </p: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9084869" y="2834640"/>
              <a:ext cx="346405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46" name="連接線"/>
            <p:cNvCxnSpPr>
              <a:stCxn id="43" idx="3"/>
              <a:endCxn id="44" idx="1"/>
            </p:cNvCxnSpPr>
            <p:nvPr/>
          </p:nvCxnSpPr>
          <p:spPr>
            <a:xfrm>
              <a:off x="10363962" y="2834640"/>
              <a:ext cx="346405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47" name="Text 43"/>
          <p:cNvSpPr/>
          <p:nvPr/>
        </p:nvSpPr>
        <p:spPr>
          <a:xfrm>
            <a:off x="548640" y="4050792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組合名稱"/>
          <p:cNvSpPr/>
          <p:nvPr/>
        </p:nvSpPr>
        <p:spPr>
          <a:xfrm>
            <a:off x="704088" y="4023360"/>
            <a:ext cx="333542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400" dirty="0"/>
          </a:p>
        </p:txBody>
      </p:sp>
      <p:sp>
        <p:nvSpPr>
          <p:cNvPr id="49" name="線條"/>
          <p:cNvSpPr/>
          <p:nvPr/>
        </p:nvSpPr>
        <p:spPr>
          <a:xfrm>
            <a:off x="548640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548640" y="4443984"/>
            <a:ext cx="3490874" cy="1773936"/>
            <a:chOff x="548640" y="4443984"/>
            <a:chExt cx="3490874" cy="1773936"/>
          </a:xfrm>
        </p:grpSpPr>
        <p:sp>
          <p:nvSpPr>
            <p:cNvPr id="50" name="方案"/>
            <p:cNvSpPr/>
            <p:nvPr/>
          </p:nvSpPr>
          <p:spPr>
            <a:xfrm>
              <a:off x="548640" y="4443984"/>
              <a:ext cx="1090473" cy="1645920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表頭底"/>
            <p:cNvSpPr/>
            <p:nvPr/>
          </p:nvSpPr>
          <p:spPr>
            <a:xfrm>
              <a:off x="549554" y="4444898"/>
              <a:ext cx="1088644" cy="36576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2" name="方案名稱"/>
            <p:cNvSpPr/>
            <p:nvPr/>
          </p:nvSpPr>
          <p:spPr>
            <a:xfrm>
              <a:off x="548640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40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658368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658368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950" dirty="0"/>
            </a:p>
          </p:txBody>
        </p:sp>
        <p:sp>
          <p:nvSpPr>
            <p:cNvPr id="55" name="項目"/>
            <p:cNvSpPr/>
            <p:nvPr/>
          </p:nvSpPr>
          <p:spPr>
            <a:xfrm>
              <a:off x="658368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56" name="內容"/>
            <p:cNvSpPr/>
            <p:nvPr/>
          </p:nvSpPr>
          <p:spPr>
            <a:xfrm>
              <a:off x="658368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950" dirty="0"/>
            </a:p>
          </p:txBody>
        </p:sp>
        <p:sp>
          <p:nvSpPr>
            <p:cNvPr id="57" name="項目"/>
            <p:cNvSpPr/>
            <p:nvPr/>
          </p:nvSpPr>
          <p:spPr>
            <a:xfrm>
              <a:off x="658368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58" name="內容"/>
            <p:cNvSpPr/>
            <p:nvPr/>
          </p:nvSpPr>
          <p:spPr>
            <a:xfrm>
              <a:off x="658368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950" dirty="0"/>
            </a:p>
          </p:txBody>
        </p:sp>
        <p:sp>
          <p:nvSpPr>
            <p:cNvPr id="59" name="推薦方案"/>
            <p:cNvSpPr/>
            <p:nvPr/>
          </p:nvSpPr>
          <p:spPr>
            <a:xfrm>
              <a:off x="1748841" y="4443984"/>
              <a:ext cx="1090473" cy="1645920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22225">
              <a:solidFill>
                <a:srgbClr val="1F4E79"/>
              </a:solidFill>
              <a:prstDash val="solid"/>
            </a:ln>
            <a:effectLst>
              <a:outerShdw blurRad="88900" dist="2540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表頭"/>
            <p:cNvSpPr/>
            <p:nvPr/>
          </p:nvSpPr>
          <p:spPr>
            <a:xfrm>
              <a:off x="1748841" y="4443984"/>
              <a:ext cx="1090473" cy="365760"/>
            </a:xfrm>
            <a:custGeom>
              <a:avLst/>
              <a:gdLst/>
              <a:ahLst/>
              <a:cxnLst/>
              <a:rect l="l" t="t" r="r" b="b"/>
              <a:pathLst>
                <a:path w="1090473" h="365760">
                  <a:moveTo>
                    <a:pt x="0" y="365760"/>
                  </a:moveTo>
                  <a:lnTo>
                    <a:pt x="0" y="91440"/>
                  </a:lnTo>
                  <a:arcTo hR="91440" wR="91440" stAng="10800000" swAng="5400000"/>
                  <a:lnTo>
                    <a:pt x="999033" y="0"/>
                  </a:lnTo>
                  <a:arcTo hR="91440" wR="91440" stAng="16200000" swAng="5400000"/>
                  <a:lnTo>
                    <a:pt x="1090473" y="365760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方案名稱"/>
            <p:cNvSpPr/>
            <p:nvPr/>
          </p:nvSpPr>
          <p:spPr>
            <a:xfrm>
              <a:off x="1748841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BCCAD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40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1858569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1858569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950" dirty="0"/>
            </a:p>
          </p:txBody>
        </p:sp>
        <p:sp>
          <p:nvSpPr>
            <p:cNvPr id="64" name="項目"/>
            <p:cNvSpPr/>
            <p:nvPr/>
          </p:nvSpPr>
          <p:spPr>
            <a:xfrm>
              <a:off x="1858569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65" name="內容"/>
            <p:cNvSpPr/>
            <p:nvPr/>
          </p:nvSpPr>
          <p:spPr>
            <a:xfrm>
              <a:off x="1858569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950" dirty="0"/>
            </a:p>
          </p:txBody>
        </p:sp>
        <p:sp>
          <p:nvSpPr>
            <p:cNvPr id="66" name="項目"/>
            <p:cNvSpPr/>
            <p:nvPr/>
          </p:nvSpPr>
          <p:spPr>
            <a:xfrm>
              <a:off x="1858569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67" name="內容"/>
            <p:cNvSpPr/>
            <p:nvPr/>
          </p:nvSpPr>
          <p:spPr>
            <a:xfrm>
              <a:off x="1858569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950" dirty="0"/>
            </a:p>
          </p:txBody>
        </p:sp>
        <p:sp>
          <p:nvSpPr>
            <p:cNvPr id="68" name="標籤"/>
            <p:cNvSpPr/>
            <p:nvPr/>
          </p:nvSpPr>
          <p:spPr>
            <a:xfrm>
              <a:off x="2073605" y="6016752"/>
              <a:ext cx="440944" cy="201168"/>
            </a:xfrm>
            <a:prstGeom prst="roundRect">
              <a:avLst>
                <a:gd name="adj" fmla="val 50000"/>
              </a:avLst>
            </a:prstGeom>
            <a:solidFill>
              <a:srgbClr val="2E75B6"/>
            </a:solidFill>
            <a:ln>
              <a:noFill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800" dirty="0"/>
            </a:p>
          </p:txBody>
        </p:sp>
        <p:sp>
          <p:nvSpPr>
            <p:cNvPr id="69" name="方案"/>
            <p:cNvSpPr/>
            <p:nvPr/>
          </p:nvSpPr>
          <p:spPr>
            <a:xfrm>
              <a:off x="2949042" y="4443984"/>
              <a:ext cx="1090473" cy="1645920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表頭底"/>
            <p:cNvSpPr/>
            <p:nvPr/>
          </p:nvSpPr>
          <p:spPr>
            <a:xfrm>
              <a:off x="2949956" y="4444898"/>
              <a:ext cx="1088644" cy="36576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1" name="方案名稱"/>
            <p:cNvSpPr/>
            <p:nvPr/>
          </p:nvSpPr>
          <p:spPr>
            <a:xfrm>
              <a:off x="2949042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400" dirty="0"/>
            </a:p>
          </p:txBody>
        </p:sp>
        <p:sp>
          <p:nvSpPr>
            <p:cNvPr id="72" name="項目"/>
            <p:cNvSpPr/>
            <p:nvPr/>
          </p:nvSpPr>
          <p:spPr>
            <a:xfrm>
              <a:off x="3058770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73" name="內容"/>
            <p:cNvSpPr/>
            <p:nvPr/>
          </p:nvSpPr>
          <p:spPr>
            <a:xfrm>
              <a:off x="3058770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950" dirty="0"/>
            </a:p>
          </p:txBody>
        </p:sp>
        <p:sp>
          <p:nvSpPr>
            <p:cNvPr id="74" name="項目"/>
            <p:cNvSpPr/>
            <p:nvPr/>
          </p:nvSpPr>
          <p:spPr>
            <a:xfrm>
              <a:off x="3058770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75" name="內容"/>
            <p:cNvSpPr/>
            <p:nvPr/>
          </p:nvSpPr>
          <p:spPr>
            <a:xfrm>
              <a:off x="3058770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950" dirty="0"/>
            </a:p>
          </p:txBody>
        </p:sp>
        <p:sp>
          <p:nvSpPr>
            <p:cNvPr id="76" name="項目"/>
            <p:cNvSpPr/>
            <p:nvPr/>
          </p:nvSpPr>
          <p:spPr>
            <a:xfrm>
              <a:off x="3058770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77" name="內容"/>
            <p:cNvSpPr/>
            <p:nvPr/>
          </p:nvSpPr>
          <p:spPr>
            <a:xfrm>
              <a:off x="3058770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950" dirty="0"/>
            </a:p>
          </p:txBody>
        </p:sp>
      </p:grpSp>
      <p:sp>
        <p:nvSpPr>
          <p:cNvPr id="78" name="Text 74"/>
          <p:cNvSpPr/>
          <p:nvPr/>
        </p:nvSpPr>
        <p:spPr>
          <a:xfrm>
            <a:off x="4350410" y="4050792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組合名稱"/>
          <p:cNvSpPr/>
          <p:nvPr/>
        </p:nvSpPr>
        <p:spPr>
          <a:xfrm>
            <a:off x="4505858" y="4023360"/>
            <a:ext cx="333542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400" dirty="0"/>
          </a:p>
        </p:txBody>
      </p:sp>
      <p:sp>
        <p:nvSpPr>
          <p:cNvPr id="80" name="線條"/>
          <p:cNvSpPr/>
          <p:nvPr/>
        </p:nvSpPr>
        <p:spPr>
          <a:xfrm>
            <a:off x="4350410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4350410" y="4590288"/>
            <a:ext cx="3490874" cy="1243584"/>
            <a:chOff x="4350410" y="4590288"/>
            <a:chExt cx="3490874" cy="1243584"/>
          </a:xfrm>
        </p:grpSpPr>
        <p:sp>
          <p:nvSpPr>
            <p:cNvPr id="81" name="卡片"/>
            <p:cNvSpPr/>
            <p:nvPr/>
          </p:nvSpPr>
          <p:spPr>
            <a:xfrm>
              <a:off x="4350410" y="4590288"/>
              <a:ext cx="1078281" cy="1243584"/>
            </a:xfrm>
            <a:prstGeom prst="roundRect">
              <a:avLst>
                <a:gd name="adj" fmla="val 8480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  <a:effectLst>
              <a:outerShdw blurRad="88900" dist="2540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4478426" y="4736592"/>
              <a:ext cx="219456" cy="36576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4478426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85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4460138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40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4478426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5556707" y="4590288"/>
              <a:ext cx="1078281" cy="1243584"/>
            </a:xfrm>
            <a:prstGeom prst="roundRect">
              <a:avLst>
                <a:gd name="adj" fmla="val 8480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  <a:effectLst>
              <a:outerShdw blurRad="88900" dist="2540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5684723" y="4736592"/>
              <a:ext cx="219456" cy="36576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指標名稱"/>
            <p:cNvSpPr/>
            <p:nvPr/>
          </p:nvSpPr>
          <p:spPr>
            <a:xfrm>
              <a:off x="5684723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850" dirty="0"/>
            </a:p>
          </p:txBody>
        </p:sp>
        <p:sp>
          <p:nvSpPr>
            <p:cNvPr id="89" name="數值"/>
            <p:cNvSpPr/>
            <p:nvPr/>
          </p:nvSpPr>
          <p:spPr>
            <a:xfrm>
              <a:off x="5666435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400" dirty="0"/>
            </a:p>
          </p:txBody>
        </p:sp>
        <p:sp>
          <p:nvSpPr>
            <p:cNvPr id="90" name="變化"/>
            <p:cNvSpPr/>
            <p:nvPr/>
          </p:nvSpPr>
          <p:spPr>
            <a:xfrm>
              <a:off x="5684723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  <p:sp>
          <p:nvSpPr>
            <p:cNvPr id="91" name="卡片"/>
            <p:cNvSpPr/>
            <p:nvPr/>
          </p:nvSpPr>
          <p:spPr>
            <a:xfrm>
              <a:off x="6763004" y="4590288"/>
              <a:ext cx="1078281" cy="1243584"/>
            </a:xfrm>
            <a:prstGeom prst="roundRect">
              <a:avLst>
                <a:gd name="adj" fmla="val 8480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  <a:effectLst>
              <a:outerShdw blurRad="88900" dist="2540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色條"/>
            <p:cNvSpPr/>
            <p:nvPr/>
          </p:nvSpPr>
          <p:spPr>
            <a:xfrm>
              <a:off x="6891020" y="4736592"/>
              <a:ext cx="219456" cy="36576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指標名稱"/>
            <p:cNvSpPr/>
            <p:nvPr/>
          </p:nvSpPr>
          <p:spPr>
            <a:xfrm>
              <a:off x="6891020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850" dirty="0"/>
            </a:p>
          </p:txBody>
        </p:sp>
        <p:sp>
          <p:nvSpPr>
            <p:cNvPr id="94" name="數值"/>
            <p:cNvSpPr/>
            <p:nvPr/>
          </p:nvSpPr>
          <p:spPr>
            <a:xfrm>
              <a:off x="6872732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400" dirty="0"/>
            </a:p>
          </p:txBody>
        </p:sp>
        <p:sp>
          <p:nvSpPr>
            <p:cNvPr id="95" name="變化"/>
            <p:cNvSpPr/>
            <p:nvPr/>
          </p:nvSpPr>
          <p:spPr>
            <a:xfrm>
              <a:off x="6891020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</p:grpSp>
      <p:sp>
        <p:nvSpPr>
          <p:cNvPr id="96" name="Text 92"/>
          <p:cNvSpPr/>
          <p:nvPr/>
        </p:nvSpPr>
        <p:spPr>
          <a:xfrm>
            <a:off x="8152181" y="4050792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組合名稱"/>
          <p:cNvSpPr/>
          <p:nvPr/>
        </p:nvSpPr>
        <p:spPr>
          <a:xfrm>
            <a:off x="8307629" y="4023360"/>
            <a:ext cx="333542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400" dirty="0"/>
          </a:p>
        </p:txBody>
      </p:sp>
      <p:sp>
        <p:nvSpPr>
          <p:cNvPr id="98" name="線條"/>
          <p:cNvSpPr/>
          <p:nvPr/>
        </p:nvSpPr>
        <p:spPr>
          <a:xfrm>
            <a:off x="8152181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8152181" y="4443984"/>
            <a:ext cx="3490874" cy="1645920"/>
            <a:chOff x="8152181" y="4443984"/>
            <a:chExt cx="3490874" cy="1645920"/>
          </a:xfrm>
        </p:grpSpPr>
        <p:sp>
          <p:nvSpPr>
            <p:cNvPr id="99" name="PDCA Plan"/>
            <p:cNvSpPr/>
            <p:nvPr/>
          </p:nvSpPr>
          <p:spPr>
            <a:xfrm>
              <a:off x="8152181" y="4443984"/>
              <a:ext cx="1316736" cy="621792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850" dirty="0"/>
            </a:p>
          </p:txBody>
        </p:sp>
        <p:sp>
          <p:nvSpPr>
            <p:cNvPr id="100" name="PDCA Do"/>
            <p:cNvSpPr/>
            <p:nvPr/>
          </p:nvSpPr>
          <p:spPr>
            <a:xfrm>
              <a:off x="10326319" y="4443984"/>
              <a:ext cx="1316736" cy="621792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850" dirty="0"/>
            </a:p>
          </p:txBody>
        </p:sp>
        <p:sp>
          <p:nvSpPr>
            <p:cNvPr id="101" name="PDCA Check"/>
            <p:cNvSpPr/>
            <p:nvPr/>
          </p:nvSpPr>
          <p:spPr>
            <a:xfrm>
              <a:off x="10326319" y="5468112"/>
              <a:ext cx="1316736" cy="621792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850" dirty="0"/>
            </a:p>
          </p:txBody>
        </p:sp>
        <p:sp>
          <p:nvSpPr>
            <p:cNvPr id="102" name="PDCA Act"/>
            <p:cNvSpPr/>
            <p:nvPr/>
          </p:nvSpPr>
          <p:spPr>
            <a:xfrm>
              <a:off x="8152181" y="5468112"/>
              <a:ext cx="1316736" cy="621792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9050">
              <a:solidFill>
                <a:srgbClr val="1F4E7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850" dirty="0"/>
            </a:p>
          </p:txBody>
        </p:sp>
        <p:cxnSp>
          <p:nvCxnSpPr>
            <p:cNvPr id="103" name="連接線"/>
            <p:cNvCxnSpPr>
              <a:stCxn id="99" idx="3"/>
              <a:endCxn id="100" idx="1"/>
            </p:cNvCxnSpPr>
            <p:nvPr/>
          </p:nvCxnSpPr>
          <p:spPr>
            <a:xfrm>
              <a:off x="9468917" y="4754880"/>
              <a:ext cx="857402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104" name="連接線"/>
            <p:cNvCxnSpPr>
              <a:stCxn id="100" idx="2"/>
              <a:endCxn id="101" idx="0"/>
            </p:cNvCxnSpPr>
            <p:nvPr/>
          </p:nvCxnSpPr>
          <p:spPr>
            <a:xfrm>
              <a:off x="10984687" y="5065776"/>
              <a:ext cx="0" cy="402336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105" name="連接線"/>
            <p:cNvCxnSpPr>
              <a:stCxn id="101" idx="1"/>
              <a:endCxn id="102" idx="3"/>
            </p:cNvCxnSpPr>
            <p:nvPr/>
          </p:nvCxnSpPr>
          <p:spPr>
            <a:xfrm flipH="1">
              <a:off x="9468917" y="5779008"/>
              <a:ext cx="857402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106" name="連接線"/>
            <p:cNvCxnSpPr>
              <a:stCxn id="102" idx="0"/>
              <a:endCxn id="99" idx="2"/>
            </p:cNvCxnSpPr>
            <p:nvPr/>
          </p:nvCxnSpPr>
          <p:spPr>
            <a:xfrm flipV="1">
              <a:off x="8810549" y="5065776"/>
              <a:ext cx="0" cy="402336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107" name="中心標籤"/>
            <p:cNvSpPr/>
            <p:nvPr/>
          </p:nvSpPr>
          <p:spPr>
            <a:xfrm>
              <a:off x="9440418" y="5148072"/>
              <a:ext cx="914400" cy="23774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800" dirty="0"/>
            </a:p>
          </p:txBody>
        </p:sp>
      </p:grpSp>
      <p:sp>
        <p:nvSpPr>
          <p:cNvPr id="108" name="Text 104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09" name="Text 105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圖示庫 Icon Library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精選 118 個 Material Symbols（Studio 共 521 個）：顏色、粗細跟著風格；每個都是可編輯圖案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示 人員"/>
          <p:cNvSpPr/>
          <p:nvPr/>
        </p:nvSpPr>
        <p:spPr>
          <a:xfrm>
            <a:off x="675124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16933" y="137361"/>
                </a:moveTo>
                <a:cubicBezTo>
                  <a:pt x="108128" y="128555"/>
                  <a:pt x="103730" y="117244"/>
                  <a:pt x="103730" y="103409"/>
                </a:cubicBezTo>
                <a:cubicBezTo>
                  <a:pt x="103730" y="89584"/>
                  <a:pt x="108128" y="78263"/>
                  <a:pt x="116933" y="69467"/>
                </a:cubicBezTo>
                <a:cubicBezTo>
                  <a:pt x="125730" y="60661"/>
                  <a:pt x="137050" y="56263"/>
                  <a:pt x="150876" y="56263"/>
                </a:cubicBezTo>
                <a:cubicBezTo>
                  <a:pt x="164711" y="56263"/>
                  <a:pt x="176022" y="60661"/>
                  <a:pt x="184828" y="69467"/>
                </a:cubicBezTo>
                <a:cubicBezTo>
                  <a:pt x="193624" y="78263"/>
                  <a:pt x="198022" y="89584"/>
                  <a:pt x="198022" y="103409"/>
                </a:cubicBezTo>
                <a:cubicBezTo>
                  <a:pt x="198022" y="117244"/>
                  <a:pt x="193624" y="128555"/>
                  <a:pt x="184828" y="137361"/>
                </a:cubicBezTo>
                <a:cubicBezTo>
                  <a:pt x="176022" y="146158"/>
                  <a:pt x="164711" y="150565"/>
                  <a:pt x="150876" y="150565"/>
                </a:cubicBezTo>
                <a:cubicBezTo>
                  <a:pt x="137050" y="150565"/>
                  <a:pt x="125730" y="146158"/>
                  <a:pt x="116933" y="137361"/>
                </a:cubicBezTo>
                <a:close/>
                <a:moveTo>
                  <a:pt x="50292" y="232605"/>
                </a:moveTo>
                <a:lnTo>
                  <a:pt x="50292" y="221916"/>
                </a:lnTo>
                <a:cubicBezTo>
                  <a:pt x="50292" y="213951"/>
                  <a:pt x="52285" y="207139"/>
                  <a:pt x="56263" y="201479"/>
                </a:cubicBezTo>
                <a:cubicBezTo>
                  <a:pt x="60250" y="195828"/>
                  <a:pt x="65380" y="191530"/>
                  <a:pt x="71671" y="188595"/>
                </a:cubicBezTo>
                <a:cubicBezTo>
                  <a:pt x="85707" y="182313"/>
                  <a:pt x="99222" y="177595"/>
                  <a:pt x="112215" y="174449"/>
                </a:cubicBezTo>
                <a:cubicBezTo>
                  <a:pt x="124998" y="171304"/>
                  <a:pt x="137882" y="169740"/>
                  <a:pt x="150876" y="169740"/>
                </a:cubicBezTo>
                <a:cubicBezTo>
                  <a:pt x="163870" y="169740"/>
                  <a:pt x="176754" y="171413"/>
                  <a:pt x="189537" y="174769"/>
                </a:cubicBezTo>
                <a:cubicBezTo>
                  <a:pt x="202320" y="177906"/>
                  <a:pt x="215734" y="182514"/>
                  <a:pt x="229770" y="188595"/>
                </a:cubicBezTo>
                <a:cubicBezTo>
                  <a:pt x="236272" y="191530"/>
                  <a:pt x="241502" y="195828"/>
                  <a:pt x="245489" y="201479"/>
                </a:cubicBezTo>
                <a:cubicBezTo>
                  <a:pt x="249467" y="207139"/>
                  <a:pt x="251460" y="213951"/>
                  <a:pt x="251460" y="221916"/>
                </a:cubicBezTo>
                <a:lnTo>
                  <a:pt x="251460" y="232605"/>
                </a:lnTo>
                <a:cubicBezTo>
                  <a:pt x="251460" y="237835"/>
                  <a:pt x="249677" y="242343"/>
                  <a:pt x="246120" y="246120"/>
                </a:cubicBezTo>
                <a:cubicBezTo>
                  <a:pt x="242343" y="249677"/>
                  <a:pt x="237835" y="251460"/>
                  <a:pt x="232605" y="251460"/>
                </a:cubicBezTo>
                <a:lnTo>
                  <a:pt x="69156" y="251460"/>
                </a:lnTo>
                <a:cubicBezTo>
                  <a:pt x="63917" y="251460"/>
                  <a:pt x="59509" y="249677"/>
                  <a:pt x="55952" y="246120"/>
                </a:cubicBezTo>
                <a:cubicBezTo>
                  <a:pt x="52176" y="242343"/>
                  <a:pt x="50292" y="237835"/>
                  <a:pt x="50292" y="232605"/>
                </a:cubicBezTo>
                <a:close/>
                <a:moveTo>
                  <a:pt x="69156" y="232605"/>
                </a:moveTo>
                <a:lnTo>
                  <a:pt x="232605" y="232605"/>
                </a:lnTo>
                <a:lnTo>
                  <a:pt x="232605" y="221916"/>
                </a:lnTo>
                <a:cubicBezTo>
                  <a:pt x="232605" y="218560"/>
                  <a:pt x="231654" y="215414"/>
                  <a:pt x="229770" y="212488"/>
                </a:cubicBezTo>
                <a:cubicBezTo>
                  <a:pt x="227676" y="209343"/>
                  <a:pt x="225162" y="207038"/>
                  <a:pt x="222227" y="205566"/>
                </a:cubicBezTo>
                <a:cubicBezTo>
                  <a:pt x="208812" y="199074"/>
                  <a:pt x="196559" y="194676"/>
                  <a:pt x="185449" y="192371"/>
                </a:cubicBezTo>
                <a:cubicBezTo>
                  <a:pt x="174349" y="189857"/>
                  <a:pt x="162818" y="188595"/>
                  <a:pt x="150876" y="188595"/>
                </a:cubicBezTo>
                <a:cubicBezTo>
                  <a:pt x="138934" y="188595"/>
                  <a:pt x="127303" y="189857"/>
                  <a:pt x="115982" y="192371"/>
                </a:cubicBezTo>
                <a:cubicBezTo>
                  <a:pt x="104671" y="194676"/>
                  <a:pt x="92409" y="199074"/>
                  <a:pt x="79214" y="205566"/>
                </a:cubicBezTo>
                <a:cubicBezTo>
                  <a:pt x="76279" y="207038"/>
                  <a:pt x="73865" y="209343"/>
                  <a:pt x="71982" y="212488"/>
                </a:cubicBezTo>
                <a:cubicBezTo>
                  <a:pt x="70098" y="215414"/>
                  <a:pt x="69156" y="218560"/>
                  <a:pt x="69156" y="221916"/>
                </a:cubicBezTo>
                <a:lnTo>
                  <a:pt x="69156" y="232605"/>
                </a:lnTo>
                <a:close/>
                <a:moveTo>
                  <a:pt x="171304" y="123846"/>
                </a:moveTo>
                <a:cubicBezTo>
                  <a:pt x="176543" y="118397"/>
                  <a:pt x="179168" y="111584"/>
                  <a:pt x="179168" y="103409"/>
                </a:cubicBezTo>
                <a:cubicBezTo>
                  <a:pt x="179168" y="95244"/>
                  <a:pt x="176543" y="88532"/>
                  <a:pt x="171304" y="83293"/>
                </a:cubicBezTo>
                <a:cubicBezTo>
                  <a:pt x="165863" y="77852"/>
                  <a:pt x="159051" y="75127"/>
                  <a:pt x="150876" y="75127"/>
                </a:cubicBezTo>
                <a:cubicBezTo>
                  <a:pt x="142701" y="75127"/>
                  <a:pt x="135999" y="77852"/>
                  <a:pt x="130759" y="83293"/>
                </a:cubicBezTo>
                <a:cubicBezTo>
                  <a:pt x="125309" y="88532"/>
                  <a:pt x="122584" y="95244"/>
                  <a:pt x="122584" y="103409"/>
                </a:cubicBezTo>
                <a:cubicBezTo>
                  <a:pt x="122584" y="111584"/>
                  <a:pt x="125309" y="118397"/>
                  <a:pt x="130759" y="123846"/>
                </a:cubicBezTo>
                <a:cubicBezTo>
                  <a:pt x="135999" y="129086"/>
                  <a:pt x="142701" y="131701"/>
                  <a:pt x="150876" y="131701"/>
                </a:cubicBezTo>
                <a:cubicBezTo>
                  <a:pt x="159051" y="131701"/>
                  <a:pt x="165863" y="129086"/>
                  <a:pt x="171304" y="123846"/>
                </a:cubicBezTo>
                <a:close/>
                <a:moveTo>
                  <a:pt x="150876" y="103409"/>
                </a:moveTo>
                <a:close/>
                <a:moveTo>
                  <a:pt x="150876" y="232605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圖說"/>
          <p:cNvSpPr/>
          <p:nvPr/>
        </p:nvSpPr>
        <p:spPr>
          <a:xfrm>
            <a:off x="530352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750" dirty="0"/>
          </a:p>
        </p:txBody>
      </p:sp>
      <p:sp>
        <p:nvSpPr>
          <p:cNvPr id="8" name="圖示 團隊"/>
          <p:cNvSpPr/>
          <p:nvPr/>
        </p:nvSpPr>
        <p:spPr>
          <a:xfrm>
            <a:off x="1229845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1942" y="221916"/>
                </a:moveTo>
                <a:cubicBezTo>
                  <a:pt x="11942" y="214582"/>
                  <a:pt x="13835" y="207980"/>
                  <a:pt x="17602" y="202110"/>
                </a:cubicBezTo>
                <a:cubicBezTo>
                  <a:pt x="21379" y="196038"/>
                  <a:pt x="26609" y="191530"/>
                  <a:pt x="33321" y="188595"/>
                </a:cubicBezTo>
                <a:cubicBezTo>
                  <a:pt x="48619" y="181892"/>
                  <a:pt x="62444" y="177074"/>
                  <a:pt x="74807" y="174138"/>
                </a:cubicBezTo>
                <a:cubicBezTo>
                  <a:pt x="86959" y="171203"/>
                  <a:pt x="99532" y="169740"/>
                  <a:pt x="112526" y="169740"/>
                </a:cubicBezTo>
                <a:cubicBezTo>
                  <a:pt x="125520" y="169740"/>
                  <a:pt x="138093" y="171203"/>
                  <a:pt x="150245" y="174138"/>
                </a:cubicBezTo>
                <a:cubicBezTo>
                  <a:pt x="162397" y="177074"/>
                  <a:pt x="176123" y="181892"/>
                  <a:pt x="191420" y="188595"/>
                </a:cubicBezTo>
                <a:cubicBezTo>
                  <a:pt x="198132" y="191530"/>
                  <a:pt x="203472" y="196038"/>
                  <a:pt x="207459" y="202110"/>
                </a:cubicBezTo>
                <a:cubicBezTo>
                  <a:pt x="211226" y="207980"/>
                  <a:pt x="213110" y="214582"/>
                  <a:pt x="213110" y="221916"/>
                </a:cubicBezTo>
                <a:lnTo>
                  <a:pt x="213110" y="232605"/>
                </a:lnTo>
                <a:cubicBezTo>
                  <a:pt x="213110" y="237835"/>
                  <a:pt x="211327" y="242343"/>
                  <a:pt x="207770" y="246120"/>
                </a:cubicBezTo>
                <a:cubicBezTo>
                  <a:pt x="203993" y="249677"/>
                  <a:pt x="199495" y="251460"/>
                  <a:pt x="194255" y="251460"/>
                </a:cubicBezTo>
                <a:lnTo>
                  <a:pt x="30806" y="251460"/>
                </a:lnTo>
                <a:cubicBezTo>
                  <a:pt x="25567" y="251460"/>
                  <a:pt x="21168" y="249677"/>
                  <a:pt x="17602" y="246120"/>
                </a:cubicBezTo>
                <a:cubicBezTo>
                  <a:pt x="13835" y="242343"/>
                  <a:pt x="11942" y="237835"/>
                  <a:pt x="11942" y="232605"/>
                </a:cubicBezTo>
                <a:lnTo>
                  <a:pt x="11942" y="221916"/>
                </a:lnTo>
                <a:close/>
                <a:moveTo>
                  <a:pt x="270946" y="251460"/>
                </a:moveTo>
                <a:lnTo>
                  <a:pt x="227576" y="251460"/>
                </a:lnTo>
                <a:cubicBezTo>
                  <a:pt x="228618" y="248314"/>
                  <a:pt x="229670" y="245279"/>
                  <a:pt x="230712" y="242343"/>
                </a:cubicBezTo>
                <a:cubicBezTo>
                  <a:pt x="231554" y="239198"/>
                  <a:pt x="231974" y="235952"/>
                  <a:pt x="231974" y="232605"/>
                </a:cubicBezTo>
                <a:lnTo>
                  <a:pt x="231974" y="221916"/>
                </a:lnTo>
                <a:cubicBezTo>
                  <a:pt x="231974" y="208712"/>
                  <a:pt x="228929" y="198132"/>
                  <a:pt x="222858" y="190168"/>
                </a:cubicBezTo>
                <a:cubicBezTo>
                  <a:pt x="216777" y="181993"/>
                  <a:pt x="207660" y="175181"/>
                  <a:pt x="195508" y="169740"/>
                </a:cubicBezTo>
                <a:cubicBezTo>
                  <a:pt x="209974" y="171413"/>
                  <a:pt x="223589" y="173718"/>
                  <a:pt x="236372" y="176653"/>
                </a:cubicBezTo>
                <a:cubicBezTo>
                  <a:pt x="249156" y="179588"/>
                  <a:pt x="259525" y="183145"/>
                  <a:pt x="267489" y="187342"/>
                </a:cubicBezTo>
                <a:cubicBezTo>
                  <a:pt x="274402" y="191320"/>
                  <a:pt x="279852" y="196239"/>
                  <a:pt x="283839" y="202110"/>
                </a:cubicBezTo>
                <a:cubicBezTo>
                  <a:pt x="287817" y="207980"/>
                  <a:pt x="289810" y="214582"/>
                  <a:pt x="289810" y="221916"/>
                </a:cubicBezTo>
                <a:lnTo>
                  <a:pt x="289810" y="232605"/>
                </a:lnTo>
                <a:cubicBezTo>
                  <a:pt x="289810" y="237835"/>
                  <a:pt x="288027" y="242343"/>
                  <a:pt x="284461" y="246120"/>
                </a:cubicBezTo>
                <a:cubicBezTo>
                  <a:pt x="280693" y="249677"/>
                  <a:pt x="276185" y="251460"/>
                  <a:pt x="270946" y="251460"/>
                </a:cubicBezTo>
                <a:close/>
                <a:moveTo>
                  <a:pt x="78584" y="137361"/>
                </a:moveTo>
                <a:cubicBezTo>
                  <a:pt x="69778" y="128555"/>
                  <a:pt x="65380" y="117244"/>
                  <a:pt x="65380" y="103409"/>
                </a:cubicBezTo>
                <a:cubicBezTo>
                  <a:pt x="65380" y="89584"/>
                  <a:pt x="69778" y="78263"/>
                  <a:pt x="78584" y="69467"/>
                </a:cubicBezTo>
                <a:cubicBezTo>
                  <a:pt x="87380" y="60661"/>
                  <a:pt x="98700" y="56263"/>
                  <a:pt x="112526" y="56263"/>
                </a:cubicBezTo>
                <a:cubicBezTo>
                  <a:pt x="126361" y="56263"/>
                  <a:pt x="137672" y="60661"/>
                  <a:pt x="146478" y="69467"/>
                </a:cubicBezTo>
                <a:cubicBezTo>
                  <a:pt x="155274" y="78263"/>
                  <a:pt x="159682" y="89584"/>
                  <a:pt x="159682" y="103409"/>
                </a:cubicBezTo>
                <a:cubicBezTo>
                  <a:pt x="159682" y="117244"/>
                  <a:pt x="155274" y="128555"/>
                  <a:pt x="146478" y="137361"/>
                </a:cubicBezTo>
                <a:cubicBezTo>
                  <a:pt x="137672" y="146158"/>
                  <a:pt x="126361" y="150565"/>
                  <a:pt x="112526" y="150565"/>
                </a:cubicBezTo>
                <a:cubicBezTo>
                  <a:pt x="98700" y="150565"/>
                  <a:pt x="87380" y="146158"/>
                  <a:pt x="78584" y="137361"/>
                </a:cubicBezTo>
                <a:close/>
                <a:moveTo>
                  <a:pt x="212488" y="137361"/>
                </a:moveTo>
                <a:cubicBezTo>
                  <a:pt x="203683" y="146158"/>
                  <a:pt x="192371" y="150565"/>
                  <a:pt x="178537" y="150565"/>
                </a:cubicBezTo>
                <a:cubicBezTo>
                  <a:pt x="176232" y="150565"/>
                  <a:pt x="173718" y="150455"/>
                  <a:pt x="170993" y="150245"/>
                </a:cubicBezTo>
                <a:cubicBezTo>
                  <a:pt x="168058" y="149824"/>
                  <a:pt x="165442" y="149203"/>
                  <a:pt x="163138" y="148361"/>
                </a:cubicBezTo>
                <a:cubicBezTo>
                  <a:pt x="168167" y="143122"/>
                  <a:pt x="172044" y="136730"/>
                  <a:pt x="174769" y="129186"/>
                </a:cubicBezTo>
                <a:cubicBezTo>
                  <a:pt x="177284" y="121432"/>
                  <a:pt x="178537" y="112846"/>
                  <a:pt x="178537" y="103409"/>
                </a:cubicBezTo>
                <a:cubicBezTo>
                  <a:pt x="178537" y="93982"/>
                  <a:pt x="177284" y="85707"/>
                  <a:pt x="174769" y="78584"/>
                </a:cubicBezTo>
                <a:cubicBezTo>
                  <a:pt x="172044" y="71250"/>
                  <a:pt x="168167" y="64538"/>
                  <a:pt x="163138" y="58467"/>
                </a:cubicBezTo>
                <a:cubicBezTo>
                  <a:pt x="165442" y="57836"/>
                  <a:pt x="168058" y="57315"/>
                  <a:pt x="170993" y="56894"/>
                </a:cubicBezTo>
                <a:cubicBezTo>
                  <a:pt x="173718" y="56473"/>
                  <a:pt x="176232" y="56263"/>
                  <a:pt x="178537" y="56263"/>
                </a:cubicBezTo>
                <a:cubicBezTo>
                  <a:pt x="192371" y="56263"/>
                  <a:pt x="203683" y="60661"/>
                  <a:pt x="212488" y="69467"/>
                </a:cubicBezTo>
                <a:cubicBezTo>
                  <a:pt x="221285" y="78263"/>
                  <a:pt x="225683" y="89584"/>
                  <a:pt x="225683" y="103409"/>
                </a:cubicBezTo>
                <a:cubicBezTo>
                  <a:pt x="225683" y="117244"/>
                  <a:pt x="221285" y="128555"/>
                  <a:pt x="212488" y="137361"/>
                </a:cubicBezTo>
                <a:close/>
                <a:moveTo>
                  <a:pt x="30806" y="232605"/>
                </a:moveTo>
                <a:lnTo>
                  <a:pt x="194255" y="232605"/>
                </a:lnTo>
                <a:lnTo>
                  <a:pt x="194255" y="221916"/>
                </a:lnTo>
                <a:cubicBezTo>
                  <a:pt x="194255" y="218560"/>
                  <a:pt x="193313" y="215314"/>
                  <a:pt x="191420" y="212168"/>
                </a:cubicBezTo>
                <a:cubicBezTo>
                  <a:pt x="189327" y="209023"/>
                  <a:pt x="186812" y="206828"/>
                  <a:pt x="183877" y="205566"/>
                </a:cubicBezTo>
                <a:cubicBezTo>
                  <a:pt x="168789" y="198864"/>
                  <a:pt x="156116" y="194356"/>
                  <a:pt x="145847" y="192051"/>
                </a:cubicBezTo>
                <a:cubicBezTo>
                  <a:pt x="135578" y="189747"/>
                  <a:pt x="124477" y="188595"/>
                  <a:pt x="112526" y="188595"/>
                </a:cubicBezTo>
                <a:cubicBezTo>
                  <a:pt x="100584" y="188595"/>
                  <a:pt x="89474" y="189747"/>
                  <a:pt x="79214" y="192051"/>
                </a:cubicBezTo>
                <a:cubicBezTo>
                  <a:pt x="68735" y="194356"/>
                  <a:pt x="55952" y="198864"/>
                  <a:pt x="40865" y="205566"/>
                </a:cubicBezTo>
                <a:cubicBezTo>
                  <a:pt x="37929" y="206828"/>
                  <a:pt x="35515" y="209023"/>
                  <a:pt x="33632" y="212168"/>
                </a:cubicBezTo>
                <a:cubicBezTo>
                  <a:pt x="31748" y="215314"/>
                  <a:pt x="30806" y="218560"/>
                  <a:pt x="30806" y="221916"/>
                </a:cubicBezTo>
                <a:lnTo>
                  <a:pt x="30806" y="232605"/>
                </a:lnTo>
                <a:close/>
                <a:moveTo>
                  <a:pt x="132963" y="123846"/>
                </a:moveTo>
                <a:cubicBezTo>
                  <a:pt x="138202" y="118397"/>
                  <a:pt x="140818" y="111584"/>
                  <a:pt x="140818" y="103409"/>
                </a:cubicBezTo>
                <a:cubicBezTo>
                  <a:pt x="140818" y="95244"/>
                  <a:pt x="138202" y="88532"/>
                  <a:pt x="132963" y="83293"/>
                </a:cubicBezTo>
                <a:cubicBezTo>
                  <a:pt x="127513" y="77852"/>
                  <a:pt x="120701" y="75127"/>
                  <a:pt x="112526" y="75127"/>
                </a:cubicBezTo>
                <a:cubicBezTo>
                  <a:pt x="104360" y="75127"/>
                  <a:pt x="97649" y="77852"/>
                  <a:pt x="92409" y="83293"/>
                </a:cubicBezTo>
                <a:cubicBezTo>
                  <a:pt x="86959" y="88532"/>
                  <a:pt x="84244" y="95244"/>
                  <a:pt x="84244" y="103409"/>
                </a:cubicBezTo>
                <a:cubicBezTo>
                  <a:pt x="84244" y="111584"/>
                  <a:pt x="86959" y="118397"/>
                  <a:pt x="92409" y="123846"/>
                </a:cubicBezTo>
                <a:cubicBezTo>
                  <a:pt x="97649" y="129086"/>
                  <a:pt x="104360" y="131701"/>
                  <a:pt x="112526" y="131701"/>
                </a:cubicBezTo>
                <a:cubicBezTo>
                  <a:pt x="120701" y="131701"/>
                  <a:pt x="127513" y="129086"/>
                  <a:pt x="132963" y="123846"/>
                </a:cubicBezTo>
                <a:close/>
                <a:moveTo>
                  <a:pt x="112526" y="232605"/>
                </a:moveTo>
                <a:close/>
                <a:moveTo>
                  <a:pt x="112526" y="103409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圖說"/>
          <p:cNvSpPr/>
          <p:nvPr/>
        </p:nvSpPr>
        <p:spPr>
          <a:xfrm>
            <a:off x="1085073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750" dirty="0"/>
          </a:p>
        </p:txBody>
      </p:sp>
      <p:sp>
        <p:nvSpPr>
          <p:cNvPr id="10" name="圖示 部門"/>
          <p:cNvSpPr/>
          <p:nvPr/>
        </p:nvSpPr>
        <p:spPr>
          <a:xfrm>
            <a:off x="1784566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427" y="226314"/>
                </a:moveTo>
                <a:cubicBezTo>
                  <a:pt x="6703" y="226314"/>
                  <a:pt x="4508" y="225372"/>
                  <a:pt x="2825" y="223489"/>
                </a:cubicBezTo>
                <a:cubicBezTo>
                  <a:pt x="942" y="221806"/>
                  <a:pt x="0" y="219611"/>
                  <a:pt x="0" y="216887"/>
                </a:cubicBezTo>
                <a:lnTo>
                  <a:pt x="0" y="209654"/>
                </a:lnTo>
                <a:cubicBezTo>
                  <a:pt x="0" y="201479"/>
                  <a:pt x="4398" y="194886"/>
                  <a:pt x="13204" y="189857"/>
                </a:cubicBezTo>
                <a:cubicBezTo>
                  <a:pt x="21790" y="184828"/>
                  <a:pt x="33110" y="182313"/>
                  <a:pt x="47146" y="182313"/>
                </a:cubicBezTo>
                <a:cubicBezTo>
                  <a:pt x="49871" y="182313"/>
                  <a:pt x="52386" y="182414"/>
                  <a:pt x="54690" y="182624"/>
                </a:cubicBezTo>
                <a:cubicBezTo>
                  <a:pt x="56995" y="182624"/>
                  <a:pt x="59299" y="182834"/>
                  <a:pt x="61612" y="183255"/>
                </a:cubicBezTo>
                <a:cubicBezTo>
                  <a:pt x="59930" y="186812"/>
                  <a:pt x="58677" y="190479"/>
                  <a:pt x="57836" y="194255"/>
                </a:cubicBezTo>
                <a:cubicBezTo>
                  <a:pt x="56995" y="198022"/>
                  <a:pt x="56583" y="201900"/>
                  <a:pt x="56583" y="205886"/>
                </a:cubicBezTo>
                <a:lnTo>
                  <a:pt x="56583" y="226314"/>
                </a:lnTo>
                <a:lnTo>
                  <a:pt x="9427" y="226314"/>
                </a:lnTo>
                <a:close/>
                <a:moveTo>
                  <a:pt x="84865" y="226314"/>
                </a:moveTo>
                <a:cubicBezTo>
                  <a:pt x="82141" y="226314"/>
                  <a:pt x="79946" y="225372"/>
                  <a:pt x="78263" y="223489"/>
                </a:cubicBezTo>
                <a:cubicBezTo>
                  <a:pt x="76380" y="221806"/>
                  <a:pt x="75438" y="219611"/>
                  <a:pt x="75438" y="216887"/>
                </a:cubicBezTo>
                <a:lnTo>
                  <a:pt x="75438" y="205886"/>
                </a:lnTo>
                <a:cubicBezTo>
                  <a:pt x="75438" y="199175"/>
                  <a:pt x="77322" y="193103"/>
                  <a:pt x="81098" y="187653"/>
                </a:cubicBezTo>
                <a:cubicBezTo>
                  <a:pt x="84655" y="181993"/>
                  <a:pt x="89794" y="177074"/>
                  <a:pt x="96497" y="172876"/>
                </a:cubicBezTo>
                <a:cubicBezTo>
                  <a:pt x="103199" y="168689"/>
                  <a:pt x="111273" y="165543"/>
                  <a:pt x="120701" y="163449"/>
                </a:cubicBezTo>
                <a:cubicBezTo>
                  <a:pt x="129918" y="161355"/>
                  <a:pt x="139976" y="160303"/>
                  <a:pt x="150876" y="160303"/>
                </a:cubicBezTo>
                <a:cubicBezTo>
                  <a:pt x="161986" y="160303"/>
                  <a:pt x="172255" y="161355"/>
                  <a:pt x="181682" y="163449"/>
                </a:cubicBezTo>
                <a:cubicBezTo>
                  <a:pt x="190899" y="165543"/>
                  <a:pt x="198864" y="168689"/>
                  <a:pt x="205566" y="172876"/>
                </a:cubicBezTo>
                <a:cubicBezTo>
                  <a:pt x="212278" y="177074"/>
                  <a:pt x="217408" y="181993"/>
                  <a:pt x="220974" y="187653"/>
                </a:cubicBezTo>
                <a:cubicBezTo>
                  <a:pt x="224531" y="193103"/>
                  <a:pt x="226314" y="199175"/>
                  <a:pt x="226314" y="205886"/>
                </a:cubicBezTo>
                <a:lnTo>
                  <a:pt x="226314" y="216887"/>
                </a:lnTo>
                <a:cubicBezTo>
                  <a:pt x="226314" y="219611"/>
                  <a:pt x="225372" y="221806"/>
                  <a:pt x="223489" y="223489"/>
                </a:cubicBezTo>
                <a:cubicBezTo>
                  <a:pt x="221806" y="225372"/>
                  <a:pt x="219611" y="226314"/>
                  <a:pt x="216887" y="226314"/>
                </a:cubicBezTo>
                <a:lnTo>
                  <a:pt x="84865" y="226314"/>
                </a:lnTo>
                <a:close/>
                <a:moveTo>
                  <a:pt x="245178" y="226314"/>
                </a:moveTo>
                <a:lnTo>
                  <a:pt x="245178" y="205886"/>
                </a:lnTo>
                <a:cubicBezTo>
                  <a:pt x="245178" y="201689"/>
                  <a:pt x="244858" y="197812"/>
                  <a:pt x="244227" y="194255"/>
                </a:cubicBezTo>
                <a:cubicBezTo>
                  <a:pt x="243395" y="190479"/>
                  <a:pt x="242133" y="186812"/>
                  <a:pt x="240460" y="183255"/>
                </a:cubicBezTo>
                <a:cubicBezTo>
                  <a:pt x="242764" y="182834"/>
                  <a:pt x="245068" y="182624"/>
                  <a:pt x="247373" y="182624"/>
                </a:cubicBezTo>
                <a:cubicBezTo>
                  <a:pt x="249677" y="182414"/>
                  <a:pt x="252091" y="182313"/>
                  <a:pt x="254606" y="182313"/>
                </a:cubicBezTo>
                <a:cubicBezTo>
                  <a:pt x="268852" y="182313"/>
                  <a:pt x="280273" y="184828"/>
                  <a:pt x="288868" y="189857"/>
                </a:cubicBezTo>
                <a:cubicBezTo>
                  <a:pt x="297454" y="194886"/>
                  <a:pt x="301752" y="201479"/>
                  <a:pt x="301752" y="209654"/>
                </a:cubicBezTo>
                <a:lnTo>
                  <a:pt x="301752" y="216887"/>
                </a:lnTo>
                <a:cubicBezTo>
                  <a:pt x="301752" y="219611"/>
                  <a:pt x="300810" y="221806"/>
                  <a:pt x="298927" y="223489"/>
                </a:cubicBezTo>
                <a:cubicBezTo>
                  <a:pt x="297244" y="225372"/>
                  <a:pt x="295049" y="226314"/>
                  <a:pt x="292325" y="226314"/>
                </a:cubicBezTo>
                <a:lnTo>
                  <a:pt x="245178" y="226314"/>
                </a:lnTo>
                <a:close/>
                <a:moveTo>
                  <a:pt x="94302" y="207459"/>
                </a:moveTo>
                <a:lnTo>
                  <a:pt x="207459" y="207459"/>
                </a:lnTo>
                <a:lnTo>
                  <a:pt x="207459" y="205566"/>
                </a:lnTo>
                <a:cubicBezTo>
                  <a:pt x="207459" y="197812"/>
                  <a:pt x="202220" y="191530"/>
                  <a:pt x="191741" y="186711"/>
                </a:cubicBezTo>
                <a:cubicBezTo>
                  <a:pt x="181051" y="181682"/>
                  <a:pt x="167427" y="179168"/>
                  <a:pt x="150876" y="179168"/>
                </a:cubicBezTo>
                <a:cubicBezTo>
                  <a:pt x="134325" y="179168"/>
                  <a:pt x="120801" y="181682"/>
                  <a:pt x="110332" y="186711"/>
                </a:cubicBezTo>
                <a:cubicBezTo>
                  <a:pt x="99642" y="191530"/>
                  <a:pt x="94302" y="197922"/>
                  <a:pt x="94302" y="205886"/>
                </a:cubicBezTo>
                <a:lnTo>
                  <a:pt x="94302" y="207459"/>
                </a:lnTo>
                <a:close/>
                <a:moveTo>
                  <a:pt x="47146" y="172876"/>
                </a:moveTo>
                <a:cubicBezTo>
                  <a:pt x="41075" y="172876"/>
                  <a:pt x="35936" y="170682"/>
                  <a:pt x="31748" y="166274"/>
                </a:cubicBezTo>
                <a:cubicBezTo>
                  <a:pt x="27350" y="162087"/>
                  <a:pt x="25146" y="156957"/>
                  <a:pt x="25146" y="150876"/>
                </a:cubicBezTo>
                <a:cubicBezTo>
                  <a:pt x="25146" y="144795"/>
                  <a:pt x="27350" y="139665"/>
                  <a:pt x="31748" y="135478"/>
                </a:cubicBezTo>
                <a:cubicBezTo>
                  <a:pt x="35936" y="131070"/>
                  <a:pt x="41075" y="128876"/>
                  <a:pt x="47146" y="128876"/>
                </a:cubicBezTo>
                <a:cubicBezTo>
                  <a:pt x="53227" y="128876"/>
                  <a:pt x="58467" y="131070"/>
                  <a:pt x="62865" y="135478"/>
                </a:cubicBezTo>
                <a:cubicBezTo>
                  <a:pt x="67053" y="139665"/>
                  <a:pt x="69156" y="144795"/>
                  <a:pt x="69156" y="150876"/>
                </a:cubicBezTo>
                <a:cubicBezTo>
                  <a:pt x="69156" y="156957"/>
                  <a:pt x="67053" y="162196"/>
                  <a:pt x="62865" y="166595"/>
                </a:cubicBezTo>
                <a:cubicBezTo>
                  <a:pt x="58467" y="170782"/>
                  <a:pt x="53227" y="172876"/>
                  <a:pt x="47146" y="172876"/>
                </a:cubicBezTo>
                <a:close/>
                <a:moveTo>
                  <a:pt x="254606" y="172876"/>
                </a:moveTo>
                <a:cubicBezTo>
                  <a:pt x="248525" y="172876"/>
                  <a:pt x="243285" y="170682"/>
                  <a:pt x="238887" y="166274"/>
                </a:cubicBezTo>
                <a:cubicBezTo>
                  <a:pt x="234699" y="162087"/>
                  <a:pt x="232605" y="156957"/>
                  <a:pt x="232605" y="150876"/>
                </a:cubicBezTo>
                <a:cubicBezTo>
                  <a:pt x="232605" y="144795"/>
                  <a:pt x="234800" y="139665"/>
                  <a:pt x="239198" y="135478"/>
                </a:cubicBezTo>
                <a:cubicBezTo>
                  <a:pt x="243395" y="131070"/>
                  <a:pt x="248525" y="128876"/>
                  <a:pt x="254606" y="128876"/>
                </a:cubicBezTo>
                <a:cubicBezTo>
                  <a:pt x="260677" y="128876"/>
                  <a:pt x="265917" y="131070"/>
                  <a:pt x="270324" y="135478"/>
                </a:cubicBezTo>
                <a:cubicBezTo>
                  <a:pt x="274512" y="139665"/>
                  <a:pt x="276606" y="144795"/>
                  <a:pt x="276606" y="150876"/>
                </a:cubicBezTo>
                <a:cubicBezTo>
                  <a:pt x="276606" y="156957"/>
                  <a:pt x="274512" y="162196"/>
                  <a:pt x="270324" y="166595"/>
                </a:cubicBezTo>
                <a:cubicBezTo>
                  <a:pt x="265917" y="170782"/>
                  <a:pt x="260677" y="172876"/>
                  <a:pt x="254606" y="172876"/>
                </a:cubicBezTo>
                <a:close/>
                <a:moveTo>
                  <a:pt x="150876" y="150876"/>
                </a:moveTo>
                <a:cubicBezTo>
                  <a:pt x="140397" y="150876"/>
                  <a:pt x="131491" y="147209"/>
                  <a:pt x="124157" y="139876"/>
                </a:cubicBezTo>
                <a:cubicBezTo>
                  <a:pt x="116824" y="132542"/>
                  <a:pt x="113157" y="123636"/>
                  <a:pt x="113157" y="113157"/>
                </a:cubicBezTo>
                <a:cubicBezTo>
                  <a:pt x="113157" y="102468"/>
                  <a:pt x="116824" y="93561"/>
                  <a:pt x="124157" y="86438"/>
                </a:cubicBezTo>
                <a:cubicBezTo>
                  <a:pt x="131491" y="79105"/>
                  <a:pt x="140397" y="75438"/>
                  <a:pt x="150876" y="75438"/>
                </a:cubicBezTo>
                <a:cubicBezTo>
                  <a:pt x="161565" y="75438"/>
                  <a:pt x="170572" y="79105"/>
                  <a:pt x="177906" y="86438"/>
                </a:cubicBezTo>
                <a:cubicBezTo>
                  <a:pt x="185029" y="93561"/>
                  <a:pt x="188595" y="102468"/>
                  <a:pt x="188595" y="113157"/>
                </a:cubicBezTo>
                <a:cubicBezTo>
                  <a:pt x="188595" y="123636"/>
                  <a:pt x="185029" y="132542"/>
                  <a:pt x="177906" y="139876"/>
                </a:cubicBezTo>
                <a:cubicBezTo>
                  <a:pt x="170572" y="147209"/>
                  <a:pt x="161565" y="150876"/>
                  <a:pt x="150876" y="150876"/>
                </a:cubicBezTo>
                <a:close/>
                <a:moveTo>
                  <a:pt x="150876" y="132021"/>
                </a:moveTo>
                <a:cubicBezTo>
                  <a:pt x="156326" y="132021"/>
                  <a:pt x="160834" y="130238"/>
                  <a:pt x="164391" y="126672"/>
                </a:cubicBezTo>
                <a:cubicBezTo>
                  <a:pt x="167957" y="122905"/>
                  <a:pt x="169740" y="118397"/>
                  <a:pt x="169740" y="113157"/>
                </a:cubicBezTo>
                <a:cubicBezTo>
                  <a:pt x="169740" y="107707"/>
                  <a:pt x="167957" y="103199"/>
                  <a:pt x="164391" y="99642"/>
                </a:cubicBezTo>
                <a:cubicBezTo>
                  <a:pt x="160834" y="96076"/>
                  <a:pt x="156326" y="94302"/>
                  <a:pt x="150876" y="94302"/>
                </a:cubicBezTo>
                <a:cubicBezTo>
                  <a:pt x="145636" y="94302"/>
                  <a:pt x="141238" y="96076"/>
                  <a:pt x="137672" y="99642"/>
                </a:cubicBezTo>
                <a:cubicBezTo>
                  <a:pt x="133905" y="103199"/>
                  <a:pt x="132021" y="107707"/>
                  <a:pt x="132021" y="113157"/>
                </a:cubicBezTo>
                <a:cubicBezTo>
                  <a:pt x="132021" y="118397"/>
                  <a:pt x="133795" y="122905"/>
                  <a:pt x="137361" y="126672"/>
                </a:cubicBezTo>
                <a:cubicBezTo>
                  <a:pt x="141128" y="130238"/>
                  <a:pt x="145636" y="132021"/>
                  <a:pt x="150876" y="132021"/>
                </a:cubicBezTo>
                <a:close/>
                <a:moveTo>
                  <a:pt x="150876" y="207459"/>
                </a:moveTo>
                <a:close/>
                <a:moveTo>
                  <a:pt x="150876" y="113157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圖說"/>
          <p:cNvSpPr/>
          <p:nvPr/>
        </p:nvSpPr>
        <p:spPr>
          <a:xfrm>
            <a:off x="1639794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</a:t>
            </a:r>
            <a:endParaRPr lang="en-US" sz="750" dirty="0"/>
          </a:p>
        </p:txBody>
      </p:sp>
      <p:sp>
        <p:nvSpPr>
          <p:cNvPr id="12" name="圖示 員工"/>
          <p:cNvSpPr/>
          <p:nvPr/>
        </p:nvSpPr>
        <p:spPr>
          <a:xfrm>
            <a:off x="2339287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2923" y="224110"/>
                </a:moveTo>
                <a:lnTo>
                  <a:pt x="148051" y="224110"/>
                </a:lnTo>
                <a:lnTo>
                  <a:pt x="148051" y="219712"/>
                </a:lnTo>
                <a:cubicBezTo>
                  <a:pt x="148051" y="215945"/>
                  <a:pt x="147109" y="212589"/>
                  <a:pt x="145216" y="209654"/>
                </a:cubicBezTo>
                <a:cubicBezTo>
                  <a:pt x="143332" y="206718"/>
                  <a:pt x="140918" y="204734"/>
                  <a:pt x="137992" y="203683"/>
                </a:cubicBezTo>
                <a:cubicBezTo>
                  <a:pt x="131280" y="201378"/>
                  <a:pt x="126041" y="199915"/>
                  <a:pt x="122274" y="199284"/>
                </a:cubicBezTo>
                <a:cubicBezTo>
                  <a:pt x="118497" y="198443"/>
                  <a:pt x="114830" y="198022"/>
                  <a:pt x="111273" y="198022"/>
                </a:cubicBezTo>
                <a:cubicBezTo>
                  <a:pt x="107287" y="198022"/>
                  <a:pt x="103099" y="198553"/>
                  <a:pt x="98700" y="199595"/>
                </a:cubicBezTo>
                <a:cubicBezTo>
                  <a:pt x="94092" y="200436"/>
                  <a:pt x="88953" y="201799"/>
                  <a:pt x="83293" y="203683"/>
                </a:cubicBezTo>
                <a:cubicBezTo>
                  <a:pt x="80156" y="204734"/>
                  <a:pt x="77642" y="206718"/>
                  <a:pt x="75749" y="209654"/>
                </a:cubicBezTo>
                <a:cubicBezTo>
                  <a:pt x="73865" y="212589"/>
                  <a:pt x="72923" y="215945"/>
                  <a:pt x="72923" y="219712"/>
                </a:cubicBezTo>
                <a:lnTo>
                  <a:pt x="72923" y="224110"/>
                </a:lnTo>
                <a:close/>
                <a:moveTo>
                  <a:pt x="186391" y="203052"/>
                </a:moveTo>
                <a:lnTo>
                  <a:pt x="224110" y="203052"/>
                </a:lnTo>
                <a:cubicBezTo>
                  <a:pt x="226415" y="203052"/>
                  <a:pt x="228307" y="202320"/>
                  <a:pt x="229770" y="200857"/>
                </a:cubicBezTo>
                <a:cubicBezTo>
                  <a:pt x="231243" y="199385"/>
                  <a:pt x="231974" y="197501"/>
                  <a:pt x="231974" y="195197"/>
                </a:cubicBezTo>
                <a:cubicBezTo>
                  <a:pt x="231974" y="192893"/>
                  <a:pt x="231243" y="191009"/>
                  <a:pt x="229770" y="189537"/>
                </a:cubicBezTo>
                <a:cubicBezTo>
                  <a:pt x="228307" y="188074"/>
                  <a:pt x="226415" y="187342"/>
                  <a:pt x="224110" y="187342"/>
                </a:cubicBezTo>
                <a:lnTo>
                  <a:pt x="186391" y="187342"/>
                </a:lnTo>
                <a:cubicBezTo>
                  <a:pt x="184087" y="187342"/>
                  <a:pt x="182203" y="188074"/>
                  <a:pt x="180740" y="189537"/>
                </a:cubicBezTo>
                <a:cubicBezTo>
                  <a:pt x="179268" y="191009"/>
                  <a:pt x="178537" y="192893"/>
                  <a:pt x="178537" y="195197"/>
                </a:cubicBezTo>
                <a:cubicBezTo>
                  <a:pt x="178537" y="197501"/>
                  <a:pt x="179268" y="199385"/>
                  <a:pt x="180740" y="200857"/>
                </a:cubicBezTo>
                <a:cubicBezTo>
                  <a:pt x="182203" y="202320"/>
                  <a:pt x="184087" y="203052"/>
                  <a:pt x="186391" y="203052"/>
                </a:cubicBezTo>
                <a:close/>
                <a:moveTo>
                  <a:pt x="123526" y="182624"/>
                </a:moveTo>
                <a:cubicBezTo>
                  <a:pt x="126672" y="179268"/>
                  <a:pt x="128245" y="175181"/>
                  <a:pt x="128245" y="170362"/>
                </a:cubicBezTo>
                <a:cubicBezTo>
                  <a:pt x="128245" y="165543"/>
                  <a:pt x="126672" y="161565"/>
                  <a:pt x="123526" y="158420"/>
                </a:cubicBezTo>
                <a:cubicBezTo>
                  <a:pt x="120180" y="155064"/>
                  <a:pt x="116092" y="153391"/>
                  <a:pt x="111273" y="153391"/>
                </a:cubicBezTo>
                <a:cubicBezTo>
                  <a:pt x="106454" y="153391"/>
                  <a:pt x="102468" y="155064"/>
                  <a:pt x="99331" y="158420"/>
                </a:cubicBezTo>
                <a:cubicBezTo>
                  <a:pt x="95975" y="161565"/>
                  <a:pt x="94302" y="165543"/>
                  <a:pt x="94302" y="170362"/>
                </a:cubicBezTo>
                <a:cubicBezTo>
                  <a:pt x="94302" y="175181"/>
                  <a:pt x="95975" y="179268"/>
                  <a:pt x="99331" y="182624"/>
                </a:cubicBezTo>
                <a:cubicBezTo>
                  <a:pt x="102468" y="185770"/>
                  <a:pt x="106454" y="187342"/>
                  <a:pt x="111273" y="187342"/>
                </a:cubicBezTo>
                <a:cubicBezTo>
                  <a:pt x="116092" y="187342"/>
                  <a:pt x="120180" y="185770"/>
                  <a:pt x="123526" y="182624"/>
                </a:cubicBezTo>
                <a:close/>
                <a:moveTo>
                  <a:pt x="186391" y="167536"/>
                </a:moveTo>
                <a:lnTo>
                  <a:pt x="224110" y="167536"/>
                </a:lnTo>
                <a:cubicBezTo>
                  <a:pt x="226415" y="167536"/>
                  <a:pt x="228307" y="166805"/>
                  <a:pt x="229770" y="165333"/>
                </a:cubicBezTo>
                <a:cubicBezTo>
                  <a:pt x="231243" y="163870"/>
                  <a:pt x="231974" y="161986"/>
                  <a:pt x="231974" y="159682"/>
                </a:cubicBezTo>
                <a:cubicBezTo>
                  <a:pt x="231974" y="157368"/>
                  <a:pt x="231243" y="155485"/>
                  <a:pt x="229770" y="154022"/>
                </a:cubicBezTo>
                <a:cubicBezTo>
                  <a:pt x="228307" y="152549"/>
                  <a:pt x="226415" y="151818"/>
                  <a:pt x="224110" y="151818"/>
                </a:cubicBezTo>
                <a:lnTo>
                  <a:pt x="186391" y="151818"/>
                </a:lnTo>
                <a:cubicBezTo>
                  <a:pt x="184087" y="151818"/>
                  <a:pt x="182203" y="152549"/>
                  <a:pt x="180740" y="154022"/>
                </a:cubicBezTo>
                <a:cubicBezTo>
                  <a:pt x="179268" y="155485"/>
                  <a:pt x="178537" y="157368"/>
                  <a:pt x="178537" y="159682"/>
                </a:cubicBezTo>
                <a:cubicBezTo>
                  <a:pt x="178537" y="161986"/>
                  <a:pt x="179268" y="163870"/>
                  <a:pt x="180740" y="165333"/>
                </a:cubicBezTo>
                <a:cubicBezTo>
                  <a:pt x="182203" y="166805"/>
                  <a:pt x="184087" y="167536"/>
                  <a:pt x="186391" y="167536"/>
                </a:cubicBezTo>
                <a:close/>
                <a:moveTo>
                  <a:pt x="44010" y="276606"/>
                </a:moveTo>
                <a:cubicBezTo>
                  <a:pt x="38981" y="276606"/>
                  <a:pt x="34573" y="274722"/>
                  <a:pt x="30806" y="270946"/>
                </a:cubicBezTo>
                <a:cubicBezTo>
                  <a:pt x="27030" y="267179"/>
                  <a:pt x="25146" y="262780"/>
                  <a:pt x="25146" y="257751"/>
                </a:cubicBezTo>
                <a:lnTo>
                  <a:pt x="25146" y="106875"/>
                </a:lnTo>
                <a:cubicBezTo>
                  <a:pt x="25146" y="101846"/>
                  <a:pt x="27030" y="97438"/>
                  <a:pt x="30806" y="93671"/>
                </a:cubicBezTo>
                <a:cubicBezTo>
                  <a:pt x="34573" y="89895"/>
                  <a:pt x="38981" y="88011"/>
                  <a:pt x="44010" y="88011"/>
                </a:cubicBezTo>
                <a:lnTo>
                  <a:pt x="122584" y="88011"/>
                </a:lnTo>
                <a:lnTo>
                  <a:pt x="122584" y="44010"/>
                </a:lnTo>
                <a:cubicBezTo>
                  <a:pt x="122584" y="38981"/>
                  <a:pt x="124477" y="34573"/>
                  <a:pt x="128245" y="30806"/>
                </a:cubicBezTo>
                <a:cubicBezTo>
                  <a:pt x="132021" y="27030"/>
                  <a:pt x="136419" y="25146"/>
                  <a:pt x="141449" y="25146"/>
                </a:cubicBezTo>
                <a:lnTo>
                  <a:pt x="160303" y="25146"/>
                </a:lnTo>
                <a:cubicBezTo>
                  <a:pt x="165333" y="25146"/>
                  <a:pt x="169740" y="27030"/>
                  <a:pt x="173507" y="30806"/>
                </a:cubicBezTo>
                <a:cubicBezTo>
                  <a:pt x="177284" y="34573"/>
                  <a:pt x="179168" y="38981"/>
                  <a:pt x="179168" y="44010"/>
                </a:cubicBezTo>
                <a:lnTo>
                  <a:pt x="179168" y="88011"/>
                </a:lnTo>
                <a:lnTo>
                  <a:pt x="257751" y="88011"/>
                </a:lnTo>
                <a:cubicBezTo>
                  <a:pt x="262780" y="88011"/>
                  <a:pt x="267179" y="89895"/>
                  <a:pt x="270946" y="93671"/>
                </a:cubicBezTo>
                <a:cubicBezTo>
                  <a:pt x="274722" y="97438"/>
                  <a:pt x="276606" y="101846"/>
                  <a:pt x="276606" y="106875"/>
                </a:cubicBezTo>
                <a:lnTo>
                  <a:pt x="276606" y="257751"/>
                </a:lnTo>
                <a:cubicBezTo>
                  <a:pt x="276606" y="262780"/>
                  <a:pt x="274722" y="267179"/>
                  <a:pt x="270946" y="270946"/>
                </a:cubicBezTo>
                <a:cubicBezTo>
                  <a:pt x="267179" y="274722"/>
                  <a:pt x="262780" y="276606"/>
                  <a:pt x="257751" y="276606"/>
                </a:cubicBezTo>
                <a:lnTo>
                  <a:pt x="44010" y="276606"/>
                </a:lnTo>
                <a:close/>
                <a:moveTo>
                  <a:pt x="44010" y="257751"/>
                </a:moveTo>
                <a:lnTo>
                  <a:pt x="257751" y="257751"/>
                </a:lnTo>
                <a:lnTo>
                  <a:pt x="257751" y="106875"/>
                </a:lnTo>
                <a:lnTo>
                  <a:pt x="179168" y="106875"/>
                </a:lnTo>
                <a:lnTo>
                  <a:pt x="179168" y="116303"/>
                </a:lnTo>
                <a:cubicBezTo>
                  <a:pt x="179168" y="122164"/>
                  <a:pt x="177284" y="126782"/>
                  <a:pt x="173507" y="130128"/>
                </a:cubicBezTo>
                <a:cubicBezTo>
                  <a:pt x="169740" y="133484"/>
                  <a:pt x="165333" y="135157"/>
                  <a:pt x="160303" y="135157"/>
                </a:cubicBezTo>
                <a:lnTo>
                  <a:pt x="141449" y="135157"/>
                </a:lnTo>
                <a:cubicBezTo>
                  <a:pt x="136419" y="135157"/>
                  <a:pt x="132021" y="133484"/>
                  <a:pt x="128245" y="130128"/>
                </a:cubicBezTo>
                <a:cubicBezTo>
                  <a:pt x="124477" y="126782"/>
                  <a:pt x="122584" y="122164"/>
                  <a:pt x="122584" y="116303"/>
                </a:cubicBezTo>
                <a:lnTo>
                  <a:pt x="122584" y="106875"/>
                </a:lnTo>
                <a:lnTo>
                  <a:pt x="44010" y="106875"/>
                </a:lnTo>
                <a:lnTo>
                  <a:pt x="44010" y="257751"/>
                </a:lnTo>
                <a:close/>
                <a:moveTo>
                  <a:pt x="141449" y="116303"/>
                </a:moveTo>
                <a:lnTo>
                  <a:pt x="160303" y="116303"/>
                </a:lnTo>
                <a:lnTo>
                  <a:pt x="160303" y="44010"/>
                </a:lnTo>
                <a:lnTo>
                  <a:pt x="141449" y="44010"/>
                </a:lnTo>
                <a:lnTo>
                  <a:pt x="141449" y="116303"/>
                </a:lnTo>
                <a:close/>
                <a:moveTo>
                  <a:pt x="150876" y="182313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圖說"/>
          <p:cNvSpPr/>
          <p:nvPr/>
        </p:nvSpPr>
        <p:spPr>
          <a:xfrm>
            <a:off x="2194514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750" dirty="0"/>
          </a:p>
        </p:txBody>
      </p:sp>
      <p:sp>
        <p:nvSpPr>
          <p:cNvPr id="14" name="圖示 組織架構"/>
          <p:cNvSpPr/>
          <p:nvPr/>
        </p:nvSpPr>
        <p:spPr>
          <a:xfrm>
            <a:off x="2894007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89857" y="245178"/>
                </a:moveTo>
                <a:lnTo>
                  <a:pt x="189857" y="224741"/>
                </a:lnTo>
                <a:lnTo>
                  <a:pt x="160303" y="224741"/>
                </a:lnTo>
                <a:cubicBezTo>
                  <a:pt x="155064" y="224741"/>
                  <a:pt x="150666" y="222858"/>
                  <a:pt x="147109" y="219081"/>
                </a:cubicBezTo>
                <a:cubicBezTo>
                  <a:pt x="143332" y="215524"/>
                  <a:pt x="141449" y="211126"/>
                  <a:pt x="141449" y="205886"/>
                </a:cubicBezTo>
                <a:lnTo>
                  <a:pt x="141449" y="95866"/>
                </a:lnTo>
                <a:lnTo>
                  <a:pt x="112215" y="95866"/>
                </a:lnTo>
                <a:lnTo>
                  <a:pt x="112215" y="117875"/>
                </a:lnTo>
                <a:cubicBezTo>
                  <a:pt x="112215" y="123115"/>
                  <a:pt x="110332" y="127513"/>
                  <a:pt x="106555" y="131070"/>
                </a:cubicBezTo>
                <a:cubicBezTo>
                  <a:pt x="102998" y="134847"/>
                  <a:pt x="98591" y="136730"/>
                  <a:pt x="93351" y="136730"/>
                </a:cubicBezTo>
                <a:lnTo>
                  <a:pt x="44010" y="136730"/>
                </a:lnTo>
                <a:cubicBezTo>
                  <a:pt x="38771" y="136730"/>
                  <a:pt x="34363" y="134847"/>
                  <a:pt x="30806" y="131070"/>
                </a:cubicBezTo>
                <a:cubicBezTo>
                  <a:pt x="27030" y="127513"/>
                  <a:pt x="25146" y="123115"/>
                  <a:pt x="25146" y="117875"/>
                </a:cubicBezTo>
                <a:lnTo>
                  <a:pt x="25146" y="56583"/>
                </a:lnTo>
                <a:cubicBezTo>
                  <a:pt x="25146" y="51344"/>
                  <a:pt x="27030" y="46936"/>
                  <a:pt x="30806" y="43379"/>
                </a:cubicBezTo>
                <a:cubicBezTo>
                  <a:pt x="34363" y="39603"/>
                  <a:pt x="38771" y="37719"/>
                  <a:pt x="44010" y="37719"/>
                </a:cubicBezTo>
                <a:lnTo>
                  <a:pt x="93351" y="37719"/>
                </a:lnTo>
                <a:cubicBezTo>
                  <a:pt x="98591" y="37719"/>
                  <a:pt x="102998" y="39603"/>
                  <a:pt x="106555" y="43379"/>
                </a:cubicBezTo>
                <a:cubicBezTo>
                  <a:pt x="110332" y="46936"/>
                  <a:pt x="112215" y="51344"/>
                  <a:pt x="112215" y="56583"/>
                </a:cubicBezTo>
                <a:lnTo>
                  <a:pt x="112215" y="77011"/>
                </a:lnTo>
                <a:lnTo>
                  <a:pt x="189857" y="77011"/>
                </a:lnTo>
                <a:lnTo>
                  <a:pt x="189857" y="56583"/>
                </a:lnTo>
                <a:cubicBezTo>
                  <a:pt x="189857" y="51344"/>
                  <a:pt x="191741" y="46936"/>
                  <a:pt x="195508" y="43379"/>
                </a:cubicBezTo>
                <a:cubicBezTo>
                  <a:pt x="199074" y="39603"/>
                  <a:pt x="203472" y="37719"/>
                  <a:pt x="208712" y="37719"/>
                </a:cubicBezTo>
                <a:lnTo>
                  <a:pt x="257751" y="37719"/>
                </a:lnTo>
                <a:cubicBezTo>
                  <a:pt x="262981" y="37719"/>
                  <a:pt x="267389" y="39603"/>
                  <a:pt x="270946" y="43379"/>
                </a:cubicBezTo>
                <a:cubicBezTo>
                  <a:pt x="274722" y="46936"/>
                  <a:pt x="276606" y="51344"/>
                  <a:pt x="276606" y="56583"/>
                </a:cubicBezTo>
                <a:lnTo>
                  <a:pt x="276606" y="117875"/>
                </a:lnTo>
                <a:cubicBezTo>
                  <a:pt x="276606" y="123115"/>
                  <a:pt x="274722" y="127513"/>
                  <a:pt x="270946" y="131070"/>
                </a:cubicBezTo>
                <a:cubicBezTo>
                  <a:pt x="267389" y="134847"/>
                  <a:pt x="262981" y="136730"/>
                  <a:pt x="257751" y="136730"/>
                </a:cubicBezTo>
                <a:lnTo>
                  <a:pt x="208712" y="136730"/>
                </a:lnTo>
                <a:cubicBezTo>
                  <a:pt x="203472" y="136730"/>
                  <a:pt x="199074" y="134847"/>
                  <a:pt x="195508" y="131070"/>
                </a:cubicBezTo>
                <a:cubicBezTo>
                  <a:pt x="191741" y="127513"/>
                  <a:pt x="189857" y="123115"/>
                  <a:pt x="189857" y="117875"/>
                </a:cubicBezTo>
                <a:lnTo>
                  <a:pt x="189857" y="95866"/>
                </a:lnTo>
                <a:lnTo>
                  <a:pt x="160303" y="95866"/>
                </a:lnTo>
                <a:lnTo>
                  <a:pt x="160303" y="205886"/>
                </a:lnTo>
                <a:lnTo>
                  <a:pt x="189857" y="205886"/>
                </a:lnTo>
                <a:lnTo>
                  <a:pt x="189857" y="183877"/>
                </a:lnTo>
                <a:cubicBezTo>
                  <a:pt x="189857" y="178637"/>
                  <a:pt x="191741" y="174239"/>
                  <a:pt x="195508" y="170682"/>
                </a:cubicBezTo>
                <a:cubicBezTo>
                  <a:pt x="199074" y="166905"/>
                  <a:pt x="203472" y="165022"/>
                  <a:pt x="208712" y="165022"/>
                </a:cubicBezTo>
                <a:lnTo>
                  <a:pt x="257751" y="165022"/>
                </a:lnTo>
                <a:cubicBezTo>
                  <a:pt x="262981" y="165022"/>
                  <a:pt x="267389" y="166905"/>
                  <a:pt x="270946" y="170682"/>
                </a:cubicBezTo>
                <a:cubicBezTo>
                  <a:pt x="274722" y="174239"/>
                  <a:pt x="276606" y="178637"/>
                  <a:pt x="276606" y="183877"/>
                </a:cubicBezTo>
                <a:lnTo>
                  <a:pt x="276606" y="245178"/>
                </a:lnTo>
                <a:cubicBezTo>
                  <a:pt x="276606" y="250408"/>
                  <a:pt x="274722" y="254816"/>
                  <a:pt x="270946" y="258373"/>
                </a:cubicBezTo>
                <a:cubicBezTo>
                  <a:pt x="267389" y="262149"/>
                  <a:pt x="262981" y="264033"/>
                  <a:pt x="257751" y="264033"/>
                </a:cubicBezTo>
                <a:lnTo>
                  <a:pt x="208712" y="264033"/>
                </a:lnTo>
                <a:cubicBezTo>
                  <a:pt x="203472" y="264033"/>
                  <a:pt x="199074" y="262149"/>
                  <a:pt x="195508" y="258373"/>
                </a:cubicBezTo>
                <a:cubicBezTo>
                  <a:pt x="191741" y="254816"/>
                  <a:pt x="189857" y="250408"/>
                  <a:pt x="189857" y="245178"/>
                </a:cubicBezTo>
                <a:close/>
                <a:moveTo>
                  <a:pt x="44010" y="56583"/>
                </a:moveTo>
                <a:lnTo>
                  <a:pt x="44010" y="117875"/>
                </a:lnTo>
                <a:lnTo>
                  <a:pt x="44010" y="56583"/>
                </a:lnTo>
                <a:close/>
                <a:moveTo>
                  <a:pt x="208712" y="183877"/>
                </a:moveTo>
                <a:lnTo>
                  <a:pt x="208712" y="245178"/>
                </a:lnTo>
                <a:lnTo>
                  <a:pt x="208712" y="183877"/>
                </a:lnTo>
                <a:close/>
                <a:moveTo>
                  <a:pt x="208712" y="56583"/>
                </a:moveTo>
                <a:lnTo>
                  <a:pt x="208712" y="117875"/>
                </a:lnTo>
                <a:lnTo>
                  <a:pt x="208712" y="56583"/>
                </a:lnTo>
                <a:close/>
                <a:moveTo>
                  <a:pt x="208712" y="117875"/>
                </a:moveTo>
                <a:lnTo>
                  <a:pt x="257751" y="117875"/>
                </a:lnTo>
                <a:lnTo>
                  <a:pt x="257751" y="56583"/>
                </a:lnTo>
                <a:lnTo>
                  <a:pt x="208712" y="56583"/>
                </a:lnTo>
                <a:lnTo>
                  <a:pt x="208712" y="117875"/>
                </a:lnTo>
                <a:close/>
                <a:moveTo>
                  <a:pt x="208712" y="245178"/>
                </a:moveTo>
                <a:lnTo>
                  <a:pt x="257751" y="245178"/>
                </a:lnTo>
                <a:lnTo>
                  <a:pt x="257751" y="183877"/>
                </a:lnTo>
                <a:lnTo>
                  <a:pt x="208712" y="183877"/>
                </a:lnTo>
                <a:lnTo>
                  <a:pt x="208712" y="245178"/>
                </a:lnTo>
                <a:close/>
                <a:moveTo>
                  <a:pt x="44010" y="117875"/>
                </a:moveTo>
                <a:lnTo>
                  <a:pt x="93351" y="117875"/>
                </a:lnTo>
                <a:lnTo>
                  <a:pt x="93351" y="56583"/>
                </a:lnTo>
                <a:lnTo>
                  <a:pt x="44010" y="56583"/>
                </a:lnTo>
                <a:lnTo>
                  <a:pt x="44010" y="117875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圖說"/>
          <p:cNvSpPr/>
          <p:nvPr/>
        </p:nvSpPr>
        <p:spPr>
          <a:xfrm>
            <a:off x="2749235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</a:t>
            </a:r>
            <a:endParaRPr lang="en-US" sz="750" dirty="0"/>
          </a:p>
        </p:txBody>
      </p:sp>
      <p:sp>
        <p:nvSpPr>
          <p:cNvPr id="16" name="圖示 工程師"/>
          <p:cNvSpPr/>
          <p:nvPr/>
        </p:nvSpPr>
        <p:spPr>
          <a:xfrm>
            <a:off x="3448728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204" y="254606"/>
                </a:moveTo>
                <a:lnTo>
                  <a:pt x="13204" y="235120"/>
                </a:lnTo>
                <a:cubicBezTo>
                  <a:pt x="13204" y="227987"/>
                  <a:pt x="14877" y="222126"/>
                  <a:pt x="18233" y="217517"/>
                </a:cubicBezTo>
                <a:cubicBezTo>
                  <a:pt x="21580" y="212689"/>
                  <a:pt x="26298" y="208812"/>
                  <a:pt x="32379" y="205886"/>
                </a:cubicBezTo>
                <a:cubicBezTo>
                  <a:pt x="43690" y="200436"/>
                  <a:pt x="55842" y="195928"/>
                  <a:pt x="68836" y="192371"/>
                </a:cubicBezTo>
                <a:cubicBezTo>
                  <a:pt x="81619" y="188805"/>
                  <a:pt x="96186" y="187022"/>
                  <a:pt x="112526" y="187022"/>
                </a:cubicBezTo>
                <a:cubicBezTo>
                  <a:pt x="128876" y="187022"/>
                  <a:pt x="143543" y="188805"/>
                  <a:pt x="156536" y="192371"/>
                </a:cubicBezTo>
                <a:cubicBezTo>
                  <a:pt x="169319" y="195928"/>
                  <a:pt x="181362" y="200436"/>
                  <a:pt x="192682" y="205886"/>
                </a:cubicBezTo>
                <a:cubicBezTo>
                  <a:pt x="198754" y="208812"/>
                  <a:pt x="203472" y="212689"/>
                  <a:pt x="206828" y="217517"/>
                </a:cubicBezTo>
                <a:cubicBezTo>
                  <a:pt x="210175" y="222126"/>
                  <a:pt x="211857" y="227987"/>
                  <a:pt x="211857" y="235120"/>
                </a:cubicBezTo>
                <a:lnTo>
                  <a:pt x="211857" y="254606"/>
                </a:lnTo>
                <a:cubicBezTo>
                  <a:pt x="211857" y="257330"/>
                  <a:pt x="211016" y="259635"/>
                  <a:pt x="209343" y="261518"/>
                </a:cubicBezTo>
                <a:cubicBezTo>
                  <a:pt x="207459" y="263192"/>
                  <a:pt x="205146" y="264033"/>
                  <a:pt x="202430" y="264033"/>
                </a:cubicBezTo>
                <a:lnTo>
                  <a:pt x="22631" y="264033"/>
                </a:lnTo>
                <a:cubicBezTo>
                  <a:pt x="19906" y="264033"/>
                  <a:pt x="17703" y="263192"/>
                  <a:pt x="16029" y="261518"/>
                </a:cubicBezTo>
                <a:cubicBezTo>
                  <a:pt x="14146" y="259635"/>
                  <a:pt x="13204" y="257330"/>
                  <a:pt x="13204" y="254606"/>
                </a:cubicBezTo>
                <a:close/>
                <a:moveTo>
                  <a:pt x="32059" y="245178"/>
                </a:moveTo>
                <a:lnTo>
                  <a:pt x="192993" y="245178"/>
                </a:lnTo>
                <a:lnTo>
                  <a:pt x="192993" y="235120"/>
                </a:lnTo>
                <a:cubicBezTo>
                  <a:pt x="192993" y="231974"/>
                  <a:pt x="192161" y="229460"/>
                  <a:pt x="190479" y="227576"/>
                </a:cubicBezTo>
                <a:cubicBezTo>
                  <a:pt x="188595" y="225473"/>
                  <a:pt x="186391" y="223900"/>
                  <a:pt x="183877" y="222858"/>
                </a:cubicBezTo>
                <a:cubicBezTo>
                  <a:pt x="174870" y="218871"/>
                  <a:pt x="164811" y="215103"/>
                  <a:pt x="153701" y="211537"/>
                </a:cubicBezTo>
                <a:cubicBezTo>
                  <a:pt x="142601" y="207770"/>
                  <a:pt x="128876" y="205886"/>
                  <a:pt x="112526" y="205886"/>
                </a:cubicBezTo>
                <a:cubicBezTo>
                  <a:pt x="96186" y="205886"/>
                  <a:pt x="82461" y="207770"/>
                  <a:pt x="71351" y="211537"/>
                </a:cubicBezTo>
                <a:cubicBezTo>
                  <a:pt x="60250" y="215103"/>
                  <a:pt x="50191" y="218871"/>
                  <a:pt x="41175" y="222858"/>
                </a:cubicBezTo>
                <a:cubicBezTo>
                  <a:pt x="38661" y="223900"/>
                  <a:pt x="36567" y="225473"/>
                  <a:pt x="34894" y="227576"/>
                </a:cubicBezTo>
                <a:cubicBezTo>
                  <a:pt x="33001" y="229460"/>
                  <a:pt x="32059" y="231974"/>
                  <a:pt x="32059" y="235120"/>
                </a:cubicBezTo>
                <a:lnTo>
                  <a:pt x="32059" y="245178"/>
                </a:lnTo>
                <a:close/>
                <a:moveTo>
                  <a:pt x="78584" y="154652"/>
                </a:moveTo>
                <a:cubicBezTo>
                  <a:pt x="69778" y="145636"/>
                  <a:pt x="65380" y="134426"/>
                  <a:pt x="65380" y="121012"/>
                </a:cubicBezTo>
                <a:lnTo>
                  <a:pt x="62234" y="121012"/>
                </a:lnTo>
                <a:cubicBezTo>
                  <a:pt x="60561" y="121012"/>
                  <a:pt x="59098" y="120390"/>
                  <a:pt x="57836" y="119128"/>
                </a:cubicBezTo>
                <a:cubicBezTo>
                  <a:pt x="56583" y="117875"/>
                  <a:pt x="55952" y="116403"/>
                  <a:pt x="55952" y="114730"/>
                </a:cubicBezTo>
                <a:cubicBezTo>
                  <a:pt x="55952" y="113056"/>
                  <a:pt x="56583" y="111584"/>
                  <a:pt x="57836" y="110332"/>
                </a:cubicBezTo>
                <a:cubicBezTo>
                  <a:pt x="59098" y="109070"/>
                  <a:pt x="60561" y="108439"/>
                  <a:pt x="62234" y="108439"/>
                </a:cubicBezTo>
                <a:lnTo>
                  <a:pt x="65380" y="108439"/>
                </a:lnTo>
                <a:cubicBezTo>
                  <a:pt x="65380" y="100063"/>
                  <a:pt x="67474" y="92519"/>
                  <a:pt x="71671" y="85807"/>
                </a:cubicBezTo>
                <a:cubicBezTo>
                  <a:pt x="75859" y="79105"/>
                  <a:pt x="81308" y="73655"/>
                  <a:pt x="88011" y="69467"/>
                </a:cubicBezTo>
                <a:lnTo>
                  <a:pt x="88011" y="81729"/>
                </a:lnTo>
                <a:cubicBezTo>
                  <a:pt x="88011" y="82982"/>
                  <a:pt x="88532" y="84134"/>
                  <a:pt x="89584" y="85186"/>
                </a:cubicBezTo>
                <a:cubicBezTo>
                  <a:pt x="90425" y="86018"/>
                  <a:pt x="91467" y="86438"/>
                  <a:pt x="92729" y="86438"/>
                </a:cubicBezTo>
                <a:cubicBezTo>
                  <a:pt x="94192" y="86438"/>
                  <a:pt x="95344" y="86018"/>
                  <a:pt x="96186" y="85186"/>
                </a:cubicBezTo>
                <a:cubicBezTo>
                  <a:pt x="97018" y="84134"/>
                  <a:pt x="97438" y="82982"/>
                  <a:pt x="97438" y="81729"/>
                </a:cubicBezTo>
                <a:lnTo>
                  <a:pt x="97438" y="65380"/>
                </a:lnTo>
                <a:cubicBezTo>
                  <a:pt x="99121" y="64959"/>
                  <a:pt x="101425" y="64648"/>
                  <a:pt x="104360" y="64438"/>
                </a:cubicBezTo>
                <a:cubicBezTo>
                  <a:pt x="107287" y="64017"/>
                  <a:pt x="110121" y="63807"/>
                  <a:pt x="112846" y="63807"/>
                </a:cubicBezTo>
                <a:cubicBezTo>
                  <a:pt x="115571" y="63807"/>
                  <a:pt x="118397" y="64017"/>
                  <a:pt x="121332" y="64438"/>
                </a:cubicBezTo>
                <a:cubicBezTo>
                  <a:pt x="124267" y="64648"/>
                  <a:pt x="126571" y="64959"/>
                  <a:pt x="128245" y="65380"/>
                </a:cubicBezTo>
                <a:lnTo>
                  <a:pt x="128245" y="81729"/>
                </a:lnTo>
                <a:cubicBezTo>
                  <a:pt x="128245" y="82982"/>
                  <a:pt x="128665" y="84134"/>
                  <a:pt x="129506" y="85186"/>
                </a:cubicBezTo>
                <a:cubicBezTo>
                  <a:pt x="130339" y="86018"/>
                  <a:pt x="131491" y="86438"/>
                  <a:pt x="132963" y="86438"/>
                </a:cubicBezTo>
                <a:cubicBezTo>
                  <a:pt x="134216" y="86438"/>
                  <a:pt x="135368" y="86018"/>
                  <a:pt x="136419" y="85186"/>
                </a:cubicBezTo>
                <a:cubicBezTo>
                  <a:pt x="137251" y="84134"/>
                  <a:pt x="137672" y="82982"/>
                  <a:pt x="137672" y="81729"/>
                </a:cubicBezTo>
                <a:lnTo>
                  <a:pt x="137672" y="69467"/>
                </a:lnTo>
                <a:cubicBezTo>
                  <a:pt x="144384" y="73655"/>
                  <a:pt x="149724" y="79105"/>
                  <a:pt x="153701" y="85807"/>
                </a:cubicBezTo>
                <a:cubicBezTo>
                  <a:pt x="157688" y="92519"/>
                  <a:pt x="159682" y="100063"/>
                  <a:pt x="159682" y="108439"/>
                </a:cubicBezTo>
                <a:lnTo>
                  <a:pt x="162818" y="108439"/>
                </a:lnTo>
                <a:cubicBezTo>
                  <a:pt x="164501" y="108439"/>
                  <a:pt x="165964" y="109070"/>
                  <a:pt x="167225" y="110332"/>
                </a:cubicBezTo>
                <a:cubicBezTo>
                  <a:pt x="168478" y="111584"/>
                  <a:pt x="169109" y="113056"/>
                  <a:pt x="169109" y="114730"/>
                </a:cubicBezTo>
                <a:cubicBezTo>
                  <a:pt x="169109" y="116403"/>
                  <a:pt x="168478" y="117875"/>
                  <a:pt x="167225" y="119128"/>
                </a:cubicBezTo>
                <a:cubicBezTo>
                  <a:pt x="165964" y="120390"/>
                  <a:pt x="164501" y="121012"/>
                  <a:pt x="162818" y="121012"/>
                </a:cubicBezTo>
                <a:lnTo>
                  <a:pt x="159682" y="121012"/>
                </a:lnTo>
                <a:cubicBezTo>
                  <a:pt x="159682" y="134426"/>
                  <a:pt x="155274" y="145636"/>
                  <a:pt x="146478" y="154652"/>
                </a:cubicBezTo>
                <a:cubicBezTo>
                  <a:pt x="137672" y="163659"/>
                  <a:pt x="126361" y="168167"/>
                  <a:pt x="112526" y="168167"/>
                </a:cubicBezTo>
                <a:cubicBezTo>
                  <a:pt x="98700" y="168167"/>
                  <a:pt x="87380" y="163659"/>
                  <a:pt x="78584" y="154652"/>
                </a:cubicBezTo>
                <a:close/>
                <a:moveTo>
                  <a:pt x="133274" y="141449"/>
                </a:moveTo>
                <a:cubicBezTo>
                  <a:pt x="138303" y="136209"/>
                  <a:pt x="140818" y="129397"/>
                  <a:pt x="140818" y="121012"/>
                </a:cubicBezTo>
                <a:lnTo>
                  <a:pt x="84244" y="121012"/>
                </a:lnTo>
                <a:cubicBezTo>
                  <a:pt x="84244" y="129397"/>
                  <a:pt x="86758" y="136209"/>
                  <a:pt x="91787" y="141449"/>
                </a:cubicBezTo>
                <a:cubicBezTo>
                  <a:pt x="96817" y="146688"/>
                  <a:pt x="103730" y="149303"/>
                  <a:pt x="112526" y="149303"/>
                </a:cubicBezTo>
                <a:cubicBezTo>
                  <a:pt x="121332" y="149303"/>
                  <a:pt x="128245" y="146688"/>
                  <a:pt x="133274" y="141449"/>
                </a:cubicBezTo>
                <a:close/>
                <a:moveTo>
                  <a:pt x="207139" y="182313"/>
                </a:moveTo>
                <a:lnTo>
                  <a:pt x="206828" y="179168"/>
                </a:lnTo>
                <a:cubicBezTo>
                  <a:pt x="205356" y="178326"/>
                  <a:pt x="203893" y="177384"/>
                  <a:pt x="202430" y="176333"/>
                </a:cubicBezTo>
                <a:cubicBezTo>
                  <a:pt x="200747" y="175290"/>
                  <a:pt x="199284" y="174239"/>
                  <a:pt x="198022" y="173197"/>
                </a:cubicBezTo>
                <a:lnTo>
                  <a:pt x="194566" y="175080"/>
                </a:lnTo>
                <a:cubicBezTo>
                  <a:pt x="193103" y="175921"/>
                  <a:pt x="191741" y="176123"/>
                  <a:pt x="190479" y="175711"/>
                </a:cubicBezTo>
                <a:cubicBezTo>
                  <a:pt x="189016" y="175290"/>
                  <a:pt x="187754" y="174449"/>
                  <a:pt x="186711" y="173197"/>
                </a:cubicBezTo>
                <a:lnTo>
                  <a:pt x="186391" y="172566"/>
                </a:lnTo>
                <a:cubicBezTo>
                  <a:pt x="185349" y="171093"/>
                  <a:pt x="185029" y="169630"/>
                  <a:pt x="185449" y="168167"/>
                </a:cubicBezTo>
                <a:cubicBezTo>
                  <a:pt x="185660" y="166485"/>
                  <a:pt x="186391" y="165122"/>
                  <a:pt x="187653" y="164080"/>
                </a:cubicBezTo>
                <a:lnTo>
                  <a:pt x="191110" y="161565"/>
                </a:lnTo>
                <a:cubicBezTo>
                  <a:pt x="190689" y="160724"/>
                  <a:pt x="190479" y="159993"/>
                  <a:pt x="190479" y="159362"/>
                </a:cubicBezTo>
                <a:lnTo>
                  <a:pt x="190479" y="154652"/>
                </a:lnTo>
                <a:cubicBezTo>
                  <a:pt x="190479" y="153811"/>
                  <a:pt x="190689" y="152970"/>
                  <a:pt x="191110" y="152138"/>
                </a:cubicBezTo>
                <a:lnTo>
                  <a:pt x="187653" y="149623"/>
                </a:lnTo>
                <a:cubicBezTo>
                  <a:pt x="186391" y="148572"/>
                  <a:pt x="185660" y="147310"/>
                  <a:pt x="185449" y="145847"/>
                </a:cubicBezTo>
                <a:cubicBezTo>
                  <a:pt x="185029" y="144384"/>
                  <a:pt x="185349" y="142912"/>
                  <a:pt x="186391" y="141449"/>
                </a:cubicBezTo>
                <a:lnTo>
                  <a:pt x="186711" y="140507"/>
                </a:lnTo>
                <a:cubicBezTo>
                  <a:pt x="187754" y="139245"/>
                  <a:pt x="189016" y="138404"/>
                  <a:pt x="190479" y="137992"/>
                </a:cubicBezTo>
                <a:cubicBezTo>
                  <a:pt x="191741" y="137571"/>
                  <a:pt x="193103" y="137782"/>
                  <a:pt x="194566" y="138614"/>
                </a:cubicBezTo>
                <a:lnTo>
                  <a:pt x="198022" y="140507"/>
                </a:lnTo>
                <a:lnTo>
                  <a:pt x="202430" y="137361"/>
                </a:lnTo>
                <a:cubicBezTo>
                  <a:pt x="203893" y="136310"/>
                  <a:pt x="205356" y="135368"/>
                  <a:pt x="206828" y="134536"/>
                </a:cubicBezTo>
                <a:lnTo>
                  <a:pt x="207139" y="131070"/>
                </a:lnTo>
                <a:cubicBezTo>
                  <a:pt x="207349" y="129397"/>
                  <a:pt x="208081" y="128034"/>
                  <a:pt x="209343" y="126992"/>
                </a:cubicBezTo>
                <a:cubicBezTo>
                  <a:pt x="210385" y="125940"/>
                  <a:pt x="211748" y="125419"/>
                  <a:pt x="213430" y="125419"/>
                </a:cubicBezTo>
                <a:lnTo>
                  <a:pt x="214052" y="125419"/>
                </a:lnTo>
                <a:cubicBezTo>
                  <a:pt x="215734" y="125419"/>
                  <a:pt x="217197" y="126041"/>
                  <a:pt x="218459" y="127303"/>
                </a:cubicBezTo>
                <a:cubicBezTo>
                  <a:pt x="219502" y="128345"/>
                  <a:pt x="220133" y="129708"/>
                  <a:pt x="220343" y="131390"/>
                </a:cubicBezTo>
                <a:lnTo>
                  <a:pt x="220654" y="134536"/>
                </a:lnTo>
                <a:cubicBezTo>
                  <a:pt x="222126" y="135368"/>
                  <a:pt x="223589" y="136310"/>
                  <a:pt x="225061" y="137361"/>
                </a:cubicBezTo>
                <a:lnTo>
                  <a:pt x="229460" y="140507"/>
                </a:lnTo>
                <a:lnTo>
                  <a:pt x="232916" y="138614"/>
                </a:lnTo>
                <a:cubicBezTo>
                  <a:pt x="234379" y="137782"/>
                  <a:pt x="235851" y="137571"/>
                  <a:pt x="237314" y="137992"/>
                </a:cubicBezTo>
                <a:cubicBezTo>
                  <a:pt x="238576" y="138404"/>
                  <a:pt x="239728" y="139245"/>
                  <a:pt x="240771" y="140507"/>
                </a:cubicBezTo>
                <a:lnTo>
                  <a:pt x="241091" y="141128"/>
                </a:lnTo>
                <a:cubicBezTo>
                  <a:pt x="242133" y="142601"/>
                  <a:pt x="242554" y="144173"/>
                  <a:pt x="242343" y="145847"/>
                </a:cubicBezTo>
                <a:cubicBezTo>
                  <a:pt x="241923" y="147310"/>
                  <a:pt x="241091" y="148572"/>
                  <a:pt x="239829" y="149623"/>
                </a:cubicBezTo>
                <a:lnTo>
                  <a:pt x="236372" y="152138"/>
                </a:lnTo>
                <a:cubicBezTo>
                  <a:pt x="236793" y="152970"/>
                  <a:pt x="237003" y="153811"/>
                  <a:pt x="237003" y="154652"/>
                </a:cubicBezTo>
                <a:lnTo>
                  <a:pt x="237003" y="159362"/>
                </a:lnTo>
                <a:cubicBezTo>
                  <a:pt x="237003" y="159993"/>
                  <a:pt x="236793" y="160724"/>
                  <a:pt x="236372" y="161565"/>
                </a:cubicBezTo>
                <a:lnTo>
                  <a:pt x="239829" y="164080"/>
                </a:lnTo>
                <a:cubicBezTo>
                  <a:pt x="241091" y="165122"/>
                  <a:pt x="241923" y="166384"/>
                  <a:pt x="242343" y="167847"/>
                </a:cubicBezTo>
                <a:cubicBezTo>
                  <a:pt x="242554" y="169319"/>
                  <a:pt x="242133" y="170782"/>
                  <a:pt x="241091" y="172255"/>
                </a:cubicBezTo>
                <a:lnTo>
                  <a:pt x="240771" y="173197"/>
                </a:lnTo>
                <a:cubicBezTo>
                  <a:pt x="239728" y="174449"/>
                  <a:pt x="238576" y="175290"/>
                  <a:pt x="237314" y="175711"/>
                </a:cubicBezTo>
                <a:cubicBezTo>
                  <a:pt x="235851" y="176123"/>
                  <a:pt x="234379" y="175921"/>
                  <a:pt x="232916" y="175080"/>
                </a:cubicBezTo>
                <a:lnTo>
                  <a:pt x="229460" y="173197"/>
                </a:lnTo>
                <a:cubicBezTo>
                  <a:pt x="228198" y="174239"/>
                  <a:pt x="226835" y="175290"/>
                  <a:pt x="225372" y="176333"/>
                </a:cubicBezTo>
                <a:cubicBezTo>
                  <a:pt x="223699" y="177384"/>
                  <a:pt x="222126" y="178326"/>
                  <a:pt x="220654" y="179168"/>
                </a:cubicBezTo>
                <a:lnTo>
                  <a:pt x="220343" y="182624"/>
                </a:lnTo>
                <a:cubicBezTo>
                  <a:pt x="220133" y="184297"/>
                  <a:pt x="219502" y="185660"/>
                  <a:pt x="218459" y="186711"/>
                </a:cubicBezTo>
                <a:cubicBezTo>
                  <a:pt x="217197" y="187754"/>
                  <a:pt x="215734" y="188284"/>
                  <a:pt x="214052" y="188284"/>
                </a:cubicBezTo>
                <a:lnTo>
                  <a:pt x="213430" y="188284"/>
                </a:lnTo>
                <a:cubicBezTo>
                  <a:pt x="211748" y="188284"/>
                  <a:pt x="210385" y="187754"/>
                  <a:pt x="209343" y="186711"/>
                </a:cubicBezTo>
                <a:cubicBezTo>
                  <a:pt x="208081" y="185449"/>
                  <a:pt x="207349" y="183986"/>
                  <a:pt x="207139" y="182313"/>
                </a:cubicBezTo>
                <a:close/>
                <a:moveTo>
                  <a:pt x="222227" y="165333"/>
                </a:moveTo>
                <a:cubicBezTo>
                  <a:pt x="224531" y="163028"/>
                  <a:pt x="225683" y="160203"/>
                  <a:pt x="225683" y="156847"/>
                </a:cubicBezTo>
                <a:cubicBezTo>
                  <a:pt x="225683" y="153491"/>
                  <a:pt x="224531" y="150666"/>
                  <a:pt x="222227" y="148361"/>
                </a:cubicBezTo>
                <a:cubicBezTo>
                  <a:pt x="219922" y="146057"/>
                  <a:pt x="217097" y="144905"/>
                  <a:pt x="213741" y="144905"/>
                </a:cubicBezTo>
                <a:cubicBezTo>
                  <a:pt x="210385" y="144905"/>
                  <a:pt x="207560" y="146057"/>
                  <a:pt x="205255" y="148361"/>
                </a:cubicBezTo>
                <a:cubicBezTo>
                  <a:pt x="202951" y="150666"/>
                  <a:pt x="201799" y="153491"/>
                  <a:pt x="201799" y="156847"/>
                </a:cubicBezTo>
                <a:cubicBezTo>
                  <a:pt x="201799" y="160203"/>
                  <a:pt x="202951" y="163028"/>
                  <a:pt x="205255" y="165333"/>
                </a:cubicBezTo>
                <a:cubicBezTo>
                  <a:pt x="207560" y="167637"/>
                  <a:pt x="210385" y="168789"/>
                  <a:pt x="213741" y="168789"/>
                </a:cubicBezTo>
                <a:cubicBezTo>
                  <a:pt x="217097" y="168789"/>
                  <a:pt x="219922" y="167637"/>
                  <a:pt x="222227" y="165333"/>
                </a:cubicBezTo>
                <a:close/>
                <a:moveTo>
                  <a:pt x="240149" y="115672"/>
                </a:moveTo>
                <a:lnTo>
                  <a:pt x="238576" y="109070"/>
                </a:lnTo>
                <a:cubicBezTo>
                  <a:pt x="236473" y="108228"/>
                  <a:pt x="234379" y="107076"/>
                  <a:pt x="232285" y="105613"/>
                </a:cubicBezTo>
                <a:cubicBezTo>
                  <a:pt x="229981" y="104150"/>
                  <a:pt x="228097" y="102577"/>
                  <a:pt x="226625" y="100895"/>
                </a:cubicBezTo>
                <a:lnTo>
                  <a:pt x="217828" y="104040"/>
                </a:lnTo>
                <a:cubicBezTo>
                  <a:pt x="216356" y="104461"/>
                  <a:pt x="215003" y="104461"/>
                  <a:pt x="213741" y="104040"/>
                </a:cubicBezTo>
                <a:cubicBezTo>
                  <a:pt x="212278" y="103620"/>
                  <a:pt x="211126" y="102788"/>
                  <a:pt x="210285" y="101526"/>
                </a:cubicBezTo>
                <a:lnTo>
                  <a:pt x="209023" y="99642"/>
                </a:lnTo>
                <a:cubicBezTo>
                  <a:pt x="208191" y="98170"/>
                  <a:pt x="207980" y="96707"/>
                  <a:pt x="208401" y="95244"/>
                </a:cubicBezTo>
                <a:cubicBezTo>
                  <a:pt x="208611" y="93772"/>
                  <a:pt x="209343" y="92519"/>
                  <a:pt x="210595" y="91467"/>
                </a:cubicBezTo>
                <a:lnTo>
                  <a:pt x="217517" y="86127"/>
                </a:lnTo>
                <a:cubicBezTo>
                  <a:pt x="217097" y="85076"/>
                  <a:pt x="216777" y="83924"/>
                  <a:pt x="216566" y="82671"/>
                </a:cubicBezTo>
                <a:cubicBezTo>
                  <a:pt x="216155" y="81409"/>
                  <a:pt x="215945" y="80156"/>
                  <a:pt x="215945" y="78894"/>
                </a:cubicBezTo>
                <a:cubicBezTo>
                  <a:pt x="215945" y="77642"/>
                  <a:pt x="216155" y="76380"/>
                  <a:pt x="216566" y="75127"/>
                </a:cubicBezTo>
                <a:cubicBezTo>
                  <a:pt x="216777" y="73865"/>
                  <a:pt x="217097" y="72713"/>
                  <a:pt x="217517" y="71671"/>
                </a:cubicBezTo>
                <a:lnTo>
                  <a:pt x="210595" y="66321"/>
                </a:lnTo>
                <a:cubicBezTo>
                  <a:pt x="209343" y="65279"/>
                  <a:pt x="208611" y="64017"/>
                  <a:pt x="208401" y="62554"/>
                </a:cubicBezTo>
                <a:cubicBezTo>
                  <a:pt x="207980" y="60872"/>
                  <a:pt x="208191" y="59409"/>
                  <a:pt x="209023" y="58147"/>
                </a:cubicBezTo>
                <a:lnTo>
                  <a:pt x="210285" y="56583"/>
                </a:lnTo>
                <a:cubicBezTo>
                  <a:pt x="211126" y="55321"/>
                  <a:pt x="212278" y="54480"/>
                  <a:pt x="213741" y="54068"/>
                </a:cubicBezTo>
                <a:cubicBezTo>
                  <a:pt x="215003" y="53438"/>
                  <a:pt x="216356" y="53328"/>
                  <a:pt x="217828" y="53748"/>
                </a:cubicBezTo>
                <a:lnTo>
                  <a:pt x="226625" y="56894"/>
                </a:lnTo>
                <a:cubicBezTo>
                  <a:pt x="228097" y="55221"/>
                  <a:pt x="229981" y="53648"/>
                  <a:pt x="232285" y="52176"/>
                </a:cubicBezTo>
                <a:cubicBezTo>
                  <a:pt x="234379" y="50502"/>
                  <a:pt x="236473" y="49350"/>
                  <a:pt x="238576" y="48719"/>
                </a:cubicBezTo>
                <a:lnTo>
                  <a:pt x="240149" y="42117"/>
                </a:lnTo>
                <a:cubicBezTo>
                  <a:pt x="240560" y="40865"/>
                  <a:pt x="241301" y="39813"/>
                  <a:pt x="242343" y="38981"/>
                </a:cubicBezTo>
                <a:cubicBezTo>
                  <a:pt x="243395" y="38140"/>
                  <a:pt x="244547" y="37719"/>
                  <a:pt x="245800" y="37719"/>
                </a:cubicBezTo>
                <a:lnTo>
                  <a:pt x="248945" y="37719"/>
                </a:lnTo>
                <a:cubicBezTo>
                  <a:pt x="250207" y="37719"/>
                  <a:pt x="251359" y="38140"/>
                  <a:pt x="252402" y="38981"/>
                </a:cubicBezTo>
                <a:cubicBezTo>
                  <a:pt x="253453" y="39813"/>
                  <a:pt x="254185" y="40865"/>
                  <a:pt x="254606" y="42117"/>
                </a:cubicBezTo>
                <a:lnTo>
                  <a:pt x="256178" y="48719"/>
                </a:lnTo>
                <a:cubicBezTo>
                  <a:pt x="258272" y="49350"/>
                  <a:pt x="260467" y="50502"/>
                  <a:pt x="262780" y="52176"/>
                </a:cubicBezTo>
                <a:cubicBezTo>
                  <a:pt x="264874" y="53648"/>
                  <a:pt x="266648" y="55221"/>
                  <a:pt x="268120" y="56894"/>
                </a:cubicBezTo>
                <a:lnTo>
                  <a:pt x="276917" y="53748"/>
                </a:lnTo>
                <a:cubicBezTo>
                  <a:pt x="278389" y="53328"/>
                  <a:pt x="279852" y="53328"/>
                  <a:pt x="281324" y="53748"/>
                </a:cubicBezTo>
                <a:cubicBezTo>
                  <a:pt x="282577" y="54169"/>
                  <a:pt x="283629" y="55010"/>
                  <a:pt x="284461" y="56263"/>
                </a:cubicBezTo>
                <a:lnTo>
                  <a:pt x="285723" y="58147"/>
                </a:lnTo>
                <a:cubicBezTo>
                  <a:pt x="286564" y="59619"/>
                  <a:pt x="286875" y="61082"/>
                  <a:pt x="286664" y="62554"/>
                </a:cubicBezTo>
                <a:cubicBezTo>
                  <a:pt x="286244" y="64017"/>
                  <a:pt x="285412" y="65279"/>
                  <a:pt x="284150" y="66321"/>
                </a:cubicBezTo>
                <a:lnTo>
                  <a:pt x="277237" y="71671"/>
                </a:lnTo>
                <a:cubicBezTo>
                  <a:pt x="277658" y="72713"/>
                  <a:pt x="278069" y="73865"/>
                  <a:pt x="278490" y="75127"/>
                </a:cubicBezTo>
                <a:cubicBezTo>
                  <a:pt x="278700" y="76380"/>
                  <a:pt x="278810" y="77642"/>
                  <a:pt x="278810" y="78894"/>
                </a:cubicBezTo>
                <a:cubicBezTo>
                  <a:pt x="278810" y="80156"/>
                  <a:pt x="278700" y="81409"/>
                  <a:pt x="278490" y="82671"/>
                </a:cubicBezTo>
                <a:cubicBezTo>
                  <a:pt x="278069" y="83924"/>
                  <a:pt x="277658" y="85076"/>
                  <a:pt x="277237" y="86127"/>
                </a:cubicBezTo>
                <a:lnTo>
                  <a:pt x="284150" y="91467"/>
                </a:lnTo>
                <a:cubicBezTo>
                  <a:pt x="285412" y="92519"/>
                  <a:pt x="286244" y="93881"/>
                  <a:pt x="286664" y="95555"/>
                </a:cubicBezTo>
                <a:cubicBezTo>
                  <a:pt x="286875" y="97018"/>
                  <a:pt x="286564" y="98380"/>
                  <a:pt x="285723" y="99642"/>
                </a:cubicBezTo>
                <a:lnTo>
                  <a:pt x="284461" y="101215"/>
                </a:lnTo>
                <a:cubicBezTo>
                  <a:pt x="283629" y="102468"/>
                  <a:pt x="282577" y="103409"/>
                  <a:pt x="281324" y="104040"/>
                </a:cubicBezTo>
                <a:cubicBezTo>
                  <a:pt x="279852" y="104461"/>
                  <a:pt x="278389" y="104461"/>
                  <a:pt x="276917" y="104040"/>
                </a:cubicBezTo>
                <a:lnTo>
                  <a:pt x="268120" y="100895"/>
                </a:lnTo>
                <a:cubicBezTo>
                  <a:pt x="266648" y="102577"/>
                  <a:pt x="264874" y="104150"/>
                  <a:pt x="262780" y="105613"/>
                </a:cubicBezTo>
                <a:cubicBezTo>
                  <a:pt x="260467" y="107076"/>
                  <a:pt x="258272" y="108228"/>
                  <a:pt x="256178" y="109070"/>
                </a:cubicBezTo>
                <a:lnTo>
                  <a:pt x="254606" y="115672"/>
                </a:lnTo>
                <a:cubicBezTo>
                  <a:pt x="254185" y="116933"/>
                  <a:pt x="253453" y="117976"/>
                  <a:pt x="252402" y="118817"/>
                </a:cubicBezTo>
                <a:cubicBezTo>
                  <a:pt x="251359" y="119649"/>
                  <a:pt x="250207" y="120070"/>
                  <a:pt x="248945" y="120070"/>
                </a:cubicBezTo>
                <a:lnTo>
                  <a:pt x="245800" y="120070"/>
                </a:lnTo>
                <a:cubicBezTo>
                  <a:pt x="244547" y="120070"/>
                  <a:pt x="243395" y="119649"/>
                  <a:pt x="242343" y="118817"/>
                </a:cubicBezTo>
                <a:cubicBezTo>
                  <a:pt x="241301" y="117976"/>
                  <a:pt x="240560" y="116933"/>
                  <a:pt x="240149" y="115672"/>
                </a:cubicBezTo>
                <a:close/>
                <a:moveTo>
                  <a:pt x="260577" y="92098"/>
                </a:moveTo>
                <a:cubicBezTo>
                  <a:pt x="263932" y="88532"/>
                  <a:pt x="265606" y="84134"/>
                  <a:pt x="265606" y="78894"/>
                </a:cubicBezTo>
                <a:cubicBezTo>
                  <a:pt x="265606" y="73655"/>
                  <a:pt x="263932" y="69357"/>
                  <a:pt x="260577" y="66011"/>
                </a:cubicBezTo>
                <a:cubicBezTo>
                  <a:pt x="257010" y="62444"/>
                  <a:pt x="252612" y="60661"/>
                  <a:pt x="247373" y="60661"/>
                </a:cubicBezTo>
                <a:cubicBezTo>
                  <a:pt x="242133" y="60661"/>
                  <a:pt x="237835" y="62444"/>
                  <a:pt x="234489" y="66011"/>
                </a:cubicBezTo>
                <a:cubicBezTo>
                  <a:pt x="230923" y="69357"/>
                  <a:pt x="229139" y="73655"/>
                  <a:pt x="229139" y="78894"/>
                </a:cubicBezTo>
                <a:cubicBezTo>
                  <a:pt x="229139" y="84134"/>
                  <a:pt x="230923" y="88532"/>
                  <a:pt x="234489" y="92098"/>
                </a:cubicBezTo>
                <a:cubicBezTo>
                  <a:pt x="237835" y="95454"/>
                  <a:pt x="242133" y="97128"/>
                  <a:pt x="247373" y="97128"/>
                </a:cubicBezTo>
                <a:cubicBezTo>
                  <a:pt x="252612" y="97128"/>
                  <a:pt x="257010" y="95454"/>
                  <a:pt x="260577" y="92098"/>
                </a:cubicBezTo>
                <a:close/>
                <a:moveTo>
                  <a:pt x="112526" y="245178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圖說"/>
          <p:cNvSpPr/>
          <p:nvPr/>
        </p:nvSpPr>
        <p:spPr>
          <a:xfrm>
            <a:off x="3303956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750" dirty="0"/>
          </a:p>
        </p:txBody>
      </p:sp>
      <p:sp>
        <p:nvSpPr>
          <p:cNvPr id="18" name="圖示 客服"/>
          <p:cNvSpPr/>
          <p:nvPr/>
        </p:nvSpPr>
        <p:spPr>
          <a:xfrm>
            <a:off x="4003449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7730" y="264033"/>
                </a:moveTo>
                <a:cubicBezTo>
                  <a:pt x="145006" y="264033"/>
                  <a:pt x="142811" y="263091"/>
                  <a:pt x="141128" y="261208"/>
                </a:cubicBezTo>
                <a:cubicBezTo>
                  <a:pt x="139245" y="259525"/>
                  <a:pt x="138303" y="257330"/>
                  <a:pt x="138303" y="254606"/>
                </a:cubicBezTo>
                <a:cubicBezTo>
                  <a:pt x="138303" y="251881"/>
                  <a:pt x="139245" y="249677"/>
                  <a:pt x="141128" y="248004"/>
                </a:cubicBezTo>
                <a:cubicBezTo>
                  <a:pt x="142811" y="246120"/>
                  <a:pt x="145006" y="245178"/>
                  <a:pt x="147730" y="245178"/>
                </a:cubicBezTo>
                <a:lnTo>
                  <a:pt x="245178" y="245178"/>
                </a:lnTo>
                <a:lnTo>
                  <a:pt x="245178" y="149623"/>
                </a:lnTo>
                <a:cubicBezTo>
                  <a:pt x="245178" y="123636"/>
                  <a:pt x="236062" y="101636"/>
                  <a:pt x="217828" y="83613"/>
                </a:cubicBezTo>
                <a:cubicBezTo>
                  <a:pt x="199385" y="65590"/>
                  <a:pt x="177074" y="56583"/>
                  <a:pt x="150876" y="56583"/>
                </a:cubicBezTo>
                <a:cubicBezTo>
                  <a:pt x="124678" y="56583"/>
                  <a:pt x="102367" y="65590"/>
                  <a:pt x="83924" y="83613"/>
                </a:cubicBezTo>
                <a:cubicBezTo>
                  <a:pt x="65690" y="101636"/>
                  <a:pt x="56583" y="123636"/>
                  <a:pt x="56583" y="149623"/>
                </a:cubicBezTo>
                <a:lnTo>
                  <a:pt x="56583" y="220032"/>
                </a:lnTo>
                <a:cubicBezTo>
                  <a:pt x="56583" y="221916"/>
                  <a:pt x="55952" y="223379"/>
                  <a:pt x="54690" y="224430"/>
                </a:cubicBezTo>
                <a:cubicBezTo>
                  <a:pt x="53648" y="225683"/>
                  <a:pt x="52176" y="226314"/>
                  <a:pt x="50292" y="226314"/>
                </a:cubicBezTo>
                <a:cubicBezTo>
                  <a:pt x="43379" y="226314"/>
                  <a:pt x="37509" y="223900"/>
                  <a:pt x="32690" y="219081"/>
                </a:cubicBezTo>
                <a:cubicBezTo>
                  <a:pt x="27661" y="214052"/>
                  <a:pt x="25146" y="208081"/>
                  <a:pt x="25146" y="201168"/>
                </a:cubicBezTo>
                <a:lnTo>
                  <a:pt x="25146" y="176022"/>
                </a:lnTo>
                <a:cubicBezTo>
                  <a:pt x="25146" y="171624"/>
                  <a:pt x="26298" y="167536"/>
                  <a:pt x="28602" y="163760"/>
                </a:cubicBezTo>
                <a:cubicBezTo>
                  <a:pt x="30696" y="159782"/>
                  <a:pt x="33741" y="156637"/>
                  <a:pt x="37719" y="154332"/>
                </a:cubicBezTo>
                <a:lnTo>
                  <a:pt x="38661" y="137672"/>
                </a:lnTo>
                <a:cubicBezTo>
                  <a:pt x="40334" y="123426"/>
                  <a:pt x="44531" y="110222"/>
                  <a:pt x="51234" y="98069"/>
                </a:cubicBezTo>
                <a:cubicBezTo>
                  <a:pt x="57735" y="85917"/>
                  <a:pt x="66011" y="75337"/>
                  <a:pt x="76069" y="66321"/>
                </a:cubicBezTo>
                <a:cubicBezTo>
                  <a:pt x="85917" y="57315"/>
                  <a:pt x="97338" y="50292"/>
                  <a:pt x="110332" y="45263"/>
                </a:cubicBezTo>
                <a:cubicBezTo>
                  <a:pt x="123115" y="40234"/>
                  <a:pt x="136630" y="37719"/>
                  <a:pt x="150876" y="37719"/>
                </a:cubicBezTo>
                <a:cubicBezTo>
                  <a:pt x="165122" y="37719"/>
                  <a:pt x="178637" y="40234"/>
                  <a:pt x="191420" y="45263"/>
                </a:cubicBezTo>
                <a:cubicBezTo>
                  <a:pt x="204204" y="50292"/>
                  <a:pt x="215625" y="57315"/>
                  <a:pt x="225683" y="66321"/>
                </a:cubicBezTo>
                <a:cubicBezTo>
                  <a:pt x="235741" y="75127"/>
                  <a:pt x="244017" y="85597"/>
                  <a:pt x="250518" y="97759"/>
                </a:cubicBezTo>
                <a:cubicBezTo>
                  <a:pt x="257010" y="109911"/>
                  <a:pt x="261208" y="123115"/>
                  <a:pt x="263091" y="137361"/>
                </a:cubicBezTo>
                <a:lnTo>
                  <a:pt x="264033" y="153701"/>
                </a:lnTo>
                <a:cubicBezTo>
                  <a:pt x="268011" y="155594"/>
                  <a:pt x="271156" y="158420"/>
                  <a:pt x="273460" y="162196"/>
                </a:cubicBezTo>
                <a:cubicBezTo>
                  <a:pt x="275554" y="165964"/>
                  <a:pt x="276606" y="169941"/>
                  <a:pt x="276606" y="174138"/>
                </a:cubicBezTo>
                <a:lnTo>
                  <a:pt x="276606" y="203052"/>
                </a:lnTo>
                <a:cubicBezTo>
                  <a:pt x="276606" y="207249"/>
                  <a:pt x="275554" y="211226"/>
                  <a:pt x="273460" y="215003"/>
                </a:cubicBezTo>
                <a:cubicBezTo>
                  <a:pt x="271156" y="218770"/>
                  <a:pt x="268011" y="221596"/>
                  <a:pt x="264033" y="223489"/>
                </a:cubicBezTo>
                <a:lnTo>
                  <a:pt x="264033" y="245178"/>
                </a:lnTo>
                <a:cubicBezTo>
                  <a:pt x="264033" y="250408"/>
                  <a:pt x="262149" y="254816"/>
                  <a:pt x="258373" y="258373"/>
                </a:cubicBezTo>
                <a:cubicBezTo>
                  <a:pt x="254816" y="262149"/>
                  <a:pt x="250408" y="264033"/>
                  <a:pt x="245178" y="264033"/>
                </a:cubicBezTo>
                <a:lnTo>
                  <a:pt x="147730" y="264033"/>
                </a:lnTo>
                <a:close/>
                <a:moveTo>
                  <a:pt x="106555" y="170051"/>
                </a:moveTo>
                <a:cubicBezTo>
                  <a:pt x="104671" y="168378"/>
                  <a:pt x="103730" y="166174"/>
                  <a:pt x="103730" y="163449"/>
                </a:cubicBezTo>
                <a:cubicBezTo>
                  <a:pt x="103730" y="160724"/>
                  <a:pt x="104671" y="158520"/>
                  <a:pt x="106555" y="156847"/>
                </a:cubicBezTo>
                <a:cubicBezTo>
                  <a:pt x="108228" y="154963"/>
                  <a:pt x="110432" y="154022"/>
                  <a:pt x="113157" y="154022"/>
                </a:cubicBezTo>
                <a:cubicBezTo>
                  <a:pt x="115882" y="154022"/>
                  <a:pt x="118186" y="154963"/>
                  <a:pt x="120070" y="156847"/>
                </a:cubicBezTo>
                <a:cubicBezTo>
                  <a:pt x="121752" y="158520"/>
                  <a:pt x="122584" y="160724"/>
                  <a:pt x="122584" y="163449"/>
                </a:cubicBezTo>
                <a:cubicBezTo>
                  <a:pt x="122584" y="166174"/>
                  <a:pt x="121643" y="168478"/>
                  <a:pt x="119759" y="170362"/>
                </a:cubicBezTo>
                <a:cubicBezTo>
                  <a:pt x="118086" y="172044"/>
                  <a:pt x="115882" y="172876"/>
                  <a:pt x="113157" y="172876"/>
                </a:cubicBezTo>
                <a:cubicBezTo>
                  <a:pt x="110432" y="172876"/>
                  <a:pt x="108228" y="171935"/>
                  <a:pt x="106555" y="170051"/>
                </a:cubicBezTo>
                <a:close/>
                <a:moveTo>
                  <a:pt x="181993" y="170051"/>
                </a:moveTo>
                <a:cubicBezTo>
                  <a:pt x="180109" y="168378"/>
                  <a:pt x="179168" y="166174"/>
                  <a:pt x="179168" y="163449"/>
                </a:cubicBezTo>
                <a:cubicBezTo>
                  <a:pt x="179168" y="160724"/>
                  <a:pt x="180109" y="158520"/>
                  <a:pt x="181993" y="156847"/>
                </a:cubicBezTo>
                <a:cubicBezTo>
                  <a:pt x="183666" y="154963"/>
                  <a:pt x="185870" y="154022"/>
                  <a:pt x="188595" y="154022"/>
                </a:cubicBezTo>
                <a:cubicBezTo>
                  <a:pt x="191320" y="154022"/>
                  <a:pt x="193624" y="154963"/>
                  <a:pt x="195508" y="156847"/>
                </a:cubicBezTo>
                <a:cubicBezTo>
                  <a:pt x="197190" y="158520"/>
                  <a:pt x="198022" y="160724"/>
                  <a:pt x="198022" y="163449"/>
                </a:cubicBezTo>
                <a:cubicBezTo>
                  <a:pt x="198022" y="166174"/>
                  <a:pt x="197081" y="168478"/>
                  <a:pt x="195197" y="170362"/>
                </a:cubicBezTo>
                <a:cubicBezTo>
                  <a:pt x="193524" y="172044"/>
                  <a:pt x="191320" y="172876"/>
                  <a:pt x="188595" y="172876"/>
                </a:cubicBezTo>
                <a:cubicBezTo>
                  <a:pt x="185870" y="172876"/>
                  <a:pt x="183666" y="171935"/>
                  <a:pt x="181993" y="170051"/>
                </a:cubicBezTo>
                <a:close/>
                <a:moveTo>
                  <a:pt x="75749" y="156536"/>
                </a:moveTo>
                <a:cubicBezTo>
                  <a:pt x="74286" y="134325"/>
                  <a:pt x="80988" y="115251"/>
                  <a:pt x="95866" y="99331"/>
                </a:cubicBezTo>
                <a:cubicBezTo>
                  <a:pt x="110743" y="83402"/>
                  <a:pt x="129296" y="75438"/>
                  <a:pt x="151507" y="75438"/>
                </a:cubicBezTo>
                <a:cubicBezTo>
                  <a:pt x="169740" y="75438"/>
                  <a:pt x="185559" y="81519"/>
                  <a:pt x="198964" y="93671"/>
                </a:cubicBezTo>
                <a:cubicBezTo>
                  <a:pt x="212379" y="105613"/>
                  <a:pt x="220553" y="120600"/>
                  <a:pt x="223489" y="138614"/>
                </a:cubicBezTo>
                <a:cubicBezTo>
                  <a:pt x="204835" y="138404"/>
                  <a:pt x="187863" y="133173"/>
                  <a:pt x="172566" y="122905"/>
                </a:cubicBezTo>
                <a:cubicBezTo>
                  <a:pt x="157057" y="112636"/>
                  <a:pt x="145115" y="99121"/>
                  <a:pt x="136730" y="82351"/>
                </a:cubicBezTo>
                <a:cubicBezTo>
                  <a:pt x="133374" y="99121"/>
                  <a:pt x="126361" y="114099"/>
                  <a:pt x="115672" y="127303"/>
                </a:cubicBezTo>
                <a:cubicBezTo>
                  <a:pt x="104772" y="140296"/>
                  <a:pt x="91467" y="150035"/>
                  <a:pt x="75749" y="156536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圖說"/>
          <p:cNvSpPr/>
          <p:nvPr/>
        </p:nvSpPr>
        <p:spPr>
          <a:xfrm>
            <a:off x="3858677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750" dirty="0"/>
          </a:p>
        </p:txBody>
      </p:sp>
      <p:sp>
        <p:nvSpPr>
          <p:cNvPr id="20" name="圖示 訓練"/>
          <p:cNvSpPr/>
          <p:nvPr/>
        </p:nvSpPr>
        <p:spPr>
          <a:xfrm>
            <a:off x="4558170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9156" y="219401"/>
                </a:moveTo>
                <a:cubicBezTo>
                  <a:pt x="66221" y="217719"/>
                  <a:pt x="63917" y="215414"/>
                  <a:pt x="62234" y="212488"/>
                </a:cubicBezTo>
                <a:cubicBezTo>
                  <a:pt x="60350" y="209553"/>
                  <a:pt x="59409" y="206298"/>
                  <a:pt x="59409" y="202741"/>
                </a:cubicBezTo>
                <a:lnTo>
                  <a:pt x="59409" y="138614"/>
                </a:lnTo>
                <a:lnTo>
                  <a:pt x="27971" y="121332"/>
                </a:lnTo>
                <a:cubicBezTo>
                  <a:pt x="26298" y="120280"/>
                  <a:pt x="25045" y="119027"/>
                  <a:pt x="24204" y="117555"/>
                </a:cubicBezTo>
                <a:cubicBezTo>
                  <a:pt x="23363" y="116303"/>
                  <a:pt x="22942" y="114830"/>
                  <a:pt x="22942" y="113157"/>
                </a:cubicBezTo>
                <a:cubicBezTo>
                  <a:pt x="22942" y="111484"/>
                  <a:pt x="23363" y="110011"/>
                  <a:pt x="24204" y="108759"/>
                </a:cubicBezTo>
                <a:cubicBezTo>
                  <a:pt x="25045" y="107287"/>
                  <a:pt x="26298" y="106034"/>
                  <a:pt x="27971" y="104982"/>
                </a:cubicBezTo>
                <a:lnTo>
                  <a:pt x="141449" y="42748"/>
                </a:lnTo>
                <a:cubicBezTo>
                  <a:pt x="142912" y="41907"/>
                  <a:pt x="144384" y="41386"/>
                  <a:pt x="145847" y="41175"/>
                </a:cubicBezTo>
                <a:cubicBezTo>
                  <a:pt x="147310" y="40755"/>
                  <a:pt x="148883" y="40544"/>
                  <a:pt x="150565" y="40544"/>
                </a:cubicBezTo>
                <a:cubicBezTo>
                  <a:pt x="152238" y="40544"/>
                  <a:pt x="153811" y="40755"/>
                  <a:pt x="155274" y="41175"/>
                </a:cubicBezTo>
                <a:cubicBezTo>
                  <a:pt x="156746" y="41386"/>
                  <a:pt x="158209" y="41907"/>
                  <a:pt x="159682" y="42748"/>
                </a:cubicBezTo>
                <a:lnTo>
                  <a:pt x="284150" y="110332"/>
                </a:lnTo>
                <a:cubicBezTo>
                  <a:pt x="285823" y="111374"/>
                  <a:pt x="287085" y="112636"/>
                  <a:pt x="287926" y="114099"/>
                </a:cubicBezTo>
                <a:cubicBezTo>
                  <a:pt x="288758" y="115571"/>
                  <a:pt x="289179" y="117135"/>
                  <a:pt x="289179" y="118817"/>
                </a:cubicBezTo>
                <a:lnTo>
                  <a:pt x="289179" y="203372"/>
                </a:lnTo>
                <a:cubicBezTo>
                  <a:pt x="289179" y="206097"/>
                  <a:pt x="288237" y="208291"/>
                  <a:pt x="286354" y="209974"/>
                </a:cubicBezTo>
                <a:cubicBezTo>
                  <a:pt x="284671" y="211857"/>
                  <a:pt x="282476" y="212799"/>
                  <a:pt x="279752" y="212799"/>
                </a:cubicBezTo>
                <a:cubicBezTo>
                  <a:pt x="277027" y="212799"/>
                  <a:pt x="274823" y="211857"/>
                  <a:pt x="273150" y="209974"/>
                </a:cubicBezTo>
                <a:cubicBezTo>
                  <a:pt x="271266" y="208291"/>
                  <a:pt x="270324" y="206097"/>
                  <a:pt x="270324" y="203372"/>
                </a:cubicBezTo>
                <a:lnTo>
                  <a:pt x="270324" y="124157"/>
                </a:lnTo>
                <a:lnTo>
                  <a:pt x="241712" y="138614"/>
                </a:lnTo>
                <a:lnTo>
                  <a:pt x="241712" y="202741"/>
                </a:lnTo>
                <a:cubicBezTo>
                  <a:pt x="241712" y="206298"/>
                  <a:pt x="240880" y="209553"/>
                  <a:pt x="239198" y="212488"/>
                </a:cubicBezTo>
                <a:cubicBezTo>
                  <a:pt x="237314" y="215414"/>
                  <a:pt x="234909" y="217719"/>
                  <a:pt x="231974" y="219401"/>
                </a:cubicBezTo>
                <a:lnTo>
                  <a:pt x="159682" y="259004"/>
                </a:lnTo>
                <a:cubicBezTo>
                  <a:pt x="158209" y="259845"/>
                  <a:pt x="156746" y="260467"/>
                  <a:pt x="155274" y="260887"/>
                </a:cubicBezTo>
                <a:cubicBezTo>
                  <a:pt x="153811" y="261098"/>
                  <a:pt x="152238" y="261208"/>
                  <a:pt x="150565" y="261208"/>
                </a:cubicBezTo>
                <a:cubicBezTo>
                  <a:pt x="148883" y="261208"/>
                  <a:pt x="147310" y="261098"/>
                  <a:pt x="145847" y="260887"/>
                </a:cubicBezTo>
                <a:cubicBezTo>
                  <a:pt x="144384" y="260467"/>
                  <a:pt x="142912" y="259845"/>
                  <a:pt x="141449" y="259004"/>
                </a:cubicBezTo>
                <a:lnTo>
                  <a:pt x="69156" y="219401"/>
                </a:lnTo>
                <a:close/>
                <a:moveTo>
                  <a:pt x="150565" y="167225"/>
                </a:moveTo>
                <a:lnTo>
                  <a:pt x="249576" y="113157"/>
                </a:lnTo>
                <a:lnTo>
                  <a:pt x="150565" y="60040"/>
                </a:lnTo>
                <a:lnTo>
                  <a:pt x="52176" y="113157"/>
                </a:lnTo>
                <a:lnTo>
                  <a:pt x="150565" y="167225"/>
                </a:lnTo>
                <a:close/>
                <a:moveTo>
                  <a:pt x="150565" y="242663"/>
                </a:moveTo>
                <a:lnTo>
                  <a:pt x="222858" y="202741"/>
                </a:lnTo>
                <a:lnTo>
                  <a:pt x="222858" y="149934"/>
                </a:lnTo>
                <a:lnTo>
                  <a:pt x="159682" y="183877"/>
                </a:lnTo>
                <a:cubicBezTo>
                  <a:pt x="158209" y="184718"/>
                  <a:pt x="156746" y="185349"/>
                  <a:pt x="155274" y="185770"/>
                </a:cubicBezTo>
                <a:cubicBezTo>
                  <a:pt x="153811" y="185980"/>
                  <a:pt x="152238" y="186080"/>
                  <a:pt x="150565" y="186080"/>
                </a:cubicBezTo>
                <a:cubicBezTo>
                  <a:pt x="148883" y="186080"/>
                  <a:pt x="147420" y="185980"/>
                  <a:pt x="146158" y="185770"/>
                </a:cubicBezTo>
                <a:cubicBezTo>
                  <a:pt x="144695" y="185349"/>
                  <a:pt x="143232" y="184718"/>
                  <a:pt x="141759" y="183877"/>
                </a:cubicBezTo>
                <a:lnTo>
                  <a:pt x="78263" y="149303"/>
                </a:lnTo>
                <a:lnTo>
                  <a:pt x="78263" y="202741"/>
                </a:lnTo>
                <a:lnTo>
                  <a:pt x="150565" y="242663"/>
                </a:lnTo>
                <a:close/>
                <a:moveTo>
                  <a:pt x="150876" y="167225"/>
                </a:moveTo>
                <a:close/>
                <a:moveTo>
                  <a:pt x="150565" y="195508"/>
                </a:moveTo>
                <a:close/>
                <a:moveTo>
                  <a:pt x="150565" y="195508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圖說"/>
          <p:cNvSpPr/>
          <p:nvPr/>
        </p:nvSpPr>
        <p:spPr>
          <a:xfrm>
            <a:off x="4413397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</a:t>
            </a:r>
            <a:endParaRPr lang="en-US" sz="750" dirty="0"/>
          </a:p>
        </p:txBody>
      </p:sp>
      <p:sp>
        <p:nvSpPr>
          <p:cNvPr id="22" name="圖示 合作"/>
          <p:cNvSpPr/>
          <p:nvPr/>
        </p:nvSpPr>
        <p:spPr>
          <a:xfrm>
            <a:off x="5112890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9303" y="257751"/>
                </a:moveTo>
                <a:cubicBezTo>
                  <a:pt x="150355" y="257751"/>
                  <a:pt x="151608" y="257541"/>
                  <a:pt x="153080" y="257120"/>
                </a:cubicBezTo>
                <a:cubicBezTo>
                  <a:pt x="154332" y="256489"/>
                  <a:pt x="155384" y="255758"/>
                  <a:pt x="156216" y="254916"/>
                </a:cubicBezTo>
                <a:lnTo>
                  <a:pt x="262149" y="148672"/>
                </a:lnTo>
                <a:cubicBezTo>
                  <a:pt x="264874" y="145947"/>
                  <a:pt x="266968" y="142912"/>
                  <a:pt x="268431" y="139565"/>
                </a:cubicBezTo>
                <a:cubicBezTo>
                  <a:pt x="269693" y="135999"/>
                  <a:pt x="270324" y="132433"/>
                  <a:pt x="270324" y="128876"/>
                </a:cubicBezTo>
                <a:cubicBezTo>
                  <a:pt x="270324" y="125309"/>
                  <a:pt x="269693" y="121752"/>
                  <a:pt x="268431" y="118186"/>
                </a:cubicBezTo>
                <a:cubicBezTo>
                  <a:pt x="266968" y="114620"/>
                  <a:pt x="264874" y="111484"/>
                  <a:pt x="262149" y="108759"/>
                </a:cubicBezTo>
                <a:lnTo>
                  <a:pt x="205566" y="52176"/>
                </a:lnTo>
                <a:cubicBezTo>
                  <a:pt x="202841" y="49451"/>
                  <a:pt x="199705" y="47467"/>
                  <a:pt x="196139" y="46205"/>
                </a:cubicBezTo>
                <a:cubicBezTo>
                  <a:pt x="192573" y="44742"/>
                  <a:pt x="189016" y="44010"/>
                  <a:pt x="185449" y="44010"/>
                </a:cubicBezTo>
                <a:cubicBezTo>
                  <a:pt x="181892" y="44010"/>
                  <a:pt x="178436" y="44742"/>
                  <a:pt x="175080" y="46205"/>
                </a:cubicBezTo>
                <a:cubicBezTo>
                  <a:pt x="171514" y="47467"/>
                  <a:pt x="168378" y="49451"/>
                  <a:pt x="165653" y="52176"/>
                </a:cubicBezTo>
                <a:lnTo>
                  <a:pt x="159993" y="57836"/>
                </a:lnTo>
                <a:lnTo>
                  <a:pt x="185449" y="83613"/>
                </a:lnTo>
                <a:cubicBezTo>
                  <a:pt x="188174" y="86548"/>
                  <a:pt x="190588" y="90004"/>
                  <a:pt x="192682" y="93982"/>
                </a:cubicBezTo>
                <a:cubicBezTo>
                  <a:pt x="194776" y="97759"/>
                  <a:pt x="195828" y="101946"/>
                  <a:pt x="195828" y="106555"/>
                </a:cubicBezTo>
                <a:cubicBezTo>
                  <a:pt x="195828" y="114519"/>
                  <a:pt x="192783" y="121542"/>
                  <a:pt x="186711" y="127614"/>
                </a:cubicBezTo>
                <a:cubicBezTo>
                  <a:pt x="180420" y="133694"/>
                  <a:pt x="173297" y="136730"/>
                  <a:pt x="165333" y="136730"/>
                </a:cubicBezTo>
                <a:cubicBezTo>
                  <a:pt x="160093" y="136730"/>
                  <a:pt x="155805" y="135999"/>
                  <a:pt x="152449" y="134536"/>
                </a:cubicBezTo>
                <a:cubicBezTo>
                  <a:pt x="148883" y="132853"/>
                  <a:pt x="145636" y="130549"/>
                  <a:pt x="142701" y="127614"/>
                </a:cubicBezTo>
                <a:lnTo>
                  <a:pt x="119759" y="104671"/>
                </a:lnTo>
                <a:lnTo>
                  <a:pt x="62865" y="161565"/>
                </a:lnTo>
                <a:cubicBezTo>
                  <a:pt x="61813" y="162608"/>
                  <a:pt x="61082" y="163760"/>
                  <a:pt x="60661" y="165022"/>
                </a:cubicBezTo>
                <a:cubicBezTo>
                  <a:pt x="60250" y="166064"/>
                  <a:pt x="60040" y="167225"/>
                  <a:pt x="60040" y="168478"/>
                </a:cubicBezTo>
                <a:cubicBezTo>
                  <a:pt x="60040" y="171203"/>
                  <a:pt x="60981" y="173507"/>
                  <a:pt x="62865" y="175391"/>
                </a:cubicBezTo>
                <a:cubicBezTo>
                  <a:pt x="64538" y="177074"/>
                  <a:pt x="66742" y="177906"/>
                  <a:pt x="69467" y="177906"/>
                </a:cubicBezTo>
                <a:cubicBezTo>
                  <a:pt x="70720" y="177906"/>
                  <a:pt x="71982" y="177595"/>
                  <a:pt x="73234" y="176964"/>
                </a:cubicBezTo>
                <a:cubicBezTo>
                  <a:pt x="74286" y="176333"/>
                  <a:pt x="75228" y="175601"/>
                  <a:pt x="76069" y="174769"/>
                </a:cubicBezTo>
                <a:lnTo>
                  <a:pt x="112846" y="137992"/>
                </a:lnTo>
                <a:cubicBezTo>
                  <a:pt x="114730" y="136099"/>
                  <a:pt x="116933" y="135157"/>
                  <a:pt x="119448" y="135157"/>
                </a:cubicBezTo>
                <a:cubicBezTo>
                  <a:pt x="121963" y="135157"/>
                  <a:pt x="124157" y="136099"/>
                  <a:pt x="126041" y="137992"/>
                </a:cubicBezTo>
                <a:cubicBezTo>
                  <a:pt x="127934" y="139876"/>
                  <a:pt x="128876" y="142079"/>
                  <a:pt x="128876" y="144594"/>
                </a:cubicBezTo>
                <a:cubicBezTo>
                  <a:pt x="128876" y="147109"/>
                  <a:pt x="127934" y="149303"/>
                  <a:pt x="126041" y="151187"/>
                </a:cubicBezTo>
                <a:lnTo>
                  <a:pt x="89584" y="187653"/>
                </a:lnTo>
                <a:cubicBezTo>
                  <a:pt x="88532" y="188696"/>
                  <a:pt x="87801" y="189857"/>
                  <a:pt x="87380" y="191110"/>
                </a:cubicBezTo>
                <a:cubicBezTo>
                  <a:pt x="86959" y="192371"/>
                  <a:pt x="86758" y="193624"/>
                  <a:pt x="86758" y="194886"/>
                </a:cubicBezTo>
                <a:cubicBezTo>
                  <a:pt x="86758" y="197401"/>
                  <a:pt x="87700" y="199595"/>
                  <a:pt x="89584" y="201479"/>
                </a:cubicBezTo>
                <a:cubicBezTo>
                  <a:pt x="91467" y="203372"/>
                  <a:pt x="93671" y="204314"/>
                  <a:pt x="96186" y="204314"/>
                </a:cubicBezTo>
                <a:cubicBezTo>
                  <a:pt x="97438" y="204314"/>
                  <a:pt x="98700" y="204103"/>
                  <a:pt x="99953" y="203683"/>
                </a:cubicBezTo>
                <a:cubicBezTo>
                  <a:pt x="101005" y="203052"/>
                  <a:pt x="101946" y="202320"/>
                  <a:pt x="102788" y="201479"/>
                </a:cubicBezTo>
                <a:lnTo>
                  <a:pt x="139565" y="164711"/>
                </a:lnTo>
                <a:cubicBezTo>
                  <a:pt x="141449" y="162818"/>
                  <a:pt x="143643" y="161876"/>
                  <a:pt x="146158" y="161876"/>
                </a:cubicBezTo>
                <a:cubicBezTo>
                  <a:pt x="148672" y="161876"/>
                  <a:pt x="150876" y="162818"/>
                  <a:pt x="152760" y="164711"/>
                </a:cubicBezTo>
                <a:cubicBezTo>
                  <a:pt x="154652" y="166595"/>
                  <a:pt x="155594" y="168789"/>
                  <a:pt x="155594" y="171304"/>
                </a:cubicBezTo>
                <a:cubicBezTo>
                  <a:pt x="155594" y="173818"/>
                  <a:pt x="154652" y="176022"/>
                  <a:pt x="152760" y="177906"/>
                </a:cubicBezTo>
                <a:lnTo>
                  <a:pt x="116303" y="214372"/>
                </a:lnTo>
                <a:cubicBezTo>
                  <a:pt x="115461" y="215204"/>
                  <a:pt x="114830" y="216356"/>
                  <a:pt x="114419" y="217828"/>
                </a:cubicBezTo>
                <a:cubicBezTo>
                  <a:pt x="113788" y="219081"/>
                  <a:pt x="113468" y="220343"/>
                  <a:pt x="113468" y="221596"/>
                </a:cubicBezTo>
                <a:cubicBezTo>
                  <a:pt x="113468" y="224110"/>
                  <a:pt x="114419" y="226314"/>
                  <a:pt x="116303" y="228198"/>
                </a:cubicBezTo>
                <a:cubicBezTo>
                  <a:pt x="118186" y="230090"/>
                  <a:pt x="120390" y="231032"/>
                  <a:pt x="122905" y="231032"/>
                </a:cubicBezTo>
                <a:cubicBezTo>
                  <a:pt x="124157" y="231032"/>
                  <a:pt x="125309" y="230822"/>
                  <a:pt x="126361" y="230401"/>
                </a:cubicBezTo>
                <a:cubicBezTo>
                  <a:pt x="127403" y="229981"/>
                  <a:pt x="128455" y="229249"/>
                  <a:pt x="129506" y="228198"/>
                </a:cubicBezTo>
                <a:lnTo>
                  <a:pt x="166274" y="191420"/>
                </a:lnTo>
                <a:cubicBezTo>
                  <a:pt x="168167" y="189537"/>
                  <a:pt x="170362" y="188595"/>
                  <a:pt x="172876" y="188595"/>
                </a:cubicBezTo>
                <a:cubicBezTo>
                  <a:pt x="175391" y="188595"/>
                  <a:pt x="177595" y="189537"/>
                  <a:pt x="179478" y="191420"/>
                </a:cubicBezTo>
                <a:cubicBezTo>
                  <a:pt x="181362" y="193313"/>
                  <a:pt x="182313" y="195508"/>
                  <a:pt x="182313" y="198022"/>
                </a:cubicBezTo>
                <a:cubicBezTo>
                  <a:pt x="182313" y="200537"/>
                  <a:pt x="181362" y="202741"/>
                  <a:pt x="179478" y="204624"/>
                </a:cubicBezTo>
                <a:lnTo>
                  <a:pt x="142701" y="241402"/>
                </a:lnTo>
                <a:cubicBezTo>
                  <a:pt x="141659" y="242453"/>
                  <a:pt x="140918" y="243605"/>
                  <a:pt x="140507" y="244858"/>
                </a:cubicBezTo>
                <a:cubicBezTo>
                  <a:pt x="140086" y="246120"/>
                  <a:pt x="139876" y="247272"/>
                  <a:pt x="139876" y="248314"/>
                </a:cubicBezTo>
                <a:cubicBezTo>
                  <a:pt x="139876" y="251250"/>
                  <a:pt x="140717" y="253554"/>
                  <a:pt x="142390" y="255236"/>
                </a:cubicBezTo>
                <a:cubicBezTo>
                  <a:pt x="144064" y="256910"/>
                  <a:pt x="146368" y="257751"/>
                  <a:pt x="149303" y="257751"/>
                </a:cubicBezTo>
                <a:close/>
                <a:moveTo>
                  <a:pt x="149303" y="276606"/>
                </a:moveTo>
                <a:cubicBezTo>
                  <a:pt x="142390" y="276606"/>
                  <a:pt x="136209" y="274091"/>
                  <a:pt x="130759" y="269062"/>
                </a:cubicBezTo>
                <a:cubicBezTo>
                  <a:pt x="125309" y="263823"/>
                  <a:pt x="122063" y="257431"/>
                  <a:pt x="121012" y="249887"/>
                </a:cubicBezTo>
                <a:cubicBezTo>
                  <a:pt x="113889" y="248845"/>
                  <a:pt x="107917" y="245910"/>
                  <a:pt x="103099" y="241091"/>
                </a:cubicBezTo>
                <a:cubicBezTo>
                  <a:pt x="98280" y="236272"/>
                  <a:pt x="95344" y="230292"/>
                  <a:pt x="94302" y="223168"/>
                </a:cubicBezTo>
                <a:cubicBezTo>
                  <a:pt x="87170" y="222126"/>
                  <a:pt x="81308" y="219191"/>
                  <a:pt x="76700" y="214372"/>
                </a:cubicBezTo>
                <a:cubicBezTo>
                  <a:pt x="71872" y="209343"/>
                  <a:pt x="68946" y="203372"/>
                  <a:pt x="67894" y="196450"/>
                </a:cubicBezTo>
                <a:cubicBezTo>
                  <a:pt x="60140" y="195407"/>
                  <a:pt x="53748" y="192262"/>
                  <a:pt x="48719" y="187022"/>
                </a:cubicBezTo>
                <a:cubicBezTo>
                  <a:pt x="43690" y="181783"/>
                  <a:pt x="41175" y="175501"/>
                  <a:pt x="41175" y="168167"/>
                </a:cubicBezTo>
                <a:cubicBezTo>
                  <a:pt x="41175" y="164601"/>
                  <a:pt x="41907" y="161035"/>
                  <a:pt x="43379" y="157478"/>
                </a:cubicBezTo>
                <a:cubicBezTo>
                  <a:pt x="44632" y="153912"/>
                  <a:pt x="46625" y="150775"/>
                  <a:pt x="49350" y="148051"/>
                </a:cubicBezTo>
                <a:lnTo>
                  <a:pt x="106555" y="90836"/>
                </a:lnTo>
                <a:cubicBezTo>
                  <a:pt x="110121" y="87279"/>
                  <a:pt x="114519" y="85496"/>
                  <a:pt x="119759" y="85496"/>
                </a:cubicBezTo>
                <a:cubicBezTo>
                  <a:pt x="124998" y="85496"/>
                  <a:pt x="129397" y="87279"/>
                  <a:pt x="132963" y="90836"/>
                </a:cubicBezTo>
                <a:lnTo>
                  <a:pt x="154332" y="112215"/>
                </a:lnTo>
                <a:cubicBezTo>
                  <a:pt x="156006" y="113889"/>
                  <a:pt x="157899" y="115251"/>
                  <a:pt x="159993" y="116303"/>
                </a:cubicBezTo>
                <a:cubicBezTo>
                  <a:pt x="161876" y="117135"/>
                  <a:pt x="163760" y="117555"/>
                  <a:pt x="165653" y="117555"/>
                </a:cubicBezTo>
                <a:cubicBezTo>
                  <a:pt x="168378" y="117555"/>
                  <a:pt x="170993" y="116403"/>
                  <a:pt x="173507" y="114099"/>
                </a:cubicBezTo>
                <a:cubicBezTo>
                  <a:pt x="175812" y="111584"/>
                  <a:pt x="176964" y="108969"/>
                  <a:pt x="176964" y="106244"/>
                </a:cubicBezTo>
                <a:cubicBezTo>
                  <a:pt x="176964" y="104982"/>
                  <a:pt x="176653" y="103620"/>
                  <a:pt x="176022" y="102157"/>
                </a:cubicBezTo>
                <a:cubicBezTo>
                  <a:pt x="175181" y="100483"/>
                  <a:pt x="173928" y="98801"/>
                  <a:pt x="172255" y="97128"/>
                </a:cubicBezTo>
                <a:lnTo>
                  <a:pt x="127303" y="52176"/>
                </a:lnTo>
                <a:cubicBezTo>
                  <a:pt x="124578" y="49451"/>
                  <a:pt x="121432" y="47467"/>
                  <a:pt x="117875" y="46205"/>
                </a:cubicBezTo>
                <a:cubicBezTo>
                  <a:pt x="114309" y="44742"/>
                  <a:pt x="110743" y="44010"/>
                  <a:pt x="107186" y="44010"/>
                </a:cubicBezTo>
                <a:cubicBezTo>
                  <a:pt x="103620" y="44010"/>
                  <a:pt x="100163" y="44742"/>
                  <a:pt x="96817" y="46205"/>
                </a:cubicBezTo>
                <a:cubicBezTo>
                  <a:pt x="93251" y="47467"/>
                  <a:pt x="90105" y="49451"/>
                  <a:pt x="87380" y="52176"/>
                </a:cubicBezTo>
                <a:lnTo>
                  <a:pt x="39603" y="99953"/>
                </a:lnTo>
                <a:cubicBezTo>
                  <a:pt x="35415" y="104150"/>
                  <a:pt x="32900" y="109280"/>
                  <a:pt x="32059" y="115361"/>
                </a:cubicBezTo>
                <a:cubicBezTo>
                  <a:pt x="31016" y="121222"/>
                  <a:pt x="31638" y="126882"/>
                  <a:pt x="33952" y="132332"/>
                </a:cubicBezTo>
                <a:cubicBezTo>
                  <a:pt x="34994" y="134636"/>
                  <a:pt x="34994" y="137050"/>
                  <a:pt x="33952" y="139565"/>
                </a:cubicBezTo>
                <a:cubicBezTo>
                  <a:pt x="32900" y="141869"/>
                  <a:pt x="31227" y="143543"/>
                  <a:pt x="28922" y="144594"/>
                </a:cubicBezTo>
                <a:cubicBezTo>
                  <a:pt x="26609" y="145636"/>
                  <a:pt x="24204" y="145636"/>
                  <a:pt x="21690" y="144594"/>
                </a:cubicBezTo>
                <a:cubicBezTo>
                  <a:pt x="19175" y="143543"/>
                  <a:pt x="17392" y="141869"/>
                  <a:pt x="16349" y="139565"/>
                </a:cubicBezTo>
                <a:cubicBezTo>
                  <a:pt x="12783" y="130128"/>
                  <a:pt x="11732" y="120801"/>
                  <a:pt x="13204" y="111584"/>
                </a:cubicBezTo>
                <a:cubicBezTo>
                  <a:pt x="14667" y="102157"/>
                  <a:pt x="19065" y="93772"/>
                  <a:pt x="26408" y="86438"/>
                </a:cubicBezTo>
                <a:lnTo>
                  <a:pt x="73865" y="38981"/>
                </a:lnTo>
                <a:cubicBezTo>
                  <a:pt x="78474" y="34363"/>
                  <a:pt x="83713" y="31016"/>
                  <a:pt x="89584" y="28922"/>
                </a:cubicBezTo>
                <a:cubicBezTo>
                  <a:pt x="95454" y="26609"/>
                  <a:pt x="101425" y="25457"/>
                  <a:pt x="107497" y="25457"/>
                </a:cubicBezTo>
                <a:cubicBezTo>
                  <a:pt x="113578" y="25457"/>
                  <a:pt x="119549" y="26609"/>
                  <a:pt x="125419" y="28922"/>
                </a:cubicBezTo>
                <a:cubicBezTo>
                  <a:pt x="131070" y="31016"/>
                  <a:pt x="136209" y="34363"/>
                  <a:pt x="140818" y="38981"/>
                </a:cubicBezTo>
                <a:lnTo>
                  <a:pt x="146478" y="44632"/>
                </a:lnTo>
                <a:lnTo>
                  <a:pt x="152138" y="38981"/>
                </a:lnTo>
                <a:cubicBezTo>
                  <a:pt x="156746" y="34363"/>
                  <a:pt x="161986" y="31016"/>
                  <a:pt x="167847" y="28922"/>
                </a:cubicBezTo>
                <a:cubicBezTo>
                  <a:pt x="173718" y="26609"/>
                  <a:pt x="179689" y="25457"/>
                  <a:pt x="185770" y="25457"/>
                </a:cubicBezTo>
                <a:cubicBezTo>
                  <a:pt x="191841" y="25457"/>
                  <a:pt x="197812" y="26609"/>
                  <a:pt x="203683" y="28922"/>
                </a:cubicBezTo>
                <a:cubicBezTo>
                  <a:pt x="209343" y="31016"/>
                  <a:pt x="214473" y="34363"/>
                  <a:pt x="219081" y="38981"/>
                </a:cubicBezTo>
                <a:lnTo>
                  <a:pt x="275353" y="95244"/>
                </a:lnTo>
                <a:cubicBezTo>
                  <a:pt x="279962" y="99852"/>
                  <a:pt x="283418" y="105092"/>
                  <a:pt x="285723" y="110953"/>
                </a:cubicBezTo>
                <a:cubicBezTo>
                  <a:pt x="288027" y="116824"/>
                  <a:pt x="289179" y="122795"/>
                  <a:pt x="289179" y="128876"/>
                </a:cubicBezTo>
                <a:cubicBezTo>
                  <a:pt x="289179" y="134947"/>
                  <a:pt x="288027" y="140918"/>
                  <a:pt x="285723" y="146789"/>
                </a:cubicBezTo>
                <a:cubicBezTo>
                  <a:pt x="283418" y="152449"/>
                  <a:pt x="279962" y="157579"/>
                  <a:pt x="275353" y="162196"/>
                </a:cubicBezTo>
                <a:lnTo>
                  <a:pt x="169420" y="268120"/>
                </a:lnTo>
                <a:cubicBezTo>
                  <a:pt x="166695" y="270845"/>
                  <a:pt x="163659" y="272939"/>
                  <a:pt x="160303" y="274402"/>
                </a:cubicBezTo>
                <a:cubicBezTo>
                  <a:pt x="156746" y="275874"/>
                  <a:pt x="153080" y="276606"/>
                  <a:pt x="149303" y="276606"/>
                </a:cubicBezTo>
                <a:close/>
                <a:moveTo>
                  <a:pt x="118817" y="104982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圖說"/>
          <p:cNvSpPr/>
          <p:nvPr/>
        </p:nvSpPr>
        <p:spPr>
          <a:xfrm>
            <a:off x="4968118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750" dirty="0"/>
          </a:p>
        </p:txBody>
      </p:sp>
      <p:sp>
        <p:nvSpPr>
          <p:cNvPr id="24" name="圖示 思考"/>
          <p:cNvSpPr/>
          <p:nvPr/>
        </p:nvSpPr>
        <p:spPr>
          <a:xfrm>
            <a:off x="5667611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0187" y="170362"/>
                </a:moveTo>
                <a:lnTo>
                  <a:pt x="140818" y="179798"/>
                </a:lnTo>
                <a:cubicBezTo>
                  <a:pt x="141028" y="181051"/>
                  <a:pt x="141549" y="182103"/>
                  <a:pt x="142390" y="182935"/>
                </a:cubicBezTo>
                <a:cubicBezTo>
                  <a:pt x="143232" y="183776"/>
                  <a:pt x="144274" y="184197"/>
                  <a:pt x="145536" y="184197"/>
                </a:cubicBezTo>
                <a:lnTo>
                  <a:pt x="155594" y="184197"/>
                </a:lnTo>
                <a:cubicBezTo>
                  <a:pt x="156847" y="184197"/>
                  <a:pt x="157899" y="183776"/>
                  <a:pt x="158731" y="182935"/>
                </a:cubicBezTo>
                <a:cubicBezTo>
                  <a:pt x="159572" y="182103"/>
                  <a:pt x="160093" y="181051"/>
                  <a:pt x="160303" y="179798"/>
                </a:cubicBezTo>
                <a:lnTo>
                  <a:pt x="160934" y="170362"/>
                </a:lnTo>
                <a:cubicBezTo>
                  <a:pt x="163449" y="169941"/>
                  <a:pt x="165753" y="169109"/>
                  <a:pt x="167847" y="167847"/>
                </a:cubicBezTo>
                <a:cubicBezTo>
                  <a:pt x="170152" y="166384"/>
                  <a:pt x="172145" y="164811"/>
                  <a:pt x="173818" y="163138"/>
                </a:cubicBezTo>
                <a:lnTo>
                  <a:pt x="183255" y="166274"/>
                </a:lnTo>
                <a:cubicBezTo>
                  <a:pt x="184297" y="166695"/>
                  <a:pt x="185349" y="166695"/>
                  <a:pt x="186391" y="166274"/>
                </a:cubicBezTo>
                <a:cubicBezTo>
                  <a:pt x="187443" y="165863"/>
                  <a:pt x="188284" y="165122"/>
                  <a:pt x="188906" y="164080"/>
                </a:cubicBezTo>
                <a:lnTo>
                  <a:pt x="193624" y="155905"/>
                </a:lnTo>
                <a:cubicBezTo>
                  <a:pt x="194255" y="154854"/>
                  <a:pt x="194465" y="153811"/>
                  <a:pt x="194255" y="152760"/>
                </a:cubicBezTo>
                <a:cubicBezTo>
                  <a:pt x="194255" y="151717"/>
                  <a:pt x="193725" y="150775"/>
                  <a:pt x="192682" y="149934"/>
                </a:cubicBezTo>
                <a:lnTo>
                  <a:pt x="186391" y="144905"/>
                </a:lnTo>
                <a:cubicBezTo>
                  <a:pt x="187443" y="141970"/>
                  <a:pt x="187964" y="138934"/>
                  <a:pt x="187964" y="135788"/>
                </a:cubicBezTo>
                <a:cubicBezTo>
                  <a:pt x="187964" y="132643"/>
                  <a:pt x="187443" y="129607"/>
                  <a:pt x="186391" y="126672"/>
                </a:cubicBezTo>
                <a:lnTo>
                  <a:pt x="192682" y="121643"/>
                </a:lnTo>
                <a:cubicBezTo>
                  <a:pt x="193725" y="120801"/>
                  <a:pt x="194356" y="119860"/>
                  <a:pt x="194566" y="118817"/>
                </a:cubicBezTo>
                <a:cubicBezTo>
                  <a:pt x="194566" y="117766"/>
                  <a:pt x="194255" y="116723"/>
                  <a:pt x="193624" y="115672"/>
                </a:cubicBezTo>
                <a:lnTo>
                  <a:pt x="188906" y="107497"/>
                </a:lnTo>
                <a:cubicBezTo>
                  <a:pt x="188284" y="106454"/>
                  <a:pt x="187443" y="105714"/>
                  <a:pt x="186391" y="105302"/>
                </a:cubicBezTo>
                <a:cubicBezTo>
                  <a:pt x="185349" y="104882"/>
                  <a:pt x="184297" y="104882"/>
                  <a:pt x="183255" y="105302"/>
                </a:cubicBezTo>
                <a:lnTo>
                  <a:pt x="173818" y="108439"/>
                </a:lnTo>
                <a:cubicBezTo>
                  <a:pt x="172145" y="106765"/>
                  <a:pt x="170152" y="105302"/>
                  <a:pt x="167847" y="104040"/>
                </a:cubicBezTo>
                <a:cubicBezTo>
                  <a:pt x="165543" y="102788"/>
                  <a:pt x="163239" y="101846"/>
                  <a:pt x="160934" y="101215"/>
                </a:cubicBezTo>
                <a:lnTo>
                  <a:pt x="160303" y="91787"/>
                </a:lnTo>
                <a:cubicBezTo>
                  <a:pt x="160093" y="90526"/>
                  <a:pt x="159572" y="89474"/>
                  <a:pt x="158731" y="88642"/>
                </a:cubicBezTo>
                <a:cubicBezTo>
                  <a:pt x="157899" y="87801"/>
                  <a:pt x="156847" y="87380"/>
                  <a:pt x="155594" y="87380"/>
                </a:cubicBezTo>
                <a:lnTo>
                  <a:pt x="145536" y="87380"/>
                </a:lnTo>
                <a:cubicBezTo>
                  <a:pt x="144274" y="87380"/>
                  <a:pt x="143232" y="87801"/>
                  <a:pt x="142390" y="88642"/>
                </a:cubicBezTo>
                <a:cubicBezTo>
                  <a:pt x="141549" y="89474"/>
                  <a:pt x="141028" y="90526"/>
                  <a:pt x="140818" y="91787"/>
                </a:cubicBezTo>
                <a:lnTo>
                  <a:pt x="140187" y="101215"/>
                </a:lnTo>
                <a:cubicBezTo>
                  <a:pt x="137882" y="101846"/>
                  <a:pt x="135578" y="102788"/>
                  <a:pt x="133274" y="104040"/>
                </a:cubicBezTo>
                <a:cubicBezTo>
                  <a:pt x="130970" y="105302"/>
                  <a:pt x="128976" y="106765"/>
                  <a:pt x="127303" y="108439"/>
                </a:cubicBezTo>
                <a:lnTo>
                  <a:pt x="117875" y="105302"/>
                </a:lnTo>
                <a:cubicBezTo>
                  <a:pt x="116824" y="104882"/>
                  <a:pt x="115772" y="104882"/>
                  <a:pt x="114730" y="105302"/>
                </a:cubicBezTo>
                <a:cubicBezTo>
                  <a:pt x="113678" y="105714"/>
                  <a:pt x="112846" y="106454"/>
                  <a:pt x="112215" y="107497"/>
                </a:cubicBezTo>
                <a:lnTo>
                  <a:pt x="107497" y="115672"/>
                </a:lnTo>
                <a:cubicBezTo>
                  <a:pt x="106875" y="116723"/>
                  <a:pt x="106665" y="117766"/>
                  <a:pt x="106875" y="118817"/>
                </a:cubicBezTo>
                <a:cubicBezTo>
                  <a:pt x="106875" y="119860"/>
                  <a:pt x="107396" y="120801"/>
                  <a:pt x="108439" y="121643"/>
                </a:cubicBezTo>
                <a:lnTo>
                  <a:pt x="114730" y="126672"/>
                </a:lnTo>
                <a:cubicBezTo>
                  <a:pt x="113678" y="129607"/>
                  <a:pt x="113157" y="132643"/>
                  <a:pt x="113157" y="135788"/>
                </a:cubicBezTo>
                <a:cubicBezTo>
                  <a:pt x="113157" y="138934"/>
                  <a:pt x="113678" y="141970"/>
                  <a:pt x="114730" y="144905"/>
                </a:cubicBezTo>
                <a:lnTo>
                  <a:pt x="108439" y="149934"/>
                </a:lnTo>
                <a:cubicBezTo>
                  <a:pt x="107396" y="150775"/>
                  <a:pt x="106875" y="151717"/>
                  <a:pt x="106875" y="152760"/>
                </a:cubicBezTo>
                <a:cubicBezTo>
                  <a:pt x="106665" y="153811"/>
                  <a:pt x="106875" y="154854"/>
                  <a:pt x="107497" y="155905"/>
                </a:cubicBezTo>
                <a:lnTo>
                  <a:pt x="112215" y="164080"/>
                </a:lnTo>
                <a:cubicBezTo>
                  <a:pt x="112846" y="165122"/>
                  <a:pt x="113678" y="165863"/>
                  <a:pt x="114730" y="166274"/>
                </a:cubicBezTo>
                <a:cubicBezTo>
                  <a:pt x="115772" y="166695"/>
                  <a:pt x="116824" y="166695"/>
                  <a:pt x="117875" y="166274"/>
                </a:cubicBezTo>
                <a:lnTo>
                  <a:pt x="127303" y="163138"/>
                </a:lnTo>
                <a:cubicBezTo>
                  <a:pt x="128976" y="164811"/>
                  <a:pt x="130970" y="166384"/>
                  <a:pt x="133274" y="167847"/>
                </a:cubicBezTo>
                <a:cubicBezTo>
                  <a:pt x="135368" y="169109"/>
                  <a:pt x="137672" y="169941"/>
                  <a:pt x="140187" y="170362"/>
                </a:cubicBezTo>
                <a:close/>
                <a:moveTo>
                  <a:pt x="135157" y="151507"/>
                </a:moveTo>
                <a:cubicBezTo>
                  <a:pt x="130759" y="147109"/>
                  <a:pt x="128555" y="141869"/>
                  <a:pt x="128555" y="135788"/>
                </a:cubicBezTo>
                <a:cubicBezTo>
                  <a:pt x="128555" y="129708"/>
                  <a:pt x="130659" y="124578"/>
                  <a:pt x="134847" y="120390"/>
                </a:cubicBezTo>
                <a:cubicBezTo>
                  <a:pt x="139245" y="115982"/>
                  <a:pt x="144484" y="113788"/>
                  <a:pt x="150565" y="113788"/>
                </a:cubicBezTo>
                <a:cubicBezTo>
                  <a:pt x="156637" y="113788"/>
                  <a:pt x="161876" y="115882"/>
                  <a:pt x="166274" y="120070"/>
                </a:cubicBezTo>
                <a:cubicBezTo>
                  <a:pt x="170472" y="124477"/>
                  <a:pt x="172566" y="129708"/>
                  <a:pt x="172566" y="135788"/>
                </a:cubicBezTo>
                <a:cubicBezTo>
                  <a:pt x="172566" y="141869"/>
                  <a:pt x="170472" y="147109"/>
                  <a:pt x="166274" y="151507"/>
                </a:cubicBezTo>
                <a:cubicBezTo>
                  <a:pt x="161876" y="155695"/>
                  <a:pt x="156637" y="157789"/>
                  <a:pt x="150565" y="157789"/>
                </a:cubicBezTo>
                <a:cubicBezTo>
                  <a:pt x="144484" y="157789"/>
                  <a:pt x="139355" y="155695"/>
                  <a:pt x="135157" y="151507"/>
                </a:cubicBezTo>
                <a:close/>
                <a:moveTo>
                  <a:pt x="75438" y="222547"/>
                </a:moveTo>
                <a:cubicBezTo>
                  <a:pt x="63496" y="211647"/>
                  <a:pt x="54270" y="198964"/>
                  <a:pt x="47777" y="184508"/>
                </a:cubicBezTo>
                <a:cubicBezTo>
                  <a:pt x="41075" y="169841"/>
                  <a:pt x="37719" y="154442"/>
                  <a:pt x="37719" y="138303"/>
                </a:cubicBezTo>
                <a:cubicBezTo>
                  <a:pt x="37719" y="106875"/>
                  <a:pt x="48719" y="80156"/>
                  <a:pt x="70720" y="58147"/>
                </a:cubicBezTo>
                <a:cubicBezTo>
                  <a:pt x="92729" y="36146"/>
                  <a:pt x="119448" y="25146"/>
                  <a:pt x="150876" y="25146"/>
                </a:cubicBezTo>
                <a:cubicBezTo>
                  <a:pt x="177074" y="25146"/>
                  <a:pt x="200327" y="32900"/>
                  <a:pt x="220654" y="48408"/>
                </a:cubicBezTo>
                <a:cubicBezTo>
                  <a:pt x="240771" y="63706"/>
                  <a:pt x="253874" y="83713"/>
                  <a:pt x="259946" y="108439"/>
                </a:cubicBezTo>
                <a:lnTo>
                  <a:pt x="277237" y="176964"/>
                </a:lnTo>
                <a:cubicBezTo>
                  <a:pt x="278069" y="179899"/>
                  <a:pt x="277548" y="182624"/>
                  <a:pt x="275664" y="185139"/>
                </a:cubicBezTo>
                <a:cubicBezTo>
                  <a:pt x="273781" y="187443"/>
                  <a:pt x="271266" y="188595"/>
                  <a:pt x="268120" y="188595"/>
                </a:cubicBezTo>
                <a:lnTo>
                  <a:pt x="238887" y="188595"/>
                </a:lnTo>
                <a:lnTo>
                  <a:pt x="238887" y="232605"/>
                </a:lnTo>
                <a:cubicBezTo>
                  <a:pt x="238887" y="237835"/>
                  <a:pt x="237003" y="242243"/>
                  <a:pt x="233227" y="245800"/>
                </a:cubicBezTo>
                <a:cubicBezTo>
                  <a:pt x="229670" y="249576"/>
                  <a:pt x="225262" y="251460"/>
                  <a:pt x="220032" y="251460"/>
                </a:cubicBezTo>
                <a:lnTo>
                  <a:pt x="188595" y="251460"/>
                </a:lnTo>
                <a:lnTo>
                  <a:pt x="188595" y="267179"/>
                </a:lnTo>
                <a:cubicBezTo>
                  <a:pt x="188595" y="269903"/>
                  <a:pt x="187653" y="272098"/>
                  <a:pt x="185770" y="273781"/>
                </a:cubicBezTo>
                <a:cubicBezTo>
                  <a:pt x="184087" y="275664"/>
                  <a:pt x="181892" y="276606"/>
                  <a:pt x="179168" y="276606"/>
                </a:cubicBezTo>
                <a:cubicBezTo>
                  <a:pt x="176443" y="276606"/>
                  <a:pt x="174239" y="275664"/>
                  <a:pt x="172566" y="273781"/>
                </a:cubicBezTo>
                <a:cubicBezTo>
                  <a:pt x="170682" y="272098"/>
                  <a:pt x="169740" y="269903"/>
                  <a:pt x="169740" y="267179"/>
                </a:cubicBezTo>
                <a:lnTo>
                  <a:pt x="169740" y="242033"/>
                </a:lnTo>
                <a:cubicBezTo>
                  <a:pt x="169740" y="239308"/>
                  <a:pt x="170682" y="237104"/>
                  <a:pt x="172566" y="235431"/>
                </a:cubicBezTo>
                <a:cubicBezTo>
                  <a:pt x="174239" y="233547"/>
                  <a:pt x="176443" y="232605"/>
                  <a:pt x="179168" y="232605"/>
                </a:cubicBezTo>
                <a:lnTo>
                  <a:pt x="220032" y="232605"/>
                </a:lnTo>
                <a:lnTo>
                  <a:pt x="220032" y="179168"/>
                </a:lnTo>
                <a:cubicBezTo>
                  <a:pt x="220032" y="176443"/>
                  <a:pt x="220974" y="174239"/>
                  <a:pt x="222858" y="172566"/>
                </a:cubicBezTo>
                <a:cubicBezTo>
                  <a:pt x="224531" y="170682"/>
                  <a:pt x="226735" y="169740"/>
                  <a:pt x="229460" y="169740"/>
                </a:cubicBezTo>
                <a:lnTo>
                  <a:pt x="255858" y="169740"/>
                </a:lnTo>
                <a:lnTo>
                  <a:pt x="241712" y="113157"/>
                </a:lnTo>
                <a:cubicBezTo>
                  <a:pt x="236683" y="92830"/>
                  <a:pt x="225683" y="76279"/>
                  <a:pt x="208712" y="63496"/>
                </a:cubicBezTo>
                <a:cubicBezTo>
                  <a:pt x="191741" y="50502"/>
                  <a:pt x="172456" y="44010"/>
                  <a:pt x="150876" y="44010"/>
                </a:cubicBezTo>
                <a:cubicBezTo>
                  <a:pt x="124678" y="44010"/>
                  <a:pt x="102468" y="53117"/>
                  <a:pt x="84244" y="71351"/>
                </a:cubicBezTo>
                <a:cubicBezTo>
                  <a:pt x="65800" y="89373"/>
                  <a:pt x="56583" y="111484"/>
                  <a:pt x="56583" y="137672"/>
                </a:cubicBezTo>
                <a:cubicBezTo>
                  <a:pt x="56583" y="151086"/>
                  <a:pt x="59299" y="163870"/>
                  <a:pt x="64749" y="176022"/>
                </a:cubicBezTo>
                <a:cubicBezTo>
                  <a:pt x="70409" y="188174"/>
                  <a:pt x="78263" y="198964"/>
                  <a:pt x="88322" y="208401"/>
                </a:cubicBezTo>
                <a:lnTo>
                  <a:pt x="94302" y="214052"/>
                </a:lnTo>
                <a:lnTo>
                  <a:pt x="94302" y="267179"/>
                </a:lnTo>
                <a:cubicBezTo>
                  <a:pt x="94302" y="269903"/>
                  <a:pt x="93351" y="272098"/>
                  <a:pt x="91467" y="273781"/>
                </a:cubicBezTo>
                <a:cubicBezTo>
                  <a:pt x="89794" y="275664"/>
                  <a:pt x="87590" y="276606"/>
                  <a:pt x="84865" y="276606"/>
                </a:cubicBezTo>
                <a:cubicBezTo>
                  <a:pt x="82141" y="276606"/>
                  <a:pt x="79946" y="275664"/>
                  <a:pt x="78263" y="273781"/>
                </a:cubicBezTo>
                <a:cubicBezTo>
                  <a:pt x="76380" y="272098"/>
                  <a:pt x="75438" y="269903"/>
                  <a:pt x="75438" y="267179"/>
                </a:cubicBezTo>
                <a:lnTo>
                  <a:pt x="75438" y="222547"/>
                </a:lnTo>
                <a:close/>
                <a:moveTo>
                  <a:pt x="156216" y="160303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圖說"/>
          <p:cNvSpPr/>
          <p:nvPr/>
        </p:nvSpPr>
        <p:spPr>
          <a:xfrm>
            <a:off x="5522839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750" dirty="0"/>
          </a:p>
        </p:txBody>
      </p:sp>
      <p:sp>
        <p:nvSpPr>
          <p:cNvPr id="26" name="圖示 工廠"/>
          <p:cNvSpPr/>
          <p:nvPr/>
        </p:nvSpPr>
        <p:spPr>
          <a:xfrm>
            <a:off x="6222332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4010" y="276606"/>
                </a:moveTo>
                <a:cubicBezTo>
                  <a:pt x="38771" y="276606"/>
                  <a:pt x="34363" y="274722"/>
                  <a:pt x="30806" y="270946"/>
                </a:cubicBezTo>
                <a:cubicBezTo>
                  <a:pt x="27030" y="267389"/>
                  <a:pt x="25146" y="262981"/>
                  <a:pt x="25146" y="257751"/>
                </a:cubicBezTo>
                <a:lnTo>
                  <a:pt x="25146" y="137992"/>
                </a:lnTo>
                <a:cubicBezTo>
                  <a:pt x="25146" y="134216"/>
                  <a:pt x="26198" y="130659"/>
                  <a:pt x="28292" y="127303"/>
                </a:cubicBezTo>
                <a:cubicBezTo>
                  <a:pt x="30386" y="124157"/>
                  <a:pt x="33211" y="121853"/>
                  <a:pt x="36777" y="120390"/>
                </a:cubicBezTo>
                <a:lnTo>
                  <a:pt x="99953" y="93671"/>
                </a:lnTo>
                <a:cubicBezTo>
                  <a:pt x="103099" y="92409"/>
                  <a:pt x="106134" y="92620"/>
                  <a:pt x="109070" y="94302"/>
                </a:cubicBezTo>
                <a:cubicBezTo>
                  <a:pt x="111795" y="96186"/>
                  <a:pt x="113157" y="98801"/>
                  <a:pt x="113157" y="102157"/>
                </a:cubicBezTo>
                <a:lnTo>
                  <a:pt x="113157" y="113157"/>
                </a:lnTo>
                <a:lnTo>
                  <a:pt x="163138" y="93040"/>
                </a:lnTo>
                <a:cubicBezTo>
                  <a:pt x="166274" y="91787"/>
                  <a:pt x="169210" y="92098"/>
                  <a:pt x="171935" y="93982"/>
                </a:cubicBezTo>
                <a:cubicBezTo>
                  <a:pt x="174660" y="95866"/>
                  <a:pt x="176022" y="98490"/>
                  <a:pt x="176022" y="101846"/>
                </a:cubicBezTo>
                <a:lnTo>
                  <a:pt x="176022" y="125730"/>
                </a:lnTo>
                <a:lnTo>
                  <a:pt x="276606" y="125730"/>
                </a:lnTo>
                <a:lnTo>
                  <a:pt x="276606" y="257751"/>
                </a:lnTo>
                <a:cubicBezTo>
                  <a:pt x="276606" y="262981"/>
                  <a:pt x="274722" y="267389"/>
                  <a:pt x="270946" y="270946"/>
                </a:cubicBezTo>
                <a:cubicBezTo>
                  <a:pt x="267389" y="274722"/>
                  <a:pt x="262981" y="276606"/>
                  <a:pt x="257751" y="276606"/>
                </a:cubicBezTo>
                <a:lnTo>
                  <a:pt x="44010" y="276606"/>
                </a:lnTo>
                <a:close/>
                <a:moveTo>
                  <a:pt x="44010" y="257751"/>
                </a:moveTo>
                <a:lnTo>
                  <a:pt x="257751" y="257751"/>
                </a:lnTo>
                <a:lnTo>
                  <a:pt x="257751" y="144594"/>
                </a:lnTo>
                <a:lnTo>
                  <a:pt x="157167" y="144594"/>
                </a:lnTo>
                <a:lnTo>
                  <a:pt x="157167" y="115672"/>
                </a:lnTo>
                <a:lnTo>
                  <a:pt x="94302" y="140818"/>
                </a:lnTo>
                <a:lnTo>
                  <a:pt x="94302" y="115982"/>
                </a:lnTo>
                <a:lnTo>
                  <a:pt x="44010" y="138303"/>
                </a:lnTo>
                <a:lnTo>
                  <a:pt x="44010" y="257751"/>
                </a:lnTo>
                <a:close/>
                <a:moveTo>
                  <a:pt x="141449" y="226314"/>
                </a:moveTo>
                <a:lnTo>
                  <a:pt x="160303" y="226314"/>
                </a:lnTo>
                <a:lnTo>
                  <a:pt x="160303" y="176022"/>
                </a:lnTo>
                <a:lnTo>
                  <a:pt x="141449" y="176022"/>
                </a:lnTo>
                <a:lnTo>
                  <a:pt x="141449" y="226314"/>
                </a:lnTo>
                <a:close/>
                <a:moveTo>
                  <a:pt x="91157" y="226314"/>
                </a:moveTo>
                <a:lnTo>
                  <a:pt x="110011" y="226314"/>
                </a:lnTo>
                <a:lnTo>
                  <a:pt x="110011" y="176022"/>
                </a:lnTo>
                <a:lnTo>
                  <a:pt x="91157" y="176022"/>
                </a:lnTo>
                <a:lnTo>
                  <a:pt x="91157" y="226314"/>
                </a:lnTo>
                <a:close/>
                <a:moveTo>
                  <a:pt x="191741" y="226314"/>
                </a:moveTo>
                <a:lnTo>
                  <a:pt x="210595" y="226314"/>
                </a:lnTo>
                <a:lnTo>
                  <a:pt x="210595" y="176022"/>
                </a:lnTo>
                <a:lnTo>
                  <a:pt x="191741" y="176022"/>
                </a:lnTo>
                <a:lnTo>
                  <a:pt x="191741" y="226314"/>
                </a:lnTo>
                <a:close/>
                <a:moveTo>
                  <a:pt x="276606" y="125730"/>
                </a:moveTo>
                <a:lnTo>
                  <a:pt x="220032" y="125730"/>
                </a:lnTo>
                <a:lnTo>
                  <a:pt x="231654" y="33321"/>
                </a:lnTo>
                <a:cubicBezTo>
                  <a:pt x="232075" y="31016"/>
                  <a:pt x="233126" y="29124"/>
                  <a:pt x="234800" y="27661"/>
                </a:cubicBezTo>
                <a:cubicBezTo>
                  <a:pt x="236473" y="25987"/>
                  <a:pt x="238466" y="25146"/>
                  <a:pt x="240771" y="25146"/>
                </a:cubicBezTo>
                <a:lnTo>
                  <a:pt x="255858" y="25146"/>
                </a:lnTo>
                <a:cubicBezTo>
                  <a:pt x="258163" y="25146"/>
                  <a:pt x="260156" y="25987"/>
                  <a:pt x="261829" y="27661"/>
                </a:cubicBezTo>
                <a:cubicBezTo>
                  <a:pt x="263512" y="29124"/>
                  <a:pt x="264554" y="31016"/>
                  <a:pt x="264975" y="33321"/>
                </a:cubicBezTo>
                <a:lnTo>
                  <a:pt x="276606" y="12573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圖說"/>
          <p:cNvSpPr/>
          <p:nvPr/>
        </p:nvSpPr>
        <p:spPr>
          <a:xfrm>
            <a:off x="6077560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750" dirty="0"/>
          </a:p>
        </p:txBody>
      </p:sp>
      <p:sp>
        <p:nvSpPr>
          <p:cNvPr id="28" name="圖示 晶圓"/>
          <p:cNvSpPr/>
          <p:nvPr/>
        </p:nvSpPr>
        <p:spPr>
          <a:xfrm>
            <a:off x="6777053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4671" y="267809"/>
                </a:moveTo>
                <a:cubicBezTo>
                  <a:pt x="48527" y="245617"/>
                  <a:pt x="16075" y="186656"/>
                  <a:pt x="27368" y="127358"/>
                </a:cubicBezTo>
                <a:cubicBezTo>
                  <a:pt x="38661" y="68050"/>
                  <a:pt x="90507" y="25146"/>
                  <a:pt x="150876" y="25146"/>
                </a:cubicBezTo>
                <a:cubicBezTo>
                  <a:pt x="211245" y="25146"/>
                  <a:pt x="263091" y="68050"/>
                  <a:pt x="274384" y="127358"/>
                </a:cubicBezTo>
                <a:cubicBezTo>
                  <a:pt x="285677" y="186656"/>
                  <a:pt x="253225" y="245617"/>
                  <a:pt x="197081" y="267809"/>
                </a:cubicBezTo>
                <a:close/>
                <a:moveTo>
                  <a:pt x="193341" y="248945"/>
                </a:moveTo>
                <a:cubicBezTo>
                  <a:pt x="239838" y="228810"/>
                  <a:pt x="265807" y="178802"/>
                  <a:pt x="255520" y="129186"/>
                </a:cubicBezTo>
                <a:cubicBezTo>
                  <a:pt x="245242" y="79580"/>
                  <a:pt x="201543" y="44001"/>
                  <a:pt x="150876" y="44001"/>
                </a:cubicBezTo>
                <a:cubicBezTo>
                  <a:pt x="100209" y="44001"/>
                  <a:pt x="56510" y="79580"/>
                  <a:pt x="46232" y="129186"/>
                </a:cubicBezTo>
                <a:cubicBezTo>
                  <a:pt x="35945" y="178802"/>
                  <a:pt x="61914" y="228810"/>
                  <a:pt x="108411" y="248945"/>
                </a:cubicBezTo>
                <a:close/>
                <a:moveTo>
                  <a:pt x="103730" y="97438"/>
                </a:moveTo>
                <a:lnTo>
                  <a:pt x="135157" y="97438"/>
                </a:lnTo>
                <a:cubicBezTo>
                  <a:pt x="138632" y="97438"/>
                  <a:pt x="141449" y="100255"/>
                  <a:pt x="141449" y="103730"/>
                </a:cubicBezTo>
                <a:lnTo>
                  <a:pt x="141449" y="135157"/>
                </a:lnTo>
                <a:cubicBezTo>
                  <a:pt x="141449" y="138632"/>
                  <a:pt x="138632" y="141449"/>
                  <a:pt x="135157" y="141449"/>
                </a:cubicBezTo>
                <a:lnTo>
                  <a:pt x="103730" y="141449"/>
                </a:lnTo>
                <a:cubicBezTo>
                  <a:pt x="100255" y="141449"/>
                  <a:pt x="97438" y="138632"/>
                  <a:pt x="97438" y="135157"/>
                </a:cubicBezTo>
                <a:lnTo>
                  <a:pt x="97438" y="103730"/>
                </a:lnTo>
                <a:cubicBezTo>
                  <a:pt x="97438" y="100255"/>
                  <a:pt x="100255" y="97438"/>
                  <a:pt x="103730" y="97438"/>
                </a:cubicBezTo>
                <a:close/>
                <a:moveTo>
                  <a:pt x="166595" y="97438"/>
                </a:moveTo>
                <a:lnTo>
                  <a:pt x="198022" y="97438"/>
                </a:lnTo>
                <a:cubicBezTo>
                  <a:pt x="201497" y="97438"/>
                  <a:pt x="204314" y="100255"/>
                  <a:pt x="204314" y="103730"/>
                </a:cubicBezTo>
                <a:lnTo>
                  <a:pt x="204314" y="135157"/>
                </a:lnTo>
                <a:cubicBezTo>
                  <a:pt x="204314" y="138632"/>
                  <a:pt x="201497" y="141449"/>
                  <a:pt x="198022" y="141449"/>
                </a:cubicBezTo>
                <a:lnTo>
                  <a:pt x="166595" y="141449"/>
                </a:lnTo>
                <a:cubicBezTo>
                  <a:pt x="163120" y="141449"/>
                  <a:pt x="160303" y="138632"/>
                  <a:pt x="160303" y="135157"/>
                </a:cubicBezTo>
                <a:lnTo>
                  <a:pt x="160303" y="103730"/>
                </a:lnTo>
                <a:cubicBezTo>
                  <a:pt x="160303" y="100255"/>
                  <a:pt x="163120" y="97438"/>
                  <a:pt x="166595" y="97438"/>
                </a:cubicBezTo>
                <a:close/>
                <a:moveTo>
                  <a:pt x="103730" y="160303"/>
                </a:moveTo>
                <a:lnTo>
                  <a:pt x="135157" y="160303"/>
                </a:lnTo>
                <a:cubicBezTo>
                  <a:pt x="138632" y="160303"/>
                  <a:pt x="141449" y="163120"/>
                  <a:pt x="141449" y="166595"/>
                </a:cubicBezTo>
                <a:lnTo>
                  <a:pt x="141449" y="198022"/>
                </a:lnTo>
                <a:cubicBezTo>
                  <a:pt x="141449" y="201497"/>
                  <a:pt x="138632" y="204314"/>
                  <a:pt x="135157" y="204314"/>
                </a:cubicBezTo>
                <a:lnTo>
                  <a:pt x="103730" y="204314"/>
                </a:lnTo>
                <a:cubicBezTo>
                  <a:pt x="100255" y="204314"/>
                  <a:pt x="97438" y="201497"/>
                  <a:pt x="97438" y="198022"/>
                </a:cubicBezTo>
                <a:lnTo>
                  <a:pt x="97438" y="166595"/>
                </a:lnTo>
                <a:cubicBezTo>
                  <a:pt x="97438" y="163120"/>
                  <a:pt x="100255" y="160303"/>
                  <a:pt x="103730" y="160303"/>
                </a:cubicBezTo>
                <a:close/>
                <a:moveTo>
                  <a:pt x="166595" y="160303"/>
                </a:moveTo>
                <a:lnTo>
                  <a:pt x="198022" y="160303"/>
                </a:lnTo>
                <a:cubicBezTo>
                  <a:pt x="201497" y="160303"/>
                  <a:pt x="204314" y="163120"/>
                  <a:pt x="204314" y="166595"/>
                </a:cubicBezTo>
                <a:lnTo>
                  <a:pt x="204314" y="198022"/>
                </a:lnTo>
                <a:cubicBezTo>
                  <a:pt x="204314" y="201497"/>
                  <a:pt x="201497" y="204314"/>
                  <a:pt x="198022" y="204314"/>
                </a:cubicBezTo>
                <a:lnTo>
                  <a:pt x="166595" y="204314"/>
                </a:lnTo>
                <a:cubicBezTo>
                  <a:pt x="163120" y="204314"/>
                  <a:pt x="160303" y="201497"/>
                  <a:pt x="160303" y="198022"/>
                </a:cubicBezTo>
                <a:lnTo>
                  <a:pt x="160303" y="166595"/>
                </a:lnTo>
                <a:cubicBezTo>
                  <a:pt x="160303" y="163120"/>
                  <a:pt x="163120" y="160303"/>
                  <a:pt x="166595" y="160303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圖說"/>
          <p:cNvSpPr/>
          <p:nvPr/>
        </p:nvSpPr>
        <p:spPr>
          <a:xfrm>
            <a:off x="6632280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750" dirty="0"/>
          </a:p>
        </p:txBody>
      </p:sp>
      <p:sp>
        <p:nvSpPr>
          <p:cNvPr id="30" name="圖示 晶片"/>
          <p:cNvSpPr/>
          <p:nvPr/>
        </p:nvSpPr>
        <p:spPr>
          <a:xfrm>
            <a:off x="7331774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18497" y="173818"/>
                </a:moveTo>
                <a:lnTo>
                  <a:pt x="118497" y="128245"/>
                </a:lnTo>
                <a:cubicBezTo>
                  <a:pt x="118497" y="125520"/>
                  <a:pt x="119448" y="123316"/>
                  <a:pt x="121332" y="121643"/>
                </a:cubicBezTo>
                <a:cubicBezTo>
                  <a:pt x="123005" y="119759"/>
                  <a:pt x="125209" y="118817"/>
                  <a:pt x="127934" y="118817"/>
                </a:cubicBezTo>
                <a:lnTo>
                  <a:pt x="173507" y="118817"/>
                </a:lnTo>
                <a:cubicBezTo>
                  <a:pt x="176232" y="118817"/>
                  <a:pt x="178436" y="119759"/>
                  <a:pt x="180109" y="121643"/>
                </a:cubicBezTo>
                <a:cubicBezTo>
                  <a:pt x="181993" y="123316"/>
                  <a:pt x="182935" y="125520"/>
                  <a:pt x="182935" y="128245"/>
                </a:cubicBezTo>
                <a:lnTo>
                  <a:pt x="182935" y="173818"/>
                </a:lnTo>
                <a:cubicBezTo>
                  <a:pt x="182935" y="176543"/>
                  <a:pt x="181993" y="178747"/>
                  <a:pt x="180109" y="180420"/>
                </a:cubicBezTo>
                <a:cubicBezTo>
                  <a:pt x="178436" y="182313"/>
                  <a:pt x="176232" y="183255"/>
                  <a:pt x="173507" y="183255"/>
                </a:cubicBezTo>
                <a:lnTo>
                  <a:pt x="127934" y="183255"/>
                </a:lnTo>
                <a:cubicBezTo>
                  <a:pt x="125209" y="183255"/>
                  <a:pt x="123005" y="182313"/>
                  <a:pt x="121332" y="180420"/>
                </a:cubicBezTo>
                <a:cubicBezTo>
                  <a:pt x="119448" y="178747"/>
                  <a:pt x="118497" y="176543"/>
                  <a:pt x="118497" y="173818"/>
                </a:cubicBezTo>
                <a:close/>
                <a:moveTo>
                  <a:pt x="137361" y="164391"/>
                </a:moveTo>
                <a:lnTo>
                  <a:pt x="164080" y="164391"/>
                </a:lnTo>
                <a:lnTo>
                  <a:pt x="164080" y="137672"/>
                </a:lnTo>
                <a:lnTo>
                  <a:pt x="137361" y="137672"/>
                </a:lnTo>
                <a:lnTo>
                  <a:pt x="137361" y="164391"/>
                </a:lnTo>
                <a:close/>
                <a:moveTo>
                  <a:pt x="113157" y="254606"/>
                </a:moveTo>
                <a:lnTo>
                  <a:pt x="113157" y="238887"/>
                </a:lnTo>
                <a:lnTo>
                  <a:pt x="81729" y="238887"/>
                </a:lnTo>
                <a:cubicBezTo>
                  <a:pt x="76700" y="238887"/>
                  <a:pt x="72292" y="237003"/>
                  <a:pt x="68525" y="233227"/>
                </a:cubicBezTo>
                <a:cubicBezTo>
                  <a:pt x="64749" y="229460"/>
                  <a:pt x="62865" y="225061"/>
                  <a:pt x="62865" y="220032"/>
                </a:cubicBezTo>
                <a:lnTo>
                  <a:pt x="62865" y="188595"/>
                </a:lnTo>
                <a:lnTo>
                  <a:pt x="47146" y="188595"/>
                </a:lnTo>
                <a:cubicBezTo>
                  <a:pt x="44422" y="188595"/>
                  <a:pt x="42227" y="187653"/>
                  <a:pt x="40544" y="185770"/>
                </a:cubicBezTo>
                <a:cubicBezTo>
                  <a:pt x="38661" y="184087"/>
                  <a:pt x="37719" y="181892"/>
                  <a:pt x="37719" y="179168"/>
                </a:cubicBezTo>
                <a:cubicBezTo>
                  <a:pt x="37719" y="176443"/>
                  <a:pt x="38661" y="174239"/>
                  <a:pt x="40544" y="172566"/>
                </a:cubicBezTo>
                <a:cubicBezTo>
                  <a:pt x="42227" y="170682"/>
                  <a:pt x="44422" y="169740"/>
                  <a:pt x="47146" y="169740"/>
                </a:cubicBezTo>
                <a:lnTo>
                  <a:pt x="62865" y="169740"/>
                </a:lnTo>
                <a:lnTo>
                  <a:pt x="62865" y="130759"/>
                </a:lnTo>
                <a:lnTo>
                  <a:pt x="47146" y="130759"/>
                </a:lnTo>
                <a:cubicBezTo>
                  <a:pt x="44422" y="130759"/>
                  <a:pt x="42227" y="129817"/>
                  <a:pt x="40544" y="127934"/>
                </a:cubicBezTo>
                <a:cubicBezTo>
                  <a:pt x="38661" y="126251"/>
                  <a:pt x="37719" y="124057"/>
                  <a:pt x="37719" y="121332"/>
                </a:cubicBezTo>
                <a:cubicBezTo>
                  <a:pt x="37719" y="118607"/>
                  <a:pt x="38661" y="116403"/>
                  <a:pt x="40544" y="114730"/>
                </a:cubicBezTo>
                <a:cubicBezTo>
                  <a:pt x="42227" y="112846"/>
                  <a:pt x="44422" y="111904"/>
                  <a:pt x="47146" y="111904"/>
                </a:cubicBezTo>
                <a:lnTo>
                  <a:pt x="62865" y="111904"/>
                </a:lnTo>
                <a:lnTo>
                  <a:pt x="62865" y="80467"/>
                </a:lnTo>
                <a:cubicBezTo>
                  <a:pt x="62865" y="75438"/>
                  <a:pt x="64749" y="71040"/>
                  <a:pt x="68525" y="67263"/>
                </a:cubicBezTo>
                <a:cubicBezTo>
                  <a:pt x="72292" y="63496"/>
                  <a:pt x="76700" y="61612"/>
                  <a:pt x="81729" y="61612"/>
                </a:cubicBezTo>
                <a:lnTo>
                  <a:pt x="113157" y="61612"/>
                </a:lnTo>
                <a:lnTo>
                  <a:pt x="113157" y="47146"/>
                </a:lnTo>
                <a:cubicBezTo>
                  <a:pt x="113157" y="44422"/>
                  <a:pt x="114099" y="42227"/>
                  <a:pt x="115982" y="40544"/>
                </a:cubicBezTo>
                <a:cubicBezTo>
                  <a:pt x="117665" y="38661"/>
                  <a:pt x="119860" y="37719"/>
                  <a:pt x="122584" y="37719"/>
                </a:cubicBezTo>
                <a:cubicBezTo>
                  <a:pt x="125309" y="37719"/>
                  <a:pt x="127614" y="38661"/>
                  <a:pt x="129506" y="40544"/>
                </a:cubicBezTo>
                <a:cubicBezTo>
                  <a:pt x="131180" y="42227"/>
                  <a:pt x="132021" y="44422"/>
                  <a:pt x="132021" y="47146"/>
                </a:cubicBezTo>
                <a:lnTo>
                  <a:pt x="132021" y="61612"/>
                </a:lnTo>
                <a:lnTo>
                  <a:pt x="170993" y="61612"/>
                </a:lnTo>
                <a:lnTo>
                  <a:pt x="170993" y="47146"/>
                </a:lnTo>
                <a:cubicBezTo>
                  <a:pt x="170993" y="44422"/>
                  <a:pt x="171935" y="42227"/>
                  <a:pt x="173818" y="40544"/>
                </a:cubicBezTo>
                <a:cubicBezTo>
                  <a:pt x="175501" y="38661"/>
                  <a:pt x="177695" y="37719"/>
                  <a:pt x="180420" y="37719"/>
                </a:cubicBezTo>
                <a:cubicBezTo>
                  <a:pt x="183145" y="37719"/>
                  <a:pt x="185449" y="38661"/>
                  <a:pt x="187342" y="40544"/>
                </a:cubicBezTo>
                <a:cubicBezTo>
                  <a:pt x="189016" y="42227"/>
                  <a:pt x="189857" y="44422"/>
                  <a:pt x="189857" y="47146"/>
                </a:cubicBezTo>
                <a:lnTo>
                  <a:pt x="189857" y="61612"/>
                </a:lnTo>
                <a:lnTo>
                  <a:pt x="221285" y="61612"/>
                </a:lnTo>
                <a:cubicBezTo>
                  <a:pt x="226314" y="61612"/>
                  <a:pt x="230712" y="63496"/>
                  <a:pt x="234489" y="67263"/>
                </a:cubicBezTo>
                <a:cubicBezTo>
                  <a:pt x="238256" y="71040"/>
                  <a:pt x="240149" y="75438"/>
                  <a:pt x="240149" y="80467"/>
                </a:cubicBezTo>
                <a:lnTo>
                  <a:pt x="240149" y="111904"/>
                </a:lnTo>
                <a:lnTo>
                  <a:pt x="254606" y="111904"/>
                </a:lnTo>
                <a:cubicBezTo>
                  <a:pt x="257330" y="111904"/>
                  <a:pt x="259525" y="112846"/>
                  <a:pt x="261208" y="114730"/>
                </a:cubicBezTo>
                <a:cubicBezTo>
                  <a:pt x="263091" y="116403"/>
                  <a:pt x="264033" y="118607"/>
                  <a:pt x="264033" y="121332"/>
                </a:cubicBezTo>
                <a:cubicBezTo>
                  <a:pt x="264033" y="124057"/>
                  <a:pt x="263091" y="126361"/>
                  <a:pt x="261208" y="128245"/>
                </a:cubicBezTo>
                <a:cubicBezTo>
                  <a:pt x="259525" y="129918"/>
                  <a:pt x="257330" y="130759"/>
                  <a:pt x="254606" y="130759"/>
                </a:cubicBezTo>
                <a:lnTo>
                  <a:pt x="240149" y="130759"/>
                </a:lnTo>
                <a:lnTo>
                  <a:pt x="240149" y="169740"/>
                </a:lnTo>
                <a:lnTo>
                  <a:pt x="254606" y="169740"/>
                </a:lnTo>
                <a:cubicBezTo>
                  <a:pt x="257330" y="169740"/>
                  <a:pt x="259525" y="170682"/>
                  <a:pt x="261208" y="172566"/>
                </a:cubicBezTo>
                <a:cubicBezTo>
                  <a:pt x="263091" y="174239"/>
                  <a:pt x="264033" y="176443"/>
                  <a:pt x="264033" y="179168"/>
                </a:cubicBezTo>
                <a:cubicBezTo>
                  <a:pt x="264033" y="181892"/>
                  <a:pt x="263091" y="184197"/>
                  <a:pt x="261208" y="186080"/>
                </a:cubicBezTo>
                <a:cubicBezTo>
                  <a:pt x="259525" y="187754"/>
                  <a:pt x="257330" y="188595"/>
                  <a:pt x="254606" y="188595"/>
                </a:cubicBezTo>
                <a:lnTo>
                  <a:pt x="240149" y="188595"/>
                </a:lnTo>
                <a:lnTo>
                  <a:pt x="240149" y="220032"/>
                </a:lnTo>
                <a:cubicBezTo>
                  <a:pt x="240149" y="225061"/>
                  <a:pt x="238256" y="229460"/>
                  <a:pt x="234489" y="233227"/>
                </a:cubicBezTo>
                <a:cubicBezTo>
                  <a:pt x="230712" y="237003"/>
                  <a:pt x="226314" y="238887"/>
                  <a:pt x="221285" y="238887"/>
                </a:cubicBezTo>
                <a:lnTo>
                  <a:pt x="189857" y="238887"/>
                </a:lnTo>
                <a:lnTo>
                  <a:pt x="189857" y="254606"/>
                </a:lnTo>
                <a:cubicBezTo>
                  <a:pt x="189857" y="257330"/>
                  <a:pt x="188906" y="259525"/>
                  <a:pt x="187022" y="261208"/>
                </a:cubicBezTo>
                <a:cubicBezTo>
                  <a:pt x="185349" y="263091"/>
                  <a:pt x="183145" y="264033"/>
                  <a:pt x="180420" y="264033"/>
                </a:cubicBezTo>
                <a:cubicBezTo>
                  <a:pt x="177695" y="264033"/>
                  <a:pt x="175501" y="263091"/>
                  <a:pt x="173818" y="261208"/>
                </a:cubicBezTo>
                <a:cubicBezTo>
                  <a:pt x="171935" y="259525"/>
                  <a:pt x="170993" y="257330"/>
                  <a:pt x="170993" y="254606"/>
                </a:cubicBezTo>
                <a:lnTo>
                  <a:pt x="170993" y="238887"/>
                </a:lnTo>
                <a:lnTo>
                  <a:pt x="132021" y="238887"/>
                </a:lnTo>
                <a:lnTo>
                  <a:pt x="132021" y="254606"/>
                </a:lnTo>
                <a:cubicBezTo>
                  <a:pt x="132021" y="257330"/>
                  <a:pt x="131070" y="259525"/>
                  <a:pt x="129186" y="261208"/>
                </a:cubicBezTo>
                <a:cubicBezTo>
                  <a:pt x="127513" y="263091"/>
                  <a:pt x="125309" y="264033"/>
                  <a:pt x="122584" y="264033"/>
                </a:cubicBezTo>
                <a:cubicBezTo>
                  <a:pt x="119860" y="264033"/>
                  <a:pt x="117665" y="263091"/>
                  <a:pt x="115982" y="261208"/>
                </a:cubicBezTo>
                <a:cubicBezTo>
                  <a:pt x="114099" y="259525"/>
                  <a:pt x="113157" y="257330"/>
                  <a:pt x="113157" y="254606"/>
                </a:cubicBezTo>
                <a:close/>
                <a:moveTo>
                  <a:pt x="221285" y="220032"/>
                </a:moveTo>
                <a:lnTo>
                  <a:pt x="221285" y="80467"/>
                </a:lnTo>
                <a:lnTo>
                  <a:pt x="81729" y="80467"/>
                </a:lnTo>
                <a:lnTo>
                  <a:pt x="81729" y="220032"/>
                </a:lnTo>
                <a:lnTo>
                  <a:pt x="221285" y="220032"/>
                </a:ln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圖說"/>
          <p:cNvSpPr/>
          <p:nvPr/>
        </p:nvSpPr>
        <p:spPr>
          <a:xfrm>
            <a:off x="7187001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750" dirty="0"/>
          </a:p>
        </p:txBody>
      </p:sp>
      <p:sp>
        <p:nvSpPr>
          <p:cNvPr id="32" name="圖示 電路板"/>
          <p:cNvSpPr/>
          <p:nvPr/>
        </p:nvSpPr>
        <p:spPr>
          <a:xfrm>
            <a:off x="7886494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7146" y="264033"/>
                </a:moveTo>
                <a:cubicBezTo>
                  <a:pt x="42117" y="264033"/>
                  <a:pt x="37719" y="262149"/>
                  <a:pt x="33952" y="258373"/>
                </a:cubicBezTo>
                <a:cubicBezTo>
                  <a:pt x="30175" y="254606"/>
                  <a:pt x="28292" y="250207"/>
                  <a:pt x="28292" y="245178"/>
                </a:cubicBezTo>
                <a:lnTo>
                  <a:pt x="28292" y="56583"/>
                </a:lnTo>
                <a:cubicBezTo>
                  <a:pt x="28292" y="51554"/>
                  <a:pt x="30175" y="47146"/>
                  <a:pt x="33952" y="43379"/>
                </a:cubicBezTo>
                <a:cubicBezTo>
                  <a:pt x="37719" y="39603"/>
                  <a:pt x="42117" y="37719"/>
                  <a:pt x="47146" y="37719"/>
                </a:cubicBezTo>
                <a:lnTo>
                  <a:pt x="235741" y="37719"/>
                </a:lnTo>
                <a:cubicBezTo>
                  <a:pt x="240771" y="37719"/>
                  <a:pt x="245178" y="39603"/>
                  <a:pt x="248945" y="43379"/>
                </a:cubicBezTo>
                <a:cubicBezTo>
                  <a:pt x="252722" y="47146"/>
                  <a:pt x="254606" y="51554"/>
                  <a:pt x="254606" y="56583"/>
                </a:cubicBezTo>
                <a:lnTo>
                  <a:pt x="254606" y="75438"/>
                </a:lnTo>
                <a:lnTo>
                  <a:pt x="264033" y="75438"/>
                </a:lnTo>
                <a:cubicBezTo>
                  <a:pt x="266758" y="75438"/>
                  <a:pt x="268962" y="76380"/>
                  <a:pt x="270635" y="78263"/>
                </a:cubicBezTo>
                <a:cubicBezTo>
                  <a:pt x="272519" y="79946"/>
                  <a:pt x="273460" y="82141"/>
                  <a:pt x="273460" y="84865"/>
                </a:cubicBezTo>
                <a:cubicBezTo>
                  <a:pt x="273460" y="87590"/>
                  <a:pt x="272519" y="89794"/>
                  <a:pt x="270635" y="91467"/>
                </a:cubicBezTo>
                <a:cubicBezTo>
                  <a:pt x="268962" y="93351"/>
                  <a:pt x="266758" y="94302"/>
                  <a:pt x="264033" y="94302"/>
                </a:cubicBezTo>
                <a:lnTo>
                  <a:pt x="254606" y="94302"/>
                </a:lnTo>
                <a:lnTo>
                  <a:pt x="254606" y="141449"/>
                </a:lnTo>
                <a:lnTo>
                  <a:pt x="264033" y="141449"/>
                </a:lnTo>
                <a:cubicBezTo>
                  <a:pt x="266758" y="141449"/>
                  <a:pt x="269062" y="142390"/>
                  <a:pt x="270946" y="144274"/>
                </a:cubicBezTo>
                <a:cubicBezTo>
                  <a:pt x="272628" y="145947"/>
                  <a:pt x="273460" y="148151"/>
                  <a:pt x="273460" y="150876"/>
                </a:cubicBezTo>
                <a:cubicBezTo>
                  <a:pt x="273460" y="153601"/>
                  <a:pt x="272519" y="155905"/>
                  <a:pt x="270635" y="157789"/>
                </a:cubicBezTo>
                <a:cubicBezTo>
                  <a:pt x="268962" y="159471"/>
                  <a:pt x="266758" y="160303"/>
                  <a:pt x="264033" y="160303"/>
                </a:cubicBezTo>
                <a:lnTo>
                  <a:pt x="254606" y="160303"/>
                </a:lnTo>
                <a:lnTo>
                  <a:pt x="254606" y="207459"/>
                </a:lnTo>
                <a:lnTo>
                  <a:pt x="264033" y="207459"/>
                </a:lnTo>
                <a:cubicBezTo>
                  <a:pt x="266758" y="207459"/>
                  <a:pt x="269062" y="208401"/>
                  <a:pt x="270946" y="210285"/>
                </a:cubicBezTo>
                <a:cubicBezTo>
                  <a:pt x="272628" y="211958"/>
                  <a:pt x="273460" y="214162"/>
                  <a:pt x="273460" y="216887"/>
                </a:cubicBezTo>
                <a:cubicBezTo>
                  <a:pt x="273460" y="219611"/>
                  <a:pt x="272519" y="221916"/>
                  <a:pt x="270635" y="223799"/>
                </a:cubicBezTo>
                <a:cubicBezTo>
                  <a:pt x="268962" y="225473"/>
                  <a:pt x="266758" y="226314"/>
                  <a:pt x="264033" y="226314"/>
                </a:cubicBezTo>
                <a:lnTo>
                  <a:pt x="254606" y="226314"/>
                </a:lnTo>
                <a:lnTo>
                  <a:pt x="254606" y="245178"/>
                </a:lnTo>
                <a:cubicBezTo>
                  <a:pt x="254606" y="250207"/>
                  <a:pt x="252722" y="254606"/>
                  <a:pt x="248945" y="258373"/>
                </a:cubicBezTo>
                <a:cubicBezTo>
                  <a:pt x="245178" y="262149"/>
                  <a:pt x="240771" y="264033"/>
                  <a:pt x="235741" y="264033"/>
                </a:cubicBezTo>
                <a:lnTo>
                  <a:pt x="47146" y="264033"/>
                </a:lnTo>
                <a:close/>
                <a:moveTo>
                  <a:pt x="47146" y="245178"/>
                </a:moveTo>
                <a:lnTo>
                  <a:pt x="235741" y="245178"/>
                </a:lnTo>
                <a:lnTo>
                  <a:pt x="235741" y="56583"/>
                </a:lnTo>
                <a:lnTo>
                  <a:pt x="47146" y="56583"/>
                </a:lnTo>
                <a:lnTo>
                  <a:pt x="47146" y="245178"/>
                </a:lnTo>
                <a:close/>
                <a:moveTo>
                  <a:pt x="75438" y="226314"/>
                </a:moveTo>
                <a:lnTo>
                  <a:pt x="136099" y="226314"/>
                </a:lnTo>
                <a:cubicBezTo>
                  <a:pt x="138824" y="226314"/>
                  <a:pt x="141028" y="225372"/>
                  <a:pt x="142701" y="223489"/>
                </a:cubicBezTo>
                <a:cubicBezTo>
                  <a:pt x="144594" y="221806"/>
                  <a:pt x="145536" y="219611"/>
                  <a:pt x="145536" y="216887"/>
                </a:cubicBezTo>
                <a:lnTo>
                  <a:pt x="145536" y="172876"/>
                </a:lnTo>
                <a:cubicBezTo>
                  <a:pt x="145536" y="170152"/>
                  <a:pt x="144594" y="167957"/>
                  <a:pt x="142701" y="166274"/>
                </a:cubicBezTo>
                <a:cubicBezTo>
                  <a:pt x="141028" y="164391"/>
                  <a:pt x="138824" y="163449"/>
                  <a:pt x="136099" y="163449"/>
                </a:cubicBezTo>
                <a:lnTo>
                  <a:pt x="75438" y="163449"/>
                </a:lnTo>
                <a:cubicBezTo>
                  <a:pt x="72713" y="163449"/>
                  <a:pt x="70509" y="164391"/>
                  <a:pt x="68836" y="166274"/>
                </a:cubicBezTo>
                <a:cubicBezTo>
                  <a:pt x="66952" y="167957"/>
                  <a:pt x="66011" y="170152"/>
                  <a:pt x="66011" y="172876"/>
                </a:cubicBezTo>
                <a:lnTo>
                  <a:pt x="66011" y="216887"/>
                </a:lnTo>
                <a:cubicBezTo>
                  <a:pt x="66011" y="219611"/>
                  <a:pt x="66952" y="221806"/>
                  <a:pt x="68836" y="223489"/>
                </a:cubicBezTo>
                <a:cubicBezTo>
                  <a:pt x="70509" y="225372"/>
                  <a:pt x="72713" y="226314"/>
                  <a:pt x="75438" y="226314"/>
                </a:cubicBezTo>
                <a:close/>
                <a:moveTo>
                  <a:pt x="164391" y="120701"/>
                </a:moveTo>
                <a:lnTo>
                  <a:pt x="207459" y="120701"/>
                </a:lnTo>
                <a:cubicBezTo>
                  <a:pt x="210175" y="120701"/>
                  <a:pt x="212379" y="119759"/>
                  <a:pt x="214052" y="117875"/>
                </a:cubicBezTo>
                <a:cubicBezTo>
                  <a:pt x="215945" y="116193"/>
                  <a:pt x="216887" y="113998"/>
                  <a:pt x="216887" y="111273"/>
                </a:cubicBezTo>
                <a:lnTo>
                  <a:pt x="216887" y="84865"/>
                </a:lnTo>
                <a:cubicBezTo>
                  <a:pt x="216887" y="82141"/>
                  <a:pt x="215945" y="79946"/>
                  <a:pt x="214052" y="78263"/>
                </a:cubicBezTo>
                <a:cubicBezTo>
                  <a:pt x="212379" y="76380"/>
                  <a:pt x="210175" y="75438"/>
                  <a:pt x="207459" y="75438"/>
                </a:cubicBezTo>
                <a:lnTo>
                  <a:pt x="164391" y="75438"/>
                </a:lnTo>
                <a:cubicBezTo>
                  <a:pt x="161666" y="75438"/>
                  <a:pt x="159471" y="76380"/>
                  <a:pt x="157789" y="78263"/>
                </a:cubicBezTo>
                <a:cubicBezTo>
                  <a:pt x="155905" y="79946"/>
                  <a:pt x="154963" y="82141"/>
                  <a:pt x="154963" y="84865"/>
                </a:cubicBezTo>
                <a:lnTo>
                  <a:pt x="154963" y="111273"/>
                </a:lnTo>
                <a:cubicBezTo>
                  <a:pt x="154963" y="113998"/>
                  <a:pt x="155905" y="116193"/>
                  <a:pt x="157789" y="117875"/>
                </a:cubicBezTo>
                <a:cubicBezTo>
                  <a:pt x="159471" y="119759"/>
                  <a:pt x="161666" y="120701"/>
                  <a:pt x="164391" y="120701"/>
                </a:cubicBezTo>
                <a:close/>
                <a:moveTo>
                  <a:pt x="75438" y="154022"/>
                </a:moveTo>
                <a:lnTo>
                  <a:pt x="136099" y="154022"/>
                </a:lnTo>
                <a:cubicBezTo>
                  <a:pt x="138824" y="154022"/>
                  <a:pt x="141028" y="153080"/>
                  <a:pt x="142701" y="151187"/>
                </a:cubicBezTo>
                <a:cubicBezTo>
                  <a:pt x="144594" y="149514"/>
                  <a:pt x="145536" y="147310"/>
                  <a:pt x="145536" y="144594"/>
                </a:cubicBezTo>
                <a:lnTo>
                  <a:pt x="145536" y="84865"/>
                </a:lnTo>
                <a:cubicBezTo>
                  <a:pt x="145536" y="82141"/>
                  <a:pt x="144594" y="79946"/>
                  <a:pt x="142701" y="78263"/>
                </a:cubicBezTo>
                <a:cubicBezTo>
                  <a:pt x="141028" y="76380"/>
                  <a:pt x="138824" y="75438"/>
                  <a:pt x="136099" y="75438"/>
                </a:cubicBezTo>
                <a:lnTo>
                  <a:pt x="75438" y="75438"/>
                </a:lnTo>
                <a:cubicBezTo>
                  <a:pt x="72713" y="75438"/>
                  <a:pt x="70509" y="76380"/>
                  <a:pt x="68836" y="78263"/>
                </a:cubicBezTo>
                <a:cubicBezTo>
                  <a:pt x="66952" y="79946"/>
                  <a:pt x="66011" y="82141"/>
                  <a:pt x="66011" y="84865"/>
                </a:cubicBezTo>
                <a:lnTo>
                  <a:pt x="66011" y="144594"/>
                </a:lnTo>
                <a:cubicBezTo>
                  <a:pt x="66011" y="147310"/>
                  <a:pt x="66952" y="149514"/>
                  <a:pt x="68836" y="151187"/>
                </a:cubicBezTo>
                <a:cubicBezTo>
                  <a:pt x="70509" y="153080"/>
                  <a:pt x="72713" y="154022"/>
                  <a:pt x="75438" y="154022"/>
                </a:cubicBezTo>
                <a:close/>
                <a:moveTo>
                  <a:pt x="164391" y="226314"/>
                </a:moveTo>
                <a:lnTo>
                  <a:pt x="207459" y="226314"/>
                </a:lnTo>
                <a:cubicBezTo>
                  <a:pt x="210175" y="226314"/>
                  <a:pt x="212379" y="225372"/>
                  <a:pt x="214052" y="223489"/>
                </a:cubicBezTo>
                <a:cubicBezTo>
                  <a:pt x="215945" y="221806"/>
                  <a:pt x="216887" y="219611"/>
                  <a:pt x="216887" y="216887"/>
                </a:cubicBezTo>
                <a:lnTo>
                  <a:pt x="216887" y="139565"/>
                </a:lnTo>
                <a:cubicBezTo>
                  <a:pt x="216887" y="136840"/>
                  <a:pt x="215945" y="134636"/>
                  <a:pt x="214052" y="132963"/>
                </a:cubicBezTo>
                <a:cubicBezTo>
                  <a:pt x="212379" y="131070"/>
                  <a:pt x="210175" y="130128"/>
                  <a:pt x="207459" y="130128"/>
                </a:cubicBezTo>
                <a:lnTo>
                  <a:pt x="164391" y="130128"/>
                </a:lnTo>
                <a:cubicBezTo>
                  <a:pt x="161666" y="130128"/>
                  <a:pt x="159471" y="131070"/>
                  <a:pt x="157789" y="132963"/>
                </a:cubicBezTo>
                <a:cubicBezTo>
                  <a:pt x="155905" y="134636"/>
                  <a:pt x="154963" y="136840"/>
                  <a:pt x="154963" y="139565"/>
                </a:cubicBezTo>
                <a:lnTo>
                  <a:pt x="154963" y="216887"/>
                </a:lnTo>
                <a:cubicBezTo>
                  <a:pt x="154963" y="219611"/>
                  <a:pt x="155905" y="221806"/>
                  <a:pt x="157789" y="223489"/>
                </a:cubicBezTo>
                <a:cubicBezTo>
                  <a:pt x="159471" y="225372"/>
                  <a:pt x="161666" y="226314"/>
                  <a:pt x="164391" y="226314"/>
                </a:cubicBezTo>
                <a:close/>
                <a:moveTo>
                  <a:pt x="47146" y="56583"/>
                </a:moveTo>
                <a:lnTo>
                  <a:pt x="47146" y="245178"/>
                </a:lnTo>
                <a:lnTo>
                  <a:pt x="47146" y="56583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圖說"/>
          <p:cNvSpPr/>
          <p:nvPr/>
        </p:nvSpPr>
        <p:spPr>
          <a:xfrm>
            <a:off x="7741722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電路板</a:t>
            </a:r>
            <a:endParaRPr lang="en-US" sz="750" dirty="0"/>
          </a:p>
        </p:txBody>
      </p:sp>
      <p:sp>
        <p:nvSpPr>
          <p:cNvPr id="34" name="圖示 機台"/>
          <p:cNvSpPr/>
          <p:nvPr/>
        </p:nvSpPr>
        <p:spPr>
          <a:xfrm>
            <a:off x="8441215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6952" y="264033"/>
                </a:moveTo>
                <a:cubicBezTo>
                  <a:pt x="62764" y="264033"/>
                  <a:pt x="59299" y="262671"/>
                  <a:pt x="56583" y="259946"/>
                </a:cubicBezTo>
                <a:cubicBezTo>
                  <a:pt x="53648" y="257010"/>
                  <a:pt x="52176" y="253453"/>
                  <a:pt x="52176" y="249256"/>
                </a:cubicBezTo>
                <a:cubicBezTo>
                  <a:pt x="52176" y="245068"/>
                  <a:pt x="53648" y="241612"/>
                  <a:pt x="56583" y="238887"/>
                </a:cubicBezTo>
                <a:cubicBezTo>
                  <a:pt x="59299" y="235952"/>
                  <a:pt x="62764" y="234489"/>
                  <a:pt x="66952" y="234489"/>
                </a:cubicBezTo>
                <a:lnTo>
                  <a:pt x="92098" y="234489"/>
                </a:lnTo>
                <a:lnTo>
                  <a:pt x="58778" y="120701"/>
                </a:lnTo>
                <a:cubicBezTo>
                  <a:pt x="52075" y="117555"/>
                  <a:pt x="46836" y="113367"/>
                  <a:pt x="43059" y="108128"/>
                </a:cubicBezTo>
                <a:cubicBezTo>
                  <a:pt x="39292" y="102678"/>
                  <a:pt x="37408" y="95555"/>
                  <a:pt x="37408" y="86758"/>
                </a:cubicBezTo>
                <a:cubicBezTo>
                  <a:pt x="37408" y="76901"/>
                  <a:pt x="41075" y="68415"/>
                  <a:pt x="48408" y="61292"/>
                </a:cubicBezTo>
                <a:cubicBezTo>
                  <a:pt x="55532" y="53959"/>
                  <a:pt x="64017" y="50292"/>
                  <a:pt x="73865" y="50292"/>
                </a:cubicBezTo>
                <a:cubicBezTo>
                  <a:pt x="83082" y="50292"/>
                  <a:pt x="90736" y="52807"/>
                  <a:pt x="96817" y="57836"/>
                </a:cubicBezTo>
                <a:cubicBezTo>
                  <a:pt x="102888" y="62655"/>
                  <a:pt x="106976" y="69156"/>
                  <a:pt x="109070" y="77322"/>
                </a:cubicBezTo>
                <a:lnTo>
                  <a:pt x="154963" y="77322"/>
                </a:lnTo>
                <a:lnTo>
                  <a:pt x="154963" y="58778"/>
                </a:lnTo>
                <a:cubicBezTo>
                  <a:pt x="154963" y="56263"/>
                  <a:pt x="155905" y="54068"/>
                  <a:pt x="157789" y="52176"/>
                </a:cubicBezTo>
                <a:cubicBezTo>
                  <a:pt x="159682" y="50292"/>
                  <a:pt x="161876" y="49350"/>
                  <a:pt x="164391" y="49350"/>
                </a:cubicBezTo>
                <a:cubicBezTo>
                  <a:pt x="166695" y="49350"/>
                  <a:pt x="168689" y="50292"/>
                  <a:pt x="170362" y="52176"/>
                </a:cubicBezTo>
                <a:cubicBezTo>
                  <a:pt x="171834" y="53858"/>
                  <a:pt x="172566" y="55842"/>
                  <a:pt x="172566" y="58147"/>
                </a:cubicBezTo>
                <a:lnTo>
                  <a:pt x="196139" y="35515"/>
                </a:lnTo>
                <a:cubicBezTo>
                  <a:pt x="197812" y="33842"/>
                  <a:pt x="200016" y="32790"/>
                  <a:pt x="202741" y="32379"/>
                </a:cubicBezTo>
                <a:cubicBezTo>
                  <a:pt x="205255" y="31748"/>
                  <a:pt x="207871" y="32059"/>
                  <a:pt x="210595" y="33321"/>
                </a:cubicBezTo>
                <a:lnTo>
                  <a:pt x="260266" y="57205"/>
                </a:lnTo>
                <a:cubicBezTo>
                  <a:pt x="262149" y="58256"/>
                  <a:pt x="263512" y="59719"/>
                  <a:pt x="264344" y="61612"/>
                </a:cubicBezTo>
                <a:cubicBezTo>
                  <a:pt x="264975" y="63496"/>
                  <a:pt x="264765" y="65480"/>
                  <a:pt x="263722" y="67583"/>
                </a:cubicBezTo>
                <a:cubicBezTo>
                  <a:pt x="262671" y="69677"/>
                  <a:pt x="261208" y="70930"/>
                  <a:pt x="259315" y="71351"/>
                </a:cubicBezTo>
                <a:cubicBezTo>
                  <a:pt x="257221" y="71771"/>
                  <a:pt x="255236" y="71460"/>
                  <a:pt x="253344" y="70409"/>
                </a:cubicBezTo>
                <a:lnTo>
                  <a:pt x="204624" y="46836"/>
                </a:lnTo>
                <a:lnTo>
                  <a:pt x="173818" y="77953"/>
                </a:lnTo>
                <a:lnTo>
                  <a:pt x="173818" y="94302"/>
                </a:lnTo>
                <a:lnTo>
                  <a:pt x="204624" y="126672"/>
                </a:lnTo>
                <a:lnTo>
                  <a:pt x="253344" y="102788"/>
                </a:lnTo>
                <a:cubicBezTo>
                  <a:pt x="255438" y="101736"/>
                  <a:pt x="257431" y="101526"/>
                  <a:pt x="259315" y="102157"/>
                </a:cubicBezTo>
                <a:cubicBezTo>
                  <a:pt x="261208" y="102577"/>
                  <a:pt x="262671" y="103830"/>
                  <a:pt x="263722" y="105924"/>
                </a:cubicBezTo>
                <a:cubicBezTo>
                  <a:pt x="264765" y="108027"/>
                  <a:pt x="264975" y="110121"/>
                  <a:pt x="264344" y="112215"/>
                </a:cubicBezTo>
                <a:cubicBezTo>
                  <a:pt x="263512" y="114309"/>
                  <a:pt x="262040" y="115882"/>
                  <a:pt x="259946" y="116933"/>
                </a:cubicBezTo>
                <a:lnTo>
                  <a:pt x="211857" y="139565"/>
                </a:lnTo>
                <a:cubicBezTo>
                  <a:pt x="208922" y="141028"/>
                  <a:pt x="206097" y="141759"/>
                  <a:pt x="203372" y="141759"/>
                </a:cubicBezTo>
                <a:cubicBezTo>
                  <a:pt x="200647" y="141549"/>
                  <a:pt x="198233" y="140397"/>
                  <a:pt x="196139" y="138303"/>
                </a:cubicBezTo>
                <a:lnTo>
                  <a:pt x="172566" y="115672"/>
                </a:lnTo>
                <a:cubicBezTo>
                  <a:pt x="172566" y="118607"/>
                  <a:pt x="171834" y="120801"/>
                  <a:pt x="170362" y="122274"/>
                </a:cubicBezTo>
                <a:cubicBezTo>
                  <a:pt x="168689" y="123737"/>
                  <a:pt x="166695" y="124477"/>
                  <a:pt x="164391" y="124477"/>
                </a:cubicBezTo>
                <a:cubicBezTo>
                  <a:pt x="161876" y="124477"/>
                  <a:pt x="159682" y="123526"/>
                  <a:pt x="157789" y="121643"/>
                </a:cubicBezTo>
                <a:cubicBezTo>
                  <a:pt x="155905" y="119759"/>
                  <a:pt x="154963" y="117555"/>
                  <a:pt x="154963" y="115041"/>
                </a:cubicBezTo>
                <a:lnTo>
                  <a:pt x="154963" y="96186"/>
                </a:lnTo>
                <a:lnTo>
                  <a:pt x="108439" y="96186"/>
                </a:lnTo>
                <a:cubicBezTo>
                  <a:pt x="108439" y="98700"/>
                  <a:pt x="107817" y="101316"/>
                  <a:pt x="106555" y="104040"/>
                </a:cubicBezTo>
                <a:cubicBezTo>
                  <a:pt x="105092" y="106555"/>
                  <a:pt x="103409" y="108649"/>
                  <a:pt x="101526" y="110332"/>
                </a:cubicBezTo>
                <a:lnTo>
                  <a:pt x="165964" y="234489"/>
                </a:lnTo>
                <a:lnTo>
                  <a:pt x="200857" y="234489"/>
                </a:lnTo>
                <a:cubicBezTo>
                  <a:pt x="205045" y="234489"/>
                  <a:pt x="208611" y="235952"/>
                  <a:pt x="211537" y="238887"/>
                </a:cubicBezTo>
                <a:cubicBezTo>
                  <a:pt x="214262" y="241612"/>
                  <a:pt x="215625" y="245068"/>
                  <a:pt x="215625" y="249256"/>
                </a:cubicBezTo>
                <a:cubicBezTo>
                  <a:pt x="215625" y="253453"/>
                  <a:pt x="214262" y="257010"/>
                  <a:pt x="211537" y="259946"/>
                </a:cubicBezTo>
                <a:cubicBezTo>
                  <a:pt x="208611" y="262671"/>
                  <a:pt x="205045" y="264033"/>
                  <a:pt x="200857" y="264033"/>
                </a:cubicBezTo>
                <a:lnTo>
                  <a:pt x="66952" y="264033"/>
                </a:lnTo>
                <a:close/>
                <a:moveTo>
                  <a:pt x="86438" y="99331"/>
                </a:moveTo>
                <a:cubicBezTo>
                  <a:pt x="89794" y="95975"/>
                  <a:pt x="91467" y="91787"/>
                  <a:pt x="91467" y="86758"/>
                </a:cubicBezTo>
                <a:cubicBezTo>
                  <a:pt x="91467" y="81729"/>
                  <a:pt x="89794" y="77532"/>
                  <a:pt x="86438" y="74185"/>
                </a:cubicBezTo>
                <a:cubicBezTo>
                  <a:pt x="83082" y="70829"/>
                  <a:pt x="78894" y="69156"/>
                  <a:pt x="73865" y="69156"/>
                </a:cubicBezTo>
                <a:cubicBezTo>
                  <a:pt x="68836" y="69156"/>
                  <a:pt x="64648" y="70829"/>
                  <a:pt x="61292" y="74185"/>
                </a:cubicBezTo>
                <a:cubicBezTo>
                  <a:pt x="57936" y="77532"/>
                  <a:pt x="56263" y="81729"/>
                  <a:pt x="56263" y="86758"/>
                </a:cubicBezTo>
                <a:cubicBezTo>
                  <a:pt x="56263" y="91787"/>
                  <a:pt x="57936" y="95975"/>
                  <a:pt x="61292" y="99331"/>
                </a:cubicBezTo>
                <a:cubicBezTo>
                  <a:pt x="64648" y="102678"/>
                  <a:pt x="68836" y="104360"/>
                  <a:pt x="73865" y="104360"/>
                </a:cubicBezTo>
                <a:cubicBezTo>
                  <a:pt x="78894" y="104360"/>
                  <a:pt x="83082" y="102678"/>
                  <a:pt x="86438" y="99331"/>
                </a:cubicBezTo>
                <a:close/>
                <a:moveTo>
                  <a:pt x="112846" y="234489"/>
                </a:moveTo>
                <a:lnTo>
                  <a:pt x="144905" y="234489"/>
                </a:lnTo>
                <a:lnTo>
                  <a:pt x="85496" y="119128"/>
                </a:lnTo>
                <a:cubicBezTo>
                  <a:pt x="84865" y="119549"/>
                  <a:pt x="83823" y="119969"/>
                  <a:pt x="82351" y="120390"/>
                </a:cubicBezTo>
                <a:cubicBezTo>
                  <a:pt x="80888" y="120801"/>
                  <a:pt x="79736" y="121121"/>
                  <a:pt x="78894" y="121332"/>
                </a:cubicBezTo>
                <a:lnTo>
                  <a:pt x="112846" y="234489"/>
                </a:lnTo>
                <a:close/>
                <a:moveTo>
                  <a:pt x="144905" y="234489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圖說"/>
          <p:cNvSpPr/>
          <p:nvPr/>
        </p:nvSpPr>
        <p:spPr>
          <a:xfrm>
            <a:off x="8296443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750" dirty="0"/>
          </a:p>
        </p:txBody>
      </p:sp>
      <p:sp>
        <p:nvSpPr>
          <p:cNvPr id="36" name="圖示 產線"/>
          <p:cNvSpPr/>
          <p:nvPr/>
        </p:nvSpPr>
        <p:spPr>
          <a:xfrm>
            <a:off x="8995936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3176" y="264033"/>
                </a:moveTo>
                <a:cubicBezTo>
                  <a:pt x="52706" y="264033"/>
                  <a:pt x="43800" y="260366"/>
                  <a:pt x="36466" y="253033"/>
                </a:cubicBezTo>
                <a:cubicBezTo>
                  <a:pt x="29124" y="245699"/>
                  <a:pt x="25457" y="236793"/>
                  <a:pt x="25457" y="226314"/>
                </a:cubicBezTo>
                <a:cubicBezTo>
                  <a:pt x="25457" y="215835"/>
                  <a:pt x="29124" y="206929"/>
                  <a:pt x="36466" y="199595"/>
                </a:cubicBezTo>
                <a:cubicBezTo>
                  <a:pt x="43800" y="192262"/>
                  <a:pt x="52706" y="188595"/>
                  <a:pt x="63176" y="188595"/>
                </a:cubicBezTo>
                <a:lnTo>
                  <a:pt x="239198" y="188595"/>
                </a:lnTo>
                <a:cubicBezTo>
                  <a:pt x="249677" y="188595"/>
                  <a:pt x="258583" y="192262"/>
                  <a:pt x="265917" y="199595"/>
                </a:cubicBezTo>
                <a:cubicBezTo>
                  <a:pt x="273250" y="206929"/>
                  <a:pt x="276917" y="215835"/>
                  <a:pt x="276917" y="226314"/>
                </a:cubicBezTo>
                <a:cubicBezTo>
                  <a:pt x="276917" y="236793"/>
                  <a:pt x="273250" y="245699"/>
                  <a:pt x="265917" y="253033"/>
                </a:cubicBezTo>
                <a:cubicBezTo>
                  <a:pt x="258583" y="260366"/>
                  <a:pt x="249677" y="264033"/>
                  <a:pt x="239198" y="264033"/>
                </a:cubicBezTo>
                <a:lnTo>
                  <a:pt x="63176" y="264033"/>
                </a:lnTo>
                <a:close/>
                <a:moveTo>
                  <a:pt x="63176" y="245178"/>
                </a:moveTo>
                <a:lnTo>
                  <a:pt x="239198" y="245178"/>
                </a:lnTo>
                <a:cubicBezTo>
                  <a:pt x="244648" y="245178"/>
                  <a:pt x="249156" y="243395"/>
                  <a:pt x="252722" y="239829"/>
                </a:cubicBezTo>
                <a:cubicBezTo>
                  <a:pt x="256279" y="236062"/>
                  <a:pt x="258062" y="231554"/>
                  <a:pt x="258062" y="226314"/>
                </a:cubicBezTo>
                <a:cubicBezTo>
                  <a:pt x="258062" y="221074"/>
                  <a:pt x="256279" y="216676"/>
                  <a:pt x="252722" y="213110"/>
                </a:cubicBezTo>
                <a:cubicBezTo>
                  <a:pt x="249156" y="209343"/>
                  <a:pt x="244648" y="207459"/>
                  <a:pt x="239198" y="207459"/>
                </a:cubicBezTo>
                <a:lnTo>
                  <a:pt x="63176" y="207459"/>
                </a:lnTo>
                <a:cubicBezTo>
                  <a:pt x="57936" y="207459"/>
                  <a:pt x="53438" y="209343"/>
                  <a:pt x="49661" y="213110"/>
                </a:cubicBezTo>
                <a:cubicBezTo>
                  <a:pt x="46104" y="216676"/>
                  <a:pt x="44321" y="221074"/>
                  <a:pt x="44321" y="226314"/>
                </a:cubicBezTo>
                <a:cubicBezTo>
                  <a:pt x="44321" y="231554"/>
                  <a:pt x="46104" y="236062"/>
                  <a:pt x="49661" y="239829"/>
                </a:cubicBezTo>
                <a:cubicBezTo>
                  <a:pt x="53438" y="243395"/>
                  <a:pt x="57936" y="245178"/>
                  <a:pt x="63176" y="245178"/>
                </a:cubicBezTo>
                <a:close/>
                <a:moveTo>
                  <a:pt x="122905" y="163449"/>
                </a:moveTo>
                <a:cubicBezTo>
                  <a:pt x="120180" y="163449"/>
                  <a:pt x="117976" y="162507"/>
                  <a:pt x="116303" y="160624"/>
                </a:cubicBezTo>
                <a:cubicBezTo>
                  <a:pt x="114419" y="158941"/>
                  <a:pt x="113468" y="156746"/>
                  <a:pt x="113468" y="154022"/>
                </a:cubicBezTo>
                <a:lnTo>
                  <a:pt x="113468" y="47146"/>
                </a:lnTo>
                <a:cubicBezTo>
                  <a:pt x="113468" y="44422"/>
                  <a:pt x="114419" y="42227"/>
                  <a:pt x="116303" y="40544"/>
                </a:cubicBezTo>
                <a:cubicBezTo>
                  <a:pt x="117976" y="38661"/>
                  <a:pt x="120180" y="37719"/>
                  <a:pt x="122905" y="37719"/>
                </a:cubicBezTo>
                <a:lnTo>
                  <a:pt x="229770" y="37719"/>
                </a:lnTo>
                <a:cubicBezTo>
                  <a:pt x="232495" y="37719"/>
                  <a:pt x="234699" y="38661"/>
                  <a:pt x="236372" y="40544"/>
                </a:cubicBezTo>
                <a:cubicBezTo>
                  <a:pt x="238256" y="42227"/>
                  <a:pt x="239198" y="44422"/>
                  <a:pt x="239198" y="47146"/>
                </a:cubicBezTo>
                <a:lnTo>
                  <a:pt x="239198" y="154022"/>
                </a:lnTo>
                <a:cubicBezTo>
                  <a:pt x="239198" y="156746"/>
                  <a:pt x="238256" y="158941"/>
                  <a:pt x="236372" y="160624"/>
                </a:cubicBezTo>
                <a:cubicBezTo>
                  <a:pt x="234699" y="162507"/>
                  <a:pt x="232495" y="163449"/>
                  <a:pt x="229770" y="163449"/>
                </a:cubicBezTo>
                <a:lnTo>
                  <a:pt x="122905" y="163449"/>
                </a:lnTo>
                <a:close/>
                <a:moveTo>
                  <a:pt x="132332" y="144594"/>
                </a:moveTo>
                <a:lnTo>
                  <a:pt x="220343" y="144594"/>
                </a:lnTo>
                <a:lnTo>
                  <a:pt x="220343" y="56583"/>
                </a:lnTo>
                <a:lnTo>
                  <a:pt x="132332" y="56583"/>
                </a:lnTo>
                <a:lnTo>
                  <a:pt x="132332" y="144594"/>
                </a:lnTo>
                <a:close/>
                <a:moveTo>
                  <a:pt x="34263" y="135157"/>
                </a:moveTo>
                <a:cubicBezTo>
                  <a:pt x="31538" y="135157"/>
                  <a:pt x="29334" y="134325"/>
                  <a:pt x="27661" y="132643"/>
                </a:cubicBezTo>
                <a:cubicBezTo>
                  <a:pt x="25777" y="130759"/>
                  <a:pt x="24835" y="128455"/>
                  <a:pt x="24835" y="125730"/>
                </a:cubicBezTo>
                <a:cubicBezTo>
                  <a:pt x="24835" y="123005"/>
                  <a:pt x="25777" y="120801"/>
                  <a:pt x="27661" y="119128"/>
                </a:cubicBezTo>
                <a:cubicBezTo>
                  <a:pt x="29334" y="117244"/>
                  <a:pt x="31538" y="116303"/>
                  <a:pt x="34263" y="116303"/>
                </a:cubicBezTo>
                <a:lnTo>
                  <a:pt x="84865" y="116303"/>
                </a:lnTo>
                <a:cubicBezTo>
                  <a:pt x="87590" y="116303"/>
                  <a:pt x="89794" y="117244"/>
                  <a:pt x="91467" y="119128"/>
                </a:cubicBezTo>
                <a:cubicBezTo>
                  <a:pt x="93351" y="120801"/>
                  <a:pt x="94302" y="123005"/>
                  <a:pt x="94302" y="125730"/>
                </a:cubicBezTo>
                <a:cubicBezTo>
                  <a:pt x="94302" y="128455"/>
                  <a:pt x="93351" y="130759"/>
                  <a:pt x="91467" y="132643"/>
                </a:cubicBezTo>
                <a:cubicBezTo>
                  <a:pt x="89794" y="134325"/>
                  <a:pt x="87590" y="135157"/>
                  <a:pt x="84865" y="135157"/>
                </a:cubicBezTo>
                <a:lnTo>
                  <a:pt x="34263" y="135157"/>
                </a:lnTo>
                <a:close/>
                <a:moveTo>
                  <a:pt x="160303" y="97438"/>
                </a:moveTo>
                <a:lnTo>
                  <a:pt x="192371" y="97438"/>
                </a:lnTo>
                <a:cubicBezTo>
                  <a:pt x="195087" y="97438"/>
                  <a:pt x="197401" y="96497"/>
                  <a:pt x="199284" y="94613"/>
                </a:cubicBezTo>
                <a:cubicBezTo>
                  <a:pt x="200958" y="92940"/>
                  <a:pt x="201799" y="90736"/>
                  <a:pt x="201799" y="88011"/>
                </a:cubicBezTo>
                <a:cubicBezTo>
                  <a:pt x="201799" y="85286"/>
                  <a:pt x="200958" y="83082"/>
                  <a:pt x="199284" y="81409"/>
                </a:cubicBezTo>
                <a:cubicBezTo>
                  <a:pt x="197401" y="79525"/>
                  <a:pt x="195087" y="78584"/>
                  <a:pt x="192371" y="78584"/>
                </a:cubicBezTo>
                <a:lnTo>
                  <a:pt x="160303" y="78584"/>
                </a:lnTo>
                <a:cubicBezTo>
                  <a:pt x="157579" y="78584"/>
                  <a:pt x="155274" y="79416"/>
                  <a:pt x="153391" y="81098"/>
                </a:cubicBezTo>
                <a:cubicBezTo>
                  <a:pt x="151717" y="82982"/>
                  <a:pt x="150876" y="85286"/>
                  <a:pt x="150876" y="88011"/>
                </a:cubicBezTo>
                <a:cubicBezTo>
                  <a:pt x="150876" y="90736"/>
                  <a:pt x="151818" y="93040"/>
                  <a:pt x="153701" y="94924"/>
                </a:cubicBezTo>
                <a:cubicBezTo>
                  <a:pt x="155384" y="96606"/>
                  <a:pt x="157579" y="97438"/>
                  <a:pt x="160303" y="97438"/>
                </a:cubicBezTo>
                <a:close/>
                <a:moveTo>
                  <a:pt x="60040" y="97438"/>
                </a:moveTo>
                <a:cubicBezTo>
                  <a:pt x="57315" y="97438"/>
                  <a:pt x="55010" y="96497"/>
                  <a:pt x="53117" y="94613"/>
                </a:cubicBezTo>
                <a:cubicBezTo>
                  <a:pt x="51444" y="92940"/>
                  <a:pt x="50603" y="90736"/>
                  <a:pt x="50603" y="88011"/>
                </a:cubicBezTo>
                <a:cubicBezTo>
                  <a:pt x="50603" y="85286"/>
                  <a:pt x="51554" y="83082"/>
                  <a:pt x="53438" y="81409"/>
                </a:cubicBezTo>
                <a:cubicBezTo>
                  <a:pt x="55111" y="79525"/>
                  <a:pt x="57315" y="78584"/>
                  <a:pt x="60040" y="78584"/>
                </a:cubicBezTo>
                <a:lnTo>
                  <a:pt x="87380" y="78584"/>
                </a:lnTo>
                <a:cubicBezTo>
                  <a:pt x="90105" y="78584"/>
                  <a:pt x="92409" y="79416"/>
                  <a:pt x="94302" y="81098"/>
                </a:cubicBezTo>
                <a:cubicBezTo>
                  <a:pt x="95975" y="82982"/>
                  <a:pt x="96817" y="85286"/>
                  <a:pt x="96817" y="88011"/>
                </a:cubicBezTo>
                <a:cubicBezTo>
                  <a:pt x="96817" y="90736"/>
                  <a:pt x="95975" y="93040"/>
                  <a:pt x="94302" y="94924"/>
                </a:cubicBezTo>
                <a:cubicBezTo>
                  <a:pt x="92409" y="96606"/>
                  <a:pt x="90105" y="97438"/>
                  <a:pt x="87380" y="97438"/>
                </a:cubicBezTo>
                <a:lnTo>
                  <a:pt x="60040" y="97438"/>
                </a:lnTo>
                <a:close/>
                <a:moveTo>
                  <a:pt x="132332" y="144594"/>
                </a:moveTo>
                <a:lnTo>
                  <a:pt x="132332" y="56583"/>
                </a:lnTo>
                <a:lnTo>
                  <a:pt x="132332" y="14459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圖說"/>
          <p:cNvSpPr/>
          <p:nvPr/>
        </p:nvSpPr>
        <p:spPr>
          <a:xfrm>
            <a:off x="8851163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</a:t>
            </a:r>
            <a:endParaRPr lang="en-US" sz="750" dirty="0"/>
          </a:p>
        </p:txBody>
      </p:sp>
      <p:sp>
        <p:nvSpPr>
          <p:cNvPr id="38" name="圖示 維修"/>
          <p:cNvSpPr/>
          <p:nvPr/>
        </p:nvSpPr>
        <p:spPr>
          <a:xfrm>
            <a:off x="9550657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11273" y="185449"/>
                </a:moveTo>
                <a:cubicBezTo>
                  <a:pt x="90946" y="185449"/>
                  <a:pt x="73655" y="178326"/>
                  <a:pt x="59409" y="164080"/>
                </a:cubicBezTo>
                <a:cubicBezTo>
                  <a:pt x="45162" y="150035"/>
                  <a:pt x="38030" y="132853"/>
                  <a:pt x="38030" y="112526"/>
                </a:cubicBezTo>
                <a:cubicBezTo>
                  <a:pt x="38030" y="108338"/>
                  <a:pt x="38350" y="104461"/>
                  <a:pt x="38981" y="100895"/>
                </a:cubicBezTo>
                <a:cubicBezTo>
                  <a:pt x="39603" y="97128"/>
                  <a:pt x="40755" y="93251"/>
                  <a:pt x="42437" y="89273"/>
                </a:cubicBezTo>
                <a:cubicBezTo>
                  <a:pt x="43059" y="87590"/>
                  <a:pt x="44010" y="86338"/>
                  <a:pt x="45263" y="85496"/>
                </a:cubicBezTo>
                <a:cubicBezTo>
                  <a:pt x="46525" y="84655"/>
                  <a:pt x="47878" y="84033"/>
                  <a:pt x="49350" y="83613"/>
                </a:cubicBezTo>
                <a:cubicBezTo>
                  <a:pt x="50813" y="83192"/>
                  <a:pt x="52285" y="83192"/>
                  <a:pt x="53748" y="83613"/>
                </a:cubicBezTo>
                <a:cubicBezTo>
                  <a:pt x="55221" y="84033"/>
                  <a:pt x="56583" y="84865"/>
                  <a:pt x="57836" y="86127"/>
                </a:cubicBezTo>
                <a:lnTo>
                  <a:pt x="93351" y="121643"/>
                </a:lnTo>
                <a:lnTo>
                  <a:pt x="122274" y="94613"/>
                </a:lnTo>
                <a:lnTo>
                  <a:pt x="85186" y="57525"/>
                </a:lnTo>
                <a:cubicBezTo>
                  <a:pt x="83924" y="56263"/>
                  <a:pt x="83082" y="54901"/>
                  <a:pt x="82671" y="53438"/>
                </a:cubicBezTo>
                <a:cubicBezTo>
                  <a:pt x="82250" y="51965"/>
                  <a:pt x="82250" y="50502"/>
                  <a:pt x="82671" y="49039"/>
                </a:cubicBezTo>
                <a:cubicBezTo>
                  <a:pt x="83082" y="47567"/>
                  <a:pt x="83713" y="46314"/>
                  <a:pt x="84555" y="45263"/>
                </a:cubicBezTo>
                <a:cubicBezTo>
                  <a:pt x="85396" y="44211"/>
                  <a:pt x="86649" y="43269"/>
                  <a:pt x="88322" y="42437"/>
                </a:cubicBezTo>
                <a:cubicBezTo>
                  <a:pt x="92309" y="40755"/>
                  <a:pt x="96076" y="39603"/>
                  <a:pt x="99642" y="38981"/>
                </a:cubicBezTo>
                <a:cubicBezTo>
                  <a:pt x="103199" y="38140"/>
                  <a:pt x="107076" y="37719"/>
                  <a:pt x="111273" y="37719"/>
                </a:cubicBezTo>
                <a:cubicBezTo>
                  <a:pt x="132021" y="37719"/>
                  <a:pt x="149724" y="44952"/>
                  <a:pt x="164391" y="59409"/>
                </a:cubicBezTo>
                <a:cubicBezTo>
                  <a:pt x="178847" y="74076"/>
                  <a:pt x="186080" y="91787"/>
                  <a:pt x="186080" y="112526"/>
                </a:cubicBezTo>
                <a:cubicBezTo>
                  <a:pt x="186080" y="117555"/>
                  <a:pt x="185559" y="122484"/>
                  <a:pt x="184508" y="127303"/>
                </a:cubicBezTo>
                <a:cubicBezTo>
                  <a:pt x="183465" y="132122"/>
                  <a:pt x="182103" y="136941"/>
                  <a:pt x="180420" y="141759"/>
                </a:cubicBezTo>
                <a:lnTo>
                  <a:pt x="249887" y="211226"/>
                </a:lnTo>
                <a:cubicBezTo>
                  <a:pt x="255547" y="216676"/>
                  <a:pt x="258373" y="223379"/>
                  <a:pt x="258373" y="231343"/>
                </a:cubicBezTo>
                <a:cubicBezTo>
                  <a:pt x="258163" y="239097"/>
                  <a:pt x="255127" y="245699"/>
                  <a:pt x="249256" y="251149"/>
                </a:cubicBezTo>
                <a:cubicBezTo>
                  <a:pt x="243816" y="256178"/>
                  <a:pt x="237424" y="258693"/>
                  <a:pt x="230090" y="258693"/>
                </a:cubicBezTo>
                <a:cubicBezTo>
                  <a:pt x="222547" y="258483"/>
                  <a:pt x="216045" y="255648"/>
                  <a:pt x="210595" y="250207"/>
                </a:cubicBezTo>
                <a:lnTo>
                  <a:pt x="140507" y="179798"/>
                </a:lnTo>
                <a:cubicBezTo>
                  <a:pt x="135688" y="181472"/>
                  <a:pt x="130860" y="182834"/>
                  <a:pt x="126041" y="183877"/>
                </a:cubicBezTo>
                <a:cubicBezTo>
                  <a:pt x="121222" y="184928"/>
                  <a:pt x="116303" y="185449"/>
                  <a:pt x="111273" y="185449"/>
                </a:cubicBezTo>
                <a:close/>
                <a:moveTo>
                  <a:pt x="111273" y="166595"/>
                </a:moveTo>
                <a:cubicBezTo>
                  <a:pt x="116513" y="166595"/>
                  <a:pt x="122063" y="165753"/>
                  <a:pt x="127934" y="164080"/>
                </a:cubicBezTo>
                <a:cubicBezTo>
                  <a:pt x="133795" y="162397"/>
                  <a:pt x="138934" y="159883"/>
                  <a:pt x="143332" y="156536"/>
                </a:cubicBezTo>
                <a:lnTo>
                  <a:pt x="224110" y="237314"/>
                </a:lnTo>
                <a:cubicBezTo>
                  <a:pt x="225793" y="238988"/>
                  <a:pt x="227887" y="239829"/>
                  <a:pt x="230401" y="239829"/>
                </a:cubicBezTo>
                <a:cubicBezTo>
                  <a:pt x="232916" y="239829"/>
                  <a:pt x="235010" y="238988"/>
                  <a:pt x="236683" y="237314"/>
                </a:cubicBezTo>
                <a:cubicBezTo>
                  <a:pt x="238366" y="235641"/>
                  <a:pt x="239198" y="233547"/>
                  <a:pt x="239198" y="231032"/>
                </a:cubicBezTo>
                <a:cubicBezTo>
                  <a:pt x="239198" y="228518"/>
                  <a:pt x="238366" y="226415"/>
                  <a:pt x="236683" y="224741"/>
                </a:cubicBezTo>
                <a:lnTo>
                  <a:pt x="157167" y="145216"/>
                </a:lnTo>
                <a:cubicBezTo>
                  <a:pt x="160514" y="140818"/>
                  <a:pt x="163028" y="135688"/>
                  <a:pt x="164711" y="129817"/>
                </a:cubicBezTo>
                <a:cubicBezTo>
                  <a:pt x="166384" y="123737"/>
                  <a:pt x="167225" y="117976"/>
                  <a:pt x="167225" y="112526"/>
                </a:cubicBezTo>
                <a:cubicBezTo>
                  <a:pt x="167225" y="96817"/>
                  <a:pt x="161456" y="83503"/>
                  <a:pt x="149934" y="72613"/>
                </a:cubicBezTo>
                <a:cubicBezTo>
                  <a:pt x="138202" y="61713"/>
                  <a:pt x="124889" y="56162"/>
                  <a:pt x="110011" y="55952"/>
                </a:cubicBezTo>
                <a:lnTo>
                  <a:pt x="142079" y="88642"/>
                </a:lnTo>
                <a:cubicBezTo>
                  <a:pt x="143963" y="90526"/>
                  <a:pt x="144905" y="92830"/>
                  <a:pt x="144905" y="95555"/>
                </a:cubicBezTo>
                <a:cubicBezTo>
                  <a:pt x="144695" y="98069"/>
                  <a:pt x="143643" y="100273"/>
                  <a:pt x="141759" y="102157"/>
                </a:cubicBezTo>
                <a:lnTo>
                  <a:pt x="99953" y="141449"/>
                </a:lnTo>
                <a:cubicBezTo>
                  <a:pt x="98069" y="143122"/>
                  <a:pt x="95765" y="143963"/>
                  <a:pt x="93040" y="143963"/>
                </a:cubicBezTo>
                <a:cubicBezTo>
                  <a:pt x="90526" y="143963"/>
                  <a:pt x="88432" y="143122"/>
                  <a:pt x="86758" y="141449"/>
                </a:cubicBezTo>
                <a:lnTo>
                  <a:pt x="55952" y="110953"/>
                </a:lnTo>
                <a:cubicBezTo>
                  <a:pt x="56583" y="127092"/>
                  <a:pt x="62344" y="140397"/>
                  <a:pt x="73234" y="150876"/>
                </a:cubicBezTo>
                <a:cubicBezTo>
                  <a:pt x="83924" y="161355"/>
                  <a:pt x="96606" y="166595"/>
                  <a:pt x="111273" y="166595"/>
                </a:cubicBezTo>
                <a:close/>
                <a:moveTo>
                  <a:pt x="148051" y="14836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圖說"/>
          <p:cNvSpPr/>
          <p:nvPr/>
        </p:nvSpPr>
        <p:spPr>
          <a:xfrm>
            <a:off x="9405884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750" dirty="0"/>
          </a:p>
        </p:txBody>
      </p:sp>
      <p:sp>
        <p:nvSpPr>
          <p:cNvPr id="40" name="圖示 溫度"/>
          <p:cNvSpPr/>
          <p:nvPr/>
        </p:nvSpPr>
        <p:spPr>
          <a:xfrm>
            <a:off x="10105377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73818" y="119448"/>
                </a:moveTo>
                <a:cubicBezTo>
                  <a:pt x="171093" y="119448"/>
                  <a:pt x="168899" y="118497"/>
                  <a:pt x="167225" y="116613"/>
                </a:cubicBezTo>
                <a:cubicBezTo>
                  <a:pt x="165333" y="114940"/>
                  <a:pt x="164391" y="112736"/>
                  <a:pt x="164391" y="110011"/>
                </a:cubicBezTo>
                <a:cubicBezTo>
                  <a:pt x="164391" y="107287"/>
                  <a:pt x="165333" y="105092"/>
                  <a:pt x="167225" y="103409"/>
                </a:cubicBezTo>
                <a:cubicBezTo>
                  <a:pt x="168899" y="101526"/>
                  <a:pt x="171093" y="100584"/>
                  <a:pt x="173818" y="100584"/>
                </a:cubicBezTo>
                <a:lnTo>
                  <a:pt x="227256" y="100584"/>
                </a:lnTo>
                <a:cubicBezTo>
                  <a:pt x="229981" y="100584"/>
                  <a:pt x="232184" y="101526"/>
                  <a:pt x="233858" y="103409"/>
                </a:cubicBezTo>
                <a:cubicBezTo>
                  <a:pt x="235741" y="105092"/>
                  <a:pt x="236683" y="107287"/>
                  <a:pt x="236683" y="110011"/>
                </a:cubicBezTo>
                <a:cubicBezTo>
                  <a:pt x="236683" y="112736"/>
                  <a:pt x="235741" y="115041"/>
                  <a:pt x="233858" y="116933"/>
                </a:cubicBezTo>
                <a:cubicBezTo>
                  <a:pt x="232184" y="118607"/>
                  <a:pt x="229981" y="119448"/>
                  <a:pt x="227256" y="119448"/>
                </a:cubicBezTo>
                <a:lnTo>
                  <a:pt x="173818" y="119448"/>
                </a:lnTo>
                <a:close/>
                <a:moveTo>
                  <a:pt x="173818" y="81729"/>
                </a:moveTo>
                <a:cubicBezTo>
                  <a:pt x="171093" y="81729"/>
                  <a:pt x="168899" y="80778"/>
                  <a:pt x="167225" y="78894"/>
                </a:cubicBezTo>
                <a:cubicBezTo>
                  <a:pt x="165333" y="77221"/>
                  <a:pt x="164391" y="75017"/>
                  <a:pt x="164391" y="72292"/>
                </a:cubicBezTo>
                <a:cubicBezTo>
                  <a:pt x="164391" y="69568"/>
                  <a:pt x="165333" y="67373"/>
                  <a:pt x="167225" y="65690"/>
                </a:cubicBezTo>
                <a:cubicBezTo>
                  <a:pt x="168899" y="63807"/>
                  <a:pt x="171093" y="62865"/>
                  <a:pt x="173818" y="62865"/>
                </a:cubicBezTo>
                <a:lnTo>
                  <a:pt x="255547" y="62865"/>
                </a:lnTo>
                <a:cubicBezTo>
                  <a:pt x="258272" y="62865"/>
                  <a:pt x="260467" y="63807"/>
                  <a:pt x="262149" y="65690"/>
                </a:cubicBezTo>
                <a:cubicBezTo>
                  <a:pt x="264033" y="67373"/>
                  <a:pt x="264975" y="69568"/>
                  <a:pt x="264975" y="72292"/>
                </a:cubicBezTo>
                <a:cubicBezTo>
                  <a:pt x="264975" y="75017"/>
                  <a:pt x="264033" y="77322"/>
                  <a:pt x="262149" y="79214"/>
                </a:cubicBezTo>
                <a:cubicBezTo>
                  <a:pt x="260467" y="80888"/>
                  <a:pt x="258272" y="81729"/>
                  <a:pt x="255547" y="81729"/>
                </a:cubicBezTo>
                <a:lnTo>
                  <a:pt x="173818" y="81729"/>
                </a:lnTo>
                <a:close/>
                <a:moveTo>
                  <a:pt x="52496" y="247062"/>
                </a:moveTo>
                <a:cubicBezTo>
                  <a:pt x="41386" y="235952"/>
                  <a:pt x="35835" y="222437"/>
                  <a:pt x="35835" y="206508"/>
                </a:cubicBezTo>
                <a:cubicBezTo>
                  <a:pt x="35835" y="196450"/>
                  <a:pt x="38350" y="187022"/>
                  <a:pt x="43379" y="178226"/>
                </a:cubicBezTo>
                <a:cubicBezTo>
                  <a:pt x="48408" y="169210"/>
                  <a:pt x="55321" y="161986"/>
                  <a:pt x="64127" y="156536"/>
                </a:cubicBezTo>
                <a:lnTo>
                  <a:pt x="64127" y="66641"/>
                </a:lnTo>
                <a:cubicBezTo>
                  <a:pt x="64127" y="58677"/>
                  <a:pt x="66952" y="51865"/>
                  <a:pt x="72613" y="46205"/>
                </a:cubicBezTo>
                <a:cubicBezTo>
                  <a:pt x="78263" y="40544"/>
                  <a:pt x="85076" y="37719"/>
                  <a:pt x="93040" y="37719"/>
                </a:cubicBezTo>
                <a:cubicBezTo>
                  <a:pt x="101005" y="37719"/>
                  <a:pt x="107817" y="40544"/>
                  <a:pt x="113468" y="46205"/>
                </a:cubicBezTo>
                <a:cubicBezTo>
                  <a:pt x="119128" y="51865"/>
                  <a:pt x="121963" y="58677"/>
                  <a:pt x="121963" y="66641"/>
                </a:cubicBezTo>
                <a:lnTo>
                  <a:pt x="121963" y="156536"/>
                </a:lnTo>
                <a:cubicBezTo>
                  <a:pt x="130759" y="161986"/>
                  <a:pt x="137672" y="169210"/>
                  <a:pt x="142701" y="178226"/>
                </a:cubicBezTo>
                <a:cubicBezTo>
                  <a:pt x="147730" y="187022"/>
                  <a:pt x="150245" y="196450"/>
                  <a:pt x="150245" y="206508"/>
                </a:cubicBezTo>
                <a:cubicBezTo>
                  <a:pt x="150245" y="222437"/>
                  <a:pt x="144695" y="235952"/>
                  <a:pt x="133585" y="247062"/>
                </a:cubicBezTo>
                <a:cubicBezTo>
                  <a:pt x="122484" y="258163"/>
                  <a:pt x="108969" y="263722"/>
                  <a:pt x="93040" y="263722"/>
                </a:cubicBezTo>
                <a:cubicBezTo>
                  <a:pt x="77111" y="263722"/>
                  <a:pt x="63597" y="258163"/>
                  <a:pt x="52496" y="247062"/>
                </a:cubicBezTo>
                <a:close/>
                <a:moveTo>
                  <a:pt x="54690" y="206508"/>
                </a:moveTo>
                <a:lnTo>
                  <a:pt x="131390" y="206508"/>
                </a:lnTo>
                <a:cubicBezTo>
                  <a:pt x="131390" y="198132"/>
                  <a:pt x="129397" y="190689"/>
                  <a:pt x="125419" y="184197"/>
                </a:cubicBezTo>
                <a:cubicBezTo>
                  <a:pt x="121432" y="177485"/>
                  <a:pt x="116092" y="172666"/>
                  <a:pt x="109390" y="169740"/>
                </a:cubicBezTo>
                <a:lnTo>
                  <a:pt x="103099" y="166905"/>
                </a:lnTo>
                <a:lnTo>
                  <a:pt x="103099" y="66641"/>
                </a:lnTo>
                <a:cubicBezTo>
                  <a:pt x="103099" y="63706"/>
                  <a:pt x="102157" y="61292"/>
                  <a:pt x="100273" y="59409"/>
                </a:cubicBezTo>
                <a:cubicBezTo>
                  <a:pt x="98380" y="57525"/>
                  <a:pt x="95975" y="56583"/>
                  <a:pt x="93040" y="56583"/>
                </a:cubicBezTo>
                <a:cubicBezTo>
                  <a:pt x="90105" y="56583"/>
                  <a:pt x="87700" y="57525"/>
                  <a:pt x="85807" y="59409"/>
                </a:cubicBezTo>
                <a:cubicBezTo>
                  <a:pt x="83924" y="61292"/>
                  <a:pt x="82982" y="63706"/>
                  <a:pt x="82982" y="66641"/>
                </a:cubicBezTo>
                <a:lnTo>
                  <a:pt x="82982" y="166905"/>
                </a:lnTo>
                <a:lnTo>
                  <a:pt x="76700" y="169740"/>
                </a:lnTo>
                <a:cubicBezTo>
                  <a:pt x="69988" y="172666"/>
                  <a:pt x="64648" y="177485"/>
                  <a:pt x="60661" y="184197"/>
                </a:cubicBezTo>
                <a:cubicBezTo>
                  <a:pt x="56684" y="190899"/>
                  <a:pt x="54690" y="198343"/>
                  <a:pt x="54690" y="206508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圖說"/>
          <p:cNvSpPr/>
          <p:nvPr/>
        </p:nvSpPr>
        <p:spPr>
          <a:xfrm>
            <a:off x="9960605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750" dirty="0"/>
          </a:p>
        </p:txBody>
      </p:sp>
      <p:sp>
        <p:nvSpPr>
          <p:cNvPr id="42" name="圖示 用水"/>
          <p:cNvSpPr/>
          <p:nvPr/>
        </p:nvSpPr>
        <p:spPr>
          <a:xfrm>
            <a:off x="10660098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9214" y="247062"/>
                </a:moveTo>
                <a:cubicBezTo>
                  <a:pt x="59930" y="227366"/>
                  <a:pt x="50292" y="202841"/>
                  <a:pt x="50292" y="173507"/>
                </a:cubicBezTo>
                <a:cubicBezTo>
                  <a:pt x="50292" y="160093"/>
                  <a:pt x="53328" y="146789"/>
                  <a:pt x="59409" y="133585"/>
                </a:cubicBezTo>
                <a:cubicBezTo>
                  <a:pt x="65480" y="120390"/>
                  <a:pt x="73134" y="107707"/>
                  <a:pt x="82351" y="95555"/>
                </a:cubicBezTo>
                <a:cubicBezTo>
                  <a:pt x="91367" y="83402"/>
                  <a:pt x="101215" y="72082"/>
                  <a:pt x="111904" y="61612"/>
                </a:cubicBezTo>
                <a:cubicBezTo>
                  <a:pt x="122374" y="50923"/>
                  <a:pt x="132222" y="41495"/>
                  <a:pt x="141449" y="33321"/>
                </a:cubicBezTo>
                <a:cubicBezTo>
                  <a:pt x="142912" y="32059"/>
                  <a:pt x="144484" y="31227"/>
                  <a:pt x="146158" y="30806"/>
                </a:cubicBezTo>
                <a:cubicBezTo>
                  <a:pt x="147630" y="30175"/>
                  <a:pt x="149203" y="29864"/>
                  <a:pt x="150876" y="29864"/>
                </a:cubicBezTo>
                <a:cubicBezTo>
                  <a:pt x="152549" y="29864"/>
                  <a:pt x="154232" y="30175"/>
                  <a:pt x="155905" y="30806"/>
                </a:cubicBezTo>
                <a:cubicBezTo>
                  <a:pt x="157368" y="31227"/>
                  <a:pt x="158840" y="32059"/>
                  <a:pt x="160303" y="33321"/>
                </a:cubicBezTo>
                <a:cubicBezTo>
                  <a:pt x="169530" y="41495"/>
                  <a:pt x="179478" y="50923"/>
                  <a:pt x="190168" y="61612"/>
                </a:cubicBezTo>
                <a:cubicBezTo>
                  <a:pt x="200647" y="72082"/>
                  <a:pt x="210495" y="83402"/>
                  <a:pt x="219712" y="95555"/>
                </a:cubicBezTo>
                <a:cubicBezTo>
                  <a:pt x="228728" y="107707"/>
                  <a:pt x="236272" y="120390"/>
                  <a:pt x="242343" y="133585"/>
                </a:cubicBezTo>
                <a:cubicBezTo>
                  <a:pt x="248424" y="146789"/>
                  <a:pt x="251460" y="160093"/>
                  <a:pt x="251460" y="173507"/>
                </a:cubicBezTo>
                <a:cubicBezTo>
                  <a:pt x="251460" y="202841"/>
                  <a:pt x="241923" y="227366"/>
                  <a:pt x="222858" y="247062"/>
                </a:cubicBezTo>
                <a:cubicBezTo>
                  <a:pt x="203582" y="266758"/>
                  <a:pt x="179588" y="276606"/>
                  <a:pt x="150876" y="276606"/>
                </a:cubicBezTo>
                <a:cubicBezTo>
                  <a:pt x="122164" y="276606"/>
                  <a:pt x="98280" y="266758"/>
                  <a:pt x="79214" y="247062"/>
                </a:cubicBezTo>
                <a:close/>
                <a:moveTo>
                  <a:pt x="209343" y="233858"/>
                </a:moveTo>
                <a:cubicBezTo>
                  <a:pt x="224851" y="217719"/>
                  <a:pt x="232605" y="197602"/>
                  <a:pt x="232605" y="173507"/>
                </a:cubicBezTo>
                <a:cubicBezTo>
                  <a:pt x="232605" y="156957"/>
                  <a:pt x="225683" y="138202"/>
                  <a:pt x="211857" y="117244"/>
                </a:cubicBezTo>
                <a:cubicBezTo>
                  <a:pt x="197812" y="96076"/>
                  <a:pt x="177485" y="73765"/>
                  <a:pt x="150876" y="50292"/>
                </a:cubicBezTo>
                <a:cubicBezTo>
                  <a:pt x="124267" y="73765"/>
                  <a:pt x="104040" y="96076"/>
                  <a:pt x="90215" y="117244"/>
                </a:cubicBezTo>
                <a:cubicBezTo>
                  <a:pt x="76170" y="138202"/>
                  <a:pt x="69156" y="156957"/>
                  <a:pt x="69156" y="173507"/>
                </a:cubicBezTo>
                <a:cubicBezTo>
                  <a:pt x="69156" y="197602"/>
                  <a:pt x="76901" y="217719"/>
                  <a:pt x="92409" y="233858"/>
                </a:cubicBezTo>
                <a:cubicBezTo>
                  <a:pt x="107917" y="249787"/>
                  <a:pt x="127403" y="257751"/>
                  <a:pt x="150876" y="257751"/>
                </a:cubicBezTo>
                <a:cubicBezTo>
                  <a:pt x="174349" y="257751"/>
                  <a:pt x="193835" y="249787"/>
                  <a:pt x="209343" y="233858"/>
                </a:cubicBezTo>
                <a:close/>
                <a:moveTo>
                  <a:pt x="150876" y="150876"/>
                </a:moveTo>
                <a:close/>
                <a:moveTo>
                  <a:pt x="150565" y="236372"/>
                </a:moveTo>
                <a:cubicBezTo>
                  <a:pt x="153912" y="236372"/>
                  <a:pt x="156536" y="235851"/>
                  <a:pt x="158420" y="234800"/>
                </a:cubicBezTo>
                <a:cubicBezTo>
                  <a:pt x="160093" y="233547"/>
                  <a:pt x="160934" y="231764"/>
                  <a:pt x="160934" y="229460"/>
                </a:cubicBezTo>
                <a:cubicBezTo>
                  <a:pt x="160934" y="227155"/>
                  <a:pt x="160093" y="225372"/>
                  <a:pt x="158420" y="224110"/>
                </a:cubicBezTo>
                <a:cubicBezTo>
                  <a:pt x="156536" y="222858"/>
                  <a:pt x="153811" y="222227"/>
                  <a:pt x="150245" y="222227"/>
                </a:cubicBezTo>
                <a:cubicBezTo>
                  <a:pt x="141449" y="222227"/>
                  <a:pt x="132542" y="219502"/>
                  <a:pt x="123526" y="214052"/>
                </a:cubicBezTo>
                <a:cubicBezTo>
                  <a:pt x="114309" y="208401"/>
                  <a:pt x="108439" y="198553"/>
                  <a:pt x="105924" y="184508"/>
                </a:cubicBezTo>
                <a:cubicBezTo>
                  <a:pt x="105513" y="182624"/>
                  <a:pt x="104562" y="181152"/>
                  <a:pt x="103099" y="180109"/>
                </a:cubicBezTo>
                <a:cubicBezTo>
                  <a:pt x="101636" y="178847"/>
                  <a:pt x="100063" y="178226"/>
                  <a:pt x="98380" y="178226"/>
                </a:cubicBezTo>
                <a:cubicBezTo>
                  <a:pt x="96076" y="178226"/>
                  <a:pt x="94302" y="179168"/>
                  <a:pt x="93040" y="181051"/>
                </a:cubicBezTo>
                <a:cubicBezTo>
                  <a:pt x="91787" y="182725"/>
                  <a:pt x="91367" y="184508"/>
                  <a:pt x="91787" y="186391"/>
                </a:cubicBezTo>
                <a:cubicBezTo>
                  <a:pt x="94924" y="203993"/>
                  <a:pt x="102367" y="216777"/>
                  <a:pt x="114099" y="224741"/>
                </a:cubicBezTo>
                <a:cubicBezTo>
                  <a:pt x="125831" y="232495"/>
                  <a:pt x="137992" y="236372"/>
                  <a:pt x="150565" y="236372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圖說"/>
          <p:cNvSpPr/>
          <p:nvPr/>
        </p:nvSpPr>
        <p:spPr>
          <a:xfrm>
            <a:off x="10515326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</a:t>
            </a:r>
            <a:endParaRPr lang="en-US" sz="750" dirty="0"/>
          </a:p>
        </p:txBody>
      </p:sp>
      <p:sp>
        <p:nvSpPr>
          <p:cNvPr id="44" name="圖示 庫存"/>
          <p:cNvSpPr/>
          <p:nvPr/>
        </p:nvSpPr>
        <p:spPr>
          <a:xfrm>
            <a:off x="11214819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6583" y="276606"/>
                </a:moveTo>
                <a:cubicBezTo>
                  <a:pt x="51344" y="276606"/>
                  <a:pt x="46936" y="274722"/>
                  <a:pt x="43379" y="270946"/>
                </a:cubicBezTo>
                <a:cubicBezTo>
                  <a:pt x="39603" y="267389"/>
                  <a:pt x="37719" y="262981"/>
                  <a:pt x="37719" y="257751"/>
                </a:cubicBezTo>
                <a:lnTo>
                  <a:pt x="37719" y="105924"/>
                </a:lnTo>
                <a:cubicBezTo>
                  <a:pt x="34153" y="104671"/>
                  <a:pt x="31227" y="102468"/>
                  <a:pt x="28922" y="99331"/>
                </a:cubicBezTo>
                <a:cubicBezTo>
                  <a:pt x="26408" y="95975"/>
                  <a:pt x="25146" y="92199"/>
                  <a:pt x="25146" y="88011"/>
                </a:cubicBezTo>
                <a:lnTo>
                  <a:pt x="25146" y="44010"/>
                </a:lnTo>
                <a:cubicBezTo>
                  <a:pt x="25146" y="38771"/>
                  <a:pt x="27030" y="34363"/>
                  <a:pt x="30806" y="30806"/>
                </a:cubicBezTo>
                <a:cubicBezTo>
                  <a:pt x="34363" y="27030"/>
                  <a:pt x="38771" y="25146"/>
                  <a:pt x="44010" y="25146"/>
                </a:cubicBezTo>
                <a:lnTo>
                  <a:pt x="257751" y="25146"/>
                </a:lnTo>
                <a:cubicBezTo>
                  <a:pt x="262981" y="25146"/>
                  <a:pt x="267389" y="27030"/>
                  <a:pt x="270946" y="30806"/>
                </a:cubicBezTo>
                <a:cubicBezTo>
                  <a:pt x="274722" y="34363"/>
                  <a:pt x="276606" y="38771"/>
                  <a:pt x="276606" y="44010"/>
                </a:cubicBezTo>
                <a:lnTo>
                  <a:pt x="276606" y="88011"/>
                </a:lnTo>
                <a:cubicBezTo>
                  <a:pt x="276606" y="92199"/>
                  <a:pt x="275454" y="95975"/>
                  <a:pt x="273150" y="99331"/>
                </a:cubicBezTo>
                <a:cubicBezTo>
                  <a:pt x="270635" y="102468"/>
                  <a:pt x="267599" y="104671"/>
                  <a:pt x="264033" y="105924"/>
                </a:cubicBezTo>
                <a:lnTo>
                  <a:pt x="264033" y="257751"/>
                </a:lnTo>
                <a:cubicBezTo>
                  <a:pt x="264033" y="262981"/>
                  <a:pt x="262149" y="267389"/>
                  <a:pt x="258373" y="270946"/>
                </a:cubicBezTo>
                <a:cubicBezTo>
                  <a:pt x="254816" y="274722"/>
                  <a:pt x="250408" y="276606"/>
                  <a:pt x="245178" y="276606"/>
                </a:cubicBezTo>
                <a:lnTo>
                  <a:pt x="56583" y="276606"/>
                </a:lnTo>
                <a:close/>
                <a:moveTo>
                  <a:pt x="56583" y="106875"/>
                </a:moveTo>
                <a:lnTo>
                  <a:pt x="56583" y="257751"/>
                </a:lnTo>
                <a:lnTo>
                  <a:pt x="245178" y="257751"/>
                </a:lnTo>
                <a:lnTo>
                  <a:pt x="245178" y="106875"/>
                </a:lnTo>
                <a:lnTo>
                  <a:pt x="56583" y="106875"/>
                </a:lnTo>
                <a:close/>
                <a:moveTo>
                  <a:pt x="44010" y="88011"/>
                </a:moveTo>
                <a:lnTo>
                  <a:pt x="257751" y="88011"/>
                </a:lnTo>
                <a:lnTo>
                  <a:pt x="257751" y="44010"/>
                </a:lnTo>
                <a:lnTo>
                  <a:pt x="44010" y="44010"/>
                </a:lnTo>
                <a:lnTo>
                  <a:pt x="44010" y="88011"/>
                </a:lnTo>
                <a:close/>
                <a:moveTo>
                  <a:pt x="122584" y="169740"/>
                </a:moveTo>
                <a:lnTo>
                  <a:pt x="179168" y="169740"/>
                </a:lnTo>
                <a:cubicBezTo>
                  <a:pt x="181892" y="169740"/>
                  <a:pt x="184087" y="168789"/>
                  <a:pt x="185770" y="166905"/>
                </a:cubicBezTo>
                <a:cubicBezTo>
                  <a:pt x="187653" y="165232"/>
                  <a:pt x="188595" y="163028"/>
                  <a:pt x="188595" y="160303"/>
                </a:cubicBezTo>
                <a:cubicBezTo>
                  <a:pt x="188595" y="157579"/>
                  <a:pt x="187653" y="155384"/>
                  <a:pt x="185770" y="153701"/>
                </a:cubicBezTo>
                <a:cubicBezTo>
                  <a:pt x="184087" y="151818"/>
                  <a:pt x="181892" y="150876"/>
                  <a:pt x="179168" y="150876"/>
                </a:cubicBezTo>
                <a:lnTo>
                  <a:pt x="122584" y="150876"/>
                </a:lnTo>
                <a:cubicBezTo>
                  <a:pt x="119860" y="150876"/>
                  <a:pt x="117665" y="151818"/>
                  <a:pt x="115982" y="153701"/>
                </a:cubicBezTo>
                <a:cubicBezTo>
                  <a:pt x="114099" y="155384"/>
                  <a:pt x="113157" y="157579"/>
                  <a:pt x="113157" y="160303"/>
                </a:cubicBezTo>
                <a:cubicBezTo>
                  <a:pt x="113157" y="163028"/>
                  <a:pt x="114099" y="165333"/>
                  <a:pt x="115982" y="167225"/>
                </a:cubicBezTo>
                <a:cubicBezTo>
                  <a:pt x="117665" y="168899"/>
                  <a:pt x="119860" y="169740"/>
                  <a:pt x="122584" y="169740"/>
                </a:cubicBezTo>
                <a:close/>
                <a:moveTo>
                  <a:pt x="150876" y="182313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圖說"/>
          <p:cNvSpPr/>
          <p:nvPr/>
        </p:nvSpPr>
        <p:spPr>
          <a:xfrm>
            <a:off x="11070046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</a:t>
            </a:r>
            <a:endParaRPr lang="en-US" sz="750" dirty="0"/>
          </a:p>
        </p:txBody>
      </p:sp>
      <p:sp>
        <p:nvSpPr>
          <p:cNvPr id="46" name="圖示 包裝"/>
          <p:cNvSpPr/>
          <p:nvPr/>
        </p:nvSpPr>
        <p:spPr>
          <a:xfrm>
            <a:off x="675124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1449" y="253344"/>
                </a:moveTo>
                <a:lnTo>
                  <a:pt x="141449" y="156216"/>
                </a:lnTo>
                <a:lnTo>
                  <a:pt x="56583" y="107186"/>
                </a:lnTo>
                <a:lnTo>
                  <a:pt x="56583" y="204314"/>
                </a:lnTo>
                <a:lnTo>
                  <a:pt x="141449" y="253344"/>
                </a:lnTo>
                <a:close/>
                <a:moveTo>
                  <a:pt x="160303" y="253344"/>
                </a:moveTo>
                <a:lnTo>
                  <a:pt x="245178" y="204314"/>
                </a:lnTo>
                <a:lnTo>
                  <a:pt x="245178" y="106875"/>
                </a:lnTo>
                <a:lnTo>
                  <a:pt x="160303" y="156216"/>
                </a:lnTo>
                <a:lnTo>
                  <a:pt x="160303" y="253344"/>
                </a:lnTo>
                <a:close/>
                <a:moveTo>
                  <a:pt x="141449" y="275033"/>
                </a:moveTo>
                <a:lnTo>
                  <a:pt x="47146" y="220654"/>
                </a:lnTo>
                <a:cubicBezTo>
                  <a:pt x="44211" y="218981"/>
                  <a:pt x="41907" y="216676"/>
                  <a:pt x="40234" y="213741"/>
                </a:cubicBezTo>
                <a:cubicBezTo>
                  <a:pt x="38560" y="210806"/>
                  <a:pt x="37719" y="207660"/>
                  <a:pt x="37719" y="204314"/>
                </a:cubicBezTo>
                <a:lnTo>
                  <a:pt x="37719" y="97438"/>
                </a:lnTo>
                <a:cubicBezTo>
                  <a:pt x="37719" y="94092"/>
                  <a:pt x="38560" y="90946"/>
                  <a:pt x="40234" y="88011"/>
                </a:cubicBezTo>
                <a:cubicBezTo>
                  <a:pt x="41907" y="85076"/>
                  <a:pt x="44211" y="82771"/>
                  <a:pt x="47146" y="81098"/>
                </a:cubicBezTo>
                <a:lnTo>
                  <a:pt x="141449" y="26719"/>
                </a:lnTo>
                <a:cubicBezTo>
                  <a:pt x="144384" y="25045"/>
                  <a:pt x="147520" y="24204"/>
                  <a:pt x="150876" y="24204"/>
                </a:cubicBezTo>
                <a:cubicBezTo>
                  <a:pt x="154232" y="24204"/>
                  <a:pt x="157368" y="25045"/>
                  <a:pt x="160303" y="26719"/>
                </a:cubicBezTo>
                <a:lnTo>
                  <a:pt x="254606" y="81098"/>
                </a:lnTo>
                <a:cubicBezTo>
                  <a:pt x="257541" y="82771"/>
                  <a:pt x="259845" y="85076"/>
                  <a:pt x="261518" y="88011"/>
                </a:cubicBezTo>
                <a:cubicBezTo>
                  <a:pt x="263192" y="90946"/>
                  <a:pt x="264033" y="94092"/>
                  <a:pt x="264033" y="97438"/>
                </a:cubicBezTo>
                <a:lnTo>
                  <a:pt x="264033" y="204314"/>
                </a:lnTo>
                <a:cubicBezTo>
                  <a:pt x="264033" y="207660"/>
                  <a:pt x="263192" y="210806"/>
                  <a:pt x="261518" y="213741"/>
                </a:cubicBezTo>
                <a:cubicBezTo>
                  <a:pt x="259845" y="216676"/>
                  <a:pt x="257541" y="218981"/>
                  <a:pt x="254606" y="220654"/>
                </a:cubicBezTo>
                <a:lnTo>
                  <a:pt x="160303" y="275033"/>
                </a:lnTo>
                <a:cubicBezTo>
                  <a:pt x="157368" y="276707"/>
                  <a:pt x="154232" y="277548"/>
                  <a:pt x="150876" y="277548"/>
                </a:cubicBezTo>
                <a:cubicBezTo>
                  <a:pt x="147520" y="277548"/>
                  <a:pt x="144384" y="276707"/>
                  <a:pt x="141449" y="275033"/>
                </a:cubicBezTo>
                <a:close/>
                <a:moveTo>
                  <a:pt x="202430" y="110011"/>
                </a:moveTo>
                <a:lnTo>
                  <a:pt x="234489" y="91467"/>
                </a:lnTo>
                <a:lnTo>
                  <a:pt x="150876" y="43059"/>
                </a:lnTo>
                <a:lnTo>
                  <a:pt x="118817" y="61612"/>
                </a:lnTo>
                <a:lnTo>
                  <a:pt x="202430" y="110011"/>
                </a:lnTo>
                <a:close/>
                <a:moveTo>
                  <a:pt x="150876" y="140187"/>
                </a:moveTo>
                <a:lnTo>
                  <a:pt x="183566" y="121012"/>
                </a:lnTo>
                <a:lnTo>
                  <a:pt x="99642" y="72613"/>
                </a:lnTo>
                <a:lnTo>
                  <a:pt x="66952" y="91467"/>
                </a:lnTo>
                <a:lnTo>
                  <a:pt x="150876" y="140187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圖說"/>
          <p:cNvSpPr/>
          <p:nvPr/>
        </p:nvSpPr>
        <p:spPr>
          <a:xfrm>
            <a:off x="530352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750" dirty="0"/>
          </a:p>
        </p:txBody>
      </p:sp>
      <p:sp>
        <p:nvSpPr>
          <p:cNvPr id="48" name="圖示 模組"/>
          <p:cNvSpPr/>
          <p:nvPr/>
        </p:nvSpPr>
        <p:spPr>
          <a:xfrm>
            <a:off x="1229845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1449" y="253344"/>
                </a:moveTo>
                <a:lnTo>
                  <a:pt x="141449" y="156216"/>
                </a:lnTo>
                <a:lnTo>
                  <a:pt x="56583" y="107186"/>
                </a:lnTo>
                <a:lnTo>
                  <a:pt x="56583" y="204314"/>
                </a:lnTo>
                <a:lnTo>
                  <a:pt x="141449" y="253344"/>
                </a:lnTo>
                <a:close/>
                <a:moveTo>
                  <a:pt x="160303" y="253344"/>
                </a:moveTo>
                <a:lnTo>
                  <a:pt x="245178" y="204314"/>
                </a:lnTo>
                <a:lnTo>
                  <a:pt x="245178" y="106875"/>
                </a:lnTo>
                <a:lnTo>
                  <a:pt x="160303" y="156216"/>
                </a:lnTo>
                <a:lnTo>
                  <a:pt x="160303" y="253344"/>
                </a:lnTo>
                <a:close/>
                <a:moveTo>
                  <a:pt x="150876" y="140187"/>
                </a:moveTo>
                <a:lnTo>
                  <a:pt x="234489" y="91467"/>
                </a:lnTo>
                <a:lnTo>
                  <a:pt x="150876" y="43059"/>
                </a:lnTo>
                <a:lnTo>
                  <a:pt x="66952" y="91467"/>
                </a:lnTo>
                <a:lnTo>
                  <a:pt x="150876" y="140187"/>
                </a:lnTo>
                <a:close/>
                <a:moveTo>
                  <a:pt x="47146" y="220654"/>
                </a:moveTo>
                <a:cubicBezTo>
                  <a:pt x="44211" y="218981"/>
                  <a:pt x="41907" y="216676"/>
                  <a:pt x="40234" y="213741"/>
                </a:cubicBezTo>
                <a:cubicBezTo>
                  <a:pt x="38560" y="210806"/>
                  <a:pt x="37719" y="207660"/>
                  <a:pt x="37719" y="204314"/>
                </a:cubicBezTo>
                <a:lnTo>
                  <a:pt x="37719" y="97438"/>
                </a:lnTo>
                <a:cubicBezTo>
                  <a:pt x="37719" y="94092"/>
                  <a:pt x="38560" y="90946"/>
                  <a:pt x="40234" y="88011"/>
                </a:cubicBezTo>
                <a:cubicBezTo>
                  <a:pt x="41907" y="85076"/>
                  <a:pt x="44211" y="82771"/>
                  <a:pt x="47146" y="81098"/>
                </a:cubicBezTo>
                <a:lnTo>
                  <a:pt x="141449" y="26719"/>
                </a:lnTo>
                <a:cubicBezTo>
                  <a:pt x="144384" y="25045"/>
                  <a:pt x="147520" y="24204"/>
                  <a:pt x="150876" y="24204"/>
                </a:cubicBezTo>
                <a:cubicBezTo>
                  <a:pt x="154232" y="24204"/>
                  <a:pt x="157368" y="25045"/>
                  <a:pt x="160303" y="26719"/>
                </a:cubicBezTo>
                <a:lnTo>
                  <a:pt x="254606" y="81098"/>
                </a:lnTo>
                <a:cubicBezTo>
                  <a:pt x="257541" y="82771"/>
                  <a:pt x="259845" y="85076"/>
                  <a:pt x="261518" y="88011"/>
                </a:cubicBezTo>
                <a:cubicBezTo>
                  <a:pt x="263192" y="90946"/>
                  <a:pt x="264033" y="94092"/>
                  <a:pt x="264033" y="97438"/>
                </a:cubicBezTo>
                <a:lnTo>
                  <a:pt x="264033" y="204314"/>
                </a:lnTo>
                <a:cubicBezTo>
                  <a:pt x="264033" y="207660"/>
                  <a:pt x="263192" y="210806"/>
                  <a:pt x="261518" y="213741"/>
                </a:cubicBezTo>
                <a:cubicBezTo>
                  <a:pt x="259845" y="216676"/>
                  <a:pt x="257541" y="218981"/>
                  <a:pt x="254606" y="220654"/>
                </a:cubicBezTo>
                <a:lnTo>
                  <a:pt x="160303" y="275033"/>
                </a:lnTo>
                <a:cubicBezTo>
                  <a:pt x="157368" y="276707"/>
                  <a:pt x="154232" y="277548"/>
                  <a:pt x="150876" y="277548"/>
                </a:cubicBezTo>
                <a:cubicBezTo>
                  <a:pt x="147520" y="277548"/>
                  <a:pt x="144384" y="276707"/>
                  <a:pt x="141449" y="275033"/>
                </a:cubicBezTo>
                <a:lnTo>
                  <a:pt x="47146" y="220654"/>
                </a:ln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圖說"/>
          <p:cNvSpPr/>
          <p:nvPr/>
        </p:nvSpPr>
        <p:spPr>
          <a:xfrm>
            <a:off x="1085073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750" dirty="0"/>
          </a:p>
        </p:txBody>
      </p:sp>
      <p:sp>
        <p:nvSpPr>
          <p:cNvPr id="50" name="圖示 已驗證"/>
          <p:cNvSpPr/>
          <p:nvPr/>
        </p:nvSpPr>
        <p:spPr>
          <a:xfrm>
            <a:off x="1784566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7361" y="165653"/>
                </a:moveTo>
                <a:lnTo>
                  <a:pt x="114419" y="141759"/>
                </a:lnTo>
                <a:cubicBezTo>
                  <a:pt x="112526" y="139665"/>
                  <a:pt x="110222" y="138614"/>
                  <a:pt x="107497" y="138614"/>
                </a:cubicBezTo>
                <a:cubicBezTo>
                  <a:pt x="104772" y="138614"/>
                  <a:pt x="102367" y="139565"/>
                  <a:pt x="100273" y="141449"/>
                </a:cubicBezTo>
                <a:cubicBezTo>
                  <a:pt x="98170" y="143543"/>
                  <a:pt x="97128" y="145947"/>
                  <a:pt x="97128" y="148672"/>
                </a:cubicBezTo>
                <a:cubicBezTo>
                  <a:pt x="97128" y="151397"/>
                  <a:pt x="98170" y="153811"/>
                  <a:pt x="100273" y="155905"/>
                </a:cubicBezTo>
                <a:lnTo>
                  <a:pt x="130759" y="186080"/>
                </a:lnTo>
                <a:cubicBezTo>
                  <a:pt x="132643" y="187964"/>
                  <a:pt x="134847" y="188906"/>
                  <a:pt x="137361" y="188906"/>
                </a:cubicBezTo>
                <a:cubicBezTo>
                  <a:pt x="139876" y="188906"/>
                  <a:pt x="142079" y="187964"/>
                  <a:pt x="143963" y="186080"/>
                </a:cubicBezTo>
                <a:lnTo>
                  <a:pt x="201479" y="128876"/>
                </a:lnTo>
                <a:cubicBezTo>
                  <a:pt x="203372" y="126992"/>
                  <a:pt x="204314" y="124678"/>
                  <a:pt x="204314" y="121963"/>
                </a:cubicBezTo>
                <a:cubicBezTo>
                  <a:pt x="204314" y="119238"/>
                  <a:pt x="203262" y="116933"/>
                  <a:pt x="201168" y="115041"/>
                </a:cubicBezTo>
                <a:cubicBezTo>
                  <a:pt x="199284" y="113367"/>
                  <a:pt x="197081" y="112636"/>
                  <a:pt x="194566" y="112846"/>
                </a:cubicBezTo>
                <a:cubicBezTo>
                  <a:pt x="191841" y="112846"/>
                  <a:pt x="189647" y="113678"/>
                  <a:pt x="187964" y="115361"/>
                </a:cubicBezTo>
                <a:lnTo>
                  <a:pt x="137361" y="165653"/>
                </a:lnTo>
                <a:close/>
                <a:moveTo>
                  <a:pt x="104360" y="275353"/>
                </a:moveTo>
                <a:lnTo>
                  <a:pt x="84865" y="242033"/>
                </a:lnTo>
                <a:lnTo>
                  <a:pt x="45894" y="234169"/>
                </a:lnTo>
                <a:cubicBezTo>
                  <a:pt x="43589" y="233757"/>
                  <a:pt x="41697" y="232495"/>
                  <a:pt x="40234" y="230401"/>
                </a:cubicBezTo>
                <a:cubicBezTo>
                  <a:pt x="38560" y="228307"/>
                  <a:pt x="37929" y="226104"/>
                  <a:pt x="38350" y="223799"/>
                </a:cubicBezTo>
                <a:lnTo>
                  <a:pt x="42748" y="186080"/>
                </a:lnTo>
                <a:lnTo>
                  <a:pt x="17913" y="157167"/>
                </a:lnTo>
                <a:cubicBezTo>
                  <a:pt x="16240" y="155485"/>
                  <a:pt x="15398" y="153391"/>
                  <a:pt x="15398" y="150876"/>
                </a:cubicBezTo>
                <a:cubicBezTo>
                  <a:pt x="15398" y="148361"/>
                  <a:pt x="16240" y="146267"/>
                  <a:pt x="17913" y="144594"/>
                </a:cubicBezTo>
                <a:lnTo>
                  <a:pt x="42748" y="115982"/>
                </a:lnTo>
                <a:lnTo>
                  <a:pt x="38350" y="78263"/>
                </a:lnTo>
                <a:cubicBezTo>
                  <a:pt x="37929" y="75959"/>
                  <a:pt x="38560" y="73765"/>
                  <a:pt x="40234" y="71671"/>
                </a:cubicBezTo>
                <a:cubicBezTo>
                  <a:pt x="41697" y="69568"/>
                  <a:pt x="43589" y="68315"/>
                  <a:pt x="45894" y="67894"/>
                </a:cubicBezTo>
                <a:lnTo>
                  <a:pt x="84865" y="60040"/>
                </a:lnTo>
                <a:lnTo>
                  <a:pt x="104360" y="26408"/>
                </a:lnTo>
                <a:cubicBezTo>
                  <a:pt x="105613" y="24305"/>
                  <a:pt x="107396" y="22842"/>
                  <a:pt x="109701" y="22000"/>
                </a:cubicBezTo>
                <a:cubicBezTo>
                  <a:pt x="112005" y="21168"/>
                  <a:pt x="114309" y="21269"/>
                  <a:pt x="116613" y="22321"/>
                </a:cubicBezTo>
                <a:lnTo>
                  <a:pt x="150876" y="38350"/>
                </a:lnTo>
                <a:lnTo>
                  <a:pt x="185139" y="22321"/>
                </a:lnTo>
                <a:cubicBezTo>
                  <a:pt x="187443" y="21269"/>
                  <a:pt x="189747" y="21168"/>
                  <a:pt x="192051" y="22000"/>
                </a:cubicBezTo>
                <a:cubicBezTo>
                  <a:pt x="194356" y="22631"/>
                  <a:pt x="196139" y="23994"/>
                  <a:pt x="197401" y="26088"/>
                </a:cubicBezTo>
                <a:lnTo>
                  <a:pt x="217197" y="60040"/>
                </a:lnTo>
                <a:lnTo>
                  <a:pt x="255858" y="67894"/>
                </a:lnTo>
                <a:cubicBezTo>
                  <a:pt x="258163" y="68315"/>
                  <a:pt x="260156" y="69568"/>
                  <a:pt x="261829" y="71671"/>
                </a:cubicBezTo>
                <a:cubicBezTo>
                  <a:pt x="263301" y="73765"/>
                  <a:pt x="263823" y="75959"/>
                  <a:pt x="263402" y="78263"/>
                </a:cubicBezTo>
                <a:lnTo>
                  <a:pt x="259004" y="115982"/>
                </a:lnTo>
                <a:lnTo>
                  <a:pt x="283839" y="144594"/>
                </a:lnTo>
                <a:cubicBezTo>
                  <a:pt x="285512" y="146267"/>
                  <a:pt x="286354" y="148361"/>
                  <a:pt x="286354" y="150876"/>
                </a:cubicBezTo>
                <a:cubicBezTo>
                  <a:pt x="286354" y="153391"/>
                  <a:pt x="285512" y="155485"/>
                  <a:pt x="283839" y="157167"/>
                </a:cubicBezTo>
                <a:lnTo>
                  <a:pt x="259004" y="186080"/>
                </a:lnTo>
                <a:lnTo>
                  <a:pt x="263402" y="223799"/>
                </a:lnTo>
                <a:cubicBezTo>
                  <a:pt x="263823" y="226104"/>
                  <a:pt x="263301" y="228307"/>
                  <a:pt x="261829" y="230401"/>
                </a:cubicBezTo>
                <a:cubicBezTo>
                  <a:pt x="260156" y="232495"/>
                  <a:pt x="258163" y="233757"/>
                  <a:pt x="255858" y="234169"/>
                </a:cubicBezTo>
                <a:lnTo>
                  <a:pt x="217197" y="242033"/>
                </a:lnTo>
                <a:lnTo>
                  <a:pt x="197401" y="275664"/>
                </a:lnTo>
                <a:cubicBezTo>
                  <a:pt x="196139" y="277758"/>
                  <a:pt x="194356" y="279221"/>
                  <a:pt x="192051" y="280062"/>
                </a:cubicBezTo>
                <a:cubicBezTo>
                  <a:pt x="189747" y="280693"/>
                  <a:pt x="187443" y="280483"/>
                  <a:pt x="185139" y="279431"/>
                </a:cubicBezTo>
                <a:lnTo>
                  <a:pt x="150876" y="263402"/>
                </a:lnTo>
                <a:lnTo>
                  <a:pt x="116613" y="279431"/>
                </a:lnTo>
                <a:cubicBezTo>
                  <a:pt x="114309" y="280483"/>
                  <a:pt x="112005" y="280584"/>
                  <a:pt x="109701" y="279752"/>
                </a:cubicBezTo>
                <a:cubicBezTo>
                  <a:pt x="107396" y="278910"/>
                  <a:pt x="105613" y="277447"/>
                  <a:pt x="104360" y="275353"/>
                </a:cubicBezTo>
                <a:close/>
                <a:moveTo>
                  <a:pt x="117244" y="258062"/>
                </a:moveTo>
                <a:lnTo>
                  <a:pt x="150876" y="243916"/>
                </a:lnTo>
                <a:lnTo>
                  <a:pt x="185449" y="258062"/>
                </a:lnTo>
                <a:lnTo>
                  <a:pt x="206508" y="226625"/>
                </a:lnTo>
                <a:lnTo>
                  <a:pt x="243285" y="217197"/>
                </a:lnTo>
                <a:lnTo>
                  <a:pt x="239518" y="179798"/>
                </a:lnTo>
                <a:lnTo>
                  <a:pt x="264975" y="150876"/>
                </a:lnTo>
                <a:lnTo>
                  <a:pt x="239518" y="121332"/>
                </a:lnTo>
                <a:lnTo>
                  <a:pt x="243285" y="83924"/>
                </a:lnTo>
                <a:lnTo>
                  <a:pt x="206508" y="75127"/>
                </a:lnTo>
                <a:lnTo>
                  <a:pt x="184828" y="43690"/>
                </a:lnTo>
                <a:lnTo>
                  <a:pt x="150876" y="57836"/>
                </a:lnTo>
                <a:lnTo>
                  <a:pt x="116303" y="43690"/>
                </a:lnTo>
                <a:lnTo>
                  <a:pt x="95244" y="75127"/>
                </a:lnTo>
                <a:lnTo>
                  <a:pt x="58467" y="83924"/>
                </a:lnTo>
                <a:lnTo>
                  <a:pt x="62234" y="121332"/>
                </a:lnTo>
                <a:lnTo>
                  <a:pt x="36777" y="150876"/>
                </a:lnTo>
                <a:lnTo>
                  <a:pt x="62234" y="179798"/>
                </a:lnTo>
                <a:lnTo>
                  <a:pt x="58467" y="217828"/>
                </a:lnTo>
                <a:lnTo>
                  <a:pt x="95244" y="226625"/>
                </a:lnTo>
                <a:lnTo>
                  <a:pt x="117244" y="258062"/>
                </a:ln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圖說"/>
          <p:cNvSpPr/>
          <p:nvPr/>
        </p:nvSpPr>
        <p:spPr>
          <a:xfrm>
            <a:off x="1639794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750" dirty="0"/>
          </a:p>
        </p:txBody>
      </p:sp>
      <p:sp>
        <p:nvSpPr>
          <p:cNvPr id="52" name="圖示 達成"/>
          <p:cNvSpPr/>
          <p:nvPr/>
        </p:nvSpPr>
        <p:spPr>
          <a:xfrm>
            <a:off x="2339287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76606"/>
                </a:moveTo>
                <a:cubicBezTo>
                  <a:pt x="133063" y="276606"/>
                  <a:pt x="116513" y="273460"/>
                  <a:pt x="101215" y="267179"/>
                </a:cubicBezTo>
                <a:cubicBezTo>
                  <a:pt x="85917" y="260677"/>
                  <a:pt x="72613" y="251771"/>
                  <a:pt x="61292" y="240460"/>
                </a:cubicBezTo>
                <a:cubicBezTo>
                  <a:pt x="49981" y="229139"/>
                  <a:pt x="41175" y="215835"/>
                  <a:pt x="34894" y="200537"/>
                </a:cubicBezTo>
                <a:cubicBezTo>
                  <a:pt x="28392" y="185239"/>
                  <a:pt x="25146" y="168689"/>
                  <a:pt x="25146" y="150876"/>
                </a:cubicBezTo>
                <a:cubicBezTo>
                  <a:pt x="25146" y="133274"/>
                  <a:pt x="28392" y="116824"/>
                  <a:pt x="34894" y="101526"/>
                </a:cubicBezTo>
                <a:cubicBezTo>
                  <a:pt x="41175" y="86228"/>
                  <a:pt x="49981" y="72923"/>
                  <a:pt x="61292" y="61612"/>
                </a:cubicBezTo>
                <a:cubicBezTo>
                  <a:pt x="72613" y="50292"/>
                  <a:pt x="85917" y="41386"/>
                  <a:pt x="101215" y="34894"/>
                </a:cubicBezTo>
                <a:cubicBezTo>
                  <a:pt x="116513" y="28392"/>
                  <a:pt x="133063" y="25146"/>
                  <a:pt x="150876" y="25146"/>
                </a:cubicBezTo>
                <a:cubicBezTo>
                  <a:pt x="163449" y="25146"/>
                  <a:pt x="175711" y="27030"/>
                  <a:pt x="187653" y="30806"/>
                </a:cubicBezTo>
                <a:cubicBezTo>
                  <a:pt x="199595" y="34363"/>
                  <a:pt x="210806" y="39712"/>
                  <a:pt x="221285" y="46836"/>
                </a:cubicBezTo>
                <a:cubicBezTo>
                  <a:pt x="223589" y="48299"/>
                  <a:pt x="225061" y="50292"/>
                  <a:pt x="225683" y="52807"/>
                </a:cubicBezTo>
                <a:cubicBezTo>
                  <a:pt x="226104" y="55321"/>
                  <a:pt x="225473" y="57625"/>
                  <a:pt x="223799" y="59719"/>
                </a:cubicBezTo>
                <a:cubicBezTo>
                  <a:pt x="222126" y="61813"/>
                  <a:pt x="220032" y="62966"/>
                  <a:pt x="217517" y="63176"/>
                </a:cubicBezTo>
                <a:cubicBezTo>
                  <a:pt x="215003" y="63386"/>
                  <a:pt x="212589" y="62764"/>
                  <a:pt x="210285" y="61292"/>
                </a:cubicBezTo>
                <a:cubicBezTo>
                  <a:pt x="201479" y="55632"/>
                  <a:pt x="192051" y="51344"/>
                  <a:pt x="181993" y="48408"/>
                </a:cubicBezTo>
                <a:cubicBezTo>
                  <a:pt x="171935" y="45473"/>
                  <a:pt x="161565" y="44010"/>
                  <a:pt x="150876" y="44010"/>
                </a:cubicBezTo>
                <a:cubicBezTo>
                  <a:pt x="120490" y="44010"/>
                  <a:pt x="95134" y="54270"/>
                  <a:pt x="74807" y="74807"/>
                </a:cubicBezTo>
                <a:cubicBezTo>
                  <a:pt x="54270" y="95134"/>
                  <a:pt x="44010" y="120490"/>
                  <a:pt x="44010" y="150876"/>
                </a:cubicBezTo>
                <a:cubicBezTo>
                  <a:pt x="44010" y="181262"/>
                  <a:pt x="54270" y="206718"/>
                  <a:pt x="74807" y="227256"/>
                </a:cubicBezTo>
                <a:cubicBezTo>
                  <a:pt x="95134" y="247583"/>
                  <a:pt x="120490" y="257751"/>
                  <a:pt x="150876" y="257751"/>
                </a:cubicBezTo>
                <a:cubicBezTo>
                  <a:pt x="181262" y="257751"/>
                  <a:pt x="206718" y="247583"/>
                  <a:pt x="227256" y="227256"/>
                </a:cubicBezTo>
                <a:cubicBezTo>
                  <a:pt x="247583" y="206718"/>
                  <a:pt x="257751" y="181262"/>
                  <a:pt x="257751" y="150876"/>
                </a:cubicBezTo>
                <a:cubicBezTo>
                  <a:pt x="257751" y="146898"/>
                  <a:pt x="257641" y="143021"/>
                  <a:pt x="257431" y="139245"/>
                </a:cubicBezTo>
                <a:cubicBezTo>
                  <a:pt x="257010" y="135478"/>
                  <a:pt x="256389" y="131811"/>
                  <a:pt x="255547" y="128245"/>
                </a:cubicBezTo>
                <a:cubicBezTo>
                  <a:pt x="255127" y="125520"/>
                  <a:pt x="255547" y="123005"/>
                  <a:pt x="256800" y="120701"/>
                </a:cubicBezTo>
                <a:cubicBezTo>
                  <a:pt x="258062" y="118397"/>
                  <a:pt x="259946" y="117034"/>
                  <a:pt x="262460" y="116613"/>
                </a:cubicBezTo>
                <a:cubicBezTo>
                  <a:pt x="265185" y="115982"/>
                  <a:pt x="267700" y="116513"/>
                  <a:pt x="270004" y="118186"/>
                </a:cubicBezTo>
                <a:cubicBezTo>
                  <a:pt x="272308" y="119649"/>
                  <a:pt x="273671" y="121752"/>
                  <a:pt x="274091" y="124477"/>
                </a:cubicBezTo>
                <a:cubicBezTo>
                  <a:pt x="274933" y="128665"/>
                  <a:pt x="275554" y="132963"/>
                  <a:pt x="275975" y="137361"/>
                </a:cubicBezTo>
                <a:cubicBezTo>
                  <a:pt x="276396" y="141759"/>
                  <a:pt x="276606" y="146267"/>
                  <a:pt x="276606" y="150876"/>
                </a:cubicBezTo>
                <a:cubicBezTo>
                  <a:pt x="276606" y="168689"/>
                  <a:pt x="273360" y="185239"/>
                  <a:pt x="266858" y="200537"/>
                </a:cubicBezTo>
                <a:cubicBezTo>
                  <a:pt x="260366" y="215835"/>
                  <a:pt x="251460" y="229139"/>
                  <a:pt x="240149" y="240460"/>
                </a:cubicBezTo>
                <a:cubicBezTo>
                  <a:pt x="228829" y="251771"/>
                  <a:pt x="215524" y="260677"/>
                  <a:pt x="200226" y="267179"/>
                </a:cubicBezTo>
                <a:cubicBezTo>
                  <a:pt x="184928" y="273460"/>
                  <a:pt x="168478" y="276606"/>
                  <a:pt x="150876" y="276606"/>
                </a:cubicBezTo>
                <a:close/>
                <a:moveTo>
                  <a:pt x="132332" y="179478"/>
                </a:moveTo>
                <a:lnTo>
                  <a:pt x="255547" y="56263"/>
                </a:lnTo>
                <a:cubicBezTo>
                  <a:pt x="257431" y="54379"/>
                  <a:pt x="259735" y="53438"/>
                  <a:pt x="262460" y="53438"/>
                </a:cubicBezTo>
                <a:cubicBezTo>
                  <a:pt x="265185" y="53438"/>
                  <a:pt x="267599" y="54379"/>
                  <a:pt x="269693" y="56263"/>
                </a:cubicBezTo>
                <a:cubicBezTo>
                  <a:pt x="271787" y="58357"/>
                  <a:pt x="272839" y="60771"/>
                  <a:pt x="272839" y="63496"/>
                </a:cubicBezTo>
                <a:cubicBezTo>
                  <a:pt x="272839" y="66221"/>
                  <a:pt x="271787" y="68626"/>
                  <a:pt x="269693" y="70720"/>
                </a:cubicBezTo>
                <a:lnTo>
                  <a:pt x="138934" y="201479"/>
                </a:lnTo>
                <a:cubicBezTo>
                  <a:pt x="137050" y="203372"/>
                  <a:pt x="134847" y="204314"/>
                  <a:pt x="132332" y="204314"/>
                </a:cubicBezTo>
                <a:cubicBezTo>
                  <a:pt x="129817" y="204314"/>
                  <a:pt x="127614" y="203372"/>
                  <a:pt x="125730" y="201479"/>
                </a:cubicBezTo>
                <a:lnTo>
                  <a:pt x="87380" y="162818"/>
                </a:lnTo>
                <a:cubicBezTo>
                  <a:pt x="85496" y="160934"/>
                  <a:pt x="84655" y="158630"/>
                  <a:pt x="84865" y="155905"/>
                </a:cubicBezTo>
                <a:cubicBezTo>
                  <a:pt x="84865" y="152970"/>
                  <a:pt x="85807" y="150565"/>
                  <a:pt x="87700" y="148672"/>
                </a:cubicBezTo>
                <a:cubicBezTo>
                  <a:pt x="89584" y="146789"/>
                  <a:pt x="91989" y="145847"/>
                  <a:pt x="94924" y="145847"/>
                </a:cubicBezTo>
                <a:cubicBezTo>
                  <a:pt x="97649" y="145847"/>
                  <a:pt x="99953" y="146789"/>
                  <a:pt x="101846" y="148672"/>
                </a:cubicBezTo>
                <a:lnTo>
                  <a:pt x="132332" y="179478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圖說"/>
          <p:cNvSpPr/>
          <p:nvPr/>
        </p:nvSpPr>
        <p:spPr>
          <a:xfrm>
            <a:off x="2194514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</a:t>
            </a:r>
            <a:endParaRPr lang="en-US" sz="750" dirty="0"/>
          </a:p>
        </p:txBody>
      </p:sp>
      <p:sp>
        <p:nvSpPr>
          <p:cNvPr id="54" name="圖示 查核"/>
          <p:cNvSpPr/>
          <p:nvPr/>
        </p:nvSpPr>
        <p:spPr>
          <a:xfrm>
            <a:off x="2894007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1495" y="264033"/>
                </a:moveTo>
                <a:cubicBezTo>
                  <a:pt x="36466" y="264033"/>
                  <a:pt x="32059" y="262149"/>
                  <a:pt x="28292" y="258373"/>
                </a:cubicBezTo>
                <a:cubicBezTo>
                  <a:pt x="24515" y="254606"/>
                  <a:pt x="22631" y="250207"/>
                  <a:pt x="22631" y="245178"/>
                </a:cubicBezTo>
                <a:lnTo>
                  <a:pt x="22631" y="56583"/>
                </a:lnTo>
                <a:cubicBezTo>
                  <a:pt x="22631" y="51554"/>
                  <a:pt x="24515" y="47146"/>
                  <a:pt x="28292" y="43379"/>
                </a:cubicBezTo>
                <a:cubicBezTo>
                  <a:pt x="32059" y="39603"/>
                  <a:pt x="36466" y="37719"/>
                  <a:pt x="41495" y="37719"/>
                </a:cubicBezTo>
                <a:lnTo>
                  <a:pt x="260266" y="37719"/>
                </a:lnTo>
                <a:cubicBezTo>
                  <a:pt x="265295" y="37719"/>
                  <a:pt x="269693" y="39603"/>
                  <a:pt x="273460" y="43379"/>
                </a:cubicBezTo>
                <a:cubicBezTo>
                  <a:pt x="277237" y="47146"/>
                  <a:pt x="279121" y="51554"/>
                  <a:pt x="279121" y="56583"/>
                </a:cubicBezTo>
                <a:lnTo>
                  <a:pt x="279121" y="245178"/>
                </a:lnTo>
                <a:cubicBezTo>
                  <a:pt x="279121" y="250207"/>
                  <a:pt x="277237" y="254606"/>
                  <a:pt x="273460" y="258373"/>
                </a:cubicBezTo>
                <a:cubicBezTo>
                  <a:pt x="269693" y="262149"/>
                  <a:pt x="265295" y="264033"/>
                  <a:pt x="260266" y="264033"/>
                </a:cubicBezTo>
                <a:lnTo>
                  <a:pt x="41495" y="264033"/>
                </a:lnTo>
                <a:close/>
                <a:moveTo>
                  <a:pt x="41495" y="245178"/>
                </a:moveTo>
                <a:lnTo>
                  <a:pt x="260266" y="245178"/>
                </a:lnTo>
                <a:lnTo>
                  <a:pt x="260266" y="56583"/>
                </a:lnTo>
                <a:lnTo>
                  <a:pt x="41495" y="56583"/>
                </a:lnTo>
                <a:lnTo>
                  <a:pt x="41495" y="245178"/>
                </a:lnTo>
                <a:close/>
                <a:moveTo>
                  <a:pt x="113157" y="213741"/>
                </a:moveTo>
                <a:cubicBezTo>
                  <a:pt x="116723" y="213741"/>
                  <a:pt x="119759" y="212589"/>
                  <a:pt x="122274" y="210285"/>
                </a:cubicBezTo>
                <a:cubicBezTo>
                  <a:pt x="124578" y="207770"/>
                  <a:pt x="125730" y="204734"/>
                  <a:pt x="125730" y="201168"/>
                </a:cubicBezTo>
                <a:cubicBezTo>
                  <a:pt x="125730" y="197602"/>
                  <a:pt x="124578" y="194676"/>
                  <a:pt x="122274" y="192371"/>
                </a:cubicBezTo>
                <a:cubicBezTo>
                  <a:pt x="119759" y="189857"/>
                  <a:pt x="116723" y="188595"/>
                  <a:pt x="113157" y="188595"/>
                </a:cubicBezTo>
                <a:lnTo>
                  <a:pt x="75438" y="188595"/>
                </a:lnTo>
                <a:cubicBezTo>
                  <a:pt x="71872" y="188595"/>
                  <a:pt x="68946" y="189857"/>
                  <a:pt x="66641" y="192371"/>
                </a:cubicBezTo>
                <a:cubicBezTo>
                  <a:pt x="64127" y="194676"/>
                  <a:pt x="62865" y="197602"/>
                  <a:pt x="62865" y="201168"/>
                </a:cubicBezTo>
                <a:cubicBezTo>
                  <a:pt x="62865" y="204734"/>
                  <a:pt x="64127" y="207770"/>
                  <a:pt x="66641" y="210285"/>
                </a:cubicBezTo>
                <a:cubicBezTo>
                  <a:pt x="68946" y="212589"/>
                  <a:pt x="71872" y="213741"/>
                  <a:pt x="75438" y="213741"/>
                </a:cubicBezTo>
                <a:lnTo>
                  <a:pt x="113157" y="213741"/>
                </a:lnTo>
                <a:close/>
                <a:moveTo>
                  <a:pt x="182935" y="153080"/>
                </a:moveTo>
                <a:lnTo>
                  <a:pt x="173818" y="143963"/>
                </a:lnTo>
                <a:cubicBezTo>
                  <a:pt x="171304" y="141449"/>
                  <a:pt x="168378" y="140296"/>
                  <a:pt x="165022" y="140507"/>
                </a:cubicBezTo>
                <a:cubicBezTo>
                  <a:pt x="161666" y="140507"/>
                  <a:pt x="158731" y="141759"/>
                  <a:pt x="156216" y="144274"/>
                </a:cubicBezTo>
                <a:cubicBezTo>
                  <a:pt x="153912" y="146789"/>
                  <a:pt x="152760" y="149724"/>
                  <a:pt x="152760" y="153080"/>
                </a:cubicBezTo>
                <a:cubicBezTo>
                  <a:pt x="152549" y="156426"/>
                  <a:pt x="153701" y="159362"/>
                  <a:pt x="156216" y="161876"/>
                </a:cubicBezTo>
                <a:lnTo>
                  <a:pt x="176333" y="181993"/>
                </a:lnTo>
                <a:cubicBezTo>
                  <a:pt x="178226" y="183877"/>
                  <a:pt x="180420" y="184828"/>
                  <a:pt x="182935" y="184828"/>
                </a:cubicBezTo>
                <a:cubicBezTo>
                  <a:pt x="185449" y="184828"/>
                  <a:pt x="187653" y="183877"/>
                  <a:pt x="189537" y="181993"/>
                </a:cubicBezTo>
                <a:lnTo>
                  <a:pt x="236372" y="135157"/>
                </a:lnTo>
                <a:cubicBezTo>
                  <a:pt x="238887" y="132643"/>
                  <a:pt x="240149" y="129708"/>
                  <a:pt x="240149" y="126361"/>
                </a:cubicBezTo>
                <a:cubicBezTo>
                  <a:pt x="240149" y="123005"/>
                  <a:pt x="238887" y="120070"/>
                  <a:pt x="236372" y="117555"/>
                </a:cubicBezTo>
                <a:cubicBezTo>
                  <a:pt x="233858" y="115041"/>
                  <a:pt x="230923" y="113788"/>
                  <a:pt x="227576" y="113788"/>
                </a:cubicBezTo>
                <a:cubicBezTo>
                  <a:pt x="224010" y="113788"/>
                  <a:pt x="220974" y="115041"/>
                  <a:pt x="218459" y="117555"/>
                </a:cubicBezTo>
                <a:lnTo>
                  <a:pt x="182935" y="153080"/>
                </a:lnTo>
                <a:close/>
                <a:moveTo>
                  <a:pt x="113157" y="163449"/>
                </a:moveTo>
                <a:cubicBezTo>
                  <a:pt x="116723" y="163449"/>
                  <a:pt x="119759" y="162297"/>
                  <a:pt x="122274" y="159993"/>
                </a:cubicBezTo>
                <a:cubicBezTo>
                  <a:pt x="124578" y="157478"/>
                  <a:pt x="125730" y="154442"/>
                  <a:pt x="125730" y="150876"/>
                </a:cubicBezTo>
                <a:cubicBezTo>
                  <a:pt x="125730" y="147310"/>
                  <a:pt x="124578" y="144384"/>
                  <a:pt x="122274" y="142079"/>
                </a:cubicBezTo>
                <a:cubicBezTo>
                  <a:pt x="119759" y="139565"/>
                  <a:pt x="116723" y="138303"/>
                  <a:pt x="113157" y="138303"/>
                </a:cubicBezTo>
                <a:lnTo>
                  <a:pt x="75438" y="138303"/>
                </a:lnTo>
                <a:cubicBezTo>
                  <a:pt x="71872" y="138303"/>
                  <a:pt x="68946" y="139565"/>
                  <a:pt x="66641" y="142079"/>
                </a:cubicBezTo>
                <a:cubicBezTo>
                  <a:pt x="64127" y="144384"/>
                  <a:pt x="62865" y="147310"/>
                  <a:pt x="62865" y="150876"/>
                </a:cubicBezTo>
                <a:cubicBezTo>
                  <a:pt x="62865" y="154442"/>
                  <a:pt x="64127" y="157478"/>
                  <a:pt x="66641" y="159993"/>
                </a:cubicBezTo>
                <a:cubicBezTo>
                  <a:pt x="68946" y="162297"/>
                  <a:pt x="71872" y="163449"/>
                  <a:pt x="75438" y="163449"/>
                </a:cubicBezTo>
                <a:lnTo>
                  <a:pt x="113157" y="163449"/>
                </a:lnTo>
                <a:close/>
                <a:moveTo>
                  <a:pt x="113157" y="113157"/>
                </a:moveTo>
                <a:cubicBezTo>
                  <a:pt x="116723" y="113157"/>
                  <a:pt x="119759" y="112005"/>
                  <a:pt x="122274" y="109701"/>
                </a:cubicBezTo>
                <a:cubicBezTo>
                  <a:pt x="124578" y="107186"/>
                  <a:pt x="125730" y="104150"/>
                  <a:pt x="125730" y="100584"/>
                </a:cubicBezTo>
                <a:cubicBezTo>
                  <a:pt x="125730" y="97018"/>
                  <a:pt x="124578" y="94092"/>
                  <a:pt x="122274" y="91787"/>
                </a:cubicBezTo>
                <a:cubicBezTo>
                  <a:pt x="119759" y="89273"/>
                  <a:pt x="116723" y="88011"/>
                  <a:pt x="113157" y="88011"/>
                </a:cubicBezTo>
                <a:lnTo>
                  <a:pt x="75438" y="88011"/>
                </a:lnTo>
                <a:cubicBezTo>
                  <a:pt x="71872" y="88011"/>
                  <a:pt x="68946" y="89273"/>
                  <a:pt x="66641" y="91787"/>
                </a:cubicBezTo>
                <a:cubicBezTo>
                  <a:pt x="64127" y="94092"/>
                  <a:pt x="62865" y="97018"/>
                  <a:pt x="62865" y="100584"/>
                </a:cubicBezTo>
                <a:cubicBezTo>
                  <a:pt x="62865" y="104150"/>
                  <a:pt x="64127" y="107186"/>
                  <a:pt x="66641" y="109701"/>
                </a:cubicBezTo>
                <a:cubicBezTo>
                  <a:pt x="68946" y="112005"/>
                  <a:pt x="71872" y="113157"/>
                  <a:pt x="75438" y="113157"/>
                </a:cubicBezTo>
                <a:lnTo>
                  <a:pt x="113157" y="113157"/>
                </a:lnTo>
                <a:close/>
                <a:moveTo>
                  <a:pt x="41495" y="245178"/>
                </a:moveTo>
                <a:lnTo>
                  <a:pt x="41495" y="56583"/>
                </a:lnTo>
                <a:lnTo>
                  <a:pt x="41495" y="245178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圖說"/>
          <p:cNvSpPr/>
          <p:nvPr/>
        </p:nvSpPr>
        <p:spPr>
          <a:xfrm>
            <a:off x="2749235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750" dirty="0"/>
          </a:p>
        </p:txBody>
      </p:sp>
      <p:sp>
        <p:nvSpPr>
          <p:cNvPr id="56" name="圖示 檢核表"/>
          <p:cNvSpPr/>
          <p:nvPr/>
        </p:nvSpPr>
        <p:spPr>
          <a:xfrm>
            <a:off x="3448728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9778" y="207770"/>
                </a:moveTo>
                <a:lnTo>
                  <a:pt x="119448" y="158109"/>
                </a:lnTo>
                <a:cubicBezTo>
                  <a:pt x="121332" y="156216"/>
                  <a:pt x="123526" y="155384"/>
                  <a:pt x="126041" y="155594"/>
                </a:cubicBezTo>
                <a:cubicBezTo>
                  <a:pt x="128555" y="155594"/>
                  <a:pt x="130759" y="156536"/>
                  <a:pt x="132643" y="158420"/>
                </a:cubicBezTo>
                <a:cubicBezTo>
                  <a:pt x="134536" y="160303"/>
                  <a:pt x="135478" y="162507"/>
                  <a:pt x="135478" y="165022"/>
                </a:cubicBezTo>
                <a:cubicBezTo>
                  <a:pt x="135478" y="167536"/>
                  <a:pt x="134536" y="169740"/>
                  <a:pt x="132643" y="171624"/>
                </a:cubicBezTo>
                <a:lnTo>
                  <a:pt x="76380" y="227887"/>
                </a:lnTo>
                <a:cubicBezTo>
                  <a:pt x="74496" y="229770"/>
                  <a:pt x="72292" y="230712"/>
                  <a:pt x="69778" y="230712"/>
                </a:cubicBezTo>
                <a:cubicBezTo>
                  <a:pt x="67263" y="230712"/>
                  <a:pt x="65069" y="229770"/>
                  <a:pt x="63176" y="227887"/>
                </a:cubicBezTo>
                <a:lnTo>
                  <a:pt x="31748" y="196450"/>
                </a:lnTo>
                <a:cubicBezTo>
                  <a:pt x="29864" y="194566"/>
                  <a:pt x="28922" y="192371"/>
                  <a:pt x="28922" y="189857"/>
                </a:cubicBezTo>
                <a:cubicBezTo>
                  <a:pt x="28922" y="187342"/>
                  <a:pt x="29864" y="185139"/>
                  <a:pt x="31748" y="183255"/>
                </a:cubicBezTo>
                <a:cubicBezTo>
                  <a:pt x="33632" y="181362"/>
                  <a:pt x="35835" y="180530"/>
                  <a:pt x="38350" y="180740"/>
                </a:cubicBezTo>
                <a:cubicBezTo>
                  <a:pt x="40865" y="180740"/>
                  <a:pt x="43059" y="181572"/>
                  <a:pt x="44952" y="183255"/>
                </a:cubicBezTo>
                <a:lnTo>
                  <a:pt x="69778" y="207770"/>
                </a:lnTo>
                <a:close/>
                <a:moveTo>
                  <a:pt x="69778" y="107186"/>
                </a:moveTo>
                <a:lnTo>
                  <a:pt x="119448" y="57525"/>
                </a:lnTo>
                <a:cubicBezTo>
                  <a:pt x="121332" y="55632"/>
                  <a:pt x="123526" y="54800"/>
                  <a:pt x="126041" y="55010"/>
                </a:cubicBezTo>
                <a:cubicBezTo>
                  <a:pt x="128555" y="55010"/>
                  <a:pt x="130759" y="55952"/>
                  <a:pt x="132643" y="57836"/>
                </a:cubicBezTo>
                <a:cubicBezTo>
                  <a:pt x="134536" y="59719"/>
                  <a:pt x="135478" y="61923"/>
                  <a:pt x="135478" y="64438"/>
                </a:cubicBezTo>
                <a:cubicBezTo>
                  <a:pt x="135478" y="66952"/>
                  <a:pt x="134536" y="69156"/>
                  <a:pt x="132643" y="71040"/>
                </a:cubicBezTo>
                <a:lnTo>
                  <a:pt x="76380" y="127303"/>
                </a:lnTo>
                <a:cubicBezTo>
                  <a:pt x="74496" y="129186"/>
                  <a:pt x="72292" y="130128"/>
                  <a:pt x="69778" y="130128"/>
                </a:cubicBezTo>
                <a:cubicBezTo>
                  <a:pt x="67263" y="130128"/>
                  <a:pt x="65069" y="129186"/>
                  <a:pt x="63176" y="127303"/>
                </a:cubicBezTo>
                <a:lnTo>
                  <a:pt x="31748" y="95866"/>
                </a:lnTo>
                <a:cubicBezTo>
                  <a:pt x="29864" y="93982"/>
                  <a:pt x="28922" y="91787"/>
                  <a:pt x="28922" y="89273"/>
                </a:cubicBezTo>
                <a:cubicBezTo>
                  <a:pt x="28922" y="86758"/>
                  <a:pt x="29864" y="84555"/>
                  <a:pt x="31748" y="82671"/>
                </a:cubicBezTo>
                <a:cubicBezTo>
                  <a:pt x="33632" y="80778"/>
                  <a:pt x="35835" y="79946"/>
                  <a:pt x="38350" y="80156"/>
                </a:cubicBezTo>
                <a:cubicBezTo>
                  <a:pt x="40865" y="80156"/>
                  <a:pt x="43059" y="80988"/>
                  <a:pt x="44952" y="82671"/>
                </a:cubicBezTo>
                <a:lnTo>
                  <a:pt x="69778" y="107186"/>
                </a:lnTo>
                <a:close/>
                <a:moveTo>
                  <a:pt x="172876" y="210595"/>
                </a:moveTo>
                <a:cubicBezTo>
                  <a:pt x="170152" y="210595"/>
                  <a:pt x="167957" y="209654"/>
                  <a:pt x="166274" y="207770"/>
                </a:cubicBezTo>
                <a:cubicBezTo>
                  <a:pt x="164391" y="206097"/>
                  <a:pt x="163449" y="203893"/>
                  <a:pt x="163449" y="201168"/>
                </a:cubicBezTo>
                <a:cubicBezTo>
                  <a:pt x="163449" y="198443"/>
                  <a:pt x="164391" y="196239"/>
                  <a:pt x="166274" y="194566"/>
                </a:cubicBezTo>
                <a:cubicBezTo>
                  <a:pt x="167957" y="192682"/>
                  <a:pt x="170152" y="191741"/>
                  <a:pt x="172876" y="191741"/>
                </a:cubicBezTo>
                <a:lnTo>
                  <a:pt x="267179" y="191741"/>
                </a:lnTo>
                <a:cubicBezTo>
                  <a:pt x="269903" y="191741"/>
                  <a:pt x="272098" y="192682"/>
                  <a:pt x="273781" y="194566"/>
                </a:cubicBezTo>
                <a:cubicBezTo>
                  <a:pt x="275664" y="196239"/>
                  <a:pt x="276606" y="198443"/>
                  <a:pt x="276606" y="201168"/>
                </a:cubicBezTo>
                <a:cubicBezTo>
                  <a:pt x="276606" y="203893"/>
                  <a:pt x="275664" y="206197"/>
                  <a:pt x="273781" y="208081"/>
                </a:cubicBezTo>
                <a:cubicBezTo>
                  <a:pt x="272098" y="209763"/>
                  <a:pt x="269903" y="210595"/>
                  <a:pt x="267179" y="210595"/>
                </a:cubicBezTo>
                <a:lnTo>
                  <a:pt x="172876" y="210595"/>
                </a:lnTo>
                <a:close/>
                <a:moveTo>
                  <a:pt x="172876" y="110011"/>
                </a:moveTo>
                <a:cubicBezTo>
                  <a:pt x="170152" y="110011"/>
                  <a:pt x="167957" y="109070"/>
                  <a:pt x="166274" y="107186"/>
                </a:cubicBezTo>
                <a:cubicBezTo>
                  <a:pt x="164391" y="105513"/>
                  <a:pt x="163449" y="103309"/>
                  <a:pt x="163449" y="100584"/>
                </a:cubicBezTo>
                <a:cubicBezTo>
                  <a:pt x="163449" y="97859"/>
                  <a:pt x="164391" y="95655"/>
                  <a:pt x="166274" y="93982"/>
                </a:cubicBezTo>
                <a:cubicBezTo>
                  <a:pt x="167957" y="92098"/>
                  <a:pt x="170152" y="91157"/>
                  <a:pt x="172876" y="91157"/>
                </a:cubicBezTo>
                <a:lnTo>
                  <a:pt x="267179" y="91157"/>
                </a:lnTo>
                <a:cubicBezTo>
                  <a:pt x="269903" y="91157"/>
                  <a:pt x="272098" y="92098"/>
                  <a:pt x="273781" y="93982"/>
                </a:cubicBezTo>
                <a:cubicBezTo>
                  <a:pt x="275664" y="95655"/>
                  <a:pt x="276606" y="97859"/>
                  <a:pt x="276606" y="100584"/>
                </a:cubicBezTo>
                <a:cubicBezTo>
                  <a:pt x="276606" y="103309"/>
                  <a:pt x="275664" y="105613"/>
                  <a:pt x="273781" y="107497"/>
                </a:cubicBezTo>
                <a:cubicBezTo>
                  <a:pt x="272098" y="109179"/>
                  <a:pt x="269903" y="110011"/>
                  <a:pt x="267179" y="110011"/>
                </a:cubicBezTo>
                <a:lnTo>
                  <a:pt x="172876" y="11001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3303956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750" dirty="0"/>
          </a:p>
        </p:txBody>
      </p:sp>
      <p:sp>
        <p:nvSpPr>
          <p:cNvPr id="58" name="圖示 檢測"/>
          <p:cNvSpPr/>
          <p:nvPr/>
        </p:nvSpPr>
        <p:spPr>
          <a:xfrm>
            <a:off x="4003449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3760" y="163760"/>
                </a:moveTo>
                <a:cubicBezTo>
                  <a:pt x="169841" y="157688"/>
                  <a:pt x="172876" y="150245"/>
                  <a:pt x="172876" y="141449"/>
                </a:cubicBezTo>
                <a:cubicBezTo>
                  <a:pt x="172876" y="132643"/>
                  <a:pt x="169841" y="125209"/>
                  <a:pt x="163760" y="119128"/>
                </a:cubicBezTo>
                <a:cubicBezTo>
                  <a:pt x="157688" y="113056"/>
                  <a:pt x="150245" y="110011"/>
                  <a:pt x="141449" y="110011"/>
                </a:cubicBezTo>
                <a:cubicBezTo>
                  <a:pt x="132643" y="110011"/>
                  <a:pt x="125209" y="113056"/>
                  <a:pt x="119128" y="119128"/>
                </a:cubicBezTo>
                <a:cubicBezTo>
                  <a:pt x="113056" y="125209"/>
                  <a:pt x="110011" y="132643"/>
                  <a:pt x="110011" y="141449"/>
                </a:cubicBezTo>
                <a:cubicBezTo>
                  <a:pt x="110011" y="150245"/>
                  <a:pt x="113056" y="157688"/>
                  <a:pt x="119128" y="163760"/>
                </a:cubicBezTo>
                <a:cubicBezTo>
                  <a:pt x="125209" y="169841"/>
                  <a:pt x="132643" y="172876"/>
                  <a:pt x="141449" y="172876"/>
                </a:cubicBezTo>
                <a:cubicBezTo>
                  <a:pt x="150245" y="172876"/>
                  <a:pt x="157688" y="169841"/>
                  <a:pt x="163760" y="163760"/>
                </a:cubicBezTo>
                <a:close/>
                <a:moveTo>
                  <a:pt x="141449" y="191741"/>
                </a:moveTo>
                <a:cubicBezTo>
                  <a:pt x="127614" y="191741"/>
                  <a:pt x="115772" y="186812"/>
                  <a:pt x="105924" y="176964"/>
                </a:cubicBezTo>
                <a:cubicBezTo>
                  <a:pt x="96076" y="167116"/>
                  <a:pt x="91157" y="155274"/>
                  <a:pt x="91157" y="141449"/>
                </a:cubicBezTo>
                <a:cubicBezTo>
                  <a:pt x="91157" y="127614"/>
                  <a:pt x="96076" y="115772"/>
                  <a:pt x="105924" y="105924"/>
                </a:cubicBezTo>
                <a:cubicBezTo>
                  <a:pt x="115772" y="96076"/>
                  <a:pt x="127614" y="91157"/>
                  <a:pt x="141449" y="91157"/>
                </a:cubicBezTo>
                <a:cubicBezTo>
                  <a:pt x="155274" y="91157"/>
                  <a:pt x="167116" y="96076"/>
                  <a:pt x="176964" y="105924"/>
                </a:cubicBezTo>
                <a:cubicBezTo>
                  <a:pt x="186812" y="115772"/>
                  <a:pt x="191741" y="127614"/>
                  <a:pt x="191741" y="141449"/>
                </a:cubicBezTo>
                <a:cubicBezTo>
                  <a:pt x="191741" y="146057"/>
                  <a:pt x="191009" y="150775"/>
                  <a:pt x="189537" y="155594"/>
                </a:cubicBezTo>
                <a:cubicBezTo>
                  <a:pt x="187863" y="160203"/>
                  <a:pt x="185559" y="164811"/>
                  <a:pt x="182624" y="169420"/>
                </a:cubicBezTo>
                <a:lnTo>
                  <a:pt x="209023" y="195828"/>
                </a:lnTo>
                <a:cubicBezTo>
                  <a:pt x="210916" y="197712"/>
                  <a:pt x="211857" y="199915"/>
                  <a:pt x="211857" y="202430"/>
                </a:cubicBezTo>
                <a:cubicBezTo>
                  <a:pt x="211647" y="204944"/>
                  <a:pt x="210595" y="207139"/>
                  <a:pt x="208712" y="209023"/>
                </a:cubicBezTo>
                <a:cubicBezTo>
                  <a:pt x="206828" y="210916"/>
                  <a:pt x="204624" y="211857"/>
                  <a:pt x="202110" y="211857"/>
                </a:cubicBezTo>
                <a:cubicBezTo>
                  <a:pt x="199595" y="211857"/>
                  <a:pt x="197401" y="210916"/>
                  <a:pt x="195508" y="209023"/>
                </a:cubicBezTo>
                <a:lnTo>
                  <a:pt x="169420" y="182935"/>
                </a:lnTo>
                <a:cubicBezTo>
                  <a:pt x="164811" y="185870"/>
                  <a:pt x="160203" y="188074"/>
                  <a:pt x="155594" y="189537"/>
                </a:cubicBezTo>
                <a:cubicBezTo>
                  <a:pt x="150775" y="191009"/>
                  <a:pt x="146057" y="191741"/>
                  <a:pt x="141449" y="191741"/>
                </a:cubicBezTo>
                <a:close/>
                <a:moveTo>
                  <a:pt x="56583" y="264033"/>
                </a:moveTo>
                <a:cubicBezTo>
                  <a:pt x="51554" y="264033"/>
                  <a:pt x="47146" y="262149"/>
                  <a:pt x="43379" y="258373"/>
                </a:cubicBezTo>
                <a:cubicBezTo>
                  <a:pt x="39603" y="254606"/>
                  <a:pt x="37719" y="250207"/>
                  <a:pt x="37719" y="245178"/>
                </a:cubicBezTo>
                <a:lnTo>
                  <a:pt x="37719" y="200537"/>
                </a:lnTo>
                <a:cubicBezTo>
                  <a:pt x="37719" y="197812"/>
                  <a:pt x="38661" y="195618"/>
                  <a:pt x="40544" y="193935"/>
                </a:cubicBezTo>
                <a:cubicBezTo>
                  <a:pt x="42227" y="192051"/>
                  <a:pt x="44422" y="191110"/>
                  <a:pt x="47146" y="191110"/>
                </a:cubicBezTo>
                <a:cubicBezTo>
                  <a:pt x="49871" y="191110"/>
                  <a:pt x="52176" y="192051"/>
                  <a:pt x="54068" y="193935"/>
                </a:cubicBezTo>
                <a:cubicBezTo>
                  <a:pt x="55742" y="195618"/>
                  <a:pt x="56583" y="197812"/>
                  <a:pt x="56583" y="200537"/>
                </a:cubicBezTo>
                <a:lnTo>
                  <a:pt x="56583" y="245178"/>
                </a:lnTo>
                <a:lnTo>
                  <a:pt x="101215" y="245178"/>
                </a:lnTo>
                <a:cubicBezTo>
                  <a:pt x="103940" y="245178"/>
                  <a:pt x="106134" y="246120"/>
                  <a:pt x="107817" y="248004"/>
                </a:cubicBezTo>
                <a:cubicBezTo>
                  <a:pt x="109701" y="249677"/>
                  <a:pt x="110642" y="251881"/>
                  <a:pt x="110642" y="254606"/>
                </a:cubicBezTo>
                <a:cubicBezTo>
                  <a:pt x="110642" y="257330"/>
                  <a:pt x="109701" y="259635"/>
                  <a:pt x="107817" y="261518"/>
                </a:cubicBezTo>
                <a:cubicBezTo>
                  <a:pt x="106134" y="263192"/>
                  <a:pt x="103940" y="264033"/>
                  <a:pt x="101215" y="264033"/>
                </a:cubicBezTo>
                <a:lnTo>
                  <a:pt x="56583" y="264033"/>
                </a:lnTo>
                <a:close/>
                <a:moveTo>
                  <a:pt x="245178" y="264033"/>
                </a:moveTo>
                <a:lnTo>
                  <a:pt x="200537" y="264033"/>
                </a:lnTo>
                <a:cubicBezTo>
                  <a:pt x="197812" y="264033"/>
                  <a:pt x="195618" y="263091"/>
                  <a:pt x="193935" y="261208"/>
                </a:cubicBezTo>
                <a:cubicBezTo>
                  <a:pt x="192051" y="259525"/>
                  <a:pt x="191110" y="257330"/>
                  <a:pt x="191110" y="254606"/>
                </a:cubicBezTo>
                <a:cubicBezTo>
                  <a:pt x="191110" y="251881"/>
                  <a:pt x="192051" y="249677"/>
                  <a:pt x="193935" y="248004"/>
                </a:cubicBezTo>
                <a:cubicBezTo>
                  <a:pt x="195618" y="246120"/>
                  <a:pt x="197812" y="245178"/>
                  <a:pt x="200537" y="245178"/>
                </a:cubicBezTo>
                <a:lnTo>
                  <a:pt x="245178" y="245178"/>
                </a:lnTo>
                <a:lnTo>
                  <a:pt x="245178" y="200537"/>
                </a:lnTo>
                <a:cubicBezTo>
                  <a:pt x="245178" y="197812"/>
                  <a:pt x="246120" y="195618"/>
                  <a:pt x="248004" y="193935"/>
                </a:cubicBezTo>
                <a:cubicBezTo>
                  <a:pt x="249677" y="192051"/>
                  <a:pt x="251881" y="191110"/>
                  <a:pt x="254606" y="191110"/>
                </a:cubicBezTo>
                <a:cubicBezTo>
                  <a:pt x="257330" y="191110"/>
                  <a:pt x="259635" y="192051"/>
                  <a:pt x="261518" y="193935"/>
                </a:cubicBezTo>
                <a:cubicBezTo>
                  <a:pt x="263192" y="195618"/>
                  <a:pt x="264033" y="197812"/>
                  <a:pt x="264033" y="200537"/>
                </a:cubicBezTo>
                <a:lnTo>
                  <a:pt x="264033" y="245178"/>
                </a:lnTo>
                <a:cubicBezTo>
                  <a:pt x="264033" y="250207"/>
                  <a:pt x="262149" y="254606"/>
                  <a:pt x="258373" y="258373"/>
                </a:cubicBezTo>
                <a:cubicBezTo>
                  <a:pt x="254606" y="262149"/>
                  <a:pt x="250207" y="264033"/>
                  <a:pt x="245178" y="264033"/>
                </a:cubicBezTo>
                <a:close/>
                <a:moveTo>
                  <a:pt x="37719" y="101215"/>
                </a:moveTo>
                <a:lnTo>
                  <a:pt x="37719" y="56583"/>
                </a:lnTo>
                <a:cubicBezTo>
                  <a:pt x="37719" y="51554"/>
                  <a:pt x="39603" y="47146"/>
                  <a:pt x="43379" y="43379"/>
                </a:cubicBezTo>
                <a:cubicBezTo>
                  <a:pt x="47146" y="39603"/>
                  <a:pt x="51554" y="37719"/>
                  <a:pt x="56583" y="37719"/>
                </a:cubicBezTo>
                <a:lnTo>
                  <a:pt x="101215" y="37719"/>
                </a:lnTo>
                <a:cubicBezTo>
                  <a:pt x="103940" y="37719"/>
                  <a:pt x="106134" y="38661"/>
                  <a:pt x="107817" y="40544"/>
                </a:cubicBezTo>
                <a:cubicBezTo>
                  <a:pt x="109701" y="42227"/>
                  <a:pt x="110642" y="44422"/>
                  <a:pt x="110642" y="47146"/>
                </a:cubicBezTo>
                <a:cubicBezTo>
                  <a:pt x="110642" y="49871"/>
                  <a:pt x="109701" y="52176"/>
                  <a:pt x="107817" y="54068"/>
                </a:cubicBezTo>
                <a:cubicBezTo>
                  <a:pt x="106134" y="55742"/>
                  <a:pt x="103940" y="56583"/>
                  <a:pt x="101215" y="56583"/>
                </a:cubicBezTo>
                <a:lnTo>
                  <a:pt x="56583" y="56583"/>
                </a:lnTo>
                <a:lnTo>
                  <a:pt x="56583" y="101215"/>
                </a:lnTo>
                <a:cubicBezTo>
                  <a:pt x="56583" y="103940"/>
                  <a:pt x="55632" y="106134"/>
                  <a:pt x="53748" y="107817"/>
                </a:cubicBezTo>
                <a:cubicBezTo>
                  <a:pt x="52075" y="109701"/>
                  <a:pt x="49871" y="110642"/>
                  <a:pt x="47146" y="110642"/>
                </a:cubicBezTo>
                <a:cubicBezTo>
                  <a:pt x="44422" y="110642"/>
                  <a:pt x="42227" y="109701"/>
                  <a:pt x="40544" y="107817"/>
                </a:cubicBezTo>
                <a:cubicBezTo>
                  <a:pt x="38661" y="106134"/>
                  <a:pt x="37719" y="103940"/>
                  <a:pt x="37719" y="101215"/>
                </a:cubicBezTo>
                <a:close/>
                <a:moveTo>
                  <a:pt x="245178" y="101215"/>
                </a:moveTo>
                <a:lnTo>
                  <a:pt x="245178" y="56583"/>
                </a:lnTo>
                <a:lnTo>
                  <a:pt x="200537" y="56583"/>
                </a:lnTo>
                <a:cubicBezTo>
                  <a:pt x="197812" y="56583"/>
                  <a:pt x="195618" y="55632"/>
                  <a:pt x="193935" y="53748"/>
                </a:cubicBezTo>
                <a:cubicBezTo>
                  <a:pt x="192051" y="52075"/>
                  <a:pt x="191110" y="49871"/>
                  <a:pt x="191110" y="47146"/>
                </a:cubicBezTo>
                <a:cubicBezTo>
                  <a:pt x="191110" y="44422"/>
                  <a:pt x="192051" y="42227"/>
                  <a:pt x="193935" y="40544"/>
                </a:cubicBezTo>
                <a:cubicBezTo>
                  <a:pt x="195618" y="38661"/>
                  <a:pt x="197812" y="37719"/>
                  <a:pt x="200537" y="37719"/>
                </a:cubicBezTo>
                <a:lnTo>
                  <a:pt x="245178" y="37719"/>
                </a:lnTo>
                <a:cubicBezTo>
                  <a:pt x="250207" y="37719"/>
                  <a:pt x="254606" y="39603"/>
                  <a:pt x="258373" y="43379"/>
                </a:cubicBezTo>
                <a:cubicBezTo>
                  <a:pt x="262149" y="47146"/>
                  <a:pt x="264033" y="51554"/>
                  <a:pt x="264033" y="56583"/>
                </a:cubicBezTo>
                <a:lnTo>
                  <a:pt x="264033" y="101215"/>
                </a:lnTo>
                <a:cubicBezTo>
                  <a:pt x="264033" y="103940"/>
                  <a:pt x="263091" y="106134"/>
                  <a:pt x="261208" y="107817"/>
                </a:cubicBezTo>
                <a:cubicBezTo>
                  <a:pt x="259525" y="109701"/>
                  <a:pt x="257330" y="110642"/>
                  <a:pt x="254606" y="110642"/>
                </a:cubicBezTo>
                <a:cubicBezTo>
                  <a:pt x="251881" y="110642"/>
                  <a:pt x="249677" y="109701"/>
                  <a:pt x="248004" y="107817"/>
                </a:cubicBezTo>
                <a:cubicBezTo>
                  <a:pt x="246120" y="106134"/>
                  <a:pt x="245178" y="103940"/>
                  <a:pt x="245178" y="101215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3858677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</a:t>
            </a:r>
            <a:endParaRPr lang="en-US" sz="750" dirty="0"/>
          </a:p>
        </p:txBody>
      </p:sp>
      <p:sp>
        <p:nvSpPr>
          <p:cNvPr id="60" name="圖示 顯微分析"/>
          <p:cNvSpPr/>
          <p:nvPr/>
        </p:nvSpPr>
        <p:spPr>
          <a:xfrm>
            <a:off x="4558170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8245" y="245178"/>
                </a:moveTo>
                <a:lnTo>
                  <a:pt x="128245" y="212488"/>
                </a:lnTo>
                <a:lnTo>
                  <a:pt x="123526" y="212488"/>
                </a:lnTo>
                <a:cubicBezTo>
                  <a:pt x="106555" y="212488"/>
                  <a:pt x="92199" y="206618"/>
                  <a:pt x="80467" y="194886"/>
                </a:cubicBezTo>
                <a:cubicBezTo>
                  <a:pt x="68735" y="183145"/>
                  <a:pt x="62865" y="168789"/>
                  <a:pt x="62865" y="151818"/>
                </a:cubicBezTo>
                <a:cubicBezTo>
                  <a:pt x="62865" y="139035"/>
                  <a:pt x="66532" y="127403"/>
                  <a:pt x="73865" y="116933"/>
                </a:cubicBezTo>
                <a:cubicBezTo>
                  <a:pt x="81199" y="106454"/>
                  <a:pt x="90836" y="99121"/>
                  <a:pt x="102788" y="94924"/>
                </a:cubicBezTo>
                <a:cubicBezTo>
                  <a:pt x="103620" y="86548"/>
                  <a:pt x="107287" y="79736"/>
                  <a:pt x="113788" y="74496"/>
                </a:cubicBezTo>
                <a:cubicBezTo>
                  <a:pt x="120280" y="69257"/>
                  <a:pt x="127824" y="66952"/>
                  <a:pt x="136419" y="67583"/>
                </a:cubicBezTo>
                <a:lnTo>
                  <a:pt x="132963" y="57836"/>
                </a:lnTo>
                <a:cubicBezTo>
                  <a:pt x="131911" y="55321"/>
                  <a:pt x="132021" y="53017"/>
                  <a:pt x="133274" y="50923"/>
                </a:cubicBezTo>
                <a:cubicBezTo>
                  <a:pt x="134536" y="48619"/>
                  <a:pt x="136310" y="46936"/>
                  <a:pt x="138614" y="45894"/>
                </a:cubicBezTo>
                <a:lnTo>
                  <a:pt x="142701" y="44321"/>
                </a:lnTo>
                <a:lnTo>
                  <a:pt x="142390" y="43059"/>
                </a:lnTo>
                <a:cubicBezTo>
                  <a:pt x="141339" y="40133"/>
                  <a:pt x="141449" y="37298"/>
                  <a:pt x="142701" y="34573"/>
                </a:cubicBezTo>
                <a:cubicBezTo>
                  <a:pt x="143753" y="31849"/>
                  <a:pt x="145746" y="29965"/>
                  <a:pt x="148672" y="28922"/>
                </a:cubicBezTo>
                <a:cubicBezTo>
                  <a:pt x="151608" y="27871"/>
                  <a:pt x="154442" y="27971"/>
                  <a:pt x="157167" y="29233"/>
                </a:cubicBezTo>
                <a:cubicBezTo>
                  <a:pt x="159883" y="30276"/>
                  <a:pt x="161776" y="32269"/>
                  <a:pt x="162818" y="35204"/>
                </a:cubicBezTo>
                <a:lnTo>
                  <a:pt x="163449" y="36777"/>
                </a:lnTo>
                <a:lnTo>
                  <a:pt x="167225" y="35515"/>
                </a:lnTo>
                <a:cubicBezTo>
                  <a:pt x="169530" y="34683"/>
                  <a:pt x="171834" y="34784"/>
                  <a:pt x="174138" y="35835"/>
                </a:cubicBezTo>
                <a:cubicBezTo>
                  <a:pt x="176443" y="36878"/>
                  <a:pt x="178116" y="38560"/>
                  <a:pt x="179168" y="40865"/>
                </a:cubicBezTo>
                <a:lnTo>
                  <a:pt x="208081" y="115982"/>
                </a:lnTo>
                <a:cubicBezTo>
                  <a:pt x="209132" y="118497"/>
                  <a:pt x="209132" y="120911"/>
                  <a:pt x="208081" y="123215"/>
                </a:cubicBezTo>
                <a:cubicBezTo>
                  <a:pt x="206828" y="125520"/>
                  <a:pt x="204944" y="127193"/>
                  <a:pt x="202430" y="128245"/>
                </a:cubicBezTo>
                <a:lnTo>
                  <a:pt x="198022" y="129817"/>
                </a:lnTo>
                <a:lnTo>
                  <a:pt x="198653" y="131390"/>
                </a:lnTo>
                <a:cubicBezTo>
                  <a:pt x="199705" y="134325"/>
                  <a:pt x="199595" y="137151"/>
                  <a:pt x="198343" y="139876"/>
                </a:cubicBezTo>
                <a:cubicBezTo>
                  <a:pt x="197081" y="142390"/>
                  <a:pt x="194987" y="144173"/>
                  <a:pt x="192051" y="145216"/>
                </a:cubicBezTo>
                <a:cubicBezTo>
                  <a:pt x="189327" y="146267"/>
                  <a:pt x="186711" y="146158"/>
                  <a:pt x="184197" y="144905"/>
                </a:cubicBezTo>
                <a:cubicBezTo>
                  <a:pt x="181472" y="143643"/>
                  <a:pt x="179588" y="141659"/>
                  <a:pt x="178537" y="138934"/>
                </a:cubicBezTo>
                <a:lnTo>
                  <a:pt x="177906" y="137050"/>
                </a:lnTo>
                <a:lnTo>
                  <a:pt x="173197" y="138614"/>
                </a:lnTo>
                <a:cubicBezTo>
                  <a:pt x="170682" y="139665"/>
                  <a:pt x="168378" y="139665"/>
                  <a:pt x="166274" y="138614"/>
                </a:cubicBezTo>
                <a:cubicBezTo>
                  <a:pt x="163970" y="137571"/>
                  <a:pt x="162297" y="135788"/>
                  <a:pt x="161245" y="133274"/>
                </a:cubicBezTo>
                <a:lnTo>
                  <a:pt x="156536" y="120701"/>
                </a:lnTo>
                <a:cubicBezTo>
                  <a:pt x="153391" y="124267"/>
                  <a:pt x="149724" y="126882"/>
                  <a:pt x="145536" y="128555"/>
                </a:cubicBezTo>
                <a:cubicBezTo>
                  <a:pt x="141128" y="130028"/>
                  <a:pt x="136520" y="130659"/>
                  <a:pt x="131701" y="130448"/>
                </a:cubicBezTo>
                <a:cubicBezTo>
                  <a:pt x="126251" y="130238"/>
                  <a:pt x="121222" y="128555"/>
                  <a:pt x="116613" y="125419"/>
                </a:cubicBezTo>
                <a:cubicBezTo>
                  <a:pt x="112005" y="122274"/>
                  <a:pt x="108338" y="118287"/>
                  <a:pt x="105613" y="113468"/>
                </a:cubicBezTo>
                <a:cubicBezTo>
                  <a:pt x="98280" y="117034"/>
                  <a:pt x="92519" y="122274"/>
                  <a:pt x="88322" y="129186"/>
                </a:cubicBezTo>
                <a:cubicBezTo>
                  <a:pt x="83924" y="136099"/>
                  <a:pt x="81729" y="143643"/>
                  <a:pt x="81729" y="151818"/>
                </a:cubicBezTo>
                <a:cubicBezTo>
                  <a:pt x="81729" y="163348"/>
                  <a:pt x="85807" y="173197"/>
                  <a:pt x="93982" y="181362"/>
                </a:cubicBezTo>
                <a:cubicBezTo>
                  <a:pt x="102157" y="189537"/>
                  <a:pt x="112005" y="193624"/>
                  <a:pt x="123526" y="193624"/>
                </a:cubicBezTo>
                <a:lnTo>
                  <a:pt x="223168" y="193624"/>
                </a:lnTo>
                <a:cubicBezTo>
                  <a:pt x="225893" y="193624"/>
                  <a:pt x="228097" y="194566"/>
                  <a:pt x="229770" y="196450"/>
                </a:cubicBezTo>
                <a:cubicBezTo>
                  <a:pt x="231654" y="198132"/>
                  <a:pt x="232605" y="200327"/>
                  <a:pt x="232605" y="203052"/>
                </a:cubicBezTo>
                <a:cubicBezTo>
                  <a:pt x="232605" y="205777"/>
                  <a:pt x="231654" y="208081"/>
                  <a:pt x="229770" y="209974"/>
                </a:cubicBezTo>
                <a:cubicBezTo>
                  <a:pt x="228097" y="211647"/>
                  <a:pt x="225893" y="212488"/>
                  <a:pt x="223168" y="212488"/>
                </a:cubicBezTo>
                <a:lnTo>
                  <a:pt x="159682" y="212488"/>
                </a:lnTo>
                <a:lnTo>
                  <a:pt x="159682" y="245178"/>
                </a:lnTo>
                <a:lnTo>
                  <a:pt x="229460" y="245178"/>
                </a:lnTo>
                <a:cubicBezTo>
                  <a:pt x="232184" y="245178"/>
                  <a:pt x="234379" y="246120"/>
                  <a:pt x="236062" y="248004"/>
                </a:cubicBezTo>
                <a:cubicBezTo>
                  <a:pt x="237945" y="249677"/>
                  <a:pt x="238887" y="251881"/>
                  <a:pt x="238887" y="254606"/>
                </a:cubicBezTo>
                <a:cubicBezTo>
                  <a:pt x="238887" y="257330"/>
                  <a:pt x="237945" y="259635"/>
                  <a:pt x="236062" y="261518"/>
                </a:cubicBezTo>
                <a:cubicBezTo>
                  <a:pt x="234379" y="263192"/>
                  <a:pt x="232184" y="264033"/>
                  <a:pt x="229460" y="264033"/>
                </a:cubicBezTo>
                <a:lnTo>
                  <a:pt x="72292" y="264033"/>
                </a:lnTo>
                <a:cubicBezTo>
                  <a:pt x="69568" y="264033"/>
                  <a:pt x="67373" y="263091"/>
                  <a:pt x="65690" y="261208"/>
                </a:cubicBezTo>
                <a:cubicBezTo>
                  <a:pt x="63807" y="259525"/>
                  <a:pt x="62865" y="257330"/>
                  <a:pt x="62865" y="254606"/>
                </a:cubicBezTo>
                <a:cubicBezTo>
                  <a:pt x="62865" y="251881"/>
                  <a:pt x="63807" y="249677"/>
                  <a:pt x="65690" y="248004"/>
                </a:cubicBezTo>
                <a:cubicBezTo>
                  <a:pt x="67373" y="246120"/>
                  <a:pt x="69568" y="245178"/>
                  <a:pt x="72292" y="245178"/>
                </a:cubicBezTo>
                <a:lnTo>
                  <a:pt x="128245" y="245178"/>
                </a:lnTo>
                <a:close/>
                <a:moveTo>
                  <a:pt x="174769" y="121963"/>
                </a:moveTo>
                <a:lnTo>
                  <a:pt x="191420" y="115982"/>
                </a:lnTo>
                <a:lnTo>
                  <a:pt x="166274" y="51234"/>
                </a:lnTo>
                <a:lnTo>
                  <a:pt x="149623" y="57205"/>
                </a:lnTo>
                <a:lnTo>
                  <a:pt x="174769" y="121963"/>
                </a:lnTo>
                <a:close/>
                <a:moveTo>
                  <a:pt x="145216" y="110332"/>
                </a:moveTo>
                <a:cubicBezTo>
                  <a:pt x="148151" y="107186"/>
                  <a:pt x="149623" y="103409"/>
                  <a:pt x="149623" y="99011"/>
                </a:cubicBezTo>
                <a:cubicBezTo>
                  <a:pt x="149623" y="94613"/>
                  <a:pt x="148151" y="90946"/>
                  <a:pt x="145216" y="88011"/>
                </a:cubicBezTo>
                <a:cubicBezTo>
                  <a:pt x="142079" y="84865"/>
                  <a:pt x="138303" y="83293"/>
                  <a:pt x="133905" y="83293"/>
                </a:cubicBezTo>
                <a:cubicBezTo>
                  <a:pt x="129506" y="83293"/>
                  <a:pt x="125831" y="84765"/>
                  <a:pt x="122905" y="87700"/>
                </a:cubicBezTo>
                <a:cubicBezTo>
                  <a:pt x="119759" y="90836"/>
                  <a:pt x="118186" y="94613"/>
                  <a:pt x="118186" y="99011"/>
                </a:cubicBezTo>
                <a:cubicBezTo>
                  <a:pt x="118186" y="103409"/>
                  <a:pt x="119649" y="107186"/>
                  <a:pt x="122584" y="110332"/>
                </a:cubicBezTo>
                <a:cubicBezTo>
                  <a:pt x="125730" y="113258"/>
                  <a:pt x="129506" y="114730"/>
                  <a:pt x="133905" y="114730"/>
                </a:cubicBezTo>
                <a:cubicBezTo>
                  <a:pt x="138303" y="114730"/>
                  <a:pt x="142079" y="113258"/>
                  <a:pt x="145216" y="110332"/>
                </a:cubicBezTo>
                <a:close/>
                <a:moveTo>
                  <a:pt x="174769" y="121963"/>
                </a:moveTo>
                <a:close/>
                <a:moveTo>
                  <a:pt x="133905" y="98380"/>
                </a:moveTo>
                <a:close/>
                <a:moveTo>
                  <a:pt x="134536" y="98380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圖說"/>
          <p:cNvSpPr/>
          <p:nvPr/>
        </p:nvSpPr>
        <p:spPr>
          <a:xfrm>
            <a:off x="4413397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顯微分析</a:t>
            </a:r>
            <a:endParaRPr lang="en-US" sz="750" dirty="0"/>
          </a:p>
        </p:txBody>
      </p:sp>
      <p:sp>
        <p:nvSpPr>
          <p:cNvPr id="62" name="圖示 實驗"/>
          <p:cNvSpPr/>
          <p:nvPr/>
        </p:nvSpPr>
        <p:spPr>
          <a:xfrm>
            <a:off x="5112890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4068" y="264033"/>
                </a:moveTo>
                <a:cubicBezTo>
                  <a:pt x="45263" y="264033"/>
                  <a:pt x="39081" y="259946"/>
                  <a:pt x="35515" y="251771"/>
                </a:cubicBezTo>
                <a:cubicBezTo>
                  <a:pt x="31748" y="243605"/>
                  <a:pt x="32900" y="236162"/>
                  <a:pt x="38981" y="229460"/>
                </a:cubicBezTo>
                <a:lnTo>
                  <a:pt x="116933" y="141449"/>
                </a:lnTo>
                <a:lnTo>
                  <a:pt x="116933" y="56583"/>
                </a:lnTo>
                <a:lnTo>
                  <a:pt x="100584" y="56583"/>
                </a:lnTo>
                <a:cubicBezTo>
                  <a:pt x="97859" y="56583"/>
                  <a:pt x="95655" y="55632"/>
                  <a:pt x="93982" y="53748"/>
                </a:cubicBezTo>
                <a:cubicBezTo>
                  <a:pt x="92098" y="52075"/>
                  <a:pt x="91157" y="49871"/>
                  <a:pt x="91157" y="47146"/>
                </a:cubicBezTo>
                <a:cubicBezTo>
                  <a:pt x="91157" y="44422"/>
                  <a:pt x="92098" y="42227"/>
                  <a:pt x="93982" y="40544"/>
                </a:cubicBezTo>
                <a:cubicBezTo>
                  <a:pt x="95655" y="38661"/>
                  <a:pt x="97859" y="37719"/>
                  <a:pt x="100584" y="37719"/>
                </a:cubicBezTo>
                <a:lnTo>
                  <a:pt x="201168" y="37719"/>
                </a:lnTo>
                <a:cubicBezTo>
                  <a:pt x="203893" y="37719"/>
                  <a:pt x="206097" y="38661"/>
                  <a:pt x="207770" y="40544"/>
                </a:cubicBezTo>
                <a:cubicBezTo>
                  <a:pt x="209654" y="42227"/>
                  <a:pt x="210595" y="44422"/>
                  <a:pt x="210595" y="47146"/>
                </a:cubicBezTo>
                <a:cubicBezTo>
                  <a:pt x="210595" y="49871"/>
                  <a:pt x="209654" y="52176"/>
                  <a:pt x="207770" y="54068"/>
                </a:cubicBezTo>
                <a:cubicBezTo>
                  <a:pt x="206097" y="55742"/>
                  <a:pt x="203893" y="56583"/>
                  <a:pt x="201168" y="56583"/>
                </a:cubicBezTo>
                <a:lnTo>
                  <a:pt x="184828" y="56583"/>
                </a:lnTo>
                <a:lnTo>
                  <a:pt x="184828" y="141449"/>
                </a:lnTo>
                <a:lnTo>
                  <a:pt x="262780" y="229460"/>
                </a:lnTo>
                <a:cubicBezTo>
                  <a:pt x="268852" y="236162"/>
                  <a:pt x="270004" y="243605"/>
                  <a:pt x="266237" y="251771"/>
                </a:cubicBezTo>
                <a:cubicBezTo>
                  <a:pt x="262671" y="259946"/>
                  <a:pt x="256489" y="264033"/>
                  <a:pt x="247693" y="264033"/>
                </a:cubicBezTo>
                <a:lnTo>
                  <a:pt x="54068" y="264033"/>
                </a:lnTo>
                <a:close/>
                <a:moveTo>
                  <a:pt x="50292" y="245178"/>
                </a:moveTo>
                <a:lnTo>
                  <a:pt x="251460" y="245178"/>
                </a:lnTo>
                <a:lnTo>
                  <a:pt x="165964" y="148361"/>
                </a:lnTo>
                <a:lnTo>
                  <a:pt x="165964" y="56583"/>
                </a:lnTo>
                <a:lnTo>
                  <a:pt x="135788" y="56583"/>
                </a:lnTo>
                <a:lnTo>
                  <a:pt x="135788" y="148361"/>
                </a:lnTo>
                <a:lnTo>
                  <a:pt x="50292" y="245178"/>
                </a:lnTo>
                <a:close/>
                <a:moveTo>
                  <a:pt x="150245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圖說"/>
          <p:cNvSpPr/>
          <p:nvPr/>
        </p:nvSpPr>
        <p:spPr>
          <a:xfrm>
            <a:off x="4968118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</a:t>
            </a:r>
            <a:endParaRPr lang="en-US" sz="750" dirty="0"/>
          </a:p>
        </p:txBody>
      </p:sp>
      <p:sp>
        <p:nvSpPr>
          <p:cNvPr id="64" name="圖示 問題追蹤"/>
          <p:cNvSpPr/>
          <p:nvPr/>
        </p:nvSpPr>
        <p:spPr>
          <a:xfrm>
            <a:off x="5667611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64033"/>
                </a:moveTo>
                <a:cubicBezTo>
                  <a:pt x="137251" y="264033"/>
                  <a:pt x="124578" y="260787"/>
                  <a:pt x="112846" y="254285"/>
                </a:cubicBezTo>
                <a:cubicBezTo>
                  <a:pt x="101105" y="247793"/>
                  <a:pt x="92409" y="238466"/>
                  <a:pt x="86758" y="226314"/>
                </a:cubicBezTo>
                <a:lnTo>
                  <a:pt x="59719" y="226314"/>
                </a:lnTo>
                <a:cubicBezTo>
                  <a:pt x="56995" y="226314"/>
                  <a:pt x="54800" y="225372"/>
                  <a:pt x="53117" y="223489"/>
                </a:cubicBezTo>
                <a:cubicBezTo>
                  <a:pt x="51234" y="221806"/>
                  <a:pt x="50292" y="219611"/>
                  <a:pt x="50292" y="216887"/>
                </a:cubicBezTo>
                <a:cubicBezTo>
                  <a:pt x="50292" y="214162"/>
                  <a:pt x="51234" y="211958"/>
                  <a:pt x="53117" y="210285"/>
                </a:cubicBezTo>
                <a:cubicBezTo>
                  <a:pt x="54800" y="208401"/>
                  <a:pt x="56995" y="207459"/>
                  <a:pt x="59719" y="207459"/>
                </a:cubicBezTo>
                <a:lnTo>
                  <a:pt x="79214" y="207459"/>
                </a:lnTo>
                <a:cubicBezTo>
                  <a:pt x="77742" y="202009"/>
                  <a:pt x="77011" y="196450"/>
                  <a:pt x="77011" y="190799"/>
                </a:cubicBezTo>
                <a:lnTo>
                  <a:pt x="77011" y="174138"/>
                </a:lnTo>
                <a:lnTo>
                  <a:pt x="59409" y="174138"/>
                </a:lnTo>
                <a:cubicBezTo>
                  <a:pt x="56684" y="174138"/>
                  <a:pt x="54480" y="173197"/>
                  <a:pt x="52807" y="171304"/>
                </a:cubicBezTo>
                <a:cubicBezTo>
                  <a:pt x="50923" y="169630"/>
                  <a:pt x="49981" y="167427"/>
                  <a:pt x="49981" y="164711"/>
                </a:cubicBezTo>
                <a:cubicBezTo>
                  <a:pt x="49981" y="161986"/>
                  <a:pt x="50923" y="159782"/>
                  <a:pt x="52807" y="158109"/>
                </a:cubicBezTo>
                <a:cubicBezTo>
                  <a:pt x="54480" y="156216"/>
                  <a:pt x="56684" y="155274"/>
                  <a:pt x="59409" y="155274"/>
                </a:cubicBezTo>
                <a:lnTo>
                  <a:pt x="77011" y="155274"/>
                </a:lnTo>
                <a:cubicBezTo>
                  <a:pt x="77011" y="149203"/>
                  <a:pt x="77111" y="143232"/>
                  <a:pt x="77322" y="137361"/>
                </a:cubicBezTo>
                <a:cubicBezTo>
                  <a:pt x="77322" y="131280"/>
                  <a:pt x="78163" y="125309"/>
                  <a:pt x="79836" y="119448"/>
                </a:cubicBezTo>
                <a:lnTo>
                  <a:pt x="59719" y="119448"/>
                </a:lnTo>
                <a:cubicBezTo>
                  <a:pt x="56995" y="119448"/>
                  <a:pt x="54800" y="118497"/>
                  <a:pt x="53117" y="116613"/>
                </a:cubicBezTo>
                <a:cubicBezTo>
                  <a:pt x="51234" y="114940"/>
                  <a:pt x="50292" y="112736"/>
                  <a:pt x="50292" y="110011"/>
                </a:cubicBezTo>
                <a:cubicBezTo>
                  <a:pt x="50292" y="107287"/>
                  <a:pt x="51234" y="105092"/>
                  <a:pt x="53117" y="103409"/>
                </a:cubicBezTo>
                <a:cubicBezTo>
                  <a:pt x="54800" y="101526"/>
                  <a:pt x="56995" y="100584"/>
                  <a:pt x="59719" y="100584"/>
                </a:cubicBezTo>
                <a:lnTo>
                  <a:pt x="88011" y="100584"/>
                </a:lnTo>
                <a:cubicBezTo>
                  <a:pt x="90946" y="94714"/>
                  <a:pt x="94823" y="89584"/>
                  <a:pt x="99642" y="85186"/>
                </a:cubicBezTo>
                <a:cubicBezTo>
                  <a:pt x="104461" y="80778"/>
                  <a:pt x="109801" y="77111"/>
                  <a:pt x="115672" y="74185"/>
                </a:cubicBezTo>
                <a:lnTo>
                  <a:pt x="97759" y="56583"/>
                </a:lnTo>
                <a:cubicBezTo>
                  <a:pt x="96076" y="54901"/>
                  <a:pt x="95244" y="52807"/>
                  <a:pt x="95244" y="50292"/>
                </a:cubicBezTo>
                <a:cubicBezTo>
                  <a:pt x="95244" y="47777"/>
                  <a:pt x="96076" y="45683"/>
                  <a:pt x="97759" y="44010"/>
                </a:cubicBezTo>
                <a:cubicBezTo>
                  <a:pt x="99432" y="42328"/>
                  <a:pt x="101526" y="41495"/>
                  <a:pt x="104040" y="41495"/>
                </a:cubicBezTo>
                <a:cubicBezTo>
                  <a:pt x="106555" y="41495"/>
                  <a:pt x="108649" y="42328"/>
                  <a:pt x="110332" y="44010"/>
                </a:cubicBezTo>
                <a:lnTo>
                  <a:pt x="133585" y="67263"/>
                </a:lnTo>
                <a:cubicBezTo>
                  <a:pt x="139455" y="65169"/>
                  <a:pt x="145326" y="64127"/>
                  <a:pt x="151187" y="64127"/>
                </a:cubicBezTo>
                <a:cubicBezTo>
                  <a:pt x="157268" y="64127"/>
                  <a:pt x="163239" y="65169"/>
                  <a:pt x="169109" y="67263"/>
                </a:cubicBezTo>
                <a:lnTo>
                  <a:pt x="192371" y="44010"/>
                </a:lnTo>
                <a:cubicBezTo>
                  <a:pt x="194045" y="42328"/>
                  <a:pt x="196139" y="41495"/>
                  <a:pt x="198653" y="41495"/>
                </a:cubicBezTo>
                <a:cubicBezTo>
                  <a:pt x="201168" y="41495"/>
                  <a:pt x="203262" y="42328"/>
                  <a:pt x="204944" y="44010"/>
                </a:cubicBezTo>
                <a:cubicBezTo>
                  <a:pt x="206618" y="45683"/>
                  <a:pt x="207459" y="47777"/>
                  <a:pt x="207459" y="50292"/>
                </a:cubicBezTo>
                <a:cubicBezTo>
                  <a:pt x="207459" y="52807"/>
                  <a:pt x="206618" y="54901"/>
                  <a:pt x="204944" y="56583"/>
                </a:cubicBezTo>
                <a:lnTo>
                  <a:pt x="187342" y="74185"/>
                </a:lnTo>
                <a:cubicBezTo>
                  <a:pt x="193204" y="77111"/>
                  <a:pt x="198343" y="80888"/>
                  <a:pt x="202741" y="85496"/>
                </a:cubicBezTo>
                <a:cubicBezTo>
                  <a:pt x="207349" y="89895"/>
                  <a:pt x="211327" y="94924"/>
                  <a:pt x="214683" y="100584"/>
                </a:cubicBezTo>
                <a:lnTo>
                  <a:pt x="242343" y="100584"/>
                </a:lnTo>
                <a:cubicBezTo>
                  <a:pt x="245068" y="100584"/>
                  <a:pt x="247272" y="101526"/>
                  <a:pt x="248945" y="103409"/>
                </a:cubicBezTo>
                <a:cubicBezTo>
                  <a:pt x="250829" y="105092"/>
                  <a:pt x="251771" y="107287"/>
                  <a:pt x="251771" y="110011"/>
                </a:cubicBezTo>
                <a:cubicBezTo>
                  <a:pt x="251771" y="112736"/>
                  <a:pt x="250829" y="115041"/>
                  <a:pt x="248945" y="116933"/>
                </a:cubicBezTo>
                <a:cubicBezTo>
                  <a:pt x="247272" y="118607"/>
                  <a:pt x="245068" y="119448"/>
                  <a:pt x="242343" y="119448"/>
                </a:cubicBezTo>
                <a:lnTo>
                  <a:pt x="221916" y="119448"/>
                </a:lnTo>
                <a:cubicBezTo>
                  <a:pt x="223799" y="125309"/>
                  <a:pt x="224741" y="131280"/>
                  <a:pt x="224741" y="137361"/>
                </a:cubicBezTo>
                <a:cubicBezTo>
                  <a:pt x="224531" y="143232"/>
                  <a:pt x="224430" y="149203"/>
                  <a:pt x="224430" y="155274"/>
                </a:cubicBezTo>
                <a:lnTo>
                  <a:pt x="242343" y="155274"/>
                </a:lnTo>
                <a:cubicBezTo>
                  <a:pt x="245068" y="155274"/>
                  <a:pt x="247272" y="156216"/>
                  <a:pt x="248945" y="158109"/>
                </a:cubicBezTo>
                <a:cubicBezTo>
                  <a:pt x="250829" y="159782"/>
                  <a:pt x="251771" y="161986"/>
                  <a:pt x="251771" y="164711"/>
                </a:cubicBezTo>
                <a:cubicBezTo>
                  <a:pt x="251771" y="167427"/>
                  <a:pt x="250829" y="169630"/>
                  <a:pt x="248945" y="171304"/>
                </a:cubicBezTo>
                <a:cubicBezTo>
                  <a:pt x="247272" y="173197"/>
                  <a:pt x="245068" y="174138"/>
                  <a:pt x="242343" y="174138"/>
                </a:cubicBezTo>
                <a:lnTo>
                  <a:pt x="224430" y="174138"/>
                </a:lnTo>
                <a:cubicBezTo>
                  <a:pt x="224430" y="179798"/>
                  <a:pt x="224531" y="185349"/>
                  <a:pt x="224741" y="190799"/>
                </a:cubicBezTo>
                <a:cubicBezTo>
                  <a:pt x="224741" y="196450"/>
                  <a:pt x="224010" y="202009"/>
                  <a:pt x="222547" y="207459"/>
                </a:cubicBezTo>
                <a:lnTo>
                  <a:pt x="242343" y="207459"/>
                </a:lnTo>
                <a:cubicBezTo>
                  <a:pt x="245068" y="207459"/>
                  <a:pt x="247272" y="208401"/>
                  <a:pt x="248945" y="210285"/>
                </a:cubicBezTo>
                <a:cubicBezTo>
                  <a:pt x="250829" y="211958"/>
                  <a:pt x="251771" y="214162"/>
                  <a:pt x="251771" y="216887"/>
                </a:cubicBezTo>
                <a:cubicBezTo>
                  <a:pt x="251771" y="219611"/>
                  <a:pt x="250829" y="221916"/>
                  <a:pt x="248945" y="223799"/>
                </a:cubicBezTo>
                <a:cubicBezTo>
                  <a:pt x="247272" y="225473"/>
                  <a:pt x="245068" y="226314"/>
                  <a:pt x="242343" y="226314"/>
                </a:cubicBezTo>
                <a:lnTo>
                  <a:pt x="215314" y="226314"/>
                </a:lnTo>
                <a:cubicBezTo>
                  <a:pt x="209864" y="238677"/>
                  <a:pt x="201269" y="248104"/>
                  <a:pt x="189537" y="254606"/>
                </a:cubicBezTo>
                <a:cubicBezTo>
                  <a:pt x="177595" y="260887"/>
                  <a:pt x="164711" y="264033"/>
                  <a:pt x="150876" y="264033"/>
                </a:cubicBezTo>
                <a:close/>
                <a:moveTo>
                  <a:pt x="150876" y="245178"/>
                </a:moveTo>
                <a:cubicBezTo>
                  <a:pt x="165964" y="245178"/>
                  <a:pt x="178847" y="239939"/>
                  <a:pt x="189537" y="229460"/>
                </a:cubicBezTo>
                <a:cubicBezTo>
                  <a:pt x="200226" y="218770"/>
                  <a:pt x="205566" y="205886"/>
                  <a:pt x="205566" y="190799"/>
                </a:cubicBezTo>
                <a:lnTo>
                  <a:pt x="205566" y="138303"/>
                </a:lnTo>
                <a:cubicBezTo>
                  <a:pt x="205566" y="123215"/>
                  <a:pt x="200226" y="110432"/>
                  <a:pt x="189537" y="99953"/>
                </a:cubicBezTo>
                <a:cubicBezTo>
                  <a:pt x="178847" y="89273"/>
                  <a:pt x="165964" y="83924"/>
                  <a:pt x="150876" y="83924"/>
                </a:cubicBezTo>
                <a:cubicBezTo>
                  <a:pt x="135788" y="83924"/>
                  <a:pt x="122905" y="89273"/>
                  <a:pt x="112215" y="99953"/>
                </a:cubicBezTo>
                <a:cubicBezTo>
                  <a:pt x="101526" y="110432"/>
                  <a:pt x="96186" y="123215"/>
                  <a:pt x="96186" y="138303"/>
                </a:cubicBezTo>
                <a:lnTo>
                  <a:pt x="96186" y="190799"/>
                </a:lnTo>
                <a:cubicBezTo>
                  <a:pt x="96186" y="205886"/>
                  <a:pt x="101526" y="218770"/>
                  <a:pt x="112215" y="229460"/>
                </a:cubicBezTo>
                <a:cubicBezTo>
                  <a:pt x="122905" y="239939"/>
                  <a:pt x="135788" y="245178"/>
                  <a:pt x="150876" y="245178"/>
                </a:cubicBezTo>
                <a:close/>
                <a:moveTo>
                  <a:pt x="135157" y="201168"/>
                </a:moveTo>
                <a:lnTo>
                  <a:pt x="166595" y="201168"/>
                </a:lnTo>
                <a:cubicBezTo>
                  <a:pt x="169319" y="201168"/>
                  <a:pt x="171514" y="200226"/>
                  <a:pt x="173197" y="198343"/>
                </a:cubicBezTo>
                <a:cubicBezTo>
                  <a:pt x="175080" y="196660"/>
                  <a:pt x="176022" y="194465"/>
                  <a:pt x="176022" y="191741"/>
                </a:cubicBezTo>
                <a:cubicBezTo>
                  <a:pt x="176022" y="189016"/>
                  <a:pt x="175080" y="186812"/>
                  <a:pt x="173197" y="185139"/>
                </a:cubicBezTo>
                <a:cubicBezTo>
                  <a:pt x="171514" y="183255"/>
                  <a:pt x="169319" y="182313"/>
                  <a:pt x="166595" y="182313"/>
                </a:cubicBezTo>
                <a:lnTo>
                  <a:pt x="135157" y="182313"/>
                </a:lnTo>
                <a:cubicBezTo>
                  <a:pt x="132433" y="182313"/>
                  <a:pt x="130238" y="183255"/>
                  <a:pt x="128555" y="185139"/>
                </a:cubicBezTo>
                <a:cubicBezTo>
                  <a:pt x="126672" y="186812"/>
                  <a:pt x="125730" y="189016"/>
                  <a:pt x="125730" y="191741"/>
                </a:cubicBezTo>
                <a:cubicBezTo>
                  <a:pt x="125730" y="194465"/>
                  <a:pt x="126672" y="196770"/>
                  <a:pt x="128555" y="198653"/>
                </a:cubicBezTo>
                <a:cubicBezTo>
                  <a:pt x="130238" y="200327"/>
                  <a:pt x="132433" y="201168"/>
                  <a:pt x="135157" y="201168"/>
                </a:cubicBezTo>
                <a:close/>
                <a:moveTo>
                  <a:pt x="135157" y="146789"/>
                </a:moveTo>
                <a:lnTo>
                  <a:pt x="166595" y="146789"/>
                </a:lnTo>
                <a:cubicBezTo>
                  <a:pt x="169319" y="146789"/>
                  <a:pt x="171514" y="145847"/>
                  <a:pt x="173197" y="143963"/>
                </a:cubicBezTo>
                <a:cubicBezTo>
                  <a:pt x="175080" y="142281"/>
                  <a:pt x="176022" y="140086"/>
                  <a:pt x="176022" y="137361"/>
                </a:cubicBezTo>
                <a:cubicBezTo>
                  <a:pt x="176022" y="134636"/>
                  <a:pt x="175080" y="132332"/>
                  <a:pt x="173197" y="130448"/>
                </a:cubicBezTo>
                <a:cubicBezTo>
                  <a:pt x="171514" y="128766"/>
                  <a:pt x="169319" y="127934"/>
                  <a:pt x="166595" y="127934"/>
                </a:cubicBezTo>
                <a:lnTo>
                  <a:pt x="135157" y="127934"/>
                </a:lnTo>
                <a:cubicBezTo>
                  <a:pt x="132433" y="127934"/>
                  <a:pt x="130238" y="128876"/>
                  <a:pt x="128555" y="130759"/>
                </a:cubicBezTo>
                <a:cubicBezTo>
                  <a:pt x="126672" y="132433"/>
                  <a:pt x="125730" y="134636"/>
                  <a:pt x="125730" y="137361"/>
                </a:cubicBezTo>
                <a:cubicBezTo>
                  <a:pt x="125730" y="140086"/>
                  <a:pt x="126672" y="142281"/>
                  <a:pt x="128555" y="143963"/>
                </a:cubicBezTo>
                <a:cubicBezTo>
                  <a:pt x="130238" y="145847"/>
                  <a:pt x="132433" y="146789"/>
                  <a:pt x="135157" y="146789"/>
                </a:cubicBezTo>
                <a:close/>
                <a:moveTo>
                  <a:pt x="151187" y="164711"/>
                </a:moveTo>
                <a:lnTo>
                  <a:pt x="150876" y="164711"/>
                </a:lnTo>
                <a:lnTo>
                  <a:pt x="151187" y="164711"/>
                </a:lnTo>
                <a:lnTo>
                  <a:pt x="150876" y="164711"/>
                </a:lnTo>
                <a:lnTo>
                  <a:pt x="151187" y="164711"/>
                </a:lnTo>
                <a:lnTo>
                  <a:pt x="150876" y="164711"/>
                </a:lnTo>
                <a:lnTo>
                  <a:pt x="151187" y="164711"/>
                </a:lnTo>
                <a:lnTo>
                  <a:pt x="150876" y="164711"/>
                </a:lnTo>
                <a:lnTo>
                  <a:pt x="151187" y="16471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圖說"/>
          <p:cNvSpPr/>
          <p:nvPr/>
        </p:nvSpPr>
        <p:spPr>
          <a:xfrm>
            <a:off x="5522839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問題追蹤</a:t>
            </a:r>
            <a:endParaRPr lang="en-US" sz="750" dirty="0"/>
          </a:p>
        </p:txBody>
      </p:sp>
      <p:sp>
        <p:nvSpPr>
          <p:cNvPr id="66" name="圖示 成果"/>
          <p:cNvSpPr/>
          <p:nvPr/>
        </p:nvSpPr>
        <p:spPr>
          <a:xfrm>
            <a:off x="6222332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1449" y="245178"/>
                </a:moveTo>
                <a:lnTo>
                  <a:pt x="141449" y="198653"/>
                </a:lnTo>
                <a:cubicBezTo>
                  <a:pt x="130128" y="196349"/>
                  <a:pt x="120070" y="191530"/>
                  <a:pt x="111273" y="184197"/>
                </a:cubicBezTo>
                <a:cubicBezTo>
                  <a:pt x="102468" y="176653"/>
                  <a:pt x="96396" y="167326"/>
                  <a:pt x="93040" y="156216"/>
                </a:cubicBezTo>
                <a:cubicBezTo>
                  <a:pt x="77532" y="154543"/>
                  <a:pt x="64438" y="148261"/>
                  <a:pt x="53748" y="137361"/>
                </a:cubicBezTo>
                <a:cubicBezTo>
                  <a:pt x="43059" y="126462"/>
                  <a:pt x="37719" y="113367"/>
                  <a:pt x="37719" y="98069"/>
                </a:cubicBezTo>
                <a:lnTo>
                  <a:pt x="37719" y="84244"/>
                </a:lnTo>
                <a:cubicBezTo>
                  <a:pt x="37719" y="79004"/>
                  <a:pt x="39603" y="74597"/>
                  <a:pt x="43379" y="71040"/>
                </a:cubicBezTo>
                <a:cubicBezTo>
                  <a:pt x="46936" y="67263"/>
                  <a:pt x="51344" y="65380"/>
                  <a:pt x="56583" y="65380"/>
                </a:cubicBezTo>
                <a:lnTo>
                  <a:pt x="89273" y="65380"/>
                </a:lnTo>
                <a:lnTo>
                  <a:pt x="89273" y="56583"/>
                </a:lnTo>
                <a:cubicBezTo>
                  <a:pt x="89273" y="51344"/>
                  <a:pt x="91157" y="46936"/>
                  <a:pt x="94924" y="43379"/>
                </a:cubicBezTo>
                <a:cubicBezTo>
                  <a:pt x="98490" y="39603"/>
                  <a:pt x="102888" y="37719"/>
                  <a:pt x="108128" y="37719"/>
                </a:cubicBezTo>
                <a:lnTo>
                  <a:pt x="193624" y="37719"/>
                </a:lnTo>
                <a:cubicBezTo>
                  <a:pt x="198864" y="37719"/>
                  <a:pt x="203262" y="39603"/>
                  <a:pt x="206828" y="43379"/>
                </a:cubicBezTo>
                <a:cubicBezTo>
                  <a:pt x="210595" y="46936"/>
                  <a:pt x="212488" y="51344"/>
                  <a:pt x="212488" y="56583"/>
                </a:cubicBezTo>
                <a:lnTo>
                  <a:pt x="212488" y="65380"/>
                </a:lnTo>
                <a:lnTo>
                  <a:pt x="245178" y="65380"/>
                </a:lnTo>
                <a:cubicBezTo>
                  <a:pt x="250408" y="65380"/>
                  <a:pt x="254816" y="67263"/>
                  <a:pt x="258373" y="71040"/>
                </a:cubicBezTo>
                <a:cubicBezTo>
                  <a:pt x="262149" y="74597"/>
                  <a:pt x="264033" y="79004"/>
                  <a:pt x="264033" y="84244"/>
                </a:cubicBezTo>
                <a:lnTo>
                  <a:pt x="264033" y="98069"/>
                </a:lnTo>
                <a:cubicBezTo>
                  <a:pt x="264033" y="113367"/>
                  <a:pt x="258693" y="126462"/>
                  <a:pt x="248004" y="137361"/>
                </a:cubicBezTo>
                <a:cubicBezTo>
                  <a:pt x="237314" y="148261"/>
                  <a:pt x="224220" y="154543"/>
                  <a:pt x="208712" y="156216"/>
                </a:cubicBezTo>
                <a:cubicBezTo>
                  <a:pt x="205356" y="167326"/>
                  <a:pt x="199284" y="176653"/>
                  <a:pt x="190479" y="184197"/>
                </a:cubicBezTo>
                <a:cubicBezTo>
                  <a:pt x="181682" y="191530"/>
                  <a:pt x="171624" y="196349"/>
                  <a:pt x="160303" y="198653"/>
                </a:cubicBezTo>
                <a:lnTo>
                  <a:pt x="160303" y="245178"/>
                </a:lnTo>
                <a:lnTo>
                  <a:pt x="198653" y="245178"/>
                </a:lnTo>
                <a:cubicBezTo>
                  <a:pt x="201378" y="245178"/>
                  <a:pt x="203582" y="246120"/>
                  <a:pt x="205255" y="248004"/>
                </a:cubicBezTo>
                <a:cubicBezTo>
                  <a:pt x="207139" y="249677"/>
                  <a:pt x="208081" y="251881"/>
                  <a:pt x="208081" y="254606"/>
                </a:cubicBezTo>
                <a:cubicBezTo>
                  <a:pt x="208081" y="257330"/>
                  <a:pt x="207139" y="259635"/>
                  <a:pt x="205255" y="261518"/>
                </a:cubicBezTo>
                <a:cubicBezTo>
                  <a:pt x="203582" y="263192"/>
                  <a:pt x="201378" y="264033"/>
                  <a:pt x="198653" y="264033"/>
                </a:cubicBezTo>
                <a:lnTo>
                  <a:pt x="103099" y="264033"/>
                </a:lnTo>
                <a:cubicBezTo>
                  <a:pt x="100374" y="264033"/>
                  <a:pt x="98170" y="263091"/>
                  <a:pt x="96497" y="261208"/>
                </a:cubicBezTo>
                <a:cubicBezTo>
                  <a:pt x="94613" y="259525"/>
                  <a:pt x="93671" y="257330"/>
                  <a:pt x="93671" y="254606"/>
                </a:cubicBezTo>
                <a:cubicBezTo>
                  <a:pt x="93671" y="251881"/>
                  <a:pt x="94613" y="249677"/>
                  <a:pt x="96497" y="248004"/>
                </a:cubicBezTo>
                <a:cubicBezTo>
                  <a:pt x="98170" y="246120"/>
                  <a:pt x="100374" y="245178"/>
                  <a:pt x="103099" y="245178"/>
                </a:cubicBezTo>
                <a:lnTo>
                  <a:pt x="141449" y="245178"/>
                </a:lnTo>
                <a:close/>
                <a:moveTo>
                  <a:pt x="89273" y="136419"/>
                </a:moveTo>
                <a:lnTo>
                  <a:pt x="89273" y="84244"/>
                </a:lnTo>
                <a:lnTo>
                  <a:pt x="56583" y="84244"/>
                </a:lnTo>
                <a:lnTo>
                  <a:pt x="56583" y="98069"/>
                </a:lnTo>
                <a:cubicBezTo>
                  <a:pt x="56583" y="107497"/>
                  <a:pt x="59719" y="115772"/>
                  <a:pt x="66011" y="122905"/>
                </a:cubicBezTo>
                <a:cubicBezTo>
                  <a:pt x="72082" y="129817"/>
                  <a:pt x="79836" y="134325"/>
                  <a:pt x="89273" y="136419"/>
                </a:cubicBezTo>
                <a:close/>
                <a:moveTo>
                  <a:pt x="181362" y="168167"/>
                </a:moveTo>
                <a:cubicBezTo>
                  <a:pt x="189537" y="159782"/>
                  <a:pt x="193624" y="149623"/>
                  <a:pt x="193624" y="137672"/>
                </a:cubicBezTo>
                <a:lnTo>
                  <a:pt x="193624" y="56583"/>
                </a:lnTo>
                <a:lnTo>
                  <a:pt x="108128" y="56583"/>
                </a:lnTo>
                <a:lnTo>
                  <a:pt x="108128" y="137672"/>
                </a:lnTo>
                <a:cubicBezTo>
                  <a:pt x="108128" y="149623"/>
                  <a:pt x="112316" y="159782"/>
                  <a:pt x="120701" y="168167"/>
                </a:cubicBezTo>
                <a:cubicBezTo>
                  <a:pt x="128876" y="176543"/>
                  <a:pt x="138934" y="180740"/>
                  <a:pt x="150876" y="180740"/>
                </a:cubicBezTo>
                <a:cubicBezTo>
                  <a:pt x="162818" y="180740"/>
                  <a:pt x="172986" y="176543"/>
                  <a:pt x="181362" y="168167"/>
                </a:cubicBezTo>
                <a:close/>
                <a:moveTo>
                  <a:pt x="212488" y="136419"/>
                </a:moveTo>
                <a:cubicBezTo>
                  <a:pt x="221916" y="134325"/>
                  <a:pt x="229770" y="129817"/>
                  <a:pt x="236062" y="122905"/>
                </a:cubicBezTo>
                <a:cubicBezTo>
                  <a:pt x="242133" y="115772"/>
                  <a:pt x="245178" y="107497"/>
                  <a:pt x="245178" y="98069"/>
                </a:cubicBezTo>
                <a:lnTo>
                  <a:pt x="245178" y="84244"/>
                </a:lnTo>
                <a:lnTo>
                  <a:pt x="212488" y="84244"/>
                </a:lnTo>
                <a:lnTo>
                  <a:pt x="212488" y="136419"/>
                </a:lnTo>
                <a:close/>
                <a:moveTo>
                  <a:pt x="150876" y="118497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6077560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750" dirty="0"/>
          </a:p>
        </p:txBody>
      </p:sp>
      <p:sp>
        <p:nvSpPr>
          <p:cNvPr id="68" name="圖示 重點"/>
          <p:cNvSpPr/>
          <p:nvPr/>
        </p:nvSpPr>
        <p:spPr>
          <a:xfrm>
            <a:off x="6777053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1526" y="224741"/>
                </a:moveTo>
                <a:lnTo>
                  <a:pt x="150876" y="195197"/>
                </a:lnTo>
                <a:lnTo>
                  <a:pt x="200226" y="225061"/>
                </a:lnTo>
                <a:lnTo>
                  <a:pt x="187022" y="169109"/>
                </a:lnTo>
                <a:lnTo>
                  <a:pt x="230401" y="131390"/>
                </a:lnTo>
                <a:lnTo>
                  <a:pt x="173197" y="126361"/>
                </a:lnTo>
                <a:lnTo>
                  <a:pt x="150876" y="73554"/>
                </a:lnTo>
                <a:lnTo>
                  <a:pt x="128555" y="126041"/>
                </a:lnTo>
                <a:lnTo>
                  <a:pt x="71351" y="131070"/>
                </a:lnTo>
                <a:lnTo>
                  <a:pt x="114730" y="168789"/>
                </a:lnTo>
                <a:lnTo>
                  <a:pt x="101526" y="224741"/>
                </a:lnTo>
                <a:close/>
                <a:moveTo>
                  <a:pt x="150876" y="217197"/>
                </a:moveTo>
                <a:lnTo>
                  <a:pt x="92409" y="252402"/>
                </a:lnTo>
                <a:cubicBezTo>
                  <a:pt x="90736" y="253453"/>
                  <a:pt x="88953" y="253975"/>
                  <a:pt x="87069" y="253975"/>
                </a:cubicBezTo>
                <a:cubicBezTo>
                  <a:pt x="85186" y="253764"/>
                  <a:pt x="83503" y="253133"/>
                  <a:pt x="82040" y="252091"/>
                </a:cubicBezTo>
                <a:cubicBezTo>
                  <a:pt x="80568" y="251039"/>
                  <a:pt x="79525" y="249677"/>
                  <a:pt x="78894" y="248004"/>
                </a:cubicBezTo>
                <a:cubicBezTo>
                  <a:pt x="78053" y="246330"/>
                  <a:pt x="77852" y="244437"/>
                  <a:pt x="78263" y="242343"/>
                </a:cubicBezTo>
                <a:lnTo>
                  <a:pt x="93671" y="175711"/>
                </a:lnTo>
                <a:lnTo>
                  <a:pt x="42117" y="130759"/>
                </a:lnTo>
                <a:cubicBezTo>
                  <a:pt x="40444" y="129296"/>
                  <a:pt x="39502" y="127723"/>
                  <a:pt x="39292" y="126041"/>
                </a:cubicBezTo>
                <a:cubicBezTo>
                  <a:pt x="38871" y="124157"/>
                  <a:pt x="38871" y="122374"/>
                  <a:pt x="39292" y="120701"/>
                </a:cubicBezTo>
                <a:cubicBezTo>
                  <a:pt x="39712" y="119027"/>
                  <a:pt x="40654" y="117665"/>
                  <a:pt x="42117" y="116613"/>
                </a:cubicBezTo>
                <a:cubicBezTo>
                  <a:pt x="43589" y="115361"/>
                  <a:pt x="45363" y="114620"/>
                  <a:pt x="47467" y="114419"/>
                </a:cubicBezTo>
                <a:lnTo>
                  <a:pt x="115672" y="108439"/>
                </a:lnTo>
                <a:lnTo>
                  <a:pt x="142079" y="45574"/>
                </a:lnTo>
                <a:cubicBezTo>
                  <a:pt x="142912" y="43690"/>
                  <a:pt x="144173" y="42328"/>
                  <a:pt x="145847" y="41495"/>
                </a:cubicBezTo>
                <a:cubicBezTo>
                  <a:pt x="147520" y="40444"/>
                  <a:pt x="149203" y="39923"/>
                  <a:pt x="150876" y="39923"/>
                </a:cubicBezTo>
                <a:cubicBezTo>
                  <a:pt x="152549" y="39923"/>
                  <a:pt x="154232" y="40444"/>
                  <a:pt x="155905" y="41495"/>
                </a:cubicBezTo>
                <a:cubicBezTo>
                  <a:pt x="157579" y="42328"/>
                  <a:pt x="158840" y="43690"/>
                  <a:pt x="159682" y="45574"/>
                </a:cubicBezTo>
                <a:lnTo>
                  <a:pt x="186080" y="108439"/>
                </a:lnTo>
                <a:lnTo>
                  <a:pt x="254285" y="114419"/>
                </a:lnTo>
                <a:cubicBezTo>
                  <a:pt x="256389" y="114620"/>
                  <a:pt x="258163" y="115361"/>
                  <a:pt x="259635" y="116613"/>
                </a:cubicBezTo>
                <a:cubicBezTo>
                  <a:pt x="261098" y="117665"/>
                  <a:pt x="262040" y="119027"/>
                  <a:pt x="262460" y="120701"/>
                </a:cubicBezTo>
                <a:cubicBezTo>
                  <a:pt x="262881" y="122374"/>
                  <a:pt x="262981" y="124157"/>
                  <a:pt x="262780" y="126041"/>
                </a:cubicBezTo>
                <a:cubicBezTo>
                  <a:pt x="262360" y="127723"/>
                  <a:pt x="261308" y="129296"/>
                  <a:pt x="259635" y="130759"/>
                </a:cubicBezTo>
                <a:lnTo>
                  <a:pt x="208081" y="175711"/>
                </a:lnTo>
                <a:lnTo>
                  <a:pt x="223489" y="242343"/>
                </a:lnTo>
                <a:cubicBezTo>
                  <a:pt x="223900" y="244437"/>
                  <a:pt x="223799" y="246330"/>
                  <a:pt x="223168" y="248004"/>
                </a:cubicBezTo>
                <a:cubicBezTo>
                  <a:pt x="222336" y="249677"/>
                  <a:pt x="221184" y="251039"/>
                  <a:pt x="219712" y="252091"/>
                </a:cubicBezTo>
                <a:cubicBezTo>
                  <a:pt x="218249" y="253133"/>
                  <a:pt x="216566" y="253764"/>
                  <a:pt x="214683" y="253975"/>
                </a:cubicBezTo>
                <a:cubicBezTo>
                  <a:pt x="212799" y="253975"/>
                  <a:pt x="211016" y="253453"/>
                  <a:pt x="209343" y="252402"/>
                </a:cubicBezTo>
                <a:lnTo>
                  <a:pt x="150876" y="217197"/>
                </a:lnTo>
                <a:close/>
                <a:moveTo>
                  <a:pt x="150876" y="152449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6632280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750" dirty="0"/>
          </a:p>
        </p:txBody>
      </p:sp>
      <p:sp>
        <p:nvSpPr>
          <p:cNvPr id="70" name="圖示 資料庫"/>
          <p:cNvSpPr/>
          <p:nvPr/>
        </p:nvSpPr>
        <p:spPr>
          <a:xfrm>
            <a:off x="7331774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64033"/>
                </a:moveTo>
                <a:cubicBezTo>
                  <a:pt x="119238" y="264033"/>
                  <a:pt x="92519" y="259214"/>
                  <a:pt x="70720" y="249576"/>
                </a:cubicBezTo>
                <a:cubicBezTo>
                  <a:pt x="48719" y="239728"/>
                  <a:pt x="37719" y="227777"/>
                  <a:pt x="37719" y="213741"/>
                </a:cubicBezTo>
                <a:lnTo>
                  <a:pt x="37719" y="88011"/>
                </a:lnTo>
                <a:cubicBezTo>
                  <a:pt x="37719" y="74185"/>
                  <a:pt x="48829" y="62344"/>
                  <a:pt x="71040" y="52496"/>
                </a:cubicBezTo>
                <a:cubicBezTo>
                  <a:pt x="93040" y="42648"/>
                  <a:pt x="119649" y="37719"/>
                  <a:pt x="150876" y="37719"/>
                </a:cubicBezTo>
                <a:cubicBezTo>
                  <a:pt x="182103" y="37719"/>
                  <a:pt x="208812" y="42648"/>
                  <a:pt x="231032" y="52496"/>
                </a:cubicBezTo>
                <a:cubicBezTo>
                  <a:pt x="253033" y="62344"/>
                  <a:pt x="264033" y="74185"/>
                  <a:pt x="264033" y="88011"/>
                </a:cubicBezTo>
                <a:lnTo>
                  <a:pt x="264033" y="213741"/>
                </a:lnTo>
                <a:cubicBezTo>
                  <a:pt x="264033" y="227777"/>
                  <a:pt x="253133" y="239728"/>
                  <a:pt x="231343" y="249576"/>
                </a:cubicBezTo>
                <a:cubicBezTo>
                  <a:pt x="209343" y="259214"/>
                  <a:pt x="182514" y="264033"/>
                  <a:pt x="150876" y="264033"/>
                </a:cubicBezTo>
                <a:close/>
                <a:moveTo>
                  <a:pt x="150876" y="110642"/>
                </a:moveTo>
                <a:cubicBezTo>
                  <a:pt x="168899" y="110642"/>
                  <a:pt x="187443" y="107917"/>
                  <a:pt x="206508" y="102468"/>
                </a:cubicBezTo>
                <a:cubicBezTo>
                  <a:pt x="225372" y="96817"/>
                  <a:pt x="237525" y="90526"/>
                  <a:pt x="242974" y="83613"/>
                </a:cubicBezTo>
                <a:cubicBezTo>
                  <a:pt x="237314" y="76901"/>
                  <a:pt x="225061" y="70720"/>
                  <a:pt x="206197" y="65069"/>
                </a:cubicBezTo>
                <a:cubicBezTo>
                  <a:pt x="187132" y="59409"/>
                  <a:pt x="168689" y="56583"/>
                  <a:pt x="150876" y="56583"/>
                </a:cubicBezTo>
                <a:cubicBezTo>
                  <a:pt x="132433" y="56583"/>
                  <a:pt x="113889" y="59299"/>
                  <a:pt x="95244" y="64749"/>
                </a:cubicBezTo>
                <a:cubicBezTo>
                  <a:pt x="76590" y="70198"/>
                  <a:pt x="64328" y="76490"/>
                  <a:pt x="58467" y="83613"/>
                </a:cubicBezTo>
                <a:cubicBezTo>
                  <a:pt x="64328" y="90946"/>
                  <a:pt x="76490" y="97338"/>
                  <a:pt x="94924" y="102788"/>
                </a:cubicBezTo>
                <a:cubicBezTo>
                  <a:pt x="113367" y="108027"/>
                  <a:pt x="132021" y="110642"/>
                  <a:pt x="150876" y="110642"/>
                </a:cubicBezTo>
                <a:close/>
                <a:moveTo>
                  <a:pt x="150565" y="177906"/>
                </a:moveTo>
                <a:cubicBezTo>
                  <a:pt x="159362" y="177906"/>
                  <a:pt x="168167" y="177485"/>
                  <a:pt x="176964" y="176653"/>
                </a:cubicBezTo>
                <a:cubicBezTo>
                  <a:pt x="185770" y="175601"/>
                  <a:pt x="194255" y="174138"/>
                  <a:pt x="202430" y="172255"/>
                </a:cubicBezTo>
                <a:cubicBezTo>
                  <a:pt x="210385" y="170362"/>
                  <a:pt x="218039" y="168058"/>
                  <a:pt x="225372" y="165333"/>
                </a:cubicBezTo>
                <a:cubicBezTo>
                  <a:pt x="232706" y="162608"/>
                  <a:pt x="239308" y="159572"/>
                  <a:pt x="245178" y="156216"/>
                </a:cubicBezTo>
                <a:lnTo>
                  <a:pt x="245178" y="107497"/>
                </a:lnTo>
                <a:cubicBezTo>
                  <a:pt x="239097" y="110853"/>
                  <a:pt x="232395" y="113889"/>
                  <a:pt x="225061" y="116613"/>
                </a:cubicBezTo>
                <a:cubicBezTo>
                  <a:pt x="217719" y="119338"/>
                  <a:pt x="209974" y="121643"/>
                  <a:pt x="201799" y="123526"/>
                </a:cubicBezTo>
                <a:cubicBezTo>
                  <a:pt x="193624" y="125419"/>
                  <a:pt x="185239" y="126882"/>
                  <a:pt x="176653" y="127934"/>
                </a:cubicBezTo>
                <a:cubicBezTo>
                  <a:pt x="168058" y="128976"/>
                  <a:pt x="159362" y="129506"/>
                  <a:pt x="150565" y="129506"/>
                </a:cubicBezTo>
                <a:cubicBezTo>
                  <a:pt x="141759" y="129506"/>
                  <a:pt x="132963" y="128976"/>
                  <a:pt x="124157" y="127934"/>
                </a:cubicBezTo>
                <a:cubicBezTo>
                  <a:pt x="115361" y="126882"/>
                  <a:pt x="106976" y="125419"/>
                  <a:pt x="99011" y="123526"/>
                </a:cubicBezTo>
                <a:cubicBezTo>
                  <a:pt x="90836" y="121643"/>
                  <a:pt x="83192" y="119338"/>
                  <a:pt x="76069" y="116613"/>
                </a:cubicBezTo>
                <a:cubicBezTo>
                  <a:pt x="68735" y="113889"/>
                  <a:pt x="62234" y="110853"/>
                  <a:pt x="56583" y="107497"/>
                </a:cubicBezTo>
                <a:lnTo>
                  <a:pt x="56583" y="156216"/>
                </a:lnTo>
                <a:cubicBezTo>
                  <a:pt x="62234" y="159572"/>
                  <a:pt x="68626" y="162608"/>
                  <a:pt x="75749" y="165333"/>
                </a:cubicBezTo>
                <a:cubicBezTo>
                  <a:pt x="82881" y="168058"/>
                  <a:pt x="90526" y="170362"/>
                  <a:pt x="98700" y="172255"/>
                </a:cubicBezTo>
                <a:cubicBezTo>
                  <a:pt x="106665" y="174138"/>
                  <a:pt x="115041" y="175601"/>
                  <a:pt x="123846" y="176653"/>
                </a:cubicBezTo>
                <a:cubicBezTo>
                  <a:pt x="132643" y="177485"/>
                  <a:pt x="141549" y="177906"/>
                  <a:pt x="150565" y="177906"/>
                </a:cubicBezTo>
                <a:close/>
                <a:moveTo>
                  <a:pt x="150876" y="245178"/>
                </a:moveTo>
                <a:cubicBezTo>
                  <a:pt x="160934" y="245178"/>
                  <a:pt x="171304" y="244337"/>
                  <a:pt x="181993" y="242663"/>
                </a:cubicBezTo>
                <a:cubicBezTo>
                  <a:pt x="192682" y="240771"/>
                  <a:pt x="202530" y="238366"/>
                  <a:pt x="211537" y="235431"/>
                </a:cubicBezTo>
                <a:cubicBezTo>
                  <a:pt x="220343" y="232495"/>
                  <a:pt x="227887" y="229249"/>
                  <a:pt x="234169" y="225683"/>
                </a:cubicBezTo>
                <a:cubicBezTo>
                  <a:pt x="240249" y="222126"/>
                  <a:pt x="243916" y="218459"/>
                  <a:pt x="245178" y="214683"/>
                </a:cubicBezTo>
                <a:lnTo>
                  <a:pt x="245178" y="175391"/>
                </a:lnTo>
                <a:cubicBezTo>
                  <a:pt x="239308" y="178747"/>
                  <a:pt x="232706" y="181783"/>
                  <a:pt x="225372" y="184508"/>
                </a:cubicBezTo>
                <a:cubicBezTo>
                  <a:pt x="218039" y="187022"/>
                  <a:pt x="210385" y="189226"/>
                  <a:pt x="202430" y="191110"/>
                </a:cubicBezTo>
                <a:cubicBezTo>
                  <a:pt x="194255" y="192993"/>
                  <a:pt x="185870" y="194465"/>
                  <a:pt x="177284" y="195508"/>
                </a:cubicBezTo>
                <a:cubicBezTo>
                  <a:pt x="168478" y="196349"/>
                  <a:pt x="159572" y="196770"/>
                  <a:pt x="150565" y="196770"/>
                </a:cubicBezTo>
                <a:cubicBezTo>
                  <a:pt x="141549" y="196770"/>
                  <a:pt x="132643" y="196349"/>
                  <a:pt x="123846" y="195508"/>
                </a:cubicBezTo>
                <a:cubicBezTo>
                  <a:pt x="115041" y="194465"/>
                  <a:pt x="106665" y="192993"/>
                  <a:pt x="98700" y="191110"/>
                </a:cubicBezTo>
                <a:cubicBezTo>
                  <a:pt x="90526" y="189226"/>
                  <a:pt x="82881" y="187022"/>
                  <a:pt x="75749" y="184508"/>
                </a:cubicBezTo>
                <a:cubicBezTo>
                  <a:pt x="68626" y="181783"/>
                  <a:pt x="62234" y="178747"/>
                  <a:pt x="56583" y="175391"/>
                </a:cubicBezTo>
                <a:lnTo>
                  <a:pt x="56583" y="215003"/>
                </a:lnTo>
                <a:cubicBezTo>
                  <a:pt x="57625" y="218560"/>
                  <a:pt x="61192" y="222227"/>
                  <a:pt x="67263" y="226003"/>
                </a:cubicBezTo>
                <a:cubicBezTo>
                  <a:pt x="73344" y="229560"/>
                  <a:pt x="80888" y="232806"/>
                  <a:pt x="89895" y="235741"/>
                </a:cubicBezTo>
                <a:cubicBezTo>
                  <a:pt x="98911" y="238466"/>
                  <a:pt x="108759" y="240771"/>
                  <a:pt x="119448" y="242663"/>
                </a:cubicBezTo>
                <a:cubicBezTo>
                  <a:pt x="130128" y="244337"/>
                  <a:pt x="140607" y="245178"/>
                  <a:pt x="150876" y="245178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圖說"/>
          <p:cNvSpPr/>
          <p:nvPr/>
        </p:nvSpPr>
        <p:spPr>
          <a:xfrm>
            <a:off x="7187001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750" dirty="0"/>
          </a:p>
        </p:txBody>
      </p:sp>
      <p:sp>
        <p:nvSpPr>
          <p:cNvPr id="72" name="圖示 伺服器"/>
          <p:cNvSpPr/>
          <p:nvPr/>
        </p:nvSpPr>
        <p:spPr>
          <a:xfrm>
            <a:off x="7886494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0215" y="76380"/>
                </a:moveTo>
                <a:cubicBezTo>
                  <a:pt x="85807" y="76380"/>
                  <a:pt x="82141" y="77953"/>
                  <a:pt x="79214" y="81098"/>
                </a:cubicBezTo>
                <a:cubicBezTo>
                  <a:pt x="76069" y="84033"/>
                  <a:pt x="74496" y="87700"/>
                  <a:pt x="74496" y="92098"/>
                </a:cubicBezTo>
                <a:cubicBezTo>
                  <a:pt x="74496" y="96497"/>
                  <a:pt x="76069" y="100273"/>
                  <a:pt x="79214" y="103409"/>
                </a:cubicBezTo>
                <a:cubicBezTo>
                  <a:pt x="82141" y="106345"/>
                  <a:pt x="85807" y="107817"/>
                  <a:pt x="90215" y="107817"/>
                </a:cubicBezTo>
                <a:cubicBezTo>
                  <a:pt x="94613" y="107817"/>
                  <a:pt x="98380" y="106244"/>
                  <a:pt x="101526" y="103099"/>
                </a:cubicBezTo>
                <a:cubicBezTo>
                  <a:pt x="104461" y="100163"/>
                  <a:pt x="105924" y="96497"/>
                  <a:pt x="105924" y="92098"/>
                </a:cubicBezTo>
                <a:cubicBezTo>
                  <a:pt x="105924" y="87700"/>
                  <a:pt x="104360" y="84033"/>
                  <a:pt x="101215" y="81098"/>
                </a:cubicBezTo>
                <a:cubicBezTo>
                  <a:pt x="98280" y="77953"/>
                  <a:pt x="94613" y="76380"/>
                  <a:pt x="90215" y="76380"/>
                </a:cubicBezTo>
                <a:close/>
                <a:moveTo>
                  <a:pt x="90215" y="206508"/>
                </a:moveTo>
                <a:cubicBezTo>
                  <a:pt x="85807" y="206508"/>
                  <a:pt x="82141" y="208081"/>
                  <a:pt x="79214" y="211226"/>
                </a:cubicBezTo>
                <a:cubicBezTo>
                  <a:pt x="76069" y="214162"/>
                  <a:pt x="74496" y="217828"/>
                  <a:pt x="74496" y="222227"/>
                </a:cubicBezTo>
                <a:cubicBezTo>
                  <a:pt x="74496" y="226625"/>
                  <a:pt x="76069" y="230401"/>
                  <a:pt x="79214" y="233547"/>
                </a:cubicBezTo>
                <a:cubicBezTo>
                  <a:pt x="82141" y="236473"/>
                  <a:pt x="85807" y="237945"/>
                  <a:pt x="90215" y="237945"/>
                </a:cubicBezTo>
                <a:cubicBezTo>
                  <a:pt x="94613" y="237945"/>
                  <a:pt x="98380" y="236372"/>
                  <a:pt x="101526" y="233227"/>
                </a:cubicBezTo>
                <a:cubicBezTo>
                  <a:pt x="104461" y="230292"/>
                  <a:pt x="105924" y="226625"/>
                  <a:pt x="105924" y="222227"/>
                </a:cubicBezTo>
                <a:cubicBezTo>
                  <a:pt x="105924" y="217828"/>
                  <a:pt x="104360" y="214162"/>
                  <a:pt x="101215" y="211226"/>
                </a:cubicBezTo>
                <a:cubicBezTo>
                  <a:pt x="98280" y="208081"/>
                  <a:pt x="94613" y="206508"/>
                  <a:pt x="90215" y="206508"/>
                </a:cubicBezTo>
                <a:close/>
                <a:moveTo>
                  <a:pt x="48408" y="38030"/>
                </a:moveTo>
                <a:lnTo>
                  <a:pt x="253033" y="38030"/>
                </a:lnTo>
                <a:cubicBezTo>
                  <a:pt x="256389" y="38030"/>
                  <a:pt x="259104" y="39081"/>
                  <a:pt x="261208" y="41175"/>
                </a:cubicBezTo>
                <a:cubicBezTo>
                  <a:pt x="263091" y="43059"/>
                  <a:pt x="264033" y="45683"/>
                  <a:pt x="264033" y="49039"/>
                </a:cubicBezTo>
                <a:lnTo>
                  <a:pt x="264033" y="133585"/>
                </a:lnTo>
                <a:cubicBezTo>
                  <a:pt x="264033" y="137151"/>
                  <a:pt x="263091" y="140187"/>
                  <a:pt x="261208" y="142701"/>
                </a:cubicBezTo>
                <a:cubicBezTo>
                  <a:pt x="259104" y="145216"/>
                  <a:pt x="256389" y="146478"/>
                  <a:pt x="253033" y="146478"/>
                </a:cubicBezTo>
                <a:lnTo>
                  <a:pt x="48408" y="146478"/>
                </a:lnTo>
                <a:cubicBezTo>
                  <a:pt x="45263" y="146478"/>
                  <a:pt x="42748" y="145216"/>
                  <a:pt x="40865" y="142701"/>
                </a:cubicBezTo>
                <a:cubicBezTo>
                  <a:pt x="38771" y="140187"/>
                  <a:pt x="37719" y="137151"/>
                  <a:pt x="37719" y="133585"/>
                </a:cubicBezTo>
                <a:lnTo>
                  <a:pt x="37719" y="49039"/>
                </a:lnTo>
                <a:cubicBezTo>
                  <a:pt x="37719" y="45683"/>
                  <a:pt x="38771" y="43059"/>
                  <a:pt x="40865" y="41175"/>
                </a:cubicBezTo>
                <a:cubicBezTo>
                  <a:pt x="42748" y="39081"/>
                  <a:pt x="45263" y="38030"/>
                  <a:pt x="48408" y="38030"/>
                </a:cubicBezTo>
                <a:close/>
                <a:moveTo>
                  <a:pt x="56583" y="56894"/>
                </a:moveTo>
                <a:lnTo>
                  <a:pt x="56583" y="127614"/>
                </a:lnTo>
                <a:lnTo>
                  <a:pt x="245178" y="127614"/>
                </a:lnTo>
                <a:lnTo>
                  <a:pt x="245178" y="56894"/>
                </a:lnTo>
                <a:lnTo>
                  <a:pt x="56583" y="56894"/>
                </a:lnTo>
                <a:close/>
                <a:moveTo>
                  <a:pt x="48408" y="167847"/>
                </a:moveTo>
                <a:lnTo>
                  <a:pt x="251771" y="167847"/>
                </a:lnTo>
                <a:cubicBezTo>
                  <a:pt x="254916" y="167847"/>
                  <a:pt x="257751" y="169210"/>
                  <a:pt x="260266" y="171935"/>
                </a:cubicBezTo>
                <a:cubicBezTo>
                  <a:pt x="262780" y="174449"/>
                  <a:pt x="264033" y="177384"/>
                  <a:pt x="264033" y="180740"/>
                </a:cubicBezTo>
                <a:lnTo>
                  <a:pt x="264033" y="263722"/>
                </a:lnTo>
                <a:cubicBezTo>
                  <a:pt x="264033" y="267910"/>
                  <a:pt x="262780" y="271156"/>
                  <a:pt x="260266" y="273460"/>
                </a:cubicBezTo>
                <a:cubicBezTo>
                  <a:pt x="257751" y="275554"/>
                  <a:pt x="254916" y="276606"/>
                  <a:pt x="251771" y="276606"/>
                </a:cubicBezTo>
                <a:lnTo>
                  <a:pt x="49981" y="276606"/>
                </a:lnTo>
                <a:cubicBezTo>
                  <a:pt x="46625" y="276606"/>
                  <a:pt x="43800" y="275554"/>
                  <a:pt x="41495" y="273460"/>
                </a:cubicBezTo>
                <a:cubicBezTo>
                  <a:pt x="38981" y="271156"/>
                  <a:pt x="37719" y="267910"/>
                  <a:pt x="37719" y="263722"/>
                </a:cubicBezTo>
                <a:lnTo>
                  <a:pt x="37719" y="180740"/>
                </a:lnTo>
                <a:cubicBezTo>
                  <a:pt x="37719" y="177384"/>
                  <a:pt x="38771" y="174449"/>
                  <a:pt x="40865" y="171935"/>
                </a:cubicBezTo>
                <a:cubicBezTo>
                  <a:pt x="42748" y="169210"/>
                  <a:pt x="45263" y="167847"/>
                  <a:pt x="48408" y="167847"/>
                </a:cubicBezTo>
                <a:close/>
                <a:moveTo>
                  <a:pt x="56583" y="186711"/>
                </a:moveTo>
                <a:lnTo>
                  <a:pt x="56583" y="257751"/>
                </a:lnTo>
                <a:lnTo>
                  <a:pt x="245178" y="257751"/>
                </a:lnTo>
                <a:lnTo>
                  <a:pt x="245178" y="186711"/>
                </a:lnTo>
                <a:lnTo>
                  <a:pt x="56583" y="186711"/>
                </a:lnTo>
                <a:close/>
                <a:moveTo>
                  <a:pt x="56583" y="56894"/>
                </a:moveTo>
                <a:lnTo>
                  <a:pt x="56583" y="127614"/>
                </a:lnTo>
                <a:lnTo>
                  <a:pt x="56583" y="56894"/>
                </a:lnTo>
                <a:close/>
                <a:moveTo>
                  <a:pt x="56583" y="186711"/>
                </a:moveTo>
                <a:lnTo>
                  <a:pt x="56583" y="257751"/>
                </a:lnTo>
                <a:lnTo>
                  <a:pt x="56583" y="18671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圖說"/>
          <p:cNvSpPr/>
          <p:nvPr/>
        </p:nvSpPr>
        <p:spPr>
          <a:xfrm>
            <a:off x="7741722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750" dirty="0"/>
          </a:p>
        </p:txBody>
      </p:sp>
      <p:sp>
        <p:nvSpPr>
          <p:cNvPr id="74" name="圖示 雲端"/>
          <p:cNvSpPr/>
          <p:nvPr/>
        </p:nvSpPr>
        <p:spPr>
          <a:xfrm>
            <a:off x="8441215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8894" y="251460"/>
                </a:moveTo>
                <a:cubicBezTo>
                  <a:pt x="60451" y="251460"/>
                  <a:pt x="44842" y="245068"/>
                  <a:pt x="32059" y="232285"/>
                </a:cubicBezTo>
                <a:cubicBezTo>
                  <a:pt x="19065" y="219291"/>
                  <a:pt x="12573" y="203582"/>
                  <a:pt x="12573" y="185139"/>
                </a:cubicBezTo>
                <a:cubicBezTo>
                  <a:pt x="12573" y="168789"/>
                  <a:pt x="17813" y="154442"/>
                  <a:pt x="28292" y="142079"/>
                </a:cubicBezTo>
                <a:cubicBezTo>
                  <a:pt x="38771" y="129708"/>
                  <a:pt x="52075" y="122274"/>
                  <a:pt x="68205" y="119759"/>
                </a:cubicBezTo>
                <a:cubicBezTo>
                  <a:pt x="72402" y="99432"/>
                  <a:pt x="82250" y="82881"/>
                  <a:pt x="97759" y="70098"/>
                </a:cubicBezTo>
                <a:cubicBezTo>
                  <a:pt x="113258" y="57104"/>
                  <a:pt x="131180" y="50603"/>
                  <a:pt x="151507" y="50603"/>
                </a:cubicBezTo>
                <a:cubicBezTo>
                  <a:pt x="174970" y="50603"/>
                  <a:pt x="194776" y="59198"/>
                  <a:pt x="210916" y="76380"/>
                </a:cubicBezTo>
                <a:cubicBezTo>
                  <a:pt x="227046" y="93351"/>
                  <a:pt x="235120" y="113788"/>
                  <a:pt x="235120" y="137672"/>
                </a:cubicBezTo>
                <a:lnTo>
                  <a:pt x="235120" y="145216"/>
                </a:lnTo>
                <a:cubicBezTo>
                  <a:pt x="250207" y="144795"/>
                  <a:pt x="262981" y="149724"/>
                  <a:pt x="273460" y="159993"/>
                </a:cubicBezTo>
                <a:cubicBezTo>
                  <a:pt x="283939" y="170051"/>
                  <a:pt x="289179" y="182834"/>
                  <a:pt x="289179" y="198343"/>
                </a:cubicBezTo>
                <a:cubicBezTo>
                  <a:pt x="289179" y="212799"/>
                  <a:pt x="283939" y="225262"/>
                  <a:pt x="273460" y="235741"/>
                </a:cubicBezTo>
                <a:cubicBezTo>
                  <a:pt x="262981" y="246220"/>
                  <a:pt x="250518" y="251460"/>
                  <a:pt x="236062" y="251460"/>
                </a:cubicBezTo>
                <a:lnTo>
                  <a:pt x="78894" y="251460"/>
                </a:lnTo>
                <a:close/>
                <a:moveTo>
                  <a:pt x="78894" y="232605"/>
                </a:moveTo>
                <a:lnTo>
                  <a:pt x="236062" y="232605"/>
                </a:lnTo>
                <a:cubicBezTo>
                  <a:pt x="245489" y="232605"/>
                  <a:pt x="253554" y="229249"/>
                  <a:pt x="260266" y="222547"/>
                </a:cubicBezTo>
                <a:cubicBezTo>
                  <a:pt x="266968" y="215835"/>
                  <a:pt x="270324" y="207770"/>
                  <a:pt x="270324" y="198343"/>
                </a:cubicBezTo>
                <a:cubicBezTo>
                  <a:pt x="270324" y="188906"/>
                  <a:pt x="266968" y="180841"/>
                  <a:pt x="260266" y="174138"/>
                </a:cubicBezTo>
                <a:cubicBezTo>
                  <a:pt x="253554" y="167427"/>
                  <a:pt x="245489" y="164080"/>
                  <a:pt x="236062" y="164080"/>
                </a:cubicBezTo>
                <a:lnTo>
                  <a:pt x="216256" y="164080"/>
                </a:lnTo>
                <a:lnTo>
                  <a:pt x="216256" y="137672"/>
                </a:lnTo>
                <a:cubicBezTo>
                  <a:pt x="216256" y="118607"/>
                  <a:pt x="209864" y="102468"/>
                  <a:pt x="197081" y="89273"/>
                </a:cubicBezTo>
                <a:cubicBezTo>
                  <a:pt x="184297" y="76069"/>
                  <a:pt x="168689" y="69467"/>
                  <a:pt x="150245" y="69467"/>
                </a:cubicBezTo>
                <a:cubicBezTo>
                  <a:pt x="131811" y="69467"/>
                  <a:pt x="116193" y="76069"/>
                  <a:pt x="103409" y="89273"/>
                </a:cubicBezTo>
                <a:cubicBezTo>
                  <a:pt x="90425" y="102468"/>
                  <a:pt x="83924" y="118607"/>
                  <a:pt x="83924" y="137672"/>
                </a:cubicBezTo>
                <a:lnTo>
                  <a:pt x="77953" y="137672"/>
                </a:lnTo>
                <a:cubicBezTo>
                  <a:pt x="64959" y="137672"/>
                  <a:pt x="53959" y="142281"/>
                  <a:pt x="44952" y="151507"/>
                </a:cubicBezTo>
                <a:cubicBezTo>
                  <a:pt x="35936" y="160514"/>
                  <a:pt x="31437" y="171724"/>
                  <a:pt x="31437" y="185139"/>
                </a:cubicBezTo>
                <a:cubicBezTo>
                  <a:pt x="31437" y="198343"/>
                  <a:pt x="36046" y="209553"/>
                  <a:pt x="45263" y="218770"/>
                </a:cubicBezTo>
                <a:cubicBezTo>
                  <a:pt x="54480" y="227987"/>
                  <a:pt x="65690" y="232605"/>
                  <a:pt x="78894" y="232605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圖說"/>
          <p:cNvSpPr/>
          <p:nvPr/>
        </p:nvSpPr>
        <p:spPr>
          <a:xfrm>
            <a:off x="8296443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750" dirty="0"/>
          </a:p>
        </p:txBody>
      </p:sp>
      <p:sp>
        <p:nvSpPr>
          <p:cNvPr id="76" name="圖示 電腦"/>
          <p:cNvSpPr/>
          <p:nvPr/>
        </p:nvSpPr>
        <p:spPr>
          <a:xfrm>
            <a:off x="8995936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2000" y="264033"/>
                </a:moveTo>
                <a:cubicBezTo>
                  <a:pt x="19276" y="264033"/>
                  <a:pt x="17081" y="263091"/>
                  <a:pt x="15398" y="261208"/>
                </a:cubicBezTo>
                <a:cubicBezTo>
                  <a:pt x="13515" y="259525"/>
                  <a:pt x="12573" y="257330"/>
                  <a:pt x="12573" y="254606"/>
                </a:cubicBezTo>
                <a:cubicBezTo>
                  <a:pt x="12573" y="251881"/>
                  <a:pt x="13515" y="249677"/>
                  <a:pt x="15398" y="248004"/>
                </a:cubicBezTo>
                <a:cubicBezTo>
                  <a:pt x="17081" y="246120"/>
                  <a:pt x="19276" y="245178"/>
                  <a:pt x="22000" y="245178"/>
                </a:cubicBezTo>
                <a:lnTo>
                  <a:pt x="279752" y="245178"/>
                </a:lnTo>
                <a:cubicBezTo>
                  <a:pt x="282476" y="245178"/>
                  <a:pt x="284671" y="246120"/>
                  <a:pt x="286354" y="248004"/>
                </a:cubicBezTo>
                <a:cubicBezTo>
                  <a:pt x="288237" y="249677"/>
                  <a:pt x="289179" y="251881"/>
                  <a:pt x="289179" y="254606"/>
                </a:cubicBezTo>
                <a:cubicBezTo>
                  <a:pt x="289179" y="257330"/>
                  <a:pt x="288237" y="259635"/>
                  <a:pt x="286354" y="261518"/>
                </a:cubicBezTo>
                <a:cubicBezTo>
                  <a:pt x="284671" y="263192"/>
                  <a:pt x="282476" y="264033"/>
                  <a:pt x="279752" y="264033"/>
                </a:cubicBezTo>
                <a:lnTo>
                  <a:pt x="22000" y="264033"/>
                </a:lnTo>
                <a:close/>
                <a:moveTo>
                  <a:pt x="44010" y="226314"/>
                </a:moveTo>
                <a:cubicBezTo>
                  <a:pt x="38981" y="226314"/>
                  <a:pt x="34573" y="224430"/>
                  <a:pt x="30806" y="220654"/>
                </a:cubicBezTo>
                <a:cubicBezTo>
                  <a:pt x="27030" y="216887"/>
                  <a:pt x="25146" y="212488"/>
                  <a:pt x="25146" y="207459"/>
                </a:cubicBezTo>
                <a:lnTo>
                  <a:pt x="25146" y="56583"/>
                </a:lnTo>
                <a:cubicBezTo>
                  <a:pt x="25146" y="51554"/>
                  <a:pt x="27030" y="47146"/>
                  <a:pt x="30806" y="43379"/>
                </a:cubicBezTo>
                <a:cubicBezTo>
                  <a:pt x="34573" y="39603"/>
                  <a:pt x="38981" y="37719"/>
                  <a:pt x="44010" y="37719"/>
                </a:cubicBezTo>
                <a:lnTo>
                  <a:pt x="257751" y="37719"/>
                </a:lnTo>
                <a:cubicBezTo>
                  <a:pt x="262780" y="37719"/>
                  <a:pt x="267179" y="39603"/>
                  <a:pt x="270946" y="43379"/>
                </a:cubicBezTo>
                <a:cubicBezTo>
                  <a:pt x="274722" y="47146"/>
                  <a:pt x="276606" y="51554"/>
                  <a:pt x="276606" y="56583"/>
                </a:cubicBezTo>
                <a:lnTo>
                  <a:pt x="276606" y="207459"/>
                </a:lnTo>
                <a:cubicBezTo>
                  <a:pt x="276606" y="212488"/>
                  <a:pt x="274722" y="216887"/>
                  <a:pt x="270946" y="220654"/>
                </a:cubicBezTo>
                <a:cubicBezTo>
                  <a:pt x="267179" y="224430"/>
                  <a:pt x="262780" y="226314"/>
                  <a:pt x="257751" y="226314"/>
                </a:cubicBezTo>
                <a:lnTo>
                  <a:pt x="44010" y="226314"/>
                </a:lnTo>
                <a:close/>
                <a:moveTo>
                  <a:pt x="44010" y="207459"/>
                </a:moveTo>
                <a:lnTo>
                  <a:pt x="257751" y="207459"/>
                </a:lnTo>
                <a:lnTo>
                  <a:pt x="257751" y="56583"/>
                </a:lnTo>
                <a:lnTo>
                  <a:pt x="44010" y="56583"/>
                </a:lnTo>
                <a:lnTo>
                  <a:pt x="44010" y="207459"/>
                </a:lnTo>
                <a:close/>
                <a:moveTo>
                  <a:pt x="44010" y="207459"/>
                </a:moveTo>
                <a:lnTo>
                  <a:pt x="44010" y="56583"/>
                </a:lnTo>
                <a:lnTo>
                  <a:pt x="44010" y="207459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圖說"/>
          <p:cNvSpPr/>
          <p:nvPr/>
        </p:nvSpPr>
        <p:spPr>
          <a:xfrm>
            <a:off x="8851163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750" dirty="0"/>
          </a:p>
        </p:txBody>
      </p:sp>
      <p:sp>
        <p:nvSpPr>
          <p:cNvPr id="78" name="圖示 程式"/>
          <p:cNvSpPr/>
          <p:nvPr/>
        </p:nvSpPr>
        <p:spPr>
          <a:xfrm>
            <a:off x="9550657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2176" y="150245"/>
                </a:moveTo>
                <a:lnTo>
                  <a:pt x="107497" y="205566"/>
                </a:lnTo>
                <a:cubicBezTo>
                  <a:pt x="109390" y="207459"/>
                  <a:pt x="110332" y="209654"/>
                  <a:pt x="110332" y="212168"/>
                </a:cubicBezTo>
                <a:cubicBezTo>
                  <a:pt x="110121" y="214683"/>
                  <a:pt x="109070" y="216887"/>
                  <a:pt x="107186" y="218770"/>
                </a:cubicBezTo>
                <a:cubicBezTo>
                  <a:pt x="105302" y="220654"/>
                  <a:pt x="103099" y="221596"/>
                  <a:pt x="100584" y="221596"/>
                </a:cubicBezTo>
                <a:cubicBezTo>
                  <a:pt x="97859" y="221596"/>
                  <a:pt x="95555" y="220654"/>
                  <a:pt x="93671" y="218770"/>
                </a:cubicBezTo>
                <a:lnTo>
                  <a:pt x="31748" y="156847"/>
                </a:lnTo>
                <a:cubicBezTo>
                  <a:pt x="30696" y="155805"/>
                  <a:pt x="29965" y="154753"/>
                  <a:pt x="29544" y="153701"/>
                </a:cubicBezTo>
                <a:cubicBezTo>
                  <a:pt x="29124" y="152659"/>
                  <a:pt x="28922" y="151507"/>
                  <a:pt x="28922" y="150245"/>
                </a:cubicBezTo>
                <a:cubicBezTo>
                  <a:pt x="28922" y="148992"/>
                  <a:pt x="29124" y="147840"/>
                  <a:pt x="29544" y="146789"/>
                </a:cubicBezTo>
                <a:cubicBezTo>
                  <a:pt x="29965" y="145746"/>
                  <a:pt x="30696" y="144695"/>
                  <a:pt x="31748" y="143643"/>
                </a:cubicBezTo>
                <a:lnTo>
                  <a:pt x="94613" y="80778"/>
                </a:lnTo>
                <a:cubicBezTo>
                  <a:pt x="96497" y="78894"/>
                  <a:pt x="98801" y="77953"/>
                  <a:pt x="101526" y="77953"/>
                </a:cubicBezTo>
                <a:cubicBezTo>
                  <a:pt x="104040" y="77953"/>
                  <a:pt x="106244" y="78894"/>
                  <a:pt x="108128" y="80778"/>
                </a:cubicBezTo>
                <a:cubicBezTo>
                  <a:pt x="110011" y="82671"/>
                  <a:pt x="110953" y="84975"/>
                  <a:pt x="110953" y="87700"/>
                </a:cubicBezTo>
                <a:cubicBezTo>
                  <a:pt x="110953" y="90215"/>
                  <a:pt x="110011" y="92409"/>
                  <a:pt x="108128" y="94302"/>
                </a:cubicBezTo>
                <a:lnTo>
                  <a:pt x="52176" y="150245"/>
                </a:lnTo>
                <a:close/>
                <a:moveTo>
                  <a:pt x="249576" y="150245"/>
                </a:moveTo>
                <a:lnTo>
                  <a:pt x="194255" y="94924"/>
                </a:lnTo>
                <a:cubicBezTo>
                  <a:pt x="192371" y="93040"/>
                  <a:pt x="191530" y="90836"/>
                  <a:pt x="191741" y="88322"/>
                </a:cubicBezTo>
                <a:cubicBezTo>
                  <a:pt x="191741" y="85807"/>
                  <a:pt x="192682" y="83613"/>
                  <a:pt x="194566" y="81729"/>
                </a:cubicBezTo>
                <a:cubicBezTo>
                  <a:pt x="196450" y="79836"/>
                  <a:pt x="198754" y="78894"/>
                  <a:pt x="201479" y="78894"/>
                </a:cubicBezTo>
                <a:cubicBezTo>
                  <a:pt x="203993" y="78894"/>
                  <a:pt x="206197" y="79836"/>
                  <a:pt x="208081" y="81729"/>
                </a:cubicBezTo>
                <a:lnTo>
                  <a:pt x="270004" y="143643"/>
                </a:lnTo>
                <a:cubicBezTo>
                  <a:pt x="271056" y="144695"/>
                  <a:pt x="271787" y="145746"/>
                  <a:pt x="272208" y="146789"/>
                </a:cubicBezTo>
                <a:cubicBezTo>
                  <a:pt x="272628" y="147840"/>
                  <a:pt x="272839" y="148992"/>
                  <a:pt x="272839" y="150245"/>
                </a:cubicBezTo>
                <a:cubicBezTo>
                  <a:pt x="272839" y="151507"/>
                  <a:pt x="272628" y="152659"/>
                  <a:pt x="272208" y="153701"/>
                </a:cubicBezTo>
                <a:cubicBezTo>
                  <a:pt x="271787" y="154753"/>
                  <a:pt x="271056" y="155805"/>
                  <a:pt x="270004" y="156847"/>
                </a:cubicBezTo>
                <a:lnTo>
                  <a:pt x="207139" y="219712"/>
                </a:lnTo>
                <a:cubicBezTo>
                  <a:pt x="205255" y="221596"/>
                  <a:pt x="203052" y="222547"/>
                  <a:pt x="200537" y="222547"/>
                </a:cubicBezTo>
                <a:cubicBezTo>
                  <a:pt x="198022" y="222336"/>
                  <a:pt x="195828" y="221285"/>
                  <a:pt x="193935" y="219401"/>
                </a:cubicBezTo>
                <a:cubicBezTo>
                  <a:pt x="192051" y="217517"/>
                  <a:pt x="191110" y="215314"/>
                  <a:pt x="191110" y="212799"/>
                </a:cubicBezTo>
                <a:cubicBezTo>
                  <a:pt x="191110" y="210074"/>
                  <a:pt x="192051" y="207770"/>
                  <a:pt x="193935" y="205886"/>
                </a:cubicBezTo>
                <a:lnTo>
                  <a:pt x="249576" y="150245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圖說"/>
          <p:cNvSpPr/>
          <p:nvPr/>
        </p:nvSpPr>
        <p:spPr>
          <a:xfrm>
            <a:off x="9405884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</a:t>
            </a:r>
            <a:endParaRPr lang="en-US" sz="750" dirty="0"/>
          </a:p>
        </p:txBody>
      </p:sp>
      <p:sp>
        <p:nvSpPr>
          <p:cNvPr id="80" name="圖示 API"/>
          <p:cNvSpPr/>
          <p:nvPr/>
        </p:nvSpPr>
        <p:spPr>
          <a:xfrm>
            <a:off x="10105377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183877"/>
                </a:moveTo>
                <a:lnTo>
                  <a:pt x="117875" y="150876"/>
                </a:lnTo>
                <a:lnTo>
                  <a:pt x="150876" y="117875"/>
                </a:lnTo>
                <a:lnTo>
                  <a:pt x="183877" y="150876"/>
                </a:lnTo>
                <a:lnTo>
                  <a:pt x="150876" y="183877"/>
                </a:lnTo>
                <a:close/>
                <a:moveTo>
                  <a:pt x="124157" y="91467"/>
                </a:moveTo>
                <a:lnTo>
                  <a:pt x="98069" y="65380"/>
                </a:lnTo>
                <a:lnTo>
                  <a:pt x="137672" y="25777"/>
                </a:lnTo>
                <a:cubicBezTo>
                  <a:pt x="139565" y="23893"/>
                  <a:pt x="141659" y="22531"/>
                  <a:pt x="143963" y="21690"/>
                </a:cubicBezTo>
                <a:cubicBezTo>
                  <a:pt x="146267" y="20848"/>
                  <a:pt x="148572" y="20428"/>
                  <a:pt x="150876" y="20428"/>
                </a:cubicBezTo>
                <a:cubicBezTo>
                  <a:pt x="153180" y="20428"/>
                  <a:pt x="155485" y="20848"/>
                  <a:pt x="157789" y="21690"/>
                </a:cubicBezTo>
                <a:cubicBezTo>
                  <a:pt x="160093" y="22531"/>
                  <a:pt x="162196" y="23893"/>
                  <a:pt x="164080" y="25777"/>
                </a:cubicBezTo>
                <a:lnTo>
                  <a:pt x="203683" y="65380"/>
                </a:lnTo>
                <a:lnTo>
                  <a:pt x="177595" y="91467"/>
                </a:lnTo>
                <a:lnTo>
                  <a:pt x="150876" y="64749"/>
                </a:lnTo>
                <a:lnTo>
                  <a:pt x="124157" y="91467"/>
                </a:lnTo>
                <a:close/>
                <a:moveTo>
                  <a:pt x="65380" y="203683"/>
                </a:moveTo>
                <a:lnTo>
                  <a:pt x="25777" y="164080"/>
                </a:lnTo>
                <a:cubicBezTo>
                  <a:pt x="23893" y="162196"/>
                  <a:pt x="22531" y="160093"/>
                  <a:pt x="21690" y="157789"/>
                </a:cubicBezTo>
                <a:cubicBezTo>
                  <a:pt x="20848" y="155485"/>
                  <a:pt x="20428" y="153180"/>
                  <a:pt x="20428" y="150876"/>
                </a:cubicBezTo>
                <a:cubicBezTo>
                  <a:pt x="20428" y="148572"/>
                  <a:pt x="20848" y="146267"/>
                  <a:pt x="21690" y="143963"/>
                </a:cubicBezTo>
                <a:cubicBezTo>
                  <a:pt x="22531" y="141659"/>
                  <a:pt x="23893" y="139565"/>
                  <a:pt x="25777" y="137672"/>
                </a:cubicBezTo>
                <a:lnTo>
                  <a:pt x="65380" y="98069"/>
                </a:lnTo>
                <a:lnTo>
                  <a:pt x="91467" y="124157"/>
                </a:lnTo>
                <a:lnTo>
                  <a:pt x="64749" y="150876"/>
                </a:lnTo>
                <a:lnTo>
                  <a:pt x="91467" y="177595"/>
                </a:lnTo>
                <a:lnTo>
                  <a:pt x="65380" y="203683"/>
                </a:lnTo>
                <a:close/>
                <a:moveTo>
                  <a:pt x="236372" y="203683"/>
                </a:moveTo>
                <a:lnTo>
                  <a:pt x="210285" y="177595"/>
                </a:lnTo>
                <a:lnTo>
                  <a:pt x="237003" y="150876"/>
                </a:lnTo>
                <a:lnTo>
                  <a:pt x="210285" y="124157"/>
                </a:lnTo>
                <a:lnTo>
                  <a:pt x="236372" y="98069"/>
                </a:lnTo>
                <a:lnTo>
                  <a:pt x="275975" y="137672"/>
                </a:lnTo>
                <a:cubicBezTo>
                  <a:pt x="277868" y="139565"/>
                  <a:pt x="279221" y="141659"/>
                  <a:pt x="280062" y="143963"/>
                </a:cubicBezTo>
                <a:cubicBezTo>
                  <a:pt x="280904" y="146267"/>
                  <a:pt x="281324" y="148572"/>
                  <a:pt x="281324" y="150876"/>
                </a:cubicBezTo>
                <a:cubicBezTo>
                  <a:pt x="281324" y="153180"/>
                  <a:pt x="280904" y="155485"/>
                  <a:pt x="280062" y="157789"/>
                </a:cubicBezTo>
                <a:cubicBezTo>
                  <a:pt x="279221" y="160093"/>
                  <a:pt x="277868" y="162196"/>
                  <a:pt x="275975" y="164080"/>
                </a:cubicBezTo>
                <a:lnTo>
                  <a:pt x="236372" y="203683"/>
                </a:lnTo>
                <a:close/>
                <a:moveTo>
                  <a:pt x="137672" y="275975"/>
                </a:moveTo>
                <a:lnTo>
                  <a:pt x="98069" y="236372"/>
                </a:lnTo>
                <a:lnTo>
                  <a:pt x="124157" y="210285"/>
                </a:lnTo>
                <a:lnTo>
                  <a:pt x="150876" y="237003"/>
                </a:lnTo>
                <a:lnTo>
                  <a:pt x="177595" y="210285"/>
                </a:lnTo>
                <a:lnTo>
                  <a:pt x="203683" y="236372"/>
                </a:lnTo>
                <a:lnTo>
                  <a:pt x="164080" y="275975"/>
                </a:lnTo>
                <a:cubicBezTo>
                  <a:pt x="162196" y="277868"/>
                  <a:pt x="160093" y="279221"/>
                  <a:pt x="157789" y="280062"/>
                </a:cubicBezTo>
                <a:cubicBezTo>
                  <a:pt x="155485" y="280904"/>
                  <a:pt x="153180" y="281324"/>
                  <a:pt x="150876" y="281324"/>
                </a:cubicBezTo>
                <a:cubicBezTo>
                  <a:pt x="148572" y="281324"/>
                  <a:pt x="146267" y="280904"/>
                  <a:pt x="143963" y="280062"/>
                </a:cubicBezTo>
                <a:cubicBezTo>
                  <a:pt x="141659" y="279221"/>
                  <a:pt x="139565" y="277868"/>
                  <a:pt x="137672" y="275975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圖說"/>
          <p:cNvSpPr/>
          <p:nvPr/>
        </p:nvSpPr>
        <p:spPr>
          <a:xfrm>
            <a:off x="9960605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750" dirty="0"/>
          </a:p>
        </p:txBody>
      </p:sp>
      <p:sp>
        <p:nvSpPr>
          <p:cNvPr id="82" name="圖示 AI 機器人"/>
          <p:cNvSpPr/>
          <p:nvPr/>
        </p:nvSpPr>
        <p:spPr>
          <a:xfrm>
            <a:off x="10660098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6205" y="183566"/>
                </a:moveTo>
                <a:cubicBezTo>
                  <a:pt x="36777" y="183566"/>
                  <a:pt x="28813" y="180320"/>
                  <a:pt x="22321" y="173818"/>
                </a:cubicBezTo>
                <a:cubicBezTo>
                  <a:pt x="15819" y="167326"/>
                  <a:pt x="12573" y="159362"/>
                  <a:pt x="12573" y="149934"/>
                </a:cubicBezTo>
                <a:cubicBezTo>
                  <a:pt x="12573" y="140507"/>
                  <a:pt x="15819" y="132542"/>
                  <a:pt x="22321" y="126041"/>
                </a:cubicBezTo>
                <a:cubicBezTo>
                  <a:pt x="28813" y="119549"/>
                  <a:pt x="36777" y="116303"/>
                  <a:pt x="46205" y="116303"/>
                </a:cubicBezTo>
                <a:lnTo>
                  <a:pt x="46205" y="77642"/>
                </a:lnTo>
                <a:cubicBezTo>
                  <a:pt x="46205" y="72613"/>
                  <a:pt x="48088" y="68205"/>
                  <a:pt x="51865" y="64438"/>
                </a:cubicBezTo>
                <a:cubicBezTo>
                  <a:pt x="55632" y="60661"/>
                  <a:pt x="60040" y="58778"/>
                  <a:pt x="65069" y="58778"/>
                </a:cubicBezTo>
                <a:lnTo>
                  <a:pt x="117244" y="58778"/>
                </a:lnTo>
                <a:cubicBezTo>
                  <a:pt x="117244" y="49350"/>
                  <a:pt x="120490" y="41386"/>
                  <a:pt x="126992" y="34894"/>
                </a:cubicBezTo>
                <a:cubicBezTo>
                  <a:pt x="133484" y="28392"/>
                  <a:pt x="141449" y="25146"/>
                  <a:pt x="150876" y="25146"/>
                </a:cubicBezTo>
                <a:cubicBezTo>
                  <a:pt x="160303" y="25146"/>
                  <a:pt x="168268" y="28392"/>
                  <a:pt x="174769" y="34894"/>
                </a:cubicBezTo>
                <a:cubicBezTo>
                  <a:pt x="181262" y="41386"/>
                  <a:pt x="184508" y="49350"/>
                  <a:pt x="184508" y="58778"/>
                </a:cubicBezTo>
                <a:lnTo>
                  <a:pt x="236683" y="58778"/>
                </a:lnTo>
                <a:cubicBezTo>
                  <a:pt x="241712" y="58778"/>
                  <a:pt x="246120" y="60661"/>
                  <a:pt x="249887" y="64438"/>
                </a:cubicBezTo>
                <a:cubicBezTo>
                  <a:pt x="253664" y="68205"/>
                  <a:pt x="255547" y="72613"/>
                  <a:pt x="255547" y="77642"/>
                </a:cubicBezTo>
                <a:lnTo>
                  <a:pt x="255547" y="116303"/>
                </a:lnTo>
                <a:cubicBezTo>
                  <a:pt x="264975" y="116303"/>
                  <a:pt x="272939" y="119549"/>
                  <a:pt x="279431" y="126041"/>
                </a:cubicBezTo>
                <a:cubicBezTo>
                  <a:pt x="285933" y="132542"/>
                  <a:pt x="289179" y="140507"/>
                  <a:pt x="289179" y="149934"/>
                </a:cubicBezTo>
                <a:cubicBezTo>
                  <a:pt x="289179" y="159362"/>
                  <a:pt x="285933" y="167326"/>
                  <a:pt x="279431" y="173818"/>
                </a:cubicBezTo>
                <a:cubicBezTo>
                  <a:pt x="272939" y="180320"/>
                  <a:pt x="264975" y="183566"/>
                  <a:pt x="255547" y="183566"/>
                </a:cubicBezTo>
                <a:lnTo>
                  <a:pt x="255547" y="245178"/>
                </a:lnTo>
                <a:cubicBezTo>
                  <a:pt x="255547" y="250207"/>
                  <a:pt x="253664" y="254606"/>
                  <a:pt x="249887" y="258373"/>
                </a:cubicBezTo>
                <a:cubicBezTo>
                  <a:pt x="246120" y="262149"/>
                  <a:pt x="241712" y="264033"/>
                  <a:pt x="236683" y="264033"/>
                </a:cubicBezTo>
                <a:lnTo>
                  <a:pt x="65069" y="264033"/>
                </a:lnTo>
                <a:cubicBezTo>
                  <a:pt x="60040" y="264033"/>
                  <a:pt x="55632" y="262149"/>
                  <a:pt x="51865" y="258373"/>
                </a:cubicBezTo>
                <a:cubicBezTo>
                  <a:pt x="48088" y="254606"/>
                  <a:pt x="46205" y="250207"/>
                  <a:pt x="46205" y="245178"/>
                </a:cubicBezTo>
                <a:lnTo>
                  <a:pt x="46205" y="183566"/>
                </a:lnTo>
                <a:close/>
                <a:moveTo>
                  <a:pt x="116933" y="148361"/>
                </a:moveTo>
                <a:cubicBezTo>
                  <a:pt x="119238" y="146057"/>
                  <a:pt x="120390" y="143122"/>
                  <a:pt x="120390" y="139565"/>
                </a:cubicBezTo>
                <a:cubicBezTo>
                  <a:pt x="120390" y="135999"/>
                  <a:pt x="119128" y="133063"/>
                  <a:pt x="116613" y="130759"/>
                </a:cubicBezTo>
                <a:cubicBezTo>
                  <a:pt x="114309" y="128245"/>
                  <a:pt x="111374" y="126992"/>
                  <a:pt x="107817" y="126992"/>
                </a:cubicBezTo>
                <a:cubicBezTo>
                  <a:pt x="104251" y="126992"/>
                  <a:pt x="101316" y="128245"/>
                  <a:pt x="99011" y="130759"/>
                </a:cubicBezTo>
                <a:cubicBezTo>
                  <a:pt x="96497" y="133063"/>
                  <a:pt x="95244" y="135999"/>
                  <a:pt x="95244" y="139565"/>
                </a:cubicBezTo>
                <a:cubicBezTo>
                  <a:pt x="95244" y="143122"/>
                  <a:pt x="96497" y="146158"/>
                  <a:pt x="99011" y="148672"/>
                </a:cubicBezTo>
                <a:cubicBezTo>
                  <a:pt x="101316" y="150977"/>
                  <a:pt x="104251" y="152138"/>
                  <a:pt x="107817" y="152138"/>
                </a:cubicBezTo>
                <a:cubicBezTo>
                  <a:pt x="111374" y="152138"/>
                  <a:pt x="114419" y="150876"/>
                  <a:pt x="116933" y="148361"/>
                </a:cubicBezTo>
                <a:close/>
                <a:moveTo>
                  <a:pt x="203052" y="148361"/>
                </a:moveTo>
                <a:cubicBezTo>
                  <a:pt x="205356" y="146057"/>
                  <a:pt x="206508" y="143122"/>
                  <a:pt x="206508" y="139565"/>
                </a:cubicBezTo>
                <a:cubicBezTo>
                  <a:pt x="206508" y="135999"/>
                  <a:pt x="205255" y="133063"/>
                  <a:pt x="202741" y="130759"/>
                </a:cubicBezTo>
                <a:cubicBezTo>
                  <a:pt x="200436" y="128245"/>
                  <a:pt x="197501" y="126992"/>
                  <a:pt x="193935" y="126992"/>
                </a:cubicBezTo>
                <a:cubicBezTo>
                  <a:pt x="190378" y="126992"/>
                  <a:pt x="187443" y="128245"/>
                  <a:pt x="185139" y="130759"/>
                </a:cubicBezTo>
                <a:cubicBezTo>
                  <a:pt x="182624" y="133063"/>
                  <a:pt x="181362" y="135999"/>
                  <a:pt x="181362" y="139565"/>
                </a:cubicBezTo>
                <a:cubicBezTo>
                  <a:pt x="181362" y="143122"/>
                  <a:pt x="182624" y="146158"/>
                  <a:pt x="185139" y="148672"/>
                </a:cubicBezTo>
                <a:cubicBezTo>
                  <a:pt x="187443" y="150977"/>
                  <a:pt x="190378" y="152138"/>
                  <a:pt x="193935" y="152138"/>
                </a:cubicBezTo>
                <a:cubicBezTo>
                  <a:pt x="197501" y="152138"/>
                  <a:pt x="200537" y="150876"/>
                  <a:pt x="203052" y="148361"/>
                </a:cubicBezTo>
                <a:close/>
                <a:moveTo>
                  <a:pt x="107497" y="212168"/>
                </a:moveTo>
                <a:lnTo>
                  <a:pt x="194255" y="212168"/>
                </a:lnTo>
                <a:cubicBezTo>
                  <a:pt x="196980" y="212168"/>
                  <a:pt x="199175" y="211226"/>
                  <a:pt x="200857" y="209343"/>
                </a:cubicBezTo>
                <a:cubicBezTo>
                  <a:pt x="202741" y="207660"/>
                  <a:pt x="203683" y="205466"/>
                  <a:pt x="203683" y="202741"/>
                </a:cubicBezTo>
                <a:cubicBezTo>
                  <a:pt x="203683" y="200016"/>
                  <a:pt x="202741" y="197812"/>
                  <a:pt x="200857" y="196139"/>
                </a:cubicBezTo>
                <a:cubicBezTo>
                  <a:pt x="199175" y="194255"/>
                  <a:pt x="196980" y="193313"/>
                  <a:pt x="194255" y="193313"/>
                </a:cubicBezTo>
                <a:lnTo>
                  <a:pt x="107497" y="193313"/>
                </a:lnTo>
                <a:cubicBezTo>
                  <a:pt x="104772" y="193313"/>
                  <a:pt x="102577" y="194255"/>
                  <a:pt x="100895" y="196139"/>
                </a:cubicBezTo>
                <a:cubicBezTo>
                  <a:pt x="99011" y="197812"/>
                  <a:pt x="98069" y="200016"/>
                  <a:pt x="98069" y="202741"/>
                </a:cubicBezTo>
                <a:cubicBezTo>
                  <a:pt x="98069" y="205466"/>
                  <a:pt x="99011" y="207770"/>
                  <a:pt x="100895" y="209654"/>
                </a:cubicBezTo>
                <a:cubicBezTo>
                  <a:pt x="102577" y="211327"/>
                  <a:pt x="104772" y="212168"/>
                  <a:pt x="107497" y="212168"/>
                </a:cubicBezTo>
                <a:close/>
                <a:moveTo>
                  <a:pt x="65069" y="245178"/>
                </a:moveTo>
                <a:lnTo>
                  <a:pt x="236683" y="245178"/>
                </a:lnTo>
                <a:lnTo>
                  <a:pt x="236683" y="77642"/>
                </a:lnTo>
                <a:lnTo>
                  <a:pt x="65069" y="77642"/>
                </a:lnTo>
                <a:lnTo>
                  <a:pt x="65069" y="245178"/>
                </a:lnTo>
                <a:close/>
                <a:moveTo>
                  <a:pt x="150876" y="161245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圖說"/>
          <p:cNvSpPr/>
          <p:nvPr/>
        </p:nvSpPr>
        <p:spPr>
          <a:xfrm>
            <a:off x="10515326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機器人</a:t>
            </a:r>
            <a:endParaRPr lang="en-US" sz="750" dirty="0"/>
          </a:p>
        </p:txBody>
      </p:sp>
      <p:sp>
        <p:nvSpPr>
          <p:cNvPr id="84" name="圖示 AI"/>
          <p:cNvSpPr/>
          <p:nvPr/>
        </p:nvSpPr>
        <p:spPr>
          <a:xfrm>
            <a:off x="11214819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1012" y="264033"/>
                </a:moveTo>
                <a:cubicBezTo>
                  <a:pt x="110332" y="264033"/>
                  <a:pt x="101316" y="260055"/>
                  <a:pt x="93982" y="252091"/>
                </a:cubicBezTo>
                <a:cubicBezTo>
                  <a:pt x="86438" y="244127"/>
                  <a:pt x="82141" y="235120"/>
                  <a:pt x="81098" y="225061"/>
                </a:cubicBezTo>
                <a:cubicBezTo>
                  <a:pt x="68735" y="224010"/>
                  <a:pt x="58467" y="218871"/>
                  <a:pt x="50292" y="209654"/>
                </a:cubicBezTo>
                <a:cubicBezTo>
                  <a:pt x="41907" y="200226"/>
                  <a:pt x="37719" y="188805"/>
                  <a:pt x="37719" y="175391"/>
                </a:cubicBezTo>
                <a:cubicBezTo>
                  <a:pt x="37719" y="170782"/>
                  <a:pt x="38350" y="166384"/>
                  <a:pt x="39603" y="162196"/>
                </a:cubicBezTo>
                <a:cubicBezTo>
                  <a:pt x="40654" y="157789"/>
                  <a:pt x="42328" y="153601"/>
                  <a:pt x="44632" y="149623"/>
                </a:cubicBezTo>
                <a:cubicBezTo>
                  <a:pt x="42328" y="145847"/>
                  <a:pt x="40654" y="141869"/>
                  <a:pt x="39603" y="137672"/>
                </a:cubicBezTo>
                <a:cubicBezTo>
                  <a:pt x="38350" y="133484"/>
                  <a:pt x="37719" y="128976"/>
                  <a:pt x="37719" y="124157"/>
                </a:cubicBezTo>
                <a:cubicBezTo>
                  <a:pt x="37719" y="111584"/>
                  <a:pt x="42117" y="100794"/>
                  <a:pt x="50923" y="91787"/>
                </a:cubicBezTo>
                <a:cubicBezTo>
                  <a:pt x="59509" y="82771"/>
                  <a:pt x="69778" y="77532"/>
                  <a:pt x="81729" y="76069"/>
                </a:cubicBezTo>
                <a:cubicBezTo>
                  <a:pt x="82141" y="65380"/>
                  <a:pt x="86228" y="56373"/>
                  <a:pt x="93982" y="49039"/>
                </a:cubicBezTo>
                <a:cubicBezTo>
                  <a:pt x="101526" y="41495"/>
                  <a:pt x="110642" y="37719"/>
                  <a:pt x="121332" y="37719"/>
                </a:cubicBezTo>
                <a:cubicBezTo>
                  <a:pt x="127403" y="37719"/>
                  <a:pt x="132853" y="38871"/>
                  <a:pt x="137672" y="41175"/>
                </a:cubicBezTo>
                <a:cubicBezTo>
                  <a:pt x="142281" y="43269"/>
                  <a:pt x="146688" y="46415"/>
                  <a:pt x="150876" y="50603"/>
                </a:cubicBezTo>
                <a:cubicBezTo>
                  <a:pt x="155064" y="46415"/>
                  <a:pt x="159471" y="43269"/>
                  <a:pt x="164080" y="41175"/>
                </a:cubicBezTo>
                <a:cubicBezTo>
                  <a:pt x="168689" y="38871"/>
                  <a:pt x="174029" y="37719"/>
                  <a:pt x="180109" y="37719"/>
                </a:cubicBezTo>
                <a:cubicBezTo>
                  <a:pt x="190588" y="37719"/>
                  <a:pt x="199595" y="41495"/>
                  <a:pt x="207139" y="49039"/>
                </a:cubicBezTo>
                <a:cubicBezTo>
                  <a:pt x="214683" y="56373"/>
                  <a:pt x="218770" y="65380"/>
                  <a:pt x="219401" y="76069"/>
                </a:cubicBezTo>
                <a:cubicBezTo>
                  <a:pt x="231554" y="77111"/>
                  <a:pt x="242033" y="82250"/>
                  <a:pt x="250829" y="91467"/>
                </a:cubicBezTo>
                <a:cubicBezTo>
                  <a:pt x="259635" y="100483"/>
                  <a:pt x="264033" y="111374"/>
                  <a:pt x="264033" y="124157"/>
                </a:cubicBezTo>
                <a:cubicBezTo>
                  <a:pt x="264033" y="128976"/>
                  <a:pt x="263402" y="133585"/>
                  <a:pt x="262149" y="137992"/>
                </a:cubicBezTo>
                <a:cubicBezTo>
                  <a:pt x="260887" y="142180"/>
                  <a:pt x="259104" y="146158"/>
                  <a:pt x="256800" y="149934"/>
                </a:cubicBezTo>
                <a:cubicBezTo>
                  <a:pt x="259104" y="154122"/>
                  <a:pt x="260887" y="158520"/>
                  <a:pt x="262149" y="163138"/>
                </a:cubicBezTo>
                <a:cubicBezTo>
                  <a:pt x="263402" y="167747"/>
                  <a:pt x="264033" y="172255"/>
                  <a:pt x="264033" y="176653"/>
                </a:cubicBezTo>
                <a:cubicBezTo>
                  <a:pt x="264033" y="190058"/>
                  <a:pt x="259946" y="201269"/>
                  <a:pt x="251771" y="210285"/>
                </a:cubicBezTo>
                <a:cubicBezTo>
                  <a:pt x="243395" y="219081"/>
                  <a:pt x="233017" y="224010"/>
                  <a:pt x="220654" y="225061"/>
                </a:cubicBezTo>
                <a:cubicBezTo>
                  <a:pt x="219611" y="235120"/>
                  <a:pt x="215314" y="244127"/>
                  <a:pt x="207770" y="252091"/>
                </a:cubicBezTo>
                <a:cubicBezTo>
                  <a:pt x="200226" y="260055"/>
                  <a:pt x="191210" y="264033"/>
                  <a:pt x="180740" y="264033"/>
                </a:cubicBezTo>
                <a:cubicBezTo>
                  <a:pt x="174449" y="264033"/>
                  <a:pt x="168999" y="262981"/>
                  <a:pt x="164391" y="260887"/>
                </a:cubicBezTo>
                <a:cubicBezTo>
                  <a:pt x="159782" y="258793"/>
                  <a:pt x="155274" y="255648"/>
                  <a:pt x="150876" y="251460"/>
                </a:cubicBezTo>
                <a:cubicBezTo>
                  <a:pt x="146478" y="255648"/>
                  <a:pt x="141970" y="258793"/>
                  <a:pt x="137361" y="260887"/>
                </a:cubicBezTo>
                <a:cubicBezTo>
                  <a:pt x="132753" y="262981"/>
                  <a:pt x="127303" y="264033"/>
                  <a:pt x="121012" y="264033"/>
                </a:cubicBezTo>
                <a:close/>
                <a:moveTo>
                  <a:pt x="160303" y="75438"/>
                </a:moveTo>
                <a:lnTo>
                  <a:pt x="160303" y="226314"/>
                </a:lnTo>
                <a:cubicBezTo>
                  <a:pt x="160303" y="231554"/>
                  <a:pt x="162397" y="236062"/>
                  <a:pt x="166595" y="239829"/>
                </a:cubicBezTo>
                <a:cubicBezTo>
                  <a:pt x="170572" y="243395"/>
                  <a:pt x="175391" y="245178"/>
                  <a:pt x="181051" y="245178"/>
                </a:cubicBezTo>
                <a:cubicBezTo>
                  <a:pt x="186501" y="245178"/>
                  <a:pt x="191210" y="242764"/>
                  <a:pt x="195197" y="237945"/>
                </a:cubicBezTo>
                <a:cubicBezTo>
                  <a:pt x="199175" y="233126"/>
                  <a:pt x="201378" y="228198"/>
                  <a:pt x="201799" y="223168"/>
                </a:cubicBezTo>
                <a:cubicBezTo>
                  <a:pt x="196980" y="221495"/>
                  <a:pt x="192472" y="219291"/>
                  <a:pt x="188284" y="216566"/>
                </a:cubicBezTo>
                <a:cubicBezTo>
                  <a:pt x="184087" y="213640"/>
                  <a:pt x="180530" y="210074"/>
                  <a:pt x="177595" y="205886"/>
                </a:cubicBezTo>
                <a:cubicBezTo>
                  <a:pt x="175921" y="203582"/>
                  <a:pt x="175290" y="201269"/>
                  <a:pt x="175711" y="198964"/>
                </a:cubicBezTo>
                <a:cubicBezTo>
                  <a:pt x="176123" y="196450"/>
                  <a:pt x="177485" y="194356"/>
                  <a:pt x="179798" y="192682"/>
                </a:cubicBezTo>
                <a:cubicBezTo>
                  <a:pt x="182103" y="191009"/>
                  <a:pt x="184508" y="190378"/>
                  <a:pt x="187022" y="190799"/>
                </a:cubicBezTo>
                <a:cubicBezTo>
                  <a:pt x="189327" y="191210"/>
                  <a:pt x="191320" y="192573"/>
                  <a:pt x="192993" y="194886"/>
                </a:cubicBezTo>
                <a:cubicBezTo>
                  <a:pt x="195718" y="198653"/>
                  <a:pt x="199074" y="201589"/>
                  <a:pt x="203052" y="203683"/>
                </a:cubicBezTo>
                <a:cubicBezTo>
                  <a:pt x="207038" y="205566"/>
                  <a:pt x="211437" y="206508"/>
                  <a:pt x="216256" y="206508"/>
                </a:cubicBezTo>
                <a:cubicBezTo>
                  <a:pt x="224220" y="206508"/>
                  <a:pt x="231032" y="203783"/>
                  <a:pt x="236683" y="198343"/>
                </a:cubicBezTo>
                <a:cubicBezTo>
                  <a:pt x="242343" y="192893"/>
                  <a:pt x="245178" y="185660"/>
                  <a:pt x="245178" y="176653"/>
                </a:cubicBezTo>
                <a:cubicBezTo>
                  <a:pt x="245178" y="174769"/>
                  <a:pt x="244968" y="172876"/>
                  <a:pt x="244547" y="170993"/>
                </a:cubicBezTo>
                <a:cubicBezTo>
                  <a:pt x="244127" y="168899"/>
                  <a:pt x="243706" y="166805"/>
                  <a:pt x="243285" y="164711"/>
                </a:cubicBezTo>
                <a:cubicBezTo>
                  <a:pt x="239518" y="167427"/>
                  <a:pt x="235431" y="169530"/>
                  <a:pt x="231032" y="170993"/>
                </a:cubicBezTo>
                <a:cubicBezTo>
                  <a:pt x="226415" y="172255"/>
                  <a:pt x="221705" y="172876"/>
                  <a:pt x="216887" y="172876"/>
                </a:cubicBezTo>
                <a:cubicBezTo>
                  <a:pt x="214162" y="172876"/>
                  <a:pt x="211958" y="172044"/>
                  <a:pt x="210285" y="170362"/>
                </a:cubicBezTo>
                <a:cubicBezTo>
                  <a:pt x="208401" y="168478"/>
                  <a:pt x="207459" y="166174"/>
                  <a:pt x="207459" y="163449"/>
                </a:cubicBezTo>
                <a:cubicBezTo>
                  <a:pt x="207459" y="160724"/>
                  <a:pt x="208401" y="158520"/>
                  <a:pt x="210285" y="156847"/>
                </a:cubicBezTo>
                <a:cubicBezTo>
                  <a:pt x="211958" y="154963"/>
                  <a:pt x="214162" y="154022"/>
                  <a:pt x="216887" y="154022"/>
                </a:cubicBezTo>
                <a:cubicBezTo>
                  <a:pt x="224851" y="154022"/>
                  <a:pt x="231554" y="151086"/>
                  <a:pt x="237003" y="145216"/>
                </a:cubicBezTo>
                <a:cubicBezTo>
                  <a:pt x="242453" y="139355"/>
                  <a:pt x="245178" y="132332"/>
                  <a:pt x="245178" y="124157"/>
                </a:cubicBezTo>
                <a:cubicBezTo>
                  <a:pt x="245178" y="116193"/>
                  <a:pt x="242243" y="109390"/>
                  <a:pt x="236372" y="103730"/>
                </a:cubicBezTo>
                <a:cubicBezTo>
                  <a:pt x="230502" y="98069"/>
                  <a:pt x="223799" y="95034"/>
                  <a:pt x="216256" y="94613"/>
                </a:cubicBezTo>
                <a:cubicBezTo>
                  <a:pt x="214162" y="99642"/>
                  <a:pt x="211226" y="104150"/>
                  <a:pt x="207459" y="108128"/>
                </a:cubicBezTo>
                <a:cubicBezTo>
                  <a:pt x="203472" y="111904"/>
                  <a:pt x="198964" y="114730"/>
                  <a:pt x="193935" y="116613"/>
                </a:cubicBezTo>
                <a:cubicBezTo>
                  <a:pt x="191420" y="117665"/>
                  <a:pt x="189016" y="117665"/>
                  <a:pt x="186711" y="116613"/>
                </a:cubicBezTo>
                <a:cubicBezTo>
                  <a:pt x="184407" y="115361"/>
                  <a:pt x="182834" y="113468"/>
                  <a:pt x="181993" y="110953"/>
                </a:cubicBezTo>
                <a:cubicBezTo>
                  <a:pt x="181152" y="108439"/>
                  <a:pt x="181262" y="106034"/>
                  <a:pt x="182313" y="103730"/>
                </a:cubicBezTo>
                <a:cubicBezTo>
                  <a:pt x="183355" y="101215"/>
                  <a:pt x="185139" y="99532"/>
                  <a:pt x="187653" y="98700"/>
                </a:cubicBezTo>
                <a:cubicBezTo>
                  <a:pt x="191420" y="97438"/>
                  <a:pt x="194566" y="94924"/>
                  <a:pt x="197081" y="91157"/>
                </a:cubicBezTo>
                <a:cubicBezTo>
                  <a:pt x="199385" y="87380"/>
                  <a:pt x="200537" y="83082"/>
                  <a:pt x="200537" y="78263"/>
                </a:cubicBezTo>
                <a:cubicBezTo>
                  <a:pt x="200537" y="72192"/>
                  <a:pt x="198553" y="67053"/>
                  <a:pt x="194566" y="62865"/>
                </a:cubicBezTo>
                <a:cubicBezTo>
                  <a:pt x="190588" y="58677"/>
                  <a:pt x="185870" y="56583"/>
                  <a:pt x="180420" y="56583"/>
                </a:cubicBezTo>
                <a:cubicBezTo>
                  <a:pt x="174970" y="56583"/>
                  <a:pt x="170261" y="58467"/>
                  <a:pt x="166274" y="62234"/>
                </a:cubicBezTo>
                <a:cubicBezTo>
                  <a:pt x="162297" y="65800"/>
                  <a:pt x="160303" y="70198"/>
                  <a:pt x="160303" y="75438"/>
                </a:cubicBezTo>
                <a:close/>
                <a:moveTo>
                  <a:pt x="141449" y="226314"/>
                </a:moveTo>
                <a:lnTo>
                  <a:pt x="141449" y="75438"/>
                </a:lnTo>
                <a:cubicBezTo>
                  <a:pt x="141449" y="70198"/>
                  <a:pt x="139565" y="65800"/>
                  <a:pt x="135788" y="62234"/>
                </a:cubicBezTo>
                <a:cubicBezTo>
                  <a:pt x="131811" y="58467"/>
                  <a:pt x="126992" y="56583"/>
                  <a:pt x="121332" y="56583"/>
                </a:cubicBezTo>
                <a:cubicBezTo>
                  <a:pt x="115882" y="56583"/>
                  <a:pt x="111164" y="58677"/>
                  <a:pt x="107186" y="62865"/>
                </a:cubicBezTo>
                <a:cubicBezTo>
                  <a:pt x="102998" y="67053"/>
                  <a:pt x="100895" y="72192"/>
                  <a:pt x="100895" y="78263"/>
                </a:cubicBezTo>
                <a:cubicBezTo>
                  <a:pt x="100895" y="83082"/>
                  <a:pt x="102047" y="87380"/>
                  <a:pt x="104360" y="91157"/>
                </a:cubicBezTo>
                <a:cubicBezTo>
                  <a:pt x="106665" y="94714"/>
                  <a:pt x="109701" y="97128"/>
                  <a:pt x="113468" y="98380"/>
                </a:cubicBezTo>
                <a:cubicBezTo>
                  <a:pt x="115982" y="99222"/>
                  <a:pt x="117875" y="100895"/>
                  <a:pt x="119128" y="103409"/>
                </a:cubicBezTo>
                <a:cubicBezTo>
                  <a:pt x="120180" y="105714"/>
                  <a:pt x="120280" y="108027"/>
                  <a:pt x="119448" y="110332"/>
                </a:cubicBezTo>
                <a:cubicBezTo>
                  <a:pt x="118397" y="112846"/>
                  <a:pt x="116723" y="114730"/>
                  <a:pt x="114419" y="115982"/>
                </a:cubicBezTo>
                <a:cubicBezTo>
                  <a:pt x="111904" y="117244"/>
                  <a:pt x="109390" y="117345"/>
                  <a:pt x="106875" y="116303"/>
                </a:cubicBezTo>
                <a:cubicBezTo>
                  <a:pt x="101846" y="114620"/>
                  <a:pt x="97438" y="111904"/>
                  <a:pt x="93671" y="108128"/>
                </a:cubicBezTo>
                <a:cubicBezTo>
                  <a:pt x="89895" y="104150"/>
                  <a:pt x="86959" y="99642"/>
                  <a:pt x="84865" y="94613"/>
                </a:cubicBezTo>
                <a:cubicBezTo>
                  <a:pt x="77532" y="95244"/>
                  <a:pt x="71040" y="98380"/>
                  <a:pt x="65380" y="104040"/>
                </a:cubicBezTo>
                <a:cubicBezTo>
                  <a:pt x="59509" y="109490"/>
                  <a:pt x="56583" y="116193"/>
                  <a:pt x="56583" y="124157"/>
                </a:cubicBezTo>
                <a:cubicBezTo>
                  <a:pt x="56583" y="132332"/>
                  <a:pt x="59299" y="139355"/>
                  <a:pt x="64749" y="145216"/>
                </a:cubicBezTo>
                <a:cubicBezTo>
                  <a:pt x="70198" y="151086"/>
                  <a:pt x="76901" y="154022"/>
                  <a:pt x="84865" y="154022"/>
                </a:cubicBezTo>
                <a:cubicBezTo>
                  <a:pt x="87590" y="154022"/>
                  <a:pt x="89895" y="154963"/>
                  <a:pt x="91787" y="156847"/>
                </a:cubicBezTo>
                <a:cubicBezTo>
                  <a:pt x="93461" y="158520"/>
                  <a:pt x="94302" y="160724"/>
                  <a:pt x="94302" y="163449"/>
                </a:cubicBezTo>
                <a:cubicBezTo>
                  <a:pt x="94302" y="166174"/>
                  <a:pt x="93461" y="168478"/>
                  <a:pt x="91787" y="170362"/>
                </a:cubicBezTo>
                <a:cubicBezTo>
                  <a:pt x="89895" y="172044"/>
                  <a:pt x="87590" y="172876"/>
                  <a:pt x="84865" y="172876"/>
                </a:cubicBezTo>
                <a:cubicBezTo>
                  <a:pt x="80047" y="172876"/>
                  <a:pt x="75438" y="172145"/>
                  <a:pt x="71040" y="170682"/>
                </a:cubicBezTo>
                <a:cubicBezTo>
                  <a:pt x="66431" y="169210"/>
                  <a:pt x="62234" y="167225"/>
                  <a:pt x="58467" y="164711"/>
                </a:cubicBezTo>
                <a:cubicBezTo>
                  <a:pt x="57836" y="166384"/>
                  <a:pt x="57415" y="168167"/>
                  <a:pt x="57205" y="170051"/>
                </a:cubicBezTo>
                <a:cubicBezTo>
                  <a:pt x="56784" y="171935"/>
                  <a:pt x="56583" y="173818"/>
                  <a:pt x="56583" y="175711"/>
                </a:cubicBezTo>
                <a:cubicBezTo>
                  <a:pt x="56583" y="184718"/>
                  <a:pt x="59409" y="192161"/>
                  <a:pt x="65069" y="198022"/>
                </a:cubicBezTo>
                <a:cubicBezTo>
                  <a:pt x="70509" y="203683"/>
                  <a:pt x="77221" y="206508"/>
                  <a:pt x="85186" y="206508"/>
                </a:cubicBezTo>
                <a:cubicBezTo>
                  <a:pt x="89794" y="206508"/>
                  <a:pt x="94192" y="205466"/>
                  <a:pt x="98380" y="203372"/>
                </a:cubicBezTo>
                <a:cubicBezTo>
                  <a:pt x="102367" y="201269"/>
                  <a:pt x="105714" y="198443"/>
                  <a:pt x="108439" y="194886"/>
                </a:cubicBezTo>
                <a:cubicBezTo>
                  <a:pt x="110121" y="192783"/>
                  <a:pt x="112215" y="191530"/>
                  <a:pt x="114730" y="191110"/>
                </a:cubicBezTo>
                <a:cubicBezTo>
                  <a:pt x="117244" y="190479"/>
                  <a:pt x="119549" y="191009"/>
                  <a:pt x="121643" y="192682"/>
                </a:cubicBezTo>
                <a:cubicBezTo>
                  <a:pt x="123737" y="194356"/>
                  <a:pt x="125099" y="196450"/>
                  <a:pt x="125730" y="198964"/>
                </a:cubicBezTo>
                <a:cubicBezTo>
                  <a:pt x="126151" y="201479"/>
                  <a:pt x="125520" y="203783"/>
                  <a:pt x="123846" y="205886"/>
                </a:cubicBezTo>
                <a:cubicBezTo>
                  <a:pt x="120911" y="210074"/>
                  <a:pt x="117455" y="213640"/>
                  <a:pt x="113468" y="216566"/>
                </a:cubicBezTo>
                <a:cubicBezTo>
                  <a:pt x="109280" y="219291"/>
                  <a:pt x="104772" y="221495"/>
                  <a:pt x="99953" y="223168"/>
                </a:cubicBezTo>
                <a:cubicBezTo>
                  <a:pt x="100374" y="228198"/>
                  <a:pt x="102577" y="233126"/>
                  <a:pt x="106555" y="237945"/>
                </a:cubicBezTo>
                <a:cubicBezTo>
                  <a:pt x="110542" y="242764"/>
                  <a:pt x="115361" y="245178"/>
                  <a:pt x="121012" y="245178"/>
                </a:cubicBezTo>
                <a:cubicBezTo>
                  <a:pt x="126672" y="245178"/>
                  <a:pt x="131491" y="243395"/>
                  <a:pt x="135478" y="239829"/>
                </a:cubicBezTo>
                <a:cubicBezTo>
                  <a:pt x="139455" y="236062"/>
                  <a:pt x="141449" y="231554"/>
                  <a:pt x="141449" y="226314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11070046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750" dirty="0"/>
          </a:p>
        </p:txBody>
      </p:sp>
      <p:sp>
        <p:nvSpPr>
          <p:cNvPr id="86" name="圖示 樞紐"/>
          <p:cNvSpPr/>
          <p:nvPr/>
        </p:nvSpPr>
        <p:spPr>
          <a:xfrm>
            <a:off x="675124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8088" y="278810"/>
                </a:moveTo>
                <a:cubicBezTo>
                  <a:pt x="41175" y="271888"/>
                  <a:pt x="37719" y="263402"/>
                  <a:pt x="37719" y="253344"/>
                </a:cubicBezTo>
                <a:cubicBezTo>
                  <a:pt x="37719" y="243285"/>
                  <a:pt x="41175" y="234800"/>
                  <a:pt x="48088" y="227887"/>
                </a:cubicBezTo>
                <a:cubicBezTo>
                  <a:pt x="55221" y="220974"/>
                  <a:pt x="63706" y="217517"/>
                  <a:pt x="73554" y="217517"/>
                </a:cubicBezTo>
                <a:cubicBezTo>
                  <a:pt x="76490" y="217517"/>
                  <a:pt x="79105" y="217828"/>
                  <a:pt x="81409" y="218459"/>
                </a:cubicBezTo>
                <a:cubicBezTo>
                  <a:pt x="83503" y="218871"/>
                  <a:pt x="85707" y="219611"/>
                  <a:pt x="88011" y="220654"/>
                </a:cubicBezTo>
                <a:lnTo>
                  <a:pt x="114730" y="187342"/>
                </a:lnTo>
                <a:cubicBezTo>
                  <a:pt x="110743" y="182514"/>
                  <a:pt x="107707" y="177074"/>
                  <a:pt x="105613" y="170993"/>
                </a:cubicBezTo>
                <a:cubicBezTo>
                  <a:pt x="103519" y="164711"/>
                  <a:pt x="102998" y="158209"/>
                  <a:pt x="104040" y="151507"/>
                </a:cubicBezTo>
                <a:lnTo>
                  <a:pt x="66011" y="138614"/>
                </a:lnTo>
                <a:cubicBezTo>
                  <a:pt x="62865" y="143853"/>
                  <a:pt x="58778" y="147941"/>
                  <a:pt x="53748" y="150876"/>
                </a:cubicBezTo>
                <a:cubicBezTo>
                  <a:pt x="48509" y="153811"/>
                  <a:pt x="42538" y="155274"/>
                  <a:pt x="35835" y="155274"/>
                </a:cubicBezTo>
                <a:cubicBezTo>
                  <a:pt x="25987" y="155274"/>
                  <a:pt x="17502" y="151818"/>
                  <a:pt x="10369" y="144905"/>
                </a:cubicBezTo>
                <a:cubicBezTo>
                  <a:pt x="3456" y="137992"/>
                  <a:pt x="0" y="129506"/>
                  <a:pt x="0" y="119448"/>
                </a:cubicBezTo>
                <a:cubicBezTo>
                  <a:pt x="0" y="109591"/>
                  <a:pt x="3456" y="101105"/>
                  <a:pt x="10369" y="93982"/>
                </a:cubicBezTo>
                <a:cubicBezTo>
                  <a:pt x="17502" y="87069"/>
                  <a:pt x="25987" y="83613"/>
                  <a:pt x="35835" y="83613"/>
                </a:cubicBezTo>
                <a:cubicBezTo>
                  <a:pt x="45894" y="83613"/>
                  <a:pt x="54379" y="87069"/>
                  <a:pt x="61292" y="93982"/>
                </a:cubicBezTo>
                <a:cubicBezTo>
                  <a:pt x="68205" y="101105"/>
                  <a:pt x="71671" y="109591"/>
                  <a:pt x="71671" y="119448"/>
                </a:cubicBezTo>
                <a:lnTo>
                  <a:pt x="71671" y="120701"/>
                </a:lnTo>
                <a:lnTo>
                  <a:pt x="110011" y="133905"/>
                </a:lnTo>
                <a:cubicBezTo>
                  <a:pt x="113788" y="127193"/>
                  <a:pt x="118397" y="122063"/>
                  <a:pt x="123846" y="118497"/>
                </a:cubicBezTo>
                <a:cubicBezTo>
                  <a:pt x="129086" y="114940"/>
                  <a:pt x="134947" y="112425"/>
                  <a:pt x="141449" y="110953"/>
                </a:cubicBezTo>
                <a:lnTo>
                  <a:pt x="141449" y="70409"/>
                </a:lnTo>
                <a:cubicBezTo>
                  <a:pt x="133274" y="68105"/>
                  <a:pt x="126882" y="63597"/>
                  <a:pt x="122274" y="56894"/>
                </a:cubicBezTo>
                <a:cubicBezTo>
                  <a:pt x="117455" y="50191"/>
                  <a:pt x="115041" y="43169"/>
                  <a:pt x="115041" y="35835"/>
                </a:cubicBezTo>
                <a:cubicBezTo>
                  <a:pt x="115041" y="25987"/>
                  <a:pt x="118497" y="17502"/>
                  <a:pt x="125419" y="10369"/>
                </a:cubicBezTo>
                <a:cubicBezTo>
                  <a:pt x="132332" y="3456"/>
                  <a:pt x="140818" y="0"/>
                  <a:pt x="150876" y="0"/>
                </a:cubicBezTo>
                <a:cubicBezTo>
                  <a:pt x="160934" y="0"/>
                  <a:pt x="169420" y="3456"/>
                  <a:pt x="176333" y="10369"/>
                </a:cubicBezTo>
                <a:cubicBezTo>
                  <a:pt x="183255" y="17502"/>
                  <a:pt x="186711" y="25987"/>
                  <a:pt x="186711" y="35835"/>
                </a:cubicBezTo>
                <a:cubicBezTo>
                  <a:pt x="186711" y="43169"/>
                  <a:pt x="184297" y="50191"/>
                  <a:pt x="179478" y="56894"/>
                </a:cubicBezTo>
                <a:cubicBezTo>
                  <a:pt x="174660" y="63597"/>
                  <a:pt x="168268" y="68105"/>
                  <a:pt x="160303" y="70409"/>
                </a:cubicBezTo>
                <a:lnTo>
                  <a:pt x="160303" y="110953"/>
                </a:lnTo>
                <a:cubicBezTo>
                  <a:pt x="166805" y="112425"/>
                  <a:pt x="172776" y="114940"/>
                  <a:pt x="178226" y="118497"/>
                </a:cubicBezTo>
                <a:cubicBezTo>
                  <a:pt x="183666" y="122063"/>
                  <a:pt x="188284" y="127193"/>
                  <a:pt x="192051" y="133905"/>
                </a:cubicBezTo>
                <a:lnTo>
                  <a:pt x="230090" y="120701"/>
                </a:lnTo>
                <a:lnTo>
                  <a:pt x="230090" y="119448"/>
                </a:lnTo>
                <a:cubicBezTo>
                  <a:pt x="230090" y="109591"/>
                  <a:pt x="233547" y="101105"/>
                  <a:pt x="240460" y="93982"/>
                </a:cubicBezTo>
                <a:cubicBezTo>
                  <a:pt x="247583" y="87069"/>
                  <a:pt x="256069" y="83613"/>
                  <a:pt x="265917" y="83613"/>
                </a:cubicBezTo>
                <a:cubicBezTo>
                  <a:pt x="275975" y="83613"/>
                  <a:pt x="284461" y="87069"/>
                  <a:pt x="291383" y="93982"/>
                </a:cubicBezTo>
                <a:cubicBezTo>
                  <a:pt x="298296" y="100895"/>
                  <a:pt x="301752" y="109390"/>
                  <a:pt x="301752" y="119448"/>
                </a:cubicBezTo>
                <a:cubicBezTo>
                  <a:pt x="301752" y="129506"/>
                  <a:pt x="298296" y="137992"/>
                  <a:pt x="291383" y="144905"/>
                </a:cubicBezTo>
                <a:cubicBezTo>
                  <a:pt x="284461" y="151818"/>
                  <a:pt x="275975" y="155274"/>
                  <a:pt x="265917" y="155274"/>
                </a:cubicBezTo>
                <a:cubicBezTo>
                  <a:pt x="259214" y="155274"/>
                  <a:pt x="253243" y="153811"/>
                  <a:pt x="248004" y="150876"/>
                </a:cubicBezTo>
                <a:cubicBezTo>
                  <a:pt x="242764" y="147941"/>
                  <a:pt x="238677" y="143853"/>
                  <a:pt x="235741" y="138614"/>
                </a:cubicBezTo>
                <a:lnTo>
                  <a:pt x="197712" y="151507"/>
                </a:lnTo>
                <a:cubicBezTo>
                  <a:pt x="198754" y="158209"/>
                  <a:pt x="198343" y="164711"/>
                  <a:pt x="196450" y="170993"/>
                </a:cubicBezTo>
                <a:cubicBezTo>
                  <a:pt x="194356" y="177074"/>
                  <a:pt x="191210" y="182514"/>
                  <a:pt x="187022" y="187342"/>
                </a:cubicBezTo>
                <a:lnTo>
                  <a:pt x="213741" y="220654"/>
                </a:lnTo>
                <a:cubicBezTo>
                  <a:pt x="216045" y="219611"/>
                  <a:pt x="218350" y="218871"/>
                  <a:pt x="220654" y="218459"/>
                </a:cubicBezTo>
                <a:cubicBezTo>
                  <a:pt x="222748" y="217828"/>
                  <a:pt x="225262" y="217517"/>
                  <a:pt x="228198" y="217517"/>
                </a:cubicBezTo>
                <a:cubicBezTo>
                  <a:pt x="238256" y="217517"/>
                  <a:pt x="246742" y="220974"/>
                  <a:pt x="253664" y="227887"/>
                </a:cubicBezTo>
                <a:cubicBezTo>
                  <a:pt x="260577" y="234800"/>
                  <a:pt x="264033" y="243285"/>
                  <a:pt x="264033" y="253344"/>
                </a:cubicBezTo>
                <a:cubicBezTo>
                  <a:pt x="264033" y="263402"/>
                  <a:pt x="260577" y="271888"/>
                  <a:pt x="253664" y="278810"/>
                </a:cubicBezTo>
                <a:cubicBezTo>
                  <a:pt x="246742" y="285723"/>
                  <a:pt x="238256" y="289179"/>
                  <a:pt x="228198" y="289179"/>
                </a:cubicBezTo>
                <a:cubicBezTo>
                  <a:pt x="218139" y="289179"/>
                  <a:pt x="209654" y="285723"/>
                  <a:pt x="202741" y="278810"/>
                </a:cubicBezTo>
                <a:cubicBezTo>
                  <a:pt x="195828" y="271888"/>
                  <a:pt x="192371" y="263402"/>
                  <a:pt x="192371" y="253344"/>
                </a:cubicBezTo>
                <a:cubicBezTo>
                  <a:pt x="192371" y="249156"/>
                  <a:pt x="192993" y="245379"/>
                  <a:pt x="194255" y="242033"/>
                </a:cubicBezTo>
                <a:cubicBezTo>
                  <a:pt x="195298" y="238677"/>
                  <a:pt x="196870" y="235431"/>
                  <a:pt x="198964" y="232285"/>
                </a:cubicBezTo>
                <a:lnTo>
                  <a:pt x="172255" y="198964"/>
                </a:lnTo>
                <a:cubicBezTo>
                  <a:pt x="165543" y="202530"/>
                  <a:pt x="158319" y="204314"/>
                  <a:pt x="150565" y="204314"/>
                </a:cubicBezTo>
                <a:cubicBezTo>
                  <a:pt x="143021" y="204314"/>
                  <a:pt x="135889" y="202530"/>
                  <a:pt x="129186" y="198964"/>
                </a:cubicBezTo>
                <a:lnTo>
                  <a:pt x="102788" y="232605"/>
                </a:lnTo>
                <a:cubicBezTo>
                  <a:pt x="104882" y="235741"/>
                  <a:pt x="106555" y="238988"/>
                  <a:pt x="107817" y="242343"/>
                </a:cubicBezTo>
                <a:cubicBezTo>
                  <a:pt x="108859" y="245489"/>
                  <a:pt x="109390" y="249156"/>
                  <a:pt x="109390" y="253344"/>
                </a:cubicBezTo>
                <a:cubicBezTo>
                  <a:pt x="109390" y="263402"/>
                  <a:pt x="105924" y="271888"/>
                  <a:pt x="99011" y="278810"/>
                </a:cubicBezTo>
                <a:cubicBezTo>
                  <a:pt x="92098" y="285723"/>
                  <a:pt x="83613" y="289179"/>
                  <a:pt x="73554" y="289179"/>
                </a:cubicBezTo>
                <a:cubicBezTo>
                  <a:pt x="63496" y="289179"/>
                  <a:pt x="55010" y="285723"/>
                  <a:pt x="48088" y="278810"/>
                </a:cubicBezTo>
                <a:close/>
                <a:moveTo>
                  <a:pt x="35835" y="136419"/>
                </a:moveTo>
                <a:cubicBezTo>
                  <a:pt x="40654" y="136419"/>
                  <a:pt x="44742" y="134737"/>
                  <a:pt x="48088" y="131390"/>
                </a:cubicBezTo>
                <a:cubicBezTo>
                  <a:pt x="51234" y="128245"/>
                  <a:pt x="52807" y="124267"/>
                  <a:pt x="52807" y="119448"/>
                </a:cubicBezTo>
                <a:cubicBezTo>
                  <a:pt x="52807" y="114620"/>
                  <a:pt x="51133" y="110642"/>
                  <a:pt x="47777" y="107497"/>
                </a:cubicBezTo>
                <a:cubicBezTo>
                  <a:pt x="44632" y="104150"/>
                  <a:pt x="40654" y="102468"/>
                  <a:pt x="35835" y="102468"/>
                </a:cubicBezTo>
                <a:cubicBezTo>
                  <a:pt x="31016" y="102468"/>
                  <a:pt x="27030" y="104150"/>
                  <a:pt x="23893" y="107497"/>
                </a:cubicBezTo>
                <a:cubicBezTo>
                  <a:pt x="20537" y="110642"/>
                  <a:pt x="18864" y="114620"/>
                  <a:pt x="18864" y="119448"/>
                </a:cubicBezTo>
                <a:cubicBezTo>
                  <a:pt x="18864" y="124267"/>
                  <a:pt x="20537" y="128345"/>
                  <a:pt x="23893" y="131701"/>
                </a:cubicBezTo>
                <a:cubicBezTo>
                  <a:pt x="27030" y="134847"/>
                  <a:pt x="31016" y="136419"/>
                  <a:pt x="35835" y="136419"/>
                </a:cubicBezTo>
                <a:close/>
                <a:moveTo>
                  <a:pt x="85807" y="265295"/>
                </a:moveTo>
                <a:cubicBezTo>
                  <a:pt x="88953" y="262149"/>
                  <a:pt x="90526" y="258163"/>
                  <a:pt x="90526" y="253344"/>
                </a:cubicBezTo>
                <a:cubicBezTo>
                  <a:pt x="90526" y="248525"/>
                  <a:pt x="88852" y="244437"/>
                  <a:pt x="85496" y="241091"/>
                </a:cubicBezTo>
                <a:cubicBezTo>
                  <a:pt x="82351" y="237945"/>
                  <a:pt x="78373" y="236372"/>
                  <a:pt x="73554" y="236372"/>
                </a:cubicBezTo>
                <a:cubicBezTo>
                  <a:pt x="68735" y="236372"/>
                  <a:pt x="64648" y="238046"/>
                  <a:pt x="61292" y="241402"/>
                </a:cubicBezTo>
                <a:cubicBezTo>
                  <a:pt x="58147" y="244547"/>
                  <a:pt x="56583" y="248525"/>
                  <a:pt x="56583" y="253344"/>
                </a:cubicBezTo>
                <a:cubicBezTo>
                  <a:pt x="56583" y="258163"/>
                  <a:pt x="58256" y="262149"/>
                  <a:pt x="61612" y="265295"/>
                </a:cubicBezTo>
                <a:cubicBezTo>
                  <a:pt x="64749" y="268642"/>
                  <a:pt x="68735" y="270324"/>
                  <a:pt x="73554" y="270324"/>
                </a:cubicBezTo>
                <a:cubicBezTo>
                  <a:pt x="78373" y="270324"/>
                  <a:pt x="82351" y="268642"/>
                  <a:pt x="85496" y="265295"/>
                </a:cubicBezTo>
                <a:close/>
                <a:moveTo>
                  <a:pt x="163138" y="47777"/>
                </a:moveTo>
                <a:cubicBezTo>
                  <a:pt x="166274" y="44632"/>
                  <a:pt x="167847" y="40654"/>
                  <a:pt x="167847" y="35835"/>
                </a:cubicBezTo>
                <a:cubicBezTo>
                  <a:pt x="167847" y="31016"/>
                  <a:pt x="166174" y="27030"/>
                  <a:pt x="162818" y="23893"/>
                </a:cubicBezTo>
                <a:cubicBezTo>
                  <a:pt x="159682" y="20537"/>
                  <a:pt x="155695" y="18864"/>
                  <a:pt x="150876" y="18864"/>
                </a:cubicBezTo>
                <a:cubicBezTo>
                  <a:pt x="146057" y="18864"/>
                  <a:pt x="142079" y="20537"/>
                  <a:pt x="138934" y="23893"/>
                </a:cubicBezTo>
                <a:cubicBezTo>
                  <a:pt x="135578" y="27030"/>
                  <a:pt x="133905" y="31016"/>
                  <a:pt x="133905" y="35835"/>
                </a:cubicBezTo>
                <a:cubicBezTo>
                  <a:pt x="133905" y="40654"/>
                  <a:pt x="135578" y="44742"/>
                  <a:pt x="138934" y="48088"/>
                </a:cubicBezTo>
                <a:cubicBezTo>
                  <a:pt x="142079" y="51234"/>
                  <a:pt x="146057" y="52807"/>
                  <a:pt x="150876" y="52807"/>
                </a:cubicBezTo>
                <a:cubicBezTo>
                  <a:pt x="155695" y="52807"/>
                  <a:pt x="159782" y="51133"/>
                  <a:pt x="163138" y="47777"/>
                </a:cubicBezTo>
                <a:close/>
                <a:moveTo>
                  <a:pt x="151187" y="185449"/>
                </a:moveTo>
                <a:cubicBezTo>
                  <a:pt x="158941" y="185449"/>
                  <a:pt x="165543" y="182725"/>
                  <a:pt x="170993" y="177284"/>
                </a:cubicBezTo>
                <a:cubicBezTo>
                  <a:pt x="176443" y="171624"/>
                  <a:pt x="179168" y="164912"/>
                  <a:pt x="179168" y="157167"/>
                </a:cubicBezTo>
                <a:cubicBezTo>
                  <a:pt x="179168" y="149203"/>
                  <a:pt x="176443" y="142491"/>
                  <a:pt x="170993" y="137050"/>
                </a:cubicBezTo>
                <a:cubicBezTo>
                  <a:pt x="165543" y="131600"/>
                  <a:pt x="158840" y="128876"/>
                  <a:pt x="150876" y="128876"/>
                </a:cubicBezTo>
                <a:cubicBezTo>
                  <a:pt x="143122" y="128876"/>
                  <a:pt x="136520" y="131600"/>
                  <a:pt x="131070" y="137050"/>
                </a:cubicBezTo>
                <a:cubicBezTo>
                  <a:pt x="125419" y="142491"/>
                  <a:pt x="122584" y="149203"/>
                  <a:pt x="122584" y="157167"/>
                </a:cubicBezTo>
                <a:cubicBezTo>
                  <a:pt x="122584" y="164912"/>
                  <a:pt x="125419" y="171624"/>
                  <a:pt x="131070" y="177284"/>
                </a:cubicBezTo>
                <a:cubicBezTo>
                  <a:pt x="136520" y="182725"/>
                  <a:pt x="143232" y="185449"/>
                  <a:pt x="151187" y="185449"/>
                </a:cubicBezTo>
                <a:close/>
                <a:moveTo>
                  <a:pt x="240460" y="265295"/>
                </a:moveTo>
                <a:cubicBezTo>
                  <a:pt x="243605" y="262149"/>
                  <a:pt x="245178" y="258163"/>
                  <a:pt x="245178" y="253344"/>
                </a:cubicBezTo>
                <a:cubicBezTo>
                  <a:pt x="245178" y="248525"/>
                  <a:pt x="243496" y="244547"/>
                  <a:pt x="240149" y="241402"/>
                </a:cubicBezTo>
                <a:cubicBezTo>
                  <a:pt x="237003" y="238046"/>
                  <a:pt x="233017" y="236372"/>
                  <a:pt x="228198" y="236372"/>
                </a:cubicBezTo>
                <a:cubicBezTo>
                  <a:pt x="223379" y="236372"/>
                  <a:pt x="219401" y="238046"/>
                  <a:pt x="216256" y="241402"/>
                </a:cubicBezTo>
                <a:cubicBezTo>
                  <a:pt x="212900" y="244547"/>
                  <a:pt x="211226" y="248525"/>
                  <a:pt x="211226" y="253344"/>
                </a:cubicBezTo>
                <a:cubicBezTo>
                  <a:pt x="211226" y="258163"/>
                  <a:pt x="212900" y="262250"/>
                  <a:pt x="216256" y="265606"/>
                </a:cubicBezTo>
                <a:cubicBezTo>
                  <a:pt x="219401" y="268751"/>
                  <a:pt x="223379" y="270324"/>
                  <a:pt x="228198" y="270324"/>
                </a:cubicBezTo>
                <a:cubicBezTo>
                  <a:pt x="233017" y="270324"/>
                  <a:pt x="237104" y="268642"/>
                  <a:pt x="240460" y="265295"/>
                </a:cubicBezTo>
                <a:close/>
                <a:moveTo>
                  <a:pt x="278179" y="131390"/>
                </a:moveTo>
                <a:cubicBezTo>
                  <a:pt x="281324" y="128245"/>
                  <a:pt x="282897" y="124267"/>
                  <a:pt x="282897" y="119448"/>
                </a:cubicBezTo>
                <a:cubicBezTo>
                  <a:pt x="282897" y="114620"/>
                  <a:pt x="281215" y="110642"/>
                  <a:pt x="277868" y="107497"/>
                </a:cubicBezTo>
                <a:cubicBezTo>
                  <a:pt x="274722" y="104150"/>
                  <a:pt x="270736" y="102468"/>
                  <a:pt x="265917" y="102468"/>
                </a:cubicBezTo>
                <a:cubicBezTo>
                  <a:pt x="261098" y="102468"/>
                  <a:pt x="257120" y="104150"/>
                  <a:pt x="253975" y="107497"/>
                </a:cubicBezTo>
                <a:cubicBezTo>
                  <a:pt x="250619" y="110642"/>
                  <a:pt x="248945" y="114620"/>
                  <a:pt x="248945" y="119448"/>
                </a:cubicBezTo>
                <a:cubicBezTo>
                  <a:pt x="248945" y="124267"/>
                  <a:pt x="250619" y="128345"/>
                  <a:pt x="253975" y="131701"/>
                </a:cubicBezTo>
                <a:cubicBezTo>
                  <a:pt x="257120" y="134847"/>
                  <a:pt x="261098" y="136419"/>
                  <a:pt x="265917" y="136419"/>
                </a:cubicBezTo>
                <a:cubicBezTo>
                  <a:pt x="270736" y="136419"/>
                  <a:pt x="274823" y="134737"/>
                  <a:pt x="278179" y="131390"/>
                </a:cubicBezTo>
                <a:close/>
                <a:moveTo>
                  <a:pt x="150876" y="35835"/>
                </a:moveTo>
                <a:close/>
                <a:moveTo>
                  <a:pt x="35835" y="119448"/>
                </a:moveTo>
                <a:close/>
                <a:moveTo>
                  <a:pt x="150876" y="157167"/>
                </a:moveTo>
                <a:close/>
                <a:moveTo>
                  <a:pt x="265917" y="119448"/>
                </a:moveTo>
                <a:close/>
                <a:moveTo>
                  <a:pt x="73554" y="253344"/>
                </a:moveTo>
                <a:close/>
                <a:moveTo>
                  <a:pt x="228198" y="253344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530352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</a:t>
            </a:r>
            <a:endParaRPr lang="en-US" sz="750" dirty="0"/>
          </a:p>
        </p:txBody>
      </p:sp>
      <p:sp>
        <p:nvSpPr>
          <p:cNvPr id="88" name="圖示 網路"/>
          <p:cNvSpPr/>
          <p:nvPr/>
        </p:nvSpPr>
        <p:spPr>
          <a:xfrm>
            <a:off x="1229845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37719" y="257751"/>
                </a:moveTo>
                <a:lnTo>
                  <a:pt x="37719" y="210595"/>
                </a:lnTo>
                <a:cubicBezTo>
                  <a:pt x="37719" y="205356"/>
                  <a:pt x="39603" y="200958"/>
                  <a:pt x="43379" y="197401"/>
                </a:cubicBezTo>
                <a:cubicBezTo>
                  <a:pt x="46936" y="193624"/>
                  <a:pt x="51344" y="191741"/>
                  <a:pt x="56583" y="191741"/>
                </a:cubicBezTo>
                <a:lnTo>
                  <a:pt x="75438" y="191741"/>
                </a:lnTo>
                <a:lnTo>
                  <a:pt x="75438" y="160303"/>
                </a:lnTo>
                <a:cubicBezTo>
                  <a:pt x="75438" y="155064"/>
                  <a:pt x="77322" y="150666"/>
                  <a:pt x="81098" y="147109"/>
                </a:cubicBezTo>
                <a:cubicBezTo>
                  <a:pt x="84655" y="143332"/>
                  <a:pt x="89063" y="141449"/>
                  <a:pt x="94302" y="141449"/>
                </a:cubicBezTo>
                <a:lnTo>
                  <a:pt x="141449" y="141449"/>
                </a:lnTo>
                <a:lnTo>
                  <a:pt x="141449" y="110011"/>
                </a:lnTo>
                <a:lnTo>
                  <a:pt x="122584" y="110011"/>
                </a:lnTo>
                <a:cubicBezTo>
                  <a:pt x="117345" y="110011"/>
                  <a:pt x="112947" y="108128"/>
                  <a:pt x="109390" y="104360"/>
                </a:cubicBezTo>
                <a:cubicBezTo>
                  <a:pt x="105613" y="100794"/>
                  <a:pt x="103730" y="96396"/>
                  <a:pt x="103730" y="91157"/>
                </a:cubicBezTo>
                <a:lnTo>
                  <a:pt x="103730" y="44010"/>
                </a:lnTo>
                <a:cubicBezTo>
                  <a:pt x="103730" y="38771"/>
                  <a:pt x="105613" y="34363"/>
                  <a:pt x="109390" y="30806"/>
                </a:cubicBezTo>
                <a:cubicBezTo>
                  <a:pt x="112947" y="27030"/>
                  <a:pt x="117345" y="25146"/>
                  <a:pt x="122584" y="25146"/>
                </a:cubicBezTo>
                <a:lnTo>
                  <a:pt x="179168" y="25146"/>
                </a:lnTo>
                <a:cubicBezTo>
                  <a:pt x="184407" y="25146"/>
                  <a:pt x="188805" y="27030"/>
                  <a:pt x="192371" y="30806"/>
                </a:cubicBezTo>
                <a:cubicBezTo>
                  <a:pt x="196139" y="34363"/>
                  <a:pt x="198022" y="38771"/>
                  <a:pt x="198022" y="44010"/>
                </a:cubicBezTo>
                <a:lnTo>
                  <a:pt x="198022" y="91157"/>
                </a:lnTo>
                <a:cubicBezTo>
                  <a:pt x="198022" y="96396"/>
                  <a:pt x="196139" y="100794"/>
                  <a:pt x="192371" y="104360"/>
                </a:cubicBezTo>
                <a:cubicBezTo>
                  <a:pt x="188805" y="108128"/>
                  <a:pt x="184407" y="110011"/>
                  <a:pt x="179168" y="110011"/>
                </a:cubicBezTo>
                <a:lnTo>
                  <a:pt x="160303" y="110011"/>
                </a:lnTo>
                <a:lnTo>
                  <a:pt x="160303" y="141449"/>
                </a:lnTo>
                <a:lnTo>
                  <a:pt x="207459" y="141449"/>
                </a:lnTo>
                <a:cubicBezTo>
                  <a:pt x="212689" y="141449"/>
                  <a:pt x="217097" y="143332"/>
                  <a:pt x="220654" y="147109"/>
                </a:cubicBezTo>
                <a:cubicBezTo>
                  <a:pt x="224430" y="150666"/>
                  <a:pt x="226314" y="155064"/>
                  <a:pt x="226314" y="160303"/>
                </a:cubicBezTo>
                <a:lnTo>
                  <a:pt x="226314" y="191741"/>
                </a:lnTo>
                <a:lnTo>
                  <a:pt x="245178" y="191741"/>
                </a:lnTo>
                <a:cubicBezTo>
                  <a:pt x="250408" y="191741"/>
                  <a:pt x="254816" y="193624"/>
                  <a:pt x="258373" y="197401"/>
                </a:cubicBezTo>
                <a:cubicBezTo>
                  <a:pt x="262149" y="200958"/>
                  <a:pt x="264033" y="205356"/>
                  <a:pt x="264033" y="210595"/>
                </a:cubicBezTo>
                <a:lnTo>
                  <a:pt x="264033" y="257751"/>
                </a:lnTo>
                <a:cubicBezTo>
                  <a:pt x="264033" y="262981"/>
                  <a:pt x="262149" y="267389"/>
                  <a:pt x="258373" y="270946"/>
                </a:cubicBezTo>
                <a:cubicBezTo>
                  <a:pt x="254816" y="274722"/>
                  <a:pt x="250408" y="276606"/>
                  <a:pt x="245178" y="276606"/>
                </a:cubicBezTo>
                <a:lnTo>
                  <a:pt x="188595" y="276606"/>
                </a:lnTo>
                <a:cubicBezTo>
                  <a:pt x="183355" y="276606"/>
                  <a:pt x="178957" y="274722"/>
                  <a:pt x="175391" y="270946"/>
                </a:cubicBezTo>
                <a:cubicBezTo>
                  <a:pt x="171624" y="267389"/>
                  <a:pt x="169740" y="262981"/>
                  <a:pt x="169740" y="257751"/>
                </a:cubicBezTo>
                <a:lnTo>
                  <a:pt x="169740" y="210595"/>
                </a:lnTo>
                <a:cubicBezTo>
                  <a:pt x="169740" y="205356"/>
                  <a:pt x="171624" y="200958"/>
                  <a:pt x="175391" y="197401"/>
                </a:cubicBezTo>
                <a:cubicBezTo>
                  <a:pt x="178957" y="193624"/>
                  <a:pt x="183355" y="191741"/>
                  <a:pt x="188595" y="191741"/>
                </a:cubicBezTo>
                <a:lnTo>
                  <a:pt x="207459" y="191741"/>
                </a:lnTo>
                <a:lnTo>
                  <a:pt x="207459" y="160303"/>
                </a:lnTo>
                <a:lnTo>
                  <a:pt x="94302" y="160303"/>
                </a:lnTo>
                <a:lnTo>
                  <a:pt x="94302" y="191741"/>
                </a:lnTo>
                <a:lnTo>
                  <a:pt x="113157" y="191741"/>
                </a:lnTo>
                <a:cubicBezTo>
                  <a:pt x="118397" y="191741"/>
                  <a:pt x="122795" y="193624"/>
                  <a:pt x="126361" y="197401"/>
                </a:cubicBezTo>
                <a:cubicBezTo>
                  <a:pt x="130128" y="200958"/>
                  <a:pt x="132021" y="205356"/>
                  <a:pt x="132021" y="210595"/>
                </a:cubicBezTo>
                <a:lnTo>
                  <a:pt x="132021" y="257751"/>
                </a:lnTo>
                <a:cubicBezTo>
                  <a:pt x="132021" y="262981"/>
                  <a:pt x="130128" y="267389"/>
                  <a:pt x="126361" y="270946"/>
                </a:cubicBezTo>
                <a:cubicBezTo>
                  <a:pt x="122795" y="274722"/>
                  <a:pt x="118397" y="276606"/>
                  <a:pt x="113157" y="276606"/>
                </a:cubicBezTo>
                <a:lnTo>
                  <a:pt x="56583" y="276606"/>
                </a:lnTo>
                <a:cubicBezTo>
                  <a:pt x="51344" y="276606"/>
                  <a:pt x="46936" y="274722"/>
                  <a:pt x="43379" y="270946"/>
                </a:cubicBezTo>
                <a:cubicBezTo>
                  <a:pt x="39603" y="267389"/>
                  <a:pt x="37719" y="262981"/>
                  <a:pt x="37719" y="257751"/>
                </a:cubicBezTo>
                <a:close/>
                <a:moveTo>
                  <a:pt x="122584" y="91157"/>
                </a:moveTo>
                <a:lnTo>
                  <a:pt x="179168" y="91157"/>
                </a:lnTo>
                <a:lnTo>
                  <a:pt x="179168" y="44010"/>
                </a:lnTo>
                <a:lnTo>
                  <a:pt x="122584" y="44010"/>
                </a:lnTo>
                <a:lnTo>
                  <a:pt x="122584" y="91157"/>
                </a:lnTo>
                <a:close/>
                <a:moveTo>
                  <a:pt x="56583" y="257751"/>
                </a:moveTo>
                <a:lnTo>
                  <a:pt x="113157" y="257751"/>
                </a:lnTo>
                <a:lnTo>
                  <a:pt x="113157" y="210595"/>
                </a:lnTo>
                <a:lnTo>
                  <a:pt x="56583" y="210595"/>
                </a:lnTo>
                <a:lnTo>
                  <a:pt x="56583" y="257751"/>
                </a:lnTo>
                <a:close/>
                <a:moveTo>
                  <a:pt x="188595" y="257751"/>
                </a:moveTo>
                <a:lnTo>
                  <a:pt x="245178" y="257751"/>
                </a:lnTo>
                <a:lnTo>
                  <a:pt x="245178" y="210595"/>
                </a:lnTo>
                <a:lnTo>
                  <a:pt x="188595" y="210595"/>
                </a:lnTo>
                <a:lnTo>
                  <a:pt x="188595" y="257751"/>
                </a:lnTo>
                <a:close/>
                <a:moveTo>
                  <a:pt x="150876" y="91157"/>
                </a:moveTo>
                <a:close/>
                <a:moveTo>
                  <a:pt x="113157" y="210595"/>
                </a:moveTo>
                <a:close/>
                <a:moveTo>
                  <a:pt x="188595" y="210595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1085073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</a:t>
            </a:r>
            <a:endParaRPr lang="en-US" sz="750" dirty="0"/>
          </a:p>
        </p:txBody>
      </p:sp>
      <p:sp>
        <p:nvSpPr>
          <p:cNvPr id="90" name="圖示 同步"/>
          <p:cNvSpPr/>
          <p:nvPr/>
        </p:nvSpPr>
        <p:spPr>
          <a:xfrm>
            <a:off x="1784566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9156" y="151818"/>
                </a:moveTo>
                <a:cubicBezTo>
                  <a:pt x="69156" y="165022"/>
                  <a:pt x="71671" y="176543"/>
                  <a:pt x="76700" y="186391"/>
                </a:cubicBezTo>
                <a:cubicBezTo>
                  <a:pt x="81519" y="196038"/>
                  <a:pt x="88112" y="204414"/>
                  <a:pt x="96497" y="211537"/>
                </a:cubicBezTo>
                <a:lnTo>
                  <a:pt x="105924" y="218139"/>
                </a:lnTo>
                <a:lnTo>
                  <a:pt x="105924" y="188595"/>
                </a:lnTo>
                <a:cubicBezTo>
                  <a:pt x="105924" y="185870"/>
                  <a:pt x="106875" y="183666"/>
                  <a:pt x="108759" y="181993"/>
                </a:cubicBezTo>
                <a:cubicBezTo>
                  <a:pt x="110432" y="180109"/>
                  <a:pt x="112636" y="179168"/>
                  <a:pt x="115361" y="179168"/>
                </a:cubicBezTo>
                <a:cubicBezTo>
                  <a:pt x="118086" y="179168"/>
                  <a:pt x="120390" y="180109"/>
                  <a:pt x="122274" y="181993"/>
                </a:cubicBezTo>
                <a:cubicBezTo>
                  <a:pt x="123947" y="183666"/>
                  <a:pt x="124788" y="185870"/>
                  <a:pt x="124788" y="188595"/>
                </a:cubicBezTo>
                <a:lnTo>
                  <a:pt x="124788" y="242033"/>
                </a:lnTo>
                <a:cubicBezTo>
                  <a:pt x="124788" y="244757"/>
                  <a:pt x="123947" y="247062"/>
                  <a:pt x="122274" y="248945"/>
                </a:cubicBezTo>
                <a:cubicBezTo>
                  <a:pt x="120390" y="250619"/>
                  <a:pt x="118086" y="251460"/>
                  <a:pt x="115361" y="251460"/>
                </a:cubicBezTo>
                <a:lnTo>
                  <a:pt x="61923" y="251460"/>
                </a:lnTo>
                <a:cubicBezTo>
                  <a:pt x="59198" y="251460"/>
                  <a:pt x="56995" y="250619"/>
                  <a:pt x="55321" y="248945"/>
                </a:cubicBezTo>
                <a:cubicBezTo>
                  <a:pt x="53438" y="247062"/>
                  <a:pt x="52496" y="244757"/>
                  <a:pt x="52496" y="242033"/>
                </a:cubicBezTo>
                <a:cubicBezTo>
                  <a:pt x="52496" y="239308"/>
                  <a:pt x="53438" y="237104"/>
                  <a:pt x="55321" y="235431"/>
                </a:cubicBezTo>
                <a:cubicBezTo>
                  <a:pt x="56995" y="233547"/>
                  <a:pt x="59198" y="232605"/>
                  <a:pt x="61923" y="232605"/>
                </a:cubicBezTo>
                <a:lnTo>
                  <a:pt x="93351" y="232605"/>
                </a:lnTo>
                <a:lnTo>
                  <a:pt x="88642" y="228829"/>
                </a:lnTo>
                <a:cubicBezTo>
                  <a:pt x="75228" y="218139"/>
                  <a:pt x="65480" y="206508"/>
                  <a:pt x="59409" y="193935"/>
                </a:cubicBezTo>
                <a:cubicBezTo>
                  <a:pt x="53328" y="181362"/>
                  <a:pt x="50292" y="167326"/>
                  <a:pt x="50292" y="151818"/>
                </a:cubicBezTo>
                <a:cubicBezTo>
                  <a:pt x="50292" y="132122"/>
                  <a:pt x="55532" y="114209"/>
                  <a:pt x="66011" y="98069"/>
                </a:cubicBezTo>
                <a:cubicBezTo>
                  <a:pt x="76279" y="81729"/>
                  <a:pt x="90105" y="69357"/>
                  <a:pt x="107497" y="60981"/>
                </a:cubicBezTo>
                <a:cubicBezTo>
                  <a:pt x="109801" y="59930"/>
                  <a:pt x="112005" y="59930"/>
                  <a:pt x="114099" y="60981"/>
                </a:cubicBezTo>
                <a:cubicBezTo>
                  <a:pt x="116193" y="62024"/>
                  <a:pt x="117665" y="63706"/>
                  <a:pt x="118497" y="66011"/>
                </a:cubicBezTo>
                <a:cubicBezTo>
                  <a:pt x="119549" y="68315"/>
                  <a:pt x="119549" y="70720"/>
                  <a:pt x="118497" y="73234"/>
                </a:cubicBezTo>
                <a:cubicBezTo>
                  <a:pt x="117455" y="75539"/>
                  <a:pt x="115772" y="77322"/>
                  <a:pt x="113468" y="78584"/>
                </a:cubicBezTo>
                <a:cubicBezTo>
                  <a:pt x="100063" y="85707"/>
                  <a:pt x="89373" y="95866"/>
                  <a:pt x="81409" y="109070"/>
                </a:cubicBezTo>
                <a:cubicBezTo>
                  <a:pt x="73234" y="122063"/>
                  <a:pt x="69156" y="136310"/>
                  <a:pt x="69156" y="151818"/>
                </a:cubicBezTo>
                <a:close/>
                <a:moveTo>
                  <a:pt x="232605" y="149934"/>
                </a:moveTo>
                <a:cubicBezTo>
                  <a:pt x="232605" y="139876"/>
                  <a:pt x="230191" y="129708"/>
                  <a:pt x="225372" y="119448"/>
                </a:cubicBezTo>
                <a:cubicBezTo>
                  <a:pt x="220343" y="108969"/>
                  <a:pt x="213842" y="99743"/>
                  <a:pt x="205886" y="91787"/>
                </a:cubicBezTo>
                <a:lnTo>
                  <a:pt x="196770" y="83613"/>
                </a:lnTo>
                <a:lnTo>
                  <a:pt x="196770" y="113157"/>
                </a:lnTo>
                <a:cubicBezTo>
                  <a:pt x="196770" y="115882"/>
                  <a:pt x="195928" y="118186"/>
                  <a:pt x="194255" y="120070"/>
                </a:cubicBezTo>
                <a:cubicBezTo>
                  <a:pt x="192371" y="121752"/>
                  <a:pt x="190058" y="122584"/>
                  <a:pt x="187342" y="122584"/>
                </a:cubicBezTo>
                <a:cubicBezTo>
                  <a:pt x="184617" y="122584"/>
                  <a:pt x="182414" y="121752"/>
                  <a:pt x="180740" y="120070"/>
                </a:cubicBezTo>
                <a:cubicBezTo>
                  <a:pt x="178847" y="118186"/>
                  <a:pt x="177906" y="115882"/>
                  <a:pt x="177906" y="113157"/>
                </a:cubicBezTo>
                <a:lnTo>
                  <a:pt x="177906" y="59719"/>
                </a:lnTo>
                <a:cubicBezTo>
                  <a:pt x="177906" y="56995"/>
                  <a:pt x="178847" y="54800"/>
                  <a:pt x="180740" y="53117"/>
                </a:cubicBezTo>
                <a:cubicBezTo>
                  <a:pt x="182414" y="51234"/>
                  <a:pt x="184617" y="50292"/>
                  <a:pt x="187342" y="50292"/>
                </a:cubicBezTo>
                <a:lnTo>
                  <a:pt x="240771" y="50292"/>
                </a:lnTo>
                <a:cubicBezTo>
                  <a:pt x="243496" y="50292"/>
                  <a:pt x="245800" y="51234"/>
                  <a:pt x="247693" y="53117"/>
                </a:cubicBezTo>
                <a:cubicBezTo>
                  <a:pt x="249366" y="54800"/>
                  <a:pt x="250207" y="56995"/>
                  <a:pt x="250207" y="59719"/>
                </a:cubicBezTo>
                <a:cubicBezTo>
                  <a:pt x="250207" y="62444"/>
                  <a:pt x="249366" y="64749"/>
                  <a:pt x="247693" y="66641"/>
                </a:cubicBezTo>
                <a:cubicBezTo>
                  <a:pt x="245800" y="68315"/>
                  <a:pt x="243496" y="69156"/>
                  <a:pt x="240771" y="69156"/>
                </a:cubicBezTo>
                <a:lnTo>
                  <a:pt x="209023" y="69156"/>
                </a:lnTo>
                <a:lnTo>
                  <a:pt x="213741" y="73554"/>
                </a:lnTo>
                <a:cubicBezTo>
                  <a:pt x="226314" y="85286"/>
                  <a:pt x="235741" y="97859"/>
                  <a:pt x="242033" y="111273"/>
                </a:cubicBezTo>
                <a:cubicBezTo>
                  <a:pt x="248314" y="124678"/>
                  <a:pt x="251460" y="137571"/>
                  <a:pt x="251460" y="149934"/>
                </a:cubicBezTo>
                <a:cubicBezTo>
                  <a:pt x="251460" y="169420"/>
                  <a:pt x="246431" y="187233"/>
                  <a:pt x="236372" y="203372"/>
                </a:cubicBezTo>
                <a:cubicBezTo>
                  <a:pt x="226314" y="219291"/>
                  <a:pt x="212799" y="231654"/>
                  <a:pt x="195828" y="240460"/>
                </a:cubicBezTo>
                <a:cubicBezTo>
                  <a:pt x="193524" y="241712"/>
                  <a:pt x="191210" y="241923"/>
                  <a:pt x="188906" y="241091"/>
                </a:cubicBezTo>
                <a:cubicBezTo>
                  <a:pt x="186391" y="240039"/>
                  <a:pt x="184617" y="238256"/>
                  <a:pt x="183566" y="235741"/>
                </a:cubicBezTo>
                <a:cubicBezTo>
                  <a:pt x="182514" y="233437"/>
                  <a:pt x="182514" y="231133"/>
                  <a:pt x="183566" y="228829"/>
                </a:cubicBezTo>
                <a:cubicBezTo>
                  <a:pt x="184617" y="226314"/>
                  <a:pt x="186291" y="224430"/>
                  <a:pt x="188595" y="223168"/>
                </a:cubicBezTo>
                <a:cubicBezTo>
                  <a:pt x="202220" y="216256"/>
                  <a:pt x="213009" y="206197"/>
                  <a:pt x="220974" y="192993"/>
                </a:cubicBezTo>
                <a:cubicBezTo>
                  <a:pt x="228728" y="179798"/>
                  <a:pt x="232605" y="165442"/>
                  <a:pt x="232605" y="149934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1639794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endParaRPr lang="en-US" sz="750" dirty="0"/>
          </a:p>
        </p:txBody>
      </p:sp>
      <p:sp>
        <p:nvSpPr>
          <p:cNvPr id="92" name="圖示 分析"/>
          <p:cNvSpPr/>
          <p:nvPr/>
        </p:nvSpPr>
        <p:spPr>
          <a:xfrm>
            <a:off x="2339287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2098" y="153080"/>
                </a:moveTo>
                <a:cubicBezTo>
                  <a:pt x="90215" y="154753"/>
                  <a:pt x="89273" y="156957"/>
                  <a:pt x="89273" y="159682"/>
                </a:cubicBezTo>
                <a:lnTo>
                  <a:pt x="89273" y="205255"/>
                </a:lnTo>
                <a:cubicBezTo>
                  <a:pt x="89273" y="207980"/>
                  <a:pt x="90215" y="210175"/>
                  <a:pt x="92098" y="211857"/>
                </a:cubicBezTo>
                <a:cubicBezTo>
                  <a:pt x="93772" y="213741"/>
                  <a:pt x="95975" y="214683"/>
                  <a:pt x="98700" y="214683"/>
                </a:cubicBezTo>
                <a:cubicBezTo>
                  <a:pt x="101425" y="214683"/>
                  <a:pt x="103730" y="213741"/>
                  <a:pt x="105613" y="211857"/>
                </a:cubicBezTo>
                <a:cubicBezTo>
                  <a:pt x="107287" y="210175"/>
                  <a:pt x="108128" y="207980"/>
                  <a:pt x="108128" y="205255"/>
                </a:cubicBezTo>
                <a:lnTo>
                  <a:pt x="108128" y="159682"/>
                </a:lnTo>
                <a:cubicBezTo>
                  <a:pt x="108128" y="156957"/>
                  <a:pt x="107186" y="154753"/>
                  <a:pt x="105302" y="153080"/>
                </a:cubicBezTo>
                <a:cubicBezTo>
                  <a:pt x="103620" y="151187"/>
                  <a:pt x="101425" y="150245"/>
                  <a:pt x="98700" y="150245"/>
                </a:cubicBezTo>
                <a:cubicBezTo>
                  <a:pt x="95975" y="150245"/>
                  <a:pt x="93772" y="151187"/>
                  <a:pt x="92098" y="153080"/>
                </a:cubicBezTo>
                <a:close/>
                <a:moveTo>
                  <a:pt x="196450" y="85496"/>
                </a:moveTo>
                <a:cubicBezTo>
                  <a:pt x="194566" y="87170"/>
                  <a:pt x="193624" y="89373"/>
                  <a:pt x="193624" y="92098"/>
                </a:cubicBezTo>
                <a:lnTo>
                  <a:pt x="193624" y="205255"/>
                </a:lnTo>
                <a:cubicBezTo>
                  <a:pt x="193624" y="207980"/>
                  <a:pt x="194566" y="210175"/>
                  <a:pt x="196450" y="211857"/>
                </a:cubicBezTo>
                <a:cubicBezTo>
                  <a:pt x="198132" y="213741"/>
                  <a:pt x="200327" y="214683"/>
                  <a:pt x="203052" y="214683"/>
                </a:cubicBezTo>
                <a:cubicBezTo>
                  <a:pt x="205777" y="214683"/>
                  <a:pt x="208081" y="213741"/>
                  <a:pt x="209974" y="211857"/>
                </a:cubicBezTo>
                <a:cubicBezTo>
                  <a:pt x="211647" y="210175"/>
                  <a:pt x="212488" y="207980"/>
                  <a:pt x="212488" y="205255"/>
                </a:cubicBezTo>
                <a:lnTo>
                  <a:pt x="212488" y="92098"/>
                </a:lnTo>
                <a:cubicBezTo>
                  <a:pt x="212488" y="89373"/>
                  <a:pt x="211537" y="87170"/>
                  <a:pt x="209654" y="85496"/>
                </a:cubicBezTo>
                <a:cubicBezTo>
                  <a:pt x="207980" y="83613"/>
                  <a:pt x="205777" y="82671"/>
                  <a:pt x="203052" y="82671"/>
                </a:cubicBezTo>
                <a:cubicBezTo>
                  <a:pt x="200327" y="82671"/>
                  <a:pt x="198132" y="83613"/>
                  <a:pt x="196450" y="85496"/>
                </a:cubicBezTo>
                <a:close/>
                <a:moveTo>
                  <a:pt x="144274" y="180420"/>
                </a:moveTo>
                <a:cubicBezTo>
                  <a:pt x="142390" y="182103"/>
                  <a:pt x="141449" y="184297"/>
                  <a:pt x="141449" y="187022"/>
                </a:cubicBezTo>
                <a:lnTo>
                  <a:pt x="141449" y="205255"/>
                </a:lnTo>
                <a:cubicBezTo>
                  <a:pt x="141449" y="207980"/>
                  <a:pt x="142390" y="210175"/>
                  <a:pt x="144274" y="211857"/>
                </a:cubicBezTo>
                <a:cubicBezTo>
                  <a:pt x="145947" y="213741"/>
                  <a:pt x="148151" y="214683"/>
                  <a:pt x="150876" y="214683"/>
                </a:cubicBezTo>
                <a:cubicBezTo>
                  <a:pt x="153601" y="214683"/>
                  <a:pt x="155905" y="213741"/>
                  <a:pt x="157789" y="211857"/>
                </a:cubicBezTo>
                <a:cubicBezTo>
                  <a:pt x="159471" y="210175"/>
                  <a:pt x="160303" y="207980"/>
                  <a:pt x="160303" y="205255"/>
                </a:cubicBezTo>
                <a:lnTo>
                  <a:pt x="160303" y="187022"/>
                </a:lnTo>
                <a:cubicBezTo>
                  <a:pt x="160303" y="184297"/>
                  <a:pt x="159362" y="182103"/>
                  <a:pt x="157478" y="180420"/>
                </a:cubicBezTo>
                <a:cubicBezTo>
                  <a:pt x="155805" y="178537"/>
                  <a:pt x="153601" y="177595"/>
                  <a:pt x="150876" y="177595"/>
                </a:cubicBezTo>
                <a:cubicBezTo>
                  <a:pt x="148151" y="177595"/>
                  <a:pt x="145947" y="178537"/>
                  <a:pt x="144274" y="180420"/>
                </a:cubicBezTo>
                <a:close/>
                <a:moveTo>
                  <a:pt x="56583" y="264033"/>
                </a:moveTo>
                <a:cubicBezTo>
                  <a:pt x="51554" y="264033"/>
                  <a:pt x="47146" y="262149"/>
                  <a:pt x="43379" y="258373"/>
                </a:cubicBezTo>
                <a:cubicBezTo>
                  <a:pt x="39603" y="254606"/>
                  <a:pt x="37719" y="250207"/>
                  <a:pt x="37719" y="245178"/>
                </a:cubicBezTo>
                <a:lnTo>
                  <a:pt x="37719" y="56583"/>
                </a:lnTo>
                <a:cubicBezTo>
                  <a:pt x="37719" y="51554"/>
                  <a:pt x="39603" y="47146"/>
                  <a:pt x="43379" y="43379"/>
                </a:cubicBezTo>
                <a:cubicBezTo>
                  <a:pt x="47146" y="39603"/>
                  <a:pt x="51554" y="37719"/>
                  <a:pt x="56583" y="37719"/>
                </a:cubicBezTo>
                <a:lnTo>
                  <a:pt x="245178" y="37719"/>
                </a:lnTo>
                <a:cubicBezTo>
                  <a:pt x="250207" y="37719"/>
                  <a:pt x="254606" y="39603"/>
                  <a:pt x="258373" y="43379"/>
                </a:cubicBezTo>
                <a:cubicBezTo>
                  <a:pt x="262149" y="47146"/>
                  <a:pt x="264033" y="51554"/>
                  <a:pt x="264033" y="56583"/>
                </a:cubicBezTo>
                <a:lnTo>
                  <a:pt x="264033" y="245178"/>
                </a:lnTo>
                <a:cubicBezTo>
                  <a:pt x="264033" y="250207"/>
                  <a:pt x="262149" y="254606"/>
                  <a:pt x="258373" y="258373"/>
                </a:cubicBezTo>
                <a:cubicBezTo>
                  <a:pt x="254606" y="262149"/>
                  <a:pt x="250207" y="264033"/>
                  <a:pt x="245178" y="264033"/>
                </a:cubicBezTo>
                <a:lnTo>
                  <a:pt x="56583" y="264033"/>
                </a:lnTo>
                <a:close/>
                <a:moveTo>
                  <a:pt x="56583" y="245178"/>
                </a:moveTo>
                <a:lnTo>
                  <a:pt x="245178" y="245178"/>
                </a:lnTo>
                <a:lnTo>
                  <a:pt x="245178" y="56583"/>
                </a:lnTo>
                <a:lnTo>
                  <a:pt x="56583" y="56583"/>
                </a:lnTo>
                <a:lnTo>
                  <a:pt x="56583" y="245178"/>
                </a:lnTo>
                <a:close/>
                <a:moveTo>
                  <a:pt x="56583" y="56583"/>
                </a:moveTo>
                <a:lnTo>
                  <a:pt x="56583" y="245178"/>
                </a:lnTo>
                <a:lnTo>
                  <a:pt x="56583" y="56583"/>
                </a:lnTo>
                <a:close/>
                <a:moveTo>
                  <a:pt x="157789" y="147420"/>
                </a:moveTo>
                <a:cubicBezTo>
                  <a:pt x="159471" y="145746"/>
                  <a:pt x="160303" y="143543"/>
                  <a:pt x="160303" y="140818"/>
                </a:cubicBezTo>
                <a:cubicBezTo>
                  <a:pt x="160303" y="138093"/>
                  <a:pt x="159362" y="135788"/>
                  <a:pt x="157478" y="133905"/>
                </a:cubicBezTo>
                <a:cubicBezTo>
                  <a:pt x="155805" y="132222"/>
                  <a:pt x="153601" y="131390"/>
                  <a:pt x="150876" y="131390"/>
                </a:cubicBezTo>
                <a:cubicBezTo>
                  <a:pt x="148151" y="131390"/>
                  <a:pt x="145947" y="132332"/>
                  <a:pt x="144274" y="134216"/>
                </a:cubicBezTo>
                <a:cubicBezTo>
                  <a:pt x="142390" y="135889"/>
                  <a:pt x="141449" y="138093"/>
                  <a:pt x="141449" y="140818"/>
                </a:cubicBezTo>
                <a:cubicBezTo>
                  <a:pt x="141449" y="143543"/>
                  <a:pt x="142390" y="145746"/>
                  <a:pt x="144274" y="147420"/>
                </a:cubicBezTo>
                <a:cubicBezTo>
                  <a:pt x="145947" y="149303"/>
                  <a:pt x="148151" y="150245"/>
                  <a:pt x="150876" y="150245"/>
                </a:cubicBezTo>
                <a:cubicBezTo>
                  <a:pt x="153601" y="150245"/>
                  <a:pt x="155905" y="149303"/>
                  <a:pt x="157789" y="147420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2194514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750" dirty="0"/>
          </a:p>
        </p:txBody>
      </p:sp>
      <p:sp>
        <p:nvSpPr>
          <p:cNvPr id="94" name="圖示 監控"/>
          <p:cNvSpPr/>
          <p:nvPr/>
        </p:nvSpPr>
        <p:spPr>
          <a:xfrm>
            <a:off x="2894007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0544" y="261208"/>
                </a:moveTo>
                <a:cubicBezTo>
                  <a:pt x="38661" y="259525"/>
                  <a:pt x="37719" y="257330"/>
                  <a:pt x="37719" y="254606"/>
                </a:cubicBezTo>
                <a:lnTo>
                  <a:pt x="37719" y="240149"/>
                </a:lnTo>
                <a:cubicBezTo>
                  <a:pt x="37719" y="237424"/>
                  <a:pt x="38661" y="235220"/>
                  <a:pt x="40544" y="233547"/>
                </a:cubicBezTo>
                <a:cubicBezTo>
                  <a:pt x="42227" y="231654"/>
                  <a:pt x="44422" y="230712"/>
                  <a:pt x="47146" y="230712"/>
                </a:cubicBezTo>
                <a:cubicBezTo>
                  <a:pt x="49871" y="230712"/>
                  <a:pt x="52176" y="231654"/>
                  <a:pt x="54068" y="233547"/>
                </a:cubicBezTo>
                <a:cubicBezTo>
                  <a:pt x="55742" y="235220"/>
                  <a:pt x="56583" y="237424"/>
                  <a:pt x="56583" y="240149"/>
                </a:cubicBezTo>
                <a:lnTo>
                  <a:pt x="56583" y="254606"/>
                </a:lnTo>
                <a:cubicBezTo>
                  <a:pt x="56583" y="257330"/>
                  <a:pt x="55632" y="259525"/>
                  <a:pt x="53748" y="261208"/>
                </a:cubicBezTo>
                <a:cubicBezTo>
                  <a:pt x="52075" y="263091"/>
                  <a:pt x="49871" y="264033"/>
                  <a:pt x="47146" y="264033"/>
                </a:cubicBezTo>
                <a:cubicBezTo>
                  <a:pt x="44422" y="264033"/>
                  <a:pt x="42227" y="263091"/>
                  <a:pt x="40544" y="261208"/>
                </a:cubicBezTo>
                <a:close/>
                <a:moveTo>
                  <a:pt x="92409" y="261208"/>
                </a:moveTo>
                <a:cubicBezTo>
                  <a:pt x="90526" y="259525"/>
                  <a:pt x="89584" y="257330"/>
                  <a:pt x="89584" y="254606"/>
                </a:cubicBezTo>
                <a:lnTo>
                  <a:pt x="89584" y="189857"/>
                </a:lnTo>
                <a:cubicBezTo>
                  <a:pt x="89584" y="187132"/>
                  <a:pt x="90526" y="184928"/>
                  <a:pt x="92409" y="183255"/>
                </a:cubicBezTo>
                <a:cubicBezTo>
                  <a:pt x="94092" y="181362"/>
                  <a:pt x="96286" y="180420"/>
                  <a:pt x="99011" y="180420"/>
                </a:cubicBezTo>
                <a:cubicBezTo>
                  <a:pt x="101736" y="180420"/>
                  <a:pt x="104040" y="181362"/>
                  <a:pt x="105924" y="183255"/>
                </a:cubicBezTo>
                <a:cubicBezTo>
                  <a:pt x="107607" y="184928"/>
                  <a:pt x="108439" y="187132"/>
                  <a:pt x="108439" y="189857"/>
                </a:cubicBezTo>
                <a:lnTo>
                  <a:pt x="108439" y="254606"/>
                </a:lnTo>
                <a:cubicBezTo>
                  <a:pt x="108439" y="257330"/>
                  <a:pt x="107497" y="259525"/>
                  <a:pt x="105613" y="261208"/>
                </a:cubicBezTo>
                <a:cubicBezTo>
                  <a:pt x="103940" y="263091"/>
                  <a:pt x="101736" y="264033"/>
                  <a:pt x="99011" y="264033"/>
                </a:cubicBezTo>
                <a:cubicBezTo>
                  <a:pt x="96286" y="264033"/>
                  <a:pt x="94092" y="263091"/>
                  <a:pt x="92409" y="261208"/>
                </a:cubicBezTo>
                <a:close/>
                <a:moveTo>
                  <a:pt x="144274" y="261208"/>
                </a:moveTo>
                <a:cubicBezTo>
                  <a:pt x="142390" y="259525"/>
                  <a:pt x="141449" y="257330"/>
                  <a:pt x="141449" y="254606"/>
                </a:cubicBezTo>
                <a:lnTo>
                  <a:pt x="141449" y="208712"/>
                </a:lnTo>
                <a:cubicBezTo>
                  <a:pt x="141449" y="205987"/>
                  <a:pt x="142390" y="203783"/>
                  <a:pt x="144274" y="202110"/>
                </a:cubicBezTo>
                <a:cubicBezTo>
                  <a:pt x="145947" y="200226"/>
                  <a:pt x="148151" y="199284"/>
                  <a:pt x="150876" y="199284"/>
                </a:cubicBezTo>
                <a:cubicBezTo>
                  <a:pt x="153601" y="199284"/>
                  <a:pt x="155905" y="200226"/>
                  <a:pt x="157789" y="202110"/>
                </a:cubicBezTo>
                <a:cubicBezTo>
                  <a:pt x="159471" y="203783"/>
                  <a:pt x="160303" y="205987"/>
                  <a:pt x="160303" y="208712"/>
                </a:cubicBezTo>
                <a:lnTo>
                  <a:pt x="160303" y="254606"/>
                </a:lnTo>
                <a:cubicBezTo>
                  <a:pt x="160303" y="257330"/>
                  <a:pt x="159362" y="259525"/>
                  <a:pt x="157478" y="261208"/>
                </a:cubicBezTo>
                <a:cubicBezTo>
                  <a:pt x="155805" y="263091"/>
                  <a:pt x="153601" y="264033"/>
                  <a:pt x="150876" y="264033"/>
                </a:cubicBezTo>
                <a:cubicBezTo>
                  <a:pt x="148151" y="264033"/>
                  <a:pt x="145947" y="263091"/>
                  <a:pt x="144274" y="261208"/>
                </a:cubicBezTo>
                <a:close/>
                <a:moveTo>
                  <a:pt x="196139" y="261208"/>
                </a:moveTo>
                <a:cubicBezTo>
                  <a:pt x="194255" y="259525"/>
                  <a:pt x="193313" y="257330"/>
                  <a:pt x="193313" y="254606"/>
                </a:cubicBezTo>
                <a:lnTo>
                  <a:pt x="193313" y="177284"/>
                </a:lnTo>
                <a:cubicBezTo>
                  <a:pt x="193313" y="174559"/>
                  <a:pt x="194255" y="172355"/>
                  <a:pt x="196139" y="170682"/>
                </a:cubicBezTo>
                <a:cubicBezTo>
                  <a:pt x="197812" y="168789"/>
                  <a:pt x="200016" y="167847"/>
                  <a:pt x="202741" y="167847"/>
                </a:cubicBezTo>
                <a:cubicBezTo>
                  <a:pt x="205466" y="167847"/>
                  <a:pt x="207770" y="168789"/>
                  <a:pt x="209654" y="170682"/>
                </a:cubicBezTo>
                <a:cubicBezTo>
                  <a:pt x="211327" y="172355"/>
                  <a:pt x="212168" y="174559"/>
                  <a:pt x="212168" y="177284"/>
                </a:cubicBezTo>
                <a:lnTo>
                  <a:pt x="212168" y="254606"/>
                </a:lnTo>
                <a:cubicBezTo>
                  <a:pt x="212168" y="257330"/>
                  <a:pt x="211226" y="259525"/>
                  <a:pt x="209343" y="261208"/>
                </a:cubicBezTo>
                <a:cubicBezTo>
                  <a:pt x="207660" y="263091"/>
                  <a:pt x="205466" y="264033"/>
                  <a:pt x="202741" y="264033"/>
                </a:cubicBezTo>
                <a:cubicBezTo>
                  <a:pt x="200016" y="264033"/>
                  <a:pt x="197812" y="263091"/>
                  <a:pt x="196139" y="261208"/>
                </a:cubicBezTo>
                <a:close/>
                <a:moveTo>
                  <a:pt x="248004" y="261208"/>
                </a:moveTo>
                <a:cubicBezTo>
                  <a:pt x="246120" y="259525"/>
                  <a:pt x="245178" y="257330"/>
                  <a:pt x="245178" y="254606"/>
                </a:cubicBezTo>
                <a:lnTo>
                  <a:pt x="245178" y="139565"/>
                </a:lnTo>
                <a:cubicBezTo>
                  <a:pt x="245178" y="136840"/>
                  <a:pt x="246120" y="134636"/>
                  <a:pt x="248004" y="132963"/>
                </a:cubicBezTo>
                <a:cubicBezTo>
                  <a:pt x="249677" y="131070"/>
                  <a:pt x="251881" y="130128"/>
                  <a:pt x="254606" y="130128"/>
                </a:cubicBezTo>
                <a:cubicBezTo>
                  <a:pt x="257330" y="130128"/>
                  <a:pt x="259635" y="131070"/>
                  <a:pt x="261518" y="132963"/>
                </a:cubicBezTo>
                <a:cubicBezTo>
                  <a:pt x="263192" y="134636"/>
                  <a:pt x="264033" y="136840"/>
                  <a:pt x="264033" y="139565"/>
                </a:cubicBezTo>
                <a:lnTo>
                  <a:pt x="264033" y="254606"/>
                </a:lnTo>
                <a:cubicBezTo>
                  <a:pt x="264033" y="257330"/>
                  <a:pt x="263091" y="259525"/>
                  <a:pt x="261208" y="261208"/>
                </a:cubicBezTo>
                <a:cubicBezTo>
                  <a:pt x="259525" y="263091"/>
                  <a:pt x="257330" y="264033"/>
                  <a:pt x="254606" y="264033"/>
                </a:cubicBezTo>
                <a:cubicBezTo>
                  <a:pt x="251881" y="264033"/>
                  <a:pt x="249677" y="263091"/>
                  <a:pt x="248004" y="261208"/>
                </a:cubicBezTo>
                <a:close/>
                <a:moveTo>
                  <a:pt x="176022" y="144905"/>
                </a:moveTo>
                <a:cubicBezTo>
                  <a:pt x="173507" y="144905"/>
                  <a:pt x="171093" y="144384"/>
                  <a:pt x="168789" y="143332"/>
                </a:cubicBezTo>
                <a:cubicBezTo>
                  <a:pt x="166485" y="142491"/>
                  <a:pt x="164391" y="141128"/>
                  <a:pt x="162507" y="139245"/>
                </a:cubicBezTo>
                <a:lnTo>
                  <a:pt x="125730" y="102468"/>
                </a:lnTo>
                <a:lnTo>
                  <a:pt x="54068" y="173818"/>
                </a:lnTo>
                <a:cubicBezTo>
                  <a:pt x="52176" y="175711"/>
                  <a:pt x="49871" y="176653"/>
                  <a:pt x="47146" y="176653"/>
                </a:cubicBezTo>
                <a:cubicBezTo>
                  <a:pt x="44632" y="176443"/>
                  <a:pt x="42437" y="175391"/>
                  <a:pt x="40544" y="173507"/>
                </a:cubicBezTo>
                <a:cubicBezTo>
                  <a:pt x="38871" y="171624"/>
                  <a:pt x="38030" y="169420"/>
                  <a:pt x="38030" y="166905"/>
                </a:cubicBezTo>
                <a:cubicBezTo>
                  <a:pt x="37820" y="164391"/>
                  <a:pt x="38661" y="162196"/>
                  <a:pt x="40544" y="160303"/>
                </a:cubicBezTo>
                <a:lnTo>
                  <a:pt x="112526" y="88953"/>
                </a:lnTo>
                <a:cubicBezTo>
                  <a:pt x="114419" y="87069"/>
                  <a:pt x="116513" y="85707"/>
                  <a:pt x="118817" y="84865"/>
                </a:cubicBezTo>
                <a:cubicBezTo>
                  <a:pt x="121121" y="84033"/>
                  <a:pt x="123426" y="83613"/>
                  <a:pt x="125730" y="83613"/>
                </a:cubicBezTo>
                <a:cubicBezTo>
                  <a:pt x="128034" y="83613"/>
                  <a:pt x="130339" y="84033"/>
                  <a:pt x="132643" y="84865"/>
                </a:cubicBezTo>
                <a:cubicBezTo>
                  <a:pt x="135157" y="85707"/>
                  <a:pt x="137251" y="87069"/>
                  <a:pt x="138934" y="88953"/>
                </a:cubicBezTo>
                <a:lnTo>
                  <a:pt x="176022" y="126041"/>
                </a:lnTo>
                <a:lnTo>
                  <a:pt x="248004" y="54068"/>
                </a:lnTo>
                <a:cubicBezTo>
                  <a:pt x="249887" y="52176"/>
                  <a:pt x="252091" y="51234"/>
                  <a:pt x="254606" y="51234"/>
                </a:cubicBezTo>
                <a:cubicBezTo>
                  <a:pt x="257120" y="51234"/>
                  <a:pt x="259315" y="52176"/>
                  <a:pt x="261208" y="54068"/>
                </a:cubicBezTo>
                <a:cubicBezTo>
                  <a:pt x="262881" y="55952"/>
                  <a:pt x="263823" y="58147"/>
                  <a:pt x="264033" y="60661"/>
                </a:cubicBezTo>
                <a:cubicBezTo>
                  <a:pt x="264033" y="63176"/>
                  <a:pt x="263091" y="65380"/>
                  <a:pt x="261208" y="67263"/>
                </a:cubicBezTo>
                <a:lnTo>
                  <a:pt x="189226" y="139245"/>
                </a:lnTo>
                <a:cubicBezTo>
                  <a:pt x="187543" y="141128"/>
                  <a:pt x="185559" y="142601"/>
                  <a:pt x="183255" y="143643"/>
                </a:cubicBezTo>
                <a:cubicBezTo>
                  <a:pt x="180740" y="144484"/>
                  <a:pt x="178326" y="144905"/>
                  <a:pt x="176022" y="144905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2749235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750" dirty="0"/>
          </a:p>
        </p:txBody>
      </p:sp>
      <p:sp>
        <p:nvSpPr>
          <p:cNvPr id="96" name="圖示 數據查詢"/>
          <p:cNvSpPr/>
          <p:nvPr/>
        </p:nvSpPr>
        <p:spPr>
          <a:xfrm>
            <a:off x="3448728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9806" y="166274"/>
                </a:moveTo>
                <a:cubicBezTo>
                  <a:pt x="17703" y="164811"/>
                  <a:pt x="16450" y="162818"/>
                  <a:pt x="16029" y="160303"/>
                </a:cubicBezTo>
                <a:cubicBezTo>
                  <a:pt x="15609" y="157789"/>
                  <a:pt x="16029" y="155485"/>
                  <a:pt x="17291" y="153391"/>
                </a:cubicBezTo>
                <a:lnTo>
                  <a:pt x="59719" y="85186"/>
                </a:lnTo>
                <a:cubicBezTo>
                  <a:pt x="63075" y="79736"/>
                  <a:pt x="67894" y="76800"/>
                  <a:pt x="74185" y="76380"/>
                </a:cubicBezTo>
                <a:cubicBezTo>
                  <a:pt x="80467" y="75959"/>
                  <a:pt x="85707" y="78163"/>
                  <a:pt x="89895" y="82982"/>
                </a:cubicBezTo>
                <a:lnTo>
                  <a:pt x="112526" y="109390"/>
                </a:lnTo>
                <a:lnTo>
                  <a:pt x="148992" y="49981"/>
                </a:lnTo>
                <a:cubicBezTo>
                  <a:pt x="152549" y="44111"/>
                  <a:pt x="157789" y="41075"/>
                  <a:pt x="164711" y="40865"/>
                </a:cubicBezTo>
                <a:cubicBezTo>
                  <a:pt x="171624" y="40865"/>
                  <a:pt x="176964" y="43690"/>
                  <a:pt x="180740" y="49350"/>
                </a:cubicBezTo>
                <a:lnTo>
                  <a:pt x="203683" y="83613"/>
                </a:lnTo>
                <a:lnTo>
                  <a:pt x="243285" y="21059"/>
                </a:lnTo>
                <a:cubicBezTo>
                  <a:pt x="244757" y="18754"/>
                  <a:pt x="246742" y="17392"/>
                  <a:pt x="249256" y="16971"/>
                </a:cubicBezTo>
                <a:cubicBezTo>
                  <a:pt x="251981" y="16349"/>
                  <a:pt x="254496" y="16871"/>
                  <a:pt x="256800" y="18544"/>
                </a:cubicBezTo>
                <a:cubicBezTo>
                  <a:pt x="258903" y="20016"/>
                  <a:pt x="260156" y="22000"/>
                  <a:pt x="260577" y="24515"/>
                </a:cubicBezTo>
                <a:cubicBezTo>
                  <a:pt x="260787" y="26819"/>
                  <a:pt x="260266" y="29023"/>
                  <a:pt x="259004" y="31117"/>
                </a:cubicBezTo>
                <a:lnTo>
                  <a:pt x="219401" y="93671"/>
                </a:lnTo>
                <a:cubicBezTo>
                  <a:pt x="215835" y="99532"/>
                  <a:pt x="210705" y="102577"/>
                  <a:pt x="203993" y="102788"/>
                </a:cubicBezTo>
                <a:cubicBezTo>
                  <a:pt x="197081" y="102788"/>
                  <a:pt x="191741" y="99953"/>
                  <a:pt x="187964" y="94302"/>
                </a:cubicBezTo>
                <a:lnTo>
                  <a:pt x="165022" y="60350"/>
                </a:lnTo>
                <a:lnTo>
                  <a:pt x="128555" y="119448"/>
                </a:lnTo>
                <a:cubicBezTo>
                  <a:pt x="125209" y="124889"/>
                  <a:pt x="120390" y="127824"/>
                  <a:pt x="114099" y="128245"/>
                </a:cubicBezTo>
                <a:cubicBezTo>
                  <a:pt x="107607" y="128665"/>
                  <a:pt x="102257" y="126462"/>
                  <a:pt x="98069" y="121643"/>
                </a:cubicBezTo>
                <a:lnTo>
                  <a:pt x="75749" y="95555"/>
                </a:lnTo>
                <a:lnTo>
                  <a:pt x="33321" y="163449"/>
                </a:lnTo>
                <a:cubicBezTo>
                  <a:pt x="31849" y="165753"/>
                  <a:pt x="29864" y="167225"/>
                  <a:pt x="27350" y="167847"/>
                </a:cubicBezTo>
                <a:cubicBezTo>
                  <a:pt x="24625" y="168478"/>
                  <a:pt x="22110" y="167957"/>
                  <a:pt x="19806" y="166274"/>
                </a:cubicBezTo>
                <a:close/>
                <a:moveTo>
                  <a:pt x="183255" y="232605"/>
                </a:moveTo>
                <a:cubicBezTo>
                  <a:pt x="193313" y="232605"/>
                  <a:pt x="202009" y="229139"/>
                  <a:pt x="209343" y="222227"/>
                </a:cubicBezTo>
                <a:cubicBezTo>
                  <a:pt x="216466" y="215103"/>
                  <a:pt x="220032" y="206508"/>
                  <a:pt x="220032" y="196450"/>
                </a:cubicBezTo>
                <a:cubicBezTo>
                  <a:pt x="220032" y="186181"/>
                  <a:pt x="216466" y="177485"/>
                  <a:pt x="209343" y="170362"/>
                </a:cubicBezTo>
                <a:cubicBezTo>
                  <a:pt x="202220" y="163239"/>
                  <a:pt x="193524" y="159682"/>
                  <a:pt x="183255" y="159682"/>
                </a:cubicBezTo>
                <a:cubicBezTo>
                  <a:pt x="173197" y="159682"/>
                  <a:pt x="164601" y="163348"/>
                  <a:pt x="157478" y="170682"/>
                </a:cubicBezTo>
                <a:cubicBezTo>
                  <a:pt x="150565" y="177805"/>
                  <a:pt x="147109" y="186391"/>
                  <a:pt x="147109" y="196450"/>
                </a:cubicBezTo>
                <a:cubicBezTo>
                  <a:pt x="147109" y="206508"/>
                  <a:pt x="150565" y="215103"/>
                  <a:pt x="157478" y="222227"/>
                </a:cubicBezTo>
                <a:cubicBezTo>
                  <a:pt x="164601" y="229139"/>
                  <a:pt x="173197" y="232605"/>
                  <a:pt x="183255" y="232605"/>
                </a:cubicBezTo>
                <a:close/>
                <a:moveTo>
                  <a:pt x="183255" y="251460"/>
                </a:moveTo>
                <a:cubicBezTo>
                  <a:pt x="167957" y="251460"/>
                  <a:pt x="154963" y="246120"/>
                  <a:pt x="144274" y="235431"/>
                </a:cubicBezTo>
                <a:cubicBezTo>
                  <a:pt x="133585" y="224741"/>
                  <a:pt x="128245" y="211748"/>
                  <a:pt x="128245" y="196450"/>
                </a:cubicBezTo>
                <a:cubicBezTo>
                  <a:pt x="128245" y="181152"/>
                  <a:pt x="133585" y="168058"/>
                  <a:pt x="144274" y="157167"/>
                </a:cubicBezTo>
                <a:cubicBezTo>
                  <a:pt x="154963" y="146267"/>
                  <a:pt x="167957" y="140818"/>
                  <a:pt x="183255" y="140818"/>
                </a:cubicBezTo>
                <a:cubicBezTo>
                  <a:pt x="198754" y="140818"/>
                  <a:pt x="211857" y="146267"/>
                  <a:pt x="222547" y="157167"/>
                </a:cubicBezTo>
                <a:cubicBezTo>
                  <a:pt x="233437" y="167847"/>
                  <a:pt x="238887" y="180951"/>
                  <a:pt x="238887" y="196450"/>
                </a:cubicBezTo>
                <a:cubicBezTo>
                  <a:pt x="238887" y="202530"/>
                  <a:pt x="238046" y="208291"/>
                  <a:pt x="236372" y="213741"/>
                </a:cubicBezTo>
                <a:cubicBezTo>
                  <a:pt x="234489" y="218981"/>
                  <a:pt x="231864" y="223900"/>
                  <a:pt x="228518" y="228518"/>
                </a:cubicBezTo>
                <a:lnTo>
                  <a:pt x="257120" y="256800"/>
                </a:lnTo>
                <a:cubicBezTo>
                  <a:pt x="259004" y="258693"/>
                  <a:pt x="259946" y="260887"/>
                  <a:pt x="259946" y="263402"/>
                </a:cubicBezTo>
                <a:cubicBezTo>
                  <a:pt x="259946" y="265917"/>
                  <a:pt x="259004" y="268120"/>
                  <a:pt x="257120" y="270004"/>
                </a:cubicBezTo>
                <a:cubicBezTo>
                  <a:pt x="255236" y="271888"/>
                  <a:pt x="253033" y="272839"/>
                  <a:pt x="250518" y="272839"/>
                </a:cubicBezTo>
                <a:cubicBezTo>
                  <a:pt x="248004" y="272839"/>
                  <a:pt x="245800" y="271888"/>
                  <a:pt x="243916" y="270004"/>
                </a:cubicBezTo>
                <a:lnTo>
                  <a:pt x="215314" y="241402"/>
                </a:lnTo>
                <a:cubicBezTo>
                  <a:pt x="210705" y="244547"/>
                  <a:pt x="205777" y="247062"/>
                  <a:pt x="200537" y="248945"/>
                </a:cubicBezTo>
                <a:cubicBezTo>
                  <a:pt x="195087" y="250619"/>
                  <a:pt x="189327" y="251460"/>
                  <a:pt x="183255" y="251460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3303956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數據查詢</a:t>
            </a:r>
            <a:endParaRPr lang="en-US" sz="750" dirty="0"/>
          </a:p>
        </p:txBody>
      </p:sp>
      <p:sp>
        <p:nvSpPr>
          <p:cNvPr id="98" name="圖示 長條圖"/>
          <p:cNvSpPr/>
          <p:nvPr/>
        </p:nvSpPr>
        <p:spPr>
          <a:xfrm>
            <a:off x="4003449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16887" y="251460"/>
                </a:moveTo>
                <a:cubicBezTo>
                  <a:pt x="214162" y="251460"/>
                  <a:pt x="211958" y="250518"/>
                  <a:pt x="210285" y="248635"/>
                </a:cubicBezTo>
                <a:cubicBezTo>
                  <a:pt x="208401" y="246952"/>
                  <a:pt x="207459" y="244757"/>
                  <a:pt x="207459" y="242033"/>
                </a:cubicBezTo>
                <a:lnTo>
                  <a:pt x="207459" y="172876"/>
                </a:lnTo>
                <a:cubicBezTo>
                  <a:pt x="207459" y="170152"/>
                  <a:pt x="208401" y="167957"/>
                  <a:pt x="210285" y="166274"/>
                </a:cubicBezTo>
                <a:cubicBezTo>
                  <a:pt x="211958" y="164391"/>
                  <a:pt x="214162" y="163449"/>
                  <a:pt x="216887" y="163449"/>
                </a:cubicBezTo>
                <a:lnTo>
                  <a:pt x="242033" y="163449"/>
                </a:lnTo>
                <a:cubicBezTo>
                  <a:pt x="244757" y="163449"/>
                  <a:pt x="246952" y="164391"/>
                  <a:pt x="248635" y="166274"/>
                </a:cubicBezTo>
                <a:cubicBezTo>
                  <a:pt x="250518" y="167957"/>
                  <a:pt x="251460" y="170152"/>
                  <a:pt x="251460" y="172876"/>
                </a:cubicBezTo>
                <a:lnTo>
                  <a:pt x="251460" y="242033"/>
                </a:lnTo>
                <a:cubicBezTo>
                  <a:pt x="251460" y="244757"/>
                  <a:pt x="250518" y="246952"/>
                  <a:pt x="248635" y="248635"/>
                </a:cubicBezTo>
                <a:cubicBezTo>
                  <a:pt x="246952" y="250518"/>
                  <a:pt x="244757" y="251460"/>
                  <a:pt x="242033" y="251460"/>
                </a:cubicBezTo>
                <a:lnTo>
                  <a:pt x="216887" y="251460"/>
                </a:lnTo>
                <a:close/>
                <a:moveTo>
                  <a:pt x="138303" y="251460"/>
                </a:moveTo>
                <a:cubicBezTo>
                  <a:pt x="135578" y="251460"/>
                  <a:pt x="133374" y="250518"/>
                  <a:pt x="131701" y="248635"/>
                </a:cubicBezTo>
                <a:cubicBezTo>
                  <a:pt x="129817" y="246952"/>
                  <a:pt x="128876" y="244757"/>
                  <a:pt x="128876" y="242033"/>
                </a:cubicBezTo>
                <a:lnTo>
                  <a:pt x="128876" y="59719"/>
                </a:lnTo>
                <a:cubicBezTo>
                  <a:pt x="128876" y="56995"/>
                  <a:pt x="129817" y="54800"/>
                  <a:pt x="131701" y="53117"/>
                </a:cubicBezTo>
                <a:cubicBezTo>
                  <a:pt x="133374" y="51234"/>
                  <a:pt x="135578" y="50292"/>
                  <a:pt x="138303" y="50292"/>
                </a:cubicBezTo>
                <a:lnTo>
                  <a:pt x="163449" y="50292"/>
                </a:lnTo>
                <a:cubicBezTo>
                  <a:pt x="166174" y="50292"/>
                  <a:pt x="168378" y="51234"/>
                  <a:pt x="170051" y="53117"/>
                </a:cubicBezTo>
                <a:cubicBezTo>
                  <a:pt x="171935" y="54800"/>
                  <a:pt x="172876" y="56995"/>
                  <a:pt x="172876" y="59719"/>
                </a:cubicBezTo>
                <a:lnTo>
                  <a:pt x="172876" y="242033"/>
                </a:lnTo>
                <a:cubicBezTo>
                  <a:pt x="172876" y="244757"/>
                  <a:pt x="171935" y="246952"/>
                  <a:pt x="170051" y="248635"/>
                </a:cubicBezTo>
                <a:cubicBezTo>
                  <a:pt x="168378" y="250518"/>
                  <a:pt x="166174" y="251460"/>
                  <a:pt x="163449" y="251460"/>
                </a:cubicBezTo>
                <a:lnTo>
                  <a:pt x="138303" y="251460"/>
                </a:lnTo>
                <a:close/>
                <a:moveTo>
                  <a:pt x="59719" y="251460"/>
                </a:moveTo>
                <a:cubicBezTo>
                  <a:pt x="56995" y="251460"/>
                  <a:pt x="54800" y="250518"/>
                  <a:pt x="53117" y="248635"/>
                </a:cubicBezTo>
                <a:cubicBezTo>
                  <a:pt x="51234" y="246952"/>
                  <a:pt x="50292" y="244757"/>
                  <a:pt x="50292" y="242033"/>
                </a:cubicBezTo>
                <a:lnTo>
                  <a:pt x="50292" y="122584"/>
                </a:lnTo>
                <a:cubicBezTo>
                  <a:pt x="50292" y="119860"/>
                  <a:pt x="51234" y="117665"/>
                  <a:pt x="53117" y="115982"/>
                </a:cubicBezTo>
                <a:cubicBezTo>
                  <a:pt x="54800" y="114099"/>
                  <a:pt x="56995" y="113157"/>
                  <a:pt x="59719" y="113157"/>
                </a:cubicBezTo>
                <a:lnTo>
                  <a:pt x="84865" y="113157"/>
                </a:lnTo>
                <a:cubicBezTo>
                  <a:pt x="87590" y="113157"/>
                  <a:pt x="89794" y="114099"/>
                  <a:pt x="91467" y="115982"/>
                </a:cubicBezTo>
                <a:cubicBezTo>
                  <a:pt x="93351" y="117665"/>
                  <a:pt x="94302" y="119860"/>
                  <a:pt x="94302" y="122584"/>
                </a:cubicBezTo>
                <a:lnTo>
                  <a:pt x="94302" y="242033"/>
                </a:lnTo>
                <a:cubicBezTo>
                  <a:pt x="94302" y="244757"/>
                  <a:pt x="93351" y="246952"/>
                  <a:pt x="91467" y="248635"/>
                </a:cubicBezTo>
                <a:cubicBezTo>
                  <a:pt x="89794" y="250518"/>
                  <a:pt x="87590" y="251460"/>
                  <a:pt x="84865" y="251460"/>
                </a:cubicBezTo>
                <a:lnTo>
                  <a:pt x="59719" y="25146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圖說"/>
          <p:cNvSpPr/>
          <p:nvPr/>
        </p:nvSpPr>
        <p:spPr>
          <a:xfrm>
            <a:off x="3858677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長條圖</a:t>
            </a:r>
            <a:endParaRPr lang="en-US" sz="750" dirty="0"/>
          </a:p>
        </p:txBody>
      </p:sp>
      <p:sp>
        <p:nvSpPr>
          <p:cNvPr id="100" name="圖示 排名"/>
          <p:cNvSpPr/>
          <p:nvPr/>
        </p:nvSpPr>
        <p:spPr>
          <a:xfrm>
            <a:off x="4558170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4010" y="245178"/>
                </a:moveTo>
                <a:lnTo>
                  <a:pt x="102788" y="245178"/>
                </a:lnTo>
                <a:lnTo>
                  <a:pt x="102788" y="132021"/>
                </a:lnTo>
                <a:lnTo>
                  <a:pt x="44010" y="132021"/>
                </a:lnTo>
                <a:lnTo>
                  <a:pt x="44010" y="245178"/>
                </a:lnTo>
                <a:close/>
                <a:moveTo>
                  <a:pt x="121643" y="245178"/>
                </a:moveTo>
                <a:lnTo>
                  <a:pt x="180109" y="245178"/>
                </a:lnTo>
                <a:lnTo>
                  <a:pt x="180109" y="56583"/>
                </a:lnTo>
                <a:lnTo>
                  <a:pt x="121643" y="56583"/>
                </a:lnTo>
                <a:lnTo>
                  <a:pt x="121643" y="245178"/>
                </a:lnTo>
                <a:close/>
                <a:moveTo>
                  <a:pt x="198964" y="245178"/>
                </a:moveTo>
                <a:lnTo>
                  <a:pt x="257751" y="245178"/>
                </a:lnTo>
                <a:lnTo>
                  <a:pt x="257751" y="157167"/>
                </a:lnTo>
                <a:lnTo>
                  <a:pt x="198964" y="157167"/>
                </a:lnTo>
                <a:lnTo>
                  <a:pt x="198964" y="245178"/>
                </a:lnTo>
                <a:close/>
                <a:moveTo>
                  <a:pt x="25146" y="245178"/>
                </a:moveTo>
                <a:lnTo>
                  <a:pt x="25146" y="132021"/>
                </a:lnTo>
                <a:cubicBezTo>
                  <a:pt x="25146" y="126782"/>
                  <a:pt x="27030" y="122374"/>
                  <a:pt x="30806" y="118817"/>
                </a:cubicBezTo>
                <a:cubicBezTo>
                  <a:pt x="34363" y="115041"/>
                  <a:pt x="38771" y="113157"/>
                  <a:pt x="44010" y="113157"/>
                </a:cubicBezTo>
                <a:lnTo>
                  <a:pt x="102788" y="113157"/>
                </a:lnTo>
                <a:lnTo>
                  <a:pt x="102788" y="56583"/>
                </a:lnTo>
                <a:cubicBezTo>
                  <a:pt x="102788" y="51344"/>
                  <a:pt x="104671" y="46936"/>
                  <a:pt x="108439" y="43379"/>
                </a:cubicBezTo>
                <a:cubicBezTo>
                  <a:pt x="112005" y="39603"/>
                  <a:pt x="116403" y="37719"/>
                  <a:pt x="121643" y="37719"/>
                </a:cubicBezTo>
                <a:lnTo>
                  <a:pt x="180109" y="37719"/>
                </a:lnTo>
                <a:cubicBezTo>
                  <a:pt x="185349" y="37719"/>
                  <a:pt x="189747" y="39603"/>
                  <a:pt x="193313" y="43379"/>
                </a:cubicBezTo>
                <a:cubicBezTo>
                  <a:pt x="197081" y="46936"/>
                  <a:pt x="198964" y="51344"/>
                  <a:pt x="198964" y="56583"/>
                </a:cubicBezTo>
                <a:lnTo>
                  <a:pt x="198964" y="138303"/>
                </a:lnTo>
                <a:lnTo>
                  <a:pt x="257751" y="138303"/>
                </a:lnTo>
                <a:cubicBezTo>
                  <a:pt x="262981" y="138303"/>
                  <a:pt x="267389" y="140187"/>
                  <a:pt x="270946" y="143963"/>
                </a:cubicBezTo>
                <a:cubicBezTo>
                  <a:pt x="274722" y="147520"/>
                  <a:pt x="276606" y="151928"/>
                  <a:pt x="276606" y="157167"/>
                </a:cubicBezTo>
                <a:lnTo>
                  <a:pt x="276606" y="245178"/>
                </a:lnTo>
                <a:cubicBezTo>
                  <a:pt x="276606" y="250408"/>
                  <a:pt x="274722" y="254816"/>
                  <a:pt x="270946" y="258373"/>
                </a:cubicBezTo>
                <a:cubicBezTo>
                  <a:pt x="267389" y="262149"/>
                  <a:pt x="262981" y="264033"/>
                  <a:pt x="257751" y="264033"/>
                </a:cubicBezTo>
                <a:lnTo>
                  <a:pt x="44010" y="264033"/>
                </a:lnTo>
                <a:cubicBezTo>
                  <a:pt x="38771" y="264033"/>
                  <a:pt x="34363" y="262149"/>
                  <a:pt x="30806" y="258373"/>
                </a:cubicBezTo>
                <a:cubicBezTo>
                  <a:pt x="27030" y="254816"/>
                  <a:pt x="25146" y="250408"/>
                  <a:pt x="25146" y="245178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圖說"/>
          <p:cNvSpPr/>
          <p:nvPr/>
        </p:nvSpPr>
        <p:spPr>
          <a:xfrm>
            <a:off x="4413397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</a:t>
            </a:r>
            <a:endParaRPr lang="en-US" sz="750" dirty="0"/>
          </a:p>
        </p:txBody>
      </p:sp>
      <p:sp>
        <p:nvSpPr>
          <p:cNvPr id="102" name="圖示 占比"/>
          <p:cNvSpPr/>
          <p:nvPr/>
        </p:nvSpPr>
        <p:spPr>
          <a:xfrm>
            <a:off x="5112890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0303" y="141449"/>
                </a:moveTo>
                <a:lnTo>
                  <a:pt x="257431" y="141449"/>
                </a:lnTo>
                <a:cubicBezTo>
                  <a:pt x="255127" y="115882"/>
                  <a:pt x="244858" y="93772"/>
                  <a:pt x="226625" y="75127"/>
                </a:cubicBezTo>
                <a:cubicBezTo>
                  <a:pt x="208191" y="56263"/>
                  <a:pt x="186080" y="45994"/>
                  <a:pt x="160303" y="44321"/>
                </a:cubicBezTo>
                <a:lnTo>
                  <a:pt x="160303" y="141449"/>
                </a:lnTo>
                <a:close/>
                <a:moveTo>
                  <a:pt x="141449" y="257431"/>
                </a:moveTo>
                <a:lnTo>
                  <a:pt x="141449" y="44321"/>
                </a:lnTo>
                <a:cubicBezTo>
                  <a:pt x="113998" y="46625"/>
                  <a:pt x="90946" y="58046"/>
                  <a:pt x="72292" y="78584"/>
                </a:cubicBezTo>
                <a:cubicBezTo>
                  <a:pt x="53438" y="99121"/>
                  <a:pt x="44010" y="123215"/>
                  <a:pt x="44010" y="150876"/>
                </a:cubicBezTo>
                <a:cubicBezTo>
                  <a:pt x="44010" y="178537"/>
                  <a:pt x="53438" y="202631"/>
                  <a:pt x="72292" y="223168"/>
                </a:cubicBezTo>
                <a:cubicBezTo>
                  <a:pt x="90946" y="243706"/>
                  <a:pt x="113998" y="255127"/>
                  <a:pt x="141449" y="257431"/>
                </a:cubicBezTo>
                <a:close/>
                <a:moveTo>
                  <a:pt x="160303" y="257431"/>
                </a:moveTo>
                <a:cubicBezTo>
                  <a:pt x="186080" y="255758"/>
                  <a:pt x="208191" y="245590"/>
                  <a:pt x="226625" y="226945"/>
                </a:cubicBezTo>
                <a:cubicBezTo>
                  <a:pt x="244858" y="208081"/>
                  <a:pt x="255127" y="185870"/>
                  <a:pt x="257431" y="160303"/>
                </a:cubicBezTo>
                <a:lnTo>
                  <a:pt x="160303" y="160303"/>
                </a:lnTo>
                <a:lnTo>
                  <a:pt x="160303" y="257431"/>
                </a:lnTo>
                <a:close/>
                <a:moveTo>
                  <a:pt x="150876" y="150876"/>
                </a:moveTo>
                <a:close/>
                <a:moveTo>
                  <a:pt x="150876" y="276606"/>
                </a:moveTo>
                <a:cubicBezTo>
                  <a:pt x="133484" y="276606"/>
                  <a:pt x="117135" y="273360"/>
                  <a:pt x="101846" y="266858"/>
                </a:cubicBezTo>
                <a:cubicBezTo>
                  <a:pt x="86548" y="260156"/>
                  <a:pt x="73234" y="251149"/>
                  <a:pt x="61923" y="239829"/>
                </a:cubicBezTo>
                <a:cubicBezTo>
                  <a:pt x="50603" y="228518"/>
                  <a:pt x="41697" y="215204"/>
                  <a:pt x="35204" y="199915"/>
                </a:cubicBezTo>
                <a:cubicBezTo>
                  <a:pt x="28502" y="184617"/>
                  <a:pt x="25146" y="168268"/>
                  <a:pt x="25146" y="150876"/>
                </a:cubicBezTo>
                <a:cubicBezTo>
                  <a:pt x="25146" y="133484"/>
                  <a:pt x="28502" y="117135"/>
                  <a:pt x="35204" y="101846"/>
                </a:cubicBezTo>
                <a:cubicBezTo>
                  <a:pt x="41697" y="86548"/>
                  <a:pt x="50603" y="73234"/>
                  <a:pt x="61923" y="61923"/>
                </a:cubicBezTo>
                <a:cubicBezTo>
                  <a:pt x="73234" y="50603"/>
                  <a:pt x="86548" y="41697"/>
                  <a:pt x="101846" y="35204"/>
                </a:cubicBezTo>
                <a:cubicBezTo>
                  <a:pt x="117135" y="28502"/>
                  <a:pt x="133484" y="25146"/>
                  <a:pt x="150876" y="25146"/>
                </a:cubicBezTo>
                <a:cubicBezTo>
                  <a:pt x="168268" y="25146"/>
                  <a:pt x="184617" y="28502"/>
                  <a:pt x="199915" y="35204"/>
                </a:cubicBezTo>
                <a:cubicBezTo>
                  <a:pt x="215204" y="41697"/>
                  <a:pt x="228518" y="50603"/>
                  <a:pt x="239829" y="61923"/>
                </a:cubicBezTo>
                <a:cubicBezTo>
                  <a:pt x="251149" y="73234"/>
                  <a:pt x="260156" y="86548"/>
                  <a:pt x="266858" y="101846"/>
                </a:cubicBezTo>
                <a:cubicBezTo>
                  <a:pt x="273360" y="117135"/>
                  <a:pt x="276606" y="133484"/>
                  <a:pt x="276606" y="150876"/>
                </a:cubicBezTo>
                <a:cubicBezTo>
                  <a:pt x="276606" y="168268"/>
                  <a:pt x="273360" y="184617"/>
                  <a:pt x="266858" y="199915"/>
                </a:cubicBezTo>
                <a:cubicBezTo>
                  <a:pt x="260156" y="215204"/>
                  <a:pt x="251149" y="228518"/>
                  <a:pt x="239829" y="239829"/>
                </a:cubicBezTo>
                <a:cubicBezTo>
                  <a:pt x="228518" y="251149"/>
                  <a:pt x="215204" y="260156"/>
                  <a:pt x="199915" y="266858"/>
                </a:cubicBezTo>
                <a:cubicBezTo>
                  <a:pt x="184617" y="273360"/>
                  <a:pt x="168268" y="276606"/>
                  <a:pt x="150876" y="276606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圖說"/>
          <p:cNvSpPr/>
          <p:nvPr/>
        </p:nvSpPr>
        <p:spPr>
          <a:xfrm>
            <a:off x="4968118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750" dirty="0"/>
          </a:p>
        </p:txBody>
      </p:sp>
      <p:sp>
        <p:nvSpPr>
          <p:cNvPr id="104" name="圖示 表格"/>
          <p:cNvSpPr/>
          <p:nvPr/>
        </p:nvSpPr>
        <p:spPr>
          <a:xfrm>
            <a:off x="5667611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45178" y="263722"/>
                </a:moveTo>
                <a:lnTo>
                  <a:pt x="56583" y="263722"/>
                </a:lnTo>
                <a:cubicBezTo>
                  <a:pt x="51554" y="263722"/>
                  <a:pt x="47146" y="261829"/>
                  <a:pt x="43379" y="258062"/>
                </a:cubicBezTo>
                <a:cubicBezTo>
                  <a:pt x="39603" y="254285"/>
                  <a:pt x="37719" y="249887"/>
                  <a:pt x="37719" y="244858"/>
                </a:cubicBezTo>
                <a:lnTo>
                  <a:pt x="37719" y="56583"/>
                </a:lnTo>
                <a:cubicBezTo>
                  <a:pt x="37719" y="51554"/>
                  <a:pt x="39603" y="47146"/>
                  <a:pt x="43379" y="43379"/>
                </a:cubicBezTo>
                <a:cubicBezTo>
                  <a:pt x="47146" y="39603"/>
                  <a:pt x="51554" y="37719"/>
                  <a:pt x="56583" y="37719"/>
                </a:cubicBezTo>
                <a:lnTo>
                  <a:pt x="245178" y="37719"/>
                </a:lnTo>
                <a:cubicBezTo>
                  <a:pt x="250207" y="37719"/>
                  <a:pt x="254606" y="39603"/>
                  <a:pt x="258373" y="43379"/>
                </a:cubicBezTo>
                <a:cubicBezTo>
                  <a:pt x="262149" y="47146"/>
                  <a:pt x="264033" y="51554"/>
                  <a:pt x="264033" y="56583"/>
                </a:cubicBezTo>
                <a:lnTo>
                  <a:pt x="264033" y="244858"/>
                </a:lnTo>
                <a:cubicBezTo>
                  <a:pt x="264033" y="249887"/>
                  <a:pt x="262149" y="254285"/>
                  <a:pt x="258373" y="258062"/>
                </a:cubicBezTo>
                <a:cubicBezTo>
                  <a:pt x="254606" y="261829"/>
                  <a:pt x="250207" y="263722"/>
                  <a:pt x="245178" y="263722"/>
                </a:cubicBezTo>
                <a:close/>
                <a:moveTo>
                  <a:pt x="56583" y="100895"/>
                </a:moveTo>
                <a:lnTo>
                  <a:pt x="245178" y="100895"/>
                </a:lnTo>
                <a:lnTo>
                  <a:pt x="245178" y="56583"/>
                </a:lnTo>
                <a:lnTo>
                  <a:pt x="56583" y="56583"/>
                </a:lnTo>
                <a:lnTo>
                  <a:pt x="56583" y="100895"/>
                </a:lnTo>
                <a:close/>
                <a:moveTo>
                  <a:pt x="97438" y="119759"/>
                </a:moveTo>
                <a:lnTo>
                  <a:pt x="56583" y="119759"/>
                </a:lnTo>
                <a:lnTo>
                  <a:pt x="56583" y="244858"/>
                </a:lnTo>
                <a:lnTo>
                  <a:pt x="97438" y="244858"/>
                </a:lnTo>
                <a:lnTo>
                  <a:pt x="97438" y="119759"/>
                </a:lnTo>
                <a:close/>
                <a:moveTo>
                  <a:pt x="204314" y="119759"/>
                </a:moveTo>
                <a:lnTo>
                  <a:pt x="204314" y="244858"/>
                </a:lnTo>
                <a:lnTo>
                  <a:pt x="245178" y="244858"/>
                </a:lnTo>
                <a:lnTo>
                  <a:pt x="245178" y="119759"/>
                </a:lnTo>
                <a:lnTo>
                  <a:pt x="204314" y="119759"/>
                </a:lnTo>
                <a:close/>
                <a:moveTo>
                  <a:pt x="185449" y="119759"/>
                </a:moveTo>
                <a:lnTo>
                  <a:pt x="116303" y="119759"/>
                </a:lnTo>
                <a:lnTo>
                  <a:pt x="116303" y="244858"/>
                </a:lnTo>
                <a:lnTo>
                  <a:pt x="185449" y="244858"/>
                </a:lnTo>
                <a:lnTo>
                  <a:pt x="185449" y="119759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圖說"/>
          <p:cNvSpPr/>
          <p:nvPr/>
        </p:nvSpPr>
        <p:spPr>
          <a:xfrm>
            <a:off x="5522839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750" dirty="0"/>
          </a:p>
        </p:txBody>
      </p:sp>
      <p:sp>
        <p:nvSpPr>
          <p:cNvPr id="106" name="圖示 上升"/>
          <p:cNvSpPr/>
          <p:nvPr/>
        </p:nvSpPr>
        <p:spPr>
          <a:xfrm>
            <a:off x="6222332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32059" y="222547"/>
                </a:moveTo>
                <a:cubicBezTo>
                  <a:pt x="30175" y="220654"/>
                  <a:pt x="29233" y="218459"/>
                  <a:pt x="29233" y="215945"/>
                </a:cubicBezTo>
                <a:cubicBezTo>
                  <a:pt x="29233" y="213220"/>
                  <a:pt x="30175" y="210916"/>
                  <a:pt x="32059" y="209023"/>
                </a:cubicBezTo>
                <a:lnTo>
                  <a:pt x="103730" y="137672"/>
                </a:lnTo>
                <a:cubicBezTo>
                  <a:pt x="107287" y="134115"/>
                  <a:pt x="111694" y="132332"/>
                  <a:pt x="116933" y="132332"/>
                </a:cubicBezTo>
                <a:cubicBezTo>
                  <a:pt x="122164" y="132332"/>
                  <a:pt x="126571" y="134115"/>
                  <a:pt x="130128" y="137672"/>
                </a:cubicBezTo>
                <a:lnTo>
                  <a:pt x="169420" y="176964"/>
                </a:lnTo>
                <a:lnTo>
                  <a:pt x="245178" y="101215"/>
                </a:lnTo>
                <a:lnTo>
                  <a:pt x="214683" y="101215"/>
                </a:lnTo>
                <a:cubicBezTo>
                  <a:pt x="211958" y="101215"/>
                  <a:pt x="209763" y="100273"/>
                  <a:pt x="208081" y="98380"/>
                </a:cubicBezTo>
                <a:cubicBezTo>
                  <a:pt x="206197" y="96707"/>
                  <a:pt x="205255" y="94503"/>
                  <a:pt x="205255" y="91787"/>
                </a:cubicBezTo>
                <a:cubicBezTo>
                  <a:pt x="205255" y="89063"/>
                  <a:pt x="206197" y="86859"/>
                  <a:pt x="208081" y="85186"/>
                </a:cubicBezTo>
                <a:cubicBezTo>
                  <a:pt x="209763" y="83293"/>
                  <a:pt x="211958" y="82351"/>
                  <a:pt x="214683" y="82351"/>
                </a:cubicBezTo>
                <a:lnTo>
                  <a:pt x="267179" y="82351"/>
                </a:lnTo>
                <a:cubicBezTo>
                  <a:pt x="269903" y="82351"/>
                  <a:pt x="272098" y="83293"/>
                  <a:pt x="273781" y="85186"/>
                </a:cubicBezTo>
                <a:cubicBezTo>
                  <a:pt x="275664" y="86859"/>
                  <a:pt x="276606" y="89063"/>
                  <a:pt x="276606" y="91787"/>
                </a:cubicBezTo>
                <a:lnTo>
                  <a:pt x="276606" y="144274"/>
                </a:lnTo>
                <a:cubicBezTo>
                  <a:pt x="276606" y="146789"/>
                  <a:pt x="275765" y="148992"/>
                  <a:pt x="274091" y="150876"/>
                </a:cubicBezTo>
                <a:cubicBezTo>
                  <a:pt x="272208" y="152760"/>
                  <a:pt x="270004" y="153701"/>
                  <a:pt x="267489" y="153701"/>
                </a:cubicBezTo>
                <a:cubicBezTo>
                  <a:pt x="264975" y="153701"/>
                  <a:pt x="262780" y="152760"/>
                  <a:pt x="260887" y="150876"/>
                </a:cubicBezTo>
                <a:cubicBezTo>
                  <a:pt x="259004" y="148992"/>
                  <a:pt x="258062" y="146789"/>
                  <a:pt x="258062" y="144274"/>
                </a:cubicBezTo>
                <a:lnTo>
                  <a:pt x="258062" y="115041"/>
                </a:lnTo>
                <a:lnTo>
                  <a:pt x="182313" y="190479"/>
                </a:lnTo>
                <a:cubicBezTo>
                  <a:pt x="178747" y="194045"/>
                  <a:pt x="174349" y="195828"/>
                  <a:pt x="169109" y="195828"/>
                </a:cubicBezTo>
                <a:cubicBezTo>
                  <a:pt x="163870" y="195828"/>
                  <a:pt x="159471" y="194045"/>
                  <a:pt x="155905" y="190479"/>
                </a:cubicBezTo>
                <a:lnTo>
                  <a:pt x="116613" y="151507"/>
                </a:lnTo>
                <a:lnTo>
                  <a:pt x="45574" y="222547"/>
                </a:lnTo>
                <a:cubicBezTo>
                  <a:pt x="43690" y="224430"/>
                  <a:pt x="41495" y="225372"/>
                  <a:pt x="38981" y="225372"/>
                </a:cubicBezTo>
                <a:cubicBezTo>
                  <a:pt x="36256" y="225372"/>
                  <a:pt x="33952" y="224430"/>
                  <a:pt x="32059" y="222547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圖說"/>
          <p:cNvSpPr/>
          <p:nvPr/>
        </p:nvSpPr>
        <p:spPr>
          <a:xfrm>
            <a:off x="6077560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750" dirty="0"/>
          </a:p>
        </p:txBody>
      </p:sp>
      <p:sp>
        <p:nvSpPr>
          <p:cNvPr id="108" name="圖示 下降"/>
          <p:cNvSpPr/>
          <p:nvPr/>
        </p:nvSpPr>
        <p:spPr>
          <a:xfrm>
            <a:off x="6777053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45178" y="207459"/>
                </a:moveTo>
                <a:lnTo>
                  <a:pt x="169420" y="131701"/>
                </a:lnTo>
                <a:lnTo>
                  <a:pt x="130128" y="170993"/>
                </a:lnTo>
                <a:cubicBezTo>
                  <a:pt x="126571" y="174559"/>
                  <a:pt x="122164" y="176333"/>
                  <a:pt x="116933" y="176333"/>
                </a:cubicBezTo>
                <a:cubicBezTo>
                  <a:pt x="111694" y="176333"/>
                  <a:pt x="107287" y="174559"/>
                  <a:pt x="103730" y="170993"/>
                </a:cubicBezTo>
                <a:lnTo>
                  <a:pt x="32059" y="99331"/>
                </a:lnTo>
                <a:cubicBezTo>
                  <a:pt x="30175" y="97438"/>
                  <a:pt x="29233" y="95244"/>
                  <a:pt x="29233" y="92729"/>
                </a:cubicBezTo>
                <a:cubicBezTo>
                  <a:pt x="29233" y="90004"/>
                  <a:pt x="30175" y="87700"/>
                  <a:pt x="32059" y="85807"/>
                </a:cubicBezTo>
                <a:cubicBezTo>
                  <a:pt x="33952" y="83924"/>
                  <a:pt x="36256" y="82982"/>
                  <a:pt x="38981" y="82982"/>
                </a:cubicBezTo>
                <a:cubicBezTo>
                  <a:pt x="41495" y="82982"/>
                  <a:pt x="43690" y="83924"/>
                  <a:pt x="45574" y="85807"/>
                </a:cubicBezTo>
                <a:lnTo>
                  <a:pt x="116613" y="157167"/>
                </a:lnTo>
                <a:lnTo>
                  <a:pt x="155905" y="117875"/>
                </a:lnTo>
                <a:cubicBezTo>
                  <a:pt x="159471" y="114309"/>
                  <a:pt x="163870" y="112526"/>
                  <a:pt x="169109" y="112526"/>
                </a:cubicBezTo>
                <a:cubicBezTo>
                  <a:pt x="174349" y="112526"/>
                  <a:pt x="178747" y="114309"/>
                  <a:pt x="182313" y="117875"/>
                </a:cubicBezTo>
                <a:lnTo>
                  <a:pt x="258062" y="193624"/>
                </a:lnTo>
                <a:lnTo>
                  <a:pt x="258062" y="164080"/>
                </a:lnTo>
                <a:cubicBezTo>
                  <a:pt x="258062" y="161565"/>
                  <a:pt x="259004" y="159362"/>
                  <a:pt x="260887" y="157478"/>
                </a:cubicBezTo>
                <a:cubicBezTo>
                  <a:pt x="262780" y="155805"/>
                  <a:pt x="264975" y="154963"/>
                  <a:pt x="267489" y="154963"/>
                </a:cubicBezTo>
                <a:cubicBezTo>
                  <a:pt x="270004" y="154963"/>
                  <a:pt x="272208" y="155805"/>
                  <a:pt x="274091" y="157478"/>
                </a:cubicBezTo>
                <a:cubicBezTo>
                  <a:pt x="275765" y="159362"/>
                  <a:pt x="276606" y="161565"/>
                  <a:pt x="276606" y="164080"/>
                </a:cubicBezTo>
                <a:lnTo>
                  <a:pt x="276606" y="216887"/>
                </a:lnTo>
                <a:cubicBezTo>
                  <a:pt x="276606" y="219611"/>
                  <a:pt x="275664" y="221806"/>
                  <a:pt x="273781" y="223489"/>
                </a:cubicBezTo>
                <a:cubicBezTo>
                  <a:pt x="272098" y="225372"/>
                  <a:pt x="269903" y="226314"/>
                  <a:pt x="267179" y="226314"/>
                </a:cubicBezTo>
                <a:lnTo>
                  <a:pt x="214683" y="226314"/>
                </a:lnTo>
                <a:cubicBezTo>
                  <a:pt x="211958" y="226314"/>
                  <a:pt x="209763" y="225372"/>
                  <a:pt x="208081" y="223489"/>
                </a:cubicBezTo>
                <a:cubicBezTo>
                  <a:pt x="206197" y="221806"/>
                  <a:pt x="205255" y="219611"/>
                  <a:pt x="205255" y="216887"/>
                </a:cubicBezTo>
                <a:cubicBezTo>
                  <a:pt x="205255" y="214162"/>
                  <a:pt x="206197" y="211958"/>
                  <a:pt x="208081" y="210285"/>
                </a:cubicBezTo>
                <a:cubicBezTo>
                  <a:pt x="209763" y="208401"/>
                  <a:pt x="211958" y="207459"/>
                  <a:pt x="214683" y="207459"/>
                </a:cubicBezTo>
                <a:lnTo>
                  <a:pt x="245178" y="207459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圖說"/>
          <p:cNvSpPr/>
          <p:nvPr/>
        </p:nvSpPr>
        <p:spPr>
          <a:xfrm>
            <a:off x="6632280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750" dirty="0"/>
          </a:p>
        </p:txBody>
      </p:sp>
      <p:sp>
        <p:nvSpPr>
          <p:cNvPr id="110" name="圖示 時間軸"/>
          <p:cNvSpPr/>
          <p:nvPr/>
        </p:nvSpPr>
        <p:spPr>
          <a:xfrm>
            <a:off x="7331774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34573" y="226314"/>
                </a:moveTo>
                <a:cubicBezTo>
                  <a:pt x="28502" y="226314"/>
                  <a:pt x="23363" y="224110"/>
                  <a:pt x="19175" y="219712"/>
                </a:cubicBezTo>
                <a:cubicBezTo>
                  <a:pt x="14777" y="215524"/>
                  <a:pt x="12573" y="210385"/>
                  <a:pt x="12573" y="204314"/>
                </a:cubicBezTo>
                <a:cubicBezTo>
                  <a:pt x="12573" y="198233"/>
                  <a:pt x="14667" y="193103"/>
                  <a:pt x="18864" y="188906"/>
                </a:cubicBezTo>
                <a:cubicBezTo>
                  <a:pt x="23262" y="184508"/>
                  <a:pt x="28502" y="182313"/>
                  <a:pt x="34573" y="182313"/>
                </a:cubicBezTo>
                <a:cubicBezTo>
                  <a:pt x="35625" y="182313"/>
                  <a:pt x="36667" y="182414"/>
                  <a:pt x="37719" y="182624"/>
                </a:cubicBezTo>
                <a:cubicBezTo>
                  <a:pt x="38771" y="182624"/>
                  <a:pt x="40133" y="182834"/>
                  <a:pt x="41806" y="183255"/>
                </a:cubicBezTo>
                <a:lnTo>
                  <a:pt x="104671" y="120390"/>
                </a:lnTo>
                <a:cubicBezTo>
                  <a:pt x="104251" y="118707"/>
                  <a:pt x="104040" y="117345"/>
                  <a:pt x="104040" y="116303"/>
                </a:cubicBezTo>
                <a:cubicBezTo>
                  <a:pt x="103830" y="115251"/>
                  <a:pt x="103730" y="114209"/>
                  <a:pt x="103730" y="113157"/>
                </a:cubicBezTo>
                <a:cubicBezTo>
                  <a:pt x="103730" y="107076"/>
                  <a:pt x="105924" y="101846"/>
                  <a:pt x="110332" y="97438"/>
                </a:cubicBezTo>
                <a:cubicBezTo>
                  <a:pt x="114519" y="93251"/>
                  <a:pt x="119649" y="91157"/>
                  <a:pt x="125730" y="91157"/>
                </a:cubicBezTo>
                <a:cubicBezTo>
                  <a:pt x="131811" y="91157"/>
                  <a:pt x="137050" y="93351"/>
                  <a:pt x="141449" y="97759"/>
                </a:cubicBezTo>
                <a:cubicBezTo>
                  <a:pt x="145636" y="101946"/>
                  <a:pt x="147730" y="107076"/>
                  <a:pt x="147730" y="113157"/>
                </a:cubicBezTo>
                <a:cubicBezTo>
                  <a:pt x="147730" y="113578"/>
                  <a:pt x="147420" y="115982"/>
                  <a:pt x="146789" y="120390"/>
                </a:cubicBezTo>
                <a:lnTo>
                  <a:pt x="181362" y="154963"/>
                </a:lnTo>
                <a:cubicBezTo>
                  <a:pt x="183045" y="154543"/>
                  <a:pt x="184407" y="154332"/>
                  <a:pt x="185449" y="154332"/>
                </a:cubicBezTo>
                <a:cubicBezTo>
                  <a:pt x="186501" y="154122"/>
                  <a:pt x="187543" y="154022"/>
                  <a:pt x="188595" y="154022"/>
                </a:cubicBezTo>
                <a:cubicBezTo>
                  <a:pt x="189647" y="154022"/>
                  <a:pt x="190689" y="154122"/>
                  <a:pt x="191741" y="154332"/>
                </a:cubicBezTo>
                <a:cubicBezTo>
                  <a:pt x="192783" y="154332"/>
                  <a:pt x="194145" y="154543"/>
                  <a:pt x="195828" y="154963"/>
                </a:cubicBezTo>
                <a:lnTo>
                  <a:pt x="246120" y="104671"/>
                </a:lnTo>
                <a:cubicBezTo>
                  <a:pt x="245699" y="102998"/>
                  <a:pt x="245489" y="101636"/>
                  <a:pt x="245489" y="100584"/>
                </a:cubicBezTo>
                <a:cubicBezTo>
                  <a:pt x="245279" y="99532"/>
                  <a:pt x="245178" y="98490"/>
                  <a:pt x="245178" y="97438"/>
                </a:cubicBezTo>
                <a:cubicBezTo>
                  <a:pt x="245178" y="91367"/>
                  <a:pt x="247373" y="86127"/>
                  <a:pt x="251771" y="81729"/>
                </a:cubicBezTo>
                <a:cubicBezTo>
                  <a:pt x="255968" y="77532"/>
                  <a:pt x="261098" y="75438"/>
                  <a:pt x="267179" y="75438"/>
                </a:cubicBezTo>
                <a:cubicBezTo>
                  <a:pt x="273250" y="75438"/>
                  <a:pt x="278490" y="77642"/>
                  <a:pt x="282897" y="82040"/>
                </a:cubicBezTo>
                <a:cubicBezTo>
                  <a:pt x="287085" y="86228"/>
                  <a:pt x="289179" y="91367"/>
                  <a:pt x="289179" y="97438"/>
                </a:cubicBezTo>
                <a:cubicBezTo>
                  <a:pt x="289179" y="103519"/>
                  <a:pt x="287085" y="108759"/>
                  <a:pt x="282897" y="113157"/>
                </a:cubicBezTo>
                <a:cubicBezTo>
                  <a:pt x="278490" y="117345"/>
                  <a:pt x="273250" y="119448"/>
                  <a:pt x="267179" y="119448"/>
                </a:cubicBezTo>
                <a:cubicBezTo>
                  <a:pt x="266127" y="119448"/>
                  <a:pt x="265085" y="119448"/>
                  <a:pt x="264033" y="119448"/>
                </a:cubicBezTo>
                <a:cubicBezTo>
                  <a:pt x="262981" y="119238"/>
                  <a:pt x="261619" y="118918"/>
                  <a:pt x="259946" y="118497"/>
                </a:cubicBezTo>
                <a:lnTo>
                  <a:pt x="209654" y="168789"/>
                </a:lnTo>
                <a:cubicBezTo>
                  <a:pt x="210074" y="170472"/>
                  <a:pt x="210385" y="171834"/>
                  <a:pt x="210595" y="172876"/>
                </a:cubicBezTo>
                <a:cubicBezTo>
                  <a:pt x="210595" y="173928"/>
                  <a:pt x="210595" y="174970"/>
                  <a:pt x="210595" y="176022"/>
                </a:cubicBezTo>
                <a:cubicBezTo>
                  <a:pt x="210595" y="182103"/>
                  <a:pt x="208401" y="187342"/>
                  <a:pt x="203993" y="191741"/>
                </a:cubicBezTo>
                <a:cubicBezTo>
                  <a:pt x="199806" y="195928"/>
                  <a:pt x="194676" y="198022"/>
                  <a:pt x="188595" y="198022"/>
                </a:cubicBezTo>
                <a:cubicBezTo>
                  <a:pt x="182514" y="198022"/>
                  <a:pt x="177384" y="195928"/>
                  <a:pt x="173197" y="191741"/>
                </a:cubicBezTo>
                <a:cubicBezTo>
                  <a:pt x="168789" y="187342"/>
                  <a:pt x="166595" y="182103"/>
                  <a:pt x="166595" y="176022"/>
                </a:cubicBezTo>
                <a:cubicBezTo>
                  <a:pt x="166595" y="174970"/>
                  <a:pt x="166695" y="173928"/>
                  <a:pt x="166905" y="172876"/>
                </a:cubicBezTo>
                <a:cubicBezTo>
                  <a:pt x="166905" y="171834"/>
                  <a:pt x="167116" y="170472"/>
                  <a:pt x="167536" y="168789"/>
                </a:cubicBezTo>
                <a:lnTo>
                  <a:pt x="132963" y="134216"/>
                </a:lnTo>
                <a:cubicBezTo>
                  <a:pt x="131280" y="134636"/>
                  <a:pt x="129918" y="134947"/>
                  <a:pt x="128876" y="135157"/>
                </a:cubicBezTo>
                <a:cubicBezTo>
                  <a:pt x="127824" y="135157"/>
                  <a:pt x="126782" y="135157"/>
                  <a:pt x="125730" y="135157"/>
                </a:cubicBezTo>
                <a:cubicBezTo>
                  <a:pt x="125309" y="135157"/>
                  <a:pt x="122905" y="134847"/>
                  <a:pt x="118497" y="134216"/>
                </a:cubicBezTo>
                <a:lnTo>
                  <a:pt x="55632" y="197081"/>
                </a:lnTo>
                <a:cubicBezTo>
                  <a:pt x="56053" y="198754"/>
                  <a:pt x="56373" y="200116"/>
                  <a:pt x="56583" y="201168"/>
                </a:cubicBezTo>
                <a:cubicBezTo>
                  <a:pt x="56583" y="202220"/>
                  <a:pt x="56583" y="203262"/>
                  <a:pt x="56583" y="204314"/>
                </a:cubicBezTo>
                <a:cubicBezTo>
                  <a:pt x="56583" y="210385"/>
                  <a:pt x="54379" y="215625"/>
                  <a:pt x="49981" y="220032"/>
                </a:cubicBezTo>
                <a:cubicBezTo>
                  <a:pt x="45784" y="224220"/>
                  <a:pt x="40654" y="226314"/>
                  <a:pt x="34573" y="226314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圖說"/>
          <p:cNvSpPr/>
          <p:nvPr/>
        </p:nvSpPr>
        <p:spPr>
          <a:xfrm>
            <a:off x="7187001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750" dirty="0"/>
          </a:p>
        </p:txBody>
      </p:sp>
      <p:sp>
        <p:nvSpPr>
          <p:cNvPr id="112" name="圖示 效能"/>
          <p:cNvSpPr/>
          <p:nvPr/>
        </p:nvSpPr>
        <p:spPr>
          <a:xfrm>
            <a:off x="7886494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8992" y="206508"/>
                </a:moveTo>
                <a:cubicBezTo>
                  <a:pt x="157999" y="206097"/>
                  <a:pt x="164601" y="202631"/>
                  <a:pt x="168789" y="196139"/>
                </a:cubicBezTo>
                <a:lnTo>
                  <a:pt x="225061" y="108128"/>
                </a:lnTo>
                <a:cubicBezTo>
                  <a:pt x="226524" y="105824"/>
                  <a:pt x="226415" y="103830"/>
                  <a:pt x="224741" y="102157"/>
                </a:cubicBezTo>
                <a:cubicBezTo>
                  <a:pt x="222858" y="100273"/>
                  <a:pt x="220764" y="100063"/>
                  <a:pt x="218459" y="101526"/>
                </a:cubicBezTo>
                <a:lnTo>
                  <a:pt x="131390" y="158420"/>
                </a:lnTo>
                <a:cubicBezTo>
                  <a:pt x="125099" y="162608"/>
                  <a:pt x="121752" y="169319"/>
                  <a:pt x="121332" y="178537"/>
                </a:cubicBezTo>
                <a:cubicBezTo>
                  <a:pt x="120911" y="187754"/>
                  <a:pt x="123115" y="194776"/>
                  <a:pt x="127934" y="199595"/>
                </a:cubicBezTo>
                <a:cubicBezTo>
                  <a:pt x="132753" y="204414"/>
                  <a:pt x="139766" y="206718"/>
                  <a:pt x="148992" y="206508"/>
                </a:cubicBezTo>
                <a:close/>
                <a:moveTo>
                  <a:pt x="150245" y="50603"/>
                </a:moveTo>
                <a:cubicBezTo>
                  <a:pt x="159682" y="50603"/>
                  <a:pt x="169630" y="51865"/>
                  <a:pt x="180109" y="54379"/>
                </a:cubicBezTo>
                <a:cubicBezTo>
                  <a:pt x="190378" y="56894"/>
                  <a:pt x="200537" y="60981"/>
                  <a:pt x="210595" y="66641"/>
                </a:cubicBezTo>
                <a:cubicBezTo>
                  <a:pt x="212900" y="68105"/>
                  <a:pt x="214473" y="70098"/>
                  <a:pt x="215314" y="72613"/>
                </a:cubicBezTo>
                <a:cubicBezTo>
                  <a:pt x="216155" y="75337"/>
                  <a:pt x="215734" y="77852"/>
                  <a:pt x="214052" y="80156"/>
                </a:cubicBezTo>
                <a:cubicBezTo>
                  <a:pt x="212379" y="82461"/>
                  <a:pt x="210285" y="83823"/>
                  <a:pt x="207770" y="84244"/>
                </a:cubicBezTo>
                <a:cubicBezTo>
                  <a:pt x="205045" y="84445"/>
                  <a:pt x="202430" y="83924"/>
                  <a:pt x="199915" y="82671"/>
                </a:cubicBezTo>
                <a:cubicBezTo>
                  <a:pt x="191320" y="78053"/>
                  <a:pt x="182624" y="74706"/>
                  <a:pt x="173818" y="72613"/>
                </a:cubicBezTo>
                <a:cubicBezTo>
                  <a:pt x="164811" y="70509"/>
                  <a:pt x="156957" y="69467"/>
                  <a:pt x="150245" y="69467"/>
                </a:cubicBezTo>
                <a:cubicBezTo>
                  <a:pt x="120911" y="69467"/>
                  <a:pt x="95866" y="79946"/>
                  <a:pt x="75127" y="100895"/>
                </a:cubicBezTo>
                <a:cubicBezTo>
                  <a:pt x="54379" y="121853"/>
                  <a:pt x="44010" y="147310"/>
                  <a:pt x="44010" y="177284"/>
                </a:cubicBezTo>
                <a:cubicBezTo>
                  <a:pt x="44010" y="186711"/>
                  <a:pt x="45363" y="196239"/>
                  <a:pt x="48088" y="205886"/>
                </a:cubicBezTo>
                <a:cubicBezTo>
                  <a:pt x="50603" y="215524"/>
                  <a:pt x="54270" y="224430"/>
                  <a:pt x="59098" y="232605"/>
                </a:cubicBezTo>
                <a:lnTo>
                  <a:pt x="241091" y="232605"/>
                </a:lnTo>
                <a:cubicBezTo>
                  <a:pt x="245699" y="225061"/>
                  <a:pt x="249366" y="216256"/>
                  <a:pt x="252091" y="206197"/>
                </a:cubicBezTo>
                <a:cubicBezTo>
                  <a:pt x="254816" y="196139"/>
                  <a:pt x="256178" y="186291"/>
                  <a:pt x="256178" y="176653"/>
                </a:cubicBezTo>
                <a:cubicBezTo>
                  <a:pt x="256178" y="169319"/>
                  <a:pt x="255236" y="161456"/>
                  <a:pt x="253344" y="153080"/>
                </a:cubicBezTo>
                <a:cubicBezTo>
                  <a:pt x="251460" y="144484"/>
                  <a:pt x="248314" y="136310"/>
                  <a:pt x="243916" y="128555"/>
                </a:cubicBezTo>
                <a:cubicBezTo>
                  <a:pt x="242453" y="126251"/>
                  <a:pt x="241923" y="123737"/>
                  <a:pt x="242343" y="121012"/>
                </a:cubicBezTo>
                <a:cubicBezTo>
                  <a:pt x="242554" y="118287"/>
                  <a:pt x="243816" y="116193"/>
                  <a:pt x="246120" y="114730"/>
                </a:cubicBezTo>
                <a:cubicBezTo>
                  <a:pt x="248424" y="113056"/>
                  <a:pt x="250829" y="112636"/>
                  <a:pt x="253344" y="113468"/>
                </a:cubicBezTo>
                <a:cubicBezTo>
                  <a:pt x="256069" y="114309"/>
                  <a:pt x="258062" y="115982"/>
                  <a:pt x="259315" y="118497"/>
                </a:cubicBezTo>
                <a:cubicBezTo>
                  <a:pt x="264134" y="127934"/>
                  <a:pt x="267910" y="137361"/>
                  <a:pt x="270635" y="146789"/>
                </a:cubicBezTo>
                <a:cubicBezTo>
                  <a:pt x="273150" y="156006"/>
                  <a:pt x="274613" y="165333"/>
                  <a:pt x="275033" y="174769"/>
                </a:cubicBezTo>
                <a:cubicBezTo>
                  <a:pt x="275454" y="187342"/>
                  <a:pt x="274192" y="199175"/>
                  <a:pt x="271266" y="210285"/>
                </a:cubicBezTo>
                <a:cubicBezTo>
                  <a:pt x="268331" y="221385"/>
                  <a:pt x="264033" y="231654"/>
                  <a:pt x="258373" y="241091"/>
                </a:cubicBezTo>
                <a:cubicBezTo>
                  <a:pt x="255858" y="245910"/>
                  <a:pt x="253243" y="248845"/>
                  <a:pt x="250518" y="249887"/>
                </a:cubicBezTo>
                <a:cubicBezTo>
                  <a:pt x="247583" y="250939"/>
                  <a:pt x="244017" y="251460"/>
                  <a:pt x="239829" y="251460"/>
                </a:cubicBezTo>
                <a:lnTo>
                  <a:pt x="60350" y="251460"/>
                </a:lnTo>
                <a:cubicBezTo>
                  <a:pt x="56784" y="251460"/>
                  <a:pt x="53328" y="250619"/>
                  <a:pt x="49981" y="248945"/>
                </a:cubicBezTo>
                <a:cubicBezTo>
                  <a:pt x="46415" y="247062"/>
                  <a:pt x="43800" y="244437"/>
                  <a:pt x="42117" y="241091"/>
                </a:cubicBezTo>
                <a:cubicBezTo>
                  <a:pt x="36667" y="231032"/>
                  <a:pt x="32479" y="220864"/>
                  <a:pt x="29544" y="210595"/>
                </a:cubicBezTo>
                <a:cubicBezTo>
                  <a:pt x="26609" y="200116"/>
                  <a:pt x="25146" y="189016"/>
                  <a:pt x="25146" y="177284"/>
                </a:cubicBezTo>
                <a:cubicBezTo>
                  <a:pt x="25146" y="159883"/>
                  <a:pt x="28502" y="143543"/>
                  <a:pt x="35204" y="128245"/>
                </a:cubicBezTo>
                <a:cubicBezTo>
                  <a:pt x="41697" y="112736"/>
                  <a:pt x="50603" y="99331"/>
                  <a:pt x="61923" y="88011"/>
                </a:cubicBezTo>
                <a:cubicBezTo>
                  <a:pt x="73234" y="76490"/>
                  <a:pt x="86548" y="67373"/>
                  <a:pt x="101846" y="60661"/>
                </a:cubicBezTo>
                <a:cubicBezTo>
                  <a:pt x="116933" y="53959"/>
                  <a:pt x="133063" y="50603"/>
                  <a:pt x="150245" y="50603"/>
                </a:cubicBezTo>
                <a:close/>
                <a:moveTo>
                  <a:pt x="147420" y="154652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7741722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750" dirty="0"/>
          </a:p>
        </p:txBody>
      </p:sp>
      <p:sp>
        <p:nvSpPr>
          <p:cNvPr id="114" name="圖示 儀表板"/>
          <p:cNvSpPr/>
          <p:nvPr/>
        </p:nvSpPr>
        <p:spPr>
          <a:xfrm>
            <a:off x="8441215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0303" y="113157"/>
                </a:moveTo>
                <a:lnTo>
                  <a:pt x="160303" y="47146"/>
                </a:lnTo>
                <a:cubicBezTo>
                  <a:pt x="160303" y="44422"/>
                  <a:pt x="161245" y="42227"/>
                  <a:pt x="163138" y="40544"/>
                </a:cubicBezTo>
                <a:cubicBezTo>
                  <a:pt x="164811" y="38661"/>
                  <a:pt x="167015" y="37719"/>
                  <a:pt x="169740" y="37719"/>
                </a:cubicBezTo>
                <a:lnTo>
                  <a:pt x="254606" y="37719"/>
                </a:lnTo>
                <a:cubicBezTo>
                  <a:pt x="257330" y="37719"/>
                  <a:pt x="259525" y="38661"/>
                  <a:pt x="261208" y="40544"/>
                </a:cubicBezTo>
                <a:cubicBezTo>
                  <a:pt x="263091" y="42227"/>
                  <a:pt x="264033" y="44422"/>
                  <a:pt x="264033" y="47146"/>
                </a:cubicBezTo>
                <a:lnTo>
                  <a:pt x="264033" y="113157"/>
                </a:lnTo>
                <a:cubicBezTo>
                  <a:pt x="264033" y="115882"/>
                  <a:pt x="263091" y="118086"/>
                  <a:pt x="261208" y="119759"/>
                </a:cubicBezTo>
                <a:cubicBezTo>
                  <a:pt x="259525" y="121643"/>
                  <a:pt x="257330" y="122584"/>
                  <a:pt x="254606" y="122584"/>
                </a:cubicBezTo>
                <a:lnTo>
                  <a:pt x="169740" y="122584"/>
                </a:lnTo>
                <a:cubicBezTo>
                  <a:pt x="167015" y="122584"/>
                  <a:pt x="164811" y="121643"/>
                  <a:pt x="163138" y="119759"/>
                </a:cubicBezTo>
                <a:cubicBezTo>
                  <a:pt x="161245" y="118086"/>
                  <a:pt x="160303" y="115882"/>
                  <a:pt x="160303" y="113157"/>
                </a:cubicBezTo>
                <a:close/>
                <a:moveTo>
                  <a:pt x="37719" y="150876"/>
                </a:moveTo>
                <a:lnTo>
                  <a:pt x="37719" y="47146"/>
                </a:lnTo>
                <a:cubicBezTo>
                  <a:pt x="37719" y="44422"/>
                  <a:pt x="38661" y="42227"/>
                  <a:pt x="40544" y="40544"/>
                </a:cubicBezTo>
                <a:cubicBezTo>
                  <a:pt x="42227" y="38661"/>
                  <a:pt x="44422" y="37719"/>
                  <a:pt x="47146" y="37719"/>
                </a:cubicBezTo>
                <a:lnTo>
                  <a:pt x="132021" y="37719"/>
                </a:lnTo>
                <a:cubicBezTo>
                  <a:pt x="134737" y="37719"/>
                  <a:pt x="136941" y="38661"/>
                  <a:pt x="138614" y="40544"/>
                </a:cubicBezTo>
                <a:cubicBezTo>
                  <a:pt x="140507" y="42227"/>
                  <a:pt x="141449" y="44422"/>
                  <a:pt x="141449" y="47146"/>
                </a:cubicBezTo>
                <a:lnTo>
                  <a:pt x="141449" y="150876"/>
                </a:lnTo>
                <a:cubicBezTo>
                  <a:pt x="141449" y="153601"/>
                  <a:pt x="140507" y="155805"/>
                  <a:pt x="138614" y="157478"/>
                </a:cubicBezTo>
                <a:cubicBezTo>
                  <a:pt x="136941" y="159362"/>
                  <a:pt x="134737" y="160303"/>
                  <a:pt x="132021" y="160303"/>
                </a:cubicBezTo>
                <a:lnTo>
                  <a:pt x="47146" y="160303"/>
                </a:lnTo>
                <a:cubicBezTo>
                  <a:pt x="44422" y="160303"/>
                  <a:pt x="42227" y="159362"/>
                  <a:pt x="40544" y="157478"/>
                </a:cubicBezTo>
                <a:cubicBezTo>
                  <a:pt x="38661" y="155805"/>
                  <a:pt x="37719" y="153601"/>
                  <a:pt x="37719" y="150876"/>
                </a:cubicBezTo>
                <a:close/>
                <a:moveTo>
                  <a:pt x="160303" y="254606"/>
                </a:moveTo>
                <a:lnTo>
                  <a:pt x="160303" y="150876"/>
                </a:lnTo>
                <a:cubicBezTo>
                  <a:pt x="160303" y="148151"/>
                  <a:pt x="161245" y="145947"/>
                  <a:pt x="163138" y="144274"/>
                </a:cubicBezTo>
                <a:cubicBezTo>
                  <a:pt x="164811" y="142390"/>
                  <a:pt x="167015" y="141449"/>
                  <a:pt x="169740" y="141449"/>
                </a:cubicBezTo>
                <a:lnTo>
                  <a:pt x="254606" y="141449"/>
                </a:lnTo>
                <a:cubicBezTo>
                  <a:pt x="257330" y="141449"/>
                  <a:pt x="259525" y="142390"/>
                  <a:pt x="261208" y="144274"/>
                </a:cubicBezTo>
                <a:cubicBezTo>
                  <a:pt x="263091" y="145947"/>
                  <a:pt x="264033" y="148151"/>
                  <a:pt x="264033" y="150876"/>
                </a:cubicBezTo>
                <a:lnTo>
                  <a:pt x="264033" y="254606"/>
                </a:lnTo>
                <a:cubicBezTo>
                  <a:pt x="264033" y="257330"/>
                  <a:pt x="263091" y="259525"/>
                  <a:pt x="261208" y="261208"/>
                </a:cubicBezTo>
                <a:cubicBezTo>
                  <a:pt x="259525" y="263091"/>
                  <a:pt x="257330" y="264033"/>
                  <a:pt x="254606" y="264033"/>
                </a:cubicBezTo>
                <a:lnTo>
                  <a:pt x="169740" y="264033"/>
                </a:lnTo>
                <a:cubicBezTo>
                  <a:pt x="167015" y="264033"/>
                  <a:pt x="164811" y="263091"/>
                  <a:pt x="163138" y="261208"/>
                </a:cubicBezTo>
                <a:cubicBezTo>
                  <a:pt x="161245" y="259525"/>
                  <a:pt x="160303" y="257330"/>
                  <a:pt x="160303" y="254606"/>
                </a:cubicBezTo>
                <a:close/>
                <a:moveTo>
                  <a:pt x="37719" y="254606"/>
                </a:moveTo>
                <a:lnTo>
                  <a:pt x="37719" y="188595"/>
                </a:lnTo>
                <a:cubicBezTo>
                  <a:pt x="37719" y="185870"/>
                  <a:pt x="38661" y="183666"/>
                  <a:pt x="40544" y="181993"/>
                </a:cubicBezTo>
                <a:cubicBezTo>
                  <a:pt x="42227" y="180109"/>
                  <a:pt x="44422" y="179168"/>
                  <a:pt x="47146" y="179168"/>
                </a:cubicBezTo>
                <a:lnTo>
                  <a:pt x="132021" y="179168"/>
                </a:lnTo>
                <a:cubicBezTo>
                  <a:pt x="134737" y="179168"/>
                  <a:pt x="136941" y="180109"/>
                  <a:pt x="138614" y="181993"/>
                </a:cubicBezTo>
                <a:cubicBezTo>
                  <a:pt x="140507" y="183666"/>
                  <a:pt x="141449" y="185870"/>
                  <a:pt x="141449" y="188595"/>
                </a:cubicBezTo>
                <a:lnTo>
                  <a:pt x="141449" y="254606"/>
                </a:lnTo>
                <a:cubicBezTo>
                  <a:pt x="141449" y="257330"/>
                  <a:pt x="140507" y="259525"/>
                  <a:pt x="138614" y="261208"/>
                </a:cubicBezTo>
                <a:cubicBezTo>
                  <a:pt x="136941" y="263091"/>
                  <a:pt x="134737" y="264033"/>
                  <a:pt x="132021" y="264033"/>
                </a:cubicBezTo>
                <a:lnTo>
                  <a:pt x="47146" y="264033"/>
                </a:lnTo>
                <a:cubicBezTo>
                  <a:pt x="44422" y="264033"/>
                  <a:pt x="42227" y="263091"/>
                  <a:pt x="40544" y="261208"/>
                </a:cubicBezTo>
                <a:cubicBezTo>
                  <a:pt x="38661" y="259525"/>
                  <a:pt x="37719" y="257330"/>
                  <a:pt x="37719" y="254606"/>
                </a:cubicBezTo>
                <a:close/>
                <a:moveTo>
                  <a:pt x="56583" y="141449"/>
                </a:moveTo>
                <a:lnTo>
                  <a:pt x="122584" y="141449"/>
                </a:lnTo>
                <a:lnTo>
                  <a:pt x="122584" y="56583"/>
                </a:lnTo>
                <a:lnTo>
                  <a:pt x="56583" y="56583"/>
                </a:lnTo>
                <a:lnTo>
                  <a:pt x="56583" y="141449"/>
                </a:lnTo>
                <a:close/>
                <a:moveTo>
                  <a:pt x="179168" y="245178"/>
                </a:moveTo>
                <a:lnTo>
                  <a:pt x="245178" y="245178"/>
                </a:lnTo>
                <a:lnTo>
                  <a:pt x="245178" y="160303"/>
                </a:lnTo>
                <a:lnTo>
                  <a:pt x="179168" y="160303"/>
                </a:lnTo>
                <a:lnTo>
                  <a:pt x="179168" y="245178"/>
                </a:lnTo>
                <a:close/>
                <a:moveTo>
                  <a:pt x="179168" y="103730"/>
                </a:moveTo>
                <a:lnTo>
                  <a:pt x="245178" y="103730"/>
                </a:lnTo>
                <a:lnTo>
                  <a:pt x="245178" y="56583"/>
                </a:lnTo>
                <a:lnTo>
                  <a:pt x="179168" y="56583"/>
                </a:lnTo>
                <a:lnTo>
                  <a:pt x="179168" y="103730"/>
                </a:lnTo>
                <a:close/>
                <a:moveTo>
                  <a:pt x="56583" y="245178"/>
                </a:moveTo>
                <a:lnTo>
                  <a:pt x="122584" y="245178"/>
                </a:lnTo>
                <a:lnTo>
                  <a:pt x="122584" y="198022"/>
                </a:lnTo>
                <a:lnTo>
                  <a:pt x="56583" y="198022"/>
                </a:lnTo>
                <a:lnTo>
                  <a:pt x="56583" y="245178"/>
                </a:lnTo>
                <a:close/>
                <a:moveTo>
                  <a:pt x="122584" y="141449"/>
                </a:moveTo>
                <a:close/>
                <a:moveTo>
                  <a:pt x="179168" y="103730"/>
                </a:moveTo>
                <a:close/>
                <a:moveTo>
                  <a:pt x="179168" y="160303"/>
                </a:moveTo>
                <a:close/>
                <a:moveTo>
                  <a:pt x="122584" y="198022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8296443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</a:t>
            </a:r>
            <a:endParaRPr lang="en-US" sz="750" dirty="0"/>
          </a:p>
        </p:txBody>
      </p:sp>
      <p:sp>
        <p:nvSpPr>
          <p:cNvPr id="116" name="圖示 完成"/>
          <p:cNvSpPr/>
          <p:nvPr/>
        </p:nvSpPr>
        <p:spPr>
          <a:xfrm>
            <a:off x="8995936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2332" y="179478"/>
                </a:moveTo>
                <a:lnTo>
                  <a:pt x="101526" y="148672"/>
                </a:lnTo>
                <a:cubicBezTo>
                  <a:pt x="99642" y="146789"/>
                  <a:pt x="97338" y="145847"/>
                  <a:pt x="94613" y="145847"/>
                </a:cubicBezTo>
                <a:cubicBezTo>
                  <a:pt x="91888" y="145847"/>
                  <a:pt x="89474" y="146898"/>
                  <a:pt x="87380" y="148992"/>
                </a:cubicBezTo>
                <a:cubicBezTo>
                  <a:pt x="85496" y="150876"/>
                  <a:pt x="84555" y="153180"/>
                  <a:pt x="84555" y="155905"/>
                </a:cubicBezTo>
                <a:cubicBezTo>
                  <a:pt x="84555" y="158630"/>
                  <a:pt x="85496" y="160934"/>
                  <a:pt x="87380" y="162818"/>
                </a:cubicBezTo>
                <a:lnTo>
                  <a:pt x="125730" y="201479"/>
                </a:lnTo>
                <a:cubicBezTo>
                  <a:pt x="127614" y="203372"/>
                  <a:pt x="129817" y="204314"/>
                  <a:pt x="132332" y="204314"/>
                </a:cubicBezTo>
                <a:cubicBezTo>
                  <a:pt x="134847" y="204314"/>
                  <a:pt x="137050" y="203372"/>
                  <a:pt x="138934" y="201479"/>
                </a:cubicBezTo>
                <a:lnTo>
                  <a:pt x="214052" y="126361"/>
                </a:lnTo>
                <a:cubicBezTo>
                  <a:pt x="216155" y="124267"/>
                  <a:pt x="217197" y="121853"/>
                  <a:pt x="217197" y="119128"/>
                </a:cubicBezTo>
                <a:cubicBezTo>
                  <a:pt x="217197" y="116403"/>
                  <a:pt x="216155" y="113998"/>
                  <a:pt x="214052" y="111904"/>
                </a:cubicBezTo>
                <a:cubicBezTo>
                  <a:pt x="211958" y="110011"/>
                  <a:pt x="209553" y="109179"/>
                  <a:pt x="206828" y="109390"/>
                </a:cubicBezTo>
                <a:cubicBezTo>
                  <a:pt x="203893" y="109390"/>
                  <a:pt x="201479" y="110332"/>
                  <a:pt x="199595" y="112215"/>
                </a:cubicBezTo>
                <a:lnTo>
                  <a:pt x="132332" y="179478"/>
                </a:lnTo>
                <a:close/>
                <a:moveTo>
                  <a:pt x="150876" y="276606"/>
                </a:moveTo>
                <a:cubicBezTo>
                  <a:pt x="133694" y="276606"/>
                  <a:pt x="117455" y="273360"/>
                  <a:pt x="102157" y="266858"/>
                </a:cubicBezTo>
                <a:cubicBezTo>
                  <a:pt x="86859" y="260156"/>
                  <a:pt x="73554" y="251149"/>
                  <a:pt x="62234" y="239829"/>
                </a:cubicBezTo>
                <a:cubicBezTo>
                  <a:pt x="50713" y="228307"/>
                  <a:pt x="41697" y="214893"/>
                  <a:pt x="35204" y="199595"/>
                </a:cubicBezTo>
                <a:cubicBezTo>
                  <a:pt x="28502" y="184297"/>
                  <a:pt x="25146" y="168058"/>
                  <a:pt x="25146" y="150876"/>
                </a:cubicBezTo>
                <a:cubicBezTo>
                  <a:pt x="25146" y="133484"/>
                  <a:pt x="28502" y="117135"/>
                  <a:pt x="35204" y="101846"/>
                </a:cubicBezTo>
                <a:cubicBezTo>
                  <a:pt x="41697" y="86548"/>
                  <a:pt x="50713" y="73234"/>
                  <a:pt x="62234" y="61923"/>
                </a:cubicBezTo>
                <a:cubicBezTo>
                  <a:pt x="73554" y="50603"/>
                  <a:pt x="86859" y="41697"/>
                  <a:pt x="102157" y="35204"/>
                </a:cubicBezTo>
                <a:cubicBezTo>
                  <a:pt x="117455" y="28502"/>
                  <a:pt x="133694" y="25146"/>
                  <a:pt x="150876" y="25146"/>
                </a:cubicBezTo>
                <a:cubicBezTo>
                  <a:pt x="168268" y="25146"/>
                  <a:pt x="184617" y="28502"/>
                  <a:pt x="199915" y="35204"/>
                </a:cubicBezTo>
                <a:cubicBezTo>
                  <a:pt x="215204" y="41697"/>
                  <a:pt x="228518" y="50603"/>
                  <a:pt x="239829" y="61923"/>
                </a:cubicBezTo>
                <a:cubicBezTo>
                  <a:pt x="251149" y="73234"/>
                  <a:pt x="260156" y="86548"/>
                  <a:pt x="266858" y="101846"/>
                </a:cubicBezTo>
                <a:cubicBezTo>
                  <a:pt x="273360" y="117135"/>
                  <a:pt x="276606" y="133484"/>
                  <a:pt x="276606" y="150876"/>
                </a:cubicBezTo>
                <a:cubicBezTo>
                  <a:pt x="276606" y="168058"/>
                  <a:pt x="273360" y="184297"/>
                  <a:pt x="266858" y="199595"/>
                </a:cubicBezTo>
                <a:cubicBezTo>
                  <a:pt x="260156" y="214893"/>
                  <a:pt x="251149" y="228307"/>
                  <a:pt x="239829" y="239829"/>
                </a:cubicBezTo>
                <a:cubicBezTo>
                  <a:pt x="228518" y="251149"/>
                  <a:pt x="215204" y="260156"/>
                  <a:pt x="199915" y="266858"/>
                </a:cubicBezTo>
                <a:cubicBezTo>
                  <a:pt x="184617" y="273360"/>
                  <a:pt x="168268" y="276606"/>
                  <a:pt x="150876" y="276606"/>
                </a:cubicBezTo>
                <a:close/>
                <a:moveTo>
                  <a:pt x="150876" y="257751"/>
                </a:moveTo>
                <a:cubicBezTo>
                  <a:pt x="180631" y="257751"/>
                  <a:pt x="205886" y="247373"/>
                  <a:pt x="226625" y="226625"/>
                </a:cubicBezTo>
                <a:cubicBezTo>
                  <a:pt x="247373" y="205676"/>
                  <a:pt x="257751" y="180420"/>
                  <a:pt x="257751" y="150876"/>
                </a:cubicBezTo>
                <a:cubicBezTo>
                  <a:pt x="257751" y="121121"/>
                  <a:pt x="247373" y="95866"/>
                  <a:pt x="226625" y="75127"/>
                </a:cubicBezTo>
                <a:cubicBezTo>
                  <a:pt x="205886" y="54379"/>
                  <a:pt x="180631" y="44010"/>
                  <a:pt x="150876" y="44010"/>
                </a:cubicBezTo>
                <a:cubicBezTo>
                  <a:pt x="121332" y="44010"/>
                  <a:pt x="96186" y="54379"/>
                  <a:pt x="75438" y="75127"/>
                </a:cubicBezTo>
                <a:cubicBezTo>
                  <a:pt x="54480" y="95866"/>
                  <a:pt x="44010" y="121121"/>
                  <a:pt x="44010" y="150876"/>
                </a:cubicBezTo>
                <a:cubicBezTo>
                  <a:pt x="44010" y="180420"/>
                  <a:pt x="54480" y="205676"/>
                  <a:pt x="75438" y="226625"/>
                </a:cubicBezTo>
                <a:cubicBezTo>
                  <a:pt x="96186" y="247373"/>
                  <a:pt x="121332" y="257751"/>
                  <a:pt x="150876" y="257751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8851163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750" dirty="0"/>
          </a:p>
        </p:txBody>
      </p:sp>
      <p:sp>
        <p:nvSpPr>
          <p:cNvPr id="118" name="圖示 錯誤"/>
          <p:cNvSpPr/>
          <p:nvPr/>
        </p:nvSpPr>
        <p:spPr>
          <a:xfrm>
            <a:off x="9550657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164080"/>
                </a:moveTo>
                <a:lnTo>
                  <a:pt x="191420" y="204624"/>
                </a:lnTo>
                <a:cubicBezTo>
                  <a:pt x="193313" y="206508"/>
                  <a:pt x="195508" y="207459"/>
                  <a:pt x="198022" y="207459"/>
                </a:cubicBezTo>
                <a:cubicBezTo>
                  <a:pt x="200537" y="207459"/>
                  <a:pt x="202741" y="206508"/>
                  <a:pt x="204624" y="204624"/>
                </a:cubicBezTo>
                <a:cubicBezTo>
                  <a:pt x="206508" y="202741"/>
                  <a:pt x="207459" y="200537"/>
                  <a:pt x="207459" y="198022"/>
                </a:cubicBezTo>
                <a:cubicBezTo>
                  <a:pt x="207459" y="195508"/>
                  <a:pt x="206508" y="193313"/>
                  <a:pt x="204624" y="191420"/>
                </a:cubicBezTo>
                <a:lnTo>
                  <a:pt x="164080" y="150876"/>
                </a:lnTo>
                <a:lnTo>
                  <a:pt x="204624" y="110332"/>
                </a:lnTo>
                <a:cubicBezTo>
                  <a:pt x="206508" y="108439"/>
                  <a:pt x="207459" y="106244"/>
                  <a:pt x="207459" y="103730"/>
                </a:cubicBezTo>
                <a:cubicBezTo>
                  <a:pt x="207459" y="101215"/>
                  <a:pt x="206508" y="99011"/>
                  <a:pt x="204624" y="97128"/>
                </a:cubicBezTo>
                <a:cubicBezTo>
                  <a:pt x="202741" y="95244"/>
                  <a:pt x="200537" y="94302"/>
                  <a:pt x="198022" y="94302"/>
                </a:cubicBezTo>
                <a:cubicBezTo>
                  <a:pt x="195508" y="94302"/>
                  <a:pt x="193313" y="95244"/>
                  <a:pt x="191420" y="97128"/>
                </a:cubicBezTo>
                <a:lnTo>
                  <a:pt x="150876" y="137672"/>
                </a:lnTo>
                <a:lnTo>
                  <a:pt x="110332" y="97128"/>
                </a:lnTo>
                <a:cubicBezTo>
                  <a:pt x="108439" y="95244"/>
                  <a:pt x="106244" y="94302"/>
                  <a:pt x="103730" y="94302"/>
                </a:cubicBezTo>
                <a:cubicBezTo>
                  <a:pt x="101215" y="94302"/>
                  <a:pt x="99011" y="95244"/>
                  <a:pt x="97128" y="97128"/>
                </a:cubicBezTo>
                <a:cubicBezTo>
                  <a:pt x="95244" y="99011"/>
                  <a:pt x="94302" y="101215"/>
                  <a:pt x="94302" y="103730"/>
                </a:cubicBezTo>
                <a:cubicBezTo>
                  <a:pt x="94302" y="106244"/>
                  <a:pt x="95244" y="108439"/>
                  <a:pt x="97128" y="110332"/>
                </a:cubicBezTo>
                <a:lnTo>
                  <a:pt x="137672" y="150876"/>
                </a:lnTo>
                <a:lnTo>
                  <a:pt x="97128" y="191420"/>
                </a:lnTo>
                <a:cubicBezTo>
                  <a:pt x="95244" y="193313"/>
                  <a:pt x="94302" y="195508"/>
                  <a:pt x="94302" y="198022"/>
                </a:cubicBezTo>
                <a:cubicBezTo>
                  <a:pt x="94302" y="200537"/>
                  <a:pt x="95244" y="202741"/>
                  <a:pt x="97128" y="204624"/>
                </a:cubicBezTo>
                <a:cubicBezTo>
                  <a:pt x="99011" y="206508"/>
                  <a:pt x="101215" y="207459"/>
                  <a:pt x="103730" y="207459"/>
                </a:cubicBezTo>
                <a:cubicBezTo>
                  <a:pt x="106244" y="207459"/>
                  <a:pt x="108439" y="206508"/>
                  <a:pt x="110332" y="204624"/>
                </a:cubicBezTo>
                <a:lnTo>
                  <a:pt x="150876" y="164080"/>
                </a:lnTo>
                <a:close/>
                <a:moveTo>
                  <a:pt x="150876" y="276606"/>
                </a:moveTo>
                <a:cubicBezTo>
                  <a:pt x="133694" y="276606"/>
                  <a:pt x="117455" y="273360"/>
                  <a:pt x="102157" y="266858"/>
                </a:cubicBezTo>
                <a:cubicBezTo>
                  <a:pt x="86859" y="260156"/>
                  <a:pt x="73554" y="251149"/>
                  <a:pt x="62234" y="239829"/>
                </a:cubicBezTo>
                <a:cubicBezTo>
                  <a:pt x="50713" y="228307"/>
                  <a:pt x="41697" y="214893"/>
                  <a:pt x="35204" y="199595"/>
                </a:cubicBezTo>
                <a:cubicBezTo>
                  <a:pt x="28502" y="184297"/>
                  <a:pt x="25146" y="168058"/>
                  <a:pt x="25146" y="150876"/>
                </a:cubicBezTo>
                <a:cubicBezTo>
                  <a:pt x="25146" y="133484"/>
                  <a:pt x="28502" y="117135"/>
                  <a:pt x="35204" y="101846"/>
                </a:cubicBezTo>
                <a:cubicBezTo>
                  <a:pt x="41697" y="86548"/>
                  <a:pt x="50713" y="73234"/>
                  <a:pt x="62234" y="61923"/>
                </a:cubicBezTo>
                <a:cubicBezTo>
                  <a:pt x="73554" y="50603"/>
                  <a:pt x="86859" y="41697"/>
                  <a:pt x="102157" y="35204"/>
                </a:cubicBezTo>
                <a:cubicBezTo>
                  <a:pt x="117455" y="28502"/>
                  <a:pt x="133694" y="25146"/>
                  <a:pt x="150876" y="25146"/>
                </a:cubicBezTo>
                <a:cubicBezTo>
                  <a:pt x="168268" y="25146"/>
                  <a:pt x="184617" y="28502"/>
                  <a:pt x="199915" y="35204"/>
                </a:cubicBezTo>
                <a:cubicBezTo>
                  <a:pt x="215204" y="41697"/>
                  <a:pt x="228518" y="50603"/>
                  <a:pt x="239829" y="61923"/>
                </a:cubicBezTo>
                <a:cubicBezTo>
                  <a:pt x="251149" y="73234"/>
                  <a:pt x="260156" y="86548"/>
                  <a:pt x="266858" y="101846"/>
                </a:cubicBezTo>
                <a:cubicBezTo>
                  <a:pt x="273360" y="117135"/>
                  <a:pt x="276606" y="133484"/>
                  <a:pt x="276606" y="150876"/>
                </a:cubicBezTo>
                <a:cubicBezTo>
                  <a:pt x="276606" y="168058"/>
                  <a:pt x="273360" y="184297"/>
                  <a:pt x="266858" y="199595"/>
                </a:cubicBezTo>
                <a:cubicBezTo>
                  <a:pt x="260156" y="214893"/>
                  <a:pt x="251149" y="228307"/>
                  <a:pt x="239829" y="239829"/>
                </a:cubicBezTo>
                <a:cubicBezTo>
                  <a:pt x="228518" y="251149"/>
                  <a:pt x="215204" y="260156"/>
                  <a:pt x="199915" y="266858"/>
                </a:cubicBezTo>
                <a:cubicBezTo>
                  <a:pt x="184617" y="273360"/>
                  <a:pt x="168268" y="276606"/>
                  <a:pt x="150876" y="276606"/>
                </a:cubicBezTo>
                <a:close/>
                <a:moveTo>
                  <a:pt x="150876" y="257751"/>
                </a:moveTo>
                <a:cubicBezTo>
                  <a:pt x="180631" y="257751"/>
                  <a:pt x="205886" y="247373"/>
                  <a:pt x="226625" y="226625"/>
                </a:cubicBezTo>
                <a:cubicBezTo>
                  <a:pt x="247373" y="205676"/>
                  <a:pt x="257751" y="180420"/>
                  <a:pt x="257751" y="150876"/>
                </a:cubicBezTo>
                <a:cubicBezTo>
                  <a:pt x="257751" y="121121"/>
                  <a:pt x="247373" y="95866"/>
                  <a:pt x="226625" y="75127"/>
                </a:cubicBezTo>
                <a:cubicBezTo>
                  <a:pt x="205886" y="54379"/>
                  <a:pt x="180631" y="44010"/>
                  <a:pt x="150876" y="44010"/>
                </a:cubicBezTo>
                <a:cubicBezTo>
                  <a:pt x="121332" y="44010"/>
                  <a:pt x="96186" y="54379"/>
                  <a:pt x="75438" y="75127"/>
                </a:cubicBezTo>
                <a:cubicBezTo>
                  <a:pt x="54480" y="95866"/>
                  <a:pt x="44010" y="121121"/>
                  <a:pt x="44010" y="150876"/>
                </a:cubicBezTo>
                <a:cubicBezTo>
                  <a:pt x="44010" y="180420"/>
                  <a:pt x="54480" y="205676"/>
                  <a:pt x="75438" y="226625"/>
                </a:cubicBezTo>
                <a:cubicBezTo>
                  <a:pt x="96186" y="247373"/>
                  <a:pt x="121332" y="257751"/>
                  <a:pt x="150876" y="257751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9405884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750" dirty="0"/>
          </a:p>
        </p:txBody>
      </p:sp>
      <p:sp>
        <p:nvSpPr>
          <p:cNvPr id="120" name="圖示 阻擋"/>
          <p:cNvSpPr/>
          <p:nvPr/>
        </p:nvSpPr>
        <p:spPr>
          <a:xfrm>
            <a:off x="10105377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1846" y="266858"/>
                </a:moveTo>
                <a:cubicBezTo>
                  <a:pt x="86548" y="260156"/>
                  <a:pt x="73234" y="251149"/>
                  <a:pt x="61923" y="239829"/>
                </a:cubicBezTo>
                <a:cubicBezTo>
                  <a:pt x="50603" y="228518"/>
                  <a:pt x="41697" y="215204"/>
                  <a:pt x="35204" y="199915"/>
                </a:cubicBezTo>
                <a:cubicBezTo>
                  <a:pt x="28502" y="184617"/>
                  <a:pt x="25146" y="168268"/>
                  <a:pt x="25146" y="150876"/>
                </a:cubicBezTo>
                <a:cubicBezTo>
                  <a:pt x="25146" y="133484"/>
                  <a:pt x="28502" y="117135"/>
                  <a:pt x="35204" y="101846"/>
                </a:cubicBezTo>
                <a:cubicBezTo>
                  <a:pt x="41697" y="86548"/>
                  <a:pt x="50603" y="73234"/>
                  <a:pt x="61923" y="61923"/>
                </a:cubicBezTo>
                <a:cubicBezTo>
                  <a:pt x="73234" y="50603"/>
                  <a:pt x="86548" y="41697"/>
                  <a:pt x="101846" y="35204"/>
                </a:cubicBezTo>
                <a:cubicBezTo>
                  <a:pt x="117135" y="28502"/>
                  <a:pt x="133484" y="25146"/>
                  <a:pt x="150876" y="25146"/>
                </a:cubicBezTo>
                <a:cubicBezTo>
                  <a:pt x="168268" y="25146"/>
                  <a:pt x="184617" y="28502"/>
                  <a:pt x="199915" y="35204"/>
                </a:cubicBezTo>
                <a:cubicBezTo>
                  <a:pt x="215204" y="41697"/>
                  <a:pt x="228518" y="50603"/>
                  <a:pt x="239829" y="61923"/>
                </a:cubicBezTo>
                <a:cubicBezTo>
                  <a:pt x="251149" y="73234"/>
                  <a:pt x="260156" y="86548"/>
                  <a:pt x="266858" y="101846"/>
                </a:cubicBezTo>
                <a:cubicBezTo>
                  <a:pt x="273360" y="117135"/>
                  <a:pt x="276606" y="133484"/>
                  <a:pt x="276606" y="150876"/>
                </a:cubicBezTo>
                <a:cubicBezTo>
                  <a:pt x="276606" y="168268"/>
                  <a:pt x="273360" y="184617"/>
                  <a:pt x="266858" y="199915"/>
                </a:cubicBezTo>
                <a:cubicBezTo>
                  <a:pt x="260156" y="215204"/>
                  <a:pt x="251149" y="228518"/>
                  <a:pt x="239829" y="239829"/>
                </a:cubicBezTo>
                <a:cubicBezTo>
                  <a:pt x="228518" y="251149"/>
                  <a:pt x="215204" y="260156"/>
                  <a:pt x="199915" y="266858"/>
                </a:cubicBezTo>
                <a:cubicBezTo>
                  <a:pt x="184617" y="273360"/>
                  <a:pt x="168268" y="276606"/>
                  <a:pt x="150876" y="276606"/>
                </a:cubicBezTo>
                <a:cubicBezTo>
                  <a:pt x="133484" y="276606"/>
                  <a:pt x="117135" y="273360"/>
                  <a:pt x="101846" y="266858"/>
                </a:cubicBezTo>
                <a:close/>
                <a:moveTo>
                  <a:pt x="150876" y="257751"/>
                </a:moveTo>
                <a:cubicBezTo>
                  <a:pt x="163659" y="257751"/>
                  <a:pt x="176022" y="255648"/>
                  <a:pt x="187964" y="251460"/>
                </a:cubicBezTo>
                <a:cubicBezTo>
                  <a:pt x="199705" y="247062"/>
                  <a:pt x="210285" y="240771"/>
                  <a:pt x="219712" y="232605"/>
                </a:cubicBezTo>
                <a:lnTo>
                  <a:pt x="69156" y="82040"/>
                </a:lnTo>
                <a:cubicBezTo>
                  <a:pt x="61192" y="91678"/>
                  <a:pt x="55010" y="102367"/>
                  <a:pt x="50603" y="114099"/>
                </a:cubicBezTo>
                <a:cubicBezTo>
                  <a:pt x="46205" y="125831"/>
                  <a:pt x="44010" y="138093"/>
                  <a:pt x="44010" y="150876"/>
                </a:cubicBezTo>
                <a:cubicBezTo>
                  <a:pt x="44010" y="180631"/>
                  <a:pt x="54379" y="205886"/>
                  <a:pt x="75127" y="226625"/>
                </a:cubicBezTo>
                <a:cubicBezTo>
                  <a:pt x="95866" y="247373"/>
                  <a:pt x="121121" y="257751"/>
                  <a:pt x="150876" y="257751"/>
                </a:cubicBezTo>
                <a:close/>
                <a:moveTo>
                  <a:pt x="232285" y="219712"/>
                </a:moveTo>
                <a:cubicBezTo>
                  <a:pt x="240039" y="210285"/>
                  <a:pt x="246220" y="199705"/>
                  <a:pt x="250829" y="187964"/>
                </a:cubicBezTo>
                <a:cubicBezTo>
                  <a:pt x="255438" y="176022"/>
                  <a:pt x="257751" y="163659"/>
                  <a:pt x="257751" y="150876"/>
                </a:cubicBezTo>
                <a:cubicBezTo>
                  <a:pt x="257751" y="121121"/>
                  <a:pt x="247373" y="95866"/>
                  <a:pt x="226625" y="75127"/>
                </a:cubicBezTo>
                <a:cubicBezTo>
                  <a:pt x="205886" y="54379"/>
                  <a:pt x="180631" y="44010"/>
                  <a:pt x="150876" y="44010"/>
                </a:cubicBezTo>
                <a:cubicBezTo>
                  <a:pt x="138093" y="44010"/>
                  <a:pt x="125831" y="46205"/>
                  <a:pt x="114099" y="50603"/>
                </a:cubicBezTo>
                <a:cubicBezTo>
                  <a:pt x="102367" y="55010"/>
                  <a:pt x="91678" y="61292"/>
                  <a:pt x="82040" y="69467"/>
                </a:cubicBezTo>
                <a:lnTo>
                  <a:pt x="232285" y="219712"/>
                </a:ln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9960605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阻擋</a:t>
            </a:r>
            <a:endParaRPr lang="en-US" sz="750" dirty="0"/>
          </a:p>
        </p:txBody>
      </p:sp>
      <p:sp>
        <p:nvSpPr>
          <p:cNvPr id="122" name="圖示 警示"/>
          <p:cNvSpPr/>
          <p:nvPr/>
        </p:nvSpPr>
        <p:spPr>
          <a:xfrm>
            <a:off x="10660098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8922" y="264033"/>
                </a:moveTo>
                <a:cubicBezTo>
                  <a:pt x="27030" y="264033"/>
                  <a:pt x="25457" y="263612"/>
                  <a:pt x="24204" y="262780"/>
                </a:cubicBezTo>
                <a:cubicBezTo>
                  <a:pt x="22732" y="261939"/>
                  <a:pt x="21580" y="260787"/>
                  <a:pt x="20748" y="259315"/>
                </a:cubicBezTo>
                <a:cubicBezTo>
                  <a:pt x="19906" y="257852"/>
                  <a:pt x="19486" y="256389"/>
                  <a:pt x="19486" y="254916"/>
                </a:cubicBezTo>
                <a:cubicBezTo>
                  <a:pt x="19276" y="253243"/>
                  <a:pt x="19696" y="251561"/>
                  <a:pt x="20748" y="249887"/>
                </a:cubicBezTo>
                <a:lnTo>
                  <a:pt x="142701" y="39292"/>
                </a:lnTo>
                <a:cubicBezTo>
                  <a:pt x="143753" y="37618"/>
                  <a:pt x="145006" y="36466"/>
                  <a:pt x="146478" y="35835"/>
                </a:cubicBezTo>
                <a:cubicBezTo>
                  <a:pt x="147730" y="34994"/>
                  <a:pt x="149203" y="34573"/>
                  <a:pt x="150876" y="34573"/>
                </a:cubicBezTo>
                <a:cubicBezTo>
                  <a:pt x="152549" y="34573"/>
                  <a:pt x="154122" y="34994"/>
                  <a:pt x="155594" y="35835"/>
                </a:cubicBezTo>
                <a:cubicBezTo>
                  <a:pt x="156847" y="36466"/>
                  <a:pt x="157999" y="37618"/>
                  <a:pt x="159051" y="39292"/>
                </a:cubicBezTo>
                <a:lnTo>
                  <a:pt x="281004" y="249887"/>
                </a:lnTo>
                <a:cubicBezTo>
                  <a:pt x="282056" y="251561"/>
                  <a:pt x="282577" y="253243"/>
                  <a:pt x="282577" y="254916"/>
                </a:cubicBezTo>
                <a:cubicBezTo>
                  <a:pt x="282367" y="256389"/>
                  <a:pt x="281846" y="257852"/>
                  <a:pt x="281004" y="259315"/>
                </a:cubicBezTo>
                <a:cubicBezTo>
                  <a:pt x="280172" y="260787"/>
                  <a:pt x="279121" y="261939"/>
                  <a:pt x="277868" y="262780"/>
                </a:cubicBezTo>
                <a:cubicBezTo>
                  <a:pt x="276396" y="263612"/>
                  <a:pt x="274722" y="264033"/>
                  <a:pt x="272839" y="264033"/>
                </a:cubicBezTo>
                <a:lnTo>
                  <a:pt x="28922" y="264033"/>
                </a:lnTo>
                <a:close/>
                <a:moveTo>
                  <a:pt x="45263" y="245178"/>
                </a:moveTo>
                <a:lnTo>
                  <a:pt x="256489" y="245178"/>
                </a:lnTo>
                <a:lnTo>
                  <a:pt x="150876" y="62865"/>
                </a:lnTo>
                <a:lnTo>
                  <a:pt x="45263" y="245178"/>
                </a:lnTo>
                <a:close/>
                <a:moveTo>
                  <a:pt x="159051" y="224741"/>
                </a:moveTo>
                <a:cubicBezTo>
                  <a:pt x="160724" y="222858"/>
                  <a:pt x="161565" y="220553"/>
                  <a:pt x="161565" y="217828"/>
                </a:cubicBezTo>
                <a:cubicBezTo>
                  <a:pt x="161565" y="215103"/>
                  <a:pt x="160724" y="212900"/>
                  <a:pt x="159051" y="211226"/>
                </a:cubicBezTo>
                <a:cubicBezTo>
                  <a:pt x="157167" y="209343"/>
                  <a:pt x="154854" y="208401"/>
                  <a:pt x="152138" y="208401"/>
                </a:cubicBezTo>
                <a:cubicBezTo>
                  <a:pt x="149413" y="208401"/>
                  <a:pt x="147209" y="209343"/>
                  <a:pt x="145536" y="211226"/>
                </a:cubicBezTo>
                <a:cubicBezTo>
                  <a:pt x="143643" y="212900"/>
                  <a:pt x="142701" y="215103"/>
                  <a:pt x="142701" y="217828"/>
                </a:cubicBezTo>
                <a:cubicBezTo>
                  <a:pt x="142701" y="220553"/>
                  <a:pt x="143643" y="222858"/>
                  <a:pt x="145536" y="224741"/>
                </a:cubicBezTo>
                <a:cubicBezTo>
                  <a:pt x="147209" y="226415"/>
                  <a:pt x="149413" y="227256"/>
                  <a:pt x="152138" y="227256"/>
                </a:cubicBezTo>
                <a:cubicBezTo>
                  <a:pt x="154854" y="227256"/>
                  <a:pt x="157167" y="226415"/>
                  <a:pt x="159051" y="224741"/>
                </a:cubicBezTo>
                <a:close/>
                <a:moveTo>
                  <a:pt x="159051" y="189857"/>
                </a:moveTo>
                <a:cubicBezTo>
                  <a:pt x="160724" y="187964"/>
                  <a:pt x="161565" y="185660"/>
                  <a:pt x="161565" y="182935"/>
                </a:cubicBezTo>
                <a:lnTo>
                  <a:pt x="161565" y="131390"/>
                </a:lnTo>
                <a:cubicBezTo>
                  <a:pt x="161565" y="128665"/>
                  <a:pt x="160724" y="126462"/>
                  <a:pt x="159051" y="124788"/>
                </a:cubicBezTo>
                <a:cubicBezTo>
                  <a:pt x="157167" y="122905"/>
                  <a:pt x="154854" y="121963"/>
                  <a:pt x="152138" y="121963"/>
                </a:cubicBezTo>
                <a:cubicBezTo>
                  <a:pt x="149413" y="121963"/>
                  <a:pt x="147209" y="122905"/>
                  <a:pt x="145536" y="124788"/>
                </a:cubicBezTo>
                <a:cubicBezTo>
                  <a:pt x="143643" y="126462"/>
                  <a:pt x="142701" y="128665"/>
                  <a:pt x="142701" y="131390"/>
                </a:cubicBezTo>
                <a:lnTo>
                  <a:pt x="142701" y="182935"/>
                </a:lnTo>
                <a:cubicBezTo>
                  <a:pt x="142701" y="185660"/>
                  <a:pt x="143643" y="187964"/>
                  <a:pt x="145536" y="189857"/>
                </a:cubicBezTo>
                <a:cubicBezTo>
                  <a:pt x="147209" y="191530"/>
                  <a:pt x="149413" y="192371"/>
                  <a:pt x="152138" y="192371"/>
                </a:cubicBezTo>
                <a:cubicBezTo>
                  <a:pt x="154854" y="192371"/>
                  <a:pt x="157167" y="191530"/>
                  <a:pt x="159051" y="189857"/>
                </a:cubicBezTo>
                <a:close/>
                <a:moveTo>
                  <a:pt x="150876" y="154022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10515326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750" dirty="0"/>
          </a:p>
        </p:txBody>
      </p:sp>
      <p:sp>
        <p:nvSpPr>
          <p:cNvPr id="124" name="圖示 異常"/>
          <p:cNvSpPr/>
          <p:nvPr/>
        </p:nvSpPr>
        <p:spPr>
          <a:xfrm>
            <a:off x="11214819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8420" y="210916"/>
                </a:moveTo>
                <a:cubicBezTo>
                  <a:pt x="160303" y="208812"/>
                  <a:pt x="161245" y="206298"/>
                  <a:pt x="161245" y="203372"/>
                </a:cubicBezTo>
                <a:cubicBezTo>
                  <a:pt x="161245" y="200436"/>
                  <a:pt x="160303" y="198022"/>
                  <a:pt x="158420" y="196139"/>
                </a:cubicBezTo>
                <a:cubicBezTo>
                  <a:pt x="156326" y="194045"/>
                  <a:pt x="153811" y="192993"/>
                  <a:pt x="150876" y="192993"/>
                </a:cubicBezTo>
                <a:cubicBezTo>
                  <a:pt x="147941" y="192993"/>
                  <a:pt x="145536" y="193935"/>
                  <a:pt x="143643" y="195828"/>
                </a:cubicBezTo>
                <a:cubicBezTo>
                  <a:pt x="141549" y="197922"/>
                  <a:pt x="140507" y="200436"/>
                  <a:pt x="140507" y="203372"/>
                </a:cubicBezTo>
                <a:cubicBezTo>
                  <a:pt x="140507" y="206298"/>
                  <a:pt x="141449" y="208812"/>
                  <a:pt x="143332" y="210916"/>
                </a:cubicBezTo>
                <a:cubicBezTo>
                  <a:pt x="145426" y="212799"/>
                  <a:pt x="147941" y="213741"/>
                  <a:pt x="150876" y="213741"/>
                </a:cubicBezTo>
                <a:cubicBezTo>
                  <a:pt x="153811" y="213741"/>
                  <a:pt x="156326" y="212799"/>
                  <a:pt x="158420" y="210916"/>
                </a:cubicBezTo>
                <a:close/>
                <a:moveTo>
                  <a:pt x="158731" y="162818"/>
                </a:moveTo>
                <a:cubicBezTo>
                  <a:pt x="160413" y="161145"/>
                  <a:pt x="161245" y="158941"/>
                  <a:pt x="161245" y="156216"/>
                </a:cubicBezTo>
                <a:lnTo>
                  <a:pt x="161245" y="95555"/>
                </a:lnTo>
                <a:cubicBezTo>
                  <a:pt x="161245" y="92830"/>
                  <a:pt x="160303" y="90626"/>
                  <a:pt x="158420" y="88953"/>
                </a:cubicBezTo>
                <a:cubicBezTo>
                  <a:pt x="156746" y="87069"/>
                  <a:pt x="154543" y="86127"/>
                  <a:pt x="151818" y="86127"/>
                </a:cubicBezTo>
                <a:cubicBezTo>
                  <a:pt x="149093" y="86127"/>
                  <a:pt x="146898" y="87069"/>
                  <a:pt x="145216" y="88953"/>
                </a:cubicBezTo>
                <a:cubicBezTo>
                  <a:pt x="143332" y="90626"/>
                  <a:pt x="142390" y="92830"/>
                  <a:pt x="142390" y="95555"/>
                </a:cubicBezTo>
                <a:lnTo>
                  <a:pt x="142390" y="156216"/>
                </a:lnTo>
                <a:cubicBezTo>
                  <a:pt x="142390" y="158941"/>
                  <a:pt x="143332" y="161145"/>
                  <a:pt x="145216" y="162818"/>
                </a:cubicBezTo>
                <a:cubicBezTo>
                  <a:pt x="146898" y="164711"/>
                  <a:pt x="149093" y="165653"/>
                  <a:pt x="151818" y="165653"/>
                </a:cubicBezTo>
                <a:cubicBezTo>
                  <a:pt x="154543" y="165653"/>
                  <a:pt x="156847" y="164711"/>
                  <a:pt x="158731" y="162818"/>
                </a:cubicBezTo>
                <a:close/>
                <a:moveTo>
                  <a:pt x="150876" y="276606"/>
                </a:moveTo>
                <a:cubicBezTo>
                  <a:pt x="133694" y="276606"/>
                  <a:pt x="117455" y="273360"/>
                  <a:pt x="102157" y="266858"/>
                </a:cubicBezTo>
                <a:cubicBezTo>
                  <a:pt x="86859" y="260156"/>
                  <a:pt x="73554" y="251149"/>
                  <a:pt x="62234" y="239829"/>
                </a:cubicBezTo>
                <a:cubicBezTo>
                  <a:pt x="50713" y="228307"/>
                  <a:pt x="41697" y="214893"/>
                  <a:pt x="35204" y="199595"/>
                </a:cubicBezTo>
                <a:cubicBezTo>
                  <a:pt x="28502" y="184297"/>
                  <a:pt x="25146" y="168058"/>
                  <a:pt x="25146" y="150876"/>
                </a:cubicBezTo>
                <a:cubicBezTo>
                  <a:pt x="25146" y="133484"/>
                  <a:pt x="28502" y="117135"/>
                  <a:pt x="35204" y="101846"/>
                </a:cubicBezTo>
                <a:cubicBezTo>
                  <a:pt x="41697" y="86548"/>
                  <a:pt x="50713" y="73234"/>
                  <a:pt x="62234" y="61923"/>
                </a:cubicBezTo>
                <a:cubicBezTo>
                  <a:pt x="73554" y="50603"/>
                  <a:pt x="86859" y="41697"/>
                  <a:pt x="102157" y="35204"/>
                </a:cubicBezTo>
                <a:cubicBezTo>
                  <a:pt x="117455" y="28502"/>
                  <a:pt x="133795" y="25146"/>
                  <a:pt x="151187" y="25146"/>
                </a:cubicBezTo>
                <a:cubicBezTo>
                  <a:pt x="168378" y="25146"/>
                  <a:pt x="184617" y="28502"/>
                  <a:pt x="199915" y="35204"/>
                </a:cubicBezTo>
                <a:cubicBezTo>
                  <a:pt x="215204" y="41697"/>
                  <a:pt x="228518" y="50603"/>
                  <a:pt x="239829" y="61923"/>
                </a:cubicBezTo>
                <a:cubicBezTo>
                  <a:pt x="251149" y="73234"/>
                  <a:pt x="260156" y="86548"/>
                  <a:pt x="266858" y="101846"/>
                </a:cubicBezTo>
                <a:cubicBezTo>
                  <a:pt x="273360" y="117135"/>
                  <a:pt x="276606" y="133484"/>
                  <a:pt x="276606" y="150876"/>
                </a:cubicBezTo>
                <a:cubicBezTo>
                  <a:pt x="276606" y="168058"/>
                  <a:pt x="273360" y="184297"/>
                  <a:pt x="266858" y="199595"/>
                </a:cubicBezTo>
                <a:cubicBezTo>
                  <a:pt x="260156" y="214893"/>
                  <a:pt x="251149" y="228198"/>
                  <a:pt x="239829" y="239518"/>
                </a:cubicBezTo>
                <a:cubicBezTo>
                  <a:pt x="228518" y="251039"/>
                  <a:pt x="215204" y="260055"/>
                  <a:pt x="199915" y="266548"/>
                </a:cubicBezTo>
                <a:cubicBezTo>
                  <a:pt x="184617" y="273250"/>
                  <a:pt x="168268" y="276606"/>
                  <a:pt x="150876" y="276606"/>
                </a:cubicBezTo>
                <a:close/>
                <a:moveTo>
                  <a:pt x="151187" y="257751"/>
                </a:moveTo>
                <a:cubicBezTo>
                  <a:pt x="180740" y="257751"/>
                  <a:pt x="205886" y="247373"/>
                  <a:pt x="226625" y="226625"/>
                </a:cubicBezTo>
                <a:cubicBezTo>
                  <a:pt x="247373" y="205676"/>
                  <a:pt x="257751" y="180420"/>
                  <a:pt x="257751" y="150876"/>
                </a:cubicBezTo>
                <a:cubicBezTo>
                  <a:pt x="257751" y="121121"/>
                  <a:pt x="247373" y="95866"/>
                  <a:pt x="226625" y="75127"/>
                </a:cubicBezTo>
                <a:cubicBezTo>
                  <a:pt x="205886" y="54379"/>
                  <a:pt x="180631" y="44010"/>
                  <a:pt x="150876" y="44010"/>
                </a:cubicBezTo>
                <a:cubicBezTo>
                  <a:pt x="121332" y="44010"/>
                  <a:pt x="96186" y="54379"/>
                  <a:pt x="75438" y="75127"/>
                </a:cubicBezTo>
                <a:cubicBezTo>
                  <a:pt x="54480" y="95866"/>
                  <a:pt x="44010" y="121121"/>
                  <a:pt x="44010" y="150876"/>
                </a:cubicBezTo>
                <a:cubicBezTo>
                  <a:pt x="44010" y="180420"/>
                  <a:pt x="54480" y="205676"/>
                  <a:pt x="75438" y="226625"/>
                </a:cubicBezTo>
                <a:cubicBezTo>
                  <a:pt x="96186" y="247373"/>
                  <a:pt x="121432" y="257751"/>
                  <a:pt x="151187" y="257751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圖說"/>
          <p:cNvSpPr/>
          <p:nvPr/>
        </p:nvSpPr>
        <p:spPr>
          <a:xfrm>
            <a:off x="11070046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750" dirty="0"/>
          </a:p>
        </p:txBody>
      </p:sp>
      <p:sp>
        <p:nvSpPr>
          <p:cNvPr id="126" name="圖示 緊急"/>
          <p:cNvSpPr/>
          <p:nvPr/>
        </p:nvSpPr>
        <p:spPr>
          <a:xfrm>
            <a:off x="675124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64033"/>
                </a:moveTo>
                <a:cubicBezTo>
                  <a:pt x="144795" y="264033"/>
                  <a:pt x="139665" y="261829"/>
                  <a:pt x="135478" y="257431"/>
                </a:cubicBezTo>
                <a:cubicBezTo>
                  <a:pt x="131070" y="253243"/>
                  <a:pt x="128876" y="248104"/>
                  <a:pt x="128876" y="242033"/>
                </a:cubicBezTo>
                <a:cubicBezTo>
                  <a:pt x="128876" y="235952"/>
                  <a:pt x="131070" y="230822"/>
                  <a:pt x="135478" y="226625"/>
                </a:cubicBezTo>
                <a:cubicBezTo>
                  <a:pt x="139665" y="222227"/>
                  <a:pt x="144795" y="220032"/>
                  <a:pt x="150876" y="220032"/>
                </a:cubicBezTo>
                <a:cubicBezTo>
                  <a:pt x="156957" y="220032"/>
                  <a:pt x="162196" y="222227"/>
                  <a:pt x="166595" y="226625"/>
                </a:cubicBezTo>
                <a:cubicBezTo>
                  <a:pt x="170782" y="230822"/>
                  <a:pt x="172876" y="235952"/>
                  <a:pt x="172876" y="242033"/>
                </a:cubicBezTo>
                <a:cubicBezTo>
                  <a:pt x="172876" y="248104"/>
                  <a:pt x="170682" y="253344"/>
                  <a:pt x="166274" y="257751"/>
                </a:cubicBezTo>
                <a:cubicBezTo>
                  <a:pt x="162087" y="261939"/>
                  <a:pt x="156957" y="264033"/>
                  <a:pt x="150876" y="264033"/>
                </a:cubicBezTo>
                <a:close/>
                <a:moveTo>
                  <a:pt x="150876" y="188595"/>
                </a:moveTo>
                <a:cubicBezTo>
                  <a:pt x="144795" y="188595"/>
                  <a:pt x="139665" y="186391"/>
                  <a:pt x="135478" y="181993"/>
                </a:cubicBezTo>
                <a:cubicBezTo>
                  <a:pt x="131070" y="177805"/>
                  <a:pt x="128876" y="172666"/>
                  <a:pt x="128876" y="166595"/>
                </a:cubicBezTo>
                <a:lnTo>
                  <a:pt x="128876" y="59719"/>
                </a:lnTo>
                <a:cubicBezTo>
                  <a:pt x="128876" y="53648"/>
                  <a:pt x="131070" y="48509"/>
                  <a:pt x="135478" y="44321"/>
                </a:cubicBezTo>
                <a:cubicBezTo>
                  <a:pt x="139665" y="39923"/>
                  <a:pt x="144795" y="37719"/>
                  <a:pt x="150876" y="37719"/>
                </a:cubicBezTo>
                <a:cubicBezTo>
                  <a:pt x="156957" y="37719"/>
                  <a:pt x="162196" y="39923"/>
                  <a:pt x="166595" y="44321"/>
                </a:cubicBezTo>
                <a:cubicBezTo>
                  <a:pt x="170782" y="48509"/>
                  <a:pt x="172876" y="53648"/>
                  <a:pt x="172876" y="59719"/>
                </a:cubicBezTo>
                <a:lnTo>
                  <a:pt x="172876" y="166595"/>
                </a:lnTo>
                <a:cubicBezTo>
                  <a:pt x="172876" y="172666"/>
                  <a:pt x="170682" y="177805"/>
                  <a:pt x="166274" y="181993"/>
                </a:cubicBezTo>
                <a:cubicBezTo>
                  <a:pt x="162087" y="186391"/>
                  <a:pt x="156957" y="188595"/>
                  <a:pt x="150876" y="188595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圖說"/>
          <p:cNvSpPr/>
          <p:nvPr/>
        </p:nvSpPr>
        <p:spPr>
          <a:xfrm>
            <a:off x="530352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</a:t>
            </a:r>
            <a:endParaRPr lang="en-US" sz="750" dirty="0"/>
          </a:p>
        </p:txBody>
      </p:sp>
      <p:sp>
        <p:nvSpPr>
          <p:cNvPr id="128" name="圖示 資訊"/>
          <p:cNvSpPr/>
          <p:nvPr/>
        </p:nvSpPr>
        <p:spPr>
          <a:xfrm>
            <a:off x="1229845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8731" y="210916"/>
                </a:moveTo>
                <a:cubicBezTo>
                  <a:pt x="160413" y="209233"/>
                  <a:pt x="161245" y="207038"/>
                  <a:pt x="161245" y="204314"/>
                </a:cubicBezTo>
                <a:lnTo>
                  <a:pt x="161245" y="147730"/>
                </a:lnTo>
                <a:cubicBezTo>
                  <a:pt x="161245" y="145006"/>
                  <a:pt x="160303" y="142811"/>
                  <a:pt x="158420" y="141128"/>
                </a:cubicBezTo>
                <a:cubicBezTo>
                  <a:pt x="156746" y="139245"/>
                  <a:pt x="154543" y="138303"/>
                  <a:pt x="151818" y="138303"/>
                </a:cubicBezTo>
                <a:cubicBezTo>
                  <a:pt x="149093" y="138303"/>
                  <a:pt x="146898" y="139245"/>
                  <a:pt x="145216" y="141128"/>
                </a:cubicBezTo>
                <a:cubicBezTo>
                  <a:pt x="143332" y="142811"/>
                  <a:pt x="142390" y="145006"/>
                  <a:pt x="142390" y="147730"/>
                </a:cubicBezTo>
                <a:lnTo>
                  <a:pt x="142390" y="204314"/>
                </a:lnTo>
                <a:cubicBezTo>
                  <a:pt x="142390" y="207038"/>
                  <a:pt x="143332" y="209233"/>
                  <a:pt x="145216" y="210916"/>
                </a:cubicBezTo>
                <a:cubicBezTo>
                  <a:pt x="146898" y="212799"/>
                  <a:pt x="149093" y="213741"/>
                  <a:pt x="151818" y="213741"/>
                </a:cubicBezTo>
                <a:cubicBezTo>
                  <a:pt x="154543" y="213741"/>
                  <a:pt x="156847" y="212799"/>
                  <a:pt x="158731" y="210916"/>
                </a:cubicBezTo>
                <a:close/>
                <a:moveTo>
                  <a:pt x="158420" y="112215"/>
                </a:moveTo>
                <a:cubicBezTo>
                  <a:pt x="160303" y="110332"/>
                  <a:pt x="161245" y="107917"/>
                  <a:pt x="161245" y="104982"/>
                </a:cubicBezTo>
                <a:cubicBezTo>
                  <a:pt x="161245" y="102047"/>
                  <a:pt x="160303" y="99532"/>
                  <a:pt x="158420" y="97438"/>
                </a:cubicBezTo>
                <a:cubicBezTo>
                  <a:pt x="156326" y="95344"/>
                  <a:pt x="153811" y="94302"/>
                  <a:pt x="150876" y="94302"/>
                </a:cubicBezTo>
                <a:cubicBezTo>
                  <a:pt x="147941" y="94302"/>
                  <a:pt x="145536" y="95344"/>
                  <a:pt x="143643" y="97438"/>
                </a:cubicBezTo>
                <a:cubicBezTo>
                  <a:pt x="141549" y="99532"/>
                  <a:pt x="140507" y="102047"/>
                  <a:pt x="140507" y="104982"/>
                </a:cubicBezTo>
                <a:cubicBezTo>
                  <a:pt x="140507" y="107917"/>
                  <a:pt x="141449" y="110332"/>
                  <a:pt x="143332" y="112215"/>
                </a:cubicBezTo>
                <a:cubicBezTo>
                  <a:pt x="145426" y="114099"/>
                  <a:pt x="147941" y="115041"/>
                  <a:pt x="150876" y="115041"/>
                </a:cubicBezTo>
                <a:cubicBezTo>
                  <a:pt x="153811" y="115041"/>
                  <a:pt x="156326" y="114099"/>
                  <a:pt x="158420" y="112215"/>
                </a:cubicBezTo>
                <a:close/>
                <a:moveTo>
                  <a:pt x="150876" y="276606"/>
                </a:moveTo>
                <a:cubicBezTo>
                  <a:pt x="133694" y="276606"/>
                  <a:pt x="117455" y="273360"/>
                  <a:pt x="102157" y="266858"/>
                </a:cubicBezTo>
                <a:cubicBezTo>
                  <a:pt x="86859" y="260156"/>
                  <a:pt x="73554" y="251149"/>
                  <a:pt x="62234" y="239829"/>
                </a:cubicBezTo>
                <a:cubicBezTo>
                  <a:pt x="50713" y="228307"/>
                  <a:pt x="41697" y="214893"/>
                  <a:pt x="35204" y="199595"/>
                </a:cubicBezTo>
                <a:cubicBezTo>
                  <a:pt x="28502" y="184297"/>
                  <a:pt x="25146" y="168058"/>
                  <a:pt x="25146" y="150876"/>
                </a:cubicBezTo>
                <a:cubicBezTo>
                  <a:pt x="25146" y="133484"/>
                  <a:pt x="28502" y="117135"/>
                  <a:pt x="35204" y="101846"/>
                </a:cubicBezTo>
                <a:cubicBezTo>
                  <a:pt x="41697" y="86548"/>
                  <a:pt x="50713" y="73234"/>
                  <a:pt x="62234" y="61923"/>
                </a:cubicBezTo>
                <a:cubicBezTo>
                  <a:pt x="73554" y="50603"/>
                  <a:pt x="86859" y="41697"/>
                  <a:pt x="102157" y="35204"/>
                </a:cubicBezTo>
                <a:cubicBezTo>
                  <a:pt x="117455" y="28502"/>
                  <a:pt x="133795" y="25146"/>
                  <a:pt x="151187" y="25146"/>
                </a:cubicBezTo>
                <a:cubicBezTo>
                  <a:pt x="168378" y="25146"/>
                  <a:pt x="184617" y="28502"/>
                  <a:pt x="199915" y="35204"/>
                </a:cubicBezTo>
                <a:cubicBezTo>
                  <a:pt x="215204" y="41697"/>
                  <a:pt x="228518" y="50603"/>
                  <a:pt x="239829" y="61923"/>
                </a:cubicBezTo>
                <a:cubicBezTo>
                  <a:pt x="251149" y="73234"/>
                  <a:pt x="260156" y="86548"/>
                  <a:pt x="266858" y="101846"/>
                </a:cubicBezTo>
                <a:cubicBezTo>
                  <a:pt x="273360" y="117135"/>
                  <a:pt x="276606" y="133484"/>
                  <a:pt x="276606" y="150876"/>
                </a:cubicBezTo>
                <a:cubicBezTo>
                  <a:pt x="276606" y="168058"/>
                  <a:pt x="273360" y="184297"/>
                  <a:pt x="266858" y="199595"/>
                </a:cubicBezTo>
                <a:cubicBezTo>
                  <a:pt x="260156" y="214893"/>
                  <a:pt x="251149" y="228198"/>
                  <a:pt x="239829" y="239518"/>
                </a:cubicBezTo>
                <a:cubicBezTo>
                  <a:pt x="228518" y="251039"/>
                  <a:pt x="215204" y="260055"/>
                  <a:pt x="199915" y="266548"/>
                </a:cubicBezTo>
                <a:cubicBezTo>
                  <a:pt x="184617" y="273250"/>
                  <a:pt x="168268" y="276606"/>
                  <a:pt x="150876" y="276606"/>
                </a:cubicBezTo>
                <a:close/>
                <a:moveTo>
                  <a:pt x="151187" y="257751"/>
                </a:moveTo>
                <a:cubicBezTo>
                  <a:pt x="180740" y="257751"/>
                  <a:pt x="205886" y="247373"/>
                  <a:pt x="226625" y="226625"/>
                </a:cubicBezTo>
                <a:cubicBezTo>
                  <a:pt x="247373" y="205676"/>
                  <a:pt x="257751" y="180420"/>
                  <a:pt x="257751" y="150876"/>
                </a:cubicBezTo>
                <a:cubicBezTo>
                  <a:pt x="257751" y="121121"/>
                  <a:pt x="247373" y="95866"/>
                  <a:pt x="226625" y="75127"/>
                </a:cubicBezTo>
                <a:cubicBezTo>
                  <a:pt x="205886" y="54379"/>
                  <a:pt x="180631" y="44010"/>
                  <a:pt x="150876" y="44010"/>
                </a:cubicBezTo>
                <a:cubicBezTo>
                  <a:pt x="121332" y="44010"/>
                  <a:pt x="96186" y="54379"/>
                  <a:pt x="75438" y="75127"/>
                </a:cubicBezTo>
                <a:cubicBezTo>
                  <a:pt x="54480" y="95866"/>
                  <a:pt x="44010" y="121121"/>
                  <a:pt x="44010" y="150876"/>
                </a:cubicBezTo>
                <a:cubicBezTo>
                  <a:pt x="44010" y="180420"/>
                  <a:pt x="54480" y="205676"/>
                  <a:pt x="75438" y="226625"/>
                </a:cubicBezTo>
                <a:cubicBezTo>
                  <a:pt x="96186" y="247373"/>
                  <a:pt x="121432" y="257751"/>
                  <a:pt x="151187" y="257751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9" name="圖說"/>
          <p:cNvSpPr/>
          <p:nvPr/>
        </p:nvSpPr>
        <p:spPr>
          <a:xfrm>
            <a:off x="1085073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750" dirty="0"/>
          </a:p>
        </p:txBody>
      </p:sp>
      <p:sp>
        <p:nvSpPr>
          <p:cNvPr id="130" name="圖示 問題"/>
          <p:cNvSpPr/>
          <p:nvPr/>
        </p:nvSpPr>
        <p:spPr>
          <a:xfrm>
            <a:off x="1784566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0624" y="220654"/>
                </a:moveTo>
                <a:cubicBezTo>
                  <a:pt x="162928" y="218350"/>
                  <a:pt x="164080" y="215524"/>
                  <a:pt x="164080" y="212168"/>
                </a:cubicBezTo>
                <a:cubicBezTo>
                  <a:pt x="164080" y="208812"/>
                  <a:pt x="162928" y="205987"/>
                  <a:pt x="160624" y="203683"/>
                </a:cubicBezTo>
                <a:cubicBezTo>
                  <a:pt x="158319" y="201378"/>
                  <a:pt x="155485" y="200226"/>
                  <a:pt x="152138" y="200226"/>
                </a:cubicBezTo>
                <a:cubicBezTo>
                  <a:pt x="148782" y="200226"/>
                  <a:pt x="145947" y="201378"/>
                  <a:pt x="143643" y="203683"/>
                </a:cubicBezTo>
                <a:cubicBezTo>
                  <a:pt x="141339" y="205987"/>
                  <a:pt x="140187" y="208812"/>
                  <a:pt x="140187" y="212168"/>
                </a:cubicBezTo>
                <a:cubicBezTo>
                  <a:pt x="140187" y="215524"/>
                  <a:pt x="141339" y="218350"/>
                  <a:pt x="143643" y="220654"/>
                </a:cubicBezTo>
                <a:cubicBezTo>
                  <a:pt x="145947" y="222958"/>
                  <a:pt x="148782" y="224110"/>
                  <a:pt x="152138" y="224110"/>
                </a:cubicBezTo>
                <a:cubicBezTo>
                  <a:pt x="155485" y="224110"/>
                  <a:pt x="158319" y="222958"/>
                  <a:pt x="160624" y="220654"/>
                </a:cubicBezTo>
                <a:close/>
                <a:moveTo>
                  <a:pt x="150876" y="276606"/>
                </a:moveTo>
                <a:cubicBezTo>
                  <a:pt x="133694" y="276606"/>
                  <a:pt x="117455" y="273360"/>
                  <a:pt x="102157" y="266858"/>
                </a:cubicBezTo>
                <a:cubicBezTo>
                  <a:pt x="86859" y="260156"/>
                  <a:pt x="73554" y="251149"/>
                  <a:pt x="62234" y="239829"/>
                </a:cubicBezTo>
                <a:cubicBezTo>
                  <a:pt x="50713" y="228307"/>
                  <a:pt x="41697" y="214893"/>
                  <a:pt x="35204" y="199595"/>
                </a:cubicBezTo>
                <a:cubicBezTo>
                  <a:pt x="28502" y="184297"/>
                  <a:pt x="25146" y="168058"/>
                  <a:pt x="25146" y="150876"/>
                </a:cubicBezTo>
                <a:cubicBezTo>
                  <a:pt x="25146" y="133484"/>
                  <a:pt x="28502" y="117135"/>
                  <a:pt x="35204" y="101846"/>
                </a:cubicBezTo>
                <a:cubicBezTo>
                  <a:pt x="41697" y="86548"/>
                  <a:pt x="50713" y="73234"/>
                  <a:pt x="62234" y="61923"/>
                </a:cubicBezTo>
                <a:cubicBezTo>
                  <a:pt x="73554" y="50603"/>
                  <a:pt x="86859" y="41697"/>
                  <a:pt x="102157" y="35204"/>
                </a:cubicBezTo>
                <a:cubicBezTo>
                  <a:pt x="117455" y="28502"/>
                  <a:pt x="133795" y="25146"/>
                  <a:pt x="151187" y="25146"/>
                </a:cubicBezTo>
                <a:cubicBezTo>
                  <a:pt x="168378" y="25146"/>
                  <a:pt x="184617" y="28502"/>
                  <a:pt x="199915" y="35204"/>
                </a:cubicBezTo>
                <a:cubicBezTo>
                  <a:pt x="215204" y="41697"/>
                  <a:pt x="228518" y="50603"/>
                  <a:pt x="239829" y="61923"/>
                </a:cubicBezTo>
                <a:cubicBezTo>
                  <a:pt x="251149" y="73234"/>
                  <a:pt x="260156" y="86548"/>
                  <a:pt x="266858" y="101846"/>
                </a:cubicBezTo>
                <a:cubicBezTo>
                  <a:pt x="273360" y="117135"/>
                  <a:pt x="276606" y="133484"/>
                  <a:pt x="276606" y="150876"/>
                </a:cubicBezTo>
                <a:cubicBezTo>
                  <a:pt x="276606" y="168058"/>
                  <a:pt x="273360" y="184297"/>
                  <a:pt x="266858" y="199595"/>
                </a:cubicBezTo>
                <a:cubicBezTo>
                  <a:pt x="260156" y="214893"/>
                  <a:pt x="251149" y="228198"/>
                  <a:pt x="239829" y="239518"/>
                </a:cubicBezTo>
                <a:cubicBezTo>
                  <a:pt x="228518" y="251039"/>
                  <a:pt x="215204" y="260055"/>
                  <a:pt x="199915" y="266548"/>
                </a:cubicBezTo>
                <a:cubicBezTo>
                  <a:pt x="184617" y="273250"/>
                  <a:pt x="168268" y="276606"/>
                  <a:pt x="150876" y="276606"/>
                </a:cubicBezTo>
                <a:close/>
                <a:moveTo>
                  <a:pt x="151187" y="257751"/>
                </a:moveTo>
                <a:cubicBezTo>
                  <a:pt x="180740" y="257751"/>
                  <a:pt x="205886" y="247373"/>
                  <a:pt x="226625" y="226625"/>
                </a:cubicBezTo>
                <a:cubicBezTo>
                  <a:pt x="247373" y="205676"/>
                  <a:pt x="257751" y="180420"/>
                  <a:pt x="257751" y="150876"/>
                </a:cubicBezTo>
                <a:cubicBezTo>
                  <a:pt x="257751" y="121121"/>
                  <a:pt x="247373" y="95866"/>
                  <a:pt x="226625" y="75127"/>
                </a:cubicBezTo>
                <a:cubicBezTo>
                  <a:pt x="205886" y="54379"/>
                  <a:pt x="180631" y="44010"/>
                  <a:pt x="150876" y="44010"/>
                </a:cubicBezTo>
                <a:cubicBezTo>
                  <a:pt x="121332" y="44010"/>
                  <a:pt x="96186" y="54379"/>
                  <a:pt x="75438" y="75127"/>
                </a:cubicBezTo>
                <a:cubicBezTo>
                  <a:pt x="54480" y="95866"/>
                  <a:pt x="44010" y="121121"/>
                  <a:pt x="44010" y="150876"/>
                </a:cubicBezTo>
                <a:cubicBezTo>
                  <a:pt x="44010" y="180420"/>
                  <a:pt x="54480" y="205676"/>
                  <a:pt x="75438" y="226625"/>
                </a:cubicBezTo>
                <a:cubicBezTo>
                  <a:pt x="96186" y="247373"/>
                  <a:pt x="121432" y="257751"/>
                  <a:pt x="151187" y="257751"/>
                </a:cubicBezTo>
                <a:close/>
                <a:moveTo>
                  <a:pt x="150876" y="150876"/>
                </a:moveTo>
                <a:close/>
                <a:moveTo>
                  <a:pt x="151818" y="94302"/>
                </a:moveTo>
                <a:cubicBezTo>
                  <a:pt x="158109" y="94302"/>
                  <a:pt x="163659" y="96286"/>
                  <a:pt x="168478" y="100273"/>
                </a:cubicBezTo>
                <a:cubicBezTo>
                  <a:pt x="173297" y="104040"/>
                  <a:pt x="175711" y="108969"/>
                  <a:pt x="175711" y="115041"/>
                </a:cubicBezTo>
                <a:cubicBezTo>
                  <a:pt x="175711" y="120490"/>
                  <a:pt x="174029" y="125209"/>
                  <a:pt x="170682" y="129186"/>
                </a:cubicBezTo>
                <a:cubicBezTo>
                  <a:pt x="167536" y="133374"/>
                  <a:pt x="163870" y="137251"/>
                  <a:pt x="159682" y="140818"/>
                </a:cubicBezTo>
                <a:cubicBezTo>
                  <a:pt x="154854" y="144795"/>
                  <a:pt x="150666" y="149203"/>
                  <a:pt x="147109" y="154022"/>
                </a:cubicBezTo>
                <a:cubicBezTo>
                  <a:pt x="143543" y="159051"/>
                  <a:pt x="141759" y="164601"/>
                  <a:pt x="141759" y="170682"/>
                </a:cubicBezTo>
                <a:cubicBezTo>
                  <a:pt x="141759" y="172986"/>
                  <a:pt x="142601" y="174870"/>
                  <a:pt x="144274" y="176333"/>
                </a:cubicBezTo>
                <a:cubicBezTo>
                  <a:pt x="146158" y="177595"/>
                  <a:pt x="148261" y="178226"/>
                  <a:pt x="150565" y="178226"/>
                </a:cubicBezTo>
                <a:cubicBezTo>
                  <a:pt x="153080" y="178226"/>
                  <a:pt x="155174" y="177384"/>
                  <a:pt x="156847" y="175711"/>
                </a:cubicBezTo>
                <a:cubicBezTo>
                  <a:pt x="158520" y="174029"/>
                  <a:pt x="159572" y="171935"/>
                  <a:pt x="159993" y="169420"/>
                </a:cubicBezTo>
                <a:cubicBezTo>
                  <a:pt x="160624" y="165022"/>
                  <a:pt x="162297" y="161035"/>
                  <a:pt x="165022" y="157478"/>
                </a:cubicBezTo>
                <a:cubicBezTo>
                  <a:pt x="167747" y="153912"/>
                  <a:pt x="170892" y="150666"/>
                  <a:pt x="174449" y="147730"/>
                </a:cubicBezTo>
                <a:cubicBezTo>
                  <a:pt x="179689" y="143543"/>
                  <a:pt x="183986" y="138614"/>
                  <a:pt x="187342" y="132963"/>
                </a:cubicBezTo>
                <a:cubicBezTo>
                  <a:pt x="190689" y="127303"/>
                  <a:pt x="192371" y="121121"/>
                  <a:pt x="192371" y="114419"/>
                </a:cubicBezTo>
                <a:cubicBezTo>
                  <a:pt x="192371" y="103940"/>
                  <a:pt x="188494" y="95244"/>
                  <a:pt x="180740" y="88322"/>
                </a:cubicBezTo>
                <a:cubicBezTo>
                  <a:pt x="172776" y="81199"/>
                  <a:pt x="163449" y="77642"/>
                  <a:pt x="152760" y="77642"/>
                </a:cubicBezTo>
                <a:cubicBezTo>
                  <a:pt x="145216" y="77642"/>
                  <a:pt x="137992" y="79214"/>
                  <a:pt x="131070" y="82351"/>
                </a:cubicBezTo>
                <a:cubicBezTo>
                  <a:pt x="124157" y="85496"/>
                  <a:pt x="118497" y="90105"/>
                  <a:pt x="114099" y="96186"/>
                </a:cubicBezTo>
                <a:cubicBezTo>
                  <a:pt x="112636" y="98280"/>
                  <a:pt x="112005" y="100584"/>
                  <a:pt x="112215" y="103099"/>
                </a:cubicBezTo>
                <a:cubicBezTo>
                  <a:pt x="112215" y="105403"/>
                  <a:pt x="113157" y="107287"/>
                  <a:pt x="115041" y="108759"/>
                </a:cubicBezTo>
                <a:cubicBezTo>
                  <a:pt x="117345" y="110432"/>
                  <a:pt x="119860" y="110953"/>
                  <a:pt x="122584" y="110332"/>
                </a:cubicBezTo>
                <a:cubicBezTo>
                  <a:pt x="125099" y="109701"/>
                  <a:pt x="127193" y="108228"/>
                  <a:pt x="128876" y="105924"/>
                </a:cubicBezTo>
                <a:cubicBezTo>
                  <a:pt x="131600" y="102157"/>
                  <a:pt x="134947" y="99331"/>
                  <a:pt x="138934" y="97438"/>
                </a:cubicBezTo>
                <a:cubicBezTo>
                  <a:pt x="142912" y="95344"/>
                  <a:pt x="147209" y="94302"/>
                  <a:pt x="151818" y="94302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圖說"/>
          <p:cNvSpPr/>
          <p:nvPr/>
        </p:nvSpPr>
        <p:spPr>
          <a:xfrm>
            <a:off x="1639794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750" dirty="0"/>
          </a:p>
        </p:txBody>
      </p:sp>
      <p:sp>
        <p:nvSpPr>
          <p:cNvPr id="132" name="圖示 進行中"/>
          <p:cNvSpPr/>
          <p:nvPr/>
        </p:nvSpPr>
        <p:spPr>
          <a:xfrm>
            <a:off x="2339287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4924" y="161876"/>
                </a:moveTo>
                <a:cubicBezTo>
                  <a:pt x="97859" y="158941"/>
                  <a:pt x="99331" y="155274"/>
                  <a:pt x="99331" y="150876"/>
                </a:cubicBezTo>
                <a:cubicBezTo>
                  <a:pt x="99331" y="146478"/>
                  <a:pt x="97759" y="142811"/>
                  <a:pt x="94613" y="139876"/>
                </a:cubicBezTo>
                <a:cubicBezTo>
                  <a:pt x="91678" y="136730"/>
                  <a:pt x="88011" y="135157"/>
                  <a:pt x="83613" y="135157"/>
                </a:cubicBezTo>
                <a:cubicBezTo>
                  <a:pt x="79214" y="135157"/>
                  <a:pt x="75539" y="136730"/>
                  <a:pt x="72613" y="139876"/>
                </a:cubicBezTo>
                <a:cubicBezTo>
                  <a:pt x="69467" y="142811"/>
                  <a:pt x="67894" y="146478"/>
                  <a:pt x="67894" y="150876"/>
                </a:cubicBezTo>
                <a:cubicBezTo>
                  <a:pt x="67894" y="155274"/>
                  <a:pt x="69467" y="159051"/>
                  <a:pt x="72613" y="162196"/>
                </a:cubicBezTo>
                <a:cubicBezTo>
                  <a:pt x="75539" y="165122"/>
                  <a:pt x="79214" y="166595"/>
                  <a:pt x="83613" y="166595"/>
                </a:cubicBezTo>
                <a:cubicBezTo>
                  <a:pt x="88011" y="166595"/>
                  <a:pt x="91787" y="165022"/>
                  <a:pt x="94924" y="161876"/>
                </a:cubicBezTo>
                <a:close/>
                <a:moveTo>
                  <a:pt x="162196" y="161876"/>
                </a:moveTo>
                <a:cubicBezTo>
                  <a:pt x="165122" y="158941"/>
                  <a:pt x="166595" y="155274"/>
                  <a:pt x="166595" y="150876"/>
                </a:cubicBezTo>
                <a:cubicBezTo>
                  <a:pt x="166595" y="146478"/>
                  <a:pt x="165022" y="142811"/>
                  <a:pt x="161876" y="139876"/>
                </a:cubicBezTo>
                <a:cubicBezTo>
                  <a:pt x="158941" y="136730"/>
                  <a:pt x="155274" y="135157"/>
                  <a:pt x="150876" y="135157"/>
                </a:cubicBezTo>
                <a:cubicBezTo>
                  <a:pt x="146478" y="135157"/>
                  <a:pt x="142811" y="136730"/>
                  <a:pt x="139876" y="139876"/>
                </a:cubicBezTo>
                <a:cubicBezTo>
                  <a:pt x="136730" y="142811"/>
                  <a:pt x="135157" y="146478"/>
                  <a:pt x="135157" y="150876"/>
                </a:cubicBezTo>
                <a:cubicBezTo>
                  <a:pt x="135157" y="155274"/>
                  <a:pt x="136730" y="159051"/>
                  <a:pt x="139876" y="162196"/>
                </a:cubicBezTo>
                <a:cubicBezTo>
                  <a:pt x="142811" y="165122"/>
                  <a:pt x="146478" y="166595"/>
                  <a:pt x="150876" y="166595"/>
                </a:cubicBezTo>
                <a:cubicBezTo>
                  <a:pt x="155274" y="166595"/>
                  <a:pt x="159051" y="165022"/>
                  <a:pt x="162196" y="161876"/>
                </a:cubicBezTo>
                <a:close/>
                <a:moveTo>
                  <a:pt x="229139" y="161876"/>
                </a:moveTo>
                <a:cubicBezTo>
                  <a:pt x="232075" y="158941"/>
                  <a:pt x="233547" y="155274"/>
                  <a:pt x="233547" y="150876"/>
                </a:cubicBezTo>
                <a:cubicBezTo>
                  <a:pt x="233547" y="146478"/>
                  <a:pt x="231974" y="142811"/>
                  <a:pt x="228829" y="139876"/>
                </a:cubicBezTo>
                <a:cubicBezTo>
                  <a:pt x="225893" y="136730"/>
                  <a:pt x="222227" y="135157"/>
                  <a:pt x="217828" y="135157"/>
                </a:cubicBezTo>
                <a:cubicBezTo>
                  <a:pt x="213430" y="135157"/>
                  <a:pt x="209763" y="136730"/>
                  <a:pt x="206828" y="139876"/>
                </a:cubicBezTo>
                <a:cubicBezTo>
                  <a:pt x="203683" y="142811"/>
                  <a:pt x="202110" y="146478"/>
                  <a:pt x="202110" y="150876"/>
                </a:cubicBezTo>
                <a:cubicBezTo>
                  <a:pt x="202110" y="155274"/>
                  <a:pt x="203683" y="159051"/>
                  <a:pt x="206828" y="162196"/>
                </a:cubicBezTo>
                <a:cubicBezTo>
                  <a:pt x="209763" y="165122"/>
                  <a:pt x="213430" y="166595"/>
                  <a:pt x="217828" y="166595"/>
                </a:cubicBezTo>
                <a:cubicBezTo>
                  <a:pt x="222227" y="166595"/>
                  <a:pt x="226003" y="165022"/>
                  <a:pt x="229139" y="161876"/>
                </a:cubicBezTo>
                <a:close/>
                <a:moveTo>
                  <a:pt x="150876" y="276606"/>
                </a:moveTo>
                <a:cubicBezTo>
                  <a:pt x="133694" y="276606"/>
                  <a:pt x="117455" y="273360"/>
                  <a:pt x="102157" y="266858"/>
                </a:cubicBezTo>
                <a:cubicBezTo>
                  <a:pt x="86859" y="260156"/>
                  <a:pt x="73554" y="251149"/>
                  <a:pt x="62234" y="239829"/>
                </a:cubicBezTo>
                <a:cubicBezTo>
                  <a:pt x="50713" y="228307"/>
                  <a:pt x="41697" y="214893"/>
                  <a:pt x="35204" y="199595"/>
                </a:cubicBezTo>
                <a:cubicBezTo>
                  <a:pt x="28502" y="184297"/>
                  <a:pt x="25146" y="168058"/>
                  <a:pt x="25146" y="150876"/>
                </a:cubicBezTo>
                <a:cubicBezTo>
                  <a:pt x="25146" y="133484"/>
                  <a:pt x="28502" y="117135"/>
                  <a:pt x="35204" y="101846"/>
                </a:cubicBezTo>
                <a:cubicBezTo>
                  <a:pt x="41697" y="86548"/>
                  <a:pt x="50713" y="73234"/>
                  <a:pt x="62234" y="61923"/>
                </a:cubicBezTo>
                <a:cubicBezTo>
                  <a:pt x="73554" y="50603"/>
                  <a:pt x="86859" y="41697"/>
                  <a:pt x="102157" y="35204"/>
                </a:cubicBezTo>
                <a:cubicBezTo>
                  <a:pt x="117455" y="28502"/>
                  <a:pt x="133795" y="25146"/>
                  <a:pt x="151187" y="25146"/>
                </a:cubicBezTo>
                <a:cubicBezTo>
                  <a:pt x="168378" y="25146"/>
                  <a:pt x="184617" y="28502"/>
                  <a:pt x="199915" y="35204"/>
                </a:cubicBezTo>
                <a:cubicBezTo>
                  <a:pt x="215204" y="41697"/>
                  <a:pt x="228518" y="50603"/>
                  <a:pt x="239829" y="61923"/>
                </a:cubicBezTo>
                <a:cubicBezTo>
                  <a:pt x="251149" y="73234"/>
                  <a:pt x="260156" y="86548"/>
                  <a:pt x="266858" y="101846"/>
                </a:cubicBezTo>
                <a:cubicBezTo>
                  <a:pt x="273360" y="117135"/>
                  <a:pt x="276606" y="133484"/>
                  <a:pt x="276606" y="150876"/>
                </a:cubicBezTo>
                <a:cubicBezTo>
                  <a:pt x="276606" y="168058"/>
                  <a:pt x="273360" y="184297"/>
                  <a:pt x="266858" y="199595"/>
                </a:cubicBezTo>
                <a:cubicBezTo>
                  <a:pt x="260156" y="214893"/>
                  <a:pt x="251149" y="228198"/>
                  <a:pt x="239829" y="239518"/>
                </a:cubicBezTo>
                <a:cubicBezTo>
                  <a:pt x="228518" y="251039"/>
                  <a:pt x="215204" y="260055"/>
                  <a:pt x="199915" y="266548"/>
                </a:cubicBezTo>
                <a:cubicBezTo>
                  <a:pt x="184617" y="273250"/>
                  <a:pt x="168268" y="276606"/>
                  <a:pt x="150876" y="276606"/>
                </a:cubicBezTo>
                <a:close/>
                <a:moveTo>
                  <a:pt x="151187" y="257751"/>
                </a:moveTo>
                <a:cubicBezTo>
                  <a:pt x="180740" y="257751"/>
                  <a:pt x="205886" y="247373"/>
                  <a:pt x="226625" y="226625"/>
                </a:cubicBezTo>
                <a:cubicBezTo>
                  <a:pt x="247373" y="205676"/>
                  <a:pt x="257751" y="180420"/>
                  <a:pt x="257751" y="150876"/>
                </a:cubicBezTo>
                <a:cubicBezTo>
                  <a:pt x="257751" y="121121"/>
                  <a:pt x="247373" y="95866"/>
                  <a:pt x="226625" y="75127"/>
                </a:cubicBezTo>
                <a:cubicBezTo>
                  <a:pt x="205886" y="54379"/>
                  <a:pt x="180631" y="44010"/>
                  <a:pt x="150876" y="44010"/>
                </a:cubicBezTo>
                <a:cubicBezTo>
                  <a:pt x="121332" y="44010"/>
                  <a:pt x="96186" y="54379"/>
                  <a:pt x="75438" y="75127"/>
                </a:cubicBezTo>
                <a:cubicBezTo>
                  <a:pt x="54480" y="95866"/>
                  <a:pt x="44010" y="121121"/>
                  <a:pt x="44010" y="150876"/>
                </a:cubicBezTo>
                <a:cubicBezTo>
                  <a:pt x="44010" y="180420"/>
                  <a:pt x="54480" y="205676"/>
                  <a:pt x="75438" y="226625"/>
                </a:cubicBezTo>
                <a:cubicBezTo>
                  <a:pt x="96186" y="247373"/>
                  <a:pt x="121432" y="257751"/>
                  <a:pt x="151187" y="257751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3" name="圖說"/>
          <p:cNvSpPr/>
          <p:nvPr/>
        </p:nvSpPr>
        <p:spPr>
          <a:xfrm>
            <a:off x="2194514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750" dirty="0"/>
          </a:p>
        </p:txBody>
      </p:sp>
      <p:sp>
        <p:nvSpPr>
          <p:cNvPr id="134" name="圖示 等待"/>
          <p:cNvSpPr/>
          <p:nvPr/>
        </p:nvSpPr>
        <p:spPr>
          <a:xfrm>
            <a:off x="2894007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6817" y="257751"/>
                </a:moveTo>
                <a:lnTo>
                  <a:pt x="204944" y="257751"/>
                </a:lnTo>
                <a:lnTo>
                  <a:pt x="204944" y="217828"/>
                </a:lnTo>
                <a:cubicBezTo>
                  <a:pt x="204944" y="202741"/>
                  <a:pt x="199705" y="190058"/>
                  <a:pt x="189226" y="179798"/>
                </a:cubicBezTo>
                <a:cubicBezTo>
                  <a:pt x="178747" y="169319"/>
                  <a:pt x="165964" y="164080"/>
                  <a:pt x="150876" y="164080"/>
                </a:cubicBezTo>
                <a:cubicBezTo>
                  <a:pt x="135788" y="164080"/>
                  <a:pt x="123005" y="169319"/>
                  <a:pt x="112526" y="179798"/>
                </a:cubicBezTo>
                <a:cubicBezTo>
                  <a:pt x="102047" y="190058"/>
                  <a:pt x="96817" y="202741"/>
                  <a:pt x="96817" y="217828"/>
                </a:cubicBezTo>
                <a:lnTo>
                  <a:pt x="96817" y="257751"/>
                </a:lnTo>
                <a:close/>
                <a:moveTo>
                  <a:pt x="189226" y="121963"/>
                </a:moveTo>
                <a:cubicBezTo>
                  <a:pt x="199705" y="111484"/>
                  <a:pt x="204944" y="98700"/>
                  <a:pt x="204944" y="83613"/>
                </a:cubicBezTo>
                <a:lnTo>
                  <a:pt x="204944" y="44010"/>
                </a:lnTo>
                <a:lnTo>
                  <a:pt x="96817" y="44010"/>
                </a:lnTo>
                <a:lnTo>
                  <a:pt x="96817" y="83613"/>
                </a:lnTo>
                <a:cubicBezTo>
                  <a:pt x="96817" y="98700"/>
                  <a:pt x="102047" y="111484"/>
                  <a:pt x="112526" y="121963"/>
                </a:cubicBezTo>
                <a:cubicBezTo>
                  <a:pt x="123005" y="132433"/>
                  <a:pt x="135788" y="137672"/>
                  <a:pt x="150876" y="137672"/>
                </a:cubicBezTo>
                <a:cubicBezTo>
                  <a:pt x="165964" y="137672"/>
                  <a:pt x="178747" y="132433"/>
                  <a:pt x="189226" y="121963"/>
                </a:cubicBezTo>
                <a:close/>
                <a:moveTo>
                  <a:pt x="59719" y="276606"/>
                </a:moveTo>
                <a:cubicBezTo>
                  <a:pt x="56995" y="276606"/>
                  <a:pt x="54800" y="275765"/>
                  <a:pt x="53117" y="274091"/>
                </a:cubicBezTo>
                <a:cubicBezTo>
                  <a:pt x="51234" y="272208"/>
                  <a:pt x="50292" y="269903"/>
                  <a:pt x="50292" y="267179"/>
                </a:cubicBezTo>
                <a:cubicBezTo>
                  <a:pt x="50292" y="264454"/>
                  <a:pt x="51234" y="262250"/>
                  <a:pt x="53117" y="260577"/>
                </a:cubicBezTo>
                <a:cubicBezTo>
                  <a:pt x="54800" y="258693"/>
                  <a:pt x="56995" y="257751"/>
                  <a:pt x="59719" y="257751"/>
                </a:cubicBezTo>
                <a:lnTo>
                  <a:pt x="77953" y="257751"/>
                </a:lnTo>
                <a:lnTo>
                  <a:pt x="77953" y="217828"/>
                </a:lnTo>
                <a:cubicBezTo>
                  <a:pt x="77953" y="202951"/>
                  <a:pt x="82141" y="189436"/>
                  <a:pt x="90526" y="177284"/>
                </a:cubicBezTo>
                <a:cubicBezTo>
                  <a:pt x="98911" y="165122"/>
                  <a:pt x="110011" y="156326"/>
                  <a:pt x="123846" y="150876"/>
                </a:cubicBezTo>
                <a:cubicBezTo>
                  <a:pt x="110011" y="145216"/>
                  <a:pt x="98911" y="136310"/>
                  <a:pt x="90526" y="124157"/>
                </a:cubicBezTo>
                <a:cubicBezTo>
                  <a:pt x="82141" y="112005"/>
                  <a:pt x="77953" y="98490"/>
                  <a:pt x="77953" y="83613"/>
                </a:cubicBezTo>
                <a:lnTo>
                  <a:pt x="77953" y="44010"/>
                </a:lnTo>
                <a:lnTo>
                  <a:pt x="59719" y="44010"/>
                </a:lnTo>
                <a:cubicBezTo>
                  <a:pt x="56995" y="44010"/>
                  <a:pt x="54800" y="43169"/>
                  <a:pt x="53117" y="41495"/>
                </a:cubicBezTo>
                <a:cubicBezTo>
                  <a:pt x="51234" y="39603"/>
                  <a:pt x="50292" y="37298"/>
                  <a:pt x="50292" y="34573"/>
                </a:cubicBezTo>
                <a:cubicBezTo>
                  <a:pt x="50292" y="31849"/>
                  <a:pt x="51234" y="29654"/>
                  <a:pt x="53117" y="27971"/>
                </a:cubicBezTo>
                <a:cubicBezTo>
                  <a:pt x="54800" y="26088"/>
                  <a:pt x="56995" y="25146"/>
                  <a:pt x="59719" y="25146"/>
                </a:cubicBezTo>
                <a:lnTo>
                  <a:pt x="242033" y="25146"/>
                </a:lnTo>
                <a:cubicBezTo>
                  <a:pt x="244757" y="25146"/>
                  <a:pt x="247062" y="26088"/>
                  <a:pt x="248945" y="27971"/>
                </a:cubicBezTo>
                <a:cubicBezTo>
                  <a:pt x="250619" y="29654"/>
                  <a:pt x="251460" y="31849"/>
                  <a:pt x="251460" y="34573"/>
                </a:cubicBezTo>
                <a:cubicBezTo>
                  <a:pt x="251460" y="37298"/>
                  <a:pt x="250619" y="39603"/>
                  <a:pt x="248945" y="41495"/>
                </a:cubicBezTo>
                <a:cubicBezTo>
                  <a:pt x="247062" y="43169"/>
                  <a:pt x="244757" y="44010"/>
                  <a:pt x="242033" y="44010"/>
                </a:cubicBezTo>
                <a:lnTo>
                  <a:pt x="223799" y="44010"/>
                </a:lnTo>
                <a:lnTo>
                  <a:pt x="223799" y="83613"/>
                </a:lnTo>
                <a:cubicBezTo>
                  <a:pt x="223799" y="98490"/>
                  <a:pt x="219611" y="112005"/>
                  <a:pt x="211226" y="124157"/>
                </a:cubicBezTo>
                <a:cubicBezTo>
                  <a:pt x="202841" y="136310"/>
                  <a:pt x="191741" y="145216"/>
                  <a:pt x="177906" y="150876"/>
                </a:cubicBezTo>
                <a:cubicBezTo>
                  <a:pt x="191741" y="156326"/>
                  <a:pt x="202841" y="165122"/>
                  <a:pt x="211226" y="177284"/>
                </a:cubicBezTo>
                <a:cubicBezTo>
                  <a:pt x="219611" y="189436"/>
                  <a:pt x="223799" y="202951"/>
                  <a:pt x="223799" y="217828"/>
                </a:cubicBezTo>
                <a:lnTo>
                  <a:pt x="223799" y="257751"/>
                </a:lnTo>
                <a:lnTo>
                  <a:pt x="242033" y="257751"/>
                </a:lnTo>
                <a:cubicBezTo>
                  <a:pt x="244757" y="257751"/>
                  <a:pt x="247062" y="258693"/>
                  <a:pt x="248945" y="260577"/>
                </a:cubicBezTo>
                <a:cubicBezTo>
                  <a:pt x="250619" y="262250"/>
                  <a:pt x="251460" y="264454"/>
                  <a:pt x="251460" y="267179"/>
                </a:cubicBezTo>
                <a:cubicBezTo>
                  <a:pt x="251460" y="269903"/>
                  <a:pt x="250619" y="272208"/>
                  <a:pt x="248945" y="274091"/>
                </a:cubicBezTo>
                <a:cubicBezTo>
                  <a:pt x="247062" y="275765"/>
                  <a:pt x="244757" y="276606"/>
                  <a:pt x="242033" y="276606"/>
                </a:cubicBezTo>
                <a:lnTo>
                  <a:pt x="59719" y="276606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5" name="圖說"/>
          <p:cNvSpPr/>
          <p:nvPr/>
        </p:nvSpPr>
        <p:spPr>
          <a:xfrm>
            <a:off x="2749235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750" dirty="0"/>
          </a:p>
        </p:txBody>
      </p:sp>
      <p:sp>
        <p:nvSpPr>
          <p:cNvPr id="136" name="圖示 通知"/>
          <p:cNvSpPr/>
          <p:nvPr/>
        </p:nvSpPr>
        <p:spPr>
          <a:xfrm>
            <a:off x="3448728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9719" y="238887"/>
                </a:moveTo>
                <a:cubicBezTo>
                  <a:pt x="56995" y="238887"/>
                  <a:pt x="54800" y="237945"/>
                  <a:pt x="53117" y="236062"/>
                </a:cubicBezTo>
                <a:cubicBezTo>
                  <a:pt x="51234" y="234379"/>
                  <a:pt x="50292" y="232184"/>
                  <a:pt x="50292" y="229460"/>
                </a:cubicBezTo>
                <a:cubicBezTo>
                  <a:pt x="50292" y="226735"/>
                  <a:pt x="51234" y="224531"/>
                  <a:pt x="53117" y="222858"/>
                </a:cubicBezTo>
                <a:cubicBezTo>
                  <a:pt x="54800" y="220974"/>
                  <a:pt x="56995" y="220032"/>
                  <a:pt x="59719" y="220032"/>
                </a:cubicBezTo>
                <a:lnTo>
                  <a:pt x="75438" y="220032"/>
                </a:lnTo>
                <a:lnTo>
                  <a:pt x="75438" y="124477"/>
                </a:lnTo>
                <a:cubicBezTo>
                  <a:pt x="75438" y="106875"/>
                  <a:pt x="80678" y="91157"/>
                  <a:pt x="91157" y="77322"/>
                </a:cubicBezTo>
                <a:cubicBezTo>
                  <a:pt x="101425" y="63286"/>
                  <a:pt x="115041" y="54480"/>
                  <a:pt x="132021" y="50923"/>
                </a:cubicBezTo>
                <a:lnTo>
                  <a:pt x="132021" y="44010"/>
                </a:lnTo>
                <a:cubicBezTo>
                  <a:pt x="132021" y="38771"/>
                  <a:pt x="133905" y="34363"/>
                  <a:pt x="137672" y="30806"/>
                </a:cubicBezTo>
                <a:cubicBezTo>
                  <a:pt x="141238" y="27030"/>
                  <a:pt x="145636" y="25146"/>
                  <a:pt x="150876" y="25146"/>
                </a:cubicBezTo>
                <a:cubicBezTo>
                  <a:pt x="156116" y="25146"/>
                  <a:pt x="160624" y="27030"/>
                  <a:pt x="164391" y="30806"/>
                </a:cubicBezTo>
                <a:cubicBezTo>
                  <a:pt x="167957" y="34363"/>
                  <a:pt x="169740" y="38771"/>
                  <a:pt x="169740" y="44010"/>
                </a:cubicBezTo>
                <a:lnTo>
                  <a:pt x="169740" y="50923"/>
                </a:lnTo>
                <a:cubicBezTo>
                  <a:pt x="186711" y="54480"/>
                  <a:pt x="200436" y="63286"/>
                  <a:pt x="210916" y="77322"/>
                </a:cubicBezTo>
                <a:cubicBezTo>
                  <a:pt x="221184" y="91157"/>
                  <a:pt x="226314" y="106875"/>
                  <a:pt x="226314" y="124477"/>
                </a:cubicBezTo>
                <a:lnTo>
                  <a:pt x="226314" y="220032"/>
                </a:lnTo>
                <a:lnTo>
                  <a:pt x="242033" y="220032"/>
                </a:lnTo>
                <a:cubicBezTo>
                  <a:pt x="244757" y="220032"/>
                  <a:pt x="246952" y="220974"/>
                  <a:pt x="248635" y="222858"/>
                </a:cubicBezTo>
                <a:cubicBezTo>
                  <a:pt x="250518" y="224531"/>
                  <a:pt x="251460" y="226735"/>
                  <a:pt x="251460" y="229460"/>
                </a:cubicBezTo>
                <a:cubicBezTo>
                  <a:pt x="251460" y="232184"/>
                  <a:pt x="250518" y="234489"/>
                  <a:pt x="248635" y="236372"/>
                </a:cubicBezTo>
                <a:cubicBezTo>
                  <a:pt x="246952" y="238046"/>
                  <a:pt x="244757" y="238887"/>
                  <a:pt x="242033" y="238887"/>
                </a:cubicBezTo>
                <a:lnTo>
                  <a:pt x="59719" y="238887"/>
                </a:lnTo>
                <a:close/>
                <a:moveTo>
                  <a:pt x="150876" y="143963"/>
                </a:moveTo>
                <a:close/>
                <a:moveTo>
                  <a:pt x="150876" y="276606"/>
                </a:moveTo>
                <a:cubicBezTo>
                  <a:pt x="143963" y="276606"/>
                  <a:pt x="138093" y="274192"/>
                  <a:pt x="133274" y="269373"/>
                </a:cubicBezTo>
                <a:cubicBezTo>
                  <a:pt x="128245" y="264344"/>
                  <a:pt x="125730" y="258373"/>
                  <a:pt x="125730" y="251460"/>
                </a:cubicBezTo>
                <a:lnTo>
                  <a:pt x="176022" y="251460"/>
                </a:lnTo>
                <a:cubicBezTo>
                  <a:pt x="176022" y="258373"/>
                  <a:pt x="173608" y="264344"/>
                  <a:pt x="168789" y="269373"/>
                </a:cubicBezTo>
                <a:cubicBezTo>
                  <a:pt x="163760" y="274192"/>
                  <a:pt x="157789" y="276606"/>
                  <a:pt x="150876" y="276606"/>
                </a:cubicBezTo>
                <a:close/>
                <a:moveTo>
                  <a:pt x="94302" y="220032"/>
                </a:moveTo>
                <a:lnTo>
                  <a:pt x="207459" y="220032"/>
                </a:lnTo>
                <a:lnTo>
                  <a:pt x="207459" y="124477"/>
                </a:lnTo>
                <a:cubicBezTo>
                  <a:pt x="207459" y="108759"/>
                  <a:pt x="202009" y="95454"/>
                  <a:pt x="191110" y="84555"/>
                </a:cubicBezTo>
                <a:cubicBezTo>
                  <a:pt x="180000" y="73445"/>
                  <a:pt x="166595" y="67894"/>
                  <a:pt x="150876" y="67894"/>
                </a:cubicBezTo>
                <a:cubicBezTo>
                  <a:pt x="135157" y="67894"/>
                  <a:pt x="121853" y="73445"/>
                  <a:pt x="110953" y="84555"/>
                </a:cubicBezTo>
                <a:cubicBezTo>
                  <a:pt x="99852" y="95454"/>
                  <a:pt x="94302" y="108759"/>
                  <a:pt x="94302" y="124477"/>
                </a:cubicBezTo>
                <a:lnTo>
                  <a:pt x="94302" y="220032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7" name="圖說"/>
          <p:cNvSpPr/>
          <p:nvPr/>
        </p:nvSpPr>
        <p:spPr>
          <a:xfrm>
            <a:off x="3303956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750" dirty="0"/>
          </a:p>
        </p:txBody>
      </p:sp>
      <p:sp>
        <p:nvSpPr>
          <p:cNvPr id="138" name="圖示 時間"/>
          <p:cNvSpPr/>
          <p:nvPr/>
        </p:nvSpPr>
        <p:spPr>
          <a:xfrm>
            <a:off x="4003449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1245" y="147109"/>
                </a:moveTo>
                <a:lnTo>
                  <a:pt x="161245" y="93351"/>
                </a:lnTo>
                <a:cubicBezTo>
                  <a:pt x="161245" y="90626"/>
                  <a:pt x="160413" y="88432"/>
                  <a:pt x="158731" y="86758"/>
                </a:cubicBezTo>
                <a:cubicBezTo>
                  <a:pt x="156847" y="84865"/>
                  <a:pt x="154543" y="83924"/>
                  <a:pt x="151818" y="83924"/>
                </a:cubicBezTo>
                <a:cubicBezTo>
                  <a:pt x="149093" y="83924"/>
                  <a:pt x="146898" y="84865"/>
                  <a:pt x="145216" y="86758"/>
                </a:cubicBezTo>
                <a:cubicBezTo>
                  <a:pt x="143332" y="88432"/>
                  <a:pt x="142390" y="90626"/>
                  <a:pt x="142390" y="93351"/>
                </a:cubicBezTo>
                <a:lnTo>
                  <a:pt x="142390" y="150876"/>
                </a:lnTo>
                <a:cubicBezTo>
                  <a:pt x="142390" y="152138"/>
                  <a:pt x="142601" y="153290"/>
                  <a:pt x="143021" y="154332"/>
                </a:cubicBezTo>
                <a:cubicBezTo>
                  <a:pt x="143433" y="155384"/>
                  <a:pt x="144064" y="156426"/>
                  <a:pt x="144905" y="157478"/>
                </a:cubicBezTo>
                <a:lnTo>
                  <a:pt x="190168" y="204314"/>
                </a:lnTo>
                <a:cubicBezTo>
                  <a:pt x="192051" y="206408"/>
                  <a:pt x="194465" y="207459"/>
                  <a:pt x="197401" y="207459"/>
                </a:cubicBezTo>
                <a:cubicBezTo>
                  <a:pt x="200116" y="207249"/>
                  <a:pt x="202430" y="206197"/>
                  <a:pt x="204314" y="204314"/>
                </a:cubicBezTo>
                <a:cubicBezTo>
                  <a:pt x="206197" y="202430"/>
                  <a:pt x="207139" y="200116"/>
                  <a:pt x="207139" y="197401"/>
                </a:cubicBezTo>
                <a:cubicBezTo>
                  <a:pt x="207139" y="194676"/>
                  <a:pt x="206197" y="192371"/>
                  <a:pt x="204314" y="190479"/>
                </a:cubicBezTo>
                <a:lnTo>
                  <a:pt x="161245" y="147109"/>
                </a:lnTo>
                <a:close/>
                <a:moveTo>
                  <a:pt x="150876" y="276606"/>
                </a:moveTo>
                <a:cubicBezTo>
                  <a:pt x="133694" y="276606"/>
                  <a:pt x="117455" y="273360"/>
                  <a:pt x="102157" y="266858"/>
                </a:cubicBezTo>
                <a:cubicBezTo>
                  <a:pt x="86859" y="260156"/>
                  <a:pt x="73554" y="251149"/>
                  <a:pt x="62234" y="239829"/>
                </a:cubicBezTo>
                <a:cubicBezTo>
                  <a:pt x="50713" y="228307"/>
                  <a:pt x="41697" y="214893"/>
                  <a:pt x="35204" y="199595"/>
                </a:cubicBezTo>
                <a:cubicBezTo>
                  <a:pt x="28502" y="184297"/>
                  <a:pt x="25146" y="168058"/>
                  <a:pt x="25146" y="150876"/>
                </a:cubicBezTo>
                <a:cubicBezTo>
                  <a:pt x="25146" y="133694"/>
                  <a:pt x="28502" y="117455"/>
                  <a:pt x="35204" y="102157"/>
                </a:cubicBezTo>
                <a:cubicBezTo>
                  <a:pt x="41697" y="86859"/>
                  <a:pt x="50713" y="73554"/>
                  <a:pt x="62234" y="62234"/>
                </a:cubicBezTo>
                <a:cubicBezTo>
                  <a:pt x="73554" y="50713"/>
                  <a:pt x="86859" y="41697"/>
                  <a:pt x="102157" y="35204"/>
                </a:cubicBezTo>
                <a:cubicBezTo>
                  <a:pt x="117455" y="28502"/>
                  <a:pt x="133694" y="25146"/>
                  <a:pt x="150876" y="25146"/>
                </a:cubicBezTo>
                <a:cubicBezTo>
                  <a:pt x="168058" y="25146"/>
                  <a:pt x="184297" y="28502"/>
                  <a:pt x="199595" y="35204"/>
                </a:cubicBezTo>
                <a:cubicBezTo>
                  <a:pt x="214893" y="41697"/>
                  <a:pt x="228307" y="50713"/>
                  <a:pt x="239829" y="62234"/>
                </a:cubicBezTo>
                <a:cubicBezTo>
                  <a:pt x="251149" y="73554"/>
                  <a:pt x="260156" y="86859"/>
                  <a:pt x="266858" y="102157"/>
                </a:cubicBezTo>
                <a:cubicBezTo>
                  <a:pt x="273360" y="117455"/>
                  <a:pt x="276606" y="133694"/>
                  <a:pt x="276606" y="150876"/>
                </a:cubicBezTo>
                <a:cubicBezTo>
                  <a:pt x="276606" y="168058"/>
                  <a:pt x="273360" y="184297"/>
                  <a:pt x="266858" y="199595"/>
                </a:cubicBezTo>
                <a:cubicBezTo>
                  <a:pt x="260156" y="214893"/>
                  <a:pt x="251149" y="228307"/>
                  <a:pt x="239829" y="239829"/>
                </a:cubicBezTo>
                <a:cubicBezTo>
                  <a:pt x="228307" y="251149"/>
                  <a:pt x="214893" y="260156"/>
                  <a:pt x="199595" y="266858"/>
                </a:cubicBezTo>
                <a:cubicBezTo>
                  <a:pt x="184297" y="273360"/>
                  <a:pt x="168058" y="276606"/>
                  <a:pt x="150876" y="276606"/>
                </a:cubicBezTo>
                <a:close/>
                <a:moveTo>
                  <a:pt x="150876" y="150876"/>
                </a:moveTo>
                <a:close/>
                <a:moveTo>
                  <a:pt x="150876" y="257751"/>
                </a:moveTo>
                <a:cubicBezTo>
                  <a:pt x="180210" y="257751"/>
                  <a:pt x="205356" y="247272"/>
                  <a:pt x="226314" y="226314"/>
                </a:cubicBezTo>
                <a:cubicBezTo>
                  <a:pt x="247272" y="205356"/>
                  <a:pt x="257751" y="180210"/>
                  <a:pt x="257751" y="150876"/>
                </a:cubicBezTo>
                <a:cubicBezTo>
                  <a:pt x="257751" y="121542"/>
                  <a:pt x="247272" y="96396"/>
                  <a:pt x="226314" y="75438"/>
                </a:cubicBezTo>
                <a:cubicBezTo>
                  <a:pt x="205356" y="54480"/>
                  <a:pt x="180210" y="44010"/>
                  <a:pt x="150876" y="44010"/>
                </a:cubicBezTo>
                <a:cubicBezTo>
                  <a:pt x="121542" y="44010"/>
                  <a:pt x="96396" y="54480"/>
                  <a:pt x="75438" y="75438"/>
                </a:cubicBezTo>
                <a:cubicBezTo>
                  <a:pt x="54480" y="96396"/>
                  <a:pt x="44010" y="121542"/>
                  <a:pt x="44010" y="150876"/>
                </a:cubicBezTo>
                <a:cubicBezTo>
                  <a:pt x="44010" y="180210"/>
                  <a:pt x="54480" y="205356"/>
                  <a:pt x="75438" y="226314"/>
                </a:cubicBezTo>
                <a:cubicBezTo>
                  <a:pt x="96396" y="247272"/>
                  <a:pt x="121542" y="257751"/>
                  <a:pt x="150876" y="25775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圖說"/>
          <p:cNvSpPr/>
          <p:nvPr/>
        </p:nvSpPr>
        <p:spPr>
          <a:xfrm>
            <a:off x="3858677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750" dirty="0"/>
          </a:p>
        </p:txBody>
      </p:sp>
      <p:sp>
        <p:nvSpPr>
          <p:cNvPr id="140" name="圖示 計時"/>
          <p:cNvSpPr/>
          <p:nvPr/>
        </p:nvSpPr>
        <p:spPr>
          <a:xfrm>
            <a:off x="4558170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2584" y="31437"/>
                </a:moveTo>
                <a:cubicBezTo>
                  <a:pt x="119860" y="31437"/>
                  <a:pt x="117665" y="30596"/>
                  <a:pt x="115982" y="28922"/>
                </a:cubicBezTo>
                <a:cubicBezTo>
                  <a:pt x="114099" y="27030"/>
                  <a:pt x="113157" y="24725"/>
                  <a:pt x="113157" y="22000"/>
                </a:cubicBezTo>
                <a:cubicBezTo>
                  <a:pt x="113157" y="19276"/>
                  <a:pt x="114099" y="17081"/>
                  <a:pt x="115982" y="15398"/>
                </a:cubicBezTo>
                <a:cubicBezTo>
                  <a:pt x="117665" y="13515"/>
                  <a:pt x="119860" y="12573"/>
                  <a:pt x="122584" y="12573"/>
                </a:cubicBezTo>
                <a:lnTo>
                  <a:pt x="179168" y="12573"/>
                </a:lnTo>
                <a:cubicBezTo>
                  <a:pt x="181892" y="12573"/>
                  <a:pt x="184197" y="13515"/>
                  <a:pt x="186080" y="15398"/>
                </a:cubicBezTo>
                <a:cubicBezTo>
                  <a:pt x="187754" y="17081"/>
                  <a:pt x="188595" y="19276"/>
                  <a:pt x="188595" y="22000"/>
                </a:cubicBezTo>
                <a:cubicBezTo>
                  <a:pt x="188595" y="24725"/>
                  <a:pt x="187754" y="27030"/>
                  <a:pt x="186080" y="28922"/>
                </a:cubicBezTo>
                <a:cubicBezTo>
                  <a:pt x="184197" y="30596"/>
                  <a:pt x="181892" y="31437"/>
                  <a:pt x="179168" y="31437"/>
                </a:cubicBezTo>
                <a:lnTo>
                  <a:pt x="122584" y="31437"/>
                </a:lnTo>
                <a:close/>
                <a:moveTo>
                  <a:pt x="157789" y="169420"/>
                </a:moveTo>
                <a:cubicBezTo>
                  <a:pt x="159471" y="167536"/>
                  <a:pt x="160303" y="165232"/>
                  <a:pt x="160303" y="162507"/>
                </a:cubicBezTo>
                <a:lnTo>
                  <a:pt x="160303" y="109070"/>
                </a:lnTo>
                <a:cubicBezTo>
                  <a:pt x="160303" y="106345"/>
                  <a:pt x="159471" y="104150"/>
                  <a:pt x="157789" y="102468"/>
                </a:cubicBezTo>
                <a:cubicBezTo>
                  <a:pt x="155905" y="100584"/>
                  <a:pt x="153601" y="99642"/>
                  <a:pt x="150876" y="99642"/>
                </a:cubicBezTo>
                <a:cubicBezTo>
                  <a:pt x="148151" y="99642"/>
                  <a:pt x="145947" y="100584"/>
                  <a:pt x="144274" y="102468"/>
                </a:cubicBezTo>
                <a:cubicBezTo>
                  <a:pt x="142390" y="104150"/>
                  <a:pt x="141449" y="106345"/>
                  <a:pt x="141449" y="109070"/>
                </a:cubicBezTo>
                <a:lnTo>
                  <a:pt x="141449" y="162507"/>
                </a:lnTo>
                <a:cubicBezTo>
                  <a:pt x="141449" y="165232"/>
                  <a:pt x="142390" y="167536"/>
                  <a:pt x="144274" y="169420"/>
                </a:cubicBezTo>
                <a:cubicBezTo>
                  <a:pt x="145947" y="171093"/>
                  <a:pt x="148151" y="171935"/>
                  <a:pt x="150876" y="171935"/>
                </a:cubicBezTo>
                <a:cubicBezTo>
                  <a:pt x="153601" y="171935"/>
                  <a:pt x="155905" y="171093"/>
                  <a:pt x="157789" y="169420"/>
                </a:cubicBezTo>
                <a:close/>
                <a:moveTo>
                  <a:pt x="107186" y="267489"/>
                </a:moveTo>
                <a:cubicBezTo>
                  <a:pt x="93351" y="261418"/>
                  <a:pt x="81308" y="253243"/>
                  <a:pt x="71040" y="242974"/>
                </a:cubicBezTo>
                <a:cubicBezTo>
                  <a:pt x="60771" y="232706"/>
                  <a:pt x="52706" y="220764"/>
                  <a:pt x="46836" y="207139"/>
                </a:cubicBezTo>
                <a:cubicBezTo>
                  <a:pt x="40755" y="193313"/>
                  <a:pt x="37719" y="178637"/>
                  <a:pt x="37719" y="163138"/>
                </a:cubicBezTo>
                <a:cubicBezTo>
                  <a:pt x="37719" y="147630"/>
                  <a:pt x="40755" y="133063"/>
                  <a:pt x="46836" y="119448"/>
                </a:cubicBezTo>
                <a:cubicBezTo>
                  <a:pt x="52706" y="105613"/>
                  <a:pt x="60771" y="93561"/>
                  <a:pt x="71040" y="83293"/>
                </a:cubicBezTo>
                <a:cubicBezTo>
                  <a:pt x="81308" y="73024"/>
                  <a:pt x="93351" y="64959"/>
                  <a:pt x="107186" y="59098"/>
                </a:cubicBezTo>
                <a:cubicBezTo>
                  <a:pt x="120801" y="53017"/>
                  <a:pt x="135368" y="49981"/>
                  <a:pt x="150876" y="49981"/>
                </a:cubicBezTo>
                <a:cubicBezTo>
                  <a:pt x="164912" y="49981"/>
                  <a:pt x="178116" y="52386"/>
                  <a:pt x="190479" y="57205"/>
                </a:cubicBezTo>
                <a:cubicBezTo>
                  <a:pt x="202841" y="61813"/>
                  <a:pt x="213842" y="68315"/>
                  <a:pt x="223489" y="76700"/>
                </a:cubicBezTo>
                <a:lnTo>
                  <a:pt x="232916" y="67263"/>
                </a:lnTo>
                <a:cubicBezTo>
                  <a:pt x="234800" y="65380"/>
                  <a:pt x="237003" y="64438"/>
                  <a:pt x="239518" y="64438"/>
                </a:cubicBezTo>
                <a:cubicBezTo>
                  <a:pt x="242033" y="64438"/>
                  <a:pt x="244227" y="65380"/>
                  <a:pt x="246120" y="67263"/>
                </a:cubicBezTo>
                <a:cubicBezTo>
                  <a:pt x="248004" y="69156"/>
                  <a:pt x="248945" y="71351"/>
                  <a:pt x="248945" y="73865"/>
                </a:cubicBezTo>
                <a:cubicBezTo>
                  <a:pt x="248945" y="76380"/>
                  <a:pt x="248004" y="78584"/>
                  <a:pt x="246120" y="80467"/>
                </a:cubicBezTo>
                <a:lnTo>
                  <a:pt x="236683" y="89895"/>
                </a:lnTo>
                <a:cubicBezTo>
                  <a:pt x="244227" y="98280"/>
                  <a:pt x="250728" y="108439"/>
                  <a:pt x="256178" y="120390"/>
                </a:cubicBezTo>
                <a:cubicBezTo>
                  <a:pt x="261418" y="132332"/>
                  <a:pt x="264033" y="146578"/>
                  <a:pt x="264033" y="163138"/>
                </a:cubicBezTo>
                <a:cubicBezTo>
                  <a:pt x="264033" y="178637"/>
                  <a:pt x="261098" y="193313"/>
                  <a:pt x="255236" y="207139"/>
                </a:cubicBezTo>
                <a:cubicBezTo>
                  <a:pt x="249156" y="220764"/>
                  <a:pt x="240981" y="232706"/>
                  <a:pt x="230712" y="242974"/>
                </a:cubicBezTo>
                <a:cubicBezTo>
                  <a:pt x="220444" y="253243"/>
                  <a:pt x="208501" y="261418"/>
                  <a:pt x="194886" y="267489"/>
                </a:cubicBezTo>
                <a:cubicBezTo>
                  <a:pt x="181051" y="273360"/>
                  <a:pt x="166384" y="276295"/>
                  <a:pt x="150876" y="276295"/>
                </a:cubicBezTo>
                <a:cubicBezTo>
                  <a:pt x="135368" y="276295"/>
                  <a:pt x="120801" y="273360"/>
                  <a:pt x="107186" y="267489"/>
                </a:cubicBezTo>
                <a:close/>
                <a:moveTo>
                  <a:pt x="217828" y="230090"/>
                </a:moveTo>
                <a:cubicBezTo>
                  <a:pt x="236062" y="211647"/>
                  <a:pt x="245178" y="189327"/>
                  <a:pt x="245178" y="163138"/>
                </a:cubicBezTo>
                <a:cubicBezTo>
                  <a:pt x="245178" y="136941"/>
                  <a:pt x="236062" y="114730"/>
                  <a:pt x="217828" y="96497"/>
                </a:cubicBezTo>
                <a:cubicBezTo>
                  <a:pt x="199385" y="78053"/>
                  <a:pt x="177074" y="68836"/>
                  <a:pt x="150876" y="68836"/>
                </a:cubicBezTo>
                <a:cubicBezTo>
                  <a:pt x="124678" y="68836"/>
                  <a:pt x="102468" y="78053"/>
                  <a:pt x="84244" y="96497"/>
                </a:cubicBezTo>
                <a:cubicBezTo>
                  <a:pt x="65800" y="114730"/>
                  <a:pt x="56583" y="136941"/>
                  <a:pt x="56583" y="163138"/>
                </a:cubicBezTo>
                <a:cubicBezTo>
                  <a:pt x="56583" y="189327"/>
                  <a:pt x="65800" y="211647"/>
                  <a:pt x="84244" y="230090"/>
                </a:cubicBezTo>
                <a:cubicBezTo>
                  <a:pt x="102468" y="248314"/>
                  <a:pt x="124678" y="257431"/>
                  <a:pt x="150876" y="257431"/>
                </a:cubicBezTo>
                <a:cubicBezTo>
                  <a:pt x="177074" y="257431"/>
                  <a:pt x="199385" y="248314"/>
                  <a:pt x="217828" y="230090"/>
                </a:cubicBezTo>
                <a:close/>
                <a:moveTo>
                  <a:pt x="150876" y="163449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1" name="圖說"/>
          <p:cNvSpPr/>
          <p:nvPr/>
        </p:nvSpPr>
        <p:spPr>
          <a:xfrm>
            <a:off x="4413397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</a:t>
            </a:r>
            <a:endParaRPr lang="en-US" sz="750" dirty="0"/>
          </a:p>
        </p:txBody>
      </p:sp>
      <p:sp>
        <p:nvSpPr>
          <p:cNvPr id="142" name="圖示 行事曆"/>
          <p:cNvSpPr/>
          <p:nvPr/>
        </p:nvSpPr>
        <p:spPr>
          <a:xfrm>
            <a:off x="5112890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6583" y="276606"/>
                </a:moveTo>
                <a:cubicBezTo>
                  <a:pt x="51554" y="276606"/>
                  <a:pt x="47146" y="274722"/>
                  <a:pt x="43379" y="270946"/>
                </a:cubicBezTo>
                <a:cubicBezTo>
                  <a:pt x="39603" y="267179"/>
                  <a:pt x="37719" y="262780"/>
                  <a:pt x="37719" y="257751"/>
                </a:cubicBezTo>
                <a:lnTo>
                  <a:pt x="37719" y="62865"/>
                </a:lnTo>
                <a:cubicBezTo>
                  <a:pt x="37719" y="57836"/>
                  <a:pt x="39603" y="53438"/>
                  <a:pt x="43379" y="49661"/>
                </a:cubicBezTo>
                <a:cubicBezTo>
                  <a:pt x="47146" y="45894"/>
                  <a:pt x="51554" y="44010"/>
                  <a:pt x="56583" y="44010"/>
                </a:cubicBezTo>
                <a:lnTo>
                  <a:pt x="77011" y="44010"/>
                </a:lnTo>
                <a:lnTo>
                  <a:pt x="77011" y="35204"/>
                </a:lnTo>
                <a:cubicBezTo>
                  <a:pt x="77011" y="32269"/>
                  <a:pt x="77953" y="29864"/>
                  <a:pt x="79836" y="27971"/>
                </a:cubicBezTo>
                <a:cubicBezTo>
                  <a:pt x="81729" y="26088"/>
                  <a:pt x="84134" y="25146"/>
                  <a:pt x="87069" y="25146"/>
                </a:cubicBezTo>
                <a:cubicBezTo>
                  <a:pt x="90004" y="25146"/>
                  <a:pt x="92519" y="26088"/>
                  <a:pt x="94613" y="27971"/>
                </a:cubicBezTo>
                <a:cubicBezTo>
                  <a:pt x="96497" y="29864"/>
                  <a:pt x="97438" y="32269"/>
                  <a:pt x="97438" y="35204"/>
                </a:cubicBezTo>
                <a:lnTo>
                  <a:pt x="97438" y="44010"/>
                </a:lnTo>
                <a:lnTo>
                  <a:pt x="204314" y="44010"/>
                </a:lnTo>
                <a:lnTo>
                  <a:pt x="204314" y="35204"/>
                </a:lnTo>
                <a:cubicBezTo>
                  <a:pt x="204314" y="32269"/>
                  <a:pt x="205255" y="29864"/>
                  <a:pt x="207139" y="27971"/>
                </a:cubicBezTo>
                <a:cubicBezTo>
                  <a:pt x="209023" y="26088"/>
                  <a:pt x="211437" y="25146"/>
                  <a:pt x="214372" y="25146"/>
                </a:cubicBezTo>
                <a:cubicBezTo>
                  <a:pt x="217307" y="25146"/>
                  <a:pt x="219822" y="26088"/>
                  <a:pt x="221916" y="27971"/>
                </a:cubicBezTo>
                <a:cubicBezTo>
                  <a:pt x="223799" y="29864"/>
                  <a:pt x="224741" y="32269"/>
                  <a:pt x="224741" y="35204"/>
                </a:cubicBezTo>
                <a:lnTo>
                  <a:pt x="224741" y="44010"/>
                </a:lnTo>
                <a:lnTo>
                  <a:pt x="245178" y="44010"/>
                </a:lnTo>
                <a:cubicBezTo>
                  <a:pt x="250207" y="44010"/>
                  <a:pt x="254606" y="45894"/>
                  <a:pt x="258373" y="49661"/>
                </a:cubicBezTo>
                <a:cubicBezTo>
                  <a:pt x="262149" y="53438"/>
                  <a:pt x="264033" y="57836"/>
                  <a:pt x="264033" y="62865"/>
                </a:cubicBezTo>
                <a:lnTo>
                  <a:pt x="264033" y="257751"/>
                </a:lnTo>
                <a:cubicBezTo>
                  <a:pt x="264033" y="262780"/>
                  <a:pt x="262149" y="267179"/>
                  <a:pt x="258373" y="270946"/>
                </a:cubicBezTo>
                <a:cubicBezTo>
                  <a:pt x="254606" y="274722"/>
                  <a:pt x="250207" y="276606"/>
                  <a:pt x="245178" y="276606"/>
                </a:cubicBezTo>
                <a:lnTo>
                  <a:pt x="56583" y="276606"/>
                </a:lnTo>
                <a:close/>
                <a:moveTo>
                  <a:pt x="56583" y="257751"/>
                </a:moveTo>
                <a:lnTo>
                  <a:pt x="245178" y="257751"/>
                </a:lnTo>
                <a:lnTo>
                  <a:pt x="245178" y="122584"/>
                </a:lnTo>
                <a:lnTo>
                  <a:pt x="56583" y="122584"/>
                </a:lnTo>
                <a:lnTo>
                  <a:pt x="56583" y="257751"/>
                </a:lnTo>
                <a:close/>
                <a:moveTo>
                  <a:pt x="56583" y="103730"/>
                </a:moveTo>
                <a:lnTo>
                  <a:pt x="245178" y="103730"/>
                </a:lnTo>
                <a:lnTo>
                  <a:pt x="245178" y="62865"/>
                </a:lnTo>
                <a:lnTo>
                  <a:pt x="56583" y="62865"/>
                </a:lnTo>
                <a:lnTo>
                  <a:pt x="56583" y="103730"/>
                </a:lnTo>
                <a:close/>
                <a:moveTo>
                  <a:pt x="56583" y="103730"/>
                </a:moveTo>
                <a:lnTo>
                  <a:pt x="56583" y="62865"/>
                </a:lnTo>
                <a:lnTo>
                  <a:pt x="56583" y="103730"/>
                </a:lnTo>
                <a:close/>
                <a:moveTo>
                  <a:pt x="150876" y="176022"/>
                </a:moveTo>
                <a:cubicBezTo>
                  <a:pt x="147310" y="176022"/>
                  <a:pt x="144384" y="174870"/>
                  <a:pt x="142079" y="172566"/>
                </a:cubicBezTo>
                <a:cubicBezTo>
                  <a:pt x="139565" y="170051"/>
                  <a:pt x="138303" y="167015"/>
                  <a:pt x="138303" y="163449"/>
                </a:cubicBezTo>
                <a:cubicBezTo>
                  <a:pt x="138303" y="159883"/>
                  <a:pt x="139565" y="156957"/>
                  <a:pt x="142079" y="154652"/>
                </a:cubicBezTo>
                <a:cubicBezTo>
                  <a:pt x="144384" y="152138"/>
                  <a:pt x="147310" y="150876"/>
                  <a:pt x="150876" y="150876"/>
                </a:cubicBezTo>
                <a:cubicBezTo>
                  <a:pt x="154442" y="150876"/>
                  <a:pt x="157478" y="152138"/>
                  <a:pt x="159993" y="154652"/>
                </a:cubicBezTo>
                <a:cubicBezTo>
                  <a:pt x="162297" y="156957"/>
                  <a:pt x="163449" y="159883"/>
                  <a:pt x="163449" y="163449"/>
                </a:cubicBezTo>
                <a:cubicBezTo>
                  <a:pt x="163449" y="167015"/>
                  <a:pt x="162297" y="170051"/>
                  <a:pt x="159993" y="172566"/>
                </a:cubicBezTo>
                <a:cubicBezTo>
                  <a:pt x="157478" y="174870"/>
                  <a:pt x="154442" y="176022"/>
                  <a:pt x="150876" y="176022"/>
                </a:cubicBezTo>
                <a:close/>
                <a:moveTo>
                  <a:pt x="91787" y="172566"/>
                </a:moveTo>
                <a:cubicBezTo>
                  <a:pt x="89273" y="170051"/>
                  <a:pt x="88011" y="167015"/>
                  <a:pt x="88011" y="163449"/>
                </a:cubicBezTo>
                <a:cubicBezTo>
                  <a:pt x="88011" y="159883"/>
                  <a:pt x="89273" y="156957"/>
                  <a:pt x="91787" y="154652"/>
                </a:cubicBezTo>
                <a:cubicBezTo>
                  <a:pt x="94092" y="152138"/>
                  <a:pt x="97018" y="150876"/>
                  <a:pt x="100584" y="150876"/>
                </a:cubicBezTo>
                <a:cubicBezTo>
                  <a:pt x="104150" y="150876"/>
                  <a:pt x="107186" y="152138"/>
                  <a:pt x="109701" y="154652"/>
                </a:cubicBezTo>
                <a:cubicBezTo>
                  <a:pt x="112005" y="156957"/>
                  <a:pt x="113157" y="159883"/>
                  <a:pt x="113157" y="163449"/>
                </a:cubicBezTo>
                <a:cubicBezTo>
                  <a:pt x="113157" y="167015"/>
                  <a:pt x="112005" y="170051"/>
                  <a:pt x="109701" y="172566"/>
                </a:cubicBezTo>
                <a:cubicBezTo>
                  <a:pt x="107186" y="174870"/>
                  <a:pt x="104150" y="176022"/>
                  <a:pt x="100584" y="176022"/>
                </a:cubicBezTo>
                <a:cubicBezTo>
                  <a:pt x="97018" y="176022"/>
                  <a:pt x="94092" y="174870"/>
                  <a:pt x="91787" y="172566"/>
                </a:cubicBezTo>
                <a:close/>
                <a:moveTo>
                  <a:pt x="201168" y="176022"/>
                </a:moveTo>
                <a:cubicBezTo>
                  <a:pt x="197602" y="176022"/>
                  <a:pt x="194676" y="174870"/>
                  <a:pt x="192371" y="172566"/>
                </a:cubicBezTo>
                <a:cubicBezTo>
                  <a:pt x="189857" y="170051"/>
                  <a:pt x="188595" y="167015"/>
                  <a:pt x="188595" y="163449"/>
                </a:cubicBezTo>
                <a:cubicBezTo>
                  <a:pt x="188595" y="159883"/>
                  <a:pt x="189857" y="156957"/>
                  <a:pt x="192371" y="154652"/>
                </a:cubicBezTo>
                <a:cubicBezTo>
                  <a:pt x="194676" y="152138"/>
                  <a:pt x="197602" y="150876"/>
                  <a:pt x="201168" y="150876"/>
                </a:cubicBezTo>
                <a:cubicBezTo>
                  <a:pt x="204734" y="150876"/>
                  <a:pt x="207770" y="152138"/>
                  <a:pt x="210285" y="154652"/>
                </a:cubicBezTo>
                <a:cubicBezTo>
                  <a:pt x="212589" y="156957"/>
                  <a:pt x="213741" y="159883"/>
                  <a:pt x="213741" y="163449"/>
                </a:cubicBezTo>
                <a:cubicBezTo>
                  <a:pt x="213741" y="167015"/>
                  <a:pt x="212589" y="170051"/>
                  <a:pt x="210285" y="172566"/>
                </a:cubicBezTo>
                <a:cubicBezTo>
                  <a:pt x="207770" y="174870"/>
                  <a:pt x="204734" y="176022"/>
                  <a:pt x="201168" y="176022"/>
                </a:cubicBezTo>
                <a:close/>
                <a:moveTo>
                  <a:pt x="150876" y="226314"/>
                </a:moveTo>
                <a:cubicBezTo>
                  <a:pt x="147310" y="226314"/>
                  <a:pt x="144384" y="225162"/>
                  <a:pt x="142079" y="222858"/>
                </a:cubicBezTo>
                <a:cubicBezTo>
                  <a:pt x="139565" y="220343"/>
                  <a:pt x="138303" y="217307"/>
                  <a:pt x="138303" y="213741"/>
                </a:cubicBezTo>
                <a:cubicBezTo>
                  <a:pt x="138303" y="210175"/>
                  <a:pt x="139565" y="207249"/>
                  <a:pt x="142079" y="204944"/>
                </a:cubicBezTo>
                <a:cubicBezTo>
                  <a:pt x="144384" y="202430"/>
                  <a:pt x="147310" y="201168"/>
                  <a:pt x="150876" y="201168"/>
                </a:cubicBezTo>
                <a:cubicBezTo>
                  <a:pt x="154442" y="201168"/>
                  <a:pt x="157478" y="202430"/>
                  <a:pt x="159993" y="204944"/>
                </a:cubicBezTo>
                <a:cubicBezTo>
                  <a:pt x="162297" y="207249"/>
                  <a:pt x="163449" y="210175"/>
                  <a:pt x="163449" y="213741"/>
                </a:cubicBezTo>
                <a:cubicBezTo>
                  <a:pt x="163449" y="217307"/>
                  <a:pt x="162297" y="220343"/>
                  <a:pt x="159993" y="222858"/>
                </a:cubicBezTo>
                <a:cubicBezTo>
                  <a:pt x="157478" y="225162"/>
                  <a:pt x="154442" y="226314"/>
                  <a:pt x="150876" y="226314"/>
                </a:cubicBezTo>
                <a:close/>
                <a:moveTo>
                  <a:pt x="91787" y="222858"/>
                </a:moveTo>
                <a:cubicBezTo>
                  <a:pt x="89273" y="220343"/>
                  <a:pt x="88011" y="217307"/>
                  <a:pt x="88011" y="213741"/>
                </a:cubicBezTo>
                <a:cubicBezTo>
                  <a:pt x="88011" y="210175"/>
                  <a:pt x="89273" y="207249"/>
                  <a:pt x="91787" y="204944"/>
                </a:cubicBezTo>
                <a:cubicBezTo>
                  <a:pt x="94092" y="202430"/>
                  <a:pt x="97018" y="201168"/>
                  <a:pt x="100584" y="201168"/>
                </a:cubicBezTo>
                <a:cubicBezTo>
                  <a:pt x="104150" y="201168"/>
                  <a:pt x="107186" y="202430"/>
                  <a:pt x="109701" y="204944"/>
                </a:cubicBezTo>
                <a:cubicBezTo>
                  <a:pt x="112005" y="207249"/>
                  <a:pt x="113157" y="210175"/>
                  <a:pt x="113157" y="213741"/>
                </a:cubicBezTo>
                <a:cubicBezTo>
                  <a:pt x="113157" y="217307"/>
                  <a:pt x="112005" y="220343"/>
                  <a:pt x="109701" y="222858"/>
                </a:cubicBezTo>
                <a:cubicBezTo>
                  <a:pt x="107186" y="225162"/>
                  <a:pt x="104150" y="226314"/>
                  <a:pt x="100584" y="226314"/>
                </a:cubicBezTo>
                <a:cubicBezTo>
                  <a:pt x="97018" y="226314"/>
                  <a:pt x="94092" y="225162"/>
                  <a:pt x="91787" y="222858"/>
                </a:cubicBezTo>
                <a:close/>
                <a:moveTo>
                  <a:pt x="201168" y="226314"/>
                </a:moveTo>
                <a:cubicBezTo>
                  <a:pt x="197602" y="226314"/>
                  <a:pt x="194676" y="225162"/>
                  <a:pt x="192371" y="222858"/>
                </a:cubicBezTo>
                <a:cubicBezTo>
                  <a:pt x="189857" y="220343"/>
                  <a:pt x="188595" y="217307"/>
                  <a:pt x="188595" y="213741"/>
                </a:cubicBezTo>
                <a:cubicBezTo>
                  <a:pt x="188595" y="210175"/>
                  <a:pt x="189857" y="207249"/>
                  <a:pt x="192371" y="204944"/>
                </a:cubicBezTo>
                <a:cubicBezTo>
                  <a:pt x="194676" y="202430"/>
                  <a:pt x="197602" y="201168"/>
                  <a:pt x="201168" y="201168"/>
                </a:cubicBezTo>
                <a:cubicBezTo>
                  <a:pt x="204734" y="201168"/>
                  <a:pt x="207770" y="202430"/>
                  <a:pt x="210285" y="204944"/>
                </a:cubicBezTo>
                <a:cubicBezTo>
                  <a:pt x="212589" y="207249"/>
                  <a:pt x="213741" y="210175"/>
                  <a:pt x="213741" y="213741"/>
                </a:cubicBezTo>
                <a:cubicBezTo>
                  <a:pt x="213741" y="217307"/>
                  <a:pt x="212589" y="220343"/>
                  <a:pt x="210285" y="222858"/>
                </a:cubicBezTo>
                <a:cubicBezTo>
                  <a:pt x="207770" y="225162"/>
                  <a:pt x="204734" y="226314"/>
                  <a:pt x="201168" y="226314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3" name="圖說"/>
          <p:cNvSpPr/>
          <p:nvPr/>
        </p:nvSpPr>
        <p:spPr>
          <a:xfrm>
            <a:off x="4968118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750" dirty="0"/>
          </a:p>
        </p:txBody>
      </p:sp>
      <p:sp>
        <p:nvSpPr>
          <p:cNvPr id="144" name="圖示 事件"/>
          <p:cNvSpPr/>
          <p:nvPr/>
        </p:nvSpPr>
        <p:spPr>
          <a:xfrm>
            <a:off x="5667611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5964" y="223799"/>
                </a:moveTo>
                <a:cubicBezTo>
                  <a:pt x="160093" y="217929"/>
                  <a:pt x="157167" y="210705"/>
                  <a:pt x="157167" y="202110"/>
                </a:cubicBezTo>
                <a:cubicBezTo>
                  <a:pt x="157167" y="193524"/>
                  <a:pt x="160093" y="186291"/>
                  <a:pt x="165964" y="180420"/>
                </a:cubicBezTo>
                <a:cubicBezTo>
                  <a:pt x="171834" y="174559"/>
                  <a:pt x="179058" y="171624"/>
                  <a:pt x="187653" y="171624"/>
                </a:cubicBezTo>
                <a:cubicBezTo>
                  <a:pt x="196239" y="171624"/>
                  <a:pt x="203472" y="174559"/>
                  <a:pt x="209343" y="180420"/>
                </a:cubicBezTo>
                <a:cubicBezTo>
                  <a:pt x="215204" y="186291"/>
                  <a:pt x="218139" y="193524"/>
                  <a:pt x="218139" y="202110"/>
                </a:cubicBezTo>
                <a:cubicBezTo>
                  <a:pt x="218139" y="210705"/>
                  <a:pt x="215204" y="217929"/>
                  <a:pt x="209343" y="223799"/>
                </a:cubicBezTo>
                <a:cubicBezTo>
                  <a:pt x="203472" y="229670"/>
                  <a:pt x="196239" y="232605"/>
                  <a:pt x="187653" y="232605"/>
                </a:cubicBezTo>
                <a:cubicBezTo>
                  <a:pt x="179058" y="232605"/>
                  <a:pt x="171834" y="229670"/>
                  <a:pt x="165964" y="223799"/>
                </a:cubicBezTo>
                <a:close/>
                <a:moveTo>
                  <a:pt x="56583" y="276606"/>
                </a:moveTo>
                <a:cubicBezTo>
                  <a:pt x="51554" y="276606"/>
                  <a:pt x="47146" y="274722"/>
                  <a:pt x="43379" y="270946"/>
                </a:cubicBezTo>
                <a:cubicBezTo>
                  <a:pt x="39603" y="267179"/>
                  <a:pt x="37719" y="262780"/>
                  <a:pt x="37719" y="257751"/>
                </a:cubicBezTo>
                <a:lnTo>
                  <a:pt x="37719" y="62865"/>
                </a:lnTo>
                <a:cubicBezTo>
                  <a:pt x="37719" y="57836"/>
                  <a:pt x="39603" y="53438"/>
                  <a:pt x="43379" y="49661"/>
                </a:cubicBezTo>
                <a:cubicBezTo>
                  <a:pt x="47146" y="45894"/>
                  <a:pt x="51554" y="44010"/>
                  <a:pt x="56583" y="44010"/>
                </a:cubicBezTo>
                <a:lnTo>
                  <a:pt x="77011" y="44010"/>
                </a:lnTo>
                <a:lnTo>
                  <a:pt x="77011" y="35204"/>
                </a:lnTo>
                <a:cubicBezTo>
                  <a:pt x="77011" y="32269"/>
                  <a:pt x="77953" y="29864"/>
                  <a:pt x="79836" y="27971"/>
                </a:cubicBezTo>
                <a:cubicBezTo>
                  <a:pt x="81729" y="26088"/>
                  <a:pt x="84134" y="25146"/>
                  <a:pt x="87069" y="25146"/>
                </a:cubicBezTo>
                <a:cubicBezTo>
                  <a:pt x="90004" y="25146"/>
                  <a:pt x="92519" y="26088"/>
                  <a:pt x="94613" y="27971"/>
                </a:cubicBezTo>
                <a:cubicBezTo>
                  <a:pt x="96497" y="29864"/>
                  <a:pt x="97438" y="32269"/>
                  <a:pt x="97438" y="35204"/>
                </a:cubicBezTo>
                <a:lnTo>
                  <a:pt x="97438" y="44010"/>
                </a:lnTo>
                <a:lnTo>
                  <a:pt x="204314" y="44010"/>
                </a:lnTo>
                <a:lnTo>
                  <a:pt x="204314" y="35204"/>
                </a:lnTo>
                <a:cubicBezTo>
                  <a:pt x="204314" y="32269"/>
                  <a:pt x="205255" y="29864"/>
                  <a:pt x="207139" y="27971"/>
                </a:cubicBezTo>
                <a:cubicBezTo>
                  <a:pt x="209023" y="26088"/>
                  <a:pt x="211437" y="25146"/>
                  <a:pt x="214372" y="25146"/>
                </a:cubicBezTo>
                <a:cubicBezTo>
                  <a:pt x="217307" y="25146"/>
                  <a:pt x="219822" y="26088"/>
                  <a:pt x="221916" y="27971"/>
                </a:cubicBezTo>
                <a:cubicBezTo>
                  <a:pt x="223799" y="29864"/>
                  <a:pt x="224741" y="32269"/>
                  <a:pt x="224741" y="35204"/>
                </a:cubicBezTo>
                <a:lnTo>
                  <a:pt x="224741" y="44010"/>
                </a:lnTo>
                <a:lnTo>
                  <a:pt x="245178" y="44010"/>
                </a:lnTo>
                <a:cubicBezTo>
                  <a:pt x="250207" y="44010"/>
                  <a:pt x="254606" y="45894"/>
                  <a:pt x="258373" y="49661"/>
                </a:cubicBezTo>
                <a:cubicBezTo>
                  <a:pt x="262149" y="53438"/>
                  <a:pt x="264033" y="57836"/>
                  <a:pt x="264033" y="62865"/>
                </a:cubicBezTo>
                <a:lnTo>
                  <a:pt x="264033" y="257751"/>
                </a:lnTo>
                <a:cubicBezTo>
                  <a:pt x="264033" y="262780"/>
                  <a:pt x="262149" y="267179"/>
                  <a:pt x="258373" y="270946"/>
                </a:cubicBezTo>
                <a:cubicBezTo>
                  <a:pt x="254606" y="274722"/>
                  <a:pt x="250207" y="276606"/>
                  <a:pt x="245178" y="276606"/>
                </a:cubicBezTo>
                <a:lnTo>
                  <a:pt x="56583" y="276606"/>
                </a:lnTo>
                <a:close/>
                <a:moveTo>
                  <a:pt x="56583" y="257751"/>
                </a:moveTo>
                <a:lnTo>
                  <a:pt x="245178" y="257751"/>
                </a:lnTo>
                <a:lnTo>
                  <a:pt x="245178" y="122584"/>
                </a:lnTo>
                <a:lnTo>
                  <a:pt x="56583" y="122584"/>
                </a:lnTo>
                <a:lnTo>
                  <a:pt x="56583" y="257751"/>
                </a:lnTo>
                <a:close/>
                <a:moveTo>
                  <a:pt x="56583" y="103730"/>
                </a:moveTo>
                <a:lnTo>
                  <a:pt x="245178" y="103730"/>
                </a:lnTo>
                <a:lnTo>
                  <a:pt x="245178" y="62865"/>
                </a:lnTo>
                <a:lnTo>
                  <a:pt x="56583" y="62865"/>
                </a:lnTo>
                <a:lnTo>
                  <a:pt x="56583" y="103730"/>
                </a:lnTo>
                <a:close/>
                <a:moveTo>
                  <a:pt x="56583" y="103730"/>
                </a:moveTo>
                <a:lnTo>
                  <a:pt x="56583" y="62865"/>
                </a:lnTo>
                <a:lnTo>
                  <a:pt x="56583" y="10373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圖說"/>
          <p:cNvSpPr/>
          <p:nvPr/>
        </p:nvSpPr>
        <p:spPr>
          <a:xfrm>
            <a:off x="5522839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</a:t>
            </a:r>
            <a:endParaRPr lang="en-US" sz="750" dirty="0"/>
          </a:p>
        </p:txBody>
      </p:sp>
      <p:sp>
        <p:nvSpPr>
          <p:cNvPr id="146" name="圖示 已排程"/>
          <p:cNvSpPr/>
          <p:nvPr/>
        </p:nvSpPr>
        <p:spPr>
          <a:xfrm>
            <a:off x="6222332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6099" y="203372"/>
                </a:moveTo>
                <a:lnTo>
                  <a:pt x="187342" y="152138"/>
                </a:lnTo>
                <a:cubicBezTo>
                  <a:pt x="189226" y="150245"/>
                  <a:pt x="191420" y="149413"/>
                  <a:pt x="193935" y="149623"/>
                </a:cubicBezTo>
                <a:cubicBezTo>
                  <a:pt x="196450" y="149623"/>
                  <a:pt x="198653" y="150565"/>
                  <a:pt x="200537" y="152449"/>
                </a:cubicBezTo>
                <a:cubicBezTo>
                  <a:pt x="202430" y="154332"/>
                  <a:pt x="203372" y="156536"/>
                  <a:pt x="203372" y="159051"/>
                </a:cubicBezTo>
                <a:cubicBezTo>
                  <a:pt x="203372" y="161565"/>
                  <a:pt x="202430" y="163760"/>
                  <a:pt x="200537" y="165653"/>
                </a:cubicBezTo>
                <a:lnTo>
                  <a:pt x="142701" y="223489"/>
                </a:lnTo>
                <a:cubicBezTo>
                  <a:pt x="140818" y="225372"/>
                  <a:pt x="138614" y="226314"/>
                  <a:pt x="136099" y="226314"/>
                </a:cubicBezTo>
                <a:cubicBezTo>
                  <a:pt x="133585" y="226314"/>
                  <a:pt x="131390" y="225372"/>
                  <a:pt x="129506" y="223489"/>
                </a:cubicBezTo>
                <a:lnTo>
                  <a:pt x="99331" y="193624"/>
                </a:lnTo>
                <a:cubicBezTo>
                  <a:pt x="97438" y="191741"/>
                  <a:pt x="96497" y="189537"/>
                  <a:pt x="96497" y="187022"/>
                </a:cubicBezTo>
                <a:cubicBezTo>
                  <a:pt x="96497" y="184508"/>
                  <a:pt x="97438" y="182313"/>
                  <a:pt x="99331" y="180420"/>
                </a:cubicBezTo>
                <a:cubicBezTo>
                  <a:pt x="101215" y="178537"/>
                  <a:pt x="103409" y="177695"/>
                  <a:pt x="105924" y="177906"/>
                </a:cubicBezTo>
                <a:cubicBezTo>
                  <a:pt x="108439" y="177906"/>
                  <a:pt x="110642" y="178747"/>
                  <a:pt x="112526" y="180420"/>
                </a:cubicBezTo>
                <a:lnTo>
                  <a:pt x="136099" y="203372"/>
                </a:lnTo>
                <a:close/>
                <a:moveTo>
                  <a:pt x="56583" y="276606"/>
                </a:moveTo>
                <a:cubicBezTo>
                  <a:pt x="51554" y="276606"/>
                  <a:pt x="47146" y="274722"/>
                  <a:pt x="43379" y="270946"/>
                </a:cubicBezTo>
                <a:cubicBezTo>
                  <a:pt x="39603" y="267179"/>
                  <a:pt x="37719" y="262780"/>
                  <a:pt x="37719" y="257751"/>
                </a:cubicBezTo>
                <a:lnTo>
                  <a:pt x="37719" y="62865"/>
                </a:lnTo>
                <a:cubicBezTo>
                  <a:pt x="37719" y="57836"/>
                  <a:pt x="39603" y="53438"/>
                  <a:pt x="43379" y="49661"/>
                </a:cubicBezTo>
                <a:cubicBezTo>
                  <a:pt x="47146" y="45894"/>
                  <a:pt x="51554" y="44010"/>
                  <a:pt x="56583" y="44010"/>
                </a:cubicBezTo>
                <a:lnTo>
                  <a:pt x="77011" y="44010"/>
                </a:lnTo>
                <a:lnTo>
                  <a:pt x="77011" y="35204"/>
                </a:lnTo>
                <a:cubicBezTo>
                  <a:pt x="77011" y="32269"/>
                  <a:pt x="77953" y="29864"/>
                  <a:pt x="79836" y="27971"/>
                </a:cubicBezTo>
                <a:cubicBezTo>
                  <a:pt x="81729" y="26088"/>
                  <a:pt x="84134" y="25146"/>
                  <a:pt x="87069" y="25146"/>
                </a:cubicBezTo>
                <a:cubicBezTo>
                  <a:pt x="90004" y="25146"/>
                  <a:pt x="92519" y="26088"/>
                  <a:pt x="94613" y="27971"/>
                </a:cubicBezTo>
                <a:cubicBezTo>
                  <a:pt x="96497" y="29864"/>
                  <a:pt x="97438" y="32269"/>
                  <a:pt x="97438" y="35204"/>
                </a:cubicBezTo>
                <a:lnTo>
                  <a:pt x="97438" y="44010"/>
                </a:lnTo>
                <a:lnTo>
                  <a:pt x="204314" y="44010"/>
                </a:lnTo>
                <a:lnTo>
                  <a:pt x="204314" y="35204"/>
                </a:lnTo>
                <a:cubicBezTo>
                  <a:pt x="204314" y="32269"/>
                  <a:pt x="205255" y="29864"/>
                  <a:pt x="207139" y="27971"/>
                </a:cubicBezTo>
                <a:cubicBezTo>
                  <a:pt x="209023" y="26088"/>
                  <a:pt x="211437" y="25146"/>
                  <a:pt x="214372" y="25146"/>
                </a:cubicBezTo>
                <a:cubicBezTo>
                  <a:pt x="217307" y="25146"/>
                  <a:pt x="219822" y="26088"/>
                  <a:pt x="221916" y="27971"/>
                </a:cubicBezTo>
                <a:cubicBezTo>
                  <a:pt x="223799" y="29864"/>
                  <a:pt x="224741" y="32269"/>
                  <a:pt x="224741" y="35204"/>
                </a:cubicBezTo>
                <a:lnTo>
                  <a:pt x="224741" y="44010"/>
                </a:lnTo>
                <a:lnTo>
                  <a:pt x="245178" y="44010"/>
                </a:lnTo>
                <a:cubicBezTo>
                  <a:pt x="250207" y="44010"/>
                  <a:pt x="254606" y="45894"/>
                  <a:pt x="258373" y="49661"/>
                </a:cubicBezTo>
                <a:cubicBezTo>
                  <a:pt x="262149" y="53438"/>
                  <a:pt x="264033" y="57836"/>
                  <a:pt x="264033" y="62865"/>
                </a:cubicBezTo>
                <a:lnTo>
                  <a:pt x="264033" y="257751"/>
                </a:lnTo>
                <a:cubicBezTo>
                  <a:pt x="264033" y="262780"/>
                  <a:pt x="262149" y="267179"/>
                  <a:pt x="258373" y="270946"/>
                </a:cubicBezTo>
                <a:cubicBezTo>
                  <a:pt x="254606" y="274722"/>
                  <a:pt x="250207" y="276606"/>
                  <a:pt x="245178" y="276606"/>
                </a:cubicBezTo>
                <a:lnTo>
                  <a:pt x="56583" y="276606"/>
                </a:lnTo>
                <a:close/>
                <a:moveTo>
                  <a:pt x="56583" y="257751"/>
                </a:moveTo>
                <a:lnTo>
                  <a:pt x="245178" y="257751"/>
                </a:lnTo>
                <a:lnTo>
                  <a:pt x="245178" y="122584"/>
                </a:lnTo>
                <a:lnTo>
                  <a:pt x="56583" y="122584"/>
                </a:lnTo>
                <a:lnTo>
                  <a:pt x="56583" y="257751"/>
                </a:lnTo>
                <a:close/>
                <a:moveTo>
                  <a:pt x="56583" y="103730"/>
                </a:moveTo>
                <a:lnTo>
                  <a:pt x="245178" y="103730"/>
                </a:lnTo>
                <a:lnTo>
                  <a:pt x="245178" y="62865"/>
                </a:lnTo>
                <a:lnTo>
                  <a:pt x="56583" y="62865"/>
                </a:lnTo>
                <a:lnTo>
                  <a:pt x="56583" y="103730"/>
                </a:lnTo>
                <a:close/>
                <a:moveTo>
                  <a:pt x="56583" y="103730"/>
                </a:moveTo>
                <a:lnTo>
                  <a:pt x="56583" y="62865"/>
                </a:lnTo>
                <a:lnTo>
                  <a:pt x="56583" y="10373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7" name="圖說"/>
          <p:cNvSpPr/>
          <p:nvPr/>
        </p:nvSpPr>
        <p:spPr>
          <a:xfrm>
            <a:off x="6077560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已排程</a:t>
            </a:r>
            <a:endParaRPr lang="en-US" sz="750" dirty="0"/>
          </a:p>
        </p:txBody>
      </p:sp>
      <p:sp>
        <p:nvSpPr>
          <p:cNvPr id="148" name="圖示 文件"/>
          <p:cNvSpPr/>
          <p:nvPr/>
        </p:nvSpPr>
        <p:spPr>
          <a:xfrm>
            <a:off x="6777053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9701" y="223168"/>
                </a:moveTo>
                <a:lnTo>
                  <a:pt x="192051" y="223168"/>
                </a:lnTo>
                <a:cubicBezTo>
                  <a:pt x="194776" y="223168"/>
                  <a:pt x="196980" y="222227"/>
                  <a:pt x="198653" y="220343"/>
                </a:cubicBezTo>
                <a:cubicBezTo>
                  <a:pt x="200537" y="218670"/>
                  <a:pt x="201479" y="216466"/>
                  <a:pt x="201479" y="213741"/>
                </a:cubicBezTo>
                <a:cubicBezTo>
                  <a:pt x="201479" y="211016"/>
                  <a:pt x="200537" y="208812"/>
                  <a:pt x="198653" y="207139"/>
                </a:cubicBezTo>
                <a:cubicBezTo>
                  <a:pt x="196980" y="205255"/>
                  <a:pt x="194776" y="204314"/>
                  <a:pt x="192051" y="204314"/>
                </a:cubicBezTo>
                <a:lnTo>
                  <a:pt x="109701" y="204314"/>
                </a:lnTo>
                <a:cubicBezTo>
                  <a:pt x="106976" y="204314"/>
                  <a:pt x="104772" y="205255"/>
                  <a:pt x="103099" y="207139"/>
                </a:cubicBezTo>
                <a:cubicBezTo>
                  <a:pt x="101215" y="208812"/>
                  <a:pt x="100273" y="211016"/>
                  <a:pt x="100273" y="213741"/>
                </a:cubicBezTo>
                <a:cubicBezTo>
                  <a:pt x="100273" y="216466"/>
                  <a:pt x="101215" y="218770"/>
                  <a:pt x="103099" y="220654"/>
                </a:cubicBezTo>
                <a:cubicBezTo>
                  <a:pt x="104772" y="222336"/>
                  <a:pt x="106976" y="223168"/>
                  <a:pt x="109701" y="223168"/>
                </a:cubicBezTo>
                <a:close/>
                <a:moveTo>
                  <a:pt x="109701" y="169740"/>
                </a:moveTo>
                <a:lnTo>
                  <a:pt x="192051" y="169740"/>
                </a:lnTo>
                <a:cubicBezTo>
                  <a:pt x="194776" y="169740"/>
                  <a:pt x="196980" y="168789"/>
                  <a:pt x="198653" y="166905"/>
                </a:cubicBezTo>
                <a:cubicBezTo>
                  <a:pt x="200537" y="165232"/>
                  <a:pt x="201479" y="163028"/>
                  <a:pt x="201479" y="160303"/>
                </a:cubicBezTo>
                <a:cubicBezTo>
                  <a:pt x="201479" y="157579"/>
                  <a:pt x="200537" y="155384"/>
                  <a:pt x="198653" y="153701"/>
                </a:cubicBezTo>
                <a:cubicBezTo>
                  <a:pt x="196980" y="151818"/>
                  <a:pt x="194776" y="150876"/>
                  <a:pt x="192051" y="150876"/>
                </a:cubicBezTo>
                <a:lnTo>
                  <a:pt x="109701" y="150876"/>
                </a:lnTo>
                <a:cubicBezTo>
                  <a:pt x="106976" y="150876"/>
                  <a:pt x="104772" y="151818"/>
                  <a:pt x="103099" y="153701"/>
                </a:cubicBezTo>
                <a:cubicBezTo>
                  <a:pt x="101215" y="155384"/>
                  <a:pt x="100273" y="157579"/>
                  <a:pt x="100273" y="160303"/>
                </a:cubicBezTo>
                <a:cubicBezTo>
                  <a:pt x="100273" y="163028"/>
                  <a:pt x="101215" y="165333"/>
                  <a:pt x="103099" y="167225"/>
                </a:cubicBezTo>
                <a:cubicBezTo>
                  <a:pt x="104772" y="168899"/>
                  <a:pt x="106976" y="169740"/>
                  <a:pt x="109701" y="169740"/>
                </a:cubicBezTo>
                <a:close/>
                <a:moveTo>
                  <a:pt x="69156" y="276606"/>
                </a:moveTo>
                <a:cubicBezTo>
                  <a:pt x="64127" y="276606"/>
                  <a:pt x="59719" y="274722"/>
                  <a:pt x="55952" y="270946"/>
                </a:cubicBezTo>
                <a:cubicBezTo>
                  <a:pt x="52176" y="267179"/>
                  <a:pt x="50292" y="262780"/>
                  <a:pt x="50292" y="257751"/>
                </a:cubicBezTo>
                <a:lnTo>
                  <a:pt x="50292" y="44010"/>
                </a:lnTo>
                <a:cubicBezTo>
                  <a:pt x="50292" y="38981"/>
                  <a:pt x="52176" y="34573"/>
                  <a:pt x="55952" y="30806"/>
                </a:cubicBezTo>
                <a:cubicBezTo>
                  <a:pt x="59719" y="27030"/>
                  <a:pt x="64127" y="25146"/>
                  <a:pt x="69156" y="25146"/>
                </a:cubicBezTo>
                <a:lnTo>
                  <a:pt x="174769" y="25146"/>
                </a:lnTo>
                <a:cubicBezTo>
                  <a:pt x="177284" y="25146"/>
                  <a:pt x="179798" y="25667"/>
                  <a:pt x="182313" y="26719"/>
                </a:cubicBezTo>
                <a:cubicBezTo>
                  <a:pt x="184617" y="27761"/>
                  <a:pt x="186602" y="29124"/>
                  <a:pt x="188284" y="30806"/>
                </a:cubicBezTo>
                <a:lnTo>
                  <a:pt x="245800" y="88322"/>
                </a:lnTo>
                <a:cubicBezTo>
                  <a:pt x="247482" y="90004"/>
                  <a:pt x="248845" y="91989"/>
                  <a:pt x="249887" y="94302"/>
                </a:cubicBezTo>
                <a:cubicBezTo>
                  <a:pt x="250939" y="96817"/>
                  <a:pt x="251460" y="99331"/>
                  <a:pt x="251460" y="101846"/>
                </a:cubicBezTo>
                <a:lnTo>
                  <a:pt x="251460" y="257751"/>
                </a:lnTo>
                <a:cubicBezTo>
                  <a:pt x="251460" y="262780"/>
                  <a:pt x="249576" y="267179"/>
                  <a:pt x="245800" y="270946"/>
                </a:cubicBezTo>
                <a:cubicBezTo>
                  <a:pt x="242033" y="274722"/>
                  <a:pt x="237634" y="276606"/>
                  <a:pt x="232605" y="276606"/>
                </a:cubicBezTo>
                <a:lnTo>
                  <a:pt x="69156" y="276606"/>
                </a:lnTo>
                <a:close/>
                <a:moveTo>
                  <a:pt x="173197" y="93040"/>
                </a:moveTo>
                <a:lnTo>
                  <a:pt x="173197" y="44010"/>
                </a:lnTo>
                <a:lnTo>
                  <a:pt x="69156" y="44010"/>
                </a:lnTo>
                <a:lnTo>
                  <a:pt x="69156" y="257751"/>
                </a:lnTo>
                <a:lnTo>
                  <a:pt x="232605" y="257751"/>
                </a:lnTo>
                <a:lnTo>
                  <a:pt x="232605" y="102468"/>
                </a:lnTo>
                <a:lnTo>
                  <a:pt x="182624" y="102468"/>
                </a:lnTo>
                <a:cubicBezTo>
                  <a:pt x="179899" y="102468"/>
                  <a:pt x="177695" y="101526"/>
                  <a:pt x="176022" y="99642"/>
                </a:cubicBezTo>
                <a:cubicBezTo>
                  <a:pt x="174138" y="97969"/>
                  <a:pt x="173197" y="95765"/>
                  <a:pt x="173197" y="93040"/>
                </a:cubicBezTo>
                <a:close/>
                <a:moveTo>
                  <a:pt x="69156" y="44010"/>
                </a:moveTo>
                <a:lnTo>
                  <a:pt x="69156" y="102468"/>
                </a:lnTo>
                <a:lnTo>
                  <a:pt x="69156" y="44010"/>
                </a:lnTo>
                <a:lnTo>
                  <a:pt x="69156" y="257751"/>
                </a:lnTo>
                <a:lnTo>
                  <a:pt x="69156" y="4401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9" name="圖說"/>
          <p:cNvSpPr/>
          <p:nvPr/>
        </p:nvSpPr>
        <p:spPr>
          <a:xfrm>
            <a:off x="6632280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750" dirty="0"/>
          </a:p>
        </p:txBody>
      </p:sp>
      <p:sp>
        <p:nvSpPr>
          <p:cNvPr id="150" name="圖示 報告"/>
          <p:cNvSpPr/>
          <p:nvPr/>
        </p:nvSpPr>
        <p:spPr>
          <a:xfrm>
            <a:off x="7331774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6583" y="264033"/>
                </a:moveTo>
                <a:cubicBezTo>
                  <a:pt x="51554" y="264033"/>
                  <a:pt x="47146" y="262149"/>
                  <a:pt x="43379" y="258373"/>
                </a:cubicBezTo>
                <a:cubicBezTo>
                  <a:pt x="39603" y="254606"/>
                  <a:pt x="37719" y="250207"/>
                  <a:pt x="37719" y="245178"/>
                </a:cubicBezTo>
                <a:lnTo>
                  <a:pt x="37719" y="56583"/>
                </a:lnTo>
                <a:cubicBezTo>
                  <a:pt x="37719" y="51554"/>
                  <a:pt x="39603" y="47146"/>
                  <a:pt x="43379" y="43379"/>
                </a:cubicBezTo>
                <a:cubicBezTo>
                  <a:pt x="47146" y="39603"/>
                  <a:pt x="51554" y="37719"/>
                  <a:pt x="56583" y="37719"/>
                </a:cubicBezTo>
                <a:lnTo>
                  <a:pt x="245178" y="37719"/>
                </a:lnTo>
                <a:cubicBezTo>
                  <a:pt x="250207" y="37719"/>
                  <a:pt x="254606" y="39603"/>
                  <a:pt x="258373" y="43379"/>
                </a:cubicBezTo>
                <a:cubicBezTo>
                  <a:pt x="262149" y="47146"/>
                  <a:pt x="264033" y="51554"/>
                  <a:pt x="264033" y="56583"/>
                </a:cubicBezTo>
                <a:lnTo>
                  <a:pt x="264033" y="245178"/>
                </a:lnTo>
                <a:cubicBezTo>
                  <a:pt x="264033" y="250207"/>
                  <a:pt x="262149" y="254606"/>
                  <a:pt x="258373" y="258373"/>
                </a:cubicBezTo>
                <a:cubicBezTo>
                  <a:pt x="254606" y="262149"/>
                  <a:pt x="250207" y="264033"/>
                  <a:pt x="245178" y="264033"/>
                </a:cubicBezTo>
                <a:lnTo>
                  <a:pt x="56583" y="264033"/>
                </a:lnTo>
                <a:close/>
                <a:moveTo>
                  <a:pt x="56583" y="245178"/>
                </a:moveTo>
                <a:lnTo>
                  <a:pt x="245178" y="245178"/>
                </a:lnTo>
                <a:lnTo>
                  <a:pt x="245178" y="56583"/>
                </a:lnTo>
                <a:lnTo>
                  <a:pt x="56583" y="56583"/>
                </a:lnTo>
                <a:lnTo>
                  <a:pt x="56583" y="245178"/>
                </a:lnTo>
                <a:close/>
                <a:moveTo>
                  <a:pt x="56583" y="56583"/>
                </a:moveTo>
                <a:lnTo>
                  <a:pt x="56583" y="245178"/>
                </a:lnTo>
                <a:lnTo>
                  <a:pt x="56583" y="56583"/>
                </a:lnTo>
                <a:close/>
                <a:moveTo>
                  <a:pt x="96497" y="214052"/>
                </a:moveTo>
                <a:lnTo>
                  <a:pt x="164080" y="214052"/>
                </a:lnTo>
                <a:cubicBezTo>
                  <a:pt x="166805" y="214052"/>
                  <a:pt x="168999" y="213110"/>
                  <a:pt x="170682" y="211226"/>
                </a:cubicBezTo>
                <a:cubicBezTo>
                  <a:pt x="172566" y="209553"/>
                  <a:pt x="173507" y="207349"/>
                  <a:pt x="173507" y="204624"/>
                </a:cubicBezTo>
                <a:cubicBezTo>
                  <a:pt x="173507" y="201900"/>
                  <a:pt x="172566" y="199705"/>
                  <a:pt x="170682" y="198022"/>
                </a:cubicBezTo>
                <a:cubicBezTo>
                  <a:pt x="168999" y="196139"/>
                  <a:pt x="166805" y="195197"/>
                  <a:pt x="164080" y="195197"/>
                </a:cubicBezTo>
                <a:lnTo>
                  <a:pt x="96497" y="195197"/>
                </a:lnTo>
                <a:cubicBezTo>
                  <a:pt x="93772" y="195197"/>
                  <a:pt x="91577" y="196139"/>
                  <a:pt x="89895" y="198022"/>
                </a:cubicBezTo>
                <a:cubicBezTo>
                  <a:pt x="88011" y="199705"/>
                  <a:pt x="87069" y="201900"/>
                  <a:pt x="87069" y="204624"/>
                </a:cubicBezTo>
                <a:cubicBezTo>
                  <a:pt x="87069" y="207349"/>
                  <a:pt x="88011" y="209654"/>
                  <a:pt x="89895" y="211537"/>
                </a:cubicBezTo>
                <a:cubicBezTo>
                  <a:pt x="91577" y="213220"/>
                  <a:pt x="93772" y="214052"/>
                  <a:pt x="96497" y="214052"/>
                </a:cubicBezTo>
                <a:close/>
                <a:moveTo>
                  <a:pt x="96497" y="160303"/>
                </a:moveTo>
                <a:lnTo>
                  <a:pt x="205255" y="160303"/>
                </a:lnTo>
                <a:cubicBezTo>
                  <a:pt x="207980" y="160303"/>
                  <a:pt x="210175" y="159362"/>
                  <a:pt x="211857" y="157478"/>
                </a:cubicBezTo>
                <a:cubicBezTo>
                  <a:pt x="213741" y="155805"/>
                  <a:pt x="214683" y="153601"/>
                  <a:pt x="214683" y="150876"/>
                </a:cubicBezTo>
                <a:cubicBezTo>
                  <a:pt x="214683" y="148151"/>
                  <a:pt x="213741" y="145947"/>
                  <a:pt x="211857" y="144274"/>
                </a:cubicBezTo>
                <a:cubicBezTo>
                  <a:pt x="210175" y="142390"/>
                  <a:pt x="207980" y="141449"/>
                  <a:pt x="205255" y="141449"/>
                </a:cubicBezTo>
                <a:lnTo>
                  <a:pt x="96497" y="141449"/>
                </a:lnTo>
                <a:cubicBezTo>
                  <a:pt x="93772" y="141449"/>
                  <a:pt x="91577" y="142390"/>
                  <a:pt x="89895" y="144274"/>
                </a:cubicBezTo>
                <a:cubicBezTo>
                  <a:pt x="88011" y="145947"/>
                  <a:pt x="87069" y="148151"/>
                  <a:pt x="87069" y="150876"/>
                </a:cubicBezTo>
                <a:cubicBezTo>
                  <a:pt x="87069" y="153601"/>
                  <a:pt x="88011" y="155905"/>
                  <a:pt x="89895" y="157789"/>
                </a:cubicBezTo>
                <a:cubicBezTo>
                  <a:pt x="91577" y="159471"/>
                  <a:pt x="93772" y="160303"/>
                  <a:pt x="96497" y="160303"/>
                </a:cubicBezTo>
                <a:close/>
                <a:moveTo>
                  <a:pt x="96497" y="106555"/>
                </a:moveTo>
                <a:lnTo>
                  <a:pt x="205255" y="106555"/>
                </a:lnTo>
                <a:cubicBezTo>
                  <a:pt x="207980" y="106555"/>
                  <a:pt x="210175" y="105613"/>
                  <a:pt x="211857" y="103730"/>
                </a:cubicBezTo>
                <a:cubicBezTo>
                  <a:pt x="213741" y="102047"/>
                  <a:pt x="214683" y="99852"/>
                  <a:pt x="214683" y="97128"/>
                </a:cubicBezTo>
                <a:cubicBezTo>
                  <a:pt x="214683" y="94403"/>
                  <a:pt x="213741" y="92199"/>
                  <a:pt x="211857" y="90526"/>
                </a:cubicBezTo>
                <a:cubicBezTo>
                  <a:pt x="210175" y="88642"/>
                  <a:pt x="207980" y="87700"/>
                  <a:pt x="205255" y="87700"/>
                </a:cubicBezTo>
                <a:lnTo>
                  <a:pt x="96497" y="87700"/>
                </a:lnTo>
                <a:cubicBezTo>
                  <a:pt x="93772" y="87700"/>
                  <a:pt x="91577" y="88642"/>
                  <a:pt x="89895" y="90526"/>
                </a:cubicBezTo>
                <a:cubicBezTo>
                  <a:pt x="88011" y="92199"/>
                  <a:pt x="87069" y="94403"/>
                  <a:pt x="87069" y="97128"/>
                </a:cubicBezTo>
                <a:cubicBezTo>
                  <a:pt x="87069" y="99852"/>
                  <a:pt x="88011" y="102157"/>
                  <a:pt x="89895" y="104040"/>
                </a:cubicBezTo>
                <a:cubicBezTo>
                  <a:pt x="91577" y="105714"/>
                  <a:pt x="93772" y="106555"/>
                  <a:pt x="96497" y="106555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1" name="圖說"/>
          <p:cNvSpPr/>
          <p:nvPr/>
        </p:nvSpPr>
        <p:spPr>
          <a:xfrm>
            <a:off x="7187001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endParaRPr lang="en-US" sz="750" dirty="0"/>
          </a:p>
        </p:txBody>
      </p:sp>
      <p:sp>
        <p:nvSpPr>
          <p:cNvPr id="152" name="圖示 筆記"/>
          <p:cNvSpPr/>
          <p:nvPr/>
        </p:nvSpPr>
        <p:spPr>
          <a:xfrm>
            <a:off x="7886494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9719" y="172876"/>
                </a:moveTo>
                <a:cubicBezTo>
                  <a:pt x="56995" y="172876"/>
                  <a:pt x="54800" y="171935"/>
                  <a:pt x="53117" y="170051"/>
                </a:cubicBezTo>
                <a:cubicBezTo>
                  <a:pt x="51234" y="168378"/>
                  <a:pt x="50292" y="166174"/>
                  <a:pt x="50292" y="163449"/>
                </a:cubicBezTo>
                <a:cubicBezTo>
                  <a:pt x="50292" y="160724"/>
                  <a:pt x="51234" y="158520"/>
                  <a:pt x="53117" y="156847"/>
                </a:cubicBezTo>
                <a:cubicBezTo>
                  <a:pt x="54800" y="154963"/>
                  <a:pt x="56995" y="154022"/>
                  <a:pt x="59719" y="154022"/>
                </a:cubicBezTo>
                <a:lnTo>
                  <a:pt x="135157" y="154022"/>
                </a:lnTo>
                <a:cubicBezTo>
                  <a:pt x="137882" y="154022"/>
                  <a:pt x="140086" y="154963"/>
                  <a:pt x="141759" y="156847"/>
                </a:cubicBezTo>
                <a:cubicBezTo>
                  <a:pt x="143643" y="158520"/>
                  <a:pt x="144594" y="160724"/>
                  <a:pt x="144594" y="163449"/>
                </a:cubicBezTo>
                <a:cubicBezTo>
                  <a:pt x="144594" y="166174"/>
                  <a:pt x="143643" y="168478"/>
                  <a:pt x="141759" y="170362"/>
                </a:cubicBezTo>
                <a:cubicBezTo>
                  <a:pt x="140086" y="172044"/>
                  <a:pt x="137882" y="172876"/>
                  <a:pt x="135157" y="172876"/>
                </a:cubicBezTo>
                <a:lnTo>
                  <a:pt x="59719" y="172876"/>
                </a:lnTo>
                <a:close/>
                <a:moveTo>
                  <a:pt x="59719" y="121012"/>
                </a:moveTo>
                <a:cubicBezTo>
                  <a:pt x="56995" y="121012"/>
                  <a:pt x="54800" y="120070"/>
                  <a:pt x="53117" y="118186"/>
                </a:cubicBezTo>
                <a:cubicBezTo>
                  <a:pt x="51234" y="116513"/>
                  <a:pt x="50292" y="114309"/>
                  <a:pt x="50292" y="111584"/>
                </a:cubicBezTo>
                <a:cubicBezTo>
                  <a:pt x="50292" y="108859"/>
                  <a:pt x="51234" y="106665"/>
                  <a:pt x="53117" y="104982"/>
                </a:cubicBezTo>
                <a:cubicBezTo>
                  <a:pt x="54800" y="103099"/>
                  <a:pt x="56995" y="102157"/>
                  <a:pt x="59719" y="102157"/>
                </a:cubicBezTo>
                <a:lnTo>
                  <a:pt x="188595" y="102157"/>
                </a:lnTo>
                <a:cubicBezTo>
                  <a:pt x="191320" y="102157"/>
                  <a:pt x="193524" y="103099"/>
                  <a:pt x="195197" y="104982"/>
                </a:cubicBezTo>
                <a:cubicBezTo>
                  <a:pt x="197081" y="106665"/>
                  <a:pt x="198022" y="108859"/>
                  <a:pt x="198022" y="111584"/>
                </a:cubicBezTo>
                <a:cubicBezTo>
                  <a:pt x="198022" y="114309"/>
                  <a:pt x="197081" y="116613"/>
                  <a:pt x="195197" y="118497"/>
                </a:cubicBezTo>
                <a:cubicBezTo>
                  <a:pt x="193524" y="120180"/>
                  <a:pt x="191320" y="121012"/>
                  <a:pt x="188595" y="121012"/>
                </a:cubicBezTo>
                <a:lnTo>
                  <a:pt x="59719" y="121012"/>
                </a:lnTo>
                <a:close/>
                <a:moveTo>
                  <a:pt x="59719" y="69156"/>
                </a:moveTo>
                <a:cubicBezTo>
                  <a:pt x="56995" y="69156"/>
                  <a:pt x="54800" y="68205"/>
                  <a:pt x="53117" y="66321"/>
                </a:cubicBezTo>
                <a:cubicBezTo>
                  <a:pt x="51234" y="64648"/>
                  <a:pt x="50292" y="62444"/>
                  <a:pt x="50292" y="59719"/>
                </a:cubicBezTo>
                <a:cubicBezTo>
                  <a:pt x="50292" y="56995"/>
                  <a:pt x="51234" y="54800"/>
                  <a:pt x="53117" y="53117"/>
                </a:cubicBezTo>
                <a:cubicBezTo>
                  <a:pt x="54800" y="51234"/>
                  <a:pt x="56995" y="50292"/>
                  <a:pt x="59719" y="50292"/>
                </a:cubicBezTo>
                <a:lnTo>
                  <a:pt x="188595" y="50292"/>
                </a:lnTo>
                <a:cubicBezTo>
                  <a:pt x="191320" y="50292"/>
                  <a:pt x="193524" y="51234"/>
                  <a:pt x="195197" y="53117"/>
                </a:cubicBezTo>
                <a:cubicBezTo>
                  <a:pt x="197081" y="54800"/>
                  <a:pt x="198022" y="56995"/>
                  <a:pt x="198022" y="59719"/>
                </a:cubicBezTo>
                <a:cubicBezTo>
                  <a:pt x="198022" y="62444"/>
                  <a:pt x="197081" y="64749"/>
                  <a:pt x="195197" y="66641"/>
                </a:cubicBezTo>
                <a:cubicBezTo>
                  <a:pt x="193524" y="68315"/>
                  <a:pt x="191320" y="69156"/>
                  <a:pt x="188595" y="69156"/>
                </a:cubicBezTo>
                <a:lnTo>
                  <a:pt x="59719" y="69156"/>
                </a:lnTo>
                <a:close/>
                <a:moveTo>
                  <a:pt x="163449" y="242033"/>
                </a:moveTo>
                <a:lnTo>
                  <a:pt x="163449" y="216566"/>
                </a:lnTo>
                <a:cubicBezTo>
                  <a:pt x="163449" y="215314"/>
                  <a:pt x="163659" y="214162"/>
                  <a:pt x="164080" y="213110"/>
                </a:cubicBezTo>
                <a:cubicBezTo>
                  <a:pt x="164501" y="212068"/>
                  <a:pt x="165232" y="211016"/>
                  <a:pt x="166274" y="209974"/>
                </a:cubicBezTo>
                <a:lnTo>
                  <a:pt x="232916" y="143643"/>
                </a:lnTo>
                <a:cubicBezTo>
                  <a:pt x="234800" y="141759"/>
                  <a:pt x="236894" y="140397"/>
                  <a:pt x="239198" y="139565"/>
                </a:cubicBezTo>
                <a:cubicBezTo>
                  <a:pt x="241502" y="138724"/>
                  <a:pt x="243816" y="138303"/>
                  <a:pt x="246120" y="138303"/>
                </a:cubicBezTo>
                <a:cubicBezTo>
                  <a:pt x="248635" y="138303"/>
                  <a:pt x="251039" y="138824"/>
                  <a:pt x="253344" y="139876"/>
                </a:cubicBezTo>
                <a:cubicBezTo>
                  <a:pt x="255648" y="140717"/>
                  <a:pt x="257751" y="142079"/>
                  <a:pt x="259635" y="143963"/>
                </a:cubicBezTo>
                <a:lnTo>
                  <a:pt x="271266" y="155594"/>
                </a:lnTo>
                <a:cubicBezTo>
                  <a:pt x="273150" y="157478"/>
                  <a:pt x="274512" y="159572"/>
                  <a:pt x="275353" y="161876"/>
                </a:cubicBezTo>
                <a:cubicBezTo>
                  <a:pt x="276185" y="164181"/>
                  <a:pt x="276606" y="166485"/>
                  <a:pt x="276606" y="168789"/>
                </a:cubicBezTo>
                <a:cubicBezTo>
                  <a:pt x="276606" y="171093"/>
                  <a:pt x="276185" y="173507"/>
                  <a:pt x="275353" y="176022"/>
                </a:cubicBezTo>
                <a:cubicBezTo>
                  <a:pt x="274302" y="178326"/>
                  <a:pt x="272839" y="180420"/>
                  <a:pt x="270946" y="182313"/>
                </a:cubicBezTo>
                <a:lnTo>
                  <a:pt x="204944" y="248635"/>
                </a:lnTo>
                <a:cubicBezTo>
                  <a:pt x="203893" y="249677"/>
                  <a:pt x="202841" y="250408"/>
                  <a:pt x="201799" y="250829"/>
                </a:cubicBezTo>
                <a:cubicBezTo>
                  <a:pt x="200747" y="251250"/>
                  <a:pt x="199595" y="251460"/>
                  <a:pt x="198343" y="251460"/>
                </a:cubicBezTo>
                <a:lnTo>
                  <a:pt x="172876" y="251460"/>
                </a:lnTo>
                <a:cubicBezTo>
                  <a:pt x="170152" y="251460"/>
                  <a:pt x="167957" y="250518"/>
                  <a:pt x="166274" y="248635"/>
                </a:cubicBezTo>
                <a:cubicBezTo>
                  <a:pt x="164391" y="246952"/>
                  <a:pt x="163449" y="244757"/>
                  <a:pt x="163449" y="242033"/>
                </a:cubicBezTo>
                <a:close/>
                <a:moveTo>
                  <a:pt x="257751" y="168789"/>
                </a:moveTo>
                <a:lnTo>
                  <a:pt x="246120" y="157167"/>
                </a:lnTo>
                <a:lnTo>
                  <a:pt x="257751" y="168789"/>
                </a:lnTo>
                <a:close/>
                <a:moveTo>
                  <a:pt x="182313" y="232605"/>
                </a:moveTo>
                <a:lnTo>
                  <a:pt x="194255" y="232605"/>
                </a:lnTo>
                <a:lnTo>
                  <a:pt x="232285" y="194255"/>
                </a:lnTo>
                <a:lnTo>
                  <a:pt x="226625" y="188284"/>
                </a:lnTo>
                <a:lnTo>
                  <a:pt x="220654" y="182624"/>
                </a:lnTo>
                <a:lnTo>
                  <a:pt x="182313" y="220654"/>
                </a:lnTo>
                <a:lnTo>
                  <a:pt x="182313" y="232605"/>
                </a:lnTo>
                <a:close/>
                <a:moveTo>
                  <a:pt x="226625" y="188284"/>
                </a:moveTo>
                <a:lnTo>
                  <a:pt x="220654" y="182624"/>
                </a:lnTo>
                <a:lnTo>
                  <a:pt x="232285" y="194255"/>
                </a:lnTo>
                <a:lnTo>
                  <a:pt x="226625" y="18828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3" name="圖說"/>
          <p:cNvSpPr/>
          <p:nvPr/>
        </p:nvSpPr>
        <p:spPr>
          <a:xfrm>
            <a:off x="7741722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</a:t>
            </a:r>
            <a:endParaRPr lang="en-US" sz="750" dirty="0"/>
          </a:p>
        </p:txBody>
      </p:sp>
      <p:sp>
        <p:nvSpPr>
          <p:cNvPr id="154" name="圖示 任務"/>
          <p:cNvSpPr/>
          <p:nvPr/>
        </p:nvSpPr>
        <p:spPr>
          <a:xfrm>
            <a:off x="8441215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6583" y="264033"/>
                </a:moveTo>
                <a:cubicBezTo>
                  <a:pt x="51344" y="264033"/>
                  <a:pt x="46936" y="262149"/>
                  <a:pt x="43379" y="258373"/>
                </a:cubicBezTo>
                <a:cubicBezTo>
                  <a:pt x="39603" y="254816"/>
                  <a:pt x="37719" y="250408"/>
                  <a:pt x="37719" y="245178"/>
                </a:cubicBezTo>
                <a:lnTo>
                  <a:pt x="37719" y="56583"/>
                </a:lnTo>
                <a:cubicBezTo>
                  <a:pt x="37719" y="51344"/>
                  <a:pt x="39603" y="46936"/>
                  <a:pt x="43379" y="43379"/>
                </a:cubicBezTo>
                <a:cubicBezTo>
                  <a:pt x="46936" y="39603"/>
                  <a:pt x="51344" y="37719"/>
                  <a:pt x="56583" y="37719"/>
                </a:cubicBezTo>
                <a:lnTo>
                  <a:pt x="121012" y="37719"/>
                </a:lnTo>
                <a:cubicBezTo>
                  <a:pt x="122063" y="30386"/>
                  <a:pt x="125419" y="24414"/>
                  <a:pt x="131070" y="19806"/>
                </a:cubicBezTo>
                <a:cubicBezTo>
                  <a:pt x="136730" y="14987"/>
                  <a:pt x="143332" y="12573"/>
                  <a:pt x="150876" y="12573"/>
                </a:cubicBezTo>
                <a:cubicBezTo>
                  <a:pt x="158420" y="12573"/>
                  <a:pt x="165022" y="14987"/>
                  <a:pt x="170682" y="19806"/>
                </a:cubicBezTo>
                <a:cubicBezTo>
                  <a:pt x="176333" y="24414"/>
                  <a:pt x="179689" y="30386"/>
                  <a:pt x="180740" y="37719"/>
                </a:cubicBezTo>
                <a:lnTo>
                  <a:pt x="245178" y="37719"/>
                </a:lnTo>
                <a:cubicBezTo>
                  <a:pt x="250408" y="37719"/>
                  <a:pt x="254816" y="39603"/>
                  <a:pt x="258373" y="43379"/>
                </a:cubicBezTo>
                <a:cubicBezTo>
                  <a:pt x="262149" y="46936"/>
                  <a:pt x="264033" y="51344"/>
                  <a:pt x="264033" y="56583"/>
                </a:cubicBezTo>
                <a:lnTo>
                  <a:pt x="264033" y="245178"/>
                </a:lnTo>
                <a:cubicBezTo>
                  <a:pt x="264033" y="250408"/>
                  <a:pt x="262149" y="254816"/>
                  <a:pt x="258373" y="258373"/>
                </a:cubicBezTo>
                <a:cubicBezTo>
                  <a:pt x="254816" y="262149"/>
                  <a:pt x="250408" y="264033"/>
                  <a:pt x="245178" y="264033"/>
                </a:cubicBezTo>
                <a:lnTo>
                  <a:pt x="56583" y="264033"/>
                </a:lnTo>
                <a:close/>
                <a:moveTo>
                  <a:pt x="56583" y="245178"/>
                </a:moveTo>
                <a:lnTo>
                  <a:pt x="245178" y="245178"/>
                </a:lnTo>
                <a:lnTo>
                  <a:pt x="245178" y="56583"/>
                </a:lnTo>
                <a:lnTo>
                  <a:pt x="56583" y="56583"/>
                </a:lnTo>
                <a:lnTo>
                  <a:pt x="56583" y="245178"/>
                </a:lnTo>
                <a:close/>
                <a:moveTo>
                  <a:pt x="97438" y="213741"/>
                </a:moveTo>
                <a:lnTo>
                  <a:pt x="164391" y="213741"/>
                </a:lnTo>
                <a:cubicBezTo>
                  <a:pt x="167116" y="213741"/>
                  <a:pt x="169319" y="212799"/>
                  <a:pt x="170993" y="210916"/>
                </a:cubicBezTo>
                <a:cubicBezTo>
                  <a:pt x="172876" y="209233"/>
                  <a:pt x="173818" y="207038"/>
                  <a:pt x="173818" y="204314"/>
                </a:cubicBezTo>
                <a:cubicBezTo>
                  <a:pt x="173818" y="201589"/>
                  <a:pt x="172876" y="199385"/>
                  <a:pt x="170993" y="197712"/>
                </a:cubicBezTo>
                <a:cubicBezTo>
                  <a:pt x="169319" y="195828"/>
                  <a:pt x="167116" y="194886"/>
                  <a:pt x="164391" y="194886"/>
                </a:cubicBezTo>
                <a:lnTo>
                  <a:pt x="97438" y="194886"/>
                </a:lnTo>
                <a:cubicBezTo>
                  <a:pt x="94714" y="194886"/>
                  <a:pt x="92519" y="195828"/>
                  <a:pt x="90836" y="197712"/>
                </a:cubicBezTo>
                <a:cubicBezTo>
                  <a:pt x="88953" y="199385"/>
                  <a:pt x="88011" y="201589"/>
                  <a:pt x="88011" y="204314"/>
                </a:cubicBezTo>
                <a:cubicBezTo>
                  <a:pt x="88011" y="207038"/>
                  <a:pt x="88953" y="209343"/>
                  <a:pt x="90836" y="211226"/>
                </a:cubicBezTo>
                <a:cubicBezTo>
                  <a:pt x="92519" y="212900"/>
                  <a:pt x="94714" y="213741"/>
                  <a:pt x="97438" y="213741"/>
                </a:cubicBezTo>
                <a:close/>
                <a:moveTo>
                  <a:pt x="97438" y="160303"/>
                </a:moveTo>
                <a:lnTo>
                  <a:pt x="204314" y="160303"/>
                </a:lnTo>
                <a:cubicBezTo>
                  <a:pt x="207038" y="160303"/>
                  <a:pt x="209233" y="159362"/>
                  <a:pt x="210916" y="157478"/>
                </a:cubicBezTo>
                <a:cubicBezTo>
                  <a:pt x="212799" y="155805"/>
                  <a:pt x="213741" y="153601"/>
                  <a:pt x="213741" y="150876"/>
                </a:cubicBezTo>
                <a:cubicBezTo>
                  <a:pt x="213741" y="148151"/>
                  <a:pt x="212799" y="145947"/>
                  <a:pt x="210916" y="144274"/>
                </a:cubicBezTo>
                <a:cubicBezTo>
                  <a:pt x="209233" y="142390"/>
                  <a:pt x="207038" y="141449"/>
                  <a:pt x="204314" y="141449"/>
                </a:cubicBezTo>
                <a:lnTo>
                  <a:pt x="97438" y="141449"/>
                </a:lnTo>
                <a:cubicBezTo>
                  <a:pt x="94714" y="141449"/>
                  <a:pt x="92519" y="142390"/>
                  <a:pt x="90836" y="144274"/>
                </a:cubicBezTo>
                <a:cubicBezTo>
                  <a:pt x="88953" y="145947"/>
                  <a:pt x="88011" y="148151"/>
                  <a:pt x="88011" y="150876"/>
                </a:cubicBezTo>
                <a:cubicBezTo>
                  <a:pt x="88011" y="153601"/>
                  <a:pt x="88953" y="155905"/>
                  <a:pt x="90836" y="157789"/>
                </a:cubicBezTo>
                <a:cubicBezTo>
                  <a:pt x="92519" y="159471"/>
                  <a:pt x="94714" y="160303"/>
                  <a:pt x="97438" y="160303"/>
                </a:cubicBezTo>
                <a:close/>
                <a:moveTo>
                  <a:pt x="97438" y="106875"/>
                </a:moveTo>
                <a:lnTo>
                  <a:pt x="204314" y="106875"/>
                </a:lnTo>
                <a:cubicBezTo>
                  <a:pt x="207038" y="106875"/>
                  <a:pt x="209233" y="105924"/>
                  <a:pt x="210916" y="104040"/>
                </a:cubicBezTo>
                <a:cubicBezTo>
                  <a:pt x="212799" y="102367"/>
                  <a:pt x="213741" y="100163"/>
                  <a:pt x="213741" y="97438"/>
                </a:cubicBezTo>
                <a:cubicBezTo>
                  <a:pt x="213741" y="94714"/>
                  <a:pt x="212799" y="92519"/>
                  <a:pt x="210916" y="90836"/>
                </a:cubicBezTo>
                <a:cubicBezTo>
                  <a:pt x="209233" y="88953"/>
                  <a:pt x="207038" y="88011"/>
                  <a:pt x="204314" y="88011"/>
                </a:cubicBezTo>
                <a:lnTo>
                  <a:pt x="97438" y="88011"/>
                </a:lnTo>
                <a:cubicBezTo>
                  <a:pt x="94714" y="88011"/>
                  <a:pt x="92519" y="88953"/>
                  <a:pt x="90836" y="90836"/>
                </a:cubicBezTo>
                <a:cubicBezTo>
                  <a:pt x="88953" y="92519"/>
                  <a:pt x="88011" y="94714"/>
                  <a:pt x="88011" y="97438"/>
                </a:cubicBezTo>
                <a:cubicBezTo>
                  <a:pt x="88011" y="100163"/>
                  <a:pt x="88953" y="102468"/>
                  <a:pt x="90836" y="104360"/>
                </a:cubicBezTo>
                <a:cubicBezTo>
                  <a:pt x="92519" y="106034"/>
                  <a:pt x="94714" y="106875"/>
                  <a:pt x="97438" y="106875"/>
                </a:cubicBezTo>
                <a:close/>
                <a:moveTo>
                  <a:pt x="158731" y="48088"/>
                </a:moveTo>
                <a:cubicBezTo>
                  <a:pt x="160834" y="45784"/>
                  <a:pt x="161876" y="43169"/>
                  <a:pt x="161876" y="40234"/>
                </a:cubicBezTo>
                <a:cubicBezTo>
                  <a:pt x="161876" y="37298"/>
                  <a:pt x="160834" y="34784"/>
                  <a:pt x="158731" y="32690"/>
                </a:cubicBezTo>
                <a:cubicBezTo>
                  <a:pt x="156426" y="30386"/>
                  <a:pt x="153811" y="29233"/>
                  <a:pt x="150876" y="29233"/>
                </a:cubicBezTo>
                <a:cubicBezTo>
                  <a:pt x="147941" y="29233"/>
                  <a:pt x="145426" y="30386"/>
                  <a:pt x="143332" y="32690"/>
                </a:cubicBezTo>
                <a:cubicBezTo>
                  <a:pt x="141028" y="34784"/>
                  <a:pt x="139876" y="37298"/>
                  <a:pt x="139876" y="40234"/>
                </a:cubicBezTo>
                <a:cubicBezTo>
                  <a:pt x="139876" y="43169"/>
                  <a:pt x="141028" y="45784"/>
                  <a:pt x="143332" y="48088"/>
                </a:cubicBezTo>
                <a:cubicBezTo>
                  <a:pt x="145426" y="50191"/>
                  <a:pt x="147941" y="51234"/>
                  <a:pt x="150876" y="51234"/>
                </a:cubicBezTo>
                <a:cubicBezTo>
                  <a:pt x="153811" y="51234"/>
                  <a:pt x="156426" y="50191"/>
                  <a:pt x="158731" y="48088"/>
                </a:cubicBezTo>
                <a:close/>
                <a:moveTo>
                  <a:pt x="56583" y="245178"/>
                </a:moveTo>
                <a:lnTo>
                  <a:pt x="56583" y="56583"/>
                </a:lnTo>
                <a:lnTo>
                  <a:pt x="56583" y="245178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5" name="圖說"/>
          <p:cNvSpPr/>
          <p:nvPr/>
        </p:nvSpPr>
        <p:spPr>
          <a:xfrm>
            <a:off x="8296443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750" dirty="0"/>
          </a:p>
        </p:txBody>
      </p:sp>
      <p:sp>
        <p:nvSpPr>
          <p:cNvPr id="156" name="圖示 已交付"/>
          <p:cNvSpPr/>
          <p:nvPr/>
        </p:nvSpPr>
        <p:spPr>
          <a:xfrm>
            <a:off x="8995936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2963" y="171304"/>
                </a:moveTo>
                <a:lnTo>
                  <a:pt x="101526" y="139876"/>
                </a:lnTo>
                <a:cubicBezTo>
                  <a:pt x="99642" y="137992"/>
                  <a:pt x="97438" y="137050"/>
                  <a:pt x="94924" y="137050"/>
                </a:cubicBezTo>
                <a:cubicBezTo>
                  <a:pt x="92409" y="137050"/>
                  <a:pt x="90215" y="137992"/>
                  <a:pt x="88322" y="139876"/>
                </a:cubicBezTo>
                <a:cubicBezTo>
                  <a:pt x="86438" y="141759"/>
                  <a:pt x="85597" y="143963"/>
                  <a:pt x="85807" y="146478"/>
                </a:cubicBezTo>
                <a:cubicBezTo>
                  <a:pt x="85807" y="148992"/>
                  <a:pt x="86649" y="151187"/>
                  <a:pt x="88322" y="153080"/>
                </a:cubicBezTo>
                <a:lnTo>
                  <a:pt x="126361" y="191741"/>
                </a:lnTo>
                <a:cubicBezTo>
                  <a:pt x="128245" y="193624"/>
                  <a:pt x="130448" y="194566"/>
                  <a:pt x="132963" y="194566"/>
                </a:cubicBezTo>
                <a:cubicBezTo>
                  <a:pt x="135478" y="194566"/>
                  <a:pt x="137672" y="193624"/>
                  <a:pt x="139565" y="191741"/>
                </a:cubicBezTo>
                <a:lnTo>
                  <a:pt x="213430" y="117875"/>
                </a:lnTo>
                <a:cubicBezTo>
                  <a:pt x="215314" y="115982"/>
                  <a:pt x="216256" y="113788"/>
                  <a:pt x="216256" y="111273"/>
                </a:cubicBezTo>
                <a:cubicBezTo>
                  <a:pt x="216256" y="108548"/>
                  <a:pt x="215314" y="106244"/>
                  <a:pt x="213430" y="104360"/>
                </a:cubicBezTo>
                <a:cubicBezTo>
                  <a:pt x="211537" y="102468"/>
                  <a:pt x="209343" y="101526"/>
                  <a:pt x="206828" y="101526"/>
                </a:cubicBezTo>
                <a:cubicBezTo>
                  <a:pt x="204103" y="101526"/>
                  <a:pt x="201799" y="102468"/>
                  <a:pt x="199915" y="104360"/>
                </a:cubicBezTo>
                <a:lnTo>
                  <a:pt x="132963" y="171304"/>
                </a:lnTo>
                <a:close/>
                <a:moveTo>
                  <a:pt x="56583" y="264033"/>
                </a:moveTo>
                <a:cubicBezTo>
                  <a:pt x="51344" y="264033"/>
                  <a:pt x="46936" y="262149"/>
                  <a:pt x="43379" y="258373"/>
                </a:cubicBezTo>
                <a:cubicBezTo>
                  <a:pt x="39603" y="254816"/>
                  <a:pt x="37719" y="250408"/>
                  <a:pt x="37719" y="245178"/>
                </a:cubicBezTo>
                <a:lnTo>
                  <a:pt x="37719" y="56583"/>
                </a:lnTo>
                <a:cubicBezTo>
                  <a:pt x="37719" y="51344"/>
                  <a:pt x="39603" y="46936"/>
                  <a:pt x="43379" y="43379"/>
                </a:cubicBezTo>
                <a:cubicBezTo>
                  <a:pt x="46936" y="39603"/>
                  <a:pt x="51344" y="37719"/>
                  <a:pt x="56583" y="37719"/>
                </a:cubicBezTo>
                <a:lnTo>
                  <a:pt x="121012" y="37719"/>
                </a:lnTo>
                <a:cubicBezTo>
                  <a:pt x="122063" y="30386"/>
                  <a:pt x="125419" y="24414"/>
                  <a:pt x="131070" y="19806"/>
                </a:cubicBezTo>
                <a:cubicBezTo>
                  <a:pt x="136730" y="14987"/>
                  <a:pt x="143332" y="12573"/>
                  <a:pt x="150876" y="12573"/>
                </a:cubicBezTo>
                <a:cubicBezTo>
                  <a:pt x="158420" y="12573"/>
                  <a:pt x="165022" y="14987"/>
                  <a:pt x="170682" y="19806"/>
                </a:cubicBezTo>
                <a:cubicBezTo>
                  <a:pt x="176333" y="24414"/>
                  <a:pt x="179689" y="30386"/>
                  <a:pt x="180740" y="37719"/>
                </a:cubicBezTo>
                <a:lnTo>
                  <a:pt x="245178" y="37719"/>
                </a:lnTo>
                <a:cubicBezTo>
                  <a:pt x="250408" y="37719"/>
                  <a:pt x="254816" y="39603"/>
                  <a:pt x="258373" y="43379"/>
                </a:cubicBezTo>
                <a:cubicBezTo>
                  <a:pt x="262149" y="46936"/>
                  <a:pt x="264033" y="51344"/>
                  <a:pt x="264033" y="56583"/>
                </a:cubicBezTo>
                <a:lnTo>
                  <a:pt x="264033" y="245178"/>
                </a:lnTo>
                <a:cubicBezTo>
                  <a:pt x="264033" y="250408"/>
                  <a:pt x="262149" y="254816"/>
                  <a:pt x="258373" y="258373"/>
                </a:cubicBezTo>
                <a:cubicBezTo>
                  <a:pt x="254816" y="262149"/>
                  <a:pt x="250408" y="264033"/>
                  <a:pt x="245178" y="264033"/>
                </a:cubicBezTo>
                <a:lnTo>
                  <a:pt x="56583" y="264033"/>
                </a:lnTo>
                <a:close/>
                <a:moveTo>
                  <a:pt x="56583" y="245178"/>
                </a:moveTo>
                <a:lnTo>
                  <a:pt x="245178" y="245178"/>
                </a:lnTo>
                <a:lnTo>
                  <a:pt x="245178" y="56583"/>
                </a:lnTo>
                <a:lnTo>
                  <a:pt x="56583" y="56583"/>
                </a:lnTo>
                <a:lnTo>
                  <a:pt x="56583" y="245178"/>
                </a:lnTo>
                <a:close/>
                <a:moveTo>
                  <a:pt x="158731" y="48088"/>
                </a:moveTo>
                <a:cubicBezTo>
                  <a:pt x="160834" y="45784"/>
                  <a:pt x="161876" y="43169"/>
                  <a:pt x="161876" y="40234"/>
                </a:cubicBezTo>
                <a:cubicBezTo>
                  <a:pt x="161876" y="37298"/>
                  <a:pt x="160834" y="34784"/>
                  <a:pt x="158731" y="32690"/>
                </a:cubicBezTo>
                <a:cubicBezTo>
                  <a:pt x="156426" y="30386"/>
                  <a:pt x="153811" y="29233"/>
                  <a:pt x="150876" y="29233"/>
                </a:cubicBezTo>
                <a:cubicBezTo>
                  <a:pt x="147941" y="29233"/>
                  <a:pt x="145426" y="30386"/>
                  <a:pt x="143332" y="32690"/>
                </a:cubicBezTo>
                <a:cubicBezTo>
                  <a:pt x="141028" y="34784"/>
                  <a:pt x="139876" y="37298"/>
                  <a:pt x="139876" y="40234"/>
                </a:cubicBezTo>
                <a:cubicBezTo>
                  <a:pt x="139876" y="43169"/>
                  <a:pt x="141028" y="45784"/>
                  <a:pt x="143332" y="48088"/>
                </a:cubicBezTo>
                <a:cubicBezTo>
                  <a:pt x="145426" y="50191"/>
                  <a:pt x="147941" y="51234"/>
                  <a:pt x="150876" y="51234"/>
                </a:cubicBezTo>
                <a:cubicBezTo>
                  <a:pt x="153811" y="51234"/>
                  <a:pt x="156426" y="50191"/>
                  <a:pt x="158731" y="48088"/>
                </a:cubicBezTo>
                <a:close/>
                <a:moveTo>
                  <a:pt x="56583" y="245178"/>
                </a:moveTo>
                <a:lnTo>
                  <a:pt x="56583" y="56583"/>
                </a:lnTo>
                <a:lnTo>
                  <a:pt x="56583" y="245178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7" name="圖說"/>
          <p:cNvSpPr/>
          <p:nvPr/>
        </p:nvSpPr>
        <p:spPr>
          <a:xfrm>
            <a:off x="8851163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已交付</a:t>
            </a:r>
            <a:endParaRPr lang="en-US" sz="750" dirty="0"/>
          </a:p>
        </p:txBody>
      </p:sp>
      <p:sp>
        <p:nvSpPr>
          <p:cNvPr id="158" name="圖示 報價"/>
          <p:cNvSpPr/>
          <p:nvPr/>
        </p:nvSpPr>
        <p:spPr>
          <a:xfrm>
            <a:off x="9550657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1449" y="226003"/>
                </a:moveTo>
                <a:lnTo>
                  <a:pt x="141449" y="233858"/>
                </a:lnTo>
                <a:cubicBezTo>
                  <a:pt x="141449" y="235120"/>
                  <a:pt x="141970" y="236272"/>
                  <a:pt x="143021" y="237314"/>
                </a:cubicBezTo>
                <a:cubicBezTo>
                  <a:pt x="143853" y="238155"/>
                  <a:pt x="144905" y="238576"/>
                  <a:pt x="146158" y="238576"/>
                </a:cubicBezTo>
                <a:lnTo>
                  <a:pt x="155594" y="238576"/>
                </a:lnTo>
                <a:cubicBezTo>
                  <a:pt x="156847" y="238576"/>
                  <a:pt x="157999" y="238155"/>
                  <a:pt x="159051" y="237314"/>
                </a:cubicBezTo>
                <a:cubicBezTo>
                  <a:pt x="159883" y="236272"/>
                  <a:pt x="160303" y="235120"/>
                  <a:pt x="160303" y="233858"/>
                </a:cubicBezTo>
                <a:lnTo>
                  <a:pt x="160303" y="226003"/>
                </a:lnTo>
                <a:lnTo>
                  <a:pt x="179168" y="226003"/>
                </a:lnTo>
                <a:cubicBezTo>
                  <a:pt x="181892" y="226003"/>
                  <a:pt x="184087" y="225061"/>
                  <a:pt x="185770" y="223168"/>
                </a:cubicBezTo>
                <a:cubicBezTo>
                  <a:pt x="187653" y="221495"/>
                  <a:pt x="188595" y="219291"/>
                  <a:pt x="188595" y="216566"/>
                </a:cubicBezTo>
                <a:lnTo>
                  <a:pt x="188595" y="175711"/>
                </a:lnTo>
                <a:cubicBezTo>
                  <a:pt x="188595" y="172986"/>
                  <a:pt x="187653" y="170782"/>
                  <a:pt x="185770" y="169109"/>
                </a:cubicBezTo>
                <a:cubicBezTo>
                  <a:pt x="184087" y="167225"/>
                  <a:pt x="181892" y="166274"/>
                  <a:pt x="179168" y="166274"/>
                </a:cubicBezTo>
                <a:lnTo>
                  <a:pt x="132021" y="166274"/>
                </a:lnTo>
                <a:lnTo>
                  <a:pt x="132021" y="144274"/>
                </a:lnTo>
                <a:lnTo>
                  <a:pt x="179168" y="144274"/>
                </a:lnTo>
                <a:cubicBezTo>
                  <a:pt x="181892" y="144274"/>
                  <a:pt x="184087" y="143332"/>
                  <a:pt x="185770" y="141449"/>
                </a:cubicBezTo>
                <a:cubicBezTo>
                  <a:pt x="187653" y="139766"/>
                  <a:pt x="188595" y="137571"/>
                  <a:pt x="188595" y="134847"/>
                </a:cubicBezTo>
                <a:cubicBezTo>
                  <a:pt x="188595" y="132122"/>
                  <a:pt x="187653" y="129817"/>
                  <a:pt x="185770" y="127934"/>
                </a:cubicBezTo>
                <a:cubicBezTo>
                  <a:pt x="184087" y="126251"/>
                  <a:pt x="181892" y="125419"/>
                  <a:pt x="179168" y="125419"/>
                </a:cubicBezTo>
                <a:lnTo>
                  <a:pt x="160303" y="125419"/>
                </a:lnTo>
                <a:lnTo>
                  <a:pt x="160303" y="117555"/>
                </a:lnTo>
                <a:cubicBezTo>
                  <a:pt x="160303" y="116303"/>
                  <a:pt x="159883" y="115150"/>
                  <a:pt x="159051" y="114099"/>
                </a:cubicBezTo>
                <a:cubicBezTo>
                  <a:pt x="157999" y="113258"/>
                  <a:pt x="156847" y="112846"/>
                  <a:pt x="155594" y="112846"/>
                </a:cubicBezTo>
                <a:lnTo>
                  <a:pt x="146158" y="112846"/>
                </a:lnTo>
                <a:cubicBezTo>
                  <a:pt x="144905" y="112846"/>
                  <a:pt x="143853" y="113367"/>
                  <a:pt x="143021" y="114419"/>
                </a:cubicBezTo>
                <a:cubicBezTo>
                  <a:pt x="141970" y="115251"/>
                  <a:pt x="141449" y="116303"/>
                  <a:pt x="141449" y="117555"/>
                </a:cubicBezTo>
                <a:lnTo>
                  <a:pt x="141449" y="125419"/>
                </a:lnTo>
                <a:lnTo>
                  <a:pt x="122584" y="125419"/>
                </a:lnTo>
                <a:cubicBezTo>
                  <a:pt x="119860" y="125419"/>
                  <a:pt x="117665" y="126361"/>
                  <a:pt x="115982" y="128245"/>
                </a:cubicBezTo>
                <a:cubicBezTo>
                  <a:pt x="114099" y="129918"/>
                  <a:pt x="113157" y="132122"/>
                  <a:pt x="113157" y="134847"/>
                </a:cubicBezTo>
                <a:lnTo>
                  <a:pt x="113157" y="175711"/>
                </a:lnTo>
                <a:cubicBezTo>
                  <a:pt x="113157" y="178436"/>
                  <a:pt x="114099" y="180631"/>
                  <a:pt x="115982" y="182313"/>
                </a:cubicBezTo>
                <a:cubicBezTo>
                  <a:pt x="117665" y="184197"/>
                  <a:pt x="119860" y="185139"/>
                  <a:pt x="122584" y="185139"/>
                </a:cubicBezTo>
                <a:lnTo>
                  <a:pt x="169740" y="185139"/>
                </a:lnTo>
                <a:lnTo>
                  <a:pt x="169740" y="207139"/>
                </a:lnTo>
                <a:lnTo>
                  <a:pt x="122584" y="207139"/>
                </a:lnTo>
                <a:cubicBezTo>
                  <a:pt x="119860" y="207139"/>
                  <a:pt x="117665" y="208081"/>
                  <a:pt x="115982" y="209974"/>
                </a:cubicBezTo>
                <a:cubicBezTo>
                  <a:pt x="114099" y="211647"/>
                  <a:pt x="113157" y="213842"/>
                  <a:pt x="113157" y="216566"/>
                </a:cubicBezTo>
                <a:cubicBezTo>
                  <a:pt x="113157" y="219291"/>
                  <a:pt x="114099" y="221596"/>
                  <a:pt x="115982" y="223489"/>
                </a:cubicBezTo>
                <a:cubicBezTo>
                  <a:pt x="117665" y="225162"/>
                  <a:pt x="119860" y="226003"/>
                  <a:pt x="122584" y="226003"/>
                </a:cubicBezTo>
                <a:lnTo>
                  <a:pt x="141449" y="226003"/>
                </a:lnTo>
                <a:close/>
                <a:moveTo>
                  <a:pt x="69156" y="276606"/>
                </a:moveTo>
                <a:cubicBezTo>
                  <a:pt x="64127" y="276606"/>
                  <a:pt x="59719" y="274722"/>
                  <a:pt x="55952" y="270946"/>
                </a:cubicBezTo>
                <a:cubicBezTo>
                  <a:pt x="52176" y="267179"/>
                  <a:pt x="50292" y="262780"/>
                  <a:pt x="50292" y="257751"/>
                </a:cubicBezTo>
                <a:lnTo>
                  <a:pt x="50292" y="44010"/>
                </a:lnTo>
                <a:cubicBezTo>
                  <a:pt x="50292" y="38981"/>
                  <a:pt x="52176" y="34573"/>
                  <a:pt x="55952" y="30806"/>
                </a:cubicBezTo>
                <a:cubicBezTo>
                  <a:pt x="59719" y="27030"/>
                  <a:pt x="64127" y="25146"/>
                  <a:pt x="69156" y="25146"/>
                </a:cubicBezTo>
                <a:lnTo>
                  <a:pt x="182624" y="25146"/>
                </a:lnTo>
                <a:lnTo>
                  <a:pt x="251460" y="93982"/>
                </a:lnTo>
                <a:lnTo>
                  <a:pt x="251460" y="257751"/>
                </a:lnTo>
                <a:cubicBezTo>
                  <a:pt x="251460" y="262780"/>
                  <a:pt x="249576" y="267179"/>
                  <a:pt x="245800" y="270946"/>
                </a:cubicBezTo>
                <a:cubicBezTo>
                  <a:pt x="242033" y="274722"/>
                  <a:pt x="237634" y="276606"/>
                  <a:pt x="232605" y="276606"/>
                </a:cubicBezTo>
                <a:lnTo>
                  <a:pt x="69156" y="276606"/>
                </a:lnTo>
                <a:close/>
                <a:moveTo>
                  <a:pt x="69156" y="257751"/>
                </a:moveTo>
                <a:lnTo>
                  <a:pt x="232605" y="257751"/>
                </a:lnTo>
                <a:lnTo>
                  <a:pt x="232605" y="102468"/>
                </a:lnTo>
                <a:lnTo>
                  <a:pt x="183566" y="102468"/>
                </a:lnTo>
                <a:cubicBezTo>
                  <a:pt x="180841" y="102468"/>
                  <a:pt x="178637" y="101526"/>
                  <a:pt x="176964" y="99642"/>
                </a:cubicBezTo>
                <a:cubicBezTo>
                  <a:pt x="175080" y="97969"/>
                  <a:pt x="174138" y="95765"/>
                  <a:pt x="174138" y="93040"/>
                </a:cubicBezTo>
                <a:lnTo>
                  <a:pt x="174138" y="44010"/>
                </a:lnTo>
                <a:lnTo>
                  <a:pt x="69156" y="44010"/>
                </a:lnTo>
                <a:lnTo>
                  <a:pt x="69156" y="257751"/>
                </a:lnTo>
                <a:close/>
                <a:moveTo>
                  <a:pt x="69156" y="44010"/>
                </a:moveTo>
                <a:lnTo>
                  <a:pt x="69156" y="102468"/>
                </a:lnTo>
                <a:lnTo>
                  <a:pt x="69156" y="44010"/>
                </a:lnTo>
                <a:lnTo>
                  <a:pt x="69156" y="257751"/>
                </a:lnTo>
                <a:lnTo>
                  <a:pt x="69156" y="4401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9" name="圖說"/>
          <p:cNvSpPr/>
          <p:nvPr/>
        </p:nvSpPr>
        <p:spPr>
          <a:xfrm>
            <a:off x="9405884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</a:t>
            </a:r>
            <a:endParaRPr lang="en-US" sz="750" dirty="0"/>
          </a:p>
        </p:txBody>
      </p:sp>
      <p:sp>
        <p:nvSpPr>
          <p:cNvPr id="160" name="圖示 資料夾"/>
          <p:cNvSpPr/>
          <p:nvPr/>
        </p:nvSpPr>
        <p:spPr>
          <a:xfrm>
            <a:off x="10105377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4010" y="251460"/>
                </a:moveTo>
                <a:cubicBezTo>
                  <a:pt x="38981" y="251460"/>
                  <a:pt x="34573" y="249576"/>
                  <a:pt x="30806" y="245800"/>
                </a:cubicBezTo>
                <a:cubicBezTo>
                  <a:pt x="27030" y="241822"/>
                  <a:pt x="25146" y="237424"/>
                  <a:pt x="25146" y="232605"/>
                </a:cubicBezTo>
                <a:lnTo>
                  <a:pt x="25146" y="69156"/>
                </a:lnTo>
                <a:cubicBezTo>
                  <a:pt x="25146" y="64328"/>
                  <a:pt x="27030" y="60040"/>
                  <a:pt x="30806" y="56263"/>
                </a:cubicBezTo>
                <a:cubicBezTo>
                  <a:pt x="34573" y="52285"/>
                  <a:pt x="38981" y="50292"/>
                  <a:pt x="44010" y="50292"/>
                </a:cubicBezTo>
                <a:lnTo>
                  <a:pt x="124477" y="50292"/>
                </a:lnTo>
                <a:cubicBezTo>
                  <a:pt x="126992" y="50292"/>
                  <a:pt x="129506" y="50813"/>
                  <a:pt x="132021" y="51865"/>
                </a:cubicBezTo>
                <a:cubicBezTo>
                  <a:pt x="134325" y="52907"/>
                  <a:pt x="136310" y="54270"/>
                  <a:pt x="137992" y="55952"/>
                </a:cubicBezTo>
                <a:lnTo>
                  <a:pt x="151187" y="69156"/>
                </a:lnTo>
                <a:lnTo>
                  <a:pt x="257751" y="69156"/>
                </a:lnTo>
                <a:cubicBezTo>
                  <a:pt x="262570" y="69156"/>
                  <a:pt x="266968" y="71140"/>
                  <a:pt x="270946" y="75127"/>
                </a:cubicBezTo>
                <a:cubicBezTo>
                  <a:pt x="274722" y="78894"/>
                  <a:pt x="276606" y="83192"/>
                  <a:pt x="276606" y="88011"/>
                </a:cubicBezTo>
                <a:lnTo>
                  <a:pt x="276606" y="232605"/>
                </a:lnTo>
                <a:cubicBezTo>
                  <a:pt x="276606" y="237424"/>
                  <a:pt x="274722" y="241822"/>
                  <a:pt x="270946" y="245800"/>
                </a:cubicBezTo>
                <a:cubicBezTo>
                  <a:pt x="266968" y="249576"/>
                  <a:pt x="262570" y="251460"/>
                  <a:pt x="257751" y="251460"/>
                </a:cubicBezTo>
                <a:lnTo>
                  <a:pt x="44010" y="251460"/>
                </a:lnTo>
                <a:close/>
                <a:moveTo>
                  <a:pt x="44010" y="232605"/>
                </a:moveTo>
                <a:lnTo>
                  <a:pt x="257751" y="232605"/>
                </a:lnTo>
                <a:lnTo>
                  <a:pt x="257751" y="88011"/>
                </a:lnTo>
                <a:lnTo>
                  <a:pt x="143332" y="88011"/>
                </a:lnTo>
                <a:lnTo>
                  <a:pt x="124477" y="69156"/>
                </a:lnTo>
                <a:lnTo>
                  <a:pt x="44010" y="69156"/>
                </a:lnTo>
                <a:lnTo>
                  <a:pt x="44010" y="232605"/>
                </a:lnTo>
                <a:close/>
                <a:moveTo>
                  <a:pt x="44010" y="232605"/>
                </a:moveTo>
                <a:lnTo>
                  <a:pt x="44010" y="69156"/>
                </a:lnTo>
                <a:lnTo>
                  <a:pt x="44010" y="232605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1" name="圖說"/>
          <p:cNvSpPr/>
          <p:nvPr/>
        </p:nvSpPr>
        <p:spPr>
          <a:xfrm>
            <a:off x="9960605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</a:t>
            </a:r>
            <a:endParaRPr lang="en-US" sz="750" dirty="0"/>
          </a:p>
        </p:txBody>
      </p:sp>
      <p:sp>
        <p:nvSpPr>
          <p:cNvPr id="162" name="圖示 手冊"/>
          <p:cNvSpPr/>
          <p:nvPr/>
        </p:nvSpPr>
        <p:spPr>
          <a:xfrm>
            <a:off x="10660098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7953" y="207459"/>
                </a:moveTo>
                <a:cubicBezTo>
                  <a:pt x="89273" y="207459"/>
                  <a:pt x="100163" y="208812"/>
                  <a:pt x="110642" y="211537"/>
                </a:cubicBezTo>
                <a:cubicBezTo>
                  <a:pt x="121332" y="214052"/>
                  <a:pt x="131811" y="217929"/>
                  <a:pt x="142079" y="223168"/>
                </a:cubicBezTo>
                <a:lnTo>
                  <a:pt x="142079" y="88953"/>
                </a:lnTo>
                <a:cubicBezTo>
                  <a:pt x="132643" y="82671"/>
                  <a:pt x="122374" y="77852"/>
                  <a:pt x="111273" y="74496"/>
                </a:cubicBezTo>
                <a:cubicBezTo>
                  <a:pt x="100374" y="70930"/>
                  <a:pt x="89273" y="69156"/>
                  <a:pt x="77953" y="69156"/>
                </a:cubicBezTo>
                <a:cubicBezTo>
                  <a:pt x="69988" y="69156"/>
                  <a:pt x="62234" y="70198"/>
                  <a:pt x="54690" y="72292"/>
                </a:cubicBezTo>
                <a:cubicBezTo>
                  <a:pt x="46936" y="74185"/>
                  <a:pt x="39182" y="76590"/>
                  <a:pt x="31437" y="79525"/>
                </a:cubicBezTo>
                <a:lnTo>
                  <a:pt x="31437" y="215945"/>
                </a:lnTo>
                <a:cubicBezTo>
                  <a:pt x="37929" y="213009"/>
                  <a:pt x="45363" y="210916"/>
                  <a:pt x="53748" y="209654"/>
                </a:cubicBezTo>
                <a:cubicBezTo>
                  <a:pt x="61923" y="208191"/>
                  <a:pt x="69988" y="207459"/>
                  <a:pt x="77953" y="207459"/>
                </a:cubicBezTo>
                <a:close/>
                <a:moveTo>
                  <a:pt x="160934" y="223168"/>
                </a:moveTo>
                <a:cubicBezTo>
                  <a:pt x="171413" y="217929"/>
                  <a:pt x="181682" y="214052"/>
                  <a:pt x="191741" y="211537"/>
                </a:cubicBezTo>
                <a:cubicBezTo>
                  <a:pt x="201799" y="208812"/>
                  <a:pt x="212488" y="207459"/>
                  <a:pt x="223799" y="207459"/>
                </a:cubicBezTo>
                <a:cubicBezTo>
                  <a:pt x="231764" y="207459"/>
                  <a:pt x="240039" y="208081"/>
                  <a:pt x="248635" y="209343"/>
                </a:cubicBezTo>
                <a:cubicBezTo>
                  <a:pt x="257010" y="210595"/>
                  <a:pt x="264243" y="212278"/>
                  <a:pt x="270324" y="214372"/>
                </a:cubicBezTo>
                <a:lnTo>
                  <a:pt x="270324" y="79525"/>
                </a:lnTo>
                <a:cubicBezTo>
                  <a:pt x="263192" y="75959"/>
                  <a:pt x="255648" y="73344"/>
                  <a:pt x="247693" y="71671"/>
                </a:cubicBezTo>
                <a:cubicBezTo>
                  <a:pt x="239728" y="69988"/>
                  <a:pt x="231764" y="69156"/>
                  <a:pt x="223799" y="69156"/>
                </a:cubicBezTo>
                <a:cubicBezTo>
                  <a:pt x="212488" y="69156"/>
                  <a:pt x="201589" y="70930"/>
                  <a:pt x="191110" y="74496"/>
                </a:cubicBezTo>
                <a:cubicBezTo>
                  <a:pt x="180420" y="77852"/>
                  <a:pt x="170362" y="82671"/>
                  <a:pt x="160934" y="88953"/>
                </a:cubicBezTo>
                <a:lnTo>
                  <a:pt x="160934" y="223168"/>
                </a:lnTo>
                <a:close/>
                <a:moveTo>
                  <a:pt x="147109" y="247693"/>
                </a:moveTo>
                <a:cubicBezTo>
                  <a:pt x="145636" y="247272"/>
                  <a:pt x="144384" y="246641"/>
                  <a:pt x="143332" y="245800"/>
                </a:cubicBezTo>
                <a:cubicBezTo>
                  <a:pt x="133484" y="239728"/>
                  <a:pt x="123005" y="235010"/>
                  <a:pt x="111904" y="231654"/>
                </a:cubicBezTo>
                <a:cubicBezTo>
                  <a:pt x="100794" y="228307"/>
                  <a:pt x="89474" y="226625"/>
                  <a:pt x="77953" y="226625"/>
                </a:cubicBezTo>
                <a:cubicBezTo>
                  <a:pt x="70198" y="226625"/>
                  <a:pt x="62655" y="227576"/>
                  <a:pt x="55321" y="229460"/>
                </a:cubicBezTo>
                <a:cubicBezTo>
                  <a:pt x="47988" y="231343"/>
                  <a:pt x="40654" y="233647"/>
                  <a:pt x="33321" y="236372"/>
                </a:cubicBezTo>
                <a:cubicBezTo>
                  <a:pt x="28502" y="238677"/>
                  <a:pt x="23784" y="238366"/>
                  <a:pt x="19175" y="235431"/>
                </a:cubicBezTo>
                <a:cubicBezTo>
                  <a:pt x="14777" y="232495"/>
                  <a:pt x="12573" y="228307"/>
                  <a:pt x="12573" y="222858"/>
                </a:cubicBezTo>
                <a:lnTo>
                  <a:pt x="12573" y="77322"/>
                </a:lnTo>
                <a:cubicBezTo>
                  <a:pt x="12573" y="74185"/>
                  <a:pt x="13305" y="71351"/>
                  <a:pt x="14777" y="68836"/>
                </a:cubicBezTo>
                <a:cubicBezTo>
                  <a:pt x="16240" y="66111"/>
                  <a:pt x="18443" y="64017"/>
                  <a:pt x="21379" y="62554"/>
                </a:cubicBezTo>
                <a:cubicBezTo>
                  <a:pt x="30175" y="58357"/>
                  <a:pt x="39292" y="55321"/>
                  <a:pt x="48719" y="53438"/>
                </a:cubicBezTo>
                <a:cubicBezTo>
                  <a:pt x="58357" y="51344"/>
                  <a:pt x="68105" y="50292"/>
                  <a:pt x="77953" y="50292"/>
                </a:cubicBezTo>
                <a:cubicBezTo>
                  <a:pt x="91157" y="50292"/>
                  <a:pt x="104040" y="52075"/>
                  <a:pt x="116613" y="55632"/>
                </a:cubicBezTo>
                <a:cubicBezTo>
                  <a:pt x="128976" y="59198"/>
                  <a:pt x="140607" y="64648"/>
                  <a:pt x="151507" y="71982"/>
                </a:cubicBezTo>
                <a:cubicBezTo>
                  <a:pt x="162196" y="64648"/>
                  <a:pt x="173718" y="59198"/>
                  <a:pt x="186080" y="55632"/>
                </a:cubicBezTo>
                <a:cubicBezTo>
                  <a:pt x="198233" y="52075"/>
                  <a:pt x="210806" y="50292"/>
                  <a:pt x="223799" y="50292"/>
                </a:cubicBezTo>
                <a:cubicBezTo>
                  <a:pt x="233647" y="50292"/>
                  <a:pt x="243285" y="51344"/>
                  <a:pt x="252722" y="53438"/>
                </a:cubicBezTo>
                <a:cubicBezTo>
                  <a:pt x="262149" y="55321"/>
                  <a:pt x="271266" y="58357"/>
                  <a:pt x="280062" y="62554"/>
                </a:cubicBezTo>
                <a:cubicBezTo>
                  <a:pt x="282998" y="64017"/>
                  <a:pt x="285302" y="66111"/>
                  <a:pt x="286975" y="68836"/>
                </a:cubicBezTo>
                <a:cubicBezTo>
                  <a:pt x="288447" y="71351"/>
                  <a:pt x="289179" y="74185"/>
                  <a:pt x="289179" y="77322"/>
                </a:cubicBezTo>
                <a:lnTo>
                  <a:pt x="289179" y="222858"/>
                </a:lnTo>
                <a:cubicBezTo>
                  <a:pt x="289179" y="228728"/>
                  <a:pt x="286875" y="233126"/>
                  <a:pt x="282266" y="236062"/>
                </a:cubicBezTo>
                <a:cubicBezTo>
                  <a:pt x="277447" y="239198"/>
                  <a:pt x="272729" y="239308"/>
                  <a:pt x="268120" y="236372"/>
                </a:cubicBezTo>
                <a:cubicBezTo>
                  <a:pt x="260997" y="233437"/>
                  <a:pt x="253764" y="231133"/>
                  <a:pt x="246431" y="229460"/>
                </a:cubicBezTo>
                <a:cubicBezTo>
                  <a:pt x="239097" y="227576"/>
                  <a:pt x="231554" y="226625"/>
                  <a:pt x="223799" y="226625"/>
                </a:cubicBezTo>
                <a:cubicBezTo>
                  <a:pt x="212488" y="226625"/>
                  <a:pt x="201378" y="228307"/>
                  <a:pt x="190479" y="231654"/>
                </a:cubicBezTo>
                <a:cubicBezTo>
                  <a:pt x="179588" y="235010"/>
                  <a:pt x="169319" y="239728"/>
                  <a:pt x="159682" y="245800"/>
                </a:cubicBezTo>
                <a:cubicBezTo>
                  <a:pt x="158630" y="246641"/>
                  <a:pt x="157478" y="247272"/>
                  <a:pt x="156216" y="247693"/>
                </a:cubicBezTo>
                <a:cubicBezTo>
                  <a:pt x="154753" y="247894"/>
                  <a:pt x="153180" y="248004"/>
                  <a:pt x="151507" y="248004"/>
                </a:cubicBezTo>
                <a:cubicBezTo>
                  <a:pt x="149824" y="248004"/>
                  <a:pt x="148361" y="247894"/>
                  <a:pt x="147109" y="247693"/>
                </a:cubicBezTo>
                <a:close/>
                <a:moveTo>
                  <a:pt x="86758" y="148051"/>
                </a:moveTo>
                <a:close/>
                <a:moveTo>
                  <a:pt x="176022" y="110642"/>
                </a:moveTo>
                <a:cubicBezTo>
                  <a:pt x="176022" y="109390"/>
                  <a:pt x="176443" y="108228"/>
                  <a:pt x="177284" y="107186"/>
                </a:cubicBezTo>
                <a:cubicBezTo>
                  <a:pt x="178116" y="105924"/>
                  <a:pt x="179058" y="105092"/>
                  <a:pt x="180109" y="104671"/>
                </a:cubicBezTo>
                <a:cubicBezTo>
                  <a:pt x="186391" y="102367"/>
                  <a:pt x="192783" y="100584"/>
                  <a:pt x="199284" y="99331"/>
                </a:cubicBezTo>
                <a:cubicBezTo>
                  <a:pt x="205987" y="98069"/>
                  <a:pt x="212900" y="97438"/>
                  <a:pt x="220032" y="97438"/>
                </a:cubicBezTo>
                <a:cubicBezTo>
                  <a:pt x="224641" y="97438"/>
                  <a:pt x="229139" y="97759"/>
                  <a:pt x="233547" y="98380"/>
                </a:cubicBezTo>
                <a:cubicBezTo>
                  <a:pt x="237945" y="98801"/>
                  <a:pt x="242243" y="99532"/>
                  <a:pt x="246431" y="100584"/>
                </a:cubicBezTo>
                <a:cubicBezTo>
                  <a:pt x="247693" y="101005"/>
                  <a:pt x="248845" y="101736"/>
                  <a:pt x="249887" y="102788"/>
                </a:cubicBezTo>
                <a:cubicBezTo>
                  <a:pt x="250939" y="104040"/>
                  <a:pt x="251460" y="105403"/>
                  <a:pt x="251460" y="106875"/>
                </a:cubicBezTo>
                <a:cubicBezTo>
                  <a:pt x="251460" y="109179"/>
                  <a:pt x="250728" y="110953"/>
                  <a:pt x="249256" y="112215"/>
                </a:cubicBezTo>
                <a:cubicBezTo>
                  <a:pt x="247583" y="113468"/>
                  <a:pt x="245590" y="113788"/>
                  <a:pt x="243285" y="113157"/>
                </a:cubicBezTo>
                <a:cubicBezTo>
                  <a:pt x="239728" y="112105"/>
                  <a:pt x="236062" y="111374"/>
                  <a:pt x="232285" y="110953"/>
                </a:cubicBezTo>
                <a:cubicBezTo>
                  <a:pt x="228307" y="110332"/>
                  <a:pt x="224220" y="110011"/>
                  <a:pt x="220032" y="110011"/>
                </a:cubicBezTo>
                <a:cubicBezTo>
                  <a:pt x="213951" y="110011"/>
                  <a:pt x="208081" y="110642"/>
                  <a:pt x="202430" y="111904"/>
                </a:cubicBezTo>
                <a:cubicBezTo>
                  <a:pt x="196770" y="112947"/>
                  <a:pt x="191210" y="114620"/>
                  <a:pt x="185770" y="116933"/>
                </a:cubicBezTo>
                <a:cubicBezTo>
                  <a:pt x="182834" y="117976"/>
                  <a:pt x="180530" y="117976"/>
                  <a:pt x="178847" y="116933"/>
                </a:cubicBezTo>
                <a:cubicBezTo>
                  <a:pt x="176964" y="115672"/>
                  <a:pt x="176022" y="113578"/>
                  <a:pt x="176022" y="110642"/>
                </a:cubicBezTo>
                <a:close/>
                <a:moveTo>
                  <a:pt x="176022" y="179798"/>
                </a:moveTo>
                <a:cubicBezTo>
                  <a:pt x="176022" y="178537"/>
                  <a:pt x="176443" y="177284"/>
                  <a:pt x="177284" y="176022"/>
                </a:cubicBezTo>
                <a:cubicBezTo>
                  <a:pt x="178116" y="174769"/>
                  <a:pt x="179058" y="173928"/>
                  <a:pt x="180109" y="173507"/>
                </a:cubicBezTo>
                <a:cubicBezTo>
                  <a:pt x="186391" y="171203"/>
                  <a:pt x="192783" y="169530"/>
                  <a:pt x="199284" y="168478"/>
                </a:cubicBezTo>
                <a:cubicBezTo>
                  <a:pt x="205987" y="167225"/>
                  <a:pt x="212900" y="166595"/>
                  <a:pt x="220032" y="166595"/>
                </a:cubicBezTo>
                <a:cubicBezTo>
                  <a:pt x="224641" y="166595"/>
                  <a:pt x="229139" y="166905"/>
                  <a:pt x="233547" y="167536"/>
                </a:cubicBezTo>
                <a:cubicBezTo>
                  <a:pt x="237945" y="167957"/>
                  <a:pt x="242243" y="168689"/>
                  <a:pt x="246431" y="169740"/>
                </a:cubicBezTo>
                <a:cubicBezTo>
                  <a:pt x="247693" y="170152"/>
                  <a:pt x="248845" y="170892"/>
                  <a:pt x="249887" y="171935"/>
                </a:cubicBezTo>
                <a:cubicBezTo>
                  <a:pt x="250939" y="173197"/>
                  <a:pt x="251460" y="174559"/>
                  <a:pt x="251460" y="176022"/>
                </a:cubicBezTo>
                <a:cubicBezTo>
                  <a:pt x="251460" y="178326"/>
                  <a:pt x="250728" y="180109"/>
                  <a:pt x="249256" y="181362"/>
                </a:cubicBezTo>
                <a:cubicBezTo>
                  <a:pt x="247583" y="182624"/>
                  <a:pt x="245590" y="182935"/>
                  <a:pt x="243285" y="182313"/>
                </a:cubicBezTo>
                <a:cubicBezTo>
                  <a:pt x="239728" y="181262"/>
                  <a:pt x="236062" y="180530"/>
                  <a:pt x="232285" y="180109"/>
                </a:cubicBezTo>
                <a:cubicBezTo>
                  <a:pt x="228307" y="179478"/>
                  <a:pt x="224220" y="179168"/>
                  <a:pt x="220032" y="179168"/>
                </a:cubicBezTo>
                <a:cubicBezTo>
                  <a:pt x="213951" y="179168"/>
                  <a:pt x="208081" y="179689"/>
                  <a:pt x="202430" y="180740"/>
                </a:cubicBezTo>
                <a:cubicBezTo>
                  <a:pt x="196770" y="181783"/>
                  <a:pt x="191210" y="183465"/>
                  <a:pt x="185770" y="185770"/>
                </a:cubicBezTo>
                <a:cubicBezTo>
                  <a:pt x="182834" y="186812"/>
                  <a:pt x="180530" y="186812"/>
                  <a:pt x="178847" y="185770"/>
                </a:cubicBezTo>
                <a:cubicBezTo>
                  <a:pt x="176964" y="184718"/>
                  <a:pt x="176022" y="182725"/>
                  <a:pt x="176022" y="179798"/>
                </a:cubicBezTo>
                <a:close/>
                <a:moveTo>
                  <a:pt x="176022" y="145216"/>
                </a:moveTo>
                <a:cubicBezTo>
                  <a:pt x="176022" y="143963"/>
                  <a:pt x="176443" y="142811"/>
                  <a:pt x="177284" y="141759"/>
                </a:cubicBezTo>
                <a:cubicBezTo>
                  <a:pt x="178116" y="140507"/>
                  <a:pt x="179058" y="139665"/>
                  <a:pt x="180109" y="139245"/>
                </a:cubicBezTo>
                <a:cubicBezTo>
                  <a:pt x="186391" y="136941"/>
                  <a:pt x="192783" y="135157"/>
                  <a:pt x="199284" y="133905"/>
                </a:cubicBezTo>
                <a:cubicBezTo>
                  <a:pt x="205987" y="132643"/>
                  <a:pt x="212900" y="132021"/>
                  <a:pt x="220032" y="132021"/>
                </a:cubicBezTo>
                <a:cubicBezTo>
                  <a:pt x="224641" y="132021"/>
                  <a:pt x="229139" y="132332"/>
                  <a:pt x="233547" y="132963"/>
                </a:cubicBezTo>
                <a:cubicBezTo>
                  <a:pt x="237945" y="133374"/>
                  <a:pt x="242243" y="134115"/>
                  <a:pt x="246431" y="135157"/>
                </a:cubicBezTo>
                <a:cubicBezTo>
                  <a:pt x="247693" y="135578"/>
                  <a:pt x="248845" y="136310"/>
                  <a:pt x="249887" y="137361"/>
                </a:cubicBezTo>
                <a:cubicBezTo>
                  <a:pt x="250939" y="138614"/>
                  <a:pt x="251460" y="139976"/>
                  <a:pt x="251460" y="141449"/>
                </a:cubicBezTo>
                <a:cubicBezTo>
                  <a:pt x="251460" y="143753"/>
                  <a:pt x="250728" y="145536"/>
                  <a:pt x="249256" y="146789"/>
                </a:cubicBezTo>
                <a:cubicBezTo>
                  <a:pt x="247583" y="148051"/>
                  <a:pt x="245590" y="148361"/>
                  <a:pt x="243285" y="147730"/>
                </a:cubicBezTo>
                <a:cubicBezTo>
                  <a:pt x="239728" y="146688"/>
                  <a:pt x="236062" y="145947"/>
                  <a:pt x="232285" y="145536"/>
                </a:cubicBezTo>
                <a:cubicBezTo>
                  <a:pt x="228307" y="144905"/>
                  <a:pt x="224220" y="144594"/>
                  <a:pt x="220032" y="144594"/>
                </a:cubicBezTo>
                <a:cubicBezTo>
                  <a:pt x="213951" y="144594"/>
                  <a:pt x="208081" y="145216"/>
                  <a:pt x="202430" y="146478"/>
                </a:cubicBezTo>
                <a:cubicBezTo>
                  <a:pt x="196770" y="147520"/>
                  <a:pt x="191210" y="149203"/>
                  <a:pt x="185770" y="151507"/>
                </a:cubicBezTo>
                <a:cubicBezTo>
                  <a:pt x="182834" y="152549"/>
                  <a:pt x="180530" y="152549"/>
                  <a:pt x="178847" y="151507"/>
                </a:cubicBezTo>
                <a:cubicBezTo>
                  <a:pt x="176964" y="150245"/>
                  <a:pt x="176022" y="148151"/>
                  <a:pt x="176022" y="145216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3" name="圖說"/>
          <p:cNvSpPr/>
          <p:nvPr/>
        </p:nvSpPr>
        <p:spPr>
          <a:xfrm>
            <a:off x="10515326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</a:t>
            </a:r>
            <a:endParaRPr lang="en-US" sz="750" dirty="0"/>
          </a:p>
        </p:txBody>
      </p:sp>
      <p:sp>
        <p:nvSpPr>
          <p:cNvPr id="164" name="圖示 稽核"/>
          <p:cNvSpPr/>
          <p:nvPr/>
        </p:nvSpPr>
        <p:spPr>
          <a:xfrm>
            <a:off x="11214819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7730" y="275033"/>
                </a:moveTo>
                <a:cubicBezTo>
                  <a:pt x="146688" y="275033"/>
                  <a:pt x="145636" y="274823"/>
                  <a:pt x="144594" y="274402"/>
                </a:cubicBezTo>
                <a:cubicBezTo>
                  <a:pt x="115672" y="264554"/>
                  <a:pt x="92729" y="246952"/>
                  <a:pt x="75749" y="221596"/>
                </a:cubicBezTo>
                <a:cubicBezTo>
                  <a:pt x="58778" y="196038"/>
                  <a:pt x="50292" y="168058"/>
                  <a:pt x="50292" y="137672"/>
                </a:cubicBezTo>
                <a:lnTo>
                  <a:pt x="50292" y="76069"/>
                </a:lnTo>
                <a:cubicBezTo>
                  <a:pt x="50292" y="72082"/>
                  <a:pt x="51444" y="68415"/>
                  <a:pt x="53748" y="65069"/>
                </a:cubicBezTo>
                <a:cubicBezTo>
                  <a:pt x="56053" y="61923"/>
                  <a:pt x="58988" y="59619"/>
                  <a:pt x="62554" y="58147"/>
                </a:cubicBezTo>
                <a:lnTo>
                  <a:pt x="144274" y="27661"/>
                </a:lnTo>
                <a:cubicBezTo>
                  <a:pt x="146578" y="26819"/>
                  <a:pt x="148782" y="26408"/>
                  <a:pt x="150876" y="26408"/>
                </a:cubicBezTo>
                <a:cubicBezTo>
                  <a:pt x="152970" y="26408"/>
                  <a:pt x="155174" y="26819"/>
                  <a:pt x="157478" y="27661"/>
                </a:cubicBezTo>
                <a:lnTo>
                  <a:pt x="239198" y="58147"/>
                </a:lnTo>
                <a:cubicBezTo>
                  <a:pt x="242764" y="59619"/>
                  <a:pt x="245699" y="61923"/>
                  <a:pt x="248004" y="65069"/>
                </a:cubicBezTo>
                <a:cubicBezTo>
                  <a:pt x="250308" y="68415"/>
                  <a:pt x="251460" y="72082"/>
                  <a:pt x="251460" y="76069"/>
                </a:cubicBezTo>
                <a:lnTo>
                  <a:pt x="251460" y="137672"/>
                </a:lnTo>
                <a:cubicBezTo>
                  <a:pt x="251460" y="152339"/>
                  <a:pt x="249677" y="166905"/>
                  <a:pt x="246120" y="181362"/>
                </a:cubicBezTo>
                <a:cubicBezTo>
                  <a:pt x="242554" y="195828"/>
                  <a:pt x="236372" y="209443"/>
                  <a:pt x="227576" y="222227"/>
                </a:cubicBezTo>
                <a:cubicBezTo>
                  <a:pt x="225893" y="224531"/>
                  <a:pt x="223699" y="225893"/>
                  <a:pt x="220974" y="226314"/>
                </a:cubicBezTo>
                <a:cubicBezTo>
                  <a:pt x="218039" y="226524"/>
                  <a:pt x="215524" y="225683"/>
                  <a:pt x="213430" y="223799"/>
                </a:cubicBezTo>
                <a:lnTo>
                  <a:pt x="176964" y="188906"/>
                </a:lnTo>
                <a:cubicBezTo>
                  <a:pt x="172986" y="191210"/>
                  <a:pt x="168789" y="193103"/>
                  <a:pt x="164391" y="194566"/>
                </a:cubicBezTo>
                <a:cubicBezTo>
                  <a:pt x="159993" y="196038"/>
                  <a:pt x="155485" y="196770"/>
                  <a:pt x="150876" y="196770"/>
                </a:cubicBezTo>
                <a:cubicBezTo>
                  <a:pt x="137882" y="196770"/>
                  <a:pt x="126882" y="192262"/>
                  <a:pt x="117875" y="183255"/>
                </a:cubicBezTo>
                <a:cubicBezTo>
                  <a:pt x="108649" y="174239"/>
                  <a:pt x="104040" y="163239"/>
                  <a:pt x="104040" y="150245"/>
                </a:cubicBezTo>
                <a:cubicBezTo>
                  <a:pt x="104040" y="137050"/>
                  <a:pt x="108649" y="125940"/>
                  <a:pt x="117875" y="116933"/>
                </a:cubicBezTo>
                <a:cubicBezTo>
                  <a:pt x="126882" y="107707"/>
                  <a:pt x="137882" y="103099"/>
                  <a:pt x="150876" y="103099"/>
                </a:cubicBezTo>
                <a:cubicBezTo>
                  <a:pt x="163870" y="103099"/>
                  <a:pt x="174970" y="107707"/>
                  <a:pt x="184197" y="116933"/>
                </a:cubicBezTo>
                <a:cubicBezTo>
                  <a:pt x="193204" y="125940"/>
                  <a:pt x="197712" y="137050"/>
                  <a:pt x="197712" y="150245"/>
                </a:cubicBezTo>
                <a:cubicBezTo>
                  <a:pt x="197712" y="154652"/>
                  <a:pt x="197081" y="159051"/>
                  <a:pt x="195828" y="163449"/>
                </a:cubicBezTo>
                <a:cubicBezTo>
                  <a:pt x="194566" y="167847"/>
                  <a:pt x="192573" y="171834"/>
                  <a:pt x="189857" y="175391"/>
                </a:cubicBezTo>
                <a:lnTo>
                  <a:pt x="217517" y="201799"/>
                </a:lnTo>
                <a:cubicBezTo>
                  <a:pt x="222547" y="192783"/>
                  <a:pt x="226314" y="182725"/>
                  <a:pt x="228829" y="171624"/>
                </a:cubicBezTo>
                <a:cubicBezTo>
                  <a:pt x="231343" y="160303"/>
                  <a:pt x="232605" y="148992"/>
                  <a:pt x="232605" y="137672"/>
                </a:cubicBezTo>
                <a:lnTo>
                  <a:pt x="232605" y="75438"/>
                </a:lnTo>
                <a:lnTo>
                  <a:pt x="150876" y="45574"/>
                </a:lnTo>
                <a:lnTo>
                  <a:pt x="69156" y="75438"/>
                </a:lnTo>
                <a:lnTo>
                  <a:pt x="69156" y="137672"/>
                </a:lnTo>
                <a:cubicBezTo>
                  <a:pt x="69156" y="165122"/>
                  <a:pt x="76800" y="189957"/>
                  <a:pt x="92098" y="212168"/>
                </a:cubicBezTo>
                <a:cubicBezTo>
                  <a:pt x="107186" y="234169"/>
                  <a:pt x="126782" y="249156"/>
                  <a:pt x="150876" y="257120"/>
                </a:cubicBezTo>
                <a:cubicBezTo>
                  <a:pt x="155695" y="255858"/>
                  <a:pt x="161456" y="253453"/>
                  <a:pt x="168167" y="249887"/>
                </a:cubicBezTo>
                <a:cubicBezTo>
                  <a:pt x="174660" y="246120"/>
                  <a:pt x="180631" y="242133"/>
                  <a:pt x="186080" y="237945"/>
                </a:cubicBezTo>
                <a:cubicBezTo>
                  <a:pt x="188174" y="236272"/>
                  <a:pt x="190479" y="235531"/>
                  <a:pt x="192993" y="235741"/>
                </a:cubicBezTo>
                <a:cubicBezTo>
                  <a:pt x="195508" y="235952"/>
                  <a:pt x="197602" y="237214"/>
                  <a:pt x="199284" y="239518"/>
                </a:cubicBezTo>
                <a:cubicBezTo>
                  <a:pt x="200958" y="241612"/>
                  <a:pt x="201589" y="244017"/>
                  <a:pt x="201168" y="246742"/>
                </a:cubicBezTo>
                <a:cubicBezTo>
                  <a:pt x="200747" y="249467"/>
                  <a:pt x="199385" y="251670"/>
                  <a:pt x="197081" y="253344"/>
                </a:cubicBezTo>
                <a:cubicBezTo>
                  <a:pt x="191009" y="257952"/>
                  <a:pt x="184718" y="261939"/>
                  <a:pt x="178226" y="265295"/>
                </a:cubicBezTo>
                <a:cubicBezTo>
                  <a:pt x="171514" y="268642"/>
                  <a:pt x="164501" y="271677"/>
                  <a:pt x="157167" y="274402"/>
                </a:cubicBezTo>
                <a:cubicBezTo>
                  <a:pt x="156116" y="274823"/>
                  <a:pt x="155064" y="275033"/>
                  <a:pt x="154022" y="275033"/>
                </a:cubicBezTo>
                <a:cubicBezTo>
                  <a:pt x="152970" y="275244"/>
                  <a:pt x="151928" y="275353"/>
                  <a:pt x="150876" y="275353"/>
                </a:cubicBezTo>
                <a:cubicBezTo>
                  <a:pt x="149824" y="275353"/>
                  <a:pt x="148782" y="275244"/>
                  <a:pt x="147730" y="275033"/>
                </a:cubicBezTo>
                <a:close/>
                <a:moveTo>
                  <a:pt x="170682" y="170051"/>
                </a:moveTo>
                <a:cubicBezTo>
                  <a:pt x="176123" y="164601"/>
                  <a:pt x="178847" y="157999"/>
                  <a:pt x="178847" y="150245"/>
                </a:cubicBezTo>
                <a:cubicBezTo>
                  <a:pt x="178847" y="142281"/>
                  <a:pt x="176123" y="135578"/>
                  <a:pt x="170682" y="130128"/>
                </a:cubicBezTo>
                <a:cubicBezTo>
                  <a:pt x="165232" y="124678"/>
                  <a:pt x="158630" y="121963"/>
                  <a:pt x="150876" y="121963"/>
                </a:cubicBezTo>
                <a:cubicBezTo>
                  <a:pt x="143122" y="121963"/>
                  <a:pt x="136520" y="124678"/>
                  <a:pt x="131070" y="130128"/>
                </a:cubicBezTo>
                <a:cubicBezTo>
                  <a:pt x="125629" y="135578"/>
                  <a:pt x="122905" y="142281"/>
                  <a:pt x="122905" y="150245"/>
                </a:cubicBezTo>
                <a:cubicBezTo>
                  <a:pt x="122905" y="157999"/>
                  <a:pt x="125629" y="164601"/>
                  <a:pt x="131070" y="170051"/>
                </a:cubicBezTo>
                <a:cubicBezTo>
                  <a:pt x="136520" y="175290"/>
                  <a:pt x="143122" y="177906"/>
                  <a:pt x="150876" y="177906"/>
                </a:cubicBezTo>
                <a:cubicBezTo>
                  <a:pt x="158630" y="177906"/>
                  <a:pt x="165232" y="175290"/>
                  <a:pt x="170682" y="170051"/>
                </a:cubicBezTo>
                <a:close/>
                <a:moveTo>
                  <a:pt x="150876" y="151187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5" name="圖說"/>
          <p:cNvSpPr/>
          <p:nvPr/>
        </p:nvSpPr>
        <p:spPr>
          <a:xfrm>
            <a:off x="11070046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750" dirty="0"/>
          </a:p>
        </p:txBody>
      </p:sp>
      <p:sp>
        <p:nvSpPr>
          <p:cNvPr id="166" name="圖示 里程碑"/>
          <p:cNvSpPr/>
          <p:nvPr/>
        </p:nvSpPr>
        <p:spPr>
          <a:xfrm>
            <a:off x="675124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81729" y="166905"/>
                </a:moveTo>
                <a:lnTo>
                  <a:pt x="81729" y="254606"/>
                </a:lnTo>
                <a:cubicBezTo>
                  <a:pt x="81729" y="257330"/>
                  <a:pt x="80778" y="259525"/>
                  <a:pt x="78894" y="261208"/>
                </a:cubicBezTo>
                <a:cubicBezTo>
                  <a:pt x="77221" y="263091"/>
                  <a:pt x="75017" y="264033"/>
                  <a:pt x="72292" y="264033"/>
                </a:cubicBezTo>
                <a:cubicBezTo>
                  <a:pt x="69568" y="264033"/>
                  <a:pt x="67373" y="263091"/>
                  <a:pt x="65690" y="261208"/>
                </a:cubicBezTo>
                <a:cubicBezTo>
                  <a:pt x="63807" y="259525"/>
                  <a:pt x="62865" y="257330"/>
                  <a:pt x="62865" y="254606"/>
                </a:cubicBezTo>
                <a:lnTo>
                  <a:pt x="62865" y="59719"/>
                </a:lnTo>
                <a:cubicBezTo>
                  <a:pt x="62865" y="56995"/>
                  <a:pt x="63807" y="54800"/>
                  <a:pt x="65690" y="53117"/>
                </a:cubicBezTo>
                <a:cubicBezTo>
                  <a:pt x="67373" y="51234"/>
                  <a:pt x="69568" y="50292"/>
                  <a:pt x="72292" y="50292"/>
                </a:cubicBezTo>
                <a:lnTo>
                  <a:pt x="163138" y="50292"/>
                </a:lnTo>
                <a:cubicBezTo>
                  <a:pt x="165442" y="50292"/>
                  <a:pt x="167427" y="51024"/>
                  <a:pt x="169109" y="52496"/>
                </a:cubicBezTo>
                <a:cubicBezTo>
                  <a:pt x="170782" y="53748"/>
                  <a:pt x="171834" y="55532"/>
                  <a:pt x="172255" y="57836"/>
                </a:cubicBezTo>
                <a:lnTo>
                  <a:pt x="176653" y="77322"/>
                </a:lnTo>
                <a:lnTo>
                  <a:pt x="242033" y="77322"/>
                </a:lnTo>
                <a:cubicBezTo>
                  <a:pt x="244757" y="77322"/>
                  <a:pt x="246952" y="78263"/>
                  <a:pt x="248635" y="80156"/>
                </a:cubicBezTo>
                <a:cubicBezTo>
                  <a:pt x="250518" y="81830"/>
                  <a:pt x="251460" y="84033"/>
                  <a:pt x="251460" y="86758"/>
                </a:cubicBezTo>
                <a:lnTo>
                  <a:pt x="251460" y="184197"/>
                </a:lnTo>
                <a:cubicBezTo>
                  <a:pt x="251460" y="186922"/>
                  <a:pt x="250518" y="189116"/>
                  <a:pt x="248635" y="190799"/>
                </a:cubicBezTo>
                <a:cubicBezTo>
                  <a:pt x="246952" y="192682"/>
                  <a:pt x="244757" y="193624"/>
                  <a:pt x="242033" y="193624"/>
                </a:cubicBezTo>
                <a:lnTo>
                  <a:pt x="178537" y="193624"/>
                </a:lnTo>
                <a:cubicBezTo>
                  <a:pt x="176443" y="193624"/>
                  <a:pt x="174449" y="192993"/>
                  <a:pt x="172566" y="191741"/>
                </a:cubicBezTo>
                <a:cubicBezTo>
                  <a:pt x="170892" y="190479"/>
                  <a:pt x="169841" y="188696"/>
                  <a:pt x="169420" y="186391"/>
                </a:cubicBezTo>
                <a:lnTo>
                  <a:pt x="165022" y="166905"/>
                </a:lnTo>
                <a:lnTo>
                  <a:pt x="81729" y="166905"/>
                </a:lnTo>
                <a:close/>
                <a:moveTo>
                  <a:pt x="187022" y="174769"/>
                </a:moveTo>
                <a:lnTo>
                  <a:pt x="232605" y="174769"/>
                </a:lnTo>
                <a:lnTo>
                  <a:pt x="232605" y="96186"/>
                </a:lnTo>
                <a:lnTo>
                  <a:pt x="168167" y="96186"/>
                </a:lnTo>
                <a:cubicBezTo>
                  <a:pt x="166064" y="96186"/>
                  <a:pt x="164080" y="95555"/>
                  <a:pt x="162196" y="94302"/>
                </a:cubicBezTo>
                <a:cubicBezTo>
                  <a:pt x="160514" y="92830"/>
                  <a:pt x="159471" y="90946"/>
                  <a:pt x="159051" y="88642"/>
                </a:cubicBezTo>
                <a:lnTo>
                  <a:pt x="154652" y="69156"/>
                </a:lnTo>
                <a:lnTo>
                  <a:pt x="81729" y="69156"/>
                </a:lnTo>
                <a:lnTo>
                  <a:pt x="81729" y="148051"/>
                </a:lnTo>
                <a:lnTo>
                  <a:pt x="173507" y="148051"/>
                </a:lnTo>
                <a:cubicBezTo>
                  <a:pt x="175812" y="148051"/>
                  <a:pt x="177805" y="148672"/>
                  <a:pt x="179478" y="149934"/>
                </a:cubicBezTo>
                <a:cubicBezTo>
                  <a:pt x="181152" y="151187"/>
                  <a:pt x="182203" y="152970"/>
                  <a:pt x="182624" y="155274"/>
                </a:cubicBezTo>
                <a:lnTo>
                  <a:pt x="187022" y="174769"/>
                </a:lnTo>
                <a:close/>
                <a:moveTo>
                  <a:pt x="157167" y="121963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7" name="圖說"/>
          <p:cNvSpPr/>
          <p:nvPr/>
        </p:nvSpPr>
        <p:spPr>
          <a:xfrm>
            <a:off x="530352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750" dirty="0"/>
          </a:p>
        </p:txBody>
      </p:sp>
      <p:sp>
        <p:nvSpPr>
          <p:cNvPr id="168" name="圖示 循環"/>
          <p:cNvSpPr/>
          <p:nvPr/>
        </p:nvSpPr>
        <p:spPr>
          <a:xfrm>
            <a:off x="1229845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9156" y="151507"/>
                </a:moveTo>
                <a:cubicBezTo>
                  <a:pt x="69156" y="155695"/>
                  <a:pt x="69467" y="159782"/>
                  <a:pt x="70098" y="163760"/>
                </a:cubicBezTo>
                <a:cubicBezTo>
                  <a:pt x="70509" y="167747"/>
                  <a:pt x="71250" y="171514"/>
                  <a:pt x="72292" y="175080"/>
                </a:cubicBezTo>
                <a:cubicBezTo>
                  <a:pt x="72923" y="177595"/>
                  <a:pt x="72823" y="180109"/>
                  <a:pt x="71982" y="182624"/>
                </a:cubicBezTo>
                <a:cubicBezTo>
                  <a:pt x="70930" y="185139"/>
                  <a:pt x="69257" y="186922"/>
                  <a:pt x="66952" y="187964"/>
                </a:cubicBezTo>
                <a:cubicBezTo>
                  <a:pt x="64648" y="189016"/>
                  <a:pt x="62344" y="189016"/>
                  <a:pt x="60040" y="187964"/>
                </a:cubicBezTo>
                <a:cubicBezTo>
                  <a:pt x="57525" y="186922"/>
                  <a:pt x="55842" y="185239"/>
                  <a:pt x="55010" y="182935"/>
                </a:cubicBezTo>
                <a:cubicBezTo>
                  <a:pt x="53328" y="177695"/>
                  <a:pt x="52176" y="172566"/>
                  <a:pt x="51554" y="167536"/>
                </a:cubicBezTo>
                <a:cubicBezTo>
                  <a:pt x="50713" y="162297"/>
                  <a:pt x="50292" y="156957"/>
                  <a:pt x="50292" y="151507"/>
                </a:cubicBezTo>
                <a:cubicBezTo>
                  <a:pt x="50292" y="124057"/>
                  <a:pt x="60250" y="100483"/>
                  <a:pt x="80156" y="80778"/>
                </a:cubicBezTo>
                <a:cubicBezTo>
                  <a:pt x="99852" y="60872"/>
                  <a:pt x="123426" y="50923"/>
                  <a:pt x="150876" y="50923"/>
                </a:cubicBezTo>
                <a:lnTo>
                  <a:pt x="164391" y="50923"/>
                </a:lnTo>
                <a:lnTo>
                  <a:pt x="145216" y="31748"/>
                </a:lnTo>
                <a:cubicBezTo>
                  <a:pt x="143543" y="30075"/>
                  <a:pt x="142701" y="28081"/>
                  <a:pt x="142701" y="25777"/>
                </a:cubicBezTo>
                <a:cubicBezTo>
                  <a:pt x="142701" y="23473"/>
                  <a:pt x="143543" y="21479"/>
                  <a:pt x="145216" y="19806"/>
                </a:cubicBezTo>
                <a:cubicBezTo>
                  <a:pt x="146898" y="18123"/>
                  <a:pt x="148992" y="17291"/>
                  <a:pt x="151507" y="17291"/>
                </a:cubicBezTo>
                <a:cubicBezTo>
                  <a:pt x="153811" y="17291"/>
                  <a:pt x="155805" y="18123"/>
                  <a:pt x="157478" y="19806"/>
                </a:cubicBezTo>
                <a:lnTo>
                  <a:pt x="191741" y="53748"/>
                </a:lnTo>
                <a:cubicBezTo>
                  <a:pt x="193624" y="55632"/>
                  <a:pt x="194566" y="57836"/>
                  <a:pt x="194566" y="60350"/>
                </a:cubicBezTo>
                <a:cubicBezTo>
                  <a:pt x="194566" y="62865"/>
                  <a:pt x="193624" y="65069"/>
                  <a:pt x="191741" y="66952"/>
                </a:cubicBezTo>
                <a:lnTo>
                  <a:pt x="157789" y="100895"/>
                </a:lnTo>
                <a:cubicBezTo>
                  <a:pt x="156116" y="102577"/>
                  <a:pt x="154022" y="103409"/>
                  <a:pt x="151507" y="103409"/>
                </a:cubicBezTo>
                <a:cubicBezTo>
                  <a:pt x="148992" y="103409"/>
                  <a:pt x="146898" y="102577"/>
                  <a:pt x="145216" y="100895"/>
                </a:cubicBezTo>
                <a:cubicBezTo>
                  <a:pt x="143543" y="99222"/>
                  <a:pt x="142701" y="97128"/>
                  <a:pt x="142701" y="94613"/>
                </a:cubicBezTo>
                <a:cubicBezTo>
                  <a:pt x="142701" y="92098"/>
                  <a:pt x="143543" y="90004"/>
                  <a:pt x="145216" y="88322"/>
                </a:cubicBezTo>
                <a:lnTo>
                  <a:pt x="163760" y="69778"/>
                </a:lnTo>
                <a:lnTo>
                  <a:pt x="150876" y="69778"/>
                </a:lnTo>
                <a:cubicBezTo>
                  <a:pt x="128455" y="69778"/>
                  <a:pt x="109280" y="77852"/>
                  <a:pt x="93351" y="93982"/>
                </a:cubicBezTo>
                <a:cubicBezTo>
                  <a:pt x="77221" y="109911"/>
                  <a:pt x="69156" y="129086"/>
                  <a:pt x="69156" y="151507"/>
                </a:cubicBezTo>
                <a:close/>
                <a:moveTo>
                  <a:pt x="232605" y="151187"/>
                </a:moveTo>
                <a:cubicBezTo>
                  <a:pt x="232605" y="146999"/>
                  <a:pt x="232395" y="142912"/>
                  <a:pt x="231974" y="138934"/>
                </a:cubicBezTo>
                <a:cubicBezTo>
                  <a:pt x="231343" y="134947"/>
                  <a:pt x="230502" y="131070"/>
                  <a:pt x="229460" y="127303"/>
                </a:cubicBezTo>
                <a:cubicBezTo>
                  <a:pt x="228618" y="124788"/>
                  <a:pt x="228728" y="122274"/>
                  <a:pt x="229770" y="119759"/>
                </a:cubicBezTo>
                <a:cubicBezTo>
                  <a:pt x="230612" y="117244"/>
                  <a:pt x="232184" y="115461"/>
                  <a:pt x="234489" y="114419"/>
                </a:cubicBezTo>
                <a:cubicBezTo>
                  <a:pt x="236793" y="113367"/>
                  <a:pt x="239097" y="113367"/>
                  <a:pt x="241402" y="114419"/>
                </a:cubicBezTo>
                <a:cubicBezTo>
                  <a:pt x="243706" y="115461"/>
                  <a:pt x="245279" y="117135"/>
                  <a:pt x="246120" y="119448"/>
                </a:cubicBezTo>
                <a:cubicBezTo>
                  <a:pt x="248004" y="124678"/>
                  <a:pt x="249366" y="129918"/>
                  <a:pt x="250207" y="135157"/>
                </a:cubicBezTo>
                <a:cubicBezTo>
                  <a:pt x="251039" y="140397"/>
                  <a:pt x="251460" y="145746"/>
                  <a:pt x="251460" y="151187"/>
                </a:cubicBezTo>
                <a:cubicBezTo>
                  <a:pt x="251460" y="178637"/>
                  <a:pt x="241612" y="202320"/>
                  <a:pt x="221916" y="222227"/>
                </a:cubicBezTo>
                <a:cubicBezTo>
                  <a:pt x="202009" y="241923"/>
                  <a:pt x="178326" y="251771"/>
                  <a:pt x="150876" y="251771"/>
                </a:cubicBezTo>
                <a:lnTo>
                  <a:pt x="136730" y="251771"/>
                </a:lnTo>
                <a:lnTo>
                  <a:pt x="155905" y="270946"/>
                </a:lnTo>
                <a:cubicBezTo>
                  <a:pt x="157579" y="272628"/>
                  <a:pt x="158420" y="274613"/>
                  <a:pt x="158420" y="276917"/>
                </a:cubicBezTo>
                <a:cubicBezTo>
                  <a:pt x="158420" y="279221"/>
                  <a:pt x="157579" y="281215"/>
                  <a:pt x="155905" y="282897"/>
                </a:cubicBezTo>
                <a:cubicBezTo>
                  <a:pt x="154232" y="284570"/>
                  <a:pt x="152238" y="285412"/>
                  <a:pt x="149934" y="285412"/>
                </a:cubicBezTo>
                <a:cubicBezTo>
                  <a:pt x="147420" y="285412"/>
                  <a:pt x="145326" y="284570"/>
                  <a:pt x="143643" y="282897"/>
                </a:cubicBezTo>
                <a:lnTo>
                  <a:pt x="109390" y="248945"/>
                </a:lnTo>
                <a:cubicBezTo>
                  <a:pt x="107497" y="247062"/>
                  <a:pt x="106555" y="244858"/>
                  <a:pt x="106555" y="242343"/>
                </a:cubicBezTo>
                <a:cubicBezTo>
                  <a:pt x="106555" y="239829"/>
                  <a:pt x="107497" y="237634"/>
                  <a:pt x="109390" y="235741"/>
                </a:cubicBezTo>
                <a:lnTo>
                  <a:pt x="143643" y="201479"/>
                </a:lnTo>
                <a:cubicBezTo>
                  <a:pt x="145326" y="199806"/>
                  <a:pt x="147420" y="198964"/>
                  <a:pt x="149934" y="198964"/>
                </a:cubicBezTo>
                <a:cubicBezTo>
                  <a:pt x="152238" y="198964"/>
                  <a:pt x="154232" y="199806"/>
                  <a:pt x="155905" y="201479"/>
                </a:cubicBezTo>
                <a:cubicBezTo>
                  <a:pt x="157579" y="203161"/>
                  <a:pt x="158420" y="205255"/>
                  <a:pt x="158420" y="207770"/>
                </a:cubicBezTo>
                <a:cubicBezTo>
                  <a:pt x="158420" y="210074"/>
                  <a:pt x="157579" y="212068"/>
                  <a:pt x="155905" y="213741"/>
                </a:cubicBezTo>
                <a:lnTo>
                  <a:pt x="136730" y="232916"/>
                </a:lnTo>
                <a:lnTo>
                  <a:pt x="150876" y="232916"/>
                </a:lnTo>
                <a:cubicBezTo>
                  <a:pt x="173297" y="232916"/>
                  <a:pt x="192573" y="224952"/>
                  <a:pt x="208712" y="209023"/>
                </a:cubicBezTo>
                <a:cubicBezTo>
                  <a:pt x="224641" y="192893"/>
                  <a:pt x="232605" y="173608"/>
                  <a:pt x="232605" y="151187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9" name="圖說"/>
          <p:cNvSpPr/>
          <p:nvPr/>
        </p:nvSpPr>
        <p:spPr>
          <a:xfrm>
            <a:off x="1085073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</a:t>
            </a:r>
            <a:endParaRPr lang="en-US" sz="750" dirty="0"/>
          </a:p>
        </p:txBody>
      </p:sp>
      <p:sp>
        <p:nvSpPr>
          <p:cNvPr id="170" name="圖示 目標"/>
          <p:cNvSpPr/>
          <p:nvPr/>
        </p:nvSpPr>
        <p:spPr>
          <a:xfrm>
            <a:off x="1784566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1846" y="266858"/>
                </a:moveTo>
                <a:cubicBezTo>
                  <a:pt x="86548" y="260156"/>
                  <a:pt x="73234" y="251149"/>
                  <a:pt x="61923" y="239829"/>
                </a:cubicBezTo>
                <a:cubicBezTo>
                  <a:pt x="50603" y="228518"/>
                  <a:pt x="41697" y="215204"/>
                  <a:pt x="35204" y="199915"/>
                </a:cubicBezTo>
                <a:cubicBezTo>
                  <a:pt x="28502" y="184617"/>
                  <a:pt x="25146" y="168268"/>
                  <a:pt x="25146" y="150876"/>
                </a:cubicBezTo>
                <a:cubicBezTo>
                  <a:pt x="25146" y="133484"/>
                  <a:pt x="28502" y="117135"/>
                  <a:pt x="35204" y="101846"/>
                </a:cubicBezTo>
                <a:cubicBezTo>
                  <a:pt x="41697" y="86548"/>
                  <a:pt x="50603" y="73234"/>
                  <a:pt x="61923" y="61923"/>
                </a:cubicBezTo>
                <a:cubicBezTo>
                  <a:pt x="73234" y="50603"/>
                  <a:pt x="86548" y="41697"/>
                  <a:pt x="101846" y="35204"/>
                </a:cubicBezTo>
                <a:cubicBezTo>
                  <a:pt x="117135" y="28502"/>
                  <a:pt x="133484" y="25146"/>
                  <a:pt x="150876" y="25146"/>
                </a:cubicBezTo>
                <a:cubicBezTo>
                  <a:pt x="168268" y="25146"/>
                  <a:pt x="184617" y="28502"/>
                  <a:pt x="199915" y="35204"/>
                </a:cubicBezTo>
                <a:cubicBezTo>
                  <a:pt x="215204" y="41697"/>
                  <a:pt x="228518" y="50603"/>
                  <a:pt x="239829" y="61923"/>
                </a:cubicBezTo>
                <a:cubicBezTo>
                  <a:pt x="251149" y="73234"/>
                  <a:pt x="260156" y="86548"/>
                  <a:pt x="266858" y="101846"/>
                </a:cubicBezTo>
                <a:cubicBezTo>
                  <a:pt x="273360" y="117135"/>
                  <a:pt x="276606" y="133484"/>
                  <a:pt x="276606" y="150876"/>
                </a:cubicBezTo>
                <a:cubicBezTo>
                  <a:pt x="276606" y="168268"/>
                  <a:pt x="273360" y="184617"/>
                  <a:pt x="266858" y="199915"/>
                </a:cubicBezTo>
                <a:cubicBezTo>
                  <a:pt x="260156" y="215204"/>
                  <a:pt x="251149" y="228518"/>
                  <a:pt x="239829" y="239829"/>
                </a:cubicBezTo>
                <a:cubicBezTo>
                  <a:pt x="228518" y="251149"/>
                  <a:pt x="215204" y="260156"/>
                  <a:pt x="199915" y="266858"/>
                </a:cubicBezTo>
                <a:cubicBezTo>
                  <a:pt x="184617" y="273360"/>
                  <a:pt x="168268" y="276606"/>
                  <a:pt x="150876" y="276606"/>
                </a:cubicBezTo>
                <a:cubicBezTo>
                  <a:pt x="133484" y="276606"/>
                  <a:pt x="117135" y="273360"/>
                  <a:pt x="101846" y="266858"/>
                </a:cubicBezTo>
                <a:close/>
                <a:moveTo>
                  <a:pt x="226625" y="226625"/>
                </a:moveTo>
                <a:cubicBezTo>
                  <a:pt x="247373" y="205886"/>
                  <a:pt x="257751" y="180631"/>
                  <a:pt x="257751" y="150876"/>
                </a:cubicBezTo>
                <a:cubicBezTo>
                  <a:pt x="257751" y="121121"/>
                  <a:pt x="247373" y="95866"/>
                  <a:pt x="226625" y="75127"/>
                </a:cubicBezTo>
                <a:cubicBezTo>
                  <a:pt x="205886" y="54379"/>
                  <a:pt x="180631" y="44010"/>
                  <a:pt x="150876" y="44010"/>
                </a:cubicBezTo>
                <a:cubicBezTo>
                  <a:pt x="121121" y="44010"/>
                  <a:pt x="95866" y="54379"/>
                  <a:pt x="75127" y="75127"/>
                </a:cubicBezTo>
                <a:cubicBezTo>
                  <a:pt x="54379" y="95866"/>
                  <a:pt x="44010" y="121121"/>
                  <a:pt x="44010" y="150876"/>
                </a:cubicBezTo>
                <a:cubicBezTo>
                  <a:pt x="44010" y="180631"/>
                  <a:pt x="54379" y="205886"/>
                  <a:pt x="75127" y="226625"/>
                </a:cubicBezTo>
                <a:cubicBezTo>
                  <a:pt x="95866" y="247373"/>
                  <a:pt x="121121" y="257751"/>
                  <a:pt x="150876" y="257751"/>
                </a:cubicBezTo>
                <a:cubicBezTo>
                  <a:pt x="180631" y="257751"/>
                  <a:pt x="205886" y="247373"/>
                  <a:pt x="226625" y="226625"/>
                </a:cubicBezTo>
                <a:close/>
                <a:moveTo>
                  <a:pt x="97438" y="204314"/>
                </a:moveTo>
                <a:cubicBezTo>
                  <a:pt x="82771" y="189647"/>
                  <a:pt x="75438" y="171834"/>
                  <a:pt x="75438" y="150876"/>
                </a:cubicBezTo>
                <a:cubicBezTo>
                  <a:pt x="75438" y="129918"/>
                  <a:pt x="82771" y="112105"/>
                  <a:pt x="97438" y="97438"/>
                </a:cubicBezTo>
                <a:cubicBezTo>
                  <a:pt x="112105" y="82771"/>
                  <a:pt x="129918" y="75438"/>
                  <a:pt x="150876" y="75438"/>
                </a:cubicBezTo>
                <a:cubicBezTo>
                  <a:pt x="171834" y="75438"/>
                  <a:pt x="189647" y="82771"/>
                  <a:pt x="204314" y="97438"/>
                </a:cubicBezTo>
                <a:cubicBezTo>
                  <a:pt x="218981" y="112105"/>
                  <a:pt x="226314" y="129918"/>
                  <a:pt x="226314" y="150876"/>
                </a:cubicBezTo>
                <a:cubicBezTo>
                  <a:pt x="226314" y="171834"/>
                  <a:pt x="218981" y="189647"/>
                  <a:pt x="204314" y="204314"/>
                </a:cubicBezTo>
                <a:cubicBezTo>
                  <a:pt x="189647" y="218981"/>
                  <a:pt x="171834" y="226314"/>
                  <a:pt x="150876" y="226314"/>
                </a:cubicBezTo>
                <a:cubicBezTo>
                  <a:pt x="129918" y="226314"/>
                  <a:pt x="112105" y="218981"/>
                  <a:pt x="97438" y="204314"/>
                </a:cubicBezTo>
                <a:close/>
                <a:moveTo>
                  <a:pt x="191110" y="191110"/>
                </a:moveTo>
                <a:cubicBezTo>
                  <a:pt x="202009" y="180000"/>
                  <a:pt x="207459" y="166595"/>
                  <a:pt x="207459" y="150876"/>
                </a:cubicBezTo>
                <a:cubicBezTo>
                  <a:pt x="207459" y="135157"/>
                  <a:pt x="202009" y="121853"/>
                  <a:pt x="191110" y="110953"/>
                </a:cubicBezTo>
                <a:cubicBezTo>
                  <a:pt x="180000" y="99852"/>
                  <a:pt x="166595" y="94302"/>
                  <a:pt x="150876" y="94302"/>
                </a:cubicBezTo>
                <a:cubicBezTo>
                  <a:pt x="135157" y="94302"/>
                  <a:pt x="121853" y="99852"/>
                  <a:pt x="110953" y="110953"/>
                </a:cubicBezTo>
                <a:cubicBezTo>
                  <a:pt x="99852" y="121853"/>
                  <a:pt x="94302" y="135157"/>
                  <a:pt x="94302" y="150876"/>
                </a:cubicBezTo>
                <a:cubicBezTo>
                  <a:pt x="94302" y="166595"/>
                  <a:pt x="99852" y="180000"/>
                  <a:pt x="110953" y="191110"/>
                </a:cubicBezTo>
                <a:cubicBezTo>
                  <a:pt x="121853" y="202009"/>
                  <a:pt x="135157" y="207459"/>
                  <a:pt x="150876" y="207459"/>
                </a:cubicBezTo>
                <a:cubicBezTo>
                  <a:pt x="166595" y="207459"/>
                  <a:pt x="180000" y="202009"/>
                  <a:pt x="191110" y="191110"/>
                </a:cubicBezTo>
                <a:close/>
                <a:moveTo>
                  <a:pt x="133274" y="168789"/>
                </a:moveTo>
                <a:cubicBezTo>
                  <a:pt x="128245" y="163760"/>
                  <a:pt x="125730" y="157789"/>
                  <a:pt x="125730" y="150876"/>
                </a:cubicBezTo>
                <a:cubicBezTo>
                  <a:pt x="125730" y="143963"/>
                  <a:pt x="128245" y="138093"/>
                  <a:pt x="133274" y="133274"/>
                </a:cubicBezTo>
                <a:cubicBezTo>
                  <a:pt x="138093" y="128245"/>
                  <a:pt x="143963" y="125730"/>
                  <a:pt x="150876" y="125730"/>
                </a:cubicBezTo>
                <a:cubicBezTo>
                  <a:pt x="157789" y="125730"/>
                  <a:pt x="163760" y="128245"/>
                  <a:pt x="168789" y="133274"/>
                </a:cubicBezTo>
                <a:cubicBezTo>
                  <a:pt x="173608" y="138093"/>
                  <a:pt x="176022" y="143963"/>
                  <a:pt x="176022" y="150876"/>
                </a:cubicBezTo>
                <a:cubicBezTo>
                  <a:pt x="176022" y="157789"/>
                  <a:pt x="173608" y="163760"/>
                  <a:pt x="168789" y="168789"/>
                </a:cubicBezTo>
                <a:cubicBezTo>
                  <a:pt x="163760" y="173608"/>
                  <a:pt x="157789" y="176022"/>
                  <a:pt x="150876" y="176022"/>
                </a:cubicBezTo>
                <a:cubicBezTo>
                  <a:pt x="143963" y="176022"/>
                  <a:pt x="138093" y="173608"/>
                  <a:pt x="133274" y="168789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1" name="圖說"/>
          <p:cNvSpPr/>
          <p:nvPr/>
        </p:nvSpPr>
        <p:spPr>
          <a:xfrm>
            <a:off x="1639794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750" dirty="0"/>
          </a:p>
        </p:txBody>
      </p:sp>
      <p:sp>
        <p:nvSpPr>
          <p:cNvPr id="172" name="圖示 想法"/>
          <p:cNvSpPr/>
          <p:nvPr/>
        </p:nvSpPr>
        <p:spPr>
          <a:xfrm>
            <a:off x="2339287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2963" y="269373"/>
                </a:moveTo>
                <a:cubicBezTo>
                  <a:pt x="127934" y="264344"/>
                  <a:pt x="125419" y="258272"/>
                  <a:pt x="125419" y="251149"/>
                </a:cubicBezTo>
                <a:lnTo>
                  <a:pt x="176333" y="251149"/>
                </a:lnTo>
                <a:cubicBezTo>
                  <a:pt x="176333" y="258272"/>
                  <a:pt x="173928" y="264344"/>
                  <a:pt x="169109" y="269373"/>
                </a:cubicBezTo>
                <a:cubicBezTo>
                  <a:pt x="164080" y="274192"/>
                  <a:pt x="157999" y="276606"/>
                  <a:pt x="150876" y="276606"/>
                </a:cubicBezTo>
                <a:cubicBezTo>
                  <a:pt x="143753" y="276606"/>
                  <a:pt x="137782" y="274192"/>
                  <a:pt x="132963" y="269373"/>
                </a:cubicBezTo>
                <a:close/>
                <a:moveTo>
                  <a:pt x="109390" y="231654"/>
                </a:moveTo>
                <a:cubicBezTo>
                  <a:pt x="106665" y="231654"/>
                  <a:pt x="104461" y="230822"/>
                  <a:pt x="102788" y="229139"/>
                </a:cubicBezTo>
                <a:cubicBezTo>
                  <a:pt x="100895" y="227256"/>
                  <a:pt x="99953" y="224952"/>
                  <a:pt x="99953" y="222227"/>
                </a:cubicBezTo>
                <a:cubicBezTo>
                  <a:pt x="99953" y="219502"/>
                  <a:pt x="100895" y="217307"/>
                  <a:pt x="102788" y="215625"/>
                </a:cubicBezTo>
                <a:cubicBezTo>
                  <a:pt x="104461" y="213741"/>
                  <a:pt x="106665" y="212799"/>
                  <a:pt x="109390" y="212799"/>
                </a:cubicBezTo>
                <a:lnTo>
                  <a:pt x="192371" y="212799"/>
                </a:lnTo>
                <a:cubicBezTo>
                  <a:pt x="195087" y="212799"/>
                  <a:pt x="197401" y="213741"/>
                  <a:pt x="199284" y="215625"/>
                </a:cubicBezTo>
                <a:cubicBezTo>
                  <a:pt x="200958" y="217307"/>
                  <a:pt x="201799" y="219502"/>
                  <a:pt x="201799" y="222227"/>
                </a:cubicBezTo>
                <a:cubicBezTo>
                  <a:pt x="201799" y="224952"/>
                  <a:pt x="200958" y="227256"/>
                  <a:pt x="199284" y="229139"/>
                </a:cubicBezTo>
                <a:cubicBezTo>
                  <a:pt x="197401" y="230822"/>
                  <a:pt x="195087" y="231654"/>
                  <a:pt x="192371" y="231654"/>
                </a:cubicBezTo>
                <a:lnTo>
                  <a:pt x="109390" y="231654"/>
                </a:lnTo>
                <a:close/>
                <a:moveTo>
                  <a:pt x="101526" y="193624"/>
                </a:moveTo>
                <a:cubicBezTo>
                  <a:pt x="87700" y="184617"/>
                  <a:pt x="76800" y="173407"/>
                  <a:pt x="68836" y="159993"/>
                </a:cubicBezTo>
                <a:cubicBezTo>
                  <a:pt x="60661" y="146368"/>
                  <a:pt x="56583" y="131070"/>
                  <a:pt x="56583" y="114099"/>
                </a:cubicBezTo>
                <a:cubicBezTo>
                  <a:pt x="56583" y="88532"/>
                  <a:pt x="65901" y="66431"/>
                  <a:pt x="84555" y="47777"/>
                </a:cubicBezTo>
                <a:cubicBezTo>
                  <a:pt x="103199" y="29124"/>
                  <a:pt x="125309" y="19806"/>
                  <a:pt x="150876" y="19806"/>
                </a:cubicBezTo>
                <a:cubicBezTo>
                  <a:pt x="176443" y="19806"/>
                  <a:pt x="198553" y="29124"/>
                  <a:pt x="217197" y="47777"/>
                </a:cubicBezTo>
                <a:cubicBezTo>
                  <a:pt x="235851" y="66431"/>
                  <a:pt x="245178" y="88532"/>
                  <a:pt x="245178" y="114099"/>
                </a:cubicBezTo>
                <a:cubicBezTo>
                  <a:pt x="245178" y="131070"/>
                  <a:pt x="241191" y="146368"/>
                  <a:pt x="233227" y="159993"/>
                </a:cubicBezTo>
                <a:cubicBezTo>
                  <a:pt x="225262" y="173407"/>
                  <a:pt x="214262" y="184617"/>
                  <a:pt x="200226" y="193624"/>
                </a:cubicBezTo>
                <a:lnTo>
                  <a:pt x="101526" y="193624"/>
                </a:lnTo>
                <a:close/>
                <a:moveTo>
                  <a:pt x="108439" y="174769"/>
                </a:moveTo>
                <a:lnTo>
                  <a:pt x="193624" y="174769"/>
                </a:lnTo>
                <a:cubicBezTo>
                  <a:pt x="203683" y="168058"/>
                  <a:pt x="211647" y="159362"/>
                  <a:pt x="217517" y="148672"/>
                </a:cubicBezTo>
                <a:cubicBezTo>
                  <a:pt x="223379" y="137992"/>
                  <a:pt x="226314" y="126462"/>
                  <a:pt x="226314" y="114099"/>
                </a:cubicBezTo>
                <a:cubicBezTo>
                  <a:pt x="226314" y="93351"/>
                  <a:pt x="218981" y="75648"/>
                  <a:pt x="204314" y="60981"/>
                </a:cubicBezTo>
                <a:cubicBezTo>
                  <a:pt x="189436" y="46104"/>
                  <a:pt x="171624" y="38661"/>
                  <a:pt x="150876" y="38661"/>
                </a:cubicBezTo>
                <a:cubicBezTo>
                  <a:pt x="130128" y="38661"/>
                  <a:pt x="112425" y="46104"/>
                  <a:pt x="97759" y="60981"/>
                </a:cubicBezTo>
                <a:cubicBezTo>
                  <a:pt x="82881" y="75648"/>
                  <a:pt x="75438" y="93351"/>
                  <a:pt x="75438" y="114099"/>
                </a:cubicBezTo>
                <a:cubicBezTo>
                  <a:pt x="75438" y="126462"/>
                  <a:pt x="78373" y="137992"/>
                  <a:pt x="84244" y="148672"/>
                </a:cubicBezTo>
                <a:cubicBezTo>
                  <a:pt x="90105" y="159362"/>
                  <a:pt x="98170" y="168058"/>
                  <a:pt x="108439" y="174769"/>
                </a:cubicBezTo>
                <a:close/>
                <a:moveTo>
                  <a:pt x="150876" y="174769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3" name="圖說"/>
          <p:cNvSpPr/>
          <p:nvPr/>
        </p:nvSpPr>
        <p:spPr>
          <a:xfrm>
            <a:off x="2194514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750" dirty="0"/>
          </a:p>
        </p:txBody>
      </p:sp>
      <p:sp>
        <p:nvSpPr>
          <p:cNvPr id="174" name="圖示 啟動"/>
          <p:cNvSpPr/>
          <p:nvPr/>
        </p:nvSpPr>
        <p:spPr>
          <a:xfrm>
            <a:off x="2894007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1787" y="142701"/>
                </a:moveTo>
                <a:cubicBezTo>
                  <a:pt x="95555" y="135157"/>
                  <a:pt x="99642" y="127723"/>
                  <a:pt x="104040" y="120390"/>
                </a:cubicBezTo>
                <a:cubicBezTo>
                  <a:pt x="108228" y="113056"/>
                  <a:pt x="112736" y="106034"/>
                  <a:pt x="117555" y="99331"/>
                </a:cubicBezTo>
                <a:lnTo>
                  <a:pt x="92729" y="94302"/>
                </a:lnTo>
                <a:lnTo>
                  <a:pt x="58467" y="128555"/>
                </a:lnTo>
                <a:lnTo>
                  <a:pt x="91787" y="142701"/>
                </a:lnTo>
                <a:close/>
                <a:moveTo>
                  <a:pt x="253664" y="44632"/>
                </a:moveTo>
                <a:cubicBezTo>
                  <a:pt x="232285" y="45683"/>
                  <a:pt x="213009" y="50292"/>
                  <a:pt x="195828" y="58467"/>
                </a:cubicBezTo>
                <a:cubicBezTo>
                  <a:pt x="178637" y="66431"/>
                  <a:pt x="161876" y="78584"/>
                  <a:pt x="145536" y="94924"/>
                </a:cubicBezTo>
                <a:cubicBezTo>
                  <a:pt x="139035" y="101425"/>
                  <a:pt x="132332" y="109911"/>
                  <a:pt x="125419" y="120390"/>
                </a:cubicBezTo>
                <a:cubicBezTo>
                  <a:pt x="118497" y="130860"/>
                  <a:pt x="112316" y="142079"/>
                  <a:pt x="106875" y="154022"/>
                </a:cubicBezTo>
                <a:lnTo>
                  <a:pt x="148672" y="195828"/>
                </a:lnTo>
                <a:cubicBezTo>
                  <a:pt x="160624" y="190378"/>
                  <a:pt x="171834" y="184197"/>
                  <a:pt x="182313" y="177284"/>
                </a:cubicBezTo>
                <a:cubicBezTo>
                  <a:pt x="192783" y="170362"/>
                  <a:pt x="201269" y="163659"/>
                  <a:pt x="207770" y="157167"/>
                </a:cubicBezTo>
                <a:cubicBezTo>
                  <a:pt x="224110" y="140818"/>
                  <a:pt x="236372" y="124157"/>
                  <a:pt x="244547" y="107186"/>
                </a:cubicBezTo>
                <a:cubicBezTo>
                  <a:pt x="252512" y="90004"/>
                  <a:pt x="257010" y="70720"/>
                  <a:pt x="258062" y="49350"/>
                </a:cubicBezTo>
                <a:cubicBezTo>
                  <a:pt x="258062" y="48719"/>
                  <a:pt x="257952" y="48088"/>
                  <a:pt x="257751" y="47467"/>
                </a:cubicBezTo>
                <a:cubicBezTo>
                  <a:pt x="257541" y="46836"/>
                  <a:pt x="257221" y="46314"/>
                  <a:pt x="256800" y="45894"/>
                </a:cubicBezTo>
                <a:cubicBezTo>
                  <a:pt x="256389" y="45473"/>
                  <a:pt x="255968" y="45162"/>
                  <a:pt x="255547" y="44952"/>
                </a:cubicBezTo>
                <a:cubicBezTo>
                  <a:pt x="254916" y="44742"/>
                  <a:pt x="254285" y="44632"/>
                  <a:pt x="253664" y="44632"/>
                </a:cubicBezTo>
                <a:close/>
                <a:moveTo>
                  <a:pt x="172876" y="108439"/>
                </a:moveTo>
                <a:cubicBezTo>
                  <a:pt x="172876" y="102157"/>
                  <a:pt x="174970" y="96917"/>
                  <a:pt x="179168" y="92729"/>
                </a:cubicBezTo>
                <a:cubicBezTo>
                  <a:pt x="183355" y="88532"/>
                  <a:pt x="188595" y="86438"/>
                  <a:pt x="194886" y="86438"/>
                </a:cubicBezTo>
                <a:cubicBezTo>
                  <a:pt x="200958" y="86438"/>
                  <a:pt x="206097" y="88532"/>
                  <a:pt x="210285" y="92729"/>
                </a:cubicBezTo>
                <a:cubicBezTo>
                  <a:pt x="214473" y="96917"/>
                  <a:pt x="216566" y="102157"/>
                  <a:pt x="216566" y="108439"/>
                </a:cubicBezTo>
                <a:cubicBezTo>
                  <a:pt x="216566" y="114519"/>
                  <a:pt x="214473" y="119649"/>
                  <a:pt x="210285" y="123846"/>
                </a:cubicBezTo>
                <a:cubicBezTo>
                  <a:pt x="206097" y="128034"/>
                  <a:pt x="200958" y="130128"/>
                  <a:pt x="194886" y="130128"/>
                </a:cubicBezTo>
                <a:cubicBezTo>
                  <a:pt x="188595" y="130128"/>
                  <a:pt x="183355" y="128034"/>
                  <a:pt x="179168" y="123846"/>
                </a:cubicBezTo>
                <a:cubicBezTo>
                  <a:pt x="174970" y="119649"/>
                  <a:pt x="172876" y="114519"/>
                  <a:pt x="172876" y="108439"/>
                </a:cubicBezTo>
                <a:close/>
                <a:moveTo>
                  <a:pt x="159993" y="211226"/>
                </a:moveTo>
                <a:lnTo>
                  <a:pt x="174138" y="244227"/>
                </a:lnTo>
                <a:lnTo>
                  <a:pt x="208401" y="209974"/>
                </a:lnTo>
                <a:lnTo>
                  <a:pt x="203683" y="185139"/>
                </a:lnTo>
                <a:cubicBezTo>
                  <a:pt x="196980" y="189957"/>
                  <a:pt x="189957" y="194566"/>
                  <a:pt x="182624" y="198964"/>
                </a:cubicBezTo>
                <a:cubicBezTo>
                  <a:pt x="175080" y="203372"/>
                  <a:pt x="167536" y="207459"/>
                  <a:pt x="159993" y="211226"/>
                </a:cubicBezTo>
                <a:close/>
                <a:moveTo>
                  <a:pt x="277237" y="35515"/>
                </a:moveTo>
                <a:cubicBezTo>
                  <a:pt x="277868" y="61713"/>
                  <a:pt x="273671" y="85917"/>
                  <a:pt x="264664" y="108128"/>
                </a:cubicBezTo>
                <a:cubicBezTo>
                  <a:pt x="255438" y="130128"/>
                  <a:pt x="240981" y="150977"/>
                  <a:pt x="221285" y="170682"/>
                </a:cubicBezTo>
                <a:cubicBezTo>
                  <a:pt x="221074" y="170892"/>
                  <a:pt x="220864" y="171093"/>
                  <a:pt x="220654" y="171304"/>
                </a:cubicBezTo>
                <a:cubicBezTo>
                  <a:pt x="220444" y="171304"/>
                  <a:pt x="220233" y="171413"/>
                  <a:pt x="220032" y="171624"/>
                </a:cubicBezTo>
                <a:lnTo>
                  <a:pt x="226945" y="206197"/>
                </a:lnTo>
                <a:cubicBezTo>
                  <a:pt x="227576" y="209343"/>
                  <a:pt x="227466" y="212379"/>
                  <a:pt x="226625" y="215314"/>
                </a:cubicBezTo>
                <a:cubicBezTo>
                  <a:pt x="225793" y="218249"/>
                  <a:pt x="224220" y="220864"/>
                  <a:pt x="221916" y="223168"/>
                </a:cubicBezTo>
                <a:lnTo>
                  <a:pt x="177595" y="267489"/>
                </a:lnTo>
                <a:cubicBezTo>
                  <a:pt x="175290" y="269794"/>
                  <a:pt x="172566" y="270635"/>
                  <a:pt x="169420" y="270004"/>
                </a:cubicBezTo>
                <a:cubicBezTo>
                  <a:pt x="166064" y="269373"/>
                  <a:pt x="163760" y="267489"/>
                  <a:pt x="162507" y="264344"/>
                </a:cubicBezTo>
                <a:lnTo>
                  <a:pt x="141128" y="215003"/>
                </a:lnTo>
                <a:lnTo>
                  <a:pt x="88011" y="161565"/>
                </a:lnTo>
                <a:lnTo>
                  <a:pt x="38350" y="140507"/>
                </a:lnTo>
                <a:cubicBezTo>
                  <a:pt x="35204" y="139245"/>
                  <a:pt x="33421" y="136941"/>
                  <a:pt x="33001" y="133585"/>
                </a:cubicBezTo>
                <a:cubicBezTo>
                  <a:pt x="32379" y="130238"/>
                  <a:pt x="33211" y="127403"/>
                  <a:pt x="35515" y="125099"/>
                </a:cubicBezTo>
                <a:lnTo>
                  <a:pt x="79525" y="81098"/>
                </a:lnTo>
                <a:cubicBezTo>
                  <a:pt x="81830" y="78794"/>
                  <a:pt x="84445" y="77221"/>
                  <a:pt x="87380" y="76380"/>
                </a:cubicBezTo>
                <a:cubicBezTo>
                  <a:pt x="90315" y="75337"/>
                  <a:pt x="93351" y="75127"/>
                  <a:pt x="96497" y="75749"/>
                </a:cubicBezTo>
                <a:lnTo>
                  <a:pt x="131070" y="82671"/>
                </a:lnTo>
                <a:cubicBezTo>
                  <a:pt x="131280" y="82461"/>
                  <a:pt x="131491" y="82351"/>
                  <a:pt x="131701" y="82351"/>
                </a:cubicBezTo>
                <a:cubicBezTo>
                  <a:pt x="131911" y="82141"/>
                  <a:pt x="132122" y="81930"/>
                  <a:pt x="132332" y="81729"/>
                </a:cubicBezTo>
                <a:cubicBezTo>
                  <a:pt x="152028" y="62024"/>
                  <a:pt x="172876" y="47677"/>
                  <a:pt x="194886" y="38661"/>
                </a:cubicBezTo>
                <a:cubicBezTo>
                  <a:pt x="216887" y="29444"/>
                  <a:pt x="240981" y="25146"/>
                  <a:pt x="267179" y="25777"/>
                </a:cubicBezTo>
                <a:cubicBezTo>
                  <a:pt x="268431" y="25777"/>
                  <a:pt x="269693" y="26088"/>
                  <a:pt x="270946" y="26719"/>
                </a:cubicBezTo>
                <a:cubicBezTo>
                  <a:pt x="271997" y="27139"/>
                  <a:pt x="273040" y="27871"/>
                  <a:pt x="274091" y="28922"/>
                </a:cubicBezTo>
                <a:cubicBezTo>
                  <a:pt x="275143" y="29965"/>
                  <a:pt x="275975" y="31016"/>
                  <a:pt x="276606" y="32059"/>
                </a:cubicBezTo>
                <a:cubicBezTo>
                  <a:pt x="277027" y="33110"/>
                  <a:pt x="277237" y="34263"/>
                  <a:pt x="277237" y="35515"/>
                </a:cubicBezTo>
                <a:close/>
                <a:moveTo>
                  <a:pt x="46836" y="199595"/>
                </a:moveTo>
                <a:cubicBezTo>
                  <a:pt x="54169" y="192262"/>
                  <a:pt x="63176" y="188595"/>
                  <a:pt x="73865" y="188595"/>
                </a:cubicBezTo>
                <a:cubicBezTo>
                  <a:pt x="84344" y="188385"/>
                  <a:pt x="93251" y="191951"/>
                  <a:pt x="100584" y="199284"/>
                </a:cubicBezTo>
                <a:cubicBezTo>
                  <a:pt x="107917" y="206618"/>
                  <a:pt x="111584" y="215625"/>
                  <a:pt x="111584" y="226314"/>
                </a:cubicBezTo>
                <a:cubicBezTo>
                  <a:pt x="111374" y="236793"/>
                  <a:pt x="107607" y="245699"/>
                  <a:pt x="100273" y="253033"/>
                </a:cubicBezTo>
                <a:cubicBezTo>
                  <a:pt x="90425" y="262881"/>
                  <a:pt x="78684" y="268852"/>
                  <a:pt x="65069" y="270946"/>
                </a:cubicBezTo>
                <a:cubicBezTo>
                  <a:pt x="51234" y="272839"/>
                  <a:pt x="37408" y="274722"/>
                  <a:pt x="23573" y="276606"/>
                </a:cubicBezTo>
                <a:lnTo>
                  <a:pt x="29233" y="235120"/>
                </a:lnTo>
                <a:cubicBezTo>
                  <a:pt x="31117" y="221285"/>
                  <a:pt x="36987" y="209443"/>
                  <a:pt x="46836" y="199595"/>
                </a:cubicBezTo>
                <a:close/>
                <a:moveTo>
                  <a:pt x="60040" y="213110"/>
                </a:moveTo>
                <a:cubicBezTo>
                  <a:pt x="55010" y="218560"/>
                  <a:pt x="51755" y="224851"/>
                  <a:pt x="50292" y="231974"/>
                </a:cubicBezTo>
                <a:cubicBezTo>
                  <a:pt x="48829" y="239097"/>
                  <a:pt x="47467" y="246330"/>
                  <a:pt x="46205" y="253664"/>
                </a:cubicBezTo>
                <a:cubicBezTo>
                  <a:pt x="53538" y="252402"/>
                  <a:pt x="60771" y="251039"/>
                  <a:pt x="67894" y="249576"/>
                </a:cubicBezTo>
                <a:cubicBezTo>
                  <a:pt x="75017" y="248104"/>
                  <a:pt x="81308" y="244858"/>
                  <a:pt x="86758" y="239829"/>
                </a:cubicBezTo>
                <a:cubicBezTo>
                  <a:pt x="90946" y="236272"/>
                  <a:pt x="93040" y="231864"/>
                  <a:pt x="93040" y="226625"/>
                </a:cubicBezTo>
                <a:cubicBezTo>
                  <a:pt x="93040" y="221184"/>
                  <a:pt x="91157" y="216466"/>
                  <a:pt x="87380" y="212488"/>
                </a:cubicBezTo>
                <a:cubicBezTo>
                  <a:pt x="83402" y="208712"/>
                  <a:pt x="78794" y="206828"/>
                  <a:pt x="73554" y="206828"/>
                </a:cubicBezTo>
                <a:cubicBezTo>
                  <a:pt x="68105" y="206828"/>
                  <a:pt x="63597" y="208922"/>
                  <a:pt x="60040" y="213110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5" name="圖說"/>
          <p:cNvSpPr/>
          <p:nvPr/>
        </p:nvSpPr>
        <p:spPr>
          <a:xfrm>
            <a:off x="2749235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750" dirty="0"/>
          </a:p>
        </p:txBody>
      </p:sp>
      <p:sp>
        <p:nvSpPr>
          <p:cNvPr id="176" name="圖示 快速"/>
          <p:cNvSpPr/>
          <p:nvPr/>
        </p:nvSpPr>
        <p:spPr>
          <a:xfrm>
            <a:off x="3448728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3526" y="249887"/>
                </a:moveTo>
                <a:lnTo>
                  <a:pt x="211226" y="144594"/>
                </a:lnTo>
                <a:lnTo>
                  <a:pt x="154652" y="144594"/>
                </a:lnTo>
                <a:lnTo>
                  <a:pt x="165964" y="54690"/>
                </a:lnTo>
                <a:lnTo>
                  <a:pt x="86438" y="169740"/>
                </a:lnTo>
                <a:lnTo>
                  <a:pt x="134847" y="169740"/>
                </a:lnTo>
                <a:lnTo>
                  <a:pt x="123526" y="249887"/>
                </a:lnTo>
                <a:close/>
                <a:moveTo>
                  <a:pt x="113157" y="188595"/>
                </a:moveTo>
                <a:lnTo>
                  <a:pt x="68205" y="188595"/>
                </a:lnTo>
                <a:cubicBezTo>
                  <a:pt x="64438" y="188595"/>
                  <a:pt x="61713" y="186922"/>
                  <a:pt x="60040" y="183566"/>
                </a:cubicBezTo>
                <a:cubicBezTo>
                  <a:pt x="58147" y="180210"/>
                  <a:pt x="58357" y="176964"/>
                  <a:pt x="60661" y="173818"/>
                </a:cubicBezTo>
                <a:lnTo>
                  <a:pt x="166905" y="20428"/>
                </a:lnTo>
                <a:cubicBezTo>
                  <a:pt x="168579" y="18123"/>
                  <a:pt x="170682" y="16551"/>
                  <a:pt x="173197" y="15719"/>
                </a:cubicBezTo>
                <a:cubicBezTo>
                  <a:pt x="175711" y="14877"/>
                  <a:pt x="178226" y="14987"/>
                  <a:pt x="180740" y="16029"/>
                </a:cubicBezTo>
                <a:cubicBezTo>
                  <a:pt x="183255" y="17081"/>
                  <a:pt x="185239" y="18754"/>
                  <a:pt x="186711" y="21059"/>
                </a:cubicBezTo>
                <a:cubicBezTo>
                  <a:pt x="188174" y="23363"/>
                  <a:pt x="188696" y="25878"/>
                  <a:pt x="188284" y="28602"/>
                </a:cubicBezTo>
                <a:lnTo>
                  <a:pt x="176022" y="125730"/>
                </a:lnTo>
                <a:lnTo>
                  <a:pt x="231343" y="125730"/>
                </a:lnTo>
                <a:cubicBezTo>
                  <a:pt x="235321" y="125730"/>
                  <a:pt x="238155" y="127513"/>
                  <a:pt x="239829" y="131070"/>
                </a:cubicBezTo>
                <a:cubicBezTo>
                  <a:pt x="241502" y="134636"/>
                  <a:pt x="241091" y="137992"/>
                  <a:pt x="238576" y="141128"/>
                </a:cubicBezTo>
                <a:lnTo>
                  <a:pt x="121963" y="281004"/>
                </a:lnTo>
                <a:cubicBezTo>
                  <a:pt x="120280" y="283098"/>
                  <a:pt x="118186" y="284461"/>
                  <a:pt x="115672" y="285092"/>
                </a:cubicBezTo>
                <a:cubicBezTo>
                  <a:pt x="112947" y="285723"/>
                  <a:pt x="110432" y="285512"/>
                  <a:pt x="108128" y="284461"/>
                </a:cubicBezTo>
                <a:cubicBezTo>
                  <a:pt x="105824" y="283418"/>
                  <a:pt x="104040" y="281736"/>
                  <a:pt x="102788" y="279431"/>
                </a:cubicBezTo>
                <a:cubicBezTo>
                  <a:pt x="101316" y="277127"/>
                  <a:pt x="100794" y="274613"/>
                  <a:pt x="101215" y="271888"/>
                </a:cubicBezTo>
                <a:lnTo>
                  <a:pt x="113157" y="188595"/>
                </a:lnTo>
                <a:close/>
                <a:moveTo>
                  <a:pt x="148672" y="152449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7" name="圖說"/>
          <p:cNvSpPr/>
          <p:nvPr/>
        </p:nvSpPr>
        <p:spPr>
          <a:xfrm>
            <a:off x="3303956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</a:t>
            </a:r>
            <a:endParaRPr lang="en-US" sz="750" dirty="0"/>
          </a:p>
        </p:txBody>
      </p:sp>
      <p:sp>
        <p:nvSpPr>
          <p:cNvPr id="178" name="圖示 設定"/>
          <p:cNvSpPr/>
          <p:nvPr/>
        </p:nvSpPr>
        <p:spPr>
          <a:xfrm>
            <a:off x="4003449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2332" y="276606"/>
                </a:moveTo>
                <a:cubicBezTo>
                  <a:pt x="129397" y="276606"/>
                  <a:pt x="126782" y="275664"/>
                  <a:pt x="124477" y="273781"/>
                </a:cubicBezTo>
                <a:cubicBezTo>
                  <a:pt x="122164" y="271888"/>
                  <a:pt x="120801" y="269483"/>
                  <a:pt x="120390" y="266548"/>
                </a:cubicBezTo>
                <a:lnTo>
                  <a:pt x="115672" y="237003"/>
                </a:lnTo>
                <a:cubicBezTo>
                  <a:pt x="111694" y="235531"/>
                  <a:pt x="107497" y="233547"/>
                  <a:pt x="103099" y="231032"/>
                </a:cubicBezTo>
                <a:cubicBezTo>
                  <a:pt x="98700" y="228518"/>
                  <a:pt x="94823" y="225893"/>
                  <a:pt x="91467" y="223168"/>
                </a:cubicBezTo>
                <a:lnTo>
                  <a:pt x="64438" y="235741"/>
                </a:lnTo>
                <a:cubicBezTo>
                  <a:pt x="61503" y="237003"/>
                  <a:pt x="58567" y="237214"/>
                  <a:pt x="55632" y="236372"/>
                </a:cubicBezTo>
                <a:cubicBezTo>
                  <a:pt x="52706" y="235321"/>
                  <a:pt x="50393" y="233437"/>
                  <a:pt x="48719" y="230712"/>
                </a:cubicBezTo>
                <a:lnTo>
                  <a:pt x="30486" y="198022"/>
                </a:lnTo>
                <a:cubicBezTo>
                  <a:pt x="28813" y="195298"/>
                  <a:pt x="28392" y="192472"/>
                  <a:pt x="29233" y="189537"/>
                </a:cubicBezTo>
                <a:cubicBezTo>
                  <a:pt x="29864" y="186602"/>
                  <a:pt x="31437" y="184197"/>
                  <a:pt x="33952" y="182313"/>
                </a:cubicBezTo>
                <a:lnTo>
                  <a:pt x="59098" y="163760"/>
                </a:lnTo>
                <a:cubicBezTo>
                  <a:pt x="58677" y="161876"/>
                  <a:pt x="58467" y="159782"/>
                  <a:pt x="58467" y="157478"/>
                </a:cubicBezTo>
                <a:cubicBezTo>
                  <a:pt x="58256" y="154963"/>
                  <a:pt x="58147" y="152760"/>
                  <a:pt x="58147" y="150876"/>
                </a:cubicBezTo>
                <a:cubicBezTo>
                  <a:pt x="58147" y="148992"/>
                  <a:pt x="58256" y="146898"/>
                  <a:pt x="58467" y="144594"/>
                </a:cubicBezTo>
                <a:cubicBezTo>
                  <a:pt x="58467" y="142079"/>
                  <a:pt x="58677" y="139876"/>
                  <a:pt x="59098" y="137992"/>
                </a:cubicBezTo>
                <a:lnTo>
                  <a:pt x="33952" y="119448"/>
                </a:lnTo>
                <a:cubicBezTo>
                  <a:pt x="31437" y="117555"/>
                  <a:pt x="29864" y="115150"/>
                  <a:pt x="29233" y="112215"/>
                </a:cubicBezTo>
                <a:cubicBezTo>
                  <a:pt x="28392" y="109280"/>
                  <a:pt x="28813" y="106454"/>
                  <a:pt x="30486" y="103730"/>
                </a:cubicBezTo>
                <a:lnTo>
                  <a:pt x="48719" y="71040"/>
                </a:lnTo>
                <a:cubicBezTo>
                  <a:pt x="50393" y="68315"/>
                  <a:pt x="52706" y="66532"/>
                  <a:pt x="55632" y="65690"/>
                </a:cubicBezTo>
                <a:cubicBezTo>
                  <a:pt x="58567" y="64648"/>
                  <a:pt x="61503" y="64749"/>
                  <a:pt x="64438" y="66011"/>
                </a:cubicBezTo>
                <a:lnTo>
                  <a:pt x="91467" y="78584"/>
                </a:lnTo>
                <a:cubicBezTo>
                  <a:pt x="94823" y="75859"/>
                  <a:pt x="98700" y="73234"/>
                  <a:pt x="103099" y="70720"/>
                </a:cubicBezTo>
                <a:cubicBezTo>
                  <a:pt x="107497" y="68205"/>
                  <a:pt x="111694" y="66321"/>
                  <a:pt x="115672" y="65069"/>
                </a:cubicBezTo>
                <a:lnTo>
                  <a:pt x="120390" y="35204"/>
                </a:lnTo>
                <a:cubicBezTo>
                  <a:pt x="120801" y="32269"/>
                  <a:pt x="122164" y="29864"/>
                  <a:pt x="124477" y="27971"/>
                </a:cubicBezTo>
                <a:cubicBezTo>
                  <a:pt x="126782" y="26088"/>
                  <a:pt x="129397" y="25146"/>
                  <a:pt x="132332" y="25146"/>
                </a:cubicBezTo>
                <a:lnTo>
                  <a:pt x="169420" y="25146"/>
                </a:lnTo>
                <a:cubicBezTo>
                  <a:pt x="172355" y="25146"/>
                  <a:pt x="174970" y="26088"/>
                  <a:pt x="177284" y="27971"/>
                </a:cubicBezTo>
                <a:cubicBezTo>
                  <a:pt x="179588" y="29864"/>
                  <a:pt x="180951" y="32269"/>
                  <a:pt x="181362" y="35204"/>
                </a:cubicBezTo>
                <a:lnTo>
                  <a:pt x="186080" y="64749"/>
                </a:lnTo>
                <a:cubicBezTo>
                  <a:pt x="190058" y="66221"/>
                  <a:pt x="194356" y="68205"/>
                  <a:pt x="198964" y="70720"/>
                </a:cubicBezTo>
                <a:cubicBezTo>
                  <a:pt x="203372" y="73024"/>
                  <a:pt x="207139" y="75648"/>
                  <a:pt x="210285" y="78584"/>
                </a:cubicBezTo>
                <a:lnTo>
                  <a:pt x="237314" y="66011"/>
                </a:lnTo>
                <a:cubicBezTo>
                  <a:pt x="240249" y="64749"/>
                  <a:pt x="243185" y="64648"/>
                  <a:pt x="246120" y="65690"/>
                </a:cubicBezTo>
                <a:cubicBezTo>
                  <a:pt x="248845" y="66532"/>
                  <a:pt x="251039" y="68315"/>
                  <a:pt x="252722" y="71040"/>
                </a:cubicBezTo>
                <a:lnTo>
                  <a:pt x="271266" y="103730"/>
                </a:lnTo>
                <a:cubicBezTo>
                  <a:pt x="272939" y="106454"/>
                  <a:pt x="273460" y="109390"/>
                  <a:pt x="272839" y="112526"/>
                </a:cubicBezTo>
                <a:cubicBezTo>
                  <a:pt x="271997" y="115461"/>
                  <a:pt x="270324" y="117766"/>
                  <a:pt x="267809" y="119448"/>
                </a:cubicBezTo>
                <a:lnTo>
                  <a:pt x="242663" y="137361"/>
                </a:lnTo>
                <a:cubicBezTo>
                  <a:pt x="243075" y="139455"/>
                  <a:pt x="243395" y="141759"/>
                  <a:pt x="243605" y="144274"/>
                </a:cubicBezTo>
                <a:cubicBezTo>
                  <a:pt x="243605" y="146578"/>
                  <a:pt x="243605" y="148782"/>
                  <a:pt x="243605" y="150876"/>
                </a:cubicBezTo>
                <a:cubicBezTo>
                  <a:pt x="243605" y="152970"/>
                  <a:pt x="243605" y="155174"/>
                  <a:pt x="243605" y="157478"/>
                </a:cubicBezTo>
                <a:cubicBezTo>
                  <a:pt x="243395" y="159782"/>
                  <a:pt x="243075" y="161986"/>
                  <a:pt x="242663" y="164080"/>
                </a:cubicBezTo>
                <a:lnTo>
                  <a:pt x="267809" y="182313"/>
                </a:lnTo>
                <a:cubicBezTo>
                  <a:pt x="270324" y="183986"/>
                  <a:pt x="271997" y="186391"/>
                  <a:pt x="272839" y="189537"/>
                </a:cubicBezTo>
                <a:cubicBezTo>
                  <a:pt x="273460" y="192472"/>
                  <a:pt x="272939" y="195298"/>
                  <a:pt x="271266" y="198022"/>
                </a:cubicBezTo>
                <a:lnTo>
                  <a:pt x="253033" y="230712"/>
                </a:lnTo>
                <a:cubicBezTo>
                  <a:pt x="251359" y="233437"/>
                  <a:pt x="249046" y="235321"/>
                  <a:pt x="246120" y="236372"/>
                </a:cubicBezTo>
                <a:cubicBezTo>
                  <a:pt x="243185" y="237214"/>
                  <a:pt x="240249" y="237003"/>
                  <a:pt x="237314" y="235741"/>
                </a:cubicBezTo>
                <a:lnTo>
                  <a:pt x="210285" y="223168"/>
                </a:lnTo>
                <a:cubicBezTo>
                  <a:pt x="206929" y="225893"/>
                  <a:pt x="203161" y="228618"/>
                  <a:pt x="198964" y="231343"/>
                </a:cubicBezTo>
                <a:cubicBezTo>
                  <a:pt x="194566" y="233858"/>
                  <a:pt x="190268" y="235741"/>
                  <a:pt x="186080" y="237003"/>
                </a:cubicBezTo>
                <a:lnTo>
                  <a:pt x="181362" y="266548"/>
                </a:lnTo>
                <a:cubicBezTo>
                  <a:pt x="180951" y="269483"/>
                  <a:pt x="179588" y="271888"/>
                  <a:pt x="177284" y="273781"/>
                </a:cubicBezTo>
                <a:cubicBezTo>
                  <a:pt x="174970" y="275664"/>
                  <a:pt x="172355" y="276606"/>
                  <a:pt x="169420" y="276606"/>
                </a:cubicBezTo>
                <a:lnTo>
                  <a:pt x="132332" y="276606"/>
                </a:lnTo>
                <a:close/>
                <a:moveTo>
                  <a:pt x="137050" y="257751"/>
                </a:moveTo>
                <a:lnTo>
                  <a:pt x="164711" y="257751"/>
                </a:lnTo>
                <a:lnTo>
                  <a:pt x="169109" y="222547"/>
                </a:lnTo>
                <a:cubicBezTo>
                  <a:pt x="176022" y="220864"/>
                  <a:pt x="182624" y="218249"/>
                  <a:pt x="188906" y="214683"/>
                </a:cubicBezTo>
                <a:cubicBezTo>
                  <a:pt x="194987" y="211126"/>
                  <a:pt x="200537" y="206828"/>
                  <a:pt x="205566" y="201799"/>
                </a:cubicBezTo>
                <a:lnTo>
                  <a:pt x="238887" y="216256"/>
                </a:lnTo>
                <a:lnTo>
                  <a:pt x="251460" y="193624"/>
                </a:lnTo>
                <a:lnTo>
                  <a:pt x="221916" y="171935"/>
                </a:lnTo>
                <a:cubicBezTo>
                  <a:pt x="222748" y="168378"/>
                  <a:pt x="223489" y="164912"/>
                  <a:pt x="224110" y="161565"/>
                </a:cubicBezTo>
                <a:cubicBezTo>
                  <a:pt x="224531" y="157999"/>
                  <a:pt x="224741" y="154442"/>
                  <a:pt x="224741" y="150876"/>
                </a:cubicBezTo>
                <a:cubicBezTo>
                  <a:pt x="224741" y="147310"/>
                  <a:pt x="224531" y="143853"/>
                  <a:pt x="224110" y="140507"/>
                </a:cubicBezTo>
                <a:cubicBezTo>
                  <a:pt x="223699" y="136941"/>
                  <a:pt x="222958" y="133374"/>
                  <a:pt x="221916" y="129817"/>
                </a:cubicBezTo>
                <a:lnTo>
                  <a:pt x="251460" y="108128"/>
                </a:lnTo>
                <a:lnTo>
                  <a:pt x="238887" y="85496"/>
                </a:lnTo>
                <a:lnTo>
                  <a:pt x="205566" y="99953"/>
                </a:lnTo>
                <a:cubicBezTo>
                  <a:pt x="200747" y="94503"/>
                  <a:pt x="195298" y="90004"/>
                  <a:pt x="189226" y="86438"/>
                </a:cubicBezTo>
                <a:cubicBezTo>
                  <a:pt x="183145" y="82671"/>
                  <a:pt x="176443" y="80257"/>
                  <a:pt x="169109" y="79214"/>
                </a:cubicBezTo>
                <a:lnTo>
                  <a:pt x="164711" y="44010"/>
                </a:lnTo>
                <a:lnTo>
                  <a:pt x="137050" y="44010"/>
                </a:lnTo>
                <a:lnTo>
                  <a:pt x="132643" y="79214"/>
                </a:lnTo>
                <a:cubicBezTo>
                  <a:pt x="125520" y="80678"/>
                  <a:pt x="118918" y="83192"/>
                  <a:pt x="112846" y="86758"/>
                </a:cubicBezTo>
                <a:cubicBezTo>
                  <a:pt x="106555" y="90315"/>
                  <a:pt x="101005" y="94714"/>
                  <a:pt x="96186" y="99953"/>
                </a:cubicBezTo>
                <a:lnTo>
                  <a:pt x="62865" y="85496"/>
                </a:lnTo>
                <a:lnTo>
                  <a:pt x="50292" y="108128"/>
                </a:lnTo>
                <a:lnTo>
                  <a:pt x="79836" y="129817"/>
                </a:lnTo>
                <a:cubicBezTo>
                  <a:pt x="79004" y="133374"/>
                  <a:pt x="78373" y="136941"/>
                  <a:pt x="77953" y="140507"/>
                </a:cubicBezTo>
                <a:cubicBezTo>
                  <a:pt x="77322" y="143853"/>
                  <a:pt x="77011" y="147310"/>
                  <a:pt x="77011" y="150876"/>
                </a:cubicBezTo>
                <a:cubicBezTo>
                  <a:pt x="77011" y="154442"/>
                  <a:pt x="77322" y="157999"/>
                  <a:pt x="77953" y="161565"/>
                </a:cubicBezTo>
                <a:cubicBezTo>
                  <a:pt x="78373" y="164912"/>
                  <a:pt x="79004" y="168378"/>
                  <a:pt x="79836" y="171935"/>
                </a:cubicBezTo>
                <a:lnTo>
                  <a:pt x="50292" y="193624"/>
                </a:lnTo>
                <a:lnTo>
                  <a:pt x="62865" y="216256"/>
                </a:lnTo>
                <a:lnTo>
                  <a:pt x="96186" y="201799"/>
                </a:lnTo>
                <a:cubicBezTo>
                  <a:pt x="101215" y="206828"/>
                  <a:pt x="106875" y="211126"/>
                  <a:pt x="113157" y="214683"/>
                </a:cubicBezTo>
                <a:cubicBezTo>
                  <a:pt x="119238" y="218249"/>
                  <a:pt x="125730" y="220864"/>
                  <a:pt x="132643" y="222547"/>
                </a:cubicBezTo>
                <a:lnTo>
                  <a:pt x="137050" y="257751"/>
                </a:lnTo>
                <a:close/>
                <a:moveTo>
                  <a:pt x="150876" y="191741"/>
                </a:moveTo>
                <a:cubicBezTo>
                  <a:pt x="162196" y="191741"/>
                  <a:pt x="171834" y="187754"/>
                  <a:pt x="179798" y="179798"/>
                </a:cubicBezTo>
                <a:cubicBezTo>
                  <a:pt x="187754" y="171834"/>
                  <a:pt x="191741" y="162196"/>
                  <a:pt x="191741" y="150876"/>
                </a:cubicBezTo>
                <a:cubicBezTo>
                  <a:pt x="191741" y="139565"/>
                  <a:pt x="187754" y="129918"/>
                  <a:pt x="179798" y="121963"/>
                </a:cubicBezTo>
                <a:cubicBezTo>
                  <a:pt x="171834" y="113998"/>
                  <a:pt x="162196" y="110011"/>
                  <a:pt x="150876" y="110011"/>
                </a:cubicBezTo>
                <a:cubicBezTo>
                  <a:pt x="139565" y="110011"/>
                  <a:pt x="129918" y="113998"/>
                  <a:pt x="121963" y="121963"/>
                </a:cubicBezTo>
                <a:cubicBezTo>
                  <a:pt x="113998" y="129918"/>
                  <a:pt x="110011" y="139565"/>
                  <a:pt x="110011" y="150876"/>
                </a:cubicBezTo>
                <a:cubicBezTo>
                  <a:pt x="110011" y="162196"/>
                  <a:pt x="113998" y="171834"/>
                  <a:pt x="121963" y="179798"/>
                </a:cubicBezTo>
                <a:cubicBezTo>
                  <a:pt x="129918" y="187754"/>
                  <a:pt x="139565" y="191741"/>
                  <a:pt x="150876" y="191741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9" name="圖說"/>
          <p:cNvSpPr/>
          <p:nvPr/>
        </p:nvSpPr>
        <p:spPr>
          <a:xfrm>
            <a:off x="3858677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750" dirty="0"/>
          </a:p>
        </p:txBody>
      </p:sp>
      <p:sp>
        <p:nvSpPr>
          <p:cNvPr id="180" name="圖示 參數"/>
          <p:cNvSpPr/>
          <p:nvPr/>
        </p:nvSpPr>
        <p:spPr>
          <a:xfrm>
            <a:off x="4558170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7050" y="261208"/>
                </a:moveTo>
                <a:cubicBezTo>
                  <a:pt x="135157" y="259525"/>
                  <a:pt x="134216" y="257330"/>
                  <a:pt x="134216" y="254606"/>
                </a:cubicBezTo>
                <a:lnTo>
                  <a:pt x="134216" y="202741"/>
                </a:lnTo>
                <a:cubicBezTo>
                  <a:pt x="134216" y="200016"/>
                  <a:pt x="135157" y="197812"/>
                  <a:pt x="137050" y="196139"/>
                </a:cubicBezTo>
                <a:cubicBezTo>
                  <a:pt x="138724" y="194255"/>
                  <a:pt x="140918" y="193313"/>
                  <a:pt x="143643" y="193313"/>
                </a:cubicBezTo>
                <a:cubicBezTo>
                  <a:pt x="146368" y="193313"/>
                  <a:pt x="148672" y="194255"/>
                  <a:pt x="150565" y="196139"/>
                </a:cubicBezTo>
                <a:cubicBezTo>
                  <a:pt x="152238" y="197812"/>
                  <a:pt x="153080" y="200016"/>
                  <a:pt x="153080" y="202741"/>
                </a:cubicBezTo>
                <a:lnTo>
                  <a:pt x="153080" y="219401"/>
                </a:lnTo>
                <a:lnTo>
                  <a:pt x="254606" y="219401"/>
                </a:lnTo>
                <a:cubicBezTo>
                  <a:pt x="257330" y="219401"/>
                  <a:pt x="259525" y="220343"/>
                  <a:pt x="261208" y="222227"/>
                </a:cubicBezTo>
                <a:cubicBezTo>
                  <a:pt x="263091" y="223900"/>
                  <a:pt x="264033" y="226104"/>
                  <a:pt x="264033" y="228829"/>
                </a:cubicBezTo>
                <a:cubicBezTo>
                  <a:pt x="264033" y="231554"/>
                  <a:pt x="263091" y="233858"/>
                  <a:pt x="261208" y="235741"/>
                </a:cubicBezTo>
                <a:cubicBezTo>
                  <a:pt x="259525" y="237424"/>
                  <a:pt x="257330" y="238256"/>
                  <a:pt x="254606" y="238256"/>
                </a:cubicBezTo>
                <a:lnTo>
                  <a:pt x="153080" y="238256"/>
                </a:lnTo>
                <a:lnTo>
                  <a:pt x="153080" y="254606"/>
                </a:lnTo>
                <a:cubicBezTo>
                  <a:pt x="153080" y="257330"/>
                  <a:pt x="152138" y="259525"/>
                  <a:pt x="150245" y="261208"/>
                </a:cubicBezTo>
                <a:cubicBezTo>
                  <a:pt x="148572" y="263091"/>
                  <a:pt x="146368" y="264033"/>
                  <a:pt x="143643" y="264033"/>
                </a:cubicBezTo>
                <a:cubicBezTo>
                  <a:pt x="140918" y="264033"/>
                  <a:pt x="138724" y="263091"/>
                  <a:pt x="137050" y="261208"/>
                </a:cubicBezTo>
                <a:close/>
                <a:moveTo>
                  <a:pt x="47146" y="238256"/>
                </a:moveTo>
                <a:cubicBezTo>
                  <a:pt x="44422" y="238256"/>
                  <a:pt x="42227" y="237314"/>
                  <a:pt x="40544" y="235431"/>
                </a:cubicBezTo>
                <a:cubicBezTo>
                  <a:pt x="38661" y="233757"/>
                  <a:pt x="37719" y="231554"/>
                  <a:pt x="37719" y="228829"/>
                </a:cubicBezTo>
                <a:cubicBezTo>
                  <a:pt x="37719" y="226104"/>
                  <a:pt x="38661" y="223900"/>
                  <a:pt x="40544" y="222227"/>
                </a:cubicBezTo>
                <a:cubicBezTo>
                  <a:pt x="42227" y="220343"/>
                  <a:pt x="44422" y="219401"/>
                  <a:pt x="47146" y="219401"/>
                </a:cubicBezTo>
                <a:lnTo>
                  <a:pt x="105924" y="219401"/>
                </a:lnTo>
                <a:cubicBezTo>
                  <a:pt x="108649" y="219401"/>
                  <a:pt x="110853" y="220343"/>
                  <a:pt x="112526" y="222227"/>
                </a:cubicBezTo>
                <a:cubicBezTo>
                  <a:pt x="114419" y="223900"/>
                  <a:pt x="115361" y="226104"/>
                  <a:pt x="115361" y="228829"/>
                </a:cubicBezTo>
                <a:cubicBezTo>
                  <a:pt x="115361" y="231554"/>
                  <a:pt x="114419" y="233858"/>
                  <a:pt x="112526" y="235741"/>
                </a:cubicBezTo>
                <a:cubicBezTo>
                  <a:pt x="110853" y="237424"/>
                  <a:pt x="108649" y="238256"/>
                  <a:pt x="105924" y="238256"/>
                </a:cubicBezTo>
                <a:lnTo>
                  <a:pt x="47146" y="238256"/>
                </a:lnTo>
                <a:close/>
                <a:moveTo>
                  <a:pt x="99331" y="183255"/>
                </a:moveTo>
                <a:cubicBezTo>
                  <a:pt x="97438" y="181572"/>
                  <a:pt x="96497" y="179378"/>
                  <a:pt x="96497" y="176653"/>
                </a:cubicBezTo>
                <a:lnTo>
                  <a:pt x="96497" y="160303"/>
                </a:lnTo>
                <a:lnTo>
                  <a:pt x="47146" y="160303"/>
                </a:lnTo>
                <a:cubicBezTo>
                  <a:pt x="44422" y="160303"/>
                  <a:pt x="42227" y="159362"/>
                  <a:pt x="40544" y="157478"/>
                </a:cubicBezTo>
                <a:cubicBezTo>
                  <a:pt x="38661" y="155805"/>
                  <a:pt x="37719" y="153601"/>
                  <a:pt x="37719" y="150876"/>
                </a:cubicBezTo>
                <a:cubicBezTo>
                  <a:pt x="37719" y="148151"/>
                  <a:pt x="38661" y="145947"/>
                  <a:pt x="40544" y="144274"/>
                </a:cubicBezTo>
                <a:cubicBezTo>
                  <a:pt x="42227" y="142390"/>
                  <a:pt x="44422" y="141449"/>
                  <a:pt x="47146" y="141449"/>
                </a:cubicBezTo>
                <a:lnTo>
                  <a:pt x="96497" y="141449"/>
                </a:lnTo>
                <a:lnTo>
                  <a:pt x="96497" y="124477"/>
                </a:lnTo>
                <a:cubicBezTo>
                  <a:pt x="96497" y="121752"/>
                  <a:pt x="97438" y="119549"/>
                  <a:pt x="99331" y="117875"/>
                </a:cubicBezTo>
                <a:cubicBezTo>
                  <a:pt x="101005" y="115982"/>
                  <a:pt x="103199" y="115041"/>
                  <a:pt x="105924" y="115041"/>
                </a:cubicBezTo>
                <a:cubicBezTo>
                  <a:pt x="108649" y="115041"/>
                  <a:pt x="110953" y="115982"/>
                  <a:pt x="112846" y="117875"/>
                </a:cubicBezTo>
                <a:cubicBezTo>
                  <a:pt x="114519" y="119549"/>
                  <a:pt x="115361" y="121752"/>
                  <a:pt x="115361" y="124477"/>
                </a:cubicBezTo>
                <a:lnTo>
                  <a:pt x="115361" y="176653"/>
                </a:lnTo>
                <a:cubicBezTo>
                  <a:pt x="115361" y="179378"/>
                  <a:pt x="114419" y="181572"/>
                  <a:pt x="112526" y="183255"/>
                </a:cubicBezTo>
                <a:cubicBezTo>
                  <a:pt x="110853" y="185139"/>
                  <a:pt x="108649" y="186080"/>
                  <a:pt x="105924" y="186080"/>
                </a:cubicBezTo>
                <a:cubicBezTo>
                  <a:pt x="103199" y="186080"/>
                  <a:pt x="101005" y="185139"/>
                  <a:pt x="99331" y="183255"/>
                </a:cubicBezTo>
                <a:close/>
                <a:moveTo>
                  <a:pt x="143643" y="160303"/>
                </a:moveTo>
                <a:cubicBezTo>
                  <a:pt x="140918" y="160303"/>
                  <a:pt x="138724" y="159362"/>
                  <a:pt x="137050" y="157478"/>
                </a:cubicBezTo>
                <a:cubicBezTo>
                  <a:pt x="135157" y="155805"/>
                  <a:pt x="134216" y="153601"/>
                  <a:pt x="134216" y="150876"/>
                </a:cubicBezTo>
                <a:cubicBezTo>
                  <a:pt x="134216" y="148151"/>
                  <a:pt x="135157" y="145947"/>
                  <a:pt x="137050" y="144274"/>
                </a:cubicBezTo>
                <a:cubicBezTo>
                  <a:pt x="138724" y="142390"/>
                  <a:pt x="140918" y="141449"/>
                  <a:pt x="143643" y="141449"/>
                </a:cubicBezTo>
                <a:lnTo>
                  <a:pt x="254606" y="141449"/>
                </a:lnTo>
                <a:cubicBezTo>
                  <a:pt x="257330" y="141449"/>
                  <a:pt x="259525" y="142390"/>
                  <a:pt x="261208" y="144274"/>
                </a:cubicBezTo>
                <a:cubicBezTo>
                  <a:pt x="263091" y="145947"/>
                  <a:pt x="264033" y="148151"/>
                  <a:pt x="264033" y="150876"/>
                </a:cubicBezTo>
                <a:cubicBezTo>
                  <a:pt x="264033" y="153601"/>
                  <a:pt x="263091" y="155905"/>
                  <a:pt x="261208" y="157789"/>
                </a:cubicBezTo>
                <a:cubicBezTo>
                  <a:pt x="259525" y="159471"/>
                  <a:pt x="257330" y="160303"/>
                  <a:pt x="254606" y="160303"/>
                </a:cubicBezTo>
                <a:lnTo>
                  <a:pt x="143643" y="160303"/>
                </a:lnTo>
                <a:close/>
                <a:moveTo>
                  <a:pt x="189226" y="105613"/>
                </a:moveTo>
                <a:cubicBezTo>
                  <a:pt x="187342" y="103940"/>
                  <a:pt x="186391" y="101736"/>
                  <a:pt x="186391" y="99011"/>
                </a:cubicBezTo>
                <a:lnTo>
                  <a:pt x="186391" y="47146"/>
                </a:lnTo>
                <a:cubicBezTo>
                  <a:pt x="186391" y="44422"/>
                  <a:pt x="187342" y="42227"/>
                  <a:pt x="189226" y="40544"/>
                </a:cubicBezTo>
                <a:cubicBezTo>
                  <a:pt x="190899" y="38661"/>
                  <a:pt x="193103" y="37719"/>
                  <a:pt x="195828" y="37719"/>
                </a:cubicBezTo>
                <a:cubicBezTo>
                  <a:pt x="198553" y="37719"/>
                  <a:pt x="200857" y="38661"/>
                  <a:pt x="202741" y="40544"/>
                </a:cubicBezTo>
                <a:cubicBezTo>
                  <a:pt x="204414" y="42227"/>
                  <a:pt x="205255" y="44422"/>
                  <a:pt x="205255" y="47146"/>
                </a:cubicBezTo>
                <a:lnTo>
                  <a:pt x="205255" y="63496"/>
                </a:lnTo>
                <a:lnTo>
                  <a:pt x="254606" y="63496"/>
                </a:lnTo>
                <a:cubicBezTo>
                  <a:pt x="257330" y="63496"/>
                  <a:pt x="259525" y="64438"/>
                  <a:pt x="261208" y="66321"/>
                </a:cubicBezTo>
                <a:cubicBezTo>
                  <a:pt x="263091" y="67995"/>
                  <a:pt x="264033" y="70198"/>
                  <a:pt x="264033" y="72923"/>
                </a:cubicBezTo>
                <a:cubicBezTo>
                  <a:pt x="264033" y="75648"/>
                  <a:pt x="263091" y="77953"/>
                  <a:pt x="261208" y="79836"/>
                </a:cubicBezTo>
                <a:cubicBezTo>
                  <a:pt x="259525" y="81519"/>
                  <a:pt x="257330" y="82351"/>
                  <a:pt x="254606" y="82351"/>
                </a:cubicBezTo>
                <a:lnTo>
                  <a:pt x="205255" y="82351"/>
                </a:lnTo>
                <a:lnTo>
                  <a:pt x="205255" y="99011"/>
                </a:lnTo>
                <a:cubicBezTo>
                  <a:pt x="205255" y="101736"/>
                  <a:pt x="204314" y="103940"/>
                  <a:pt x="202430" y="105613"/>
                </a:cubicBezTo>
                <a:cubicBezTo>
                  <a:pt x="200747" y="107497"/>
                  <a:pt x="198553" y="108439"/>
                  <a:pt x="195828" y="108439"/>
                </a:cubicBezTo>
                <a:cubicBezTo>
                  <a:pt x="193103" y="108439"/>
                  <a:pt x="190899" y="107497"/>
                  <a:pt x="189226" y="105613"/>
                </a:cubicBezTo>
                <a:close/>
                <a:moveTo>
                  <a:pt x="47146" y="82351"/>
                </a:moveTo>
                <a:cubicBezTo>
                  <a:pt x="44422" y="82351"/>
                  <a:pt x="42227" y="81409"/>
                  <a:pt x="40544" y="79525"/>
                </a:cubicBezTo>
                <a:cubicBezTo>
                  <a:pt x="38661" y="77852"/>
                  <a:pt x="37719" y="75648"/>
                  <a:pt x="37719" y="72923"/>
                </a:cubicBezTo>
                <a:cubicBezTo>
                  <a:pt x="37719" y="70198"/>
                  <a:pt x="38661" y="67995"/>
                  <a:pt x="40544" y="66321"/>
                </a:cubicBezTo>
                <a:cubicBezTo>
                  <a:pt x="42227" y="64438"/>
                  <a:pt x="44422" y="63496"/>
                  <a:pt x="47146" y="63496"/>
                </a:cubicBezTo>
                <a:lnTo>
                  <a:pt x="158109" y="63496"/>
                </a:lnTo>
                <a:cubicBezTo>
                  <a:pt x="160834" y="63496"/>
                  <a:pt x="163028" y="64438"/>
                  <a:pt x="164711" y="66321"/>
                </a:cubicBezTo>
                <a:cubicBezTo>
                  <a:pt x="166595" y="67995"/>
                  <a:pt x="167536" y="70198"/>
                  <a:pt x="167536" y="72923"/>
                </a:cubicBezTo>
                <a:cubicBezTo>
                  <a:pt x="167536" y="75648"/>
                  <a:pt x="166595" y="77953"/>
                  <a:pt x="164711" y="79836"/>
                </a:cubicBezTo>
                <a:cubicBezTo>
                  <a:pt x="163028" y="81519"/>
                  <a:pt x="160834" y="82351"/>
                  <a:pt x="158109" y="82351"/>
                </a:cubicBezTo>
                <a:lnTo>
                  <a:pt x="47146" y="8235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1" name="圖說"/>
          <p:cNvSpPr/>
          <p:nvPr/>
        </p:nvSpPr>
        <p:spPr>
          <a:xfrm>
            <a:off x="4413397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750" dirty="0"/>
          </a:p>
        </p:txBody>
      </p:sp>
      <p:sp>
        <p:nvSpPr>
          <p:cNvPr id="182" name="圖示 篩選"/>
          <p:cNvSpPr/>
          <p:nvPr/>
        </p:nvSpPr>
        <p:spPr>
          <a:xfrm>
            <a:off x="5112890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8303" y="251460"/>
                </a:moveTo>
                <a:cubicBezTo>
                  <a:pt x="134737" y="251460"/>
                  <a:pt x="131811" y="250308"/>
                  <a:pt x="129506" y="248004"/>
                </a:cubicBezTo>
                <a:cubicBezTo>
                  <a:pt x="126992" y="245489"/>
                  <a:pt x="125730" y="242453"/>
                  <a:pt x="125730" y="238887"/>
                </a:cubicBezTo>
                <a:lnTo>
                  <a:pt x="125730" y="163449"/>
                </a:lnTo>
                <a:lnTo>
                  <a:pt x="50603" y="67583"/>
                </a:lnTo>
                <a:cubicBezTo>
                  <a:pt x="47677" y="64017"/>
                  <a:pt x="47256" y="60250"/>
                  <a:pt x="49350" y="56263"/>
                </a:cubicBezTo>
                <a:cubicBezTo>
                  <a:pt x="51444" y="52285"/>
                  <a:pt x="54690" y="50292"/>
                  <a:pt x="59098" y="50292"/>
                </a:cubicBezTo>
                <a:lnTo>
                  <a:pt x="242663" y="50292"/>
                </a:lnTo>
                <a:cubicBezTo>
                  <a:pt x="247062" y="50292"/>
                  <a:pt x="250308" y="52285"/>
                  <a:pt x="252402" y="56263"/>
                </a:cubicBezTo>
                <a:cubicBezTo>
                  <a:pt x="254496" y="60250"/>
                  <a:pt x="254075" y="64017"/>
                  <a:pt x="251149" y="67583"/>
                </a:cubicBezTo>
                <a:lnTo>
                  <a:pt x="176022" y="163449"/>
                </a:lnTo>
                <a:lnTo>
                  <a:pt x="176022" y="238887"/>
                </a:lnTo>
                <a:cubicBezTo>
                  <a:pt x="176022" y="242453"/>
                  <a:pt x="174870" y="245489"/>
                  <a:pt x="172566" y="248004"/>
                </a:cubicBezTo>
                <a:cubicBezTo>
                  <a:pt x="170051" y="250308"/>
                  <a:pt x="167015" y="251460"/>
                  <a:pt x="163449" y="251460"/>
                </a:cubicBezTo>
                <a:lnTo>
                  <a:pt x="138303" y="251460"/>
                </a:lnTo>
                <a:close/>
                <a:moveTo>
                  <a:pt x="150876" y="164711"/>
                </a:moveTo>
                <a:lnTo>
                  <a:pt x="226314" y="69156"/>
                </a:lnTo>
                <a:lnTo>
                  <a:pt x="75438" y="69156"/>
                </a:lnTo>
                <a:lnTo>
                  <a:pt x="150876" y="164711"/>
                </a:lnTo>
                <a:close/>
                <a:moveTo>
                  <a:pt x="150876" y="16471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3" name="圖說"/>
          <p:cNvSpPr/>
          <p:nvPr/>
        </p:nvSpPr>
        <p:spPr>
          <a:xfrm>
            <a:off x="4968118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750" dirty="0"/>
          </a:p>
        </p:txBody>
      </p:sp>
      <p:sp>
        <p:nvSpPr>
          <p:cNvPr id="184" name="圖示 搜尋"/>
          <p:cNvSpPr/>
          <p:nvPr/>
        </p:nvSpPr>
        <p:spPr>
          <a:xfrm>
            <a:off x="5667611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18817" y="198343"/>
                </a:moveTo>
                <a:cubicBezTo>
                  <a:pt x="96186" y="198343"/>
                  <a:pt x="77011" y="190479"/>
                  <a:pt x="61292" y="174769"/>
                </a:cubicBezTo>
                <a:cubicBezTo>
                  <a:pt x="45574" y="159051"/>
                  <a:pt x="37719" y="140086"/>
                  <a:pt x="37719" y="117875"/>
                </a:cubicBezTo>
                <a:cubicBezTo>
                  <a:pt x="37719" y="95655"/>
                  <a:pt x="45574" y="76700"/>
                  <a:pt x="61292" y="60981"/>
                </a:cubicBezTo>
                <a:cubicBezTo>
                  <a:pt x="77011" y="45263"/>
                  <a:pt x="96076" y="37408"/>
                  <a:pt x="118497" y="37408"/>
                </a:cubicBezTo>
                <a:cubicBezTo>
                  <a:pt x="140717" y="37408"/>
                  <a:pt x="159682" y="45263"/>
                  <a:pt x="175391" y="60981"/>
                </a:cubicBezTo>
                <a:cubicBezTo>
                  <a:pt x="190899" y="76700"/>
                  <a:pt x="198653" y="95655"/>
                  <a:pt x="198653" y="117875"/>
                </a:cubicBezTo>
                <a:cubicBezTo>
                  <a:pt x="198653" y="126882"/>
                  <a:pt x="197190" y="135578"/>
                  <a:pt x="194255" y="143963"/>
                </a:cubicBezTo>
                <a:cubicBezTo>
                  <a:pt x="191320" y="152339"/>
                  <a:pt x="186922" y="160203"/>
                  <a:pt x="181051" y="167536"/>
                </a:cubicBezTo>
                <a:lnTo>
                  <a:pt x="257120" y="242974"/>
                </a:lnTo>
                <a:cubicBezTo>
                  <a:pt x="259004" y="244858"/>
                  <a:pt x="259946" y="247162"/>
                  <a:pt x="259946" y="249887"/>
                </a:cubicBezTo>
                <a:cubicBezTo>
                  <a:pt x="259946" y="252612"/>
                  <a:pt x="259004" y="254916"/>
                  <a:pt x="257120" y="256800"/>
                </a:cubicBezTo>
                <a:cubicBezTo>
                  <a:pt x="255236" y="258693"/>
                  <a:pt x="252923" y="259635"/>
                  <a:pt x="250207" y="259635"/>
                </a:cubicBezTo>
                <a:cubicBezTo>
                  <a:pt x="247482" y="259635"/>
                  <a:pt x="245178" y="258693"/>
                  <a:pt x="243285" y="256800"/>
                </a:cubicBezTo>
                <a:lnTo>
                  <a:pt x="167536" y="181051"/>
                </a:lnTo>
                <a:cubicBezTo>
                  <a:pt x="161245" y="186501"/>
                  <a:pt x="153912" y="190799"/>
                  <a:pt x="145536" y="193935"/>
                </a:cubicBezTo>
                <a:cubicBezTo>
                  <a:pt x="137151" y="196870"/>
                  <a:pt x="128245" y="198343"/>
                  <a:pt x="118817" y="198343"/>
                </a:cubicBezTo>
                <a:close/>
                <a:moveTo>
                  <a:pt x="118497" y="179478"/>
                </a:moveTo>
                <a:cubicBezTo>
                  <a:pt x="135478" y="179478"/>
                  <a:pt x="149934" y="173507"/>
                  <a:pt x="161876" y="161565"/>
                </a:cubicBezTo>
                <a:cubicBezTo>
                  <a:pt x="173818" y="149413"/>
                  <a:pt x="179798" y="134847"/>
                  <a:pt x="179798" y="117875"/>
                </a:cubicBezTo>
                <a:cubicBezTo>
                  <a:pt x="179798" y="100895"/>
                  <a:pt x="173818" y="86438"/>
                  <a:pt x="161876" y="74496"/>
                </a:cubicBezTo>
                <a:cubicBezTo>
                  <a:pt x="149934" y="62344"/>
                  <a:pt x="135478" y="56263"/>
                  <a:pt x="118497" y="56263"/>
                </a:cubicBezTo>
                <a:cubicBezTo>
                  <a:pt x="101316" y="56263"/>
                  <a:pt x="86649" y="62344"/>
                  <a:pt x="74496" y="74496"/>
                </a:cubicBezTo>
                <a:cubicBezTo>
                  <a:pt x="62554" y="86438"/>
                  <a:pt x="56583" y="100895"/>
                  <a:pt x="56583" y="117875"/>
                </a:cubicBezTo>
                <a:cubicBezTo>
                  <a:pt x="56583" y="134847"/>
                  <a:pt x="62554" y="149413"/>
                  <a:pt x="74496" y="161565"/>
                </a:cubicBezTo>
                <a:cubicBezTo>
                  <a:pt x="86649" y="173507"/>
                  <a:pt x="101316" y="179478"/>
                  <a:pt x="118497" y="179478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5" name="圖說"/>
          <p:cNvSpPr/>
          <p:nvPr/>
        </p:nvSpPr>
        <p:spPr>
          <a:xfrm>
            <a:off x="5522839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750" dirty="0"/>
          </a:p>
        </p:txBody>
      </p:sp>
      <p:sp>
        <p:nvSpPr>
          <p:cNvPr id="186" name="圖示 鎖定"/>
          <p:cNvSpPr/>
          <p:nvPr/>
        </p:nvSpPr>
        <p:spPr>
          <a:xfrm>
            <a:off x="6222332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9156" y="276606"/>
                </a:moveTo>
                <a:cubicBezTo>
                  <a:pt x="63917" y="276606"/>
                  <a:pt x="59509" y="274722"/>
                  <a:pt x="55952" y="270946"/>
                </a:cubicBezTo>
                <a:cubicBezTo>
                  <a:pt x="52176" y="267389"/>
                  <a:pt x="50292" y="262981"/>
                  <a:pt x="50292" y="257751"/>
                </a:cubicBezTo>
                <a:lnTo>
                  <a:pt x="50292" y="121332"/>
                </a:lnTo>
                <a:cubicBezTo>
                  <a:pt x="50292" y="116092"/>
                  <a:pt x="52176" y="111694"/>
                  <a:pt x="55952" y="108128"/>
                </a:cubicBezTo>
                <a:cubicBezTo>
                  <a:pt x="59509" y="104360"/>
                  <a:pt x="63917" y="102468"/>
                  <a:pt x="69156" y="102468"/>
                </a:cubicBezTo>
                <a:lnTo>
                  <a:pt x="91157" y="102468"/>
                </a:lnTo>
                <a:lnTo>
                  <a:pt x="91157" y="72292"/>
                </a:lnTo>
                <a:cubicBezTo>
                  <a:pt x="91157" y="55742"/>
                  <a:pt x="97018" y="41697"/>
                  <a:pt x="108759" y="30175"/>
                </a:cubicBezTo>
                <a:cubicBezTo>
                  <a:pt x="120280" y="18443"/>
                  <a:pt x="134325" y="12573"/>
                  <a:pt x="150876" y="12573"/>
                </a:cubicBezTo>
                <a:cubicBezTo>
                  <a:pt x="167427" y="12573"/>
                  <a:pt x="181572" y="18443"/>
                  <a:pt x="193313" y="30175"/>
                </a:cubicBezTo>
                <a:cubicBezTo>
                  <a:pt x="204835" y="41697"/>
                  <a:pt x="210595" y="55742"/>
                  <a:pt x="210595" y="72292"/>
                </a:cubicBezTo>
                <a:lnTo>
                  <a:pt x="210595" y="102468"/>
                </a:lnTo>
                <a:lnTo>
                  <a:pt x="232605" y="102468"/>
                </a:lnTo>
                <a:cubicBezTo>
                  <a:pt x="237835" y="102468"/>
                  <a:pt x="242243" y="104360"/>
                  <a:pt x="245800" y="108128"/>
                </a:cubicBezTo>
                <a:cubicBezTo>
                  <a:pt x="249576" y="111694"/>
                  <a:pt x="251460" y="116092"/>
                  <a:pt x="251460" y="121332"/>
                </a:cubicBezTo>
                <a:lnTo>
                  <a:pt x="251460" y="257751"/>
                </a:lnTo>
                <a:cubicBezTo>
                  <a:pt x="251460" y="262981"/>
                  <a:pt x="249576" y="267389"/>
                  <a:pt x="245800" y="270946"/>
                </a:cubicBezTo>
                <a:cubicBezTo>
                  <a:pt x="242243" y="274722"/>
                  <a:pt x="237835" y="276606"/>
                  <a:pt x="232605" y="276606"/>
                </a:cubicBezTo>
                <a:lnTo>
                  <a:pt x="69156" y="276606"/>
                </a:lnTo>
                <a:close/>
                <a:moveTo>
                  <a:pt x="69156" y="257751"/>
                </a:moveTo>
                <a:lnTo>
                  <a:pt x="232605" y="257751"/>
                </a:lnTo>
                <a:lnTo>
                  <a:pt x="232605" y="121332"/>
                </a:lnTo>
                <a:lnTo>
                  <a:pt x="69156" y="121332"/>
                </a:lnTo>
                <a:lnTo>
                  <a:pt x="69156" y="257751"/>
                </a:lnTo>
                <a:close/>
                <a:moveTo>
                  <a:pt x="168167" y="206828"/>
                </a:moveTo>
                <a:cubicBezTo>
                  <a:pt x="172776" y="202220"/>
                  <a:pt x="175080" y="196660"/>
                  <a:pt x="175080" y="190168"/>
                </a:cubicBezTo>
                <a:cubicBezTo>
                  <a:pt x="175080" y="183877"/>
                  <a:pt x="172666" y="178226"/>
                  <a:pt x="167847" y="173197"/>
                </a:cubicBezTo>
                <a:cubicBezTo>
                  <a:pt x="163239" y="167957"/>
                  <a:pt x="157579" y="165333"/>
                  <a:pt x="150876" y="165333"/>
                </a:cubicBezTo>
                <a:cubicBezTo>
                  <a:pt x="144173" y="165333"/>
                  <a:pt x="138513" y="167957"/>
                  <a:pt x="133905" y="173197"/>
                </a:cubicBezTo>
                <a:cubicBezTo>
                  <a:pt x="129086" y="178226"/>
                  <a:pt x="126672" y="183986"/>
                  <a:pt x="126672" y="190479"/>
                </a:cubicBezTo>
                <a:cubicBezTo>
                  <a:pt x="126672" y="196770"/>
                  <a:pt x="129086" y="202220"/>
                  <a:pt x="133905" y="206828"/>
                </a:cubicBezTo>
                <a:cubicBezTo>
                  <a:pt x="138513" y="211437"/>
                  <a:pt x="144173" y="213741"/>
                  <a:pt x="150876" y="213741"/>
                </a:cubicBezTo>
                <a:cubicBezTo>
                  <a:pt x="157579" y="213741"/>
                  <a:pt x="163348" y="211437"/>
                  <a:pt x="168167" y="206828"/>
                </a:cubicBezTo>
                <a:close/>
                <a:moveTo>
                  <a:pt x="110011" y="102468"/>
                </a:moveTo>
                <a:lnTo>
                  <a:pt x="191741" y="102468"/>
                </a:lnTo>
                <a:lnTo>
                  <a:pt x="191741" y="72292"/>
                </a:lnTo>
                <a:cubicBezTo>
                  <a:pt x="191741" y="60981"/>
                  <a:pt x="187754" y="51344"/>
                  <a:pt x="179798" y="43379"/>
                </a:cubicBezTo>
                <a:cubicBezTo>
                  <a:pt x="171834" y="35415"/>
                  <a:pt x="162196" y="31437"/>
                  <a:pt x="150876" y="31437"/>
                </a:cubicBezTo>
                <a:cubicBezTo>
                  <a:pt x="139565" y="31437"/>
                  <a:pt x="129918" y="35415"/>
                  <a:pt x="121963" y="43379"/>
                </a:cubicBezTo>
                <a:cubicBezTo>
                  <a:pt x="113998" y="51344"/>
                  <a:pt x="110011" y="60981"/>
                  <a:pt x="110011" y="72292"/>
                </a:cubicBezTo>
                <a:lnTo>
                  <a:pt x="110011" y="102468"/>
                </a:lnTo>
                <a:close/>
                <a:moveTo>
                  <a:pt x="69156" y="257751"/>
                </a:moveTo>
                <a:lnTo>
                  <a:pt x="69156" y="121332"/>
                </a:lnTo>
                <a:lnTo>
                  <a:pt x="69156" y="25775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7" name="圖說"/>
          <p:cNvSpPr/>
          <p:nvPr/>
        </p:nvSpPr>
        <p:spPr>
          <a:xfrm>
            <a:off x="6077560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</a:t>
            </a:r>
            <a:endParaRPr lang="en-US" sz="750" dirty="0"/>
          </a:p>
        </p:txBody>
      </p:sp>
      <p:sp>
        <p:nvSpPr>
          <p:cNvPr id="188" name="圖示 資安"/>
          <p:cNvSpPr/>
          <p:nvPr/>
        </p:nvSpPr>
        <p:spPr>
          <a:xfrm>
            <a:off x="6777053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57120"/>
                </a:moveTo>
                <a:cubicBezTo>
                  <a:pt x="173087" y="249787"/>
                  <a:pt x="191530" y="236372"/>
                  <a:pt x="206197" y="216887"/>
                </a:cubicBezTo>
                <a:cubicBezTo>
                  <a:pt x="220654" y="197190"/>
                  <a:pt x="229139" y="175181"/>
                  <a:pt x="231654" y="150876"/>
                </a:cubicBezTo>
                <a:lnTo>
                  <a:pt x="150876" y="150876"/>
                </a:lnTo>
                <a:lnTo>
                  <a:pt x="150876" y="45574"/>
                </a:lnTo>
                <a:lnTo>
                  <a:pt x="69156" y="76069"/>
                </a:lnTo>
                <a:lnTo>
                  <a:pt x="69156" y="137672"/>
                </a:lnTo>
                <a:cubicBezTo>
                  <a:pt x="69156" y="140187"/>
                  <a:pt x="69257" y="142390"/>
                  <a:pt x="69467" y="144274"/>
                </a:cubicBezTo>
                <a:cubicBezTo>
                  <a:pt x="69467" y="145947"/>
                  <a:pt x="69677" y="148151"/>
                  <a:pt x="70098" y="150876"/>
                </a:cubicBezTo>
                <a:lnTo>
                  <a:pt x="150876" y="150876"/>
                </a:lnTo>
                <a:lnTo>
                  <a:pt x="150876" y="257120"/>
                </a:lnTo>
                <a:close/>
                <a:moveTo>
                  <a:pt x="148051" y="275033"/>
                </a:moveTo>
                <a:cubicBezTo>
                  <a:pt x="146999" y="274823"/>
                  <a:pt x="145947" y="274512"/>
                  <a:pt x="144905" y="274091"/>
                </a:cubicBezTo>
                <a:cubicBezTo>
                  <a:pt x="115772" y="264243"/>
                  <a:pt x="92729" y="246641"/>
                  <a:pt x="75749" y="221285"/>
                </a:cubicBezTo>
                <a:cubicBezTo>
                  <a:pt x="58778" y="195718"/>
                  <a:pt x="50292" y="167747"/>
                  <a:pt x="50292" y="137361"/>
                </a:cubicBezTo>
                <a:lnTo>
                  <a:pt x="50292" y="75749"/>
                </a:lnTo>
                <a:cubicBezTo>
                  <a:pt x="50292" y="71771"/>
                  <a:pt x="51444" y="68205"/>
                  <a:pt x="53748" y="65069"/>
                </a:cubicBezTo>
                <a:cubicBezTo>
                  <a:pt x="56053" y="61713"/>
                  <a:pt x="58988" y="59299"/>
                  <a:pt x="62554" y="57836"/>
                </a:cubicBezTo>
                <a:lnTo>
                  <a:pt x="144274" y="27350"/>
                </a:lnTo>
                <a:cubicBezTo>
                  <a:pt x="146578" y="26508"/>
                  <a:pt x="148782" y="26088"/>
                  <a:pt x="150876" y="26088"/>
                </a:cubicBezTo>
                <a:cubicBezTo>
                  <a:pt x="152970" y="26088"/>
                  <a:pt x="155174" y="26508"/>
                  <a:pt x="157478" y="27350"/>
                </a:cubicBezTo>
                <a:lnTo>
                  <a:pt x="239198" y="57836"/>
                </a:lnTo>
                <a:cubicBezTo>
                  <a:pt x="242764" y="59299"/>
                  <a:pt x="245699" y="61713"/>
                  <a:pt x="248004" y="65069"/>
                </a:cubicBezTo>
                <a:cubicBezTo>
                  <a:pt x="250308" y="68205"/>
                  <a:pt x="251460" y="71771"/>
                  <a:pt x="251460" y="75749"/>
                </a:cubicBezTo>
                <a:lnTo>
                  <a:pt x="251460" y="137361"/>
                </a:lnTo>
                <a:cubicBezTo>
                  <a:pt x="251460" y="167747"/>
                  <a:pt x="242974" y="195718"/>
                  <a:pt x="226003" y="221285"/>
                </a:cubicBezTo>
                <a:cubicBezTo>
                  <a:pt x="209023" y="246641"/>
                  <a:pt x="185980" y="264243"/>
                  <a:pt x="156847" y="274091"/>
                </a:cubicBezTo>
                <a:cubicBezTo>
                  <a:pt x="155805" y="274512"/>
                  <a:pt x="154854" y="274823"/>
                  <a:pt x="154022" y="275033"/>
                </a:cubicBezTo>
                <a:cubicBezTo>
                  <a:pt x="152970" y="275244"/>
                  <a:pt x="151928" y="275353"/>
                  <a:pt x="150876" y="275353"/>
                </a:cubicBezTo>
                <a:cubicBezTo>
                  <a:pt x="149824" y="275353"/>
                  <a:pt x="148883" y="275244"/>
                  <a:pt x="148051" y="275033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9" name="圖說"/>
          <p:cNvSpPr/>
          <p:nvPr/>
        </p:nvSpPr>
        <p:spPr>
          <a:xfrm>
            <a:off x="6632280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</a:t>
            </a:r>
            <a:endParaRPr lang="en-US" sz="750" dirty="0"/>
          </a:p>
        </p:txBody>
      </p:sp>
      <p:sp>
        <p:nvSpPr>
          <p:cNvPr id="190" name="圖示 認證"/>
          <p:cNvSpPr/>
          <p:nvPr/>
        </p:nvSpPr>
        <p:spPr>
          <a:xfrm>
            <a:off x="7331774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7992" y="165653"/>
                </a:moveTo>
                <a:lnTo>
                  <a:pt x="113157" y="140818"/>
                </a:lnTo>
                <a:cubicBezTo>
                  <a:pt x="111273" y="138934"/>
                  <a:pt x="108969" y="137992"/>
                  <a:pt x="106244" y="137992"/>
                </a:cubicBezTo>
                <a:cubicBezTo>
                  <a:pt x="103519" y="137992"/>
                  <a:pt x="101215" y="138934"/>
                  <a:pt x="99331" y="140818"/>
                </a:cubicBezTo>
                <a:cubicBezTo>
                  <a:pt x="97438" y="142701"/>
                  <a:pt x="96497" y="145006"/>
                  <a:pt x="96497" y="147730"/>
                </a:cubicBezTo>
                <a:cubicBezTo>
                  <a:pt x="96497" y="150455"/>
                  <a:pt x="97438" y="152760"/>
                  <a:pt x="99331" y="154652"/>
                </a:cubicBezTo>
                <a:lnTo>
                  <a:pt x="130448" y="186080"/>
                </a:lnTo>
                <a:cubicBezTo>
                  <a:pt x="132332" y="187964"/>
                  <a:pt x="134536" y="188906"/>
                  <a:pt x="137050" y="188906"/>
                </a:cubicBezTo>
                <a:cubicBezTo>
                  <a:pt x="139565" y="188906"/>
                  <a:pt x="141759" y="187964"/>
                  <a:pt x="143643" y="186080"/>
                </a:cubicBezTo>
                <a:lnTo>
                  <a:pt x="202110" y="127614"/>
                </a:lnTo>
                <a:cubicBezTo>
                  <a:pt x="203993" y="125730"/>
                  <a:pt x="204944" y="123426"/>
                  <a:pt x="204944" y="120701"/>
                </a:cubicBezTo>
                <a:cubicBezTo>
                  <a:pt x="204944" y="118186"/>
                  <a:pt x="204103" y="116092"/>
                  <a:pt x="202430" y="114419"/>
                </a:cubicBezTo>
                <a:cubicBezTo>
                  <a:pt x="200537" y="112736"/>
                  <a:pt x="198233" y="112005"/>
                  <a:pt x="195508" y="112215"/>
                </a:cubicBezTo>
                <a:cubicBezTo>
                  <a:pt x="192783" y="112215"/>
                  <a:pt x="190588" y="113056"/>
                  <a:pt x="188906" y="114730"/>
                </a:cubicBezTo>
                <a:lnTo>
                  <a:pt x="137992" y="165653"/>
                </a:lnTo>
                <a:close/>
                <a:moveTo>
                  <a:pt x="147730" y="275033"/>
                </a:moveTo>
                <a:cubicBezTo>
                  <a:pt x="146898" y="274823"/>
                  <a:pt x="145947" y="274512"/>
                  <a:pt x="144905" y="274091"/>
                </a:cubicBezTo>
                <a:cubicBezTo>
                  <a:pt x="115772" y="264243"/>
                  <a:pt x="92729" y="246641"/>
                  <a:pt x="75749" y="221285"/>
                </a:cubicBezTo>
                <a:cubicBezTo>
                  <a:pt x="58778" y="195718"/>
                  <a:pt x="50292" y="167747"/>
                  <a:pt x="50292" y="137361"/>
                </a:cubicBezTo>
                <a:lnTo>
                  <a:pt x="50292" y="75749"/>
                </a:lnTo>
                <a:cubicBezTo>
                  <a:pt x="50292" y="71771"/>
                  <a:pt x="51444" y="68105"/>
                  <a:pt x="53748" y="64749"/>
                </a:cubicBezTo>
                <a:cubicBezTo>
                  <a:pt x="56053" y="61612"/>
                  <a:pt x="58988" y="59299"/>
                  <a:pt x="62554" y="57836"/>
                </a:cubicBezTo>
                <a:lnTo>
                  <a:pt x="144274" y="27350"/>
                </a:lnTo>
                <a:cubicBezTo>
                  <a:pt x="146578" y="26508"/>
                  <a:pt x="148782" y="26088"/>
                  <a:pt x="150876" y="26088"/>
                </a:cubicBezTo>
                <a:cubicBezTo>
                  <a:pt x="152970" y="26088"/>
                  <a:pt x="155174" y="26508"/>
                  <a:pt x="157478" y="27350"/>
                </a:cubicBezTo>
                <a:lnTo>
                  <a:pt x="239198" y="57836"/>
                </a:lnTo>
                <a:cubicBezTo>
                  <a:pt x="242764" y="59299"/>
                  <a:pt x="245699" y="61612"/>
                  <a:pt x="248004" y="64749"/>
                </a:cubicBezTo>
                <a:cubicBezTo>
                  <a:pt x="250308" y="68105"/>
                  <a:pt x="251460" y="71771"/>
                  <a:pt x="251460" y="75749"/>
                </a:cubicBezTo>
                <a:lnTo>
                  <a:pt x="251460" y="137361"/>
                </a:lnTo>
                <a:cubicBezTo>
                  <a:pt x="251460" y="167747"/>
                  <a:pt x="242974" y="195718"/>
                  <a:pt x="226003" y="221285"/>
                </a:cubicBezTo>
                <a:cubicBezTo>
                  <a:pt x="209023" y="246641"/>
                  <a:pt x="185980" y="264243"/>
                  <a:pt x="156847" y="274091"/>
                </a:cubicBezTo>
                <a:cubicBezTo>
                  <a:pt x="155805" y="274512"/>
                  <a:pt x="154854" y="274823"/>
                  <a:pt x="154022" y="275033"/>
                </a:cubicBezTo>
                <a:cubicBezTo>
                  <a:pt x="152970" y="275244"/>
                  <a:pt x="151928" y="275353"/>
                  <a:pt x="150876" y="275353"/>
                </a:cubicBezTo>
                <a:cubicBezTo>
                  <a:pt x="149824" y="275353"/>
                  <a:pt x="148782" y="275244"/>
                  <a:pt x="147730" y="275033"/>
                </a:cubicBezTo>
                <a:close/>
                <a:moveTo>
                  <a:pt x="150876" y="256800"/>
                </a:moveTo>
                <a:cubicBezTo>
                  <a:pt x="174970" y="248845"/>
                  <a:pt x="194676" y="233858"/>
                  <a:pt x="209974" y="211857"/>
                </a:cubicBezTo>
                <a:cubicBezTo>
                  <a:pt x="225061" y="189647"/>
                  <a:pt x="232605" y="164811"/>
                  <a:pt x="232605" y="137361"/>
                </a:cubicBezTo>
                <a:lnTo>
                  <a:pt x="232605" y="75749"/>
                </a:lnTo>
                <a:lnTo>
                  <a:pt x="150876" y="44952"/>
                </a:lnTo>
                <a:lnTo>
                  <a:pt x="69156" y="75749"/>
                </a:lnTo>
                <a:lnTo>
                  <a:pt x="69156" y="137361"/>
                </a:lnTo>
                <a:cubicBezTo>
                  <a:pt x="69156" y="164811"/>
                  <a:pt x="76800" y="189647"/>
                  <a:pt x="92098" y="211857"/>
                </a:cubicBezTo>
                <a:cubicBezTo>
                  <a:pt x="107186" y="233858"/>
                  <a:pt x="126782" y="248845"/>
                  <a:pt x="150876" y="256800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1" name="圖說"/>
          <p:cNvSpPr/>
          <p:nvPr/>
        </p:nvSpPr>
        <p:spPr>
          <a:xfrm>
            <a:off x="7187001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750" dirty="0"/>
          </a:p>
        </p:txBody>
      </p:sp>
      <p:sp>
        <p:nvSpPr>
          <p:cNvPr id="192" name="圖示 金鑰"/>
          <p:cNvSpPr/>
          <p:nvPr/>
        </p:nvSpPr>
        <p:spPr>
          <a:xfrm>
            <a:off x="7886494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2923" y="165964"/>
                </a:moveTo>
                <a:cubicBezTo>
                  <a:pt x="68735" y="161776"/>
                  <a:pt x="66641" y="156746"/>
                  <a:pt x="66641" y="150876"/>
                </a:cubicBezTo>
                <a:cubicBezTo>
                  <a:pt x="66641" y="145006"/>
                  <a:pt x="68735" y="139976"/>
                  <a:pt x="72923" y="135788"/>
                </a:cubicBezTo>
                <a:cubicBezTo>
                  <a:pt x="77111" y="131600"/>
                  <a:pt x="82141" y="129506"/>
                  <a:pt x="88011" y="129506"/>
                </a:cubicBezTo>
                <a:cubicBezTo>
                  <a:pt x="93881" y="129506"/>
                  <a:pt x="98911" y="131600"/>
                  <a:pt x="103099" y="135788"/>
                </a:cubicBezTo>
                <a:cubicBezTo>
                  <a:pt x="107287" y="139976"/>
                  <a:pt x="109390" y="145006"/>
                  <a:pt x="109390" y="150876"/>
                </a:cubicBezTo>
                <a:cubicBezTo>
                  <a:pt x="109390" y="156746"/>
                  <a:pt x="107287" y="161776"/>
                  <a:pt x="103099" y="165964"/>
                </a:cubicBezTo>
                <a:cubicBezTo>
                  <a:pt x="98911" y="170152"/>
                  <a:pt x="93881" y="172255"/>
                  <a:pt x="88011" y="172255"/>
                </a:cubicBezTo>
                <a:cubicBezTo>
                  <a:pt x="82141" y="172255"/>
                  <a:pt x="77111" y="170152"/>
                  <a:pt x="72923" y="165964"/>
                </a:cubicBezTo>
                <a:close/>
                <a:moveTo>
                  <a:pt x="88011" y="226314"/>
                </a:moveTo>
                <a:cubicBezTo>
                  <a:pt x="67053" y="226314"/>
                  <a:pt x="49240" y="218981"/>
                  <a:pt x="34573" y="204314"/>
                </a:cubicBezTo>
                <a:cubicBezTo>
                  <a:pt x="19906" y="189647"/>
                  <a:pt x="12573" y="171834"/>
                  <a:pt x="12573" y="150876"/>
                </a:cubicBezTo>
                <a:cubicBezTo>
                  <a:pt x="12573" y="129918"/>
                  <a:pt x="19906" y="112105"/>
                  <a:pt x="34573" y="97438"/>
                </a:cubicBezTo>
                <a:cubicBezTo>
                  <a:pt x="49240" y="82771"/>
                  <a:pt x="67053" y="75438"/>
                  <a:pt x="88011" y="75438"/>
                </a:cubicBezTo>
                <a:cubicBezTo>
                  <a:pt x="103099" y="75438"/>
                  <a:pt x="116303" y="79004"/>
                  <a:pt x="127614" y="86127"/>
                </a:cubicBezTo>
                <a:cubicBezTo>
                  <a:pt x="138934" y="93251"/>
                  <a:pt x="147840" y="104040"/>
                  <a:pt x="154332" y="118497"/>
                </a:cubicBezTo>
                <a:lnTo>
                  <a:pt x="262460" y="118497"/>
                </a:lnTo>
                <a:cubicBezTo>
                  <a:pt x="263722" y="118497"/>
                  <a:pt x="264874" y="118707"/>
                  <a:pt x="265917" y="119128"/>
                </a:cubicBezTo>
                <a:cubicBezTo>
                  <a:pt x="266968" y="119549"/>
                  <a:pt x="268011" y="120280"/>
                  <a:pt x="269062" y="121332"/>
                </a:cubicBezTo>
                <a:lnTo>
                  <a:pt x="294839" y="147109"/>
                </a:lnTo>
                <a:cubicBezTo>
                  <a:pt x="295882" y="148151"/>
                  <a:pt x="296622" y="149303"/>
                  <a:pt x="297034" y="150565"/>
                </a:cubicBezTo>
                <a:cubicBezTo>
                  <a:pt x="297454" y="151608"/>
                  <a:pt x="297665" y="152760"/>
                  <a:pt x="297665" y="154022"/>
                </a:cubicBezTo>
                <a:cubicBezTo>
                  <a:pt x="297665" y="155274"/>
                  <a:pt x="297454" y="156426"/>
                  <a:pt x="297034" y="157478"/>
                </a:cubicBezTo>
                <a:cubicBezTo>
                  <a:pt x="296412" y="158520"/>
                  <a:pt x="295571" y="159572"/>
                  <a:pt x="294519" y="160624"/>
                </a:cubicBezTo>
                <a:lnTo>
                  <a:pt x="255236" y="196770"/>
                </a:lnTo>
                <a:cubicBezTo>
                  <a:pt x="254395" y="197602"/>
                  <a:pt x="253453" y="198233"/>
                  <a:pt x="252402" y="198653"/>
                </a:cubicBezTo>
                <a:cubicBezTo>
                  <a:pt x="251359" y="199074"/>
                  <a:pt x="250308" y="199284"/>
                  <a:pt x="249256" y="199284"/>
                </a:cubicBezTo>
                <a:cubicBezTo>
                  <a:pt x="248214" y="199284"/>
                  <a:pt x="247272" y="199175"/>
                  <a:pt x="246431" y="198964"/>
                </a:cubicBezTo>
                <a:cubicBezTo>
                  <a:pt x="245379" y="198754"/>
                  <a:pt x="244337" y="198343"/>
                  <a:pt x="243285" y="197712"/>
                </a:cubicBezTo>
                <a:lnTo>
                  <a:pt x="221596" y="181993"/>
                </a:lnTo>
                <a:lnTo>
                  <a:pt x="199595" y="198022"/>
                </a:lnTo>
                <a:cubicBezTo>
                  <a:pt x="198754" y="198653"/>
                  <a:pt x="197922" y="199074"/>
                  <a:pt x="197081" y="199284"/>
                </a:cubicBezTo>
                <a:cubicBezTo>
                  <a:pt x="196038" y="199495"/>
                  <a:pt x="194987" y="199595"/>
                  <a:pt x="193935" y="199595"/>
                </a:cubicBezTo>
                <a:cubicBezTo>
                  <a:pt x="192893" y="199595"/>
                  <a:pt x="191951" y="199495"/>
                  <a:pt x="191110" y="199284"/>
                </a:cubicBezTo>
                <a:cubicBezTo>
                  <a:pt x="190058" y="198864"/>
                  <a:pt x="189116" y="198343"/>
                  <a:pt x="188284" y="197712"/>
                </a:cubicBezTo>
                <a:lnTo>
                  <a:pt x="170362" y="183255"/>
                </a:lnTo>
                <a:lnTo>
                  <a:pt x="154332" y="183255"/>
                </a:lnTo>
                <a:cubicBezTo>
                  <a:pt x="149093" y="195828"/>
                  <a:pt x="140918" y="206197"/>
                  <a:pt x="129817" y="214372"/>
                </a:cubicBezTo>
                <a:cubicBezTo>
                  <a:pt x="118497" y="222336"/>
                  <a:pt x="104562" y="226314"/>
                  <a:pt x="88011" y="226314"/>
                </a:cubicBezTo>
                <a:close/>
                <a:moveTo>
                  <a:pt x="88011" y="207459"/>
                </a:moveTo>
                <a:cubicBezTo>
                  <a:pt x="100163" y="207459"/>
                  <a:pt x="111374" y="203472"/>
                  <a:pt x="121643" y="195508"/>
                </a:cubicBezTo>
                <a:cubicBezTo>
                  <a:pt x="131911" y="187342"/>
                  <a:pt x="138513" y="176964"/>
                  <a:pt x="141449" y="164391"/>
                </a:cubicBezTo>
                <a:lnTo>
                  <a:pt x="177284" y="164391"/>
                </a:lnTo>
                <a:lnTo>
                  <a:pt x="194255" y="178537"/>
                </a:lnTo>
                <a:cubicBezTo>
                  <a:pt x="194045" y="178537"/>
                  <a:pt x="194045" y="178537"/>
                  <a:pt x="194255" y="178537"/>
                </a:cubicBezTo>
                <a:lnTo>
                  <a:pt x="194566" y="178537"/>
                </a:lnTo>
                <a:lnTo>
                  <a:pt x="194255" y="178537"/>
                </a:lnTo>
                <a:lnTo>
                  <a:pt x="221916" y="158731"/>
                </a:lnTo>
                <a:lnTo>
                  <a:pt x="247693" y="178226"/>
                </a:lnTo>
                <a:lnTo>
                  <a:pt x="274402" y="153391"/>
                </a:lnTo>
                <a:lnTo>
                  <a:pt x="274722" y="153701"/>
                </a:lnTo>
                <a:lnTo>
                  <a:pt x="274402" y="153391"/>
                </a:lnTo>
                <a:lnTo>
                  <a:pt x="274722" y="153391"/>
                </a:lnTo>
                <a:lnTo>
                  <a:pt x="274402" y="153391"/>
                </a:lnTo>
                <a:lnTo>
                  <a:pt x="258373" y="137361"/>
                </a:lnTo>
                <a:lnTo>
                  <a:pt x="141449" y="137361"/>
                </a:lnTo>
                <a:cubicBezTo>
                  <a:pt x="138934" y="125629"/>
                  <a:pt x="132643" y="115571"/>
                  <a:pt x="122584" y="107186"/>
                </a:cubicBezTo>
                <a:cubicBezTo>
                  <a:pt x="112526" y="98591"/>
                  <a:pt x="101005" y="94302"/>
                  <a:pt x="88011" y="94302"/>
                </a:cubicBezTo>
                <a:cubicBezTo>
                  <a:pt x="72292" y="94302"/>
                  <a:pt x="58988" y="99852"/>
                  <a:pt x="48088" y="110953"/>
                </a:cubicBezTo>
                <a:cubicBezTo>
                  <a:pt x="36987" y="121853"/>
                  <a:pt x="31437" y="135157"/>
                  <a:pt x="31437" y="150876"/>
                </a:cubicBezTo>
                <a:cubicBezTo>
                  <a:pt x="31437" y="166595"/>
                  <a:pt x="36987" y="180000"/>
                  <a:pt x="48088" y="191110"/>
                </a:cubicBezTo>
                <a:cubicBezTo>
                  <a:pt x="58988" y="202009"/>
                  <a:pt x="72292" y="207459"/>
                  <a:pt x="88011" y="207459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3" name="圖說"/>
          <p:cNvSpPr/>
          <p:nvPr/>
        </p:nvSpPr>
        <p:spPr>
          <a:xfrm>
            <a:off x="7741722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</a:t>
            </a:r>
            <a:endParaRPr lang="en-US" sz="750" dirty="0"/>
          </a:p>
        </p:txBody>
      </p:sp>
      <p:sp>
        <p:nvSpPr>
          <p:cNvPr id="194" name="圖示 交換"/>
          <p:cNvSpPr/>
          <p:nvPr/>
        </p:nvSpPr>
        <p:spPr>
          <a:xfrm>
            <a:off x="8441215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0981" y="200226"/>
                </a:moveTo>
                <a:lnTo>
                  <a:pt x="92409" y="231654"/>
                </a:lnTo>
                <a:cubicBezTo>
                  <a:pt x="94302" y="233547"/>
                  <a:pt x="95244" y="235741"/>
                  <a:pt x="95244" y="238256"/>
                </a:cubicBezTo>
                <a:cubicBezTo>
                  <a:pt x="95244" y="240771"/>
                  <a:pt x="94302" y="242974"/>
                  <a:pt x="92409" y="244858"/>
                </a:cubicBezTo>
                <a:cubicBezTo>
                  <a:pt x="90526" y="246742"/>
                  <a:pt x="88322" y="247693"/>
                  <a:pt x="85807" y="247693"/>
                </a:cubicBezTo>
                <a:cubicBezTo>
                  <a:pt x="83293" y="247693"/>
                  <a:pt x="81098" y="246742"/>
                  <a:pt x="79214" y="244858"/>
                </a:cubicBezTo>
                <a:lnTo>
                  <a:pt x="31748" y="197401"/>
                </a:lnTo>
                <a:cubicBezTo>
                  <a:pt x="30696" y="196349"/>
                  <a:pt x="29965" y="195298"/>
                  <a:pt x="29544" y="194255"/>
                </a:cubicBezTo>
                <a:cubicBezTo>
                  <a:pt x="29124" y="193204"/>
                  <a:pt x="28922" y="192051"/>
                  <a:pt x="28922" y="190799"/>
                </a:cubicBezTo>
                <a:cubicBezTo>
                  <a:pt x="28922" y="189537"/>
                  <a:pt x="29124" y="188385"/>
                  <a:pt x="29544" y="187342"/>
                </a:cubicBezTo>
                <a:cubicBezTo>
                  <a:pt x="29965" y="186291"/>
                  <a:pt x="30696" y="185239"/>
                  <a:pt x="31748" y="184197"/>
                </a:cubicBezTo>
                <a:lnTo>
                  <a:pt x="79214" y="136730"/>
                </a:lnTo>
                <a:cubicBezTo>
                  <a:pt x="81098" y="134847"/>
                  <a:pt x="83293" y="133905"/>
                  <a:pt x="85807" y="133905"/>
                </a:cubicBezTo>
                <a:cubicBezTo>
                  <a:pt x="88322" y="133905"/>
                  <a:pt x="90526" y="134847"/>
                  <a:pt x="92409" y="136730"/>
                </a:cubicBezTo>
                <a:cubicBezTo>
                  <a:pt x="94302" y="138614"/>
                  <a:pt x="95244" y="140818"/>
                  <a:pt x="95244" y="143332"/>
                </a:cubicBezTo>
                <a:cubicBezTo>
                  <a:pt x="95244" y="145847"/>
                  <a:pt x="94302" y="148051"/>
                  <a:pt x="92409" y="149934"/>
                </a:cubicBezTo>
                <a:lnTo>
                  <a:pt x="60981" y="181362"/>
                </a:lnTo>
                <a:lnTo>
                  <a:pt x="150876" y="181362"/>
                </a:lnTo>
                <a:cubicBezTo>
                  <a:pt x="153601" y="181362"/>
                  <a:pt x="155905" y="182313"/>
                  <a:pt x="157789" y="184197"/>
                </a:cubicBezTo>
                <a:cubicBezTo>
                  <a:pt x="159471" y="185870"/>
                  <a:pt x="160303" y="188074"/>
                  <a:pt x="160303" y="190799"/>
                </a:cubicBezTo>
                <a:cubicBezTo>
                  <a:pt x="160303" y="193524"/>
                  <a:pt x="159471" y="195828"/>
                  <a:pt x="157789" y="197712"/>
                </a:cubicBezTo>
                <a:cubicBezTo>
                  <a:pt x="155905" y="199385"/>
                  <a:pt x="153601" y="200226"/>
                  <a:pt x="150876" y="200226"/>
                </a:cubicBezTo>
                <a:lnTo>
                  <a:pt x="60981" y="200226"/>
                </a:lnTo>
                <a:close/>
                <a:moveTo>
                  <a:pt x="240771" y="120390"/>
                </a:moveTo>
                <a:lnTo>
                  <a:pt x="150876" y="120390"/>
                </a:lnTo>
                <a:cubicBezTo>
                  <a:pt x="148151" y="120390"/>
                  <a:pt x="145947" y="119549"/>
                  <a:pt x="144274" y="117875"/>
                </a:cubicBezTo>
                <a:cubicBezTo>
                  <a:pt x="142390" y="115982"/>
                  <a:pt x="141449" y="113678"/>
                  <a:pt x="141449" y="110953"/>
                </a:cubicBezTo>
                <a:cubicBezTo>
                  <a:pt x="141449" y="108228"/>
                  <a:pt x="142390" y="106034"/>
                  <a:pt x="144274" y="104360"/>
                </a:cubicBezTo>
                <a:cubicBezTo>
                  <a:pt x="145947" y="102468"/>
                  <a:pt x="148151" y="101526"/>
                  <a:pt x="150876" y="101526"/>
                </a:cubicBezTo>
                <a:lnTo>
                  <a:pt x="240771" y="101526"/>
                </a:lnTo>
                <a:lnTo>
                  <a:pt x="209343" y="70098"/>
                </a:lnTo>
                <a:cubicBezTo>
                  <a:pt x="207459" y="68205"/>
                  <a:pt x="206508" y="66011"/>
                  <a:pt x="206508" y="63496"/>
                </a:cubicBezTo>
                <a:cubicBezTo>
                  <a:pt x="206508" y="60981"/>
                  <a:pt x="207459" y="58778"/>
                  <a:pt x="209343" y="56894"/>
                </a:cubicBezTo>
                <a:cubicBezTo>
                  <a:pt x="211226" y="55010"/>
                  <a:pt x="213430" y="54068"/>
                  <a:pt x="215945" y="54068"/>
                </a:cubicBezTo>
                <a:cubicBezTo>
                  <a:pt x="218459" y="54068"/>
                  <a:pt x="220654" y="55010"/>
                  <a:pt x="222547" y="56894"/>
                </a:cubicBezTo>
                <a:lnTo>
                  <a:pt x="270004" y="104360"/>
                </a:lnTo>
                <a:cubicBezTo>
                  <a:pt x="271056" y="105403"/>
                  <a:pt x="271787" y="106454"/>
                  <a:pt x="272208" y="107497"/>
                </a:cubicBezTo>
                <a:cubicBezTo>
                  <a:pt x="272628" y="108548"/>
                  <a:pt x="272839" y="109701"/>
                  <a:pt x="272839" y="110953"/>
                </a:cubicBezTo>
                <a:cubicBezTo>
                  <a:pt x="272839" y="112215"/>
                  <a:pt x="272628" y="113367"/>
                  <a:pt x="272208" y="114419"/>
                </a:cubicBezTo>
                <a:cubicBezTo>
                  <a:pt x="271787" y="115461"/>
                  <a:pt x="271056" y="116513"/>
                  <a:pt x="270004" y="117555"/>
                </a:cubicBezTo>
                <a:lnTo>
                  <a:pt x="222547" y="165022"/>
                </a:lnTo>
                <a:cubicBezTo>
                  <a:pt x="220654" y="166905"/>
                  <a:pt x="218459" y="167847"/>
                  <a:pt x="215945" y="167847"/>
                </a:cubicBezTo>
                <a:cubicBezTo>
                  <a:pt x="213430" y="167847"/>
                  <a:pt x="211226" y="166905"/>
                  <a:pt x="209343" y="165022"/>
                </a:cubicBezTo>
                <a:cubicBezTo>
                  <a:pt x="207459" y="163138"/>
                  <a:pt x="206508" y="160934"/>
                  <a:pt x="206508" y="158420"/>
                </a:cubicBezTo>
                <a:cubicBezTo>
                  <a:pt x="206508" y="155905"/>
                  <a:pt x="207459" y="153701"/>
                  <a:pt x="209343" y="151818"/>
                </a:cubicBezTo>
                <a:lnTo>
                  <a:pt x="240771" y="12039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5" name="圖說"/>
          <p:cNvSpPr/>
          <p:nvPr/>
        </p:nvSpPr>
        <p:spPr>
          <a:xfrm>
            <a:off x="8296443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750" dirty="0"/>
          </a:p>
        </p:txBody>
      </p:sp>
      <p:sp>
        <p:nvSpPr>
          <p:cNvPr id="196" name="圖示 分流"/>
          <p:cNvSpPr/>
          <p:nvPr/>
        </p:nvSpPr>
        <p:spPr>
          <a:xfrm>
            <a:off x="8995936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1449" y="267179"/>
                </a:moveTo>
                <a:lnTo>
                  <a:pt x="141449" y="213741"/>
                </a:lnTo>
                <a:cubicBezTo>
                  <a:pt x="141449" y="203683"/>
                  <a:pt x="139766" y="195407"/>
                  <a:pt x="136419" y="188906"/>
                </a:cubicBezTo>
                <a:cubicBezTo>
                  <a:pt x="133063" y="182414"/>
                  <a:pt x="127934" y="175711"/>
                  <a:pt x="121012" y="168789"/>
                </a:cubicBezTo>
                <a:lnTo>
                  <a:pt x="134536" y="155274"/>
                </a:lnTo>
                <a:cubicBezTo>
                  <a:pt x="137251" y="157579"/>
                  <a:pt x="140187" y="160724"/>
                  <a:pt x="143332" y="164711"/>
                </a:cubicBezTo>
                <a:cubicBezTo>
                  <a:pt x="146267" y="168689"/>
                  <a:pt x="148782" y="172355"/>
                  <a:pt x="150876" y="175711"/>
                </a:cubicBezTo>
                <a:cubicBezTo>
                  <a:pt x="154442" y="170261"/>
                  <a:pt x="157999" y="165543"/>
                  <a:pt x="161565" y="161565"/>
                </a:cubicBezTo>
                <a:cubicBezTo>
                  <a:pt x="164912" y="157579"/>
                  <a:pt x="168167" y="154232"/>
                  <a:pt x="171304" y="151507"/>
                </a:cubicBezTo>
                <a:cubicBezTo>
                  <a:pt x="183465" y="141659"/>
                  <a:pt x="192262" y="129817"/>
                  <a:pt x="197712" y="115982"/>
                </a:cubicBezTo>
                <a:cubicBezTo>
                  <a:pt x="202951" y="101946"/>
                  <a:pt x="204944" y="83613"/>
                  <a:pt x="203683" y="60981"/>
                </a:cubicBezTo>
                <a:lnTo>
                  <a:pt x="181993" y="82671"/>
                </a:lnTo>
                <a:cubicBezTo>
                  <a:pt x="180109" y="84555"/>
                  <a:pt x="177906" y="85496"/>
                  <a:pt x="175391" y="85496"/>
                </a:cubicBezTo>
                <a:cubicBezTo>
                  <a:pt x="172876" y="85496"/>
                  <a:pt x="170682" y="84555"/>
                  <a:pt x="168789" y="82671"/>
                </a:cubicBezTo>
                <a:cubicBezTo>
                  <a:pt x="166905" y="80778"/>
                  <a:pt x="165964" y="78584"/>
                  <a:pt x="165964" y="76069"/>
                </a:cubicBezTo>
                <a:cubicBezTo>
                  <a:pt x="165964" y="73554"/>
                  <a:pt x="166905" y="71351"/>
                  <a:pt x="168789" y="69467"/>
                </a:cubicBezTo>
                <a:lnTo>
                  <a:pt x="206508" y="31748"/>
                </a:lnTo>
                <a:cubicBezTo>
                  <a:pt x="207560" y="30696"/>
                  <a:pt x="208611" y="29965"/>
                  <a:pt x="209654" y="29544"/>
                </a:cubicBezTo>
                <a:cubicBezTo>
                  <a:pt x="210705" y="29124"/>
                  <a:pt x="211857" y="28922"/>
                  <a:pt x="213110" y="28922"/>
                </a:cubicBezTo>
                <a:cubicBezTo>
                  <a:pt x="214372" y="28922"/>
                  <a:pt x="215524" y="29124"/>
                  <a:pt x="216566" y="29544"/>
                </a:cubicBezTo>
                <a:cubicBezTo>
                  <a:pt x="217618" y="29965"/>
                  <a:pt x="218670" y="30696"/>
                  <a:pt x="219712" y="31748"/>
                </a:cubicBezTo>
                <a:lnTo>
                  <a:pt x="257431" y="69467"/>
                </a:lnTo>
                <a:cubicBezTo>
                  <a:pt x="259315" y="71351"/>
                  <a:pt x="260266" y="73554"/>
                  <a:pt x="260266" y="76069"/>
                </a:cubicBezTo>
                <a:cubicBezTo>
                  <a:pt x="260266" y="78584"/>
                  <a:pt x="259315" y="80778"/>
                  <a:pt x="257431" y="82671"/>
                </a:cubicBezTo>
                <a:cubicBezTo>
                  <a:pt x="255547" y="84555"/>
                  <a:pt x="253344" y="85496"/>
                  <a:pt x="250829" y="85496"/>
                </a:cubicBezTo>
                <a:cubicBezTo>
                  <a:pt x="248314" y="85496"/>
                  <a:pt x="246120" y="84555"/>
                  <a:pt x="244227" y="82671"/>
                </a:cubicBezTo>
                <a:lnTo>
                  <a:pt x="222547" y="60981"/>
                </a:lnTo>
                <a:cubicBezTo>
                  <a:pt x="223589" y="87380"/>
                  <a:pt x="221074" y="108228"/>
                  <a:pt x="215003" y="123526"/>
                </a:cubicBezTo>
                <a:cubicBezTo>
                  <a:pt x="208712" y="138614"/>
                  <a:pt x="198343" y="152760"/>
                  <a:pt x="183877" y="165964"/>
                </a:cubicBezTo>
                <a:cubicBezTo>
                  <a:pt x="174660" y="174349"/>
                  <a:pt x="168478" y="181993"/>
                  <a:pt x="165333" y="188906"/>
                </a:cubicBezTo>
                <a:cubicBezTo>
                  <a:pt x="161986" y="195828"/>
                  <a:pt x="160303" y="204103"/>
                  <a:pt x="160303" y="213741"/>
                </a:cubicBezTo>
                <a:lnTo>
                  <a:pt x="160303" y="267179"/>
                </a:lnTo>
                <a:cubicBezTo>
                  <a:pt x="160303" y="269903"/>
                  <a:pt x="159471" y="272208"/>
                  <a:pt x="157789" y="274091"/>
                </a:cubicBezTo>
                <a:cubicBezTo>
                  <a:pt x="155905" y="275765"/>
                  <a:pt x="153601" y="276606"/>
                  <a:pt x="150876" y="276606"/>
                </a:cubicBezTo>
                <a:cubicBezTo>
                  <a:pt x="148151" y="276606"/>
                  <a:pt x="145947" y="275765"/>
                  <a:pt x="144274" y="274091"/>
                </a:cubicBezTo>
                <a:cubicBezTo>
                  <a:pt x="142390" y="272208"/>
                  <a:pt x="141449" y="269903"/>
                  <a:pt x="141449" y="267179"/>
                </a:cubicBezTo>
                <a:close/>
                <a:moveTo>
                  <a:pt x="81098" y="101846"/>
                </a:moveTo>
                <a:cubicBezTo>
                  <a:pt x="80257" y="98069"/>
                  <a:pt x="79626" y="92620"/>
                  <a:pt x="79214" y="85496"/>
                </a:cubicBezTo>
                <a:cubicBezTo>
                  <a:pt x="78584" y="78163"/>
                  <a:pt x="78474" y="70098"/>
                  <a:pt x="78894" y="61292"/>
                </a:cubicBezTo>
                <a:lnTo>
                  <a:pt x="57525" y="82671"/>
                </a:lnTo>
                <a:cubicBezTo>
                  <a:pt x="55632" y="84555"/>
                  <a:pt x="53438" y="85496"/>
                  <a:pt x="50923" y="85496"/>
                </a:cubicBezTo>
                <a:cubicBezTo>
                  <a:pt x="48408" y="85496"/>
                  <a:pt x="46205" y="84555"/>
                  <a:pt x="44321" y="82671"/>
                </a:cubicBezTo>
                <a:cubicBezTo>
                  <a:pt x="42437" y="80778"/>
                  <a:pt x="41495" y="78584"/>
                  <a:pt x="41495" y="76069"/>
                </a:cubicBezTo>
                <a:cubicBezTo>
                  <a:pt x="41495" y="73554"/>
                  <a:pt x="42437" y="71351"/>
                  <a:pt x="44321" y="69467"/>
                </a:cubicBezTo>
                <a:lnTo>
                  <a:pt x="82040" y="31748"/>
                </a:lnTo>
                <a:cubicBezTo>
                  <a:pt x="83082" y="30696"/>
                  <a:pt x="84134" y="29965"/>
                  <a:pt x="85186" y="29544"/>
                </a:cubicBezTo>
                <a:cubicBezTo>
                  <a:pt x="86228" y="29124"/>
                  <a:pt x="87380" y="28922"/>
                  <a:pt x="88642" y="28922"/>
                </a:cubicBezTo>
                <a:cubicBezTo>
                  <a:pt x="89895" y="28922"/>
                  <a:pt x="91047" y="29124"/>
                  <a:pt x="92098" y="29544"/>
                </a:cubicBezTo>
                <a:cubicBezTo>
                  <a:pt x="93141" y="29965"/>
                  <a:pt x="94192" y="30696"/>
                  <a:pt x="95244" y="31748"/>
                </a:cubicBezTo>
                <a:lnTo>
                  <a:pt x="132963" y="69467"/>
                </a:lnTo>
                <a:cubicBezTo>
                  <a:pt x="134847" y="71351"/>
                  <a:pt x="135788" y="73554"/>
                  <a:pt x="135788" y="76069"/>
                </a:cubicBezTo>
                <a:cubicBezTo>
                  <a:pt x="135788" y="78584"/>
                  <a:pt x="134847" y="80778"/>
                  <a:pt x="132963" y="82671"/>
                </a:cubicBezTo>
                <a:cubicBezTo>
                  <a:pt x="131070" y="84555"/>
                  <a:pt x="128876" y="85496"/>
                  <a:pt x="126361" y="85496"/>
                </a:cubicBezTo>
                <a:cubicBezTo>
                  <a:pt x="123846" y="85496"/>
                  <a:pt x="121643" y="84555"/>
                  <a:pt x="119759" y="82671"/>
                </a:cubicBezTo>
                <a:lnTo>
                  <a:pt x="98069" y="60981"/>
                </a:lnTo>
                <a:cubicBezTo>
                  <a:pt x="97649" y="68946"/>
                  <a:pt x="97548" y="75959"/>
                  <a:pt x="97759" y="82040"/>
                </a:cubicBezTo>
                <a:cubicBezTo>
                  <a:pt x="97969" y="87910"/>
                  <a:pt x="98490" y="93040"/>
                  <a:pt x="99331" y="97438"/>
                </a:cubicBezTo>
                <a:lnTo>
                  <a:pt x="81098" y="101846"/>
                </a:lnTo>
                <a:close/>
                <a:moveTo>
                  <a:pt x="107497" y="155594"/>
                </a:moveTo>
                <a:cubicBezTo>
                  <a:pt x="103940" y="151818"/>
                  <a:pt x="100063" y="146898"/>
                  <a:pt x="95866" y="140818"/>
                </a:cubicBezTo>
                <a:cubicBezTo>
                  <a:pt x="91467" y="134536"/>
                  <a:pt x="88112" y="127723"/>
                  <a:pt x="85807" y="120390"/>
                </a:cubicBezTo>
                <a:lnTo>
                  <a:pt x="104360" y="115672"/>
                </a:lnTo>
                <a:cubicBezTo>
                  <a:pt x="106244" y="120911"/>
                  <a:pt x="108759" y="125940"/>
                  <a:pt x="111904" y="130759"/>
                </a:cubicBezTo>
                <a:cubicBezTo>
                  <a:pt x="115041" y="135578"/>
                  <a:pt x="117976" y="139455"/>
                  <a:pt x="120701" y="142390"/>
                </a:cubicBezTo>
                <a:lnTo>
                  <a:pt x="107497" y="15559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7" name="圖說"/>
          <p:cNvSpPr/>
          <p:nvPr/>
        </p:nvSpPr>
        <p:spPr>
          <a:xfrm>
            <a:off x="8851163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</a:t>
            </a:r>
            <a:endParaRPr lang="en-US" sz="750" dirty="0"/>
          </a:p>
        </p:txBody>
      </p:sp>
      <p:sp>
        <p:nvSpPr>
          <p:cNvPr id="198" name="圖示 分歧"/>
          <p:cNvSpPr/>
          <p:nvPr/>
        </p:nvSpPr>
        <p:spPr>
          <a:xfrm>
            <a:off x="9550657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9156" y="82351"/>
                </a:moveTo>
                <a:lnTo>
                  <a:pt x="69156" y="111584"/>
                </a:lnTo>
                <a:cubicBezTo>
                  <a:pt x="69156" y="114309"/>
                  <a:pt x="68205" y="116513"/>
                  <a:pt x="66321" y="118186"/>
                </a:cubicBezTo>
                <a:cubicBezTo>
                  <a:pt x="64648" y="120070"/>
                  <a:pt x="62444" y="121012"/>
                  <a:pt x="59719" y="121012"/>
                </a:cubicBezTo>
                <a:cubicBezTo>
                  <a:pt x="56995" y="121012"/>
                  <a:pt x="54800" y="120070"/>
                  <a:pt x="53117" y="118186"/>
                </a:cubicBezTo>
                <a:cubicBezTo>
                  <a:pt x="51234" y="116513"/>
                  <a:pt x="50292" y="114309"/>
                  <a:pt x="50292" y="111584"/>
                </a:cubicBezTo>
                <a:lnTo>
                  <a:pt x="50292" y="59719"/>
                </a:lnTo>
                <a:cubicBezTo>
                  <a:pt x="50292" y="56995"/>
                  <a:pt x="51234" y="54800"/>
                  <a:pt x="53117" y="53117"/>
                </a:cubicBezTo>
                <a:cubicBezTo>
                  <a:pt x="54800" y="51234"/>
                  <a:pt x="56995" y="50292"/>
                  <a:pt x="59719" y="50292"/>
                </a:cubicBezTo>
                <a:lnTo>
                  <a:pt x="111584" y="50292"/>
                </a:lnTo>
                <a:cubicBezTo>
                  <a:pt x="114309" y="50292"/>
                  <a:pt x="116513" y="51234"/>
                  <a:pt x="118186" y="53117"/>
                </a:cubicBezTo>
                <a:cubicBezTo>
                  <a:pt x="120070" y="54800"/>
                  <a:pt x="121012" y="56995"/>
                  <a:pt x="121012" y="59719"/>
                </a:cubicBezTo>
                <a:cubicBezTo>
                  <a:pt x="121012" y="62444"/>
                  <a:pt x="120070" y="64749"/>
                  <a:pt x="118186" y="66641"/>
                </a:cubicBezTo>
                <a:cubicBezTo>
                  <a:pt x="116513" y="68315"/>
                  <a:pt x="114309" y="69156"/>
                  <a:pt x="111584" y="69156"/>
                </a:cubicBezTo>
                <a:lnTo>
                  <a:pt x="82671" y="69156"/>
                </a:lnTo>
                <a:lnTo>
                  <a:pt x="155274" y="141759"/>
                </a:lnTo>
                <a:cubicBezTo>
                  <a:pt x="156957" y="143433"/>
                  <a:pt x="158319" y="145426"/>
                  <a:pt x="159362" y="147730"/>
                </a:cubicBezTo>
                <a:cubicBezTo>
                  <a:pt x="160413" y="150245"/>
                  <a:pt x="160934" y="152760"/>
                  <a:pt x="160934" y="155274"/>
                </a:cubicBezTo>
                <a:lnTo>
                  <a:pt x="160934" y="242033"/>
                </a:lnTo>
                <a:cubicBezTo>
                  <a:pt x="160934" y="244757"/>
                  <a:pt x="159993" y="246952"/>
                  <a:pt x="158109" y="248635"/>
                </a:cubicBezTo>
                <a:cubicBezTo>
                  <a:pt x="156426" y="250518"/>
                  <a:pt x="154232" y="251460"/>
                  <a:pt x="151507" y="251460"/>
                </a:cubicBezTo>
                <a:cubicBezTo>
                  <a:pt x="148782" y="251460"/>
                  <a:pt x="146578" y="250518"/>
                  <a:pt x="144905" y="248635"/>
                </a:cubicBezTo>
                <a:cubicBezTo>
                  <a:pt x="143021" y="246952"/>
                  <a:pt x="142079" y="244757"/>
                  <a:pt x="142079" y="242033"/>
                </a:cubicBezTo>
                <a:lnTo>
                  <a:pt x="142079" y="155274"/>
                </a:lnTo>
                <a:lnTo>
                  <a:pt x="69156" y="82351"/>
                </a:lnTo>
                <a:close/>
                <a:moveTo>
                  <a:pt x="232605" y="82351"/>
                </a:moveTo>
                <a:lnTo>
                  <a:pt x="184197" y="130448"/>
                </a:lnTo>
                <a:cubicBezTo>
                  <a:pt x="182313" y="132332"/>
                  <a:pt x="180109" y="133274"/>
                  <a:pt x="177595" y="133274"/>
                </a:cubicBezTo>
                <a:cubicBezTo>
                  <a:pt x="175080" y="133274"/>
                  <a:pt x="172876" y="132332"/>
                  <a:pt x="170993" y="130448"/>
                </a:cubicBezTo>
                <a:cubicBezTo>
                  <a:pt x="169109" y="128555"/>
                  <a:pt x="168167" y="126361"/>
                  <a:pt x="168167" y="123846"/>
                </a:cubicBezTo>
                <a:cubicBezTo>
                  <a:pt x="168167" y="121332"/>
                  <a:pt x="169109" y="119128"/>
                  <a:pt x="170993" y="117244"/>
                </a:cubicBezTo>
                <a:lnTo>
                  <a:pt x="219081" y="69156"/>
                </a:lnTo>
                <a:lnTo>
                  <a:pt x="190168" y="69156"/>
                </a:lnTo>
                <a:cubicBezTo>
                  <a:pt x="187443" y="69156"/>
                  <a:pt x="185239" y="68205"/>
                  <a:pt x="183566" y="66321"/>
                </a:cubicBezTo>
                <a:cubicBezTo>
                  <a:pt x="181682" y="64648"/>
                  <a:pt x="180740" y="62444"/>
                  <a:pt x="180740" y="59719"/>
                </a:cubicBezTo>
                <a:cubicBezTo>
                  <a:pt x="180740" y="56995"/>
                  <a:pt x="181682" y="54800"/>
                  <a:pt x="183566" y="53117"/>
                </a:cubicBezTo>
                <a:cubicBezTo>
                  <a:pt x="185239" y="51234"/>
                  <a:pt x="187443" y="50292"/>
                  <a:pt x="190168" y="50292"/>
                </a:cubicBezTo>
                <a:lnTo>
                  <a:pt x="242033" y="50292"/>
                </a:lnTo>
                <a:cubicBezTo>
                  <a:pt x="244757" y="50292"/>
                  <a:pt x="246952" y="51234"/>
                  <a:pt x="248635" y="53117"/>
                </a:cubicBezTo>
                <a:cubicBezTo>
                  <a:pt x="250518" y="54800"/>
                  <a:pt x="251460" y="56995"/>
                  <a:pt x="251460" y="59719"/>
                </a:cubicBezTo>
                <a:lnTo>
                  <a:pt x="251460" y="111584"/>
                </a:lnTo>
                <a:cubicBezTo>
                  <a:pt x="251460" y="114309"/>
                  <a:pt x="250518" y="116513"/>
                  <a:pt x="248635" y="118186"/>
                </a:cubicBezTo>
                <a:cubicBezTo>
                  <a:pt x="246952" y="120070"/>
                  <a:pt x="244757" y="121012"/>
                  <a:pt x="242033" y="121012"/>
                </a:cubicBezTo>
                <a:cubicBezTo>
                  <a:pt x="239308" y="121012"/>
                  <a:pt x="237104" y="120070"/>
                  <a:pt x="235431" y="118186"/>
                </a:cubicBezTo>
                <a:cubicBezTo>
                  <a:pt x="233547" y="116513"/>
                  <a:pt x="232605" y="114309"/>
                  <a:pt x="232605" y="111584"/>
                </a:cubicBezTo>
                <a:lnTo>
                  <a:pt x="232605" y="8235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9" name="圖說"/>
          <p:cNvSpPr/>
          <p:nvPr/>
        </p:nvSpPr>
        <p:spPr>
          <a:xfrm>
            <a:off x="9405884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</a:t>
            </a:r>
            <a:endParaRPr lang="en-US" sz="750" dirty="0"/>
          </a:p>
        </p:txBody>
      </p:sp>
      <p:sp>
        <p:nvSpPr>
          <p:cNvPr id="200" name="圖示 合併"/>
          <p:cNvSpPr/>
          <p:nvPr/>
        </p:nvSpPr>
        <p:spPr>
          <a:xfrm>
            <a:off x="10105377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193624"/>
                </a:moveTo>
                <a:lnTo>
                  <a:pt x="87069" y="257431"/>
                </a:lnTo>
                <a:cubicBezTo>
                  <a:pt x="85186" y="259315"/>
                  <a:pt x="82982" y="260266"/>
                  <a:pt x="80467" y="260266"/>
                </a:cubicBezTo>
                <a:cubicBezTo>
                  <a:pt x="77953" y="260266"/>
                  <a:pt x="75749" y="259315"/>
                  <a:pt x="73865" y="257431"/>
                </a:cubicBezTo>
                <a:cubicBezTo>
                  <a:pt x="71982" y="255547"/>
                  <a:pt x="71040" y="253344"/>
                  <a:pt x="71040" y="250829"/>
                </a:cubicBezTo>
                <a:cubicBezTo>
                  <a:pt x="71040" y="248314"/>
                  <a:pt x="71982" y="246120"/>
                  <a:pt x="73865" y="244227"/>
                </a:cubicBezTo>
                <a:lnTo>
                  <a:pt x="128876" y="189226"/>
                </a:lnTo>
                <a:cubicBezTo>
                  <a:pt x="133905" y="184197"/>
                  <a:pt x="137251" y="179588"/>
                  <a:pt x="138934" y="175391"/>
                </a:cubicBezTo>
                <a:cubicBezTo>
                  <a:pt x="140607" y="171203"/>
                  <a:pt x="141449" y="165022"/>
                  <a:pt x="141449" y="156847"/>
                </a:cubicBezTo>
                <a:lnTo>
                  <a:pt x="141449" y="73554"/>
                </a:lnTo>
                <a:lnTo>
                  <a:pt x="119759" y="95244"/>
                </a:lnTo>
                <a:cubicBezTo>
                  <a:pt x="117875" y="97128"/>
                  <a:pt x="115672" y="98069"/>
                  <a:pt x="113157" y="98069"/>
                </a:cubicBezTo>
                <a:cubicBezTo>
                  <a:pt x="110642" y="98069"/>
                  <a:pt x="108439" y="97128"/>
                  <a:pt x="106555" y="95244"/>
                </a:cubicBezTo>
                <a:cubicBezTo>
                  <a:pt x="104671" y="93351"/>
                  <a:pt x="103730" y="91157"/>
                  <a:pt x="103730" y="88642"/>
                </a:cubicBezTo>
                <a:cubicBezTo>
                  <a:pt x="103730" y="86127"/>
                  <a:pt x="104671" y="83924"/>
                  <a:pt x="106555" y="82040"/>
                </a:cubicBezTo>
                <a:lnTo>
                  <a:pt x="144274" y="44321"/>
                </a:lnTo>
                <a:cubicBezTo>
                  <a:pt x="146158" y="42437"/>
                  <a:pt x="148361" y="41495"/>
                  <a:pt x="150876" y="41495"/>
                </a:cubicBezTo>
                <a:cubicBezTo>
                  <a:pt x="153391" y="41495"/>
                  <a:pt x="155594" y="42437"/>
                  <a:pt x="157478" y="44321"/>
                </a:cubicBezTo>
                <a:lnTo>
                  <a:pt x="195197" y="82040"/>
                </a:lnTo>
                <a:cubicBezTo>
                  <a:pt x="197081" y="83924"/>
                  <a:pt x="198022" y="86127"/>
                  <a:pt x="198022" y="88642"/>
                </a:cubicBezTo>
                <a:cubicBezTo>
                  <a:pt x="198022" y="91157"/>
                  <a:pt x="197081" y="93351"/>
                  <a:pt x="195197" y="95244"/>
                </a:cubicBezTo>
                <a:cubicBezTo>
                  <a:pt x="193313" y="97128"/>
                  <a:pt x="191110" y="98069"/>
                  <a:pt x="188595" y="98069"/>
                </a:cubicBezTo>
                <a:cubicBezTo>
                  <a:pt x="186080" y="98069"/>
                  <a:pt x="183877" y="97128"/>
                  <a:pt x="181993" y="95244"/>
                </a:cubicBezTo>
                <a:lnTo>
                  <a:pt x="160303" y="73554"/>
                </a:lnTo>
                <a:lnTo>
                  <a:pt x="160303" y="156847"/>
                </a:lnTo>
                <a:cubicBezTo>
                  <a:pt x="160303" y="165022"/>
                  <a:pt x="161145" y="171203"/>
                  <a:pt x="162818" y="175391"/>
                </a:cubicBezTo>
                <a:cubicBezTo>
                  <a:pt x="164501" y="179588"/>
                  <a:pt x="167847" y="184197"/>
                  <a:pt x="172876" y="189226"/>
                </a:cubicBezTo>
                <a:lnTo>
                  <a:pt x="227887" y="244227"/>
                </a:lnTo>
                <a:cubicBezTo>
                  <a:pt x="229770" y="246120"/>
                  <a:pt x="230712" y="248314"/>
                  <a:pt x="230712" y="250829"/>
                </a:cubicBezTo>
                <a:cubicBezTo>
                  <a:pt x="230712" y="253344"/>
                  <a:pt x="229770" y="255547"/>
                  <a:pt x="227887" y="257431"/>
                </a:cubicBezTo>
                <a:cubicBezTo>
                  <a:pt x="226003" y="259315"/>
                  <a:pt x="223799" y="260266"/>
                  <a:pt x="221285" y="260266"/>
                </a:cubicBezTo>
                <a:cubicBezTo>
                  <a:pt x="218770" y="260266"/>
                  <a:pt x="216566" y="259315"/>
                  <a:pt x="214683" y="257431"/>
                </a:cubicBezTo>
                <a:lnTo>
                  <a:pt x="150876" y="19362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1" name="圖說"/>
          <p:cNvSpPr/>
          <p:nvPr/>
        </p:nvSpPr>
        <p:spPr>
          <a:xfrm>
            <a:off x="9960605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750" dirty="0"/>
          </a:p>
        </p:txBody>
      </p:sp>
      <p:sp>
        <p:nvSpPr>
          <p:cNvPr id="202" name="圖示 路徑"/>
          <p:cNvSpPr/>
          <p:nvPr/>
        </p:nvSpPr>
        <p:spPr>
          <a:xfrm>
            <a:off x="10660098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7011" y="249576"/>
                </a:moveTo>
                <a:cubicBezTo>
                  <a:pt x="67583" y="240149"/>
                  <a:pt x="62865" y="228728"/>
                  <a:pt x="62865" y="215314"/>
                </a:cubicBezTo>
                <a:lnTo>
                  <a:pt x="62865" y="105613"/>
                </a:lnTo>
                <a:cubicBezTo>
                  <a:pt x="55532" y="102888"/>
                  <a:pt x="49560" y="98591"/>
                  <a:pt x="44952" y="92729"/>
                </a:cubicBezTo>
                <a:cubicBezTo>
                  <a:pt x="40133" y="86649"/>
                  <a:pt x="37719" y="79836"/>
                  <a:pt x="37719" y="72292"/>
                </a:cubicBezTo>
                <a:cubicBezTo>
                  <a:pt x="37719" y="62655"/>
                  <a:pt x="41175" y="54480"/>
                  <a:pt x="48088" y="47777"/>
                </a:cubicBezTo>
                <a:cubicBezTo>
                  <a:pt x="54800" y="41075"/>
                  <a:pt x="62966" y="37719"/>
                  <a:pt x="72613" y="37719"/>
                </a:cubicBezTo>
                <a:cubicBezTo>
                  <a:pt x="82040" y="37719"/>
                  <a:pt x="90105" y="41075"/>
                  <a:pt x="96817" y="47777"/>
                </a:cubicBezTo>
                <a:cubicBezTo>
                  <a:pt x="103519" y="54480"/>
                  <a:pt x="106875" y="62655"/>
                  <a:pt x="106875" y="72292"/>
                </a:cubicBezTo>
                <a:cubicBezTo>
                  <a:pt x="106875" y="79836"/>
                  <a:pt x="104562" y="86649"/>
                  <a:pt x="99953" y="92729"/>
                </a:cubicBezTo>
                <a:cubicBezTo>
                  <a:pt x="95134" y="98591"/>
                  <a:pt x="89063" y="102888"/>
                  <a:pt x="81729" y="105613"/>
                </a:cubicBezTo>
                <a:lnTo>
                  <a:pt x="81729" y="215314"/>
                </a:lnTo>
                <a:cubicBezTo>
                  <a:pt x="81729" y="223489"/>
                  <a:pt x="84655" y="230502"/>
                  <a:pt x="90526" y="236372"/>
                </a:cubicBezTo>
                <a:cubicBezTo>
                  <a:pt x="96186" y="242243"/>
                  <a:pt x="103309" y="245178"/>
                  <a:pt x="111904" y="245178"/>
                </a:cubicBezTo>
                <a:cubicBezTo>
                  <a:pt x="120280" y="245178"/>
                  <a:pt x="127303" y="242243"/>
                  <a:pt x="132963" y="236372"/>
                </a:cubicBezTo>
                <a:cubicBezTo>
                  <a:pt x="138614" y="230502"/>
                  <a:pt x="141449" y="223489"/>
                  <a:pt x="141449" y="215314"/>
                </a:cubicBezTo>
                <a:lnTo>
                  <a:pt x="141449" y="86438"/>
                </a:lnTo>
                <a:cubicBezTo>
                  <a:pt x="141449" y="72823"/>
                  <a:pt x="146158" y="61292"/>
                  <a:pt x="155594" y="51865"/>
                </a:cubicBezTo>
                <a:cubicBezTo>
                  <a:pt x="165022" y="42437"/>
                  <a:pt x="176543" y="37719"/>
                  <a:pt x="190168" y="37719"/>
                </a:cubicBezTo>
                <a:cubicBezTo>
                  <a:pt x="203783" y="37719"/>
                  <a:pt x="215314" y="42437"/>
                  <a:pt x="224741" y="51865"/>
                </a:cubicBezTo>
                <a:cubicBezTo>
                  <a:pt x="234169" y="61292"/>
                  <a:pt x="238887" y="72823"/>
                  <a:pt x="238887" y="86438"/>
                </a:cubicBezTo>
                <a:lnTo>
                  <a:pt x="238887" y="196139"/>
                </a:lnTo>
                <a:cubicBezTo>
                  <a:pt x="246220" y="198864"/>
                  <a:pt x="252301" y="203161"/>
                  <a:pt x="257120" y="209023"/>
                </a:cubicBezTo>
                <a:cubicBezTo>
                  <a:pt x="261729" y="215103"/>
                  <a:pt x="264033" y="221916"/>
                  <a:pt x="264033" y="229460"/>
                </a:cubicBezTo>
                <a:cubicBezTo>
                  <a:pt x="264033" y="238887"/>
                  <a:pt x="260677" y="247062"/>
                  <a:pt x="253975" y="253975"/>
                </a:cubicBezTo>
                <a:cubicBezTo>
                  <a:pt x="247272" y="260677"/>
                  <a:pt x="239097" y="264033"/>
                  <a:pt x="229460" y="264033"/>
                </a:cubicBezTo>
                <a:cubicBezTo>
                  <a:pt x="220032" y="264033"/>
                  <a:pt x="211958" y="260677"/>
                  <a:pt x="205255" y="253975"/>
                </a:cubicBezTo>
                <a:cubicBezTo>
                  <a:pt x="198343" y="247062"/>
                  <a:pt x="194886" y="238887"/>
                  <a:pt x="194886" y="229460"/>
                </a:cubicBezTo>
                <a:cubicBezTo>
                  <a:pt x="194886" y="221916"/>
                  <a:pt x="197291" y="215103"/>
                  <a:pt x="202110" y="209023"/>
                </a:cubicBezTo>
                <a:cubicBezTo>
                  <a:pt x="206718" y="202951"/>
                  <a:pt x="212689" y="198653"/>
                  <a:pt x="220032" y="196139"/>
                </a:cubicBezTo>
                <a:lnTo>
                  <a:pt x="220032" y="86438"/>
                </a:lnTo>
                <a:cubicBezTo>
                  <a:pt x="220032" y="78053"/>
                  <a:pt x="217197" y="71040"/>
                  <a:pt x="211537" y="65380"/>
                </a:cubicBezTo>
                <a:cubicBezTo>
                  <a:pt x="205676" y="59509"/>
                  <a:pt x="198553" y="56583"/>
                  <a:pt x="190168" y="56583"/>
                </a:cubicBezTo>
                <a:cubicBezTo>
                  <a:pt x="181783" y="56583"/>
                  <a:pt x="174769" y="59509"/>
                  <a:pt x="169109" y="65380"/>
                </a:cubicBezTo>
                <a:cubicBezTo>
                  <a:pt x="163239" y="71040"/>
                  <a:pt x="160303" y="78053"/>
                  <a:pt x="160303" y="86438"/>
                </a:cubicBezTo>
                <a:lnTo>
                  <a:pt x="160303" y="215314"/>
                </a:lnTo>
                <a:cubicBezTo>
                  <a:pt x="160303" y="228728"/>
                  <a:pt x="155594" y="240149"/>
                  <a:pt x="146158" y="249576"/>
                </a:cubicBezTo>
                <a:cubicBezTo>
                  <a:pt x="136730" y="259214"/>
                  <a:pt x="125209" y="264033"/>
                  <a:pt x="111584" y="264033"/>
                </a:cubicBezTo>
                <a:cubicBezTo>
                  <a:pt x="97969" y="264033"/>
                  <a:pt x="86438" y="259214"/>
                  <a:pt x="77011" y="249576"/>
                </a:cubicBezTo>
                <a:close/>
                <a:moveTo>
                  <a:pt x="72613" y="88011"/>
                </a:moveTo>
                <a:cubicBezTo>
                  <a:pt x="76800" y="88011"/>
                  <a:pt x="80467" y="86438"/>
                  <a:pt x="83613" y="83293"/>
                </a:cubicBezTo>
                <a:cubicBezTo>
                  <a:pt x="86548" y="80156"/>
                  <a:pt x="88011" y="76490"/>
                  <a:pt x="88011" y="72292"/>
                </a:cubicBezTo>
                <a:cubicBezTo>
                  <a:pt x="88011" y="67894"/>
                  <a:pt x="86548" y="64227"/>
                  <a:pt x="83613" y="61292"/>
                </a:cubicBezTo>
                <a:cubicBezTo>
                  <a:pt x="80467" y="58147"/>
                  <a:pt x="76700" y="56583"/>
                  <a:pt x="72292" y="56583"/>
                </a:cubicBezTo>
                <a:cubicBezTo>
                  <a:pt x="68105" y="56583"/>
                  <a:pt x="64438" y="58046"/>
                  <a:pt x="61292" y="60981"/>
                </a:cubicBezTo>
                <a:cubicBezTo>
                  <a:pt x="58147" y="64127"/>
                  <a:pt x="56583" y="67894"/>
                  <a:pt x="56583" y="72292"/>
                </a:cubicBezTo>
                <a:cubicBezTo>
                  <a:pt x="56583" y="76490"/>
                  <a:pt x="58147" y="80156"/>
                  <a:pt x="61292" y="83293"/>
                </a:cubicBezTo>
                <a:cubicBezTo>
                  <a:pt x="64438" y="86438"/>
                  <a:pt x="68205" y="88011"/>
                  <a:pt x="72613" y="88011"/>
                </a:cubicBezTo>
                <a:close/>
                <a:moveTo>
                  <a:pt x="229770" y="245178"/>
                </a:moveTo>
                <a:cubicBezTo>
                  <a:pt x="233958" y="245178"/>
                  <a:pt x="237634" y="243605"/>
                  <a:pt x="240771" y="240460"/>
                </a:cubicBezTo>
                <a:cubicBezTo>
                  <a:pt x="243706" y="237314"/>
                  <a:pt x="245178" y="233647"/>
                  <a:pt x="245178" y="229460"/>
                </a:cubicBezTo>
                <a:cubicBezTo>
                  <a:pt x="245178" y="225061"/>
                  <a:pt x="243706" y="221385"/>
                  <a:pt x="240771" y="218459"/>
                </a:cubicBezTo>
                <a:cubicBezTo>
                  <a:pt x="237634" y="215314"/>
                  <a:pt x="233858" y="213741"/>
                  <a:pt x="229460" y="213741"/>
                </a:cubicBezTo>
                <a:cubicBezTo>
                  <a:pt x="225262" y="213741"/>
                  <a:pt x="221596" y="215204"/>
                  <a:pt x="218459" y="218139"/>
                </a:cubicBezTo>
                <a:cubicBezTo>
                  <a:pt x="215314" y="221285"/>
                  <a:pt x="213741" y="225061"/>
                  <a:pt x="213741" y="229460"/>
                </a:cubicBezTo>
                <a:cubicBezTo>
                  <a:pt x="213741" y="233647"/>
                  <a:pt x="215314" y="237314"/>
                  <a:pt x="218459" y="240460"/>
                </a:cubicBezTo>
                <a:cubicBezTo>
                  <a:pt x="221596" y="243605"/>
                  <a:pt x="225372" y="245178"/>
                  <a:pt x="229770" y="245178"/>
                </a:cubicBezTo>
                <a:close/>
                <a:moveTo>
                  <a:pt x="72292" y="72292"/>
                </a:moveTo>
                <a:close/>
                <a:moveTo>
                  <a:pt x="229460" y="229460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3" name="圖說"/>
          <p:cNvSpPr/>
          <p:nvPr/>
        </p:nvSpPr>
        <p:spPr>
          <a:xfrm>
            <a:off x="10515326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750" dirty="0"/>
          </a:p>
        </p:txBody>
      </p:sp>
      <p:sp>
        <p:nvSpPr>
          <p:cNvPr id="204" name="圖示 付款"/>
          <p:cNvSpPr/>
          <p:nvPr/>
        </p:nvSpPr>
        <p:spPr>
          <a:xfrm>
            <a:off x="11214819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9740" y="169740"/>
                </a:moveTo>
                <a:cubicBezTo>
                  <a:pt x="159261" y="169740"/>
                  <a:pt x="150355" y="166064"/>
                  <a:pt x="143021" y="158731"/>
                </a:cubicBezTo>
                <a:cubicBezTo>
                  <a:pt x="135688" y="151397"/>
                  <a:pt x="132021" y="142491"/>
                  <a:pt x="132021" y="132021"/>
                </a:cubicBezTo>
                <a:cubicBezTo>
                  <a:pt x="132021" y="121542"/>
                  <a:pt x="135688" y="112636"/>
                  <a:pt x="143021" y="105302"/>
                </a:cubicBezTo>
                <a:cubicBezTo>
                  <a:pt x="150355" y="97969"/>
                  <a:pt x="159261" y="94302"/>
                  <a:pt x="169740" y="94302"/>
                </a:cubicBezTo>
                <a:cubicBezTo>
                  <a:pt x="180210" y="94302"/>
                  <a:pt x="189116" y="97969"/>
                  <a:pt x="196450" y="105302"/>
                </a:cubicBezTo>
                <a:cubicBezTo>
                  <a:pt x="203783" y="112636"/>
                  <a:pt x="207459" y="121542"/>
                  <a:pt x="207459" y="132021"/>
                </a:cubicBezTo>
                <a:cubicBezTo>
                  <a:pt x="207459" y="142491"/>
                  <a:pt x="203783" y="151397"/>
                  <a:pt x="196450" y="158731"/>
                </a:cubicBezTo>
                <a:cubicBezTo>
                  <a:pt x="189116" y="166064"/>
                  <a:pt x="180210" y="169740"/>
                  <a:pt x="169740" y="169740"/>
                </a:cubicBezTo>
                <a:close/>
                <a:moveTo>
                  <a:pt x="69156" y="213741"/>
                </a:moveTo>
                <a:cubicBezTo>
                  <a:pt x="63917" y="213741"/>
                  <a:pt x="59509" y="211857"/>
                  <a:pt x="55952" y="208081"/>
                </a:cubicBezTo>
                <a:cubicBezTo>
                  <a:pt x="52176" y="204524"/>
                  <a:pt x="50292" y="200116"/>
                  <a:pt x="50292" y="194886"/>
                </a:cubicBezTo>
                <a:lnTo>
                  <a:pt x="50292" y="69156"/>
                </a:lnTo>
                <a:cubicBezTo>
                  <a:pt x="50292" y="63917"/>
                  <a:pt x="52176" y="59509"/>
                  <a:pt x="55952" y="55952"/>
                </a:cubicBezTo>
                <a:cubicBezTo>
                  <a:pt x="59509" y="52176"/>
                  <a:pt x="63917" y="50292"/>
                  <a:pt x="69156" y="50292"/>
                </a:cubicBezTo>
                <a:lnTo>
                  <a:pt x="270324" y="50292"/>
                </a:lnTo>
                <a:cubicBezTo>
                  <a:pt x="275554" y="50292"/>
                  <a:pt x="279962" y="52176"/>
                  <a:pt x="283519" y="55952"/>
                </a:cubicBezTo>
                <a:cubicBezTo>
                  <a:pt x="287295" y="59509"/>
                  <a:pt x="289179" y="63917"/>
                  <a:pt x="289179" y="69156"/>
                </a:cubicBezTo>
                <a:lnTo>
                  <a:pt x="289179" y="194886"/>
                </a:lnTo>
                <a:cubicBezTo>
                  <a:pt x="289179" y="200116"/>
                  <a:pt x="287295" y="204524"/>
                  <a:pt x="283519" y="208081"/>
                </a:cubicBezTo>
                <a:cubicBezTo>
                  <a:pt x="279962" y="211857"/>
                  <a:pt x="275554" y="213741"/>
                  <a:pt x="270324" y="213741"/>
                </a:cubicBezTo>
                <a:lnTo>
                  <a:pt x="69156" y="213741"/>
                </a:lnTo>
                <a:close/>
                <a:moveTo>
                  <a:pt x="100584" y="194886"/>
                </a:moveTo>
                <a:lnTo>
                  <a:pt x="238887" y="194886"/>
                </a:lnTo>
                <a:cubicBezTo>
                  <a:pt x="238887" y="186080"/>
                  <a:pt x="241923" y="178637"/>
                  <a:pt x="248004" y="172566"/>
                </a:cubicBezTo>
                <a:cubicBezTo>
                  <a:pt x="254075" y="166485"/>
                  <a:pt x="261518" y="163449"/>
                  <a:pt x="270324" y="163449"/>
                </a:cubicBezTo>
                <a:lnTo>
                  <a:pt x="270324" y="100584"/>
                </a:lnTo>
                <a:cubicBezTo>
                  <a:pt x="261518" y="100584"/>
                  <a:pt x="254075" y="97548"/>
                  <a:pt x="248004" y="91467"/>
                </a:cubicBezTo>
                <a:cubicBezTo>
                  <a:pt x="241923" y="85396"/>
                  <a:pt x="238887" y="77953"/>
                  <a:pt x="238887" y="69156"/>
                </a:cubicBezTo>
                <a:lnTo>
                  <a:pt x="100584" y="69156"/>
                </a:lnTo>
                <a:cubicBezTo>
                  <a:pt x="100584" y="77953"/>
                  <a:pt x="97548" y="85396"/>
                  <a:pt x="91467" y="91467"/>
                </a:cubicBezTo>
                <a:cubicBezTo>
                  <a:pt x="85396" y="97548"/>
                  <a:pt x="77953" y="100584"/>
                  <a:pt x="69156" y="100584"/>
                </a:cubicBezTo>
                <a:lnTo>
                  <a:pt x="69156" y="163449"/>
                </a:lnTo>
                <a:cubicBezTo>
                  <a:pt x="77953" y="163449"/>
                  <a:pt x="85396" y="166485"/>
                  <a:pt x="91467" y="172566"/>
                </a:cubicBezTo>
                <a:cubicBezTo>
                  <a:pt x="97548" y="178637"/>
                  <a:pt x="100584" y="186080"/>
                  <a:pt x="100584" y="194886"/>
                </a:cubicBezTo>
                <a:close/>
                <a:moveTo>
                  <a:pt x="242033" y="251460"/>
                </a:moveTo>
                <a:lnTo>
                  <a:pt x="31437" y="251460"/>
                </a:lnTo>
                <a:cubicBezTo>
                  <a:pt x="26198" y="251460"/>
                  <a:pt x="21790" y="249576"/>
                  <a:pt x="18233" y="245800"/>
                </a:cubicBezTo>
                <a:cubicBezTo>
                  <a:pt x="14457" y="242243"/>
                  <a:pt x="12573" y="237835"/>
                  <a:pt x="12573" y="232605"/>
                </a:cubicBezTo>
                <a:lnTo>
                  <a:pt x="12573" y="97438"/>
                </a:lnTo>
                <a:cubicBezTo>
                  <a:pt x="12573" y="94714"/>
                  <a:pt x="13515" y="92519"/>
                  <a:pt x="15398" y="90836"/>
                </a:cubicBezTo>
                <a:cubicBezTo>
                  <a:pt x="17081" y="88953"/>
                  <a:pt x="19276" y="88011"/>
                  <a:pt x="22000" y="88011"/>
                </a:cubicBezTo>
                <a:cubicBezTo>
                  <a:pt x="24725" y="88011"/>
                  <a:pt x="27030" y="88953"/>
                  <a:pt x="28922" y="90836"/>
                </a:cubicBezTo>
                <a:cubicBezTo>
                  <a:pt x="30596" y="92519"/>
                  <a:pt x="31437" y="94714"/>
                  <a:pt x="31437" y="97438"/>
                </a:cubicBezTo>
                <a:lnTo>
                  <a:pt x="31437" y="232605"/>
                </a:lnTo>
                <a:lnTo>
                  <a:pt x="242033" y="232605"/>
                </a:lnTo>
                <a:cubicBezTo>
                  <a:pt x="244757" y="232605"/>
                  <a:pt x="246952" y="233547"/>
                  <a:pt x="248635" y="235431"/>
                </a:cubicBezTo>
                <a:cubicBezTo>
                  <a:pt x="250518" y="237104"/>
                  <a:pt x="251460" y="239308"/>
                  <a:pt x="251460" y="242033"/>
                </a:cubicBezTo>
                <a:cubicBezTo>
                  <a:pt x="251460" y="244757"/>
                  <a:pt x="250518" y="247062"/>
                  <a:pt x="248635" y="248945"/>
                </a:cubicBezTo>
                <a:cubicBezTo>
                  <a:pt x="246952" y="250619"/>
                  <a:pt x="244757" y="251460"/>
                  <a:pt x="242033" y="251460"/>
                </a:cubicBezTo>
                <a:close/>
                <a:moveTo>
                  <a:pt x="69156" y="194886"/>
                </a:moveTo>
                <a:lnTo>
                  <a:pt x="69156" y="69156"/>
                </a:lnTo>
                <a:lnTo>
                  <a:pt x="69156" y="194886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5" name="圖說"/>
          <p:cNvSpPr/>
          <p:nvPr/>
        </p:nvSpPr>
        <p:spPr>
          <a:xfrm>
            <a:off x="11070046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</a:t>
            </a:r>
            <a:endParaRPr lang="en-US" sz="750" dirty="0"/>
          </a:p>
        </p:txBody>
      </p:sp>
      <p:sp>
        <p:nvSpPr>
          <p:cNvPr id="206" name="圖示 金額"/>
          <p:cNvSpPr/>
          <p:nvPr/>
        </p:nvSpPr>
        <p:spPr>
          <a:xfrm>
            <a:off x="675124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1187" y="264033"/>
                </a:moveTo>
                <a:cubicBezTo>
                  <a:pt x="148462" y="264033"/>
                  <a:pt x="146267" y="263192"/>
                  <a:pt x="144594" y="261518"/>
                </a:cubicBezTo>
                <a:cubicBezTo>
                  <a:pt x="142701" y="259635"/>
                  <a:pt x="141759" y="257330"/>
                  <a:pt x="141759" y="254606"/>
                </a:cubicBezTo>
                <a:lnTo>
                  <a:pt x="141759" y="237634"/>
                </a:lnTo>
                <a:cubicBezTo>
                  <a:pt x="131701" y="235952"/>
                  <a:pt x="123115" y="232395"/>
                  <a:pt x="115982" y="226945"/>
                </a:cubicBezTo>
                <a:cubicBezTo>
                  <a:pt x="108859" y="221495"/>
                  <a:pt x="103309" y="214582"/>
                  <a:pt x="99331" y="206197"/>
                </a:cubicBezTo>
                <a:cubicBezTo>
                  <a:pt x="98280" y="203893"/>
                  <a:pt x="98280" y="201479"/>
                  <a:pt x="99331" y="198964"/>
                </a:cubicBezTo>
                <a:cubicBezTo>
                  <a:pt x="100374" y="196450"/>
                  <a:pt x="102157" y="194676"/>
                  <a:pt x="104671" y="193624"/>
                </a:cubicBezTo>
                <a:cubicBezTo>
                  <a:pt x="106976" y="192573"/>
                  <a:pt x="109390" y="192573"/>
                  <a:pt x="111904" y="193624"/>
                </a:cubicBezTo>
                <a:cubicBezTo>
                  <a:pt x="114209" y="194676"/>
                  <a:pt x="115982" y="196349"/>
                  <a:pt x="117244" y="198653"/>
                </a:cubicBezTo>
                <a:cubicBezTo>
                  <a:pt x="121012" y="205777"/>
                  <a:pt x="125940" y="211126"/>
                  <a:pt x="132021" y="214683"/>
                </a:cubicBezTo>
                <a:cubicBezTo>
                  <a:pt x="138093" y="218249"/>
                  <a:pt x="145115" y="220032"/>
                  <a:pt x="153080" y="220032"/>
                </a:cubicBezTo>
                <a:cubicBezTo>
                  <a:pt x="163138" y="220032"/>
                  <a:pt x="171413" y="217517"/>
                  <a:pt x="177906" y="212488"/>
                </a:cubicBezTo>
                <a:cubicBezTo>
                  <a:pt x="184407" y="207459"/>
                  <a:pt x="187653" y="200537"/>
                  <a:pt x="187653" y="191741"/>
                </a:cubicBezTo>
                <a:cubicBezTo>
                  <a:pt x="187653" y="182514"/>
                  <a:pt x="184828" y="175391"/>
                  <a:pt x="179168" y="170362"/>
                </a:cubicBezTo>
                <a:cubicBezTo>
                  <a:pt x="173297" y="165333"/>
                  <a:pt x="162397" y="160203"/>
                  <a:pt x="146478" y="154963"/>
                </a:cubicBezTo>
                <a:cubicBezTo>
                  <a:pt x="131390" y="150144"/>
                  <a:pt x="120180" y="143753"/>
                  <a:pt x="112846" y="135788"/>
                </a:cubicBezTo>
                <a:cubicBezTo>
                  <a:pt x="105302" y="127824"/>
                  <a:pt x="101526" y="117875"/>
                  <a:pt x="101526" y="105924"/>
                </a:cubicBezTo>
                <a:cubicBezTo>
                  <a:pt x="101526" y="94403"/>
                  <a:pt x="105302" y="84765"/>
                  <a:pt x="112846" y="77011"/>
                </a:cubicBezTo>
                <a:cubicBezTo>
                  <a:pt x="120180" y="69257"/>
                  <a:pt x="129817" y="64858"/>
                  <a:pt x="141759" y="63807"/>
                </a:cubicBezTo>
                <a:lnTo>
                  <a:pt x="141759" y="47146"/>
                </a:lnTo>
                <a:cubicBezTo>
                  <a:pt x="141759" y="44422"/>
                  <a:pt x="142701" y="42227"/>
                  <a:pt x="144594" y="40544"/>
                </a:cubicBezTo>
                <a:cubicBezTo>
                  <a:pt x="146267" y="38661"/>
                  <a:pt x="148462" y="37719"/>
                  <a:pt x="151187" y="37719"/>
                </a:cubicBezTo>
                <a:cubicBezTo>
                  <a:pt x="153912" y="37719"/>
                  <a:pt x="156216" y="38661"/>
                  <a:pt x="158109" y="40544"/>
                </a:cubicBezTo>
                <a:cubicBezTo>
                  <a:pt x="159782" y="42227"/>
                  <a:pt x="160624" y="44422"/>
                  <a:pt x="160624" y="47146"/>
                </a:cubicBezTo>
                <a:lnTo>
                  <a:pt x="160624" y="63807"/>
                </a:lnTo>
                <a:cubicBezTo>
                  <a:pt x="168167" y="64858"/>
                  <a:pt x="174970" y="67163"/>
                  <a:pt x="181051" y="70720"/>
                </a:cubicBezTo>
                <a:cubicBezTo>
                  <a:pt x="186922" y="74286"/>
                  <a:pt x="191841" y="78894"/>
                  <a:pt x="195828" y="84555"/>
                </a:cubicBezTo>
                <a:cubicBezTo>
                  <a:pt x="197291" y="86649"/>
                  <a:pt x="197602" y="88953"/>
                  <a:pt x="196770" y="91467"/>
                </a:cubicBezTo>
                <a:cubicBezTo>
                  <a:pt x="195928" y="93772"/>
                  <a:pt x="194255" y="95454"/>
                  <a:pt x="191741" y="96497"/>
                </a:cubicBezTo>
                <a:cubicBezTo>
                  <a:pt x="189436" y="97548"/>
                  <a:pt x="187022" y="97649"/>
                  <a:pt x="184508" y="96817"/>
                </a:cubicBezTo>
                <a:cubicBezTo>
                  <a:pt x="181993" y="95975"/>
                  <a:pt x="179899" y="94403"/>
                  <a:pt x="178226" y="92098"/>
                </a:cubicBezTo>
                <a:cubicBezTo>
                  <a:pt x="175290" y="88322"/>
                  <a:pt x="171724" y="85597"/>
                  <a:pt x="167536" y="83924"/>
                </a:cubicBezTo>
                <a:cubicBezTo>
                  <a:pt x="163138" y="82040"/>
                  <a:pt x="157899" y="81098"/>
                  <a:pt x="151818" y="81098"/>
                </a:cubicBezTo>
                <a:cubicBezTo>
                  <a:pt x="142180" y="81098"/>
                  <a:pt x="134536" y="83293"/>
                  <a:pt x="128876" y="87700"/>
                </a:cubicBezTo>
                <a:cubicBezTo>
                  <a:pt x="123215" y="92098"/>
                  <a:pt x="120390" y="98069"/>
                  <a:pt x="120390" y="105613"/>
                </a:cubicBezTo>
                <a:cubicBezTo>
                  <a:pt x="120390" y="113578"/>
                  <a:pt x="123526" y="120070"/>
                  <a:pt x="129817" y="125099"/>
                </a:cubicBezTo>
                <a:cubicBezTo>
                  <a:pt x="136099" y="129918"/>
                  <a:pt x="147730" y="134947"/>
                  <a:pt x="164711" y="140187"/>
                </a:cubicBezTo>
                <a:cubicBezTo>
                  <a:pt x="178957" y="144594"/>
                  <a:pt x="189537" y="150977"/>
                  <a:pt x="196450" y="159362"/>
                </a:cubicBezTo>
                <a:cubicBezTo>
                  <a:pt x="203161" y="167536"/>
                  <a:pt x="206508" y="177906"/>
                  <a:pt x="206508" y="190479"/>
                </a:cubicBezTo>
                <a:cubicBezTo>
                  <a:pt x="206508" y="203683"/>
                  <a:pt x="202631" y="214372"/>
                  <a:pt x="194886" y="222547"/>
                </a:cubicBezTo>
                <a:cubicBezTo>
                  <a:pt x="187132" y="230502"/>
                  <a:pt x="175711" y="235641"/>
                  <a:pt x="160624" y="237945"/>
                </a:cubicBezTo>
                <a:lnTo>
                  <a:pt x="160624" y="254606"/>
                </a:lnTo>
                <a:cubicBezTo>
                  <a:pt x="160624" y="257330"/>
                  <a:pt x="159782" y="259635"/>
                  <a:pt x="158109" y="261518"/>
                </a:cubicBezTo>
                <a:cubicBezTo>
                  <a:pt x="156216" y="263192"/>
                  <a:pt x="153912" y="264033"/>
                  <a:pt x="151187" y="264033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7" name="圖說"/>
          <p:cNvSpPr/>
          <p:nvPr/>
        </p:nvSpPr>
        <p:spPr>
          <a:xfrm>
            <a:off x="530352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</a:t>
            </a:r>
            <a:endParaRPr lang="en-US" sz="750" dirty="0"/>
          </a:p>
        </p:txBody>
      </p:sp>
      <p:sp>
        <p:nvSpPr>
          <p:cNvPr id="208" name="圖示 收益"/>
          <p:cNvSpPr/>
          <p:nvPr/>
        </p:nvSpPr>
        <p:spPr>
          <a:xfrm>
            <a:off x="1229845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76606"/>
                </a:moveTo>
                <a:cubicBezTo>
                  <a:pt x="133694" y="276606"/>
                  <a:pt x="117455" y="273360"/>
                  <a:pt x="102157" y="266858"/>
                </a:cubicBezTo>
                <a:cubicBezTo>
                  <a:pt x="86859" y="260156"/>
                  <a:pt x="73554" y="251149"/>
                  <a:pt x="62234" y="239829"/>
                </a:cubicBezTo>
                <a:cubicBezTo>
                  <a:pt x="50713" y="228307"/>
                  <a:pt x="41697" y="214893"/>
                  <a:pt x="35204" y="199595"/>
                </a:cubicBezTo>
                <a:cubicBezTo>
                  <a:pt x="28502" y="184297"/>
                  <a:pt x="25146" y="168058"/>
                  <a:pt x="25146" y="150876"/>
                </a:cubicBezTo>
                <a:cubicBezTo>
                  <a:pt x="25146" y="133484"/>
                  <a:pt x="28502" y="117135"/>
                  <a:pt x="35204" y="101846"/>
                </a:cubicBezTo>
                <a:cubicBezTo>
                  <a:pt x="41697" y="86548"/>
                  <a:pt x="50713" y="73234"/>
                  <a:pt x="62234" y="61923"/>
                </a:cubicBezTo>
                <a:cubicBezTo>
                  <a:pt x="73554" y="50603"/>
                  <a:pt x="86859" y="41697"/>
                  <a:pt x="102157" y="35204"/>
                </a:cubicBezTo>
                <a:cubicBezTo>
                  <a:pt x="117455" y="28502"/>
                  <a:pt x="133694" y="25146"/>
                  <a:pt x="150876" y="25146"/>
                </a:cubicBezTo>
                <a:cubicBezTo>
                  <a:pt x="168268" y="25146"/>
                  <a:pt x="184617" y="28502"/>
                  <a:pt x="199915" y="35204"/>
                </a:cubicBezTo>
                <a:cubicBezTo>
                  <a:pt x="215204" y="41697"/>
                  <a:pt x="228518" y="50603"/>
                  <a:pt x="239829" y="61923"/>
                </a:cubicBezTo>
                <a:cubicBezTo>
                  <a:pt x="251149" y="73234"/>
                  <a:pt x="260156" y="86548"/>
                  <a:pt x="266858" y="101846"/>
                </a:cubicBezTo>
                <a:cubicBezTo>
                  <a:pt x="273360" y="117135"/>
                  <a:pt x="276606" y="133484"/>
                  <a:pt x="276606" y="150876"/>
                </a:cubicBezTo>
                <a:cubicBezTo>
                  <a:pt x="276606" y="168058"/>
                  <a:pt x="273360" y="184297"/>
                  <a:pt x="266858" y="199595"/>
                </a:cubicBezTo>
                <a:cubicBezTo>
                  <a:pt x="260156" y="214893"/>
                  <a:pt x="251149" y="228307"/>
                  <a:pt x="239829" y="239829"/>
                </a:cubicBezTo>
                <a:cubicBezTo>
                  <a:pt x="228518" y="251149"/>
                  <a:pt x="215204" y="260156"/>
                  <a:pt x="199915" y="266858"/>
                </a:cubicBezTo>
                <a:cubicBezTo>
                  <a:pt x="184617" y="273360"/>
                  <a:pt x="168268" y="276606"/>
                  <a:pt x="150876" y="276606"/>
                </a:cubicBezTo>
                <a:close/>
                <a:moveTo>
                  <a:pt x="150876" y="257751"/>
                </a:moveTo>
                <a:cubicBezTo>
                  <a:pt x="180631" y="257751"/>
                  <a:pt x="205886" y="247373"/>
                  <a:pt x="226625" y="226625"/>
                </a:cubicBezTo>
                <a:cubicBezTo>
                  <a:pt x="247373" y="205676"/>
                  <a:pt x="257751" y="180420"/>
                  <a:pt x="257751" y="150876"/>
                </a:cubicBezTo>
                <a:cubicBezTo>
                  <a:pt x="257751" y="121121"/>
                  <a:pt x="247373" y="95866"/>
                  <a:pt x="226625" y="75127"/>
                </a:cubicBezTo>
                <a:cubicBezTo>
                  <a:pt x="205886" y="54379"/>
                  <a:pt x="180631" y="44010"/>
                  <a:pt x="150876" y="44010"/>
                </a:cubicBezTo>
                <a:cubicBezTo>
                  <a:pt x="121332" y="44010"/>
                  <a:pt x="96186" y="54379"/>
                  <a:pt x="75438" y="75127"/>
                </a:cubicBezTo>
                <a:cubicBezTo>
                  <a:pt x="54480" y="95866"/>
                  <a:pt x="44010" y="121121"/>
                  <a:pt x="44010" y="150876"/>
                </a:cubicBezTo>
                <a:cubicBezTo>
                  <a:pt x="44010" y="180420"/>
                  <a:pt x="54480" y="205676"/>
                  <a:pt x="75438" y="226625"/>
                </a:cubicBezTo>
                <a:cubicBezTo>
                  <a:pt x="96186" y="247373"/>
                  <a:pt x="121332" y="257751"/>
                  <a:pt x="150876" y="257751"/>
                </a:cubicBezTo>
                <a:close/>
                <a:moveTo>
                  <a:pt x="150876" y="150876"/>
                </a:moveTo>
                <a:close/>
                <a:moveTo>
                  <a:pt x="156536" y="238576"/>
                </a:moveTo>
                <a:cubicBezTo>
                  <a:pt x="158209" y="236683"/>
                  <a:pt x="159051" y="234589"/>
                  <a:pt x="159051" y="232285"/>
                </a:cubicBezTo>
                <a:lnTo>
                  <a:pt x="159051" y="224741"/>
                </a:lnTo>
                <a:cubicBezTo>
                  <a:pt x="171624" y="223278"/>
                  <a:pt x="181572" y="219081"/>
                  <a:pt x="188906" y="212168"/>
                </a:cubicBezTo>
                <a:cubicBezTo>
                  <a:pt x="196038" y="205045"/>
                  <a:pt x="199595" y="196038"/>
                  <a:pt x="199595" y="185139"/>
                </a:cubicBezTo>
                <a:cubicBezTo>
                  <a:pt x="199595" y="174239"/>
                  <a:pt x="196660" y="165543"/>
                  <a:pt x="190799" y="159051"/>
                </a:cubicBezTo>
                <a:cubicBezTo>
                  <a:pt x="184718" y="152549"/>
                  <a:pt x="174349" y="146898"/>
                  <a:pt x="159682" y="142079"/>
                </a:cubicBezTo>
                <a:cubicBezTo>
                  <a:pt x="146478" y="137672"/>
                  <a:pt x="137462" y="133374"/>
                  <a:pt x="132643" y="129186"/>
                </a:cubicBezTo>
                <a:cubicBezTo>
                  <a:pt x="127614" y="124788"/>
                  <a:pt x="125099" y="119128"/>
                  <a:pt x="125099" y="112215"/>
                </a:cubicBezTo>
                <a:cubicBezTo>
                  <a:pt x="125099" y="105714"/>
                  <a:pt x="127513" y="100685"/>
                  <a:pt x="132332" y="97128"/>
                </a:cubicBezTo>
                <a:cubicBezTo>
                  <a:pt x="136941" y="93351"/>
                  <a:pt x="143332" y="91467"/>
                  <a:pt x="151507" y="91467"/>
                </a:cubicBezTo>
                <a:cubicBezTo>
                  <a:pt x="156536" y="91467"/>
                  <a:pt x="161035" y="92409"/>
                  <a:pt x="165022" y="94302"/>
                </a:cubicBezTo>
                <a:cubicBezTo>
                  <a:pt x="168999" y="96186"/>
                  <a:pt x="172456" y="99011"/>
                  <a:pt x="175391" y="102788"/>
                </a:cubicBezTo>
                <a:cubicBezTo>
                  <a:pt x="176863" y="104461"/>
                  <a:pt x="178637" y="105613"/>
                  <a:pt x="180740" y="106244"/>
                </a:cubicBezTo>
                <a:cubicBezTo>
                  <a:pt x="182834" y="106875"/>
                  <a:pt x="184828" y="106665"/>
                  <a:pt x="186711" y="105613"/>
                </a:cubicBezTo>
                <a:cubicBezTo>
                  <a:pt x="189016" y="104562"/>
                  <a:pt x="190588" y="102888"/>
                  <a:pt x="191420" y="100584"/>
                </a:cubicBezTo>
                <a:cubicBezTo>
                  <a:pt x="192051" y="98280"/>
                  <a:pt x="191631" y="96186"/>
                  <a:pt x="190168" y="94302"/>
                </a:cubicBezTo>
                <a:cubicBezTo>
                  <a:pt x="186602" y="89273"/>
                  <a:pt x="182313" y="85286"/>
                  <a:pt x="177284" y="82351"/>
                </a:cubicBezTo>
                <a:cubicBezTo>
                  <a:pt x="172044" y="79416"/>
                  <a:pt x="166174" y="77642"/>
                  <a:pt x="159682" y="77011"/>
                </a:cubicBezTo>
                <a:lnTo>
                  <a:pt x="159682" y="69467"/>
                </a:lnTo>
                <a:cubicBezTo>
                  <a:pt x="159682" y="67163"/>
                  <a:pt x="158840" y="65169"/>
                  <a:pt x="157167" y="63496"/>
                </a:cubicBezTo>
                <a:cubicBezTo>
                  <a:pt x="155485" y="61813"/>
                  <a:pt x="153491" y="60981"/>
                  <a:pt x="151187" y="60981"/>
                </a:cubicBezTo>
                <a:cubicBezTo>
                  <a:pt x="148883" y="60981"/>
                  <a:pt x="146898" y="61813"/>
                  <a:pt x="145216" y="63496"/>
                </a:cubicBezTo>
                <a:cubicBezTo>
                  <a:pt x="143332" y="65169"/>
                  <a:pt x="142390" y="67163"/>
                  <a:pt x="142390" y="69467"/>
                </a:cubicBezTo>
                <a:lnTo>
                  <a:pt x="142390" y="77011"/>
                </a:lnTo>
                <a:cubicBezTo>
                  <a:pt x="131701" y="78474"/>
                  <a:pt x="123316" y="82351"/>
                  <a:pt x="117244" y="88642"/>
                </a:cubicBezTo>
                <a:cubicBezTo>
                  <a:pt x="110953" y="94924"/>
                  <a:pt x="107817" y="102788"/>
                  <a:pt x="107817" y="112215"/>
                </a:cubicBezTo>
                <a:cubicBezTo>
                  <a:pt x="107817" y="122484"/>
                  <a:pt x="110542" y="130659"/>
                  <a:pt x="115982" y="136730"/>
                </a:cubicBezTo>
                <a:cubicBezTo>
                  <a:pt x="121222" y="142811"/>
                  <a:pt x="131070" y="148572"/>
                  <a:pt x="145536" y="154022"/>
                </a:cubicBezTo>
                <a:cubicBezTo>
                  <a:pt x="160413" y="159682"/>
                  <a:pt x="170261" y="164601"/>
                  <a:pt x="175080" y="168789"/>
                </a:cubicBezTo>
                <a:cubicBezTo>
                  <a:pt x="179899" y="172986"/>
                  <a:pt x="182313" y="178436"/>
                  <a:pt x="182313" y="185139"/>
                </a:cubicBezTo>
                <a:cubicBezTo>
                  <a:pt x="182313" y="192051"/>
                  <a:pt x="179478" y="197922"/>
                  <a:pt x="173818" y="202741"/>
                </a:cubicBezTo>
                <a:cubicBezTo>
                  <a:pt x="168167" y="207349"/>
                  <a:pt x="161245" y="209654"/>
                  <a:pt x="153080" y="209654"/>
                </a:cubicBezTo>
                <a:cubicBezTo>
                  <a:pt x="146158" y="209654"/>
                  <a:pt x="139876" y="207980"/>
                  <a:pt x="134216" y="204624"/>
                </a:cubicBezTo>
                <a:cubicBezTo>
                  <a:pt x="128345" y="201269"/>
                  <a:pt x="123846" y="196559"/>
                  <a:pt x="120701" y="190479"/>
                </a:cubicBezTo>
                <a:cubicBezTo>
                  <a:pt x="119649" y="188805"/>
                  <a:pt x="118287" y="187543"/>
                  <a:pt x="116613" y="186711"/>
                </a:cubicBezTo>
                <a:cubicBezTo>
                  <a:pt x="114730" y="185660"/>
                  <a:pt x="112846" y="185449"/>
                  <a:pt x="110953" y="186080"/>
                </a:cubicBezTo>
                <a:cubicBezTo>
                  <a:pt x="108228" y="187132"/>
                  <a:pt x="106454" y="188805"/>
                  <a:pt x="105613" y="191110"/>
                </a:cubicBezTo>
                <a:cubicBezTo>
                  <a:pt x="104562" y="193204"/>
                  <a:pt x="104772" y="195407"/>
                  <a:pt x="106244" y="197712"/>
                </a:cubicBezTo>
                <a:cubicBezTo>
                  <a:pt x="110432" y="204624"/>
                  <a:pt x="115461" y="210285"/>
                  <a:pt x="121332" y="214683"/>
                </a:cubicBezTo>
                <a:cubicBezTo>
                  <a:pt x="126992" y="218871"/>
                  <a:pt x="133795" y="222016"/>
                  <a:pt x="141759" y="224110"/>
                </a:cubicBezTo>
                <a:lnTo>
                  <a:pt x="141759" y="232605"/>
                </a:lnTo>
                <a:cubicBezTo>
                  <a:pt x="141759" y="234909"/>
                  <a:pt x="142701" y="236894"/>
                  <a:pt x="144594" y="238576"/>
                </a:cubicBezTo>
                <a:cubicBezTo>
                  <a:pt x="146267" y="240249"/>
                  <a:pt x="148261" y="241091"/>
                  <a:pt x="150565" y="241091"/>
                </a:cubicBezTo>
                <a:cubicBezTo>
                  <a:pt x="152869" y="241091"/>
                  <a:pt x="154854" y="240249"/>
                  <a:pt x="156536" y="238576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9" name="圖說"/>
          <p:cNvSpPr/>
          <p:nvPr/>
        </p:nvSpPr>
        <p:spPr>
          <a:xfrm>
            <a:off x="1085073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</a:t>
            </a:r>
            <a:endParaRPr lang="en-US" sz="750" dirty="0"/>
          </a:p>
        </p:txBody>
      </p:sp>
      <p:sp>
        <p:nvSpPr>
          <p:cNvPr id="210" name="圖示 節省"/>
          <p:cNvSpPr/>
          <p:nvPr/>
        </p:nvSpPr>
        <p:spPr>
          <a:xfrm>
            <a:off x="1784566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2292" y="264033"/>
                </a:moveTo>
                <a:cubicBezTo>
                  <a:pt x="67894" y="264033"/>
                  <a:pt x="63807" y="262570"/>
                  <a:pt x="60040" y="259635"/>
                </a:cubicBezTo>
                <a:cubicBezTo>
                  <a:pt x="56053" y="256700"/>
                  <a:pt x="53438" y="253133"/>
                  <a:pt x="52176" y="248945"/>
                </a:cubicBezTo>
                <a:cubicBezTo>
                  <a:pt x="46936" y="230923"/>
                  <a:pt x="42538" y="215414"/>
                  <a:pt x="38981" y="202430"/>
                </a:cubicBezTo>
                <a:cubicBezTo>
                  <a:pt x="35625" y="189226"/>
                  <a:pt x="32900" y="177695"/>
                  <a:pt x="30806" y="167847"/>
                </a:cubicBezTo>
                <a:cubicBezTo>
                  <a:pt x="28712" y="157999"/>
                  <a:pt x="27240" y="149203"/>
                  <a:pt x="26408" y="141449"/>
                </a:cubicBezTo>
                <a:cubicBezTo>
                  <a:pt x="25567" y="133905"/>
                  <a:pt x="25146" y="126571"/>
                  <a:pt x="25146" y="119448"/>
                </a:cubicBezTo>
                <a:cubicBezTo>
                  <a:pt x="25146" y="100163"/>
                  <a:pt x="31849" y="83823"/>
                  <a:pt x="45263" y="70409"/>
                </a:cubicBezTo>
                <a:cubicBezTo>
                  <a:pt x="58677" y="56995"/>
                  <a:pt x="75017" y="50292"/>
                  <a:pt x="94302" y="50292"/>
                </a:cubicBezTo>
                <a:lnTo>
                  <a:pt x="157167" y="50292"/>
                </a:lnTo>
                <a:cubicBezTo>
                  <a:pt x="162818" y="42748"/>
                  <a:pt x="170051" y="36667"/>
                  <a:pt x="178847" y="32059"/>
                </a:cubicBezTo>
                <a:cubicBezTo>
                  <a:pt x="187443" y="27450"/>
                  <a:pt x="196980" y="25146"/>
                  <a:pt x="207459" y="25146"/>
                </a:cubicBezTo>
                <a:cubicBezTo>
                  <a:pt x="212689" y="25146"/>
                  <a:pt x="217197" y="27030"/>
                  <a:pt x="220974" y="30806"/>
                </a:cubicBezTo>
                <a:cubicBezTo>
                  <a:pt x="224531" y="34363"/>
                  <a:pt x="226314" y="38771"/>
                  <a:pt x="226314" y="44010"/>
                </a:cubicBezTo>
                <a:cubicBezTo>
                  <a:pt x="226314" y="45263"/>
                  <a:pt x="226213" y="46525"/>
                  <a:pt x="226003" y="47777"/>
                </a:cubicBezTo>
                <a:cubicBezTo>
                  <a:pt x="225582" y="49039"/>
                  <a:pt x="225162" y="50191"/>
                  <a:pt x="224741" y="51234"/>
                </a:cubicBezTo>
                <a:cubicBezTo>
                  <a:pt x="223900" y="53538"/>
                  <a:pt x="223168" y="55842"/>
                  <a:pt x="222547" y="58147"/>
                </a:cubicBezTo>
                <a:cubicBezTo>
                  <a:pt x="221705" y="60451"/>
                  <a:pt x="221074" y="62966"/>
                  <a:pt x="220654" y="65690"/>
                </a:cubicBezTo>
                <a:lnTo>
                  <a:pt x="249256" y="94302"/>
                </a:lnTo>
                <a:lnTo>
                  <a:pt x="267179" y="94302"/>
                </a:lnTo>
                <a:cubicBezTo>
                  <a:pt x="269903" y="94302"/>
                  <a:pt x="272098" y="95244"/>
                  <a:pt x="273781" y="97128"/>
                </a:cubicBezTo>
                <a:cubicBezTo>
                  <a:pt x="275664" y="98801"/>
                  <a:pt x="276606" y="101005"/>
                  <a:pt x="276606" y="103730"/>
                </a:cubicBezTo>
                <a:lnTo>
                  <a:pt x="276606" y="175080"/>
                </a:lnTo>
                <a:cubicBezTo>
                  <a:pt x="276606" y="177174"/>
                  <a:pt x="276085" y="179058"/>
                  <a:pt x="275033" y="180740"/>
                </a:cubicBezTo>
                <a:cubicBezTo>
                  <a:pt x="273781" y="182414"/>
                  <a:pt x="272098" y="183566"/>
                  <a:pt x="270004" y="184197"/>
                </a:cubicBezTo>
                <a:lnTo>
                  <a:pt x="241091" y="193624"/>
                </a:lnTo>
                <a:lnTo>
                  <a:pt x="224110" y="250518"/>
                </a:lnTo>
                <a:cubicBezTo>
                  <a:pt x="222858" y="254706"/>
                  <a:pt x="220553" y="257952"/>
                  <a:pt x="217197" y="260266"/>
                </a:cubicBezTo>
                <a:cubicBezTo>
                  <a:pt x="213842" y="262780"/>
                  <a:pt x="210074" y="264033"/>
                  <a:pt x="205886" y="264033"/>
                </a:cubicBezTo>
                <a:lnTo>
                  <a:pt x="169740" y="264033"/>
                </a:lnTo>
                <a:cubicBezTo>
                  <a:pt x="164501" y="264033"/>
                  <a:pt x="160093" y="262149"/>
                  <a:pt x="156536" y="258373"/>
                </a:cubicBezTo>
                <a:cubicBezTo>
                  <a:pt x="152760" y="254816"/>
                  <a:pt x="150876" y="250408"/>
                  <a:pt x="150876" y="245178"/>
                </a:cubicBezTo>
                <a:lnTo>
                  <a:pt x="150876" y="238887"/>
                </a:lnTo>
                <a:lnTo>
                  <a:pt x="125730" y="238887"/>
                </a:lnTo>
                <a:lnTo>
                  <a:pt x="125730" y="245178"/>
                </a:lnTo>
                <a:cubicBezTo>
                  <a:pt x="125730" y="250408"/>
                  <a:pt x="123846" y="254816"/>
                  <a:pt x="120070" y="258373"/>
                </a:cubicBezTo>
                <a:cubicBezTo>
                  <a:pt x="116513" y="262149"/>
                  <a:pt x="112105" y="264033"/>
                  <a:pt x="106875" y="264033"/>
                </a:cubicBezTo>
                <a:lnTo>
                  <a:pt x="72292" y="264033"/>
                </a:lnTo>
                <a:close/>
                <a:moveTo>
                  <a:pt x="70720" y="245178"/>
                </a:moveTo>
                <a:lnTo>
                  <a:pt x="106875" y="245178"/>
                </a:lnTo>
                <a:lnTo>
                  <a:pt x="106875" y="220032"/>
                </a:lnTo>
                <a:lnTo>
                  <a:pt x="169740" y="220032"/>
                </a:lnTo>
                <a:lnTo>
                  <a:pt x="169740" y="245178"/>
                </a:lnTo>
                <a:lnTo>
                  <a:pt x="205886" y="245178"/>
                </a:lnTo>
                <a:lnTo>
                  <a:pt x="225683" y="179168"/>
                </a:lnTo>
                <a:lnTo>
                  <a:pt x="257751" y="168167"/>
                </a:lnTo>
                <a:lnTo>
                  <a:pt x="257751" y="113157"/>
                </a:lnTo>
                <a:lnTo>
                  <a:pt x="241402" y="113157"/>
                </a:lnTo>
                <a:lnTo>
                  <a:pt x="201168" y="72923"/>
                </a:lnTo>
                <a:cubicBezTo>
                  <a:pt x="201378" y="69357"/>
                  <a:pt x="202009" y="65069"/>
                  <a:pt x="203052" y="60040"/>
                </a:cubicBezTo>
                <a:cubicBezTo>
                  <a:pt x="203893" y="54800"/>
                  <a:pt x="205146" y="49039"/>
                  <a:pt x="206828" y="42748"/>
                </a:cubicBezTo>
                <a:cubicBezTo>
                  <a:pt x="197812" y="45052"/>
                  <a:pt x="189857" y="48509"/>
                  <a:pt x="182935" y="53117"/>
                </a:cubicBezTo>
                <a:cubicBezTo>
                  <a:pt x="176022" y="57735"/>
                  <a:pt x="170993" y="63075"/>
                  <a:pt x="167847" y="69156"/>
                </a:cubicBezTo>
                <a:lnTo>
                  <a:pt x="94302" y="69156"/>
                </a:lnTo>
                <a:cubicBezTo>
                  <a:pt x="80467" y="69156"/>
                  <a:pt x="68626" y="74076"/>
                  <a:pt x="58778" y="83924"/>
                </a:cubicBezTo>
                <a:cubicBezTo>
                  <a:pt x="48930" y="93772"/>
                  <a:pt x="44010" y="105613"/>
                  <a:pt x="44010" y="119448"/>
                </a:cubicBezTo>
                <a:cubicBezTo>
                  <a:pt x="44010" y="128245"/>
                  <a:pt x="46314" y="143643"/>
                  <a:pt x="50923" y="165653"/>
                </a:cubicBezTo>
                <a:cubicBezTo>
                  <a:pt x="55532" y="187443"/>
                  <a:pt x="62133" y="213951"/>
                  <a:pt x="70720" y="245178"/>
                </a:cubicBezTo>
                <a:close/>
                <a:moveTo>
                  <a:pt x="210285" y="134847"/>
                </a:moveTo>
                <a:cubicBezTo>
                  <a:pt x="212589" y="132332"/>
                  <a:pt x="213741" y="129296"/>
                  <a:pt x="213741" y="125730"/>
                </a:cubicBezTo>
                <a:cubicBezTo>
                  <a:pt x="213741" y="122164"/>
                  <a:pt x="212589" y="119238"/>
                  <a:pt x="210285" y="116933"/>
                </a:cubicBezTo>
                <a:cubicBezTo>
                  <a:pt x="207770" y="114419"/>
                  <a:pt x="204734" y="113157"/>
                  <a:pt x="201168" y="113157"/>
                </a:cubicBezTo>
                <a:cubicBezTo>
                  <a:pt x="197602" y="113157"/>
                  <a:pt x="194676" y="114419"/>
                  <a:pt x="192371" y="116933"/>
                </a:cubicBezTo>
                <a:cubicBezTo>
                  <a:pt x="189857" y="119238"/>
                  <a:pt x="188595" y="122164"/>
                  <a:pt x="188595" y="125730"/>
                </a:cubicBezTo>
                <a:cubicBezTo>
                  <a:pt x="188595" y="129296"/>
                  <a:pt x="189857" y="132332"/>
                  <a:pt x="192371" y="134847"/>
                </a:cubicBezTo>
                <a:cubicBezTo>
                  <a:pt x="194676" y="137151"/>
                  <a:pt x="197602" y="138303"/>
                  <a:pt x="201168" y="138303"/>
                </a:cubicBezTo>
                <a:cubicBezTo>
                  <a:pt x="204734" y="138303"/>
                  <a:pt x="207770" y="137151"/>
                  <a:pt x="210285" y="134847"/>
                </a:cubicBezTo>
                <a:close/>
                <a:moveTo>
                  <a:pt x="154022" y="106875"/>
                </a:moveTo>
                <a:cubicBezTo>
                  <a:pt x="156746" y="106875"/>
                  <a:pt x="158941" y="105924"/>
                  <a:pt x="160624" y="104040"/>
                </a:cubicBezTo>
                <a:cubicBezTo>
                  <a:pt x="162507" y="102367"/>
                  <a:pt x="163449" y="100163"/>
                  <a:pt x="163449" y="97438"/>
                </a:cubicBezTo>
                <a:cubicBezTo>
                  <a:pt x="163449" y="94714"/>
                  <a:pt x="162507" y="92519"/>
                  <a:pt x="160624" y="90836"/>
                </a:cubicBezTo>
                <a:cubicBezTo>
                  <a:pt x="158941" y="88953"/>
                  <a:pt x="156746" y="88011"/>
                  <a:pt x="154022" y="88011"/>
                </a:cubicBezTo>
                <a:lnTo>
                  <a:pt x="110011" y="88011"/>
                </a:lnTo>
                <a:cubicBezTo>
                  <a:pt x="107287" y="88011"/>
                  <a:pt x="105092" y="88953"/>
                  <a:pt x="103409" y="90836"/>
                </a:cubicBezTo>
                <a:cubicBezTo>
                  <a:pt x="101526" y="92519"/>
                  <a:pt x="100584" y="94714"/>
                  <a:pt x="100584" y="97438"/>
                </a:cubicBezTo>
                <a:cubicBezTo>
                  <a:pt x="100584" y="100163"/>
                  <a:pt x="101526" y="102468"/>
                  <a:pt x="103409" y="104360"/>
                </a:cubicBezTo>
                <a:cubicBezTo>
                  <a:pt x="105092" y="106034"/>
                  <a:pt x="107287" y="106875"/>
                  <a:pt x="110011" y="106875"/>
                </a:cubicBezTo>
                <a:lnTo>
                  <a:pt x="154022" y="106875"/>
                </a:lnTo>
                <a:close/>
                <a:moveTo>
                  <a:pt x="150876" y="143963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1" name="圖說"/>
          <p:cNvSpPr/>
          <p:nvPr/>
        </p:nvSpPr>
        <p:spPr>
          <a:xfrm>
            <a:off x="1639794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</a:t>
            </a:r>
            <a:endParaRPr lang="en-US" sz="750" dirty="0"/>
          </a:p>
        </p:txBody>
      </p:sp>
      <p:sp>
        <p:nvSpPr>
          <p:cNvPr id="212" name="圖示 財務"/>
          <p:cNvSpPr/>
          <p:nvPr/>
        </p:nvSpPr>
        <p:spPr>
          <a:xfrm>
            <a:off x="2339287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6641" y="216566"/>
                </a:moveTo>
                <a:lnTo>
                  <a:pt x="66641" y="128876"/>
                </a:lnTo>
                <a:cubicBezTo>
                  <a:pt x="66641" y="126151"/>
                  <a:pt x="67583" y="123947"/>
                  <a:pt x="69467" y="122274"/>
                </a:cubicBezTo>
                <a:cubicBezTo>
                  <a:pt x="71140" y="120390"/>
                  <a:pt x="73344" y="119448"/>
                  <a:pt x="76069" y="119448"/>
                </a:cubicBezTo>
                <a:cubicBezTo>
                  <a:pt x="78794" y="119448"/>
                  <a:pt x="81098" y="120390"/>
                  <a:pt x="82982" y="122274"/>
                </a:cubicBezTo>
                <a:cubicBezTo>
                  <a:pt x="84655" y="123947"/>
                  <a:pt x="85496" y="126151"/>
                  <a:pt x="85496" y="128876"/>
                </a:cubicBezTo>
                <a:lnTo>
                  <a:pt x="85496" y="216566"/>
                </a:lnTo>
                <a:cubicBezTo>
                  <a:pt x="85496" y="219291"/>
                  <a:pt x="84555" y="221495"/>
                  <a:pt x="82671" y="223168"/>
                </a:cubicBezTo>
                <a:cubicBezTo>
                  <a:pt x="80988" y="225061"/>
                  <a:pt x="78794" y="226003"/>
                  <a:pt x="76069" y="226003"/>
                </a:cubicBezTo>
                <a:cubicBezTo>
                  <a:pt x="73344" y="226003"/>
                  <a:pt x="71140" y="225061"/>
                  <a:pt x="69467" y="223168"/>
                </a:cubicBezTo>
                <a:cubicBezTo>
                  <a:pt x="67583" y="221495"/>
                  <a:pt x="66641" y="219291"/>
                  <a:pt x="66641" y="216566"/>
                </a:cubicBezTo>
                <a:close/>
                <a:moveTo>
                  <a:pt x="142701" y="216566"/>
                </a:moveTo>
                <a:lnTo>
                  <a:pt x="142701" y="128876"/>
                </a:lnTo>
                <a:cubicBezTo>
                  <a:pt x="142701" y="126151"/>
                  <a:pt x="143643" y="123947"/>
                  <a:pt x="145536" y="122274"/>
                </a:cubicBezTo>
                <a:cubicBezTo>
                  <a:pt x="147209" y="120390"/>
                  <a:pt x="149413" y="119448"/>
                  <a:pt x="152138" y="119448"/>
                </a:cubicBezTo>
                <a:cubicBezTo>
                  <a:pt x="154854" y="119448"/>
                  <a:pt x="157167" y="120390"/>
                  <a:pt x="159051" y="122274"/>
                </a:cubicBezTo>
                <a:cubicBezTo>
                  <a:pt x="160724" y="123947"/>
                  <a:pt x="161565" y="126151"/>
                  <a:pt x="161565" y="128876"/>
                </a:cubicBezTo>
                <a:lnTo>
                  <a:pt x="161565" y="216566"/>
                </a:lnTo>
                <a:cubicBezTo>
                  <a:pt x="161565" y="219291"/>
                  <a:pt x="160624" y="221495"/>
                  <a:pt x="158731" y="223168"/>
                </a:cubicBezTo>
                <a:cubicBezTo>
                  <a:pt x="157057" y="225061"/>
                  <a:pt x="154854" y="226003"/>
                  <a:pt x="152138" y="226003"/>
                </a:cubicBezTo>
                <a:cubicBezTo>
                  <a:pt x="149413" y="226003"/>
                  <a:pt x="147209" y="225061"/>
                  <a:pt x="145536" y="223168"/>
                </a:cubicBezTo>
                <a:cubicBezTo>
                  <a:pt x="143643" y="221495"/>
                  <a:pt x="142701" y="219291"/>
                  <a:pt x="142701" y="216566"/>
                </a:cubicBezTo>
                <a:close/>
                <a:moveTo>
                  <a:pt x="34573" y="263722"/>
                </a:moveTo>
                <a:cubicBezTo>
                  <a:pt x="31849" y="263722"/>
                  <a:pt x="29654" y="262780"/>
                  <a:pt x="27971" y="260887"/>
                </a:cubicBezTo>
                <a:cubicBezTo>
                  <a:pt x="26088" y="259214"/>
                  <a:pt x="25146" y="257010"/>
                  <a:pt x="25146" y="254285"/>
                </a:cubicBezTo>
                <a:cubicBezTo>
                  <a:pt x="25146" y="251561"/>
                  <a:pt x="26088" y="249366"/>
                  <a:pt x="27971" y="247693"/>
                </a:cubicBezTo>
                <a:cubicBezTo>
                  <a:pt x="29654" y="245800"/>
                  <a:pt x="31849" y="244858"/>
                  <a:pt x="34573" y="244858"/>
                </a:cubicBezTo>
                <a:lnTo>
                  <a:pt x="267179" y="244858"/>
                </a:lnTo>
                <a:cubicBezTo>
                  <a:pt x="269903" y="244858"/>
                  <a:pt x="272098" y="245800"/>
                  <a:pt x="273781" y="247693"/>
                </a:cubicBezTo>
                <a:cubicBezTo>
                  <a:pt x="275664" y="249366"/>
                  <a:pt x="276606" y="251561"/>
                  <a:pt x="276606" y="254285"/>
                </a:cubicBezTo>
                <a:cubicBezTo>
                  <a:pt x="276606" y="257010"/>
                  <a:pt x="275664" y="259315"/>
                  <a:pt x="273781" y="261208"/>
                </a:cubicBezTo>
                <a:cubicBezTo>
                  <a:pt x="272098" y="262881"/>
                  <a:pt x="269903" y="263722"/>
                  <a:pt x="267179" y="263722"/>
                </a:cubicBezTo>
                <a:lnTo>
                  <a:pt x="34573" y="263722"/>
                </a:lnTo>
                <a:close/>
                <a:moveTo>
                  <a:pt x="216256" y="216566"/>
                </a:moveTo>
                <a:lnTo>
                  <a:pt x="216256" y="128876"/>
                </a:lnTo>
                <a:cubicBezTo>
                  <a:pt x="216256" y="126151"/>
                  <a:pt x="217197" y="123947"/>
                  <a:pt x="219081" y="122274"/>
                </a:cubicBezTo>
                <a:cubicBezTo>
                  <a:pt x="220764" y="120390"/>
                  <a:pt x="222958" y="119448"/>
                  <a:pt x="225683" y="119448"/>
                </a:cubicBezTo>
                <a:cubicBezTo>
                  <a:pt x="228408" y="119448"/>
                  <a:pt x="230712" y="120390"/>
                  <a:pt x="232605" y="122274"/>
                </a:cubicBezTo>
                <a:cubicBezTo>
                  <a:pt x="234278" y="123947"/>
                  <a:pt x="235120" y="126151"/>
                  <a:pt x="235120" y="128876"/>
                </a:cubicBezTo>
                <a:lnTo>
                  <a:pt x="235120" y="216566"/>
                </a:lnTo>
                <a:cubicBezTo>
                  <a:pt x="235120" y="219291"/>
                  <a:pt x="234169" y="221495"/>
                  <a:pt x="232285" y="223168"/>
                </a:cubicBezTo>
                <a:cubicBezTo>
                  <a:pt x="230612" y="225061"/>
                  <a:pt x="228408" y="226003"/>
                  <a:pt x="225683" y="226003"/>
                </a:cubicBezTo>
                <a:cubicBezTo>
                  <a:pt x="222958" y="226003"/>
                  <a:pt x="220764" y="225061"/>
                  <a:pt x="219081" y="223168"/>
                </a:cubicBezTo>
                <a:cubicBezTo>
                  <a:pt x="217197" y="221495"/>
                  <a:pt x="216256" y="219291"/>
                  <a:pt x="216256" y="216566"/>
                </a:cubicBezTo>
                <a:close/>
                <a:moveTo>
                  <a:pt x="268431" y="100584"/>
                </a:moveTo>
                <a:lnTo>
                  <a:pt x="32379" y="100584"/>
                </a:lnTo>
                <a:cubicBezTo>
                  <a:pt x="30276" y="100584"/>
                  <a:pt x="28602" y="99852"/>
                  <a:pt x="27350" y="98380"/>
                </a:cubicBezTo>
                <a:cubicBezTo>
                  <a:pt x="25878" y="97128"/>
                  <a:pt x="25146" y="95454"/>
                  <a:pt x="25146" y="93351"/>
                </a:cubicBezTo>
                <a:lnTo>
                  <a:pt x="25146" y="88011"/>
                </a:lnTo>
                <a:cubicBezTo>
                  <a:pt x="25146" y="86758"/>
                  <a:pt x="25567" y="85597"/>
                  <a:pt x="26408" y="84555"/>
                </a:cubicBezTo>
                <a:cubicBezTo>
                  <a:pt x="27030" y="83293"/>
                  <a:pt x="27871" y="82351"/>
                  <a:pt x="28922" y="81729"/>
                </a:cubicBezTo>
                <a:lnTo>
                  <a:pt x="141449" y="17602"/>
                </a:lnTo>
                <a:cubicBezTo>
                  <a:pt x="144384" y="15929"/>
                  <a:pt x="147520" y="15088"/>
                  <a:pt x="150876" y="15088"/>
                </a:cubicBezTo>
                <a:cubicBezTo>
                  <a:pt x="154232" y="15088"/>
                  <a:pt x="157368" y="15929"/>
                  <a:pt x="160303" y="17602"/>
                </a:cubicBezTo>
                <a:lnTo>
                  <a:pt x="272519" y="81409"/>
                </a:lnTo>
                <a:cubicBezTo>
                  <a:pt x="273781" y="82250"/>
                  <a:pt x="274823" y="83293"/>
                  <a:pt x="275664" y="84555"/>
                </a:cubicBezTo>
                <a:cubicBezTo>
                  <a:pt x="276295" y="85807"/>
                  <a:pt x="276606" y="87279"/>
                  <a:pt x="276606" y="88953"/>
                </a:cubicBezTo>
                <a:lnTo>
                  <a:pt x="276606" y="92098"/>
                </a:lnTo>
                <a:cubicBezTo>
                  <a:pt x="276606" y="94403"/>
                  <a:pt x="275874" y="96396"/>
                  <a:pt x="274402" y="98069"/>
                </a:cubicBezTo>
                <a:cubicBezTo>
                  <a:pt x="272729" y="99743"/>
                  <a:pt x="270736" y="100584"/>
                  <a:pt x="268431" y="100584"/>
                </a:cubicBezTo>
                <a:close/>
                <a:moveTo>
                  <a:pt x="67263" y="81729"/>
                </a:moveTo>
                <a:lnTo>
                  <a:pt x="234489" y="81729"/>
                </a:lnTo>
                <a:lnTo>
                  <a:pt x="150876" y="33952"/>
                </a:lnTo>
                <a:lnTo>
                  <a:pt x="67263" y="81729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3" name="圖說"/>
          <p:cNvSpPr/>
          <p:nvPr/>
        </p:nvSpPr>
        <p:spPr>
          <a:xfrm>
            <a:off x="2194514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</a:t>
            </a:r>
            <a:endParaRPr lang="en-US" sz="750" dirty="0"/>
          </a:p>
        </p:txBody>
      </p:sp>
      <p:sp>
        <p:nvSpPr>
          <p:cNvPr id="214" name="圖示 辦公室"/>
          <p:cNvSpPr/>
          <p:nvPr/>
        </p:nvSpPr>
        <p:spPr>
          <a:xfrm>
            <a:off x="2894007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6583" y="264033"/>
                </a:moveTo>
                <a:cubicBezTo>
                  <a:pt x="51344" y="264033"/>
                  <a:pt x="46936" y="262149"/>
                  <a:pt x="43379" y="258373"/>
                </a:cubicBezTo>
                <a:cubicBezTo>
                  <a:pt x="39603" y="254816"/>
                  <a:pt x="37719" y="250408"/>
                  <a:pt x="37719" y="245178"/>
                </a:cubicBezTo>
                <a:lnTo>
                  <a:pt x="37719" y="108439"/>
                </a:lnTo>
                <a:cubicBezTo>
                  <a:pt x="37719" y="103199"/>
                  <a:pt x="39603" y="98801"/>
                  <a:pt x="43379" y="95244"/>
                </a:cubicBezTo>
                <a:cubicBezTo>
                  <a:pt x="46936" y="91467"/>
                  <a:pt x="51344" y="89584"/>
                  <a:pt x="56583" y="89584"/>
                </a:cubicBezTo>
                <a:lnTo>
                  <a:pt x="89584" y="89584"/>
                </a:lnTo>
                <a:lnTo>
                  <a:pt x="89584" y="56583"/>
                </a:lnTo>
                <a:cubicBezTo>
                  <a:pt x="89584" y="51344"/>
                  <a:pt x="91467" y="46936"/>
                  <a:pt x="95244" y="43379"/>
                </a:cubicBezTo>
                <a:cubicBezTo>
                  <a:pt x="98801" y="39603"/>
                  <a:pt x="103199" y="37719"/>
                  <a:pt x="108439" y="37719"/>
                </a:cubicBezTo>
                <a:lnTo>
                  <a:pt x="193313" y="37719"/>
                </a:lnTo>
                <a:cubicBezTo>
                  <a:pt x="198553" y="37719"/>
                  <a:pt x="202951" y="39603"/>
                  <a:pt x="206508" y="43379"/>
                </a:cubicBezTo>
                <a:cubicBezTo>
                  <a:pt x="210285" y="46936"/>
                  <a:pt x="212168" y="51344"/>
                  <a:pt x="212168" y="56583"/>
                </a:cubicBezTo>
                <a:lnTo>
                  <a:pt x="212168" y="141449"/>
                </a:lnTo>
                <a:lnTo>
                  <a:pt x="245178" y="141449"/>
                </a:lnTo>
                <a:cubicBezTo>
                  <a:pt x="250408" y="141449"/>
                  <a:pt x="254816" y="143332"/>
                  <a:pt x="258373" y="147109"/>
                </a:cubicBezTo>
                <a:cubicBezTo>
                  <a:pt x="262149" y="150666"/>
                  <a:pt x="264033" y="155064"/>
                  <a:pt x="264033" y="160303"/>
                </a:cubicBezTo>
                <a:lnTo>
                  <a:pt x="264033" y="245178"/>
                </a:lnTo>
                <a:cubicBezTo>
                  <a:pt x="264033" y="250408"/>
                  <a:pt x="262149" y="254816"/>
                  <a:pt x="258373" y="258373"/>
                </a:cubicBezTo>
                <a:cubicBezTo>
                  <a:pt x="254816" y="262149"/>
                  <a:pt x="250408" y="264033"/>
                  <a:pt x="245178" y="264033"/>
                </a:cubicBezTo>
                <a:lnTo>
                  <a:pt x="167536" y="264033"/>
                </a:lnTo>
                <a:lnTo>
                  <a:pt x="167536" y="212168"/>
                </a:lnTo>
                <a:lnTo>
                  <a:pt x="134216" y="212168"/>
                </a:lnTo>
                <a:lnTo>
                  <a:pt x="134216" y="264033"/>
                </a:lnTo>
                <a:lnTo>
                  <a:pt x="56583" y="264033"/>
                </a:lnTo>
                <a:close/>
                <a:moveTo>
                  <a:pt x="56583" y="245178"/>
                </a:moveTo>
                <a:lnTo>
                  <a:pt x="89584" y="245178"/>
                </a:lnTo>
                <a:lnTo>
                  <a:pt x="89584" y="212168"/>
                </a:lnTo>
                <a:lnTo>
                  <a:pt x="56583" y="212168"/>
                </a:lnTo>
                <a:lnTo>
                  <a:pt x="56583" y="245178"/>
                </a:lnTo>
                <a:close/>
                <a:moveTo>
                  <a:pt x="56583" y="193313"/>
                </a:moveTo>
                <a:lnTo>
                  <a:pt x="89584" y="193313"/>
                </a:lnTo>
                <a:lnTo>
                  <a:pt x="89584" y="160303"/>
                </a:lnTo>
                <a:lnTo>
                  <a:pt x="56583" y="160303"/>
                </a:lnTo>
                <a:lnTo>
                  <a:pt x="56583" y="193313"/>
                </a:lnTo>
                <a:close/>
                <a:moveTo>
                  <a:pt x="56583" y="141449"/>
                </a:moveTo>
                <a:lnTo>
                  <a:pt x="89584" y="141449"/>
                </a:lnTo>
                <a:lnTo>
                  <a:pt x="89584" y="108439"/>
                </a:lnTo>
                <a:lnTo>
                  <a:pt x="56583" y="108439"/>
                </a:lnTo>
                <a:lnTo>
                  <a:pt x="56583" y="141449"/>
                </a:lnTo>
                <a:close/>
                <a:moveTo>
                  <a:pt x="108439" y="193313"/>
                </a:moveTo>
                <a:lnTo>
                  <a:pt x="141449" y="193313"/>
                </a:lnTo>
                <a:lnTo>
                  <a:pt x="141449" y="160303"/>
                </a:lnTo>
                <a:lnTo>
                  <a:pt x="108439" y="160303"/>
                </a:lnTo>
                <a:lnTo>
                  <a:pt x="108439" y="193313"/>
                </a:lnTo>
                <a:close/>
                <a:moveTo>
                  <a:pt x="108439" y="141449"/>
                </a:moveTo>
                <a:lnTo>
                  <a:pt x="141449" y="141449"/>
                </a:lnTo>
                <a:lnTo>
                  <a:pt x="141449" y="108439"/>
                </a:lnTo>
                <a:lnTo>
                  <a:pt x="108439" y="108439"/>
                </a:lnTo>
                <a:lnTo>
                  <a:pt x="108439" y="141449"/>
                </a:lnTo>
                <a:close/>
                <a:moveTo>
                  <a:pt x="108439" y="89584"/>
                </a:moveTo>
                <a:lnTo>
                  <a:pt x="141449" y="89584"/>
                </a:lnTo>
                <a:lnTo>
                  <a:pt x="141449" y="56583"/>
                </a:lnTo>
                <a:lnTo>
                  <a:pt x="108439" y="56583"/>
                </a:lnTo>
                <a:lnTo>
                  <a:pt x="108439" y="89584"/>
                </a:lnTo>
                <a:close/>
                <a:moveTo>
                  <a:pt x="160303" y="193313"/>
                </a:moveTo>
                <a:lnTo>
                  <a:pt x="193313" y="193313"/>
                </a:lnTo>
                <a:lnTo>
                  <a:pt x="193313" y="160303"/>
                </a:lnTo>
                <a:lnTo>
                  <a:pt x="160303" y="160303"/>
                </a:lnTo>
                <a:lnTo>
                  <a:pt x="160303" y="193313"/>
                </a:lnTo>
                <a:close/>
                <a:moveTo>
                  <a:pt x="160303" y="141449"/>
                </a:moveTo>
                <a:lnTo>
                  <a:pt x="193313" y="141449"/>
                </a:lnTo>
                <a:lnTo>
                  <a:pt x="193313" y="108439"/>
                </a:lnTo>
                <a:lnTo>
                  <a:pt x="160303" y="108439"/>
                </a:lnTo>
                <a:lnTo>
                  <a:pt x="160303" y="141449"/>
                </a:lnTo>
                <a:close/>
                <a:moveTo>
                  <a:pt x="160303" y="89584"/>
                </a:moveTo>
                <a:lnTo>
                  <a:pt x="193313" y="89584"/>
                </a:lnTo>
                <a:lnTo>
                  <a:pt x="193313" y="56583"/>
                </a:lnTo>
                <a:lnTo>
                  <a:pt x="160303" y="56583"/>
                </a:lnTo>
                <a:lnTo>
                  <a:pt x="160303" y="89584"/>
                </a:lnTo>
                <a:close/>
                <a:moveTo>
                  <a:pt x="212168" y="245178"/>
                </a:moveTo>
                <a:lnTo>
                  <a:pt x="245178" y="245178"/>
                </a:lnTo>
                <a:lnTo>
                  <a:pt x="245178" y="212168"/>
                </a:lnTo>
                <a:lnTo>
                  <a:pt x="212168" y="212168"/>
                </a:lnTo>
                <a:lnTo>
                  <a:pt x="212168" y="245178"/>
                </a:lnTo>
                <a:close/>
                <a:moveTo>
                  <a:pt x="212168" y="193313"/>
                </a:moveTo>
                <a:lnTo>
                  <a:pt x="245178" y="193313"/>
                </a:lnTo>
                <a:lnTo>
                  <a:pt x="245178" y="160303"/>
                </a:lnTo>
                <a:lnTo>
                  <a:pt x="212168" y="160303"/>
                </a:lnTo>
                <a:lnTo>
                  <a:pt x="212168" y="193313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5" name="圖說"/>
          <p:cNvSpPr/>
          <p:nvPr/>
        </p:nvSpPr>
        <p:spPr>
          <a:xfrm>
            <a:off x="2749235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辦公室</a:t>
            </a:r>
            <a:endParaRPr lang="en-US" sz="750" dirty="0"/>
          </a:p>
        </p:txBody>
      </p:sp>
      <p:sp>
        <p:nvSpPr>
          <p:cNvPr id="216" name="圖示 公告"/>
          <p:cNvSpPr/>
          <p:nvPr/>
        </p:nvSpPr>
        <p:spPr>
          <a:xfrm>
            <a:off x="3448728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67179" y="160303"/>
                </a:moveTo>
                <a:lnTo>
                  <a:pt x="238887" y="160303"/>
                </a:lnTo>
                <a:cubicBezTo>
                  <a:pt x="236162" y="160303"/>
                  <a:pt x="233958" y="159362"/>
                  <a:pt x="232285" y="157478"/>
                </a:cubicBezTo>
                <a:cubicBezTo>
                  <a:pt x="230401" y="155805"/>
                  <a:pt x="229460" y="153601"/>
                  <a:pt x="229460" y="150876"/>
                </a:cubicBezTo>
                <a:cubicBezTo>
                  <a:pt x="229460" y="148151"/>
                  <a:pt x="230401" y="145947"/>
                  <a:pt x="232285" y="144274"/>
                </a:cubicBezTo>
                <a:cubicBezTo>
                  <a:pt x="233958" y="142390"/>
                  <a:pt x="236162" y="141449"/>
                  <a:pt x="238887" y="141449"/>
                </a:cubicBezTo>
                <a:lnTo>
                  <a:pt x="267179" y="141449"/>
                </a:lnTo>
                <a:cubicBezTo>
                  <a:pt x="269903" y="141449"/>
                  <a:pt x="272098" y="142390"/>
                  <a:pt x="273781" y="144274"/>
                </a:cubicBezTo>
                <a:cubicBezTo>
                  <a:pt x="275664" y="145947"/>
                  <a:pt x="276606" y="148151"/>
                  <a:pt x="276606" y="150876"/>
                </a:cubicBezTo>
                <a:cubicBezTo>
                  <a:pt x="276606" y="153601"/>
                  <a:pt x="275664" y="155905"/>
                  <a:pt x="273781" y="157789"/>
                </a:cubicBezTo>
                <a:cubicBezTo>
                  <a:pt x="272098" y="159471"/>
                  <a:pt x="269903" y="160303"/>
                  <a:pt x="267179" y="160303"/>
                </a:cubicBezTo>
                <a:close/>
                <a:moveTo>
                  <a:pt x="212799" y="215625"/>
                </a:moveTo>
                <a:cubicBezTo>
                  <a:pt x="214473" y="213531"/>
                  <a:pt x="216566" y="212278"/>
                  <a:pt x="219081" y="211857"/>
                </a:cubicBezTo>
                <a:cubicBezTo>
                  <a:pt x="221596" y="211437"/>
                  <a:pt x="223900" y="212068"/>
                  <a:pt x="226003" y="213741"/>
                </a:cubicBezTo>
                <a:lnTo>
                  <a:pt x="248945" y="230712"/>
                </a:lnTo>
                <a:cubicBezTo>
                  <a:pt x="251039" y="232395"/>
                  <a:pt x="252301" y="234489"/>
                  <a:pt x="252722" y="237003"/>
                </a:cubicBezTo>
                <a:cubicBezTo>
                  <a:pt x="253133" y="239518"/>
                  <a:pt x="252512" y="241822"/>
                  <a:pt x="250829" y="243916"/>
                </a:cubicBezTo>
                <a:cubicBezTo>
                  <a:pt x="249156" y="246010"/>
                  <a:pt x="247062" y="247272"/>
                  <a:pt x="244547" y="247693"/>
                </a:cubicBezTo>
                <a:cubicBezTo>
                  <a:pt x="242033" y="248104"/>
                  <a:pt x="239728" y="247482"/>
                  <a:pt x="237634" y="245800"/>
                </a:cubicBezTo>
                <a:lnTo>
                  <a:pt x="214683" y="228829"/>
                </a:lnTo>
                <a:cubicBezTo>
                  <a:pt x="212589" y="227155"/>
                  <a:pt x="211327" y="225061"/>
                  <a:pt x="210916" y="222547"/>
                </a:cubicBezTo>
                <a:cubicBezTo>
                  <a:pt x="210495" y="220032"/>
                  <a:pt x="211126" y="217719"/>
                  <a:pt x="212799" y="215625"/>
                </a:cubicBezTo>
                <a:close/>
                <a:moveTo>
                  <a:pt x="248945" y="71040"/>
                </a:moveTo>
                <a:lnTo>
                  <a:pt x="226945" y="87700"/>
                </a:lnTo>
                <a:cubicBezTo>
                  <a:pt x="224851" y="89373"/>
                  <a:pt x="222547" y="90004"/>
                  <a:pt x="220032" y="89584"/>
                </a:cubicBezTo>
                <a:cubicBezTo>
                  <a:pt x="217517" y="89163"/>
                  <a:pt x="215414" y="87910"/>
                  <a:pt x="213741" y="85807"/>
                </a:cubicBezTo>
                <a:cubicBezTo>
                  <a:pt x="212068" y="83713"/>
                  <a:pt x="211437" y="81409"/>
                  <a:pt x="211857" y="78894"/>
                </a:cubicBezTo>
                <a:cubicBezTo>
                  <a:pt x="212278" y="76380"/>
                  <a:pt x="213531" y="74286"/>
                  <a:pt x="215625" y="72613"/>
                </a:cubicBezTo>
                <a:lnTo>
                  <a:pt x="237634" y="55952"/>
                </a:lnTo>
                <a:cubicBezTo>
                  <a:pt x="239728" y="54270"/>
                  <a:pt x="242033" y="53648"/>
                  <a:pt x="244547" y="54068"/>
                </a:cubicBezTo>
                <a:cubicBezTo>
                  <a:pt x="247062" y="54480"/>
                  <a:pt x="249156" y="55742"/>
                  <a:pt x="250829" y="57836"/>
                </a:cubicBezTo>
                <a:cubicBezTo>
                  <a:pt x="252512" y="59930"/>
                  <a:pt x="253133" y="62234"/>
                  <a:pt x="252722" y="64749"/>
                </a:cubicBezTo>
                <a:cubicBezTo>
                  <a:pt x="252301" y="67263"/>
                  <a:pt x="251039" y="69357"/>
                  <a:pt x="248945" y="71040"/>
                </a:cubicBezTo>
                <a:close/>
                <a:moveTo>
                  <a:pt x="66011" y="188595"/>
                </a:moveTo>
                <a:lnTo>
                  <a:pt x="44010" y="188595"/>
                </a:lnTo>
                <a:cubicBezTo>
                  <a:pt x="38771" y="188595"/>
                  <a:pt x="34363" y="186711"/>
                  <a:pt x="30806" y="182935"/>
                </a:cubicBezTo>
                <a:cubicBezTo>
                  <a:pt x="27030" y="179378"/>
                  <a:pt x="25146" y="174970"/>
                  <a:pt x="25146" y="169740"/>
                </a:cubicBezTo>
                <a:lnTo>
                  <a:pt x="25146" y="132021"/>
                </a:lnTo>
                <a:cubicBezTo>
                  <a:pt x="25146" y="126782"/>
                  <a:pt x="27030" y="122374"/>
                  <a:pt x="30806" y="118817"/>
                </a:cubicBezTo>
                <a:cubicBezTo>
                  <a:pt x="34363" y="115041"/>
                  <a:pt x="38771" y="113157"/>
                  <a:pt x="44010" y="113157"/>
                </a:cubicBezTo>
                <a:lnTo>
                  <a:pt x="100584" y="113157"/>
                </a:lnTo>
                <a:lnTo>
                  <a:pt x="149303" y="83924"/>
                </a:lnTo>
                <a:cubicBezTo>
                  <a:pt x="152449" y="82040"/>
                  <a:pt x="155594" y="82040"/>
                  <a:pt x="158731" y="83924"/>
                </a:cubicBezTo>
                <a:cubicBezTo>
                  <a:pt x="161876" y="85807"/>
                  <a:pt x="163449" y="88532"/>
                  <a:pt x="163449" y="92098"/>
                </a:cubicBezTo>
                <a:lnTo>
                  <a:pt x="163449" y="209654"/>
                </a:lnTo>
                <a:cubicBezTo>
                  <a:pt x="163449" y="213220"/>
                  <a:pt x="161876" y="215945"/>
                  <a:pt x="158731" y="217828"/>
                </a:cubicBezTo>
                <a:cubicBezTo>
                  <a:pt x="155594" y="219712"/>
                  <a:pt x="152449" y="219712"/>
                  <a:pt x="149303" y="217828"/>
                </a:cubicBezTo>
                <a:lnTo>
                  <a:pt x="100584" y="188595"/>
                </a:lnTo>
                <a:lnTo>
                  <a:pt x="84865" y="188595"/>
                </a:lnTo>
                <a:lnTo>
                  <a:pt x="84865" y="229460"/>
                </a:lnTo>
                <a:cubicBezTo>
                  <a:pt x="84865" y="232184"/>
                  <a:pt x="83924" y="234379"/>
                  <a:pt x="82040" y="236062"/>
                </a:cubicBezTo>
                <a:cubicBezTo>
                  <a:pt x="80367" y="237945"/>
                  <a:pt x="78163" y="238887"/>
                  <a:pt x="75438" y="238887"/>
                </a:cubicBezTo>
                <a:cubicBezTo>
                  <a:pt x="72713" y="238887"/>
                  <a:pt x="70509" y="237945"/>
                  <a:pt x="68836" y="236062"/>
                </a:cubicBezTo>
                <a:cubicBezTo>
                  <a:pt x="66952" y="234379"/>
                  <a:pt x="66011" y="232184"/>
                  <a:pt x="66011" y="229460"/>
                </a:cubicBezTo>
                <a:lnTo>
                  <a:pt x="66011" y="188595"/>
                </a:lnTo>
                <a:close/>
                <a:moveTo>
                  <a:pt x="144594" y="192993"/>
                </a:moveTo>
                <a:lnTo>
                  <a:pt x="144594" y="108759"/>
                </a:lnTo>
                <a:lnTo>
                  <a:pt x="105613" y="132021"/>
                </a:lnTo>
                <a:lnTo>
                  <a:pt x="44010" y="132021"/>
                </a:lnTo>
                <a:lnTo>
                  <a:pt x="44010" y="169740"/>
                </a:lnTo>
                <a:lnTo>
                  <a:pt x="105613" y="169740"/>
                </a:lnTo>
                <a:lnTo>
                  <a:pt x="144594" y="192993"/>
                </a:lnTo>
                <a:close/>
                <a:moveTo>
                  <a:pt x="176022" y="192993"/>
                </a:moveTo>
                <a:lnTo>
                  <a:pt x="176022" y="108759"/>
                </a:lnTo>
                <a:cubicBezTo>
                  <a:pt x="181682" y="113788"/>
                  <a:pt x="186291" y="119969"/>
                  <a:pt x="189857" y="127303"/>
                </a:cubicBezTo>
                <a:cubicBezTo>
                  <a:pt x="193204" y="134426"/>
                  <a:pt x="194886" y="142281"/>
                  <a:pt x="194886" y="150876"/>
                </a:cubicBezTo>
                <a:cubicBezTo>
                  <a:pt x="194886" y="159471"/>
                  <a:pt x="193204" y="167427"/>
                  <a:pt x="189857" y="174769"/>
                </a:cubicBezTo>
                <a:cubicBezTo>
                  <a:pt x="186291" y="181892"/>
                  <a:pt x="181682" y="187964"/>
                  <a:pt x="176022" y="192993"/>
                </a:cubicBezTo>
                <a:close/>
                <a:moveTo>
                  <a:pt x="94302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7" name="圖說"/>
          <p:cNvSpPr/>
          <p:nvPr/>
        </p:nvSpPr>
        <p:spPr>
          <a:xfrm>
            <a:off x="3303956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750" dirty="0"/>
          </a:p>
        </p:txBody>
      </p:sp>
      <p:sp>
        <p:nvSpPr>
          <p:cNvPr id="218" name="圖示 郵件"/>
          <p:cNvSpPr/>
          <p:nvPr/>
        </p:nvSpPr>
        <p:spPr>
          <a:xfrm>
            <a:off x="4003449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4010" y="251460"/>
                </a:moveTo>
                <a:cubicBezTo>
                  <a:pt x="38981" y="251460"/>
                  <a:pt x="34573" y="249576"/>
                  <a:pt x="30806" y="245800"/>
                </a:cubicBezTo>
                <a:cubicBezTo>
                  <a:pt x="27030" y="242033"/>
                  <a:pt x="25146" y="237634"/>
                  <a:pt x="25146" y="232605"/>
                </a:cubicBezTo>
                <a:lnTo>
                  <a:pt x="25146" y="69156"/>
                </a:lnTo>
                <a:cubicBezTo>
                  <a:pt x="25146" y="64127"/>
                  <a:pt x="27030" y="59719"/>
                  <a:pt x="30806" y="55952"/>
                </a:cubicBezTo>
                <a:cubicBezTo>
                  <a:pt x="34573" y="52176"/>
                  <a:pt x="38981" y="50292"/>
                  <a:pt x="44010" y="50292"/>
                </a:cubicBezTo>
                <a:lnTo>
                  <a:pt x="257751" y="50292"/>
                </a:lnTo>
                <a:cubicBezTo>
                  <a:pt x="262780" y="50292"/>
                  <a:pt x="267179" y="52176"/>
                  <a:pt x="270946" y="55952"/>
                </a:cubicBezTo>
                <a:cubicBezTo>
                  <a:pt x="274722" y="59719"/>
                  <a:pt x="276606" y="64127"/>
                  <a:pt x="276606" y="69156"/>
                </a:cubicBezTo>
                <a:lnTo>
                  <a:pt x="276606" y="232605"/>
                </a:lnTo>
                <a:cubicBezTo>
                  <a:pt x="276606" y="237634"/>
                  <a:pt x="274722" y="242033"/>
                  <a:pt x="270946" y="245800"/>
                </a:cubicBezTo>
                <a:cubicBezTo>
                  <a:pt x="267179" y="249576"/>
                  <a:pt x="262780" y="251460"/>
                  <a:pt x="257751" y="251460"/>
                </a:cubicBezTo>
                <a:lnTo>
                  <a:pt x="44010" y="251460"/>
                </a:lnTo>
                <a:close/>
                <a:moveTo>
                  <a:pt x="257751" y="86438"/>
                </a:moveTo>
                <a:lnTo>
                  <a:pt x="155905" y="153080"/>
                </a:lnTo>
                <a:cubicBezTo>
                  <a:pt x="155064" y="153491"/>
                  <a:pt x="154332" y="153912"/>
                  <a:pt x="153701" y="154332"/>
                </a:cubicBezTo>
                <a:cubicBezTo>
                  <a:pt x="152869" y="154543"/>
                  <a:pt x="151928" y="154652"/>
                  <a:pt x="150876" y="154652"/>
                </a:cubicBezTo>
                <a:cubicBezTo>
                  <a:pt x="149824" y="154652"/>
                  <a:pt x="148992" y="154543"/>
                  <a:pt x="148361" y="154332"/>
                </a:cubicBezTo>
                <a:cubicBezTo>
                  <a:pt x="147520" y="153912"/>
                  <a:pt x="146688" y="153491"/>
                  <a:pt x="145847" y="153080"/>
                </a:cubicBezTo>
                <a:lnTo>
                  <a:pt x="44010" y="86438"/>
                </a:lnTo>
                <a:lnTo>
                  <a:pt x="44010" y="232605"/>
                </a:lnTo>
                <a:lnTo>
                  <a:pt x="257751" y="232605"/>
                </a:lnTo>
                <a:lnTo>
                  <a:pt x="257751" y="86438"/>
                </a:lnTo>
                <a:close/>
                <a:moveTo>
                  <a:pt x="150876" y="137672"/>
                </a:moveTo>
                <a:lnTo>
                  <a:pt x="256489" y="69156"/>
                </a:lnTo>
                <a:lnTo>
                  <a:pt x="45574" y="69156"/>
                </a:lnTo>
                <a:lnTo>
                  <a:pt x="150876" y="137672"/>
                </a:lnTo>
                <a:close/>
                <a:moveTo>
                  <a:pt x="44010" y="86438"/>
                </a:moveTo>
                <a:lnTo>
                  <a:pt x="44010" y="88642"/>
                </a:lnTo>
                <a:lnTo>
                  <a:pt x="44010" y="76380"/>
                </a:lnTo>
                <a:lnTo>
                  <a:pt x="44010" y="69156"/>
                </a:lnTo>
                <a:lnTo>
                  <a:pt x="44010" y="76380"/>
                </a:lnTo>
                <a:lnTo>
                  <a:pt x="44010" y="76069"/>
                </a:lnTo>
                <a:lnTo>
                  <a:pt x="44010" y="88642"/>
                </a:lnTo>
                <a:lnTo>
                  <a:pt x="44010" y="86438"/>
                </a:lnTo>
                <a:lnTo>
                  <a:pt x="44010" y="232605"/>
                </a:lnTo>
                <a:lnTo>
                  <a:pt x="44010" y="86438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9" name="圖說"/>
          <p:cNvSpPr/>
          <p:nvPr/>
        </p:nvSpPr>
        <p:spPr>
          <a:xfrm>
            <a:off x="3858677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750" dirty="0"/>
          </a:p>
        </p:txBody>
      </p:sp>
      <p:sp>
        <p:nvSpPr>
          <p:cNvPr id="220" name="圖示 訊息"/>
          <p:cNvSpPr/>
          <p:nvPr/>
        </p:nvSpPr>
        <p:spPr>
          <a:xfrm>
            <a:off x="4558170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5438" y="226314"/>
                </a:moveTo>
                <a:lnTo>
                  <a:pt x="41175" y="260577"/>
                </a:lnTo>
                <a:cubicBezTo>
                  <a:pt x="38240" y="263512"/>
                  <a:pt x="34894" y="264134"/>
                  <a:pt x="31117" y="262460"/>
                </a:cubicBezTo>
                <a:cubicBezTo>
                  <a:pt x="27139" y="260997"/>
                  <a:pt x="25146" y="258163"/>
                  <a:pt x="25146" y="253975"/>
                </a:cubicBezTo>
                <a:lnTo>
                  <a:pt x="25146" y="44010"/>
                </a:lnTo>
                <a:cubicBezTo>
                  <a:pt x="25146" y="38981"/>
                  <a:pt x="27030" y="34573"/>
                  <a:pt x="30806" y="30806"/>
                </a:cubicBezTo>
                <a:cubicBezTo>
                  <a:pt x="34573" y="27030"/>
                  <a:pt x="38981" y="25146"/>
                  <a:pt x="44010" y="25146"/>
                </a:cubicBezTo>
                <a:lnTo>
                  <a:pt x="257751" y="25146"/>
                </a:lnTo>
                <a:cubicBezTo>
                  <a:pt x="262780" y="25146"/>
                  <a:pt x="267179" y="27030"/>
                  <a:pt x="270946" y="30806"/>
                </a:cubicBezTo>
                <a:cubicBezTo>
                  <a:pt x="274722" y="34573"/>
                  <a:pt x="276606" y="38981"/>
                  <a:pt x="276606" y="44010"/>
                </a:cubicBezTo>
                <a:lnTo>
                  <a:pt x="276606" y="207459"/>
                </a:lnTo>
                <a:cubicBezTo>
                  <a:pt x="276606" y="212488"/>
                  <a:pt x="274722" y="216887"/>
                  <a:pt x="270946" y="220654"/>
                </a:cubicBezTo>
                <a:cubicBezTo>
                  <a:pt x="267179" y="224430"/>
                  <a:pt x="262780" y="226314"/>
                  <a:pt x="257751" y="226314"/>
                </a:cubicBezTo>
                <a:lnTo>
                  <a:pt x="75438" y="226314"/>
                </a:lnTo>
                <a:close/>
                <a:moveTo>
                  <a:pt x="67263" y="207459"/>
                </a:moveTo>
                <a:lnTo>
                  <a:pt x="257751" y="207459"/>
                </a:lnTo>
                <a:lnTo>
                  <a:pt x="257751" y="44010"/>
                </a:lnTo>
                <a:lnTo>
                  <a:pt x="44010" y="44010"/>
                </a:lnTo>
                <a:lnTo>
                  <a:pt x="44010" y="232605"/>
                </a:lnTo>
                <a:lnTo>
                  <a:pt x="67263" y="207459"/>
                </a:lnTo>
                <a:close/>
                <a:moveTo>
                  <a:pt x="44010" y="207459"/>
                </a:moveTo>
                <a:lnTo>
                  <a:pt x="44010" y="44010"/>
                </a:lnTo>
                <a:lnTo>
                  <a:pt x="44010" y="207459"/>
                </a:lnTo>
                <a:close/>
                <a:moveTo>
                  <a:pt x="84865" y="176333"/>
                </a:moveTo>
                <a:lnTo>
                  <a:pt x="164391" y="176333"/>
                </a:lnTo>
                <a:cubicBezTo>
                  <a:pt x="167116" y="176333"/>
                  <a:pt x="169319" y="175391"/>
                  <a:pt x="170993" y="173507"/>
                </a:cubicBezTo>
                <a:cubicBezTo>
                  <a:pt x="172876" y="171834"/>
                  <a:pt x="173818" y="169630"/>
                  <a:pt x="173818" y="166905"/>
                </a:cubicBezTo>
                <a:cubicBezTo>
                  <a:pt x="173818" y="164181"/>
                  <a:pt x="172876" y="161986"/>
                  <a:pt x="170993" y="160303"/>
                </a:cubicBezTo>
                <a:cubicBezTo>
                  <a:pt x="169319" y="158420"/>
                  <a:pt x="167116" y="157478"/>
                  <a:pt x="164391" y="157478"/>
                </a:cubicBezTo>
                <a:lnTo>
                  <a:pt x="84865" y="157478"/>
                </a:lnTo>
                <a:cubicBezTo>
                  <a:pt x="82141" y="157478"/>
                  <a:pt x="79946" y="158420"/>
                  <a:pt x="78263" y="160303"/>
                </a:cubicBezTo>
                <a:cubicBezTo>
                  <a:pt x="76380" y="161986"/>
                  <a:pt x="75438" y="164181"/>
                  <a:pt x="75438" y="166905"/>
                </a:cubicBezTo>
                <a:cubicBezTo>
                  <a:pt x="75438" y="169630"/>
                  <a:pt x="76380" y="171935"/>
                  <a:pt x="78263" y="173818"/>
                </a:cubicBezTo>
                <a:cubicBezTo>
                  <a:pt x="79946" y="175501"/>
                  <a:pt x="82141" y="176333"/>
                  <a:pt x="84865" y="176333"/>
                </a:cubicBezTo>
                <a:close/>
                <a:moveTo>
                  <a:pt x="84865" y="135478"/>
                </a:moveTo>
                <a:lnTo>
                  <a:pt x="216887" y="135478"/>
                </a:lnTo>
                <a:cubicBezTo>
                  <a:pt x="219611" y="135478"/>
                  <a:pt x="221806" y="134536"/>
                  <a:pt x="223489" y="132643"/>
                </a:cubicBezTo>
                <a:cubicBezTo>
                  <a:pt x="225372" y="130970"/>
                  <a:pt x="226314" y="128766"/>
                  <a:pt x="226314" y="126041"/>
                </a:cubicBezTo>
                <a:cubicBezTo>
                  <a:pt x="226314" y="123316"/>
                  <a:pt x="225372" y="121121"/>
                  <a:pt x="223489" y="119448"/>
                </a:cubicBezTo>
                <a:cubicBezTo>
                  <a:pt x="221806" y="117555"/>
                  <a:pt x="219611" y="116613"/>
                  <a:pt x="216887" y="116613"/>
                </a:cubicBezTo>
                <a:lnTo>
                  <a:pt x="84865" y="116613"/>
                </a:lnTo>
                <a:cubicBezTo>
                  <a:pt x="82141" y="116613"/>
                  <a:pt x="79946" y="117555"/>
                  <a:pt x="78263" y="119448"/>
                </a:cubicBezTo>
                <a:cubicBezTo>
                  <a:pt x="76380" y="121121"/>
                  <a:pt x="75438" y="123316"/>
                  <a:pt x="75438" y="126041"/>
                </a:cubicBezTo>
                <a:cubicBezTo>
                  <a:pt x="75438" y="128766"/>
                  <a:pt x="76380" y="131070"/>
                  <a:pt x="78263" y="132963"/>
                </a:cubicBezTo>
                <a:cubicBezTo>
                  <a:pt x="79946" y="134636"/>
                  <a:pt x="82141" y="135478"/>
                  <a:pt x="84865" y="135478"/>
                </a:cubicBezTo>
                <a:close/>
                <a:moveTo>
                  <a:pt x="84865" y="94613"/>
                </a:moveTo>
                <a:lnTo>
                  <a:pt x="216887" y="94613"/>
                </a:lnTo>
                <a:cubicBezTo>
                  <a:pt x="219611" y="94613"/>
                  <a:pt x="221806" y="93671"/>
                  <a:pt x="223489" y="91787"/>
                </a:cubicBezTo>
                <a:cubicBezTo>
                  <a:pt x="225372" y="90105"/>
                  <a:pt x="226314" y="87910"/>
                  <a:pt x="226314" y="85186"/>
                </a:cubicBezTo>
                <a:cubicBezTo>
                  <a:pt x="226314" y="82461"/>
                  <a:pt x="225372" y="80257"/>
                  <a:pt x="223489" y="78584"/>
                </a:cubicBezTo>
                <a:cubicBezTo>
                  <a:pt x="221806" y="76700"/>
                  <a:pt x="219611" y="75749"/>
                  <a:pt x="216887" y="75749"/>
                </a:cubicBezTo>
                <a:lnTo>
                  <a:pt x="84865" y="75749"/>
                </a:lnTo>
                <a:cubicBezTo>
                  <a:pt x="82141" y="75749"/>
                  <a:pt x="79946" y="76700"/>
                  <a:pt x="78263" y="78584"/>
                </a:cubicBezTo>
                <a:cubicBezTo>
                  <a:pt x="76380" y="80257"/>
                  <a:pt x="75438" y="82461"/>
                  <a:pt x="75438" y="85186"/>
                </a:cubicBezTo>
                <a:cubicBezTo>
                  <a:pt x="75438" y="87910"/>
                  <a:pt x="76380" y="90215"/>
                  <a:pt x="78263" y="92098"/>
                </a:cubicBezTo>
                <a:cubicBezTo>
                  <a:pt x="79946" y="93772"/>
                  <a:pt x="82141" y="94613"/>
                  <a:pt x="84865" y="94613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1" name="圖說"/>
          <p:cNvSpPr/>
          <p:nvPr/>
        </p:nvSpPr>
        <p:spPr>
          <a:xfrm>
            <a:off x="4413397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</a:t>
            </a:r>
            <a:endParaRPr lang="en-US" sz="750" dirty="0"/>
          </a:p>
        </p:txBody>
      </p:sp>
      <p:sp>
        <p:nvSpPr>
          <p:cNvPr id="222" name="圖示 討論"/>
          <p:cNvSpPr/>
          <p:nvPr/>
        </p:nvSpPr>
        <p:spPr>
          <a:xfrm>
            <a:off x="5112890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67179" y="263091"/>
                </a:moveTo>
                <a:cubicBezTo>
                  <a:pt x="266127" y="263091"/>
                  <a:pt x="265085" y="262881"/>
                  <a:pt x="264033" y="262460"/>
                </a:cubicBezTo>
                <a:cubicBezTo>
                  <a:pt x="262780" y="262040"/>
                  <a:pt x="261619" y="261308"/>
                  <a:pt x="260577" y="260266"/>
                </a:cubicBezTo>
                <a:lnTo>
                  <a:pt x="226625" y="226314"/>
                </a:lnTo>
                <a:lnTo>
                  <a:pt x="94302" y="226314"/>
                </a:lnTo>
                <a:cubicBezTo>
                  <a:pt x="89063" y="226314"/>
                  <a:pt x="84655" y="224430"/>
                  <a:pt x="81098" y="220654"/>
                </a:cubicBezTo>
                <a:cubicBezTo>
                  <a:pt x="77322" y="217097"/>
                  <a:pt x="75438" y="212689"/>
                  <a:pt x="75438" y="207459"/>
                </a:cubicBezTo>
                <a:lnTo>
                  <a:pt x="75438" y="182313"/>
                </a:lnTo>
                <a:lnTo>
                  <a:pt x="213741" y="182313"/>
                </a:lnTo>
                <a:cubicBezTo>
                  <a:pt x="218981" y="182313"/>
                  <a:pt x="223379" y="180420"/>
                  <a:pt x="226945" y="176653"/>
                </a:cubicBezTo>
                <a:cubicBezTo>
                  <a:pt x="230712" y="173087"/>
                  <a:pt x="232605" y="168689"/>
                  <a:pt x="232605" y="163449"/>
                </a:cubicBezTo>
                <a:lnTo>
                  <a:pt x="232605" y="75438"/>
                </a:lnTo>
                <a:lnTo>
                  <a:pt x="257751" y="75438"/>
                </a:lnTo>
                <a:cubicBezTo>
                  <a:pt x="262981" y="75438"/>
                  <a:pt x="267389" y="77322"/>
                  <a:pt x="270946" y="81098"/>
                </a:cubicBezTo>
                <a:cubicBezTo>
                  <a:pt x="274722" y="84655"/>
                  <a:pt x="276606" y="89063"/>
                  <a:pt x="276606" y="94302"/>
                </a:cubicBezTo>
                <a:lnTo>
                  <a:pt x="276606" y="253664"/>
                </a:lnTo>
                <a:cubicBezTo>
                  <a:pt x="276606" y="256590"/>
                  <a:pt x="275664" y="258903"/>
                  <a:pt x="273781" y="260577"/>
                </a:cubicBezTo>
                <a:cubicBezTo>
                  <a:pt x="271677" y="262250"/>
                  <a:pt x="269483" y="263091"/>
                  <a:pt x="267179" y="263091"/>
                </a:cubicBezTo>
                <a:close/>
                <a:moveTo>
                  <a:pt x="44010" y="168167"/>
                </a:moveTo>
                <a:lnTo>
                  <a:pt x="67583" y="144594"/>
                </a:lnTo>
                <a:lnTo>
                  <a:pt x="194886" y="144594"/>
                </a:lnTo>
                <a:lnTo>
                  <a:pt x="194886" y="44010"/>
                </a:lnTo>
                <a:lnTo>
                  <a:pt x="44010" y="44010"/>
                </a:lnTo>
                <a:lnTo>
                  <a:pt x="44010" y="168167"/>
                </a:lnTo>
                <a:close/>
                <a:moveTo>
                  <a:pt x="34573" y="200537"/>
                </a:moveTo>
                <a:cubicBezTo>
                  <a:pt x="32269" y="200537"/>
                  <a:pt x="30175" y="199705"/>
                  <a:pt x="28292" y="198022"/>
                </a:cubicBezTo>
                <a:cubicBezTo>
                  <a:pt x="26198" y="196349"/>
                  <a:pt x="25146" y="194045"/>
                  <a:pt x="25146" y="191110"/>
                </a:cubicBezTo>
                <a:lnTo>
                  <a:pt x="25146" y="44010"/>
                </a:lnTo>
                <a:cubicBezTo>
                  <a:pt x="25146" y="38771"/>
                  <a:pt x="27030" y="34363"/>
                  <a:pt x="30806" y="30806"/>
                </a:cubicBezTo>
                <a:cubicBezTo>
                  <a:pt x="34363" y="27030"/>
                  <a:pt x="38771" y="25146"/>
                  <a:pt x="44010" y="25146"/>
                </a:cubicBezTo>
                <a:lnTo>
                  <a:pt x="194886" y="25146"/>
                </a:lnTo>
                <a:cubicBezTo>
                  <a:pt x="200116" y="25146"/>
                  <a:pt x="204524" y="27030"/>
                  <a:pt x="208081" y="30806"/>
                </a:cubicBezTo>
                <a:cubicBezTo>
                  <a:pt x="211857" y="34363"/>
                  <a:pt x="213741" y="38771"/>
                  <a:pt x="213741" y="44010"/>
                </a:cubicBezTo>
                <a:lnTo>
                  <a:pt x="213741" y="144594"/>
                </a:lnTo>
                <a:cubicBezTo>
                  <a:pt x="213741" y="149824"/>
                  <a:pt x="211857" y="154232"/>
                  <a:pt x="208081" y="157789"/>
                </a:cubicBezTo>
                <a:cubicBezTo>
                  <a:pt x="204524" y="161565"/>
                  <a:pt x="200116" y="163449"/>
                  <a:pt x="194886" y="163449"/>
                </a:cubicBezTo>
                <a:lnTo>
                  <a:pt x="75438" y="163449"/>
                </a:lnTo>
                <a:lnTo>
                  <a:pt x="41175" y="197712"/>
                </a:lnTo>
                <a:cubicBezTo>
                  <a:pt x="40133" y="198754"/>
                  <a:pt x="39081" y="199495"/>
                  <a:pt x="38030" y="199915"/>
                </a:cubicBezTo>
                <a:cubicBezTo>
                  <a:pt x="36777" y="200327"/>
                  <a:pt x="35625" y="200537"/>
                  <a:pt x="34573" y="200537"/>
                </a:cubicBezTo>
                <a:close/>
                <a:moveTo>
                  <a:pt x="44010" y="144594"/>
                </a:moveTo>
                <a:lnTo>
                  <a:pt x="44010" y="44010"/>
                </a:lnTo>
                <a:lnTo>
                  <a:pt x="44010" y="14459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3" name="圖說"/>
          <p:cNvSpPr/>
          <p:nvPr/>
        </p:nvSpPr>
        <p:spPr>
          <a:xfrm>
            <a:off x="4968118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750" dirty="0"/>
          </a:p>
        </p:txBody>
      </p:sp>
      <p:sp>
        <p:nvSpPr>
          <p:cNvPr id="224" name="圖示 電話"/>
          <p:cNvSpPr/>
          <p:nvPr/>
        </p:nvSpPr>
        <p:spPr>
          <a:xfrm>
            <a:off x="5667611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49887" y="264033"/>
                </a:moveTo>
                <a:cubicBezTo>
                  <a:pt x="225582" y="264033"/>
                  <a:pt x="200857" y="258163"/>
                  <a:pt x="175711" y="246431"/>
                </a:cubicBezTo>
                <a:cubicBezTo>
                  <a:pt x="150355" y="234699"/>
                  <a:pt x="126882" y="218039"/>
                  <a:pt x="105302" y="196450"/>
                </a:cubicBezTo>
                <a:cubicBezTo>
                  <a:pt x="83713" y="174870"/>
                  <a:pt x="67053" y="151507"/>
                  <a:pt x="55321" y="126361"/>
                </a:cubicBezTo>
                <a:cubicBezTo>
                  <a:pt x="43589" y="101005"/>
                  <a:pt x="37719" y="76170"/>
                  <a:pt x="37719" y="51865"/>
                </a:cubicBezTo>
                <a:cubicBezTo>
                  <a:pt x="37719" y="47878"/>
                  <a:pt x="39081" y="44531"/>
                  <a:pt x="41806" y="41806"/>
                </a:cubicBezTo>
                <a:cubicBezTo>
                  <a:pt x="44531" y="39081"/>
                  <a:pt x="47878" y="37719"/>
                  <a:pt x="51865" y="37719"/>
                </a:cubicBezTo>
                <a:lnTo>
                  <a:pt x="95866" y="37719"/>
                </a:lnTo>
                <a:cubicBezTo>
                  <a:pt x="98801" y="37719"/>
                  <a:pt x="101316" y="38771"/>
                  <a:pt x="103409" y="40865"/>
                </a:cubicBezTo>
                <a:cubicBezTo>
                  <a:pt x="105513" y="42959"/>
                  <a:pt x="106976" y="45574"/>
                  <a:pt x="107817" y="48719"/>
                </a:cubicBezTo>
                <a:lnTo>
                  <a:pt x="116303" y="88322"/>
                </a:lnTo>
                <a:cubicBezTo>
                  <a:pt x="116723" y="91257"/>
                  <a:pt x="116723" y="93982"/>
                  <a:pt x="116303" y="96497"/>
                </a:cubicBezTo>
                <a:cubicBezTo>
                  <a:pt x="115672" y="98801"/>
                  <a:pt x="114519" y="100794"/>
                  <a:pt x="112846" y="102468"/>
                </a:cubicBezTo>
                <a:lnTo>
                  <a:pt x="81409" y="134216"/>
                </a:lnTo>
                <a:cubicBezTo>
                  <a:pt x="86859" y="143433"/>
                  <a:pt x="92620" y="152028"/>
                  <a:pt x="98700" y="159993"/>
                </a:cubicBezTo>
                <a:cubicBezTo>
                  <a:pt x="104772" y="167957"/>
                  <a:pt x="111484" y="175501"/>
                  <a:pt x="118817" y="182624"/>
                </a:cubicBezTo>
                <a:cubicBezTo>
                  <a:pt x="126571" y="190588"/>
                  <a:pt x="134737" y="197922"/>
                  <a:pt x="143332" y="204624"/>
                </a:cubicBezTo>
                <a:cubicBezTo>
                  <a:pt x="151928" y="211126"/>
                  <a:pt x="160934" y="216887"/>
                  <a:pt x="170362" y="221916"/>
                </a:cubicBezTo>
                <a:lnTo>
                  <a:pt x="200226" y="191110"/>
                </a:lnTo>
                <a:cubicBezTo>
                  <a:pt x="202320" y="188805"/>
                  <a:pt x="204734" y="187233"/>
                  <a:pt x="207459" y="186391"/>
                </a:cubicBezTo>
                <a:cubicBezTo>
                  <a:pt x="210175" y="185559"/>
                  <a:pt x="212900" y="185349"/>
                  <a:pt x="215625" y="185770"/>
                </a:cubicBezTo>
                <a:lnTo>
                  <a:pt x="253033" y="193935"/>
                </a:lnTo>
                <a:cubicBezTo>
                  <a:pt x="256178" y="194776"/>
                  <a:pt x="258793" y="196450"/>
                  <a:pt x="260887" y="198964"/>
                </a:cubicBezTo>
                <a:cubicBezTo>
                  <a:pt x="262981" y="201479"/>
                  <a:pt x="264033" y="204314"/>
                  <a:pt x="264033" y="207459"/>
                </a:cubicBezTo>
                <a:lnTo>
                  <a:pt x="264033" y="249887"/>
                </a:lnTo>
                <a:cubicBezTo>
                  <a:pt x="264033" y="253874"/>
                  <a:pt x="262671" y="257221"/>
                  <a:pt x="259946" y="259946"/>
                </a:cubicBezTo>
                <a:cubicBezTo>
                  <a:pt x="257221" y="262671"/>
                  <a:pt x="253874" y="264033"/>
                  <a:pt x="249887" y="264033"/>
                </a:cubicBezTo>
                <a:close/>
                <a:moveTo>
                  <a:pt x="71982" y="116933"/>
                </a:moveTo>
                <a:lnTo>
                  <a:pt x="97438" y="91157"/>
                </a:lnTo>
                <a:lnTo>
                  <a:pt x="90215" y="56583"/>
                </a:lnTo>
                <a:lnTo>
                  <a:pt x="56583" y="56583"/>
                </a:lnTo>
                <a:cubicBezTo>
                  <a:pt x="56995" y="65380"/>
                  <a:pt x="58467" y="74706"/>
                  <a:pt x="60981" y="84555"/>
                </a:cubicBezTo>
                <a:cubicBezTo>
                  <a:pt x="63286" y="94192"/>
                  <a:pt x="66952" y="104982"/>
                  <a:pt x="71982" y="116933"/>
                </a:cubicBezTo>
                <a:close/>
                <a:moveTo>
                  <a:pt x="187964" y="231032"/>
                </a:moveTo>
                <a:cubicBezTo>
                  <a:pt x="196559" y="235010"/>
                  <a:pt x="205886" y="238256"/>
                  <a:pt x="215945" y="240771"/>
                </a:cubicBezTo>
                <a:cubicBezTo>
                  <a:pt x="226003" y="243285"/>
                  <a:pt x="235741" y="244757"/>
                  <a:pt x="245178" y="245178"/>
                </a:cubicBezTo>
                <a:lnTo>
                  <a:pt x="245178" y="211537"/>
                </a:lnTo>
                <a:lnTo>
                  <a:pt x="212799" y="204944"/>
                </a:lnTo>
                <a:lnTo>
                  <a:pt x="187964" y="231032"/>
                </a:lnTo>
                <a:close/>
                <a:moveTo>
                  <a:pt x="71982" y="116933"/>
                </a:moveTo>
                <a:close/>
                <a:moveTo>
                  <a:pt x="187964" y="231032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5" name="圖說"/>
          <p:cNvSpPr/>
          <p:nvPr/>
        </p:nvSpPr>
        <p:spPr>
          <a:xfrm>
            <a:off x="5522839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750" dirty="0"/>
          </a:p>
        </p:txBody>
      </p:sp>
      <p:sp>
        <p:nvSpPr>
          <p:cNvPr id="226" name="圖示 視訊"/>
          <p:cNvSpPr/>
          <p:nvPr/>
        </p:nvSpPr>
        <p:spPr>
          <a:xfrm>
            <a:off x="6222332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4010" y="251460"/>
                </a:moveTo>
                <a:cubicBezTo>
                  <a:pt x="38981" y="251460"/>
                  <a:pt x="34573" y="249576"/>
                  <a:pt x="30806" y="245800"/>
                </a:cubicBezTo>
                <a:cubicBezTo>
                  <a:pt x="27030" y="242033"/>
                  <a:pt x="25146" y="237634"/>
                  <a:pt x="25146" y="232605"/>
                </a:cubicBezTo>
                <a:lnTo>
                  <a:pt x="25146" y="69156"/>
                </a:lnTo>
                <a:cubicBezTo>
                  <a:pt x="25146" y="64127"/>
                  <a:pt x="27030" y="59719"/>
                  <a:pt x="30806" y="55952"/>
                </a:cubicBezTo>
                <a:cubicBezTo>
                  <a:pt x="34573" y="52176"/>
                  <a:pt x="38981" y="50292"/>
                  <a:pt x="44010" y="50292"/>
                </a:cubicBezTo>
                <a:lnTo>
                  <a:pt x="207459" y="50292"/>
                </a:lnTo>
                <a:cubicBezTo>
                  <a:pt x="212488" y="50292"/>
                  <a:pt x="216887" y="52176"/>
                  <a:pt x="220654" y="55952"/>
                </a:cubicBezTo>
                <a:cubicBezTo>
                  <a:pt x="224430" y="59719"/>
                  <a:pt x="226314" y="64127"/>
                  <a:pt x="226314" y="69156"/>
                </a:cubicBezTo>
                <a:lnTo>
                  <a:pt x="226314" y="136730"/>
                </a:lnTo>
                <a:lnTo>
                  <a:pt x="268431" y="94613"/>
                </a:lnTo>
                <a:cubicBezTo>
                  <a:pt x="269903" y="93141"/>
                  <a:pt x="271677" y="92830"/>
                  <a:pt x="273781" y="93671"/>
                </a:cubicBezTo>
                <a:cubicBezTo>
                  <a:pt x="275664" y="94302"/>
                  <a:pt x="276606" y="95655"/>
                  <a:pt x="276606" y="97759"/>
                </a:cubicBezTo>
                <a:lnTo>
                  <a:pt x="276606" y="203993"/>
                </a:lnTo>
                <a:cubicBezTo>
                  <a:pt x="276606" y="206097"/>
                  <a:pt x="275664" y="207459"/>
                  <a:pt x="273781" y="208081"/>
                </a:cubicBezTo>
                <a:cubicBezTo>
                  <a:pt x="271677" y="208922"/>
                  <a:pt x="269903" y="208611"/>
                  <a:pt x="268431" y="207139"/>
                </a:cubicBezTo>
                <a:lnTo>
                  <a:pt x="226314" y="165022"/>
                </a:lnTo>
                <a:lnTo>
                  <a:pt x="226314" y="232605"/>
                </a:lnTo>
                <a:cubicBezTo>
                  <a:pt x="226314" y="237634"/>
                  <a:pt x="224430" y="242033"/>
                  <a:pt x="220654" y="245800"/>
                </a:cubicBezTo>
                <a:cubicBezTo>
                  <a:pt x="216887" y="249576"/>
                  <a:pt x="212488" y="251460"/>
                  <a:pt x="207459" y="251460"/>
                </a:cubicBezTo>
                <a:lnTo>
                  <a:pt x="44010" y="251460"/>
                </a:lnTo>
                <a:close/>
                <a:moveTo>
                  <a:pt x="44010" y="232605"/>
                </a:moveTo>
                <a:lnTo>
                  <a:pt x="207459" y="232605"/>
                </a:lnTo>
                <a:lnTo>
                  <a:pt x="207459" y="69156"/>
                </a:lnTo>
                <a:lnTo>
                  <a:pt x="44010" y="69156"/>
                </a:lnTo>
                <a:lnTo>
                  <a:pt x="44010" y="232605"/>
                </a:lnTo>
                <a:close/>
                <a:moveTo>
                  <a:pt x="44010" y="232605"/>
                </a:moveTo>
                <a:lnTo>
                  <a:pt x="44010" y="69156"/>
                </a:lnTo>
                <a:lnTo>
                  <a:pt x="44010" y="232605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7" name="圖說"/>
          <p:cNvSpPr/>
          <p:nvPr/>
        </p:nvSpPr>
        <p:spPr>
          <a:xfrm>
            <a:off x="6077560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</a:t>
            </a:r>
            <a:endParaRPr lang="en-US" sz="750" dirty="0"/>
          </a:p>
        </p:txBody>
      </p:sp>
      <p:sp>
        <p:nvSpPr>
          <p:cNvPr id="228" name="圖示 物流"/>
          <p:cNvSpPr/>
          <p:nvPr/>
        </p:nvSpPr>
        <p:spPr>
          <a:xfrm>
            <a:off x="6777053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4321" y="240460"/>
                </a:moveTo>
                <a:cubicBezTo>
                  <a:pt x="36987" y="233126"/>
                  <a:pt x="33321" y="224321"/>
                  <a:pt x="33321" y="214052"/>
                </a:cubicBezTo>
                <a:lnTo>
                  <a:pt x="22000" y="214052"/>
                </a:lnTo>
                <a:cubicBezTo>
                  <a:pt x="19276" y="214052"/>
                  <a:pt x="17081" y="213110"/>
                  <a:pt x="15398" y="211226"/>
                </a:cubicBezTo>
                <a:cubicBezTo>
                  <a:pt x="13515" y="209553"/>
                  <a:pt x="12573" y="207349"/>
                  <a:pt x="12573" y="204624"/>
                </a:cubicBezTo>
                <a:lnTo>
                  <a:pt x="12573" y="69156"/>
                </a:lnTo>
                <a:cubicBezTo>
                  <a:pt x="12573" y="64127"/>
                  <a:pt x="14457" y="59719"/>
                  <a:pt x="18233" y="55952"/>
                </a:cubicBezTo>
                <a:cubicBezTo>
                  <a:pt x="22000" y="52176"/>
                  <a:pt x="26408" y="50292"/>
                  <a:pt x="31437" y="50292"/>
                </a:cubicBezTo>
                <a:lnTo>
                  <a:pt x="194566" y="50292"/>
                </a:lnTo>
                <a:cubicBezTo>
                  <a:pt x="199806" y="50292"/>
                  <a:pt x="204204" y="52176"/>
                  <a:pt x="207770" y="55952"/>
                </a:cubicBezTo>
                <a:cubicBezTo>
                  <a:pt x="211537" y="59509"/>
                  <a:pt x="213430" y="63917"/>
                  <a:pt x="213430" y="69156"/>
                </a:cubicBezTo>
                <a:lnTo>
                  <a:pt x="213430" y="102788"/>
                </a:lnTo>
                <a:lnTo>
                  <a:pt x="237003" y="102788"/>
                </a:lnTo>
                <a:cubicBezTo>
                  <a:pt x="239939" y="102788"/>
                  <a:pt x="242764" y="103409"/>
                  <a:pt x="245489" y="104671"/>
                </a:cubicBezTo>
                <a:cubicBezTo>
                  <a:pt x="248214" y="106134"/>
                  <a:pt x="250408" y="108027"/>
                  <a:pt x="252091" y="110332"/>
                </a:cubicBezTo>
                <a:lnTo>
                  <a:pt x="287295" y="157167"/>
                </a:lnTo>
                <a:cubicBezTo>
                  <a:pt x="287926" y="157999"/>
                  <a:pt x="288447" y="158840"/>
                  <a:pt x="288868" y="159682"/>
                </a:cubicBezTo>
                <a:cubicBezTo>
                  <a:pt x="289078" y="160724"/>
                  <a:pt x="289179" y="161776"/>
                  <a:pt x="289179" y="162818"/>
                </a:cubicBezTo>
                <a:lnTo>
                  <a:pt x="289179" y="204624"/>
                </a:lnTo>
                <a:cubicBezTo>
                  <a:pt x="289179" y="207349"/>
                  <a:pt x="288237" y="209553"/>
                  <a:pt x="286354" y="211226"/>
                </a:cubicBezTo>
                <a:cubicBezTo>
                  <a:pt x="284671" y="213110"/>
                  <a:pt x="282476" y="214052"/>
                  <a:pt x="279752" y="214052"/>
                </a:cubicBezTo>
                <a:lnTo>
                  <a:pt x="266858" y="214052"/>
                </a:lnTo>
                <a:cubicBezTo>
                  <a:pt x="266858" y="224321"/>
                  <a:pt x="263301" y="233126"/>
                  <a:pt x="256178" y="240460"/>
                </a:cubicBezTo>
                <a:cubicBezTo>
                  <a:pt x="248845" y="247583"/>
                  <a:pt x="240039" y="251149"/>
                  <a:pt x="229770" y="251149"/>
                </a:cubicBezTo>
                <a:cubicBezTo>
                  <a:pt x="219502" y="251149"/>
                  <a:pt x="210806" y="247583"/>
                  <a:pt x="203683" y="240460"/>
                </a:cubicBezTo>
                <a:cubicBezTo>
                  <a:pt x="196349" y="233126"/>
                  <a:pt x="192682" y="224321"/>
                  <a:pt x="192682" y="214052"/>
                </a:cubicBezTo>
                <a:lnTo>
                  <a:pt x="107497" y="214052"/>
                </a:lnTo>
                <a:cubicBezTo>
                  <a:pt x="107497" y="224321"/>
                  <a:pt x="103940" y="233126"/>
                  <a:pt x="96817" y="240460"/>
                </a:cubicBezTo>
                <a:cubicBezTo>
                  <a:pt x="89474" y="247583"/>
                  <a:pt x="80678" y="251149"/>
                  <a:pt x="70409" y="251149"/>
                </a:cubicBezTo>
                <a:cubicBezTo>
                  <a:pt x="60140" y="251149"/>
                  <a:pt x="51444" y="247583"/>
                  <a:pt x="44321" y="240460"/>
                </a:cubicBezTo>
                <a:close/>
                <a:moveTo>
                  <a:pt x="83293" y="226945"/>
                </a:moveTo>
                <a:cubicBezTo>
                  <a:pt x="86859" y="223379"/>
                  <a:pt x="88642" y="219081"/>
                  <a:pt x="88642" y="214052"/>
                </a:cubicBezTo>
                <a:cubicBezTo>
                  <a:pt x="88642" y="209023"/>
                  <a:pt x="86859" y="204734"/>
                  <a:pt x="83293" y="201168"/>
                </a:cubicBezTo>
                <a:cubicBezTo>
                  <a:pt x="79736" y="197602"/>
                  <a:pt x="75438" y="195828"/>
                  <a:pt x="70409" y="195828"/>
                </a:cubicBezTo>
                <a:cubicBezTo>
                  <a:pt x="65380" y="195828"/>
                  <a:pt x="61082" y="197602"/>
                  <a:pt x="57525" y="201168"/>
                </a:cubicBezTo>
                <a:cubicBezTo>
                  <a:pt x="53959" y="204734"/>
                  <a:pt x="52176" y="209023"/>
                  <a:pt x="52176" y="214052"/>
                </a:cubicBezTo>
                <a:cubicBezTo>
                  <a:pt x="52176" y="219081"/>
                  <a:pt x="53959" y="223379"/>
                  <a:pt x="57525" y="226945"/>
                </a:cubicBezTo>
                <a:cubicBezTo>
                  <a:pt x="61082" y="230502"/>
                  <a:pt x="65380" y="232285"/>
                  <a:pt x="70409" y="232285"/>
                </a:cubicBezTo>
                <a:cubicBezTo>
                  <a:pt x="75438" y="232285"/>
                  <a:pt x="79736" y="230502"/>
                  <a:pt x="83293" y="226945"/>
                </a:cubicBezTo>
                <a:close/>
                <a:moveTo>
                  <a:pt x="31437" y="195197"/>
                </a:moveTo>
                <a:lnTo>
                  <a:pt x="38350" y="195197"/>
                </a:lnTo>
                <a:cubicBezTo>
                  <a:pt x="41907" y="189537"/>
                  <a:pt x="46415" y="185029"/>
                  <a:pt x="51865" y="181682"/>
                </a:cubicBezTo>
                <a:cubicBezTo>
                  <a:pt x="57315" y="178326"/>
                  <a:pt x="63386" y="176653"/>
                  <a:pt x="70098" y="176653"/>
                </a:cubicBezTo>
                <a:cubicBezTo>
                  <a:pt x="76800" y="176653"/>
                  <a:pt x="82982" y="178436"/>
                  <a:pt x="88642" y="181993"/>
                </a:cubicBezTo>
                <a:cubicBezTo>
                  <a:pt x="94092" y="185349"/>
                  <a:pt x="98591" y="189747"/>
                  <a:pt x="102157" y="195197"/>
                </a:cubicBezTo>
                <a:lnTo>
                  <a:pt x="194566" y="195197"/>
                </a:lnTo>
                <a:lnTo>
                  <a:pt x="194566" y="69156"/>
                </a:lnTo>
                <a:lnTo>
                  <a:pt x="31437" y="69156"/>
                </a:lnTo>
                <a:lnTo>
                  <a:pt x="31437" y="195197"/>
                </a:lnTo>
                <a:close/>
                <a:moveTo>
                  <a:pt x="242663" y="226945"/>
                </a:moveTo>
                <a:cubicBezTo>
                  <a:pt x="246220" y="223379"/>
                  <a:pt x="248004" y="219081"/>
                  <a:pt x="248004" y="214052"/>
                </a:cubicBezTo>
                <a:cubicBezTo>
                  <a:pt x="248004" y="209023"/>
                  <a:pt x="246220" y="204734"/>
                  <a:pt x="242663" y="201168"/>
                </a:cubicBezTo>
                <a:cubicBezTo>
                  <a:pt x="239097" y="197602"/>
                  <a:pt x="234800" y="195828"/>
                  <a:pt x="229770" y="195828"/>
                </a:cubicBezTo>
                <a:cubicBezTo>
                  <a:pt x="224741" y="195828"/>
                  <a:pt x="220444" y="197602"/>
                  <a:pt x="216887" y="201168"/>
                </a:cubicBezTo>
                <a:cubicBezTo>
                  <a:pt x="213320" y="204734"/>
                  <a:pt x="211537" y="209023"/>
                  <a:pt x="211537" y="214052"/>
                </a:cubicBezTo>
                <a:cubicBezTo>
                  <a:pt x="211537" y="219081"/>
                  <a:pt x="213320" y="223379"/>
                  <a:pt x="216887" y="226945"/>
                </a:cubicBezTo>
                <a:cubicBezTo>
                  <a:pt x="220444" y="230502"/>
                  <a:pt x="224741" y="232285"/>
                  <a:pt x="229770" y="232285"/>
                </a:cubicBezTo>
                <a:cubicBezTo>
                  <a:pt x="234800" y="232285"/>
                  <a:pt x="239097" y="230502"/>
                  <a:pt x="242663" y="226945"/>
                </a:cubicBezTo>
                <a:close/>
                <a:moveTo>
                  <a:pt x="213430" y="168167"/>
                </a:moveTo>
                <a:lnTo>
                  <a:pt x="271888" y="168167"/>
                </a:lnTo>
                <a:lnTo>
                  <a:pt x="237003" y="121643"/>
                </a:lnTo>
                <a:lnTo>
                  <a:pt x="213430" y="121643"/>
                </a:lnTo>
                <a:lnTo>
                  <a:pt x="213430" y="168167"/>
                </a:lnTo>
                <a:close/>
                <a:moveTo>
                  <a:pt x="113157" y="13202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9" name="圖說"/>
          <p:cNvSpPr/>
          <p:nvPr/>
        </p:nvSpPr>
        <p:spPr>
          <a:xfrm>
            <a:off x="6632280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750" dirty="0"/>
          </a:p>
        </p:txBody>
      </p:sp>
      <p:sp>
        <p:nvSpPr>
          <p:cNvPr id="230" name="圖示 倉儲"/>
          <p:cNvSpPr/>
          <p:nvPr/>
        </p:nvSpPr>
        <p:spPr>
          <a:xfrm>
            <a:off x="7331774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57836"/>
                </a:moveTo>
                <a:lnTo>
                  <a:pt x="44010" y="100584"/>
                </a:lnTo>
                <a:lnTo>
                  <a:pt x="44010" y="245178"/>
                </a:lnTo>
                <a:lnTo>
                  <a:pt x="81729" y="245178"/>
                </a:lnTo>
                <a:lnTo>
                  <a:pt x="81729" y="163449"/>
                </a:lnTo>
                <a:cubicBezTo>
                  <a:pt x="81729" y="158209"/>
                  <a:pt x="83613" y="153811"/>
                  <a:pt x="87380" y="150245"/>
                </a:cubicBezTo>
                <a:cubicBezTo>
                  <a:pt x="90946" y="146478"/>
                  <a:pt x="95344" y="144594"/>
                  <a:pt x="100584" y="144594"/>
                </a:cubicBezTo>
                <a:lnTo>
                  <a:pt x="201168" y="144594"/>
                </a:lnTo>
                <a:cubicBezTo>
                  <a:pt x="206408" y="144594"/>
                  <a:pt x="210806" y="146478"/>
                  <a:pt x="214372" y="150245"/>
                </a:cubicBezTo>
                <a:cubicBezTo>
                  <a:pt x="218139" y="153811"/>
                  <a:pt x="220032" y="158209"/>
                  <a:pt x="220032" y="163449"/>
                </a:cubicBezTo>
                <a:lnTo>
                  <a:pt x="220032" y="245178"/>
                </a:lnTo>
                <a:lnTo>
                  <a:pt x="257751" y="245178"/>
                </a:lnTo>
                <a:lnTo>
                  <a:pt x="257751" y="100584"/>
                </a:lnTo>
                <a:lnTo>
                  <a:pt x="150876" y="57836"/>
                </a:lnTo>
                <a:close/>
                <a:moveTo>
                  <a:pt x="25146" y="245178"/>
                </a:moveTo>
                <a:lnTo>
                  <a:pt x="25146" y="100895"/>
                </a:lnTo>
                <a:cubicBezTo>
                  <a:pt x="25146" y="96917"/>
                  <a:pt x="26298" y="93351"/>
                  <a:pt x="28602" y="90215"/>
                </a:cubicBezTo>
                <a:cubicBezTo>
                  <a:pt x="30696" y="87069"/>
                  <a:pt x="33531" y="84765"/>
                  <a:pt x="37088" y="83293"/>
                </a:cubicBezTo>
                <a:lnTo>
                  <a:pt x="143963" y="40544"/>
                </a:lnTo>
                <a:cubicBezTo>
                  <a:pt x="146267" y="39502"/>
                  <a:pt x="148572" y="38981"/>
                  <a:pt x="150876" y="38981"/>
                </a:cubicBezTo>
                <a:cubicBezTo>
                  <a:pt x="153180" y="38981"/>
                  <a:pt x="155485" y="39502"/>
                  <a:pt x="157789" y="40544"/>
                </a:cubicBezTo>
                <a:lnTo>
                  <a:pt x="264664" y="83293"/>
                </a:lnTo>
                <a:cubicBezTo>
                  <a:pt x="268221" y="84765"/>
                  <a:pt x="271156" y="87069"/>
                  <a:pt x="273460" y="90215"/>
                </a:cubicBezTo>
                <a:cubicBezTo>
                  <a:pt x="275554" y="93351"/>
                  <a:pt x="276606" y="96917"/>
                  <a:pt x="276606" y="100895"/>
                </a:cubicBezTo>
                <a:lnTo>
                  <a:pt x="276606" y="245178"/>
                </a:lnTo>
                <a:cubicBezTo>
                  <a:pt x="276606" y="250408"/>
                  <a:pt x="274722" y="254816"/>
                  <a:pt x="270946" y="258373"/>
                </a:cubicBezTo>
                <a:cubicBezTo>
                  <a:pt x="267389" y="262149"/>
                  <a:pt x="262981" y="264033"/>
                  <a:pt x="257751" y="264033"/>
                </a:cubicBezTo>
                <a:lnTo>
                  <a:pt x="201168" y="264033"/>
                </a:lnTo>
                <a:lnTo>
                  <a:pt x="201168" y="163449"/>
                </a:lnTo>
                <a:lnTo>
                  <a:pt x="100584" y="163449"/>
                </a:lnTo>
                <a:lnTo>
                  <a:pt x="100584" y="264033"/>
                </a:lnTo>
                <a:lnTo>
                  <a:pt x="44010" y="264033"/>
                </a:lnTo>
                <a:cubicBezTo>
                  <a:pt x="38771" y="264033"/>
                  <a:pt x="34363" y="262149"/>
                  <a:pt x="30806" y="258373"/>
                </a:cubicBezTo>
                <a:cubicBezTo>
                  <a:pt x="27030" y="254816"/>
                  <a:pt x="25146" y="250408"/>
                  <a:pt x="25146" y="245178"/>
                </a:cubicBezTo>
                <a:close/>
                <a:moveTo>
                  <a:pt x="116303" y="264033"/>
                </a:moveTo>
                <a:lnTo>
                  <a:pt x="116303" y="245178"/>
                </a:lnTo>
                <a:lnTo>
                  <a:pt x="135157" y="245178"/>
                </a:lnTo>
                <a:lnTo>
                  <a:pt x="135157" y="264033"/>
                </a:lnTo>
                <a:lnTo>
                  <a:pt x="116303" y="264033"/>
                </a:lnTo>
                <a:close/>
                <a:moveTo>
                  <a:pt x="141449" y="226314"/>
                </a:moveTo>
                <a:lnTo>
                  <a:pt x="141449" y="207459"/>
                </a:lnTo>
                <a:lnTo>
                  <a:pt x="160303" y="207459"/>
                </a:lnTo>
                <a:lnTo>
                  <a:pt x="160303" y="226314"/>
                </a:lnTo>
                <a:lnTo>
                  <a:pt x="141449" y="226314"/>
                </a:lnTo>
                <a:close/>
                <a:moveTo>
                  <a:pt x="166595" y="264033"/>
                </a:moveTo>
                <a:lnTo>
                  <a:pt x="166595" y="245178"/>
                </a:lnTo>
                <a:lnTo>
                  <a:pt x="185449" y="245178"/>
                </a:lnTo>
                <a:lnTo>
                  <a:pt x="185449" y="264033"/>
                </a:lnTo>
                <a:lnTo>
                  <a:pt x="166595" y="264033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1" name="圖說"/>
          <p:cNvSpPr/>
          <p:nvPr/>
        </p:nvSpPr>
        <p:spPr>
          <a:xfrm>
            <a:off x="7187001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</a:t>
            </a:r>
            <a:endParaRPr lang="en-US" sz="750" dirty="0"/>
          </a:p>
        </p:txBody>
      </p:sp>
      <p:sp>
        <p:nvSpPr>
          <p:cNvPr id="232" name="圖示 全球"/>
          <p:cNvSpPr/>
          <p:nvPr/>
        </p:nvSpPr>
        <p:spPr>
          <a:xfrm>
            <a:off x="7886494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1846" y="266858"/>
                </a:moveTo>
                <a:cubicBezTo>
                  <a:pt x="86548" y="260156"/>
                  <a:pt x="73234" y="251149"/>
                  <a:pt x="61923" y="239829"/>
                </a:cubicBezTo>
                <a:cubicBezTo>
                  <a:pt x="50603" y="228518"/>
                  <a:pt x="41697" y="215204"/>
                  <a:pt x="35204" y="199915"/>
                </a:cubicBezTo>
                <a:cubicBezTo>
                  <a:pt x="28502" y="184617"/>
                  <a:pt x="25146" y="168268"/>
                  <a:pt x="25146" y="150876"/>
                </a:cubicBezTo>
                <a:cubicBezTo>
                  <a:pt x="25146" y="133484"/>
                  <a:pt x="28502" y="117135"/>
                  <a:pt x="35204" y="101846"/>
                </a:cubicBezTo>
                <a:cubicBezTo>
                  <a:pt x="41697" y="86548"/>
                  <a:pt x="50603" y="73234"/>
                  <a:pt x="61923" y="61923"/>
                </a:cubicBezTo>
                <a:cubicBezTo>
                  <a:pt x="73234" y="50603"/>
                  <a:pt x="86548" y="41697"/>
                  <a:pt x="101846" y="35204"/>
                </a:cubicBezTo>
                <a:cubicBezTo>
                  <a:pt x="117135" y="28502"/>
                  <a:pt x="133484" y="25146"/>
                  <a:pt x="150876" y="25146"/>
                </a:cubicBezTo>
                <a:cubicBezTo>
                  <a:pt x="168268" y="25146"/>
                  <a:pt x="184617" y="28502"/>
                  <a:pt x="199915" y="35204"/>
                </a:cubicBezTo>
                <a:cubicBezTo>
                  <a:pt x="215204" y="41697"/>
                  <a:pt x="228518" y="50603"/>
                  <a:pt x="239829" y="61923"/>
                </a:cubicBezTo>
                <a:cubicBezTo>
                  <a:pt x="251149" y="73234"/>
                  <a:pt x="260156" y="86548"/>
                  <a:pt x="266858" y="101846"/>
                </a:cubicBezTo>
                <a:cubicBezTo>
                  <a:pt x="273360" y="117135"/>
                  <a:pt x="276606" y="133484"/>
                  <a:pt x="276606" y="150876"/>
                </a:cubicBezTo>
                <a:cubicBezTo>
                  <a:pt x="276606" y="168268"/>
                  <a:pt x="273360" y="184617"/>
                  <a:pt x="266858" y="199915"/>
                </a:cubicBezTo>
                <a:cubicBezTo>
                  <a:pt x="260156" y="215204"/>
                  <a:pt x="251149" y="228518"/>
                  <a:pt x="239829" y="239829"/>
                </a:cubicBezTo>
                <a:cubicBezTo>
                  <a:pt x="228518" y="251149"/>
                  <a:pt x="215204" y="260156"/>
                  <a:pt x="199915" y="266858"/>
                </a:cubicBezTo>
                <a:cubicBezTo>
                  <a:pt x="184617" y="273360"/>
                  <a:pt x="168268" y="276606"/>
                  <a:pt x="150876" y="276606"/>
                </a:cubicBezTo>
                <a:cubicBezTo>
                  <a:pt x="133484" y="276606"/>
                  <a:pt x="117135" y="273360"/>
                  <a:pt x="101846" y="266858"/>
                </a:cubicBezTo>
                <a:close/>
                <a:moveTo>
                  <a:pt x="137361" y="257431"/>
                </a:moveTo>
                <a:lnTo>
                  <a:pt x="137361" y="231654"/>
                </a:lnTo>
                <a:cubicBezTo>
                  <a:pt x="130028" y="231654"/>
                  <a:pt x="123846" y="228929"/>
                  <a:pt x="118817" y="223489"/>
                </a:cubicBezTo>
                <a:cubicBezTo>
                  <a:pt x="113788" y="218039"/>
                  <a:pt x="111273" y="211647"/>
                  <a:pt x="111273" y="204314"/>
                </a:cubicBezTo>
                <a:lnTo>
                  <a:pt x="111273" y="190479"/>
                </a:lnTo>
                <a:lnTo>
                  <a:pt x="46836" y="126041"/>
                </a:lnTo>
                <a:cubicBezTo>
                  <a:pt x="45784" y="130238"/>
                  <a:pt x="45052" y="134426"/>
                  <a:pt x="44632" y="138614"/>
                </a:cubicBezTo>
                <a:cubicBezTo>
                  <a:pt x="44211" y="142601"/>
                  <a:pt x="44010" y="146688"/>
                  <a:pt x="44010" y="150876"/>
                </a:cubicBezTo>
                <a:cubicBezTo>
                  <a:pt x="44010" y="178116"/>
                  <a:pt x="52907" y="201900"/>
                  <a:pt x="70720" y="222227"/>
                </a:cubicBezTo>
                <a:cubicBezTo>
                  <a:pt x="88322" y="242554"/>
                  <a:pt x="110542" y="254285"/>
                  <a:pt x="137361" y="257431"/>
                </a:cubicBezTo>
                <a:close/>
                <a:moveTo>
                  <a:pt x="229770" y="223489"/>
                </a:moveTo>
                <a:cubicBezTo>
                  <a:pt x="238988" y="213430"/>
                  <a:pt x="246010" y="202220"/>
                  <a:pt x="250829" y="189857"/>
                </a:cubicBezTo>
                <a:cubicBezTo>
                  <a:pt x="255438" y="177284"/>
                  <a:pt x="257751" y="164290"/>
                  <a:pt x="257751" y="150876"/>
                </a:cubicBezTo>
                <a:cubicBezTo>
                  <a:pt x="257751" y="128665"/>
                  <a:pt x="251670" y="108548"/>
                  <a:pt x="239518" y="90526"/>
                </a:cubicBezTo>
                <a:cubicBezTo>
                  <a:pt x="227366" y="72292"/>
                  <a:pt x="211126" y="58988"/>
                  <a:pt x="190799" y="50603"/>
                </a:cubicBezTo>
                <a:lnTo>
                  <a:pt x="190799" y="56263"/>
                </a:lnTo>
                <a:cubicBezTo>
                  <a:pt x="190799" y="63597"/>
                  <a:pt x="188284" y="69988"/>
                  <a:pt x="183255" y="75438"/>
                </a:cubicBezTo>
                <a:cubicBezTo>
                  <a:pt x="178226" y="80888"/>
                  <a:pt x="172044" y="83613"/>
                  <a:pt x="164711" y="83613"/>
                </a:cubicBezTo>
                <a:lnTo>
                  <a:pt x="137361" y="83613"/>
                </a:lnTo>
                <a:lnTo>
                  <a:pt x="137361" y="110953"/>
                </a:lnTo>
                <a:cubicBezTo>
                  <a:pt x="137361" y="114519"/>
                  <a:pt x="135999" y="117455"/>
                  <a:pt x="133274" y="119759"/>
                </a:cubicBezTo>
                <a:cubicBezTo>
                  <a:pt x="130339" y="122063"/>
                  <a:pt x="127092" y="123215"/>
                  <a:pt x="123526" y="123215"/>
                </a:cubicBezTo>
                <a:lnTo>
                  <a:pt x="97438" y="123215"/>
                </a:lnTo>
                <a:lnTo>
                  <a:pt x="97438" y="150876"/>
                </a:lnTo>
                <a:lnTo>
                  <a:pt x="178537" y="150876"/>
                </a:lnTo>
                <a:cubicBezTo>
                  <a:pt x="182103" y="150876"/>
                  <a:pt x="185029" y="152238"/>
                  <a:pt x="187342" y="154963"/>
                </a:cubicBezTo>
                <a:cubicBezTo>
                  <a:pt x="189647" y="157688"/>
                  <a:pt x="190799" y="160834"/>
                  <a:pt x="190799" y="164391"/>
                </a:cubicBezTo>
                <a:lnTo>
                  <a:pt x="190799" y="204314"/>
                </a:lnTo>
                <a:lnTo>
                  <a:pt x="204314" y="204314"/>
                </a:lnTo>
                <a:cubicBezTo>
                  <a:pt x="210385" y="204314"/>
                  <a:pt x="215734" y="206097"/>
                  <a:pt x="220343" y="209654"/>
                </a:cubicBezTo>
                <a:cubicBezTo>
                  <a:pt x="224952" y="213220"/>
                  <a:pt x="228097" y="217828"/>
                  <a:pt x="229770" y="223489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3" name="圖說"/>
          <p:cNvSpPr/>
          <p:nvPr/>
        </p:nvSpPr>
        <p:spPr>
          <a:xfrm>
            <a:off x="7741722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750" dirty="0"/>
          </a:p>
        </p:txBody>
      </p:sp>
      <p:sp>
        <p:nvSpPr>
          <p:cNvPr id="234" name="圖示 地點"/>
          <p:cNvSpPr/>
          <p:nvPr/>
        </p:nvSpPr>
        <p:spPr>
          <a:xfrm>
            <a:off x="8441215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51771"/>
                </a:moveTo>
                <a:cubicBezTo>
                  <a:pt x="178747" y="226415"/>
                  <a:pt x="199385" y="203472"/>
                  <a:pt x="212799" y="182935"/>
                </a:cubicBezTo>
                <a:cubicBezTo>
                  <a:pt x="226003" y="162196"/>
                  <a:pt x="232605" y="143963"/>
                  <a:pt x="232605" y="128245"/>
                </a:cubicBezTo>
                <a:cubicBezTo>
                  <a:pt x="232605" y="103519"/>
                  <a:pt x="224741" y="83293"/>
                  <a:pt x="209023" y="67583"/>
                </a:cubicBezTo>
                <a:cubicBezTo>
                  <a:pt x="193103" y="51865"/>
                  <a:pt x="173718" y="44010"/>
                  <a:pt x="150876" y="44010"/>
                </a:cubicBezTo>
                <a:cubicBezTo>
                  <a:pt x="128034" y="44010"/>
                  <a:pt x="108759" y="51865"/>
                  <a:pt x="93040" y="67583"/>
                </a:cubicBezTo>
                <a:cubicBezTo>
                  <a:pt x="77111" y="83293"/>
                  <a:pt x="69156" y="103519"/>
                  <a:pt x="69156" y="128245"/>
                </a:cubicBezTo>
                <a:cubicBezTo>
                  <a:pt x="69156" y="143963"/>
                  <a:pt x="75959" y="162196"/>
                  <a:pt x="89584" y="182935"/>
                </a:cubicBezTo>
                <a:cubicBezTo>
                  <a:pt x="103199" y="203472"/>
                  <a:pt x="123636" y="226415"/>
                  <a:pt x="150876" y="251771"/>
                </a:cubicBezTo>
                <a:close/>
                <a:moveTo>
                  <a:pt x="144274" y="269373"/>
                </a:moveTo>
                <a:cubicBezTo>
                  <a:pt x="141970" y="268541"/>
                  <a:pt x="139976" y="267279"/>
                  <a:pt x="138303" y="265606"/>
                </a:cubicBezTo>
                <a:cubicBezTo>
                  <a:pt x="129506" y="257641"/>
                  <a:pt x="119969" y="248525"/>
                  <a:pt x="109701" y="238256"/>
                </a:cubicBezTo>
                <a:cubicBezTo>
                  <a:pt x="99432" y="227777"/>
                  <a:pt x="89895" y="216566"/>
                  <a:pt x="81098" y="204624"/>
                </a:cubicBezTo>
                <a:cubicBezTo>
                  <a:pt x="72292" y="192682"/>
                  <a:pt x="64959" y="180210"/>
                  <a:pt x="59098" y="167225"/>
                </a:cubicBezTo>
                <a:cubicBezTo>
                  <a:pt x="53227" y="154232"/>
                  <a:pt x="50292" y="141238"/>
                  <a:pt x="50292" y="128245"/>
                </a:cubicBezTo>
                <a:cubicBezTo>
                  <a:pt x="50292" y="96817"/>
                  <a:pt x="60451" y="71771"/>
                  <a:pt x="80778" y="53117"/>
                </a:cubicBezTo>
                <a:cubicBezTo>
                  <a:pt x="100895" y="34473"/>
                  <a:pt x="124267" y="25146"/>
                  <a:pt x="150876" y="25146"/>
                </a:cubicBezTo>
                <a:cubicBezTo>
                  <a:pt x="177485" y="25146"/>
                  <a:pt x="200958" y="34473"/>
                  <a:pt x="221285" y="53117"/>
                </a:cubicBezTo>
                <a:cubicBezTo>
                  <a:pt x="241402" y="71771"/>
                  <a:pt x="251460" y="96817"/>
                  <a:pt x="251460" y="128245"/>
                </a:cubicBezTo>
                <a:cubicBezTo>
                  <a:pt x="251460" y="141238"/>
                  <a:pt x="248525" y="154232"/>
                  <a:pt x="242663" y="167225"/>
                </a:cubicBezTo>
                <a:cubicBezTo>
                  <a:pt x="236793" y="180210"/>
                  <a:pt x="229460" y="192682"/>
                  <a:pt x="220654" y="204624"/>
                </a:cubicBezTo>
                <a:cubicBezTo>
                  <a:pt x="211857" y="216566"/>
                  <a:pt x="202320" y="227777"/>
                  <a:pt x="192051" y="238256"/>
                </a:cubicBezTo>
                <a:cubicBezTo>
                  <a:pt x="181783" y="248525"/>
                  <a:pt x="172255" y="257641"/>
                  <a:pt x="163449" y="265606"/>
                </a:cubicBezTo>
                <a:cubicBezTo>
                  <a:pt x="161776" y="267279"/>
                  <a:pt x="159883" y="268541"/>
                  <a:pt x="157789" y="269373"/>
                </a:cubicBezTo>
                <a:cubicBezTo>
                  <a:pt x="155485" y="270004"/>
                  <a:pt x="153180" y="270324"/>
                  <a:pt x="150876" y="270324"/>
                </a:cubicBezTo>
                <a:cubicBezTo>
                  <a:pt x="148572" y="270324"/>
                  <a:pt x="146368" y="270004"/>
                  <a:pt x="144274" y="269373"/>
                </a:cubicBezTo>
                <a:close/>
                <a:moveTo>
                  <a:pt x="150876" y="125730"/>
                </a:moveTo>
                <a:close/>
                <a:moveTo>
                  <a:pt x="166595" y="141449"/>
                </a:moveTo>
                <a:cubicBezTo>
                  <a:pt x="170782" y="137050"/>
                  <a:pt x="172876" y="131811"/>
                  <a:pt x="172876" y="125730"/>
                </a:cubicBezTo>
                <a:cubicBezTo>
                  <a:pt x="172876" y="119649"/>
                  <a:pt x="170782" y="114519"/>
                  <a:pt x="166595" y="110332"/>
                </a:cubicBezTo>
                <a:cubicBezTo>
                  <a:pt x="162196" y="105924"/>
                  <a:pt x="156957" y="103730"/>
                  <a:pt x="150876" y="103730"/>
                </a:cubicBezTo>
                <a:cubicBezTo>
                  <a:pt x="144795" y="103730"/>
                  <a:pt x="139665" y="105924"/>
                  <a:pt x="135478" y="110332"/>
                </a:cubicBezTo>
                <a:cubicBezTo>
                  <a:pt x="131070" y="114519"/>
                  <a:pt x="128876" y="119649"/>
                  <a:pt x="128876" y="125730"/>
                </a:cubicBezTo>
                <a:cubicBezTo>
                  <a:pt x="128876" y="131811"/>
                  <a:pt x="131070" y="137050"/>
                  <a:pt x="135478" y="141449"/>
                </a:cubicBezTo>
                <a:cubicBezTo>
                  <a:pt x="139665" y="145636"/>
                  <a:pt x="144795" y="147730"/>
                  <a:pt x="150876" y="147730"/>
                </a:cubicBezTo>
                <a:cubicBezTo>
                  <a:pt x="156957" y="147730"/>
                  <a:pt x="162196" y="145636"/>
                  <a:pt x="166595" y="141449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5" name="圖說"/>
          <p:cNvSpPr/>
          <p:nvPr/>
        </p:nvSpPr>
        <p:spPr>
          <a:xfrm>
            <a:off x="8296443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750" dirty="0"/>
          </a:p>
        </p:txBody>
      </p:sp>
      <p:sp>
        <p:nvSpPr>
          <p:cNvPr id="236" name="圖示 環保"/>
          <p:cNvSpPr/>
          <p:nvPr/>
        </p:nvSpPr>
        <p:spPr>
          <a:xfrm>
            <a:off x="8995936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6952" y="246742"/>
                </a:moveTo>
                <a:cubicBezTo>
                  <a:pt x="57735" y="237314"/>
                  <a:pt x="50603" y="226415"/>
                  <a:pt x="45574" y="214052"/>
                </a:cubicBezTo>
                <a:cubicBezTo>
                  <a:pt x="40334" y="201689"/>
                  <a:pt x="37719" y="189016"/>
                  <a:pt x="37719" y="176022"/>
                </a:cubicBezTo>
                <a:cubicBezTo>
                  <a:pt x="37719" y="160724"/>
                  <a:pt x="40444" y="146789"/>
                  <a:pt x="45894" y="134216"/>
                </a:cubicBezTo>
                <a:cubicBezTo>
                  <a:pt x="51133" y="121432"/>
                  <a:pt x="59098" y="109701"/>
                  <a:pt x="69778" y="99011"/>
                </a:cubicBezTo>
                <a:cubicBezTo>
                  <a:pt x="82771" y="86018"/>
                  <a:pt x="101636" y="76590"/>
                  <a:pt x="126361" y="70720"/>
                </a:cubicBezTo>
                <a:cubicBezTo>
                  <a:pt x="151086" y="64648"/>
                  <a:pt x="182313" y="62133"/>
                  <a:pt x="220032" y="63176"/>
                </a:cubicBezTo>
                <a:cubicBezTo>
                  <a:pt x="224220" y="63386"/>
                  <a:pt x="227987" y="64227"/>
                  <a:pt x="231343" y="65690"/>
                </a:cubicBezTo>
                <a:cubicBezTo>
                  <a:pt x="234699" y="67163"/>
                  <a:pt x="237735" y="69257"/>
                  <a:pt x="240460" y="71982"/>
                </a:cubicBezTo>
                <a:cubicBezTo>
                  <a:pt x="243185" y="74706"/>
                  <a:pt x="245379" y="77742"/>
                  <a:pt x="247062" y="81098"/>
                </a:cubicBezTo>
                <a:cubicBezTo>
                  <a:pt x="248525" y="84445"/>
                  <a:pt x="249366" y="88221"/>
                  <a:pt x="249576" y="92409"/>
                </a:cubicBezTo>
                <a:cubicBezTo>
                  <a:pt x="250207" y="111273"/>
                  <a:pt x="249997" y="128555"/>
                  <a:pt x="248945" y="144274"/>
                </a:cubicBezTo>
                <a:cubicBezTo>
                  <a:pt x="247894" y="159782"/>
                  <a:pt x="245910" y="173818"/>
                  <a:pt x="242974" y="186391"/>
                </a:cubicBezTo>
                <a:cubicBezTo>
                  <a:pt x="239829" y="198964"/>
                  <a:pt x="235851" y="210074"/>
                  <a:pt x="231032" y="219712"/>
                </a:cubicBezTo>
                <a:cubicBezTo>
                  <a:pt x="226213" y="229350"/>
                  <a:pt x="220444" y="237525"/>
                  <a:pt x="213741" y="244227"/>
                </a:cubicBezTo>
                <a:cubicBezTo>
                  <a:pt x="203052" y="254916"/>
                  <a:pt x="191530" y="262981"/>
                  <a:pt x="179168" y="268431"/>
                </a:cubicBezTo>
                <a:cubicBezTo>
                  <a:pt x="166805" y="273881"/>
                  <a:pt x="153601" y="276606"/>
                  <a:pt x="139565" y="276606"/>
                </a:cubicBezTo>
                <a:cubicBezTo>
                  <a:pt x="125099" y="276606"/>
                  <a:pt x="111904" y="274192"/>
                  <a:pt x="99953" y="269373"/>
                </a:cubicBezTo>
                <a:cubicBezTo>
                  <a:pt x="87801" y="264344"/>
                  <a:pt x="76800" y="256800"/>
                  <a:pt x="66952" y="246742"/>
                </a:cubicBezTo>
                <a:close/>
                <a:moveTo>
                  <a:pt x="99331" y="246742"/>
                </a:moveTo>
                <a:cubicBezTo>
                  <a:pt x="104562" y="250308"/>
                  <a:pt x="110642" y="253033"/>
                  <a:pt x="117555" y="254916"/>
                </a:cubicBezTo>
                <a:cubicBezTo>
                  <a:pt x="124477" y="256800"/>
                  <a:pt x="131811" y="257751"/>
                  <a:pt x="139565" y="257751"/>
                </a:cubicBezTo>
                <a:cubicBezTo>
                  <a:pt x="150666" y="257751"/>
                  <a:pt x="161456" y="255438"/>
                  <a:pt x="171935" y="250829"/>
                </a:cubicBezTo>
                <a:cubicBezTo>
                  <a:pt x="182414" y="246220"/>
                  <a:pt x="191951" y="239518"/>
                  <a:pt x="200537" y="230712"/>
                </a:cubicBezTo>
                <a:cubicBezTo>
                  <a:pt x="206197" y="225061"/>
                  <a:pt x="211016" y="217719"/>
                  <a:pt x="215003" y="208712"/>
                </a:cubicBezTo>
                <a:cubicBezTo>
                  <a:pt x="218981" y="199495"/>
                  <a:pt x="222227" y="188696"/>
                  <a:pt x="224741" y="176333"/>
                </a:cubicBezTo>
                <a:cubicBezTo>
                  <a:pt x="227256" y="163760"/>
                  <a:pt x="228929" y="149623"/>
                  <a:pt x="229770" y="133905"/>
                </a:cubicBezTo>
                <a:cubicBezTo>
                  <a:pt x="230612" y="118186"/>
                  <a:pt x="230612" y="100895"/>
                  <a:pt x="229770" y="82040"/>
                </a:cubicBezTo>
                <a:cubicBezTo>
                  <a:pt x="210074" y="81619"/>
                  <a:pt x="192472" y="81930"/>
                  <a:pt x="176964" y="82982"/>
                </a:cubicBezTo>
                <a:cubicBezTo>
                  <a:pt x="161245" y="83823"/>
                  <a:pt x="147420" y="85496"/>
                  <a:pt x="135478" y="88011"/>
                </a:cubicBezTo>
                <a:cubicBezTo>
                  <a:pt x="123526" y="90526"/>
                  <a:pt x="113258" y="93772"/>
                  <a:pt x="104671" y="97759"/>
                </a:cubicBezTo>
                <a:cubicBezTo>
                  <a:pt x="96076" y="101526"/>
                  <a:pt x="89063" y="106244"/>
                  <a:pt x="83613" y="111904"/>
                </a:cubicBezTo>
                <a:cubicBezTo>
                  <a:pt x="74807" y="120911"/>
                  <a:pt x="68105" y="130448"/>
                  <a:pt x="63496" y="140507"/>
                </a:cubicBezTo>
                <a:cubicBezTo>
                  <a:pt x="58887" y="150565"/>
                  <a:pt x="56583" y="160834"/>
                  <a:pt x="56583" y="171304"/>
                </a:cubicBezTo>
                <a:cubicBezTo>
                  <a:pt x="56583" y="181362"/>
                  <a:pt x="58778" y="191951"/>
                  <a:pt x="63176" y="203052"/>
                </a:cubicBezTo>
                <a:cubicBezTo>
                  <a:pt x="67373" y="213951"/>
                  <a:pt x="72613" y="222748"/>
                  <a:pt x="78894" y="229460"/>
                </a:cubicBezTo>
                <a:cubicBezTo>
                  <a:pt x="90004" y="208922"/>
                  <a:pt x="103309" y="190479"/>
                  <a:pt x="118817" y="174138"/>
                </a:cubicBezTo>
                <a:cubicBezTo>
                  <a:pt x="134325" y="157789"/>
                  <a:pt x="150775" y="144905"/>
                  <a:pt x="168167" y="135478"/>
                </a:cubicBezTo>
                <a:cubicBezTo>
                  <a:pt x="149934" y="151187"/>
                  <a:pt x="135157" y="168268"/>
                  <a:pt x="123846" y="186711"/>
                </a:cubicBezTo>
                <a:cubicBezTo>
                  <a:pt x="112526" y="204944"/>
                  <a:pt x="104360" y="224952"/>
                  <a:pt x="99331" y="246742"/>
                </a:cubicBezTo>
                <a:close/>
                <a:moveTo>
                  <a:pt x="99331" y="246742"/>
                </a:moveTo>
                <a:close/>
                <a:moveTo>
                  <a:pt x="99331" y="246742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7" name="圖說"/>
          <p:cNvSpPr/>
          <p:nvPr/>
        </p:nvSpPr>
        <p:spPr>
          <a:xfrm>
            <a:off x="8851163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環保</a:t>
            </a:r>
            <a:endParaRPr lang="en-US" sz="750" dirty="0"/>
          </a:p>
        </p:txBody>
      </p:sp>
      <p:sp>
        <p:nvSpPr>
          <p:cNvPr id="238" name="圖示 節能"/>
          <p:cNvSpPr/>
          <p:nvPr/>
        </p:nvSpPr>
        <p:spPr>
          <a:xfrm>
            <a:off x="9550657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45178"/>
                </a:moveTo>
                <a:cubicBezTo>
                  <a:pt x="177074" y="245178"/>
                  <a:pt x="199385" y="236062"/>
                  <a:pt x="217828" y="217828"/>
                </a:cubicBezTo>
                <a:cubicBezTo>
                  <a:pt x="236062" y="199385"/>
                  <a:pt x="245178" y="177074"/>
                  <a:pt x="245178" y="150876"/>
                </a:cubicBezTo>
                <a:lnTo>
                  <a:pt x="245178" y="56583"/>
                </a:lnTo>
                <a:lnTo>
                  <a:pt x="150876" y="56583"/>
                </a:lnTo>
                <a:cubicBezTo>
                  <a:pt x="124678" y="56583"/>
                  <a:pt x="102468" y="65800"/>
                  <a:pt x="84244" y="84244"/>
                </a:cubicBezTo>
                <a:cubicBezTo>
                  <a:pt x="65800" y="102468"/>
                  <a:pt x="56583" y="124678"/>
                  <a:pt x="56583" y="150876"/>
                </a:cubicBezTo>
                <a:cubicBezTo>
                  <a:pt x="56583" y="177074"/>
                  <a:pt x="65800" y="199385"/>
                  <a:pt x="84244" y="217828"/>
                </a:cubicBezTo>
                <a:cubicBezTo>
                  <a:pt x="102468" y="236062"/>
                  <a:pt x="124678" y="245178"/>
                  <a:pt x="150876" y="245178"/>
                </a:cubicBezTo>
                <a:close/>
                <a:moveTo>
                  <a:pt x="134216" y="212168"/>
                </a:moveTo>
                <a:lnTo>
                  <a:pt x="199284" y="154022"/>
                </a:lnTo>
                <a:cubicBezTo>
                  <a:pt x="201378" y="152138"/>
                  <a:pt x="202009" y="149934"/>
                  <a:pt x="201168" y="147420"/>
                </a:cubicBezTo>
                <a:cubicBezTo>
                  <a:pt x="200327" y="144695"/>
                  <a:pt x="198443" y="143122"/>
                  <a:pt x="195508" y="142701"/>
                </a:cubicBezTo>
                <a:lnTo>
                  <a:pt x="144594" y="137672"/>
                </a:lnTo>
                <a:lnTo>
                  <a:pt x="175080" y="95866"/>
                </a:lnTo>
                <a:cubicBezTo>
                  <a:pt x="175921" y="94823"/>
                  <a:pt x="176333" y="93772"/>
                  <a:pt x="176333" y="92729"/>
                </a:cubicBezTo>
                <a:cubicBezTo>
                  <a:pt x="176123" y="91467"/>
                  <a:pt x="175601" y="90315"/>
                  <a:pt x="174769" y="89273"/>
                </a:cubicBezTo>
                <a:cubicBezTo>
                  <a:pt x="173718" y="88221"/>
                  <a:pt x="172566" y="87700"/>
                  <a:pt x="171304" y="87700"/>
                </a:cubicBezTo>
                <a:cubicBezTo>
                  <a:pt x="169841" y="87700"/>
                  <a:pt x="168579" y="88221"/>
                  <a:pt x="167536" y="89273"/>
                </a:cubicBezTo>
                <a:lnTo>
                  <a:pt x="102788" y="147420"/>
                </a:lnTo>
                <a:cubicBezTo>
                  <a:pt x="100685" y="149303"/>
                  <a:pt x="100063" y="151608"/>
                  <a:pt x="100895" y="154332"/>
                </a:cubicBezTo>
                <a:cubicBezTo>
                  <a:pt x="101736" y="156847"/>
                  <a:pt x="103620" y="158319"/>
                  <a:pt x="106555" y="158731"/>
                </a:cubicBezTo>
                <a:lnTo>
                  <a:pt x="157478" y="163760"/>
                </a:lnTo>
                <a:lnTo>
                  <a:pt x="126672" y="205566"/>
                </a:lnTo>
                <a:cubicBezTo>
                  <a:pt x="125831" y="206618"/>
                  <a:pt x="125520" y="207770"/>
                  <a:pt x="125730" y="209023"/>
                </a:cubicBezTo>
                <a:cubicBezTo>
                  <a:pt x="125730" y="210074"/>
                  <a:pt x="126251" y="211126"/>
                  <a:pt x="127303" y="212168"/>
                </a:cubicBezTo>
                <a:cubicBezTo>
                  <a:pt x="128345" y="213220"/>
                  <a:pt x="129506" y="213741"/>
                  <a:pt x="130759" y="213741"/>
                </a:cubicBezTo>
                <a:cubicBezTo>
                  <a:pt x="132021" y="213741"/>
                  <a:pt x="133173" y="213220"/>
                  <a:pt x="134216" y="212168"/>
                </a:cubicBezTo>
                <a:close/>
                <a:moveTo>
                  <a:pt x="150876" y="264033"/>
                </a:moveTo>
                <a:cubicBezTo>
                  <a:pt x="136840" y="264033"/>
                  <a:pt x="123636" y="261729"/>
                  <a:pt x="111273" y="257120"/>
                </a:cubicBezTo>
                <a:cubicBezTo>
                  <a:pt x="98911" y="252301"/>
                  <a:pt x="87700" y="245699"/>
                  <a:pt x="77642" y="237314"/>
                </a:cubicBezTo>
                <a:lnTo>
                  <a:pt x="53748" y="261208"/>
                </a:lnTo>
                <a:cubicBezTo>
                  <a:pt x="52706" y="262250"/>
                  <a:pt x="51654" y="262981"/>
                  <a:pt x="50603" y="263402"/>
                </a:cubicBezTo>
                <a:cubicBezTo>
                  <a:pt x="49560" y="263823"/>
                  <a:pt x="48408" y="264033"/>
                  <a:pt x="47146" y="264033"/>
                </a:cubicBezTo>
                <a:cubicBezTo>
                  <a:pt x="44632" y="264033"/>
                  <a:pt x="42437" y="263091"/>
                  <a:pt x="40544" y="261208"/>
                </a:cubicBezTo>
                <a:cubicBezTo>
                  <a:pt x="38661" y="259315"/>
                  <a:pt x="37719" y="257120"/>
                  <a:pt x="37719" y="254606"/>
                </a:cubicBezTo>
                <a:cubicBezTo>
                  <a:pt x="37719" y="253344"/>
                  <a:pt x="37929" y="252192"/>
                  <a:pt x="38350" y="251149"/>
                </a:cubicBezTo>
                <a:cubicBezTo>
                  <a:pt x="38771" y="250098"/>
                  <a:pt x="39502" y="249046"/>
                  <a:pt x="40544" y="248004"/>
                </a:cubicBezTo>
                <a:lnTo>
                  <a:pt x="64438" y="224110"/>
                </a:lnTo>
                <a:cubicBezTo>
                  <a:pt x="56053" y="214052"/>
                  <a:pt x="49560" y="202841"/>
                  <a:pt x="44952" y="190479"/>
                </a:cubicBezTo>
                <a:cubicBezTo>
                  <a:pt x="40133" y="178116"/>
                  <a:pt x="37719" y="164912"/>
                  <a:pt x="37719" y="150876"/>
                </a:cubicBezTo>
                <a:cubicBezTo>
                  <a:pt x="37719" y="119448"/>
                  <a:pt x="48719" y="92729"/>
                  <a:pt x="70720" y="70720"/>
                </a:cubicBezTo>
                <a:cubicBezTo>
                  <a:pt x="92729" y="48719"/>
                  <a:pt x="119448" y="37719"/>
                  <a:pt x="150876" y="37719"/>
                </a:cubicBezTo>
                <a:lnTo>
                  <a:pt x="245178" y="37719"/>
                </a:lnTo>
                <a:cubicBezTo>
                  <a:pt x="250408" y="37719"/>
                  <a:pt x="254916" y="39603"/>
                  <a:pt x="258693" y="43379"/>
                </a:cubicBezTo>
                <a:cubicBezTo>
                  <a:pt x="262250" y="46936"/>
                  <a:pt x="264033" y="51344"/>
                  <a:pt x="264033" y="56583"/>
                </a:cubicBezTo>
                <a:lnTo>
                  <a:pt x="264033" y="150876"/>
                </a:lnTo>
                <a:cubicBezTo>
                  <a:pt x="264033" y="182313"/>
                  <a:pt x="253033" y="209023"/>
                  <a:pt x="231032" y="231032"/>
                </a:cubicBezTo>
                <a:cubicBezTo>
                  <a:pt x="209023" y="253033"/>
                  <a:pt x="182313" y="264033"/>
                  <a:pt x="150876" y="264033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9" name="圖說"/>
          <p:cNvSpPr/>
          <p:nvPr/>
        </p:nvSpPr>
        <p:spPr>
          <a:xfrm>
            <a:off x="9405884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</a:t>
            </a:r>
            <a:endParaRPr lang="en-US" sz="750" dirty="0"/>
          </a:p>
        </p:txBody>
      </p:sp>
      <p:sp>
        <p:nvSpPr>
          <p:cNvPr id="240" name="圖示 回收"/>
          <p:cNvSpPr/>
          <p:nvPr/>
        </p:nvSpPr>
        <p:spPr>
          <a:xfrm>
            <a:off x="10105377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0390" y="107497"/>
                </a:moveTo>
                <a:lnTo>
                  <a:pt x="143643" y="69467"/>
                </a:lnTo>
                <a:lnTo>
                  <a:pt x="125099" y="38661"/>
                </a:lnTo>
                <a:cubicBezTo>
                  <a:pt x="122584" y="34473"/>
                  <a:pt x="119027" y="32379"/>
                  <a:pt x="114419" y="32379"/>
                </a:cubicBezTo>
                <a:cubicBezTo>
                  <a:pt x="109591" y="32379"/>
                  <a:pt x="105924" y="34473"/>
                  <a:pt x="103409" y="38661"/>
                </a:cubicBezTo>
                <a:lnTo>
                  <a:pt x="77322" y="81729"/>
                </a:lnTo>
                <a:cubicBezTo>
                  <a:pt x="75859" y="84033"/>
                  <a:pt x="75539" y="86438"/>
                  <a:pt x="76380" y="88953"/>
                </a:cubicBezTo>
                <a:cubicBezTo>
                  <a:pt x="77011" y="91257"/>
                  <a:pt x="78474" y="93141"/>
                  <a:pt x="80778" y="94613"/>
                </a:cubicBezTo>
                <a:lnTo>
                  <a:pt x="107497" y="110953"/>
                </a:lnTo>
                <a:cubicBezTo>
                  <a:pt x="109801" y="112215"/>
                  <a:pt x="112215" y="112526"/>
                  <a:pt x="114730" y="111904"/>
                </a:cubicBezTo>
                <a:cubicBezTo>
                  <a:pt x="117034" y="111273"/>
                  <a:pt x="118918" y="109801"/>
                  <a:pt x="120390" y="107497"/>
                </a:cubicBezTo>
                <a:close/>
                <a:moveTo>
                  <a:pt x="237314" y="201168"/>
                </a:moveTo>
                <a:lnTo>
                  <a:pt x="214372" y="162818"/>
                </a:lnTo>
                <a:cubicBezTo>
                  <a:pt x="212900" y="160514"/>
                  <a:pt x="212589" y="158109"/>
                  <a:pt x="213430" y="155594"/>
                </a:cubicBezTo>
                <a:cubicBezTo>
                  <a:pt x="214052" y="153080"/>
                  <a:pt x="215524" y="151187"/>
                  <a:pt x="217828" y="149934"/>
                </a:cubicBezTo>
                <a:lnTo>
                  <a:pt x="244858" y="134216"/>
                </a:lnTo>
                <a:cubicBezTo>
                  <a:pt x="247162" y="132963"/>
                  <a:pt x="249576" y="132643"/>
                  <a:pt x="252091" y="133274"/>
                </a:cubicBezTo>
                <a:cubicBezTo>
                  <a:pt x="254606" y="133694"/>
                  <a:pt x="256489" y="135057"/>
                  <a:pt x="257751" y="137361"/>
                </a:cubicBezTo>
                <a:lnTo>
                  <a:pt x="273150" y="163138"/>
                </a:lnTo>
                <a:cubicBezTo>
                  <a:pt x="275454" y="166695"/>
                  <a:pt x="276707" y="170682"/>
                  <a:pt x="276917" y="175080"/>
                </a:cubicBezTo>
                <a:cubicBezTo>
                  <a:pt x="277127" y="179478"/>
                  <a:pt x="276185" y="183566"/>
                  <a:pt x="274091" y="187342"/>
                </a:cubicBezTo>
                <a:cubicBezTo>
                  <a:pt x="271997" y="191530"/>
                  <a:pt x="268962" y="194886"/>
                  <a:pt x="264975" y="197401"/>
                </a:cubicBezTo>
                <a:cubicBezTo>
                  <a:pt x="260787" y="199915"/>
                  <a:pt x="256279" y="201168"/>
                  <a:pt x="251460" y="201168"/>
                </a:cubicBezTo>
                <a:lnTo>
                  <a:pt x="237314" y="201168"/>
                </a:lnTo>
                <a:close/>
                <a:moveTo>
                  <a:pt x="192993" y="281004"/>
                </a:moveTo>
                <a:lnTo>
                  <a:pt x="157478" y="245489"/>
                </a:lnTo>
                <a:cubicBezTo>
                  <a:pt x="155594" y="243605"/>
                  <a:pt x="154652" y="241402"/>
                  <a:pt x="154652" y="238887"/>
                </a:cubicBezTo>
                <a:cubicBezTo>
                  <a:pt x="154652" y="236372"/>
                  <a:pt x="155594" y="234169"/>
                  <a:pt x="157478" y="232285"/>
                </a:cubicBezTo>
                <a:lnTo>
                  <a:pt x="192993" y="196770"/>
                </a:lnTo>
                <a:cubicBezTo>
                  <a:pt x="194465" y="195298"/>
                  <a:pt x="196239" y="194987"/>
                  <a:pt x="198343" y="195828"/>
                </a:cubicBezTo>
                <a:cubicBezTo>
                  <a:pt x="200226" y="196450"/>
                  <a:pt x="201168" y="197812"/>
                  <a:pt x="201168" y="199915"/>
                </a:cubicBezTo>
                <a:lnTo>
                  <a:pt x="201168" y="213741"/>
                </a:lnTo>
                <a:lnTo>
                  <a:pt x="260887" y="213741"/>
                </a:lnTo>
                <a:lnTo>
                  <a:pt x="242663" y="250207"/>
                </a:lnTo>
                <a:cubicBezTo>
                  <a:pt x="240350" y="254395"/>
                  <a:pt x="237214" y="257751"/>
                  <a:pt x="233227" y="260266"/>
                </a:cubicBezTo>
                <a:cubicBezTo>
                  <a:pt x="229249" y="262780"/>
                  <a:pt x="224851" y="264033"/>
                  <a:pt x="220032" y="264033"/>
                </a:cubicBezTo>
                <a:lnTo>
                  <a:pt x="201168" y="264033"/>
                </a:lnTo>
                <a:lnTo>
                  <a:pt x="201168" y="277868"/>
                </a:lnTo>
                <a:cubicBezTo>
                  <a:pt x="201168" y="279962"/>
                  <a:pt x="200226" y="281425"/>
                  <a:pt x="198343" y="282266"/>
                </a:cubicBezTo>
                <a:cubicBezTo>
                  <a:pt x="196239" y="282897"/>
                  <a:pt x="194465" y="282476"/>
                  <a:pt x="192993" y="281004"/>
                </a:cubicBezTo>
                <a:close/>
                <a:moveTo>
                  <a:pt x="79525" y="264033"/>
                </a:moveTo>
                <a:cubicBezTo>
                  <a:pt x="75337" y="264033"/>
                  <a:pt x="71561" y="262981"/>
                  <a:pt x="68205" y="260887"/>
                </a:cubicBezTo>
                <a:cubicBezTo>
                  <a:pt x="64648" y="258583"/>
                  <a:pt x="62024" y="255648"/>
                  <a:pt x="60350" y="252091"/>
                </a:cubicBezTo>
                <a:cubicBezTo>
                  <a:pt x="58677" y="248735"/>
                  <a:pt x="57936" y="245279"/>
                  <a:pt x="58147" y="241712"/>
                </a:cubicBezTo>
                <a:cubicBezTo>
                  <a:pt x="58147" y="237945"/>
                  <a:pt x="59098" y="234489"/>
                  <a:pt x="60981" y="231343"/>
                </a:cubicBezTo>
                <a:lnTo>
                  <a:pt x="71671" y="213741"/>
                </a:lnTo>
                <a:lnTo>
                  <a:pt x="116303" y="213741"/>
                </a:lnTo>
                <a:cubicBezTo>
                  <a:pt x="119027" y="213741"/>
                  <a:pt x="121332" y="214683"/>
                  <a:pt x="123215" y="216566"/>
                </a:cubicBezTo>
                <a:cubicBezTo>
                  <a:pt x="124889" y="218249"/>
                  <a:pt x="125730" y="220444"/>
                  <a:pt x="125730" y="223168"/>
                </a:cubicBezTo>
                <a:lnTo>
                  <a:pt x="125730" y="254606"/>
                </a:lnTo>
                <a:cubicBezTo>
                  <a:pt x="125730" y="257330"/>
                  <a:pt x="124889" y="259635"/>
                  <a:pt x="123215" y="261518"/>
                </a:cubicBezTo>
                <a:cubicBezTo>
                  <a:pt x="121332" y="263192"/>
                  <a:pt x="119027" y="264033"/>
                  <a:pt x="116303" y="264033"/>
                </a:cubicBezTo>
                <a:lnTo>
                  <a:pt x="79525" y="264033"/>
                </a:lnTo>
                <a:close/>
                <a:moveTo>
                  <a:pt x="48408" y="228198"/>
                </a:moveTo>
                <a:lnTo>
                  <a:pt x="27971" y="187342"/>
                </a:lnTo>
                <a:cubicBezTo>
                  <a:pt x="26088" y="183566"/>
                  <a:pt x="25247" y="179588"/>
                  <a:pt x="25457" y="175391"/>
                </a:cubicBezTo>
                <a:cubicBezTo>
                  <a:pt x="25457" y="170993"/>
                  <a:pt x="26609" y="166905"/>
                  <a:pt x="28922" y="163138"/>
                </a:cubicBezTo>
                <a:lnTo>
                  <a:pt x="33952" y="154652"/>
                </a:lnTo>
                <a:lnTo>
                  <a:pt x="22321" y="147730"/>
                </a:lnTo>
                <a:cubicBezTo>
                  <a:pt x="20638" y="146688"/>
                  <a:pt x="19906" y="145115"/>
                  <a:pt x="20117" y="143021"/>
                </a:cubicBezTo>
                <a:cubicBezTo>
                  <a:pt x="20327" y="140717"/>
                  <a:pt x="21479" y="139355"/>
                  <a:pt x="23573" y="138934"/>
                </a:cubicBezTo>
                <a:lnTo>
                  <a:pt x="72292" y="126672"/>
                </a:lnTo>
                <a:cubicBezTo>
                  <a:pt x="74807" y="126041"/>
                  <a:pt x="77221" y="126462"/>
                  <a:pt x="79525" y="127934"/>
                </a:cubicBezTo>
                <a:cubicBezTo>
                  <a:pt x="81619" y="129186"/>
                  <a:pt x="82982" y="131070"/>
                  <a:pt x="83613" y="133585"/>
                </a:cubicBezTo>
                <a:lnTo>
                  <a:pt x="95866" y="182624"/>
                </a:lnTo>
                <a:cubicBezTo>
                  <a:pt x="96286" y="184718"/>
                  <a:pt x="95655" y="186391"/>
                  <a:pt x="93982" y="187653"/>
                </a:cubicBezTo>
                <a:cubicBezTo>
                  <a:pt x="92309" y="188696"/>
                  <a:pt x="90626" y="188696"/>
                  <a:pt x="88953" y="187653"/>
                </a:cubicBezTo>
                <a:lnTo>
                  <a:pt x="77011" y="180420"/>
                </a:lnTo>
                <a:lnTo>
                  <a:pt x="48408" y="228198"/>
                </a:lnTo>
                <a:close/>
                <a:moveTo>
                  <a:pt x="209023" y="118497"/>
                </a:moveTo>
                <a:lnTo>
                  <a:pt x="160303" y="106244"/>
                </a:lnTo>
                <a:cubicBezTo>
                  <a:pt x="158209" y="105824"/>
                  <a:pt x="157057" y="104562"/>
                  <a:pt x="156847" y="102468"/>
                </a:cubicBezTo>
                <a:cubicBezTo>
                  <a:pt x="156426" y="100163"/>
                  <a:pt x="157167" y="98490"/>
                  <a:pt x="159051" y="97438"/>
                </a:cubicBezTo>
                <a:lnTo>
                  <a:pt x="170993" y="90526"/>
                </a:lnTo>
                <a:lnTo>
                  <a:pt x="131701" y="25146"/>
                </a:lnTo>
                <a:lnTo>
                  <a:pt x="176022" y="25146"/>
                </a:lnTo>
                <a:cubicBezTo>
                  <a:pt x="180420" y="25146"/>
                  <a:pt x="184617" y="26298"/>
                  <a:pt x="188595" y="28602"/>
                </a:cubicBezTo>
                <a:cubicBezTo>
                  <a:pt x="192371" y="30696"/>
                  <a:pt x="195407" y="33632"/>
                  <a:pt x="197712" y="37408"/>
                </a:cubicBezTo>
                <a:lnTo>
                  <a:pt x="214052" y="64749"/>
                </a:lnTo>
                <a:lnTo>
                  <a:pt x="225683" y="57525"/>
                </a:lnTo>
                <a:cubicBezTo>
                  <a:pt x="227366" y="56473"/>
                  <a:pt x="229039" y="56583"/>
                  <a:pt x="230712" y="57836"/>
                </a:cubicBezTo>
                <a:cubicBezTo>
                  <a:pt x="232395" y="59098"/>
                  <a:pt x="233017" y="60771"/>
                  <a:pt x="232605" y="62865"/>
                </a:cubicBezTo>
                <a:lnTo>
                  <a:pt x="220343" y="111584"/>
                </a:lnTo>
                <a:cubicBezTo>
                  <a:pt x="219712" y="114099"/>
                  <a:pt x="218350" y="116092"/>
                  <a:pt x="216256" y="117555"/>
                </a:cubicBezTo>
                <a:cubicBezTo>
                  <a:pt x="213951" y="118817"/>
                  <a:pt x="211537" y="119128"/>
                  <a:pt x="209023" y="118497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1" name="圖說"/>
          <p:cNvSpPr/>
          <p:nvPr/>
        </p:nvSpPr>
        <p:spPr>
          <a:xfrm>
            <a:off x="9960605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750" dirty="0"/>
          </a:p>
        </p:txBody>
      </p:sp>
      <p:sp>
        <p:nvSpPr>
          <p:cNvPr id="242" name="線條"/>
          <p:cNvSpPr/>
          <p:nvPr/>
        </p:nvSpPr>
        <p:spPr>
          <a:xfrm>
            <a:off x="548640" y="4818888"/>
            <a:ext cx="1109441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548640" y="489204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4" name="小節"/>
          <p:cNvSpPr/>
          <p:nvPr/>
        </p:nvSpPr>
        <p:spPr>
          <a:xfrm>
            <a:off x="704088" y="48737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40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548640" y="5202936"/>
            <a:ext cx="1965960" cy="676656"/>
            <a:chOff x="548640" y="5202936"/>
            <a:chExt cx="1965960" cy="676656"/>
          </a:xfrm>
        </p:grpSpPr>
        <p:sp>
          <p:nvSpPr>
            <p:cNvPr id="245" name="流程方塊"/>
            <p:cNvSpPr/>
            <p:nvPr/>
          </p:nvSpPr>
          <p:spPr>
            <a:xfrm>
              <a:off x="548640" y="5202936"/>
              <a:ext cx="1965960" cy="676656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6" name="圖示 機台"/>
            <p:cNvSpPr/>
            <p:nvPr/>
          </p:nvSpPr>
          <p:spPr>
            <a:xfrm>
              <a:off x="676656" y="5358384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81153" y="320040"/>
                  </a:moveTo>
                  <a:cubicBezTo>
                    <a:pt x="76069" y="320040"/>
                    <a:pt x="71881" y="318385"/>
                    <a:pt x="68580" y="315084"/>
                  </a:cubicBezTo>
                  <a:cubicBezTo>
                    <a:pt x="65023" y="311527"/>
                    <a:pt x="63249" y="307211"/>
                    <a:pt x="63249" y="302136"/>
                  </a:cubicBezTo>
                  <a:cubicBezTo>
                    <a:pt x="63249" y="297052"/>
                    <a:pt x="65023" y="292864"/>
                    <a:pt x="68580" y="289563"/>
                  </a:cubicBezTo>
                  <a:cubicBezTo>
                    <a:pt x="71881" y="286006"/>
                    <a:pt x="76069" y="284223"/>
                    <a:pt x="81153" y="284223"/>
                  </a:cubicBezTo>
                  <a:lnTo>
                    <a:pt x="111630" y="284223"/>
                  </a:lnTo>
                  <a:lnTo>
                    <a:pt x="71250" y="146304"/>
                  </a:lnTo>
                  <a:cubicBezTo>
                    <a:pt x="63121" y="142491"/>
                    <a:pt x="56766" y="137416"/>
                    <a:pt x="52194" y="131061"/>
                  </a:cubicBezTo>
                  <a:cubicBezTo>
                    <a:pt x="47622" y="124459"/>
                    <a:pt x="45336" y="115827"/>
                    <a:pt x="45336" y="105156"/>
                  </a:cubicBezTo>
                  <a:cubicBezTo>
                    <a:pt x="45336" y="93214"/>
                    <a:pt x="49780" y="82927"/>
                    <a:pt x="58677" y="74295"/>
                  </a:cubicBezTo>
                  <a:cubicBezTo>
                    <a:pt x="67309" y="65407"/>
                    <a:pt x="77596" y="60963"/>
                    <a:pt x="89538" y="60963"/>
                  </a:cubicBezTo>
                  <a:cubicBezTo>
                    <a:pt x="100712" y="60963"/>
                    <a:pt x="109984" y="64008"/>
                    <a:pt x="117345" y="70107"/>
                  </a:cubicBezTo>
                  <a:cubicBezTo>
                    <a:pt x="124715" y="75950"/>
                    <a:pt x="129671" y="83823"/>
                    <a:pt x="132204" y="93726"/>
                  </a:cubicBezTo>
                  <a:lnTo>
                    <a:pt x="187836" y="93726"/>
                  </a:lnTo>
                  <a:lnTo>
                    <a:pt x="187836" y="71250"/>
                  </a:lnTo>
                  <a:cubicBezTo>
                    <a:pt x="187836" y="68196"/>
                    <a:pt x="188979" y="65535"/>
                    <a:pt x="191265" y="63249"/>
                  </a:cubicBezTo>
                  <a:cubicBezTo>
                    <a:pt x="193551" y="60963"/>
                    <a:pt x="196212" y="59820"/>
                    <a:pt x="199266" y="59820"/>
                  </a:cubicBezTo>
                  <a:cubicBezTo>
                    <a:pt x="202055" y="59820"/>
                    <a:pt x="204469" y="60963"/>
                    <a:pt x="206499" y="63249"/>
                  </a:cubicBezTo>
                  <a:cubicBezTo>
                    <a:pt x="208282" y="65279"/>
                    <a:pt x="209169" y="67693"/>
                    <a:pt x="209169" y="70482"/>
                  </a:cubicBezTo>
                  <a:lnTo>
                    <a:pt x="237744" y="43050"/>
                  </a:lnTo>
                  <a:cubicBezTo>
                    <a:pt x="239774" y="41020"/>
                    <a:pt x="242444" y="39749"/>
                    <a:pt x="245745" y="39246"/>
                  </a:cubicBezTo>
                  <a:cubicBezTo>
                    <a:pt x="248790" y="38478"/>
                    <a:pt x="251972" y="38862"/>
                    <a:pt x="255273" y="40389"/>
                  </a:cubicBezTo>
                  <a:lnTo>
                    <a:pt x="315468" y="69339"/>
                  </a:lnTo>
                  <a:cubicBezTo>
                    <a:pt x="317754" y="70610"/>
                    <a:pt x="319409" y="72393"/>
                    <a:pt x="320424" y="74679"/>
                  </a:cubicBezTo>
                  <a:cubicBezTo>
                    <a:pt x="321183" y="76965"/>
                    <a:pt x="320927" y="79379"/>
                    <a:pt x="319656" y="81912"/>
                  </a:cubicBezTo>
                  <a:cubicBezTo>
                    <a:pt x="318385" y="84454"/>
                    <a:pt x="316611" y="85981"/>
                    <a:pt x="314325" y="86484"/>
                  </a:cubicBezTo>
                  <a:cubicBezTo>
                    <a:pt x="311783" y="86996"/>
                    <a:pt x="309369" y="86612"/>
                    <a:pt x="307083" y="85341"/>
                  </a:cubicBezTo>
                  <a:lnTo>
                    <a:pt x="248031" y="56766"/>
                  </a:lnTo>
                  <a:lnTo>
                    <a:pt x="210696" y="94485"/>
                  </a:lnTo>
                  <a:lnTo>
                    <a:pt x="210696" y="114300"/>
                  </a:lnTo>
                  <a:lnTo>
                    <a:pt x="248031" y="153546"/>
                  </a:lnTo>
                  <a:lnTo>
                    <a:pt x="307083" y="124587"/>
                  </a:lnTo>
                  <a:cubicBezTo>
                    <a:pt x="309625" y="123316"/>
                    <a:pt x="312039" y="123060"/>
                    <a:pt x="314325" y="123828"/>
                  </a:cubicBezTo>
                  <a:cubicBezTo>
                    <a:pt x="316611" y="124331"/>
                    <a:pt x="318385" y="125858"/>
                    <a:pt x="319656" y="128400"/>
                  </a:cubicBezTo>
                  <a:cubicBezTo>
                    <a:pt x="320927" y="130933"/>
                    <a:pt x="321183" y="133475"/>
                    <a:pt x="320424" y="136017"/>
                  </a:cubicBezTo>
                  <a:cubicBezTo>
                    <a:pt x="319409" y="138559"/>
                    <a:pt x="317626" y="140461"/>
                    <a:pt x="315084" y="141732"/>
                  </a:cubicBezTo>
                  <a:lnTo>
                    <a:pt x="256791" y="169164"/>
                  </a:lnTo>
                  <a:cubicBezTo>
                    <a:pt x="253234" y="170938"/>
                    <a:pt x="249805" y="171834"/>
                    <a:pt x="246504" y="171834"/>
                  </a:cubicBezTo>
                  <a:cubicBezTo>
                    <a:pt x="243203" y="171578"/>
                    <a:pt x="240286" y="170179"/>
                    <a:pt x="237744" y="167637"/>
                  </a:cubicBezTo>
                  <a:lnTo>
                    <a:pt x="209169" y="140205"/>
                  </a:lnTo>
                  <a:cubicBezTo>
                    <a:pt x="209169" y="143762"/>
                    <a:pt x="208282" y="146432"/>
                    <a:pt x="206499" y="148206"/>
                  </a:cubicBezTo>
                  <a:cubicBezTo>
                    <a:pt x="204469" y="149989"/>
                    <a:pt x="202055" y="150876"/>
                    <a:pt x="199266" y="150876"/>
                  </a:cubicBezTo>
                  <a:cubicBezTo>
                    <a:pt x="196212" y="150876"/>
                    <a:pt x="193551" y="149733"/>
                    <a:pt x="191265" y="147447"/>
                  </a:cubicBezTo>
                  <a:cubicBezTo>
                    <a:pt x="188979" y="145161"/>
                    <a:pt x="187836" y="142491"/>
                    <a:pt x="187836" y="139446"/>
                  </a:cubicBezTo>
                  <a:lnTo>
                    <a:pt x="187836" y="116586"/>
                  </a:lnTo>
                  <a:lnTo>
                    <a:pt x="131445" y="116586"/>
                  </a:lnTo>
                  <a:cubicBezTo>
                    <a:pt x="131445" y="119631"/>
                    <a:pt x="130686" y="122813"/>
                    <a:pt x="129159" y="126114"/>
                  </a:cubicBezTo>
                  <a:cubicBezTo>
                    <a:pt x="127385" y="129159"/>
                    <a:pt x="125346" y="131701"/>
                    <a:pt x="123060" y="133731"/>
                  </a:cubicBezTo>
                  <a:lnTo>
                    <a:pt x="201168" y="284223"/>
                  </a:lnTo>
                  <a:lnTo>
                    <a:pt x="243459" y="284223"/>
                  </a:lnTo>
                  <a:cubicBezTo>
                    <a:pt x="248543" y="284223"/>
                    <a:pt x="252859" y="286006"/>
                    <a:pt x="256416" y="289563"/>
                  </a:cubicBezTo>
                  <a:cubicBezTo>
                    <a:pt x="259717" y="292864"/>
                    <a:pt x="261363" y="297052"/>
                    <a:pt x="261363" y="302136"/>
                  </a:cubicBezTo>
                  <a:cubicBezTo>
                    <a:pt x="261363" y="307211"/>
                    <a:pt x="259717" y="311527"/>
                    <a:pt x="256416" y="315084"/>
                  </a:cubicBezTo>
                  <a:cubicBezTo>
                    <a:pt x="252859" y="318385"/>
                    <a:pt x="248543" y="320040"/>
                    <a:pt x="243459" y="320040"/>
                  </a:cubicBezTo>
                  <a:lnTo>
                    <a:pt x="81153" y="320040"/>
                  </a:lnTo>
                  <a:close/>
                  <a:moveTo>
                    <a:pt x="104772" y="120399"/>
                  </a:moveTo>
                  <a:cubicBezTo>
                    <a:pt x="108841" y="116330"/>
                    <a:pt x="110871" y="111255"/>
                    <a:pt x="110871" y="105156"/>
                  </a:cubicBezTo>
                  <a:cubicBezTo>
                    <a:pt x="110871" y="99057"/>
                    <a:pt x="108841" y="93982"/>
                    <a:pt x="104772" y="89913"/>
                  </a:cubicBezTo>
                  <a:cubicBezTo>
                    <a:pt x="100712" y="85853"/>
                    <a:pt x="95628" y="83823"/>
                    <a:pt x="89538" y="83823"/>
                  </a:cubicBezTo>
                  <a:cubicBezTo>
                    <a:pt x="83439" y="83823"/>
                    <a:pt x="78355" y="85853"/>
                    <a:pt x="74295" y="89913"/>
                  </a:cubicBezTo>
                  <a:cubicBezTo>
                    <a:pt x="70235" y="93982"/>
                    <a:pt x="68196" y="99057"/>
                    <a:pt x="68196" y="105156"/>
                  </a:cubicBezTo>
                  <a:cubicBezTo>
                    <a:pt x="68196" y="111255"/>
                    <a:pt x="70235" y="116330"/>
                    <a:pt x="74295" y="120399"/>
                  </a:cubicBezTo>
                  <a:cubicBezTo>
                    <a:pt x="78355" y="124459"/>
                    <a:pt x="83439" y="126489"/>
                    <a:pt x="89538" y="126489"/>
                  </a:cubicBezTo>
                  <a:cubicBezTo>
                    <a:pt x="95628" y="126489"/>
                    <a:pt x="100712" y="124459"/>
                    <a:pt x="104772" y="120399"/>
                  </a:cubicBezTo>
                  <a:close/>
                  <a:moveTo>
                    <a:pt x="136776" y="284223"/>
                  </a:moveTo>
                  <a:lnTo>
                    <a:pt x="175638" y="284223"/>
                  </a:lnTo>
                  <a:lnTo>
                    <a:pt x="103629" y="144402"/>
                  </a:lnTo>
                  <a:cubicBezTo>
                    <a:pt x="102870" y="144905"/>
                    <a:pt x="101599" y="145417"/>
                    <a:pt x="99825" y="145920"/>
                  </a:cubicBezTo>
                  <a:cubicBezTo>
                    <a:pt x="98042" y="146432"/>
                    <a:pt x="96643" y="146816"/>
                    <a:pt x="95628" y="147063"/>
                  </a:cubicBezTo>
                  <a:lnTo>
                    <a:pt x="136776" y="284223"/>
                  </a:lnTo>
                  <a:close/>
                  <a:moveTo>
                    <a:pt x="175638" y="284223"/>
                  </a:move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7" name="文字"/>
            <p:cNvSpPr/>
            <p:nvPr/>
          </p:nvSpPr>
          <p:spPr>
            <a:xfrm>
              <a:off x="1152144" y="5202936"/>
              <a:ext cx="1289304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40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2660904" y="5202936"/>
            <a:ext cx="1947672" cy="676656"/>
            <a:chOff x="2660904" y="5202936"/>
            <a:chExt cx="1947672" cy="676656"/>
          </a:xfrm>
        </p:grpSpPr>
        <p:sp>
          <p:nvSpPr>
            <p:cNvPr id="248" name="圖示底圓"/>
            <p:cNvSpPr/>
            <p:nvPr/>
          </p:nvSpPr>
          <p:spPr>
            <a:xfrm>
              <a:off x="2660904" y="5285232"/>
              <a:ext cx="512064" cy="512064"/>
            </a:xfrm>
            <a:prstGeom prst="ellipse">
              <a:avLst/>
            </a:prstGeom>
            <a:solidFill>
              <a:srgbClr val="E0E6EC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9" name="圖示 檢測"/>
            <p:cNvSpPr/>
            <p:nvPr/>
          </p:nvSpPr>
          <p:spPr>
            <a:xfrm>
              <a:off x="2660904" y="5285232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268267" y="268267"/>
                  </a:moveTo>
                  <a:cubicBezTo>
                    <a:pt x="274439" y="261875"/>
                    <a:pt x="277530" y="254267"/>
                    <a:pt x="277530" y="245452"/>
                  </a:cubicBezTo>
                  <a:cubicBezTo>
                    <a:pt x="277530" y="236409"/>
                    <a:pt x="274439" y="228691"/>
                    <a:pt x="268267" y="222300"/>
                  </a:cubicBezTo>
                  <a:cubicBezTo>
                    <a:pt x="262094" y="216128"/>
                    <a:pt x="254487" y="213037"/>
                    <a:pt x="245452" y="213037"/>
                  </a:cubicBezTo>
                  <a:cubicBezTo>
                    <a:pt x="236409" y="213037"/>
                    <a:pt x="228691" y="216128"/>
                    <a:pt x="222300" y="222300"/>
                  </a:cubicBezTo>
                  <a:cubicBezTo>
                    <a:pt x="216128" y="228472"/>
                    <a:pt x="213037" y="236080"/>
                    <a:pt x="213037" y="245123"/>
                  </a:cubicBezTo>
                  <a:cubicBezTo>
                    <a:pt x="213037" y="254157"/>
                    <a:pt x="216128" y="261875"/>
                    <a:pt x="222300" y="268267"/>
                  </a:cubicBezTo>
                  <a:cubicBezTo>
                    <a:pt x="228691" y="274439"/>
                    <a:pt x="236409" y="277530"/>
                    <a:pt x="245452" y="277530"/>
                  </a:cubicBezTo>
                  <a:cubicBezTo>
                    <a:pt x="254487" y="277530"/>
                    <a:pt x="262094" y="274439"/>
                    <a:pt x="268267" y="268267"/>
                  </a:cubicBezTo>
                  <a:close/>
                  <a:moveTo>
                    <a:pt x="245452" y="299027"/>
                  </a:moveTo>
                  <a:cubicBezTo>
                    <a:pt x="230456" y="299027"/>
                    <a:pt x="217783" y="293733"/>
                    <a:pt x="207422" y="283153"/>
                  </a:cubicBezTo>
                  <a:cubicBezTo>
                    <a:pt x="196834" y="272784"/>
                    <a:pt x="191549" y="260110"/>
                    <a:pt x="191549" y="245123"/>
                  </a:cubicBezTo>
                  <a:cubicBezTo>
                    <a:pt x="191549" y="230347"/>
                    <a:pt x="196834" y="217783"/>
                    <a:pt x="207422" y="207422"/>
                  </a:cubicBezTo>
                  <a:cubicBezTo>
                    <a:pt x="218002" y="196834"/>
                    <a:pt x="230676" y="191549"/>
                    <a:pt x="245452" y="191549"/>
                  </a:cubicBezTo>
                  <a:cubicBezTo>
                    <a:pt x="260220" y="191549"/>
                    <a:pt x="272784" y="196834"/>
                    <a:pt x="283153" y="207422"/>
                  </a:cubicBezTo>
                  <a:cubicBezTo>
                    <a:pt x="293733" y="217783"/>
                    <a:pt x="299027" y="230456"/>
                    <a:pt x="299027" y="245452"/>
                  </a:cubicBezTo>
                  <a:cubicBezTo>
                    <a:pt x="299027" y="250079"/>
                    <a:pt x="298250" y="254926"/>
                    <a:pt x="296714" y="260000"/>
                  </a:cubicBezTo>
                  <a:cubicBezTo>
                    <a:pt x="294949" y="264847"/>
                    <a:pt x="292626" y="269812"/>
                    <a:pt x="289764" y="274887"/>
                  </a:cubicBezTo>
                  <a:lnTo>
                    <a:pt x="316556" y="301670"/>
                  </a:lnTo>
                  <a:cubicBezTo>
                    <a:pt x="318760" y="303873"/>
                    <a:pt x="319747" y="306406"/>
                    <a:pt x="319528" y="309278"/>
                  </a:cubicBezTo>
                  <a:cubicBezTo>
                    <a:pt x="319528" y="312140"/>
                    <a:pt x="318422" y="314572"/>
                    <a:pt x="316218" y="316556"/>
                  </a:cubicBezTo>
                  <a:cubicBezTo>
                    <a:pt x="314234" y="318760"/>
                    <a:pt x="311810" y="319857"/>
                    <a:pt x="308948" y="319857"/>
                  </a:cubicBezTo>
                  <a:cubicBezTo>
                    <a:pt x="305858" y="319857"/>
                    <a:pt x="303325" y="318760"/>
                    <a:pt x="301341" y="316556"/>
                  </a:cubicBezTo>
                  <a:lnTo>
                    <a:pt x="274549" y="290093"/>
                  </a:lnTo>
                  <a:cubicBezTo>
                    <a:pt x="269702" y="292965"/>
                    <a:pt x="264847" y="295168"/>
                    <a:pt x="260000" y="296714"/>
                  </a:cubicBezTo>
                  <a:cubicBezTo>
                    <a:pt x="255154" y="298250"/>
                    <a:pt x="250299" y="299027"/>
                    <a:pt x="245452" y="299027"/>
                  </a:cubicBezTo>
                  <a:close/>
                  <a:moveTo>
                    <a:pt x="157478" y="377071"/>
                  </a:moveTo>
                  <a:cubicBezTo>
                    <a:pt x="151525" y="377071"/>
                    <a:pt x="146240" y="374867"/>
                    <a:pt x="141604" y="370460"/>
                  </a:cubicBezTo>
                  <a:cubicBezTo>
                    <a:pt x="137197" y="365824"/>
                    <a:pt x="134993" y="360539"/>
                    <a:pt x="134993" y="354586"/>
                  </a:cubicBezTo>
                  <a:lnTo>
                    <a:pt x="134993" y="309607"/>
                  </a:lnTo>
                  <a:cubicBezTo>
                    <a:pt x="134993" y="306516"/>
                    <a:pt x="136099" y="303873"/>
                    <a:pt x="138303" y="301670"/>
                  </a:cubicBezTo>
                  <a:cubicBezTo>
                    <a:pt x="140507" y="299466"/>
                    <a:pt x="143149" y="298360"/>
                    <a:pt x="146240" y="298360"/>
                  </a:cubicBezTo>
                  <a:cubicBezTo>
                    <a:pt x="149541" y="298360"/>
                    <a:pt x="152193" y="299466"/>
                    <a:pt x="154177" y="301670"/>
                  </a:cubicBezTo>
                  <a:cubicBezTo>
                    <a:pt x="156381" y="303873"/>
                    <a:pt x="157478" y="306516"/>
                    <a:pt x="157478" y="309607"/>
                  </a:cubicBezTo>
                  <a:lnTo>
                    <a:pt x="157478" y="354586"/>
                  </a:lnTo>
                  <a:lnTo>
                    <a:pt x="202457" y="354586"/>
                  </a:lnTo>
                  <a:cubicBezTo>
                    <a:pt x="205548" y="354586"/>
                    <a:pt x="208191" y="355683"/>
                    <a:pt x="210394" y="357887"/>
                  </a:cubicBezTo>
                  <a:cubicBezTo>
                    <a:pt x="212598" y="360091"/>
                    <a:pt x="213704" y="362742"/>
                    <a:pt x="213704" y="365824"/>
                  </a:cubicBezTo>
                  <a:cubicBezTo>
                    <a:pt x="213704" y="369134"/>
                    <a:pt x="212598" y="371777"/>
                    <a:pt x="210394" y="373761"/>
                  </a:cubicBezTo>
                  <a:cubicBezTo>
                    <a:pt x="208191" y="375965"/>
                    <a:pt x="205548" y="377071"/>
                    <a:pt x="202457" y="377071"/>
                  </a:cubicBezTo>
                  <a:lnTo>
                    <a:pt x="157478" y="377071"/>
                  </a:lnTo>
                  <a:close/>
                  <a:moveTo>
                    <a:pt x="354586" y="377071"/>
                  </a:moveTo>
                  <a:lnTo>
                    <a:pt x="309607" y="377071"/>
                  </a:lnTo>
                  <a:cubicBezTo>
                    <a:pt x="306516" y="377071"/>
                    <a:pt x="303873" y="375965"/>
                    <a:pt x="301670" y="373761"/>
                  </a:cubicBezTo>
                  <a:cubicBezTo>
                    <a:pt x="299466" y="371557"/>
                    <a:pt x="298360" y="368915"/>
                    <a:pt x="298360" y="365824"/>
                  </a:cubicBezTo>
                  <a:cubicBezTo>
                    <a:pt x="298360" y="362523"/>
                    <a:pt x="299466" y="359871"/>
                    <a:pt x="301670" y="357887"/>
                  </a:cubicBezTo>
                  <a:cubicBezTo>
                    <a:pt x="303873" y="355683"/>
                    <a:pt x="306516" y="354586"/>
                    <a:pt x="309607" y="354586"/>
                  </a:cubicBezTo>
                  <a:lnTo>
                    <a:pt x="354586" y="354586"/>
                  </a:lnTo>
                  <a:lnTo>
                    <a:pt x="354586" y="309607"/>
                  </a:lnTo>
                  <a:cubicBezTo>
                    <a:pt x="354586" y="306516"/>
                    <a:pt x="355683" y="303873"/>
                    <a:pt x="357887" y="301670"/>
                  </a:cubicBezTo>
                  <a:cubicBezTo>
                    <a:pt x="360091" y="299466"/>
                    <a:pt x="362742" y="298360"/>
                    <a:pt x="365824" y="298360"/>
                  </a:cubicBezTo>
                  <a:cubicBezTo>
                    <a:pt x="369134" y="298360"/>
                    <a:pt x="371777" y="299466"/>
                    <a:pt x="373761" y="301670"/>
                  </a:cubicBezTo>
                  <a:cubicBezTo>
                    <a:pt x="375965" y="303873"/>
                    <a:pt x="377071" y="306516"/>
                    <a:pt x="377071" y="309607"/>
                  </a:cubicBezTo>
                  <a:lnTo>
                    <a:pt x="377071" y="354586"/>
                  </a:lnTo>
                  <a:cubicBezTo>
                    <a:pt x="377071" y="360539"/>
                    <a:pt x="374867" y="365824"/>
                    <a:pt x="370460" y="370460"/>
                  </a:cubicBezTo>
                  <a:cubicBezTo>
                    <a:pt x="366043" y="374867"/>
                    <a:pt x="360758" y="377071"/>
                    <a:pt x="354586" y="377071"/>
                  </a:cubicBezTo>
                  <a:close/>
                  <a:moveTo>
                    <a:pt x="134993" y="202457"/>
                  </a:moveTo>
                  <a:lnTo>
                    <a:pt x="134993" y="157478"/>
                  </a:lnTo>
                  <a:cubicBezTo>
                    <a:pt x="134993" y="151306"/>
                    <a:pt x="137197" y="146021"/>
                    <a:pt x="141604" y="141604"/>
                  </a:cubicBezTo>
                  <a:cubicBezTo>
                    <a:pt x="146240" y="137197"/>
                    <a:pt x="151525" y="134993"/>
                    <a:pt x="157478" y="134993"/>
                  </a:cubicBezTo>
                  <a:lnTo>
                    <a:pt x="202457" y="134993"/>
                  </a:lnTo>
                  <a:cubicBezTo>
                    <a:pt x="205548" y="134993"/>
                    <a:pt x="208191" y="136099"/>
                    <a:pt x="210394" y="138303"/>
                  </a:cubicBezTo>
                  <a:cubicBezTo>
                    <a:pt x="212598" y="140507"/>
                    <a:pt x="213704" y="143149"/>
                    <a:pt x="213704" y="146240"/>
                  </a:cubicBezTo>
                  <a:cubicBezTo>
                    <a:pt x="213704" y="149541"/>
                    <a:pt x="212598" y="152193"/>
                    <a:pt x="210394" y="154177"/>
                  </a:cubicBezTo>
                  <a:cubicBezTo>
                    <a:pt x="208191" y="156381"/>
                    <a:pt x="205548" y="157478"/>
                    <a:pt x="202457" y="157478"/>
                  </a:cubicBezTo>
                  <a:lnTo>
                    <a:pt x="157478" y="157478"/>
                  </a:lnTo>
                  <a:lnTo>
                    <a:pt x="157478" y="202457"/>
                  </a:lnTo>
                  <a:cubicBezTo>
                    <a:pt x="157478" y="205548"/>
                    <a:pt x="156381" y="208191"/>
                    <a:pt x="154177" y="210394"/>
                  </a:cubicBezTo>
                  <a:cubicBezTo>
                    <a:pt x="151973" y="212598"/>
                    <a:pt x="149322" y="213704"/>
                    <a:pt x="146240" y="213704"/>
                  </a:cubicBezTo>
                  <a:cubicBezTo>
                    <a:pt x="142930" y="213704"/>
                    <a:pt x="140287" y="212598"/>
                    <a:pt x="138303" y="210394"/>
                  </a:cubicBezTo>
                  <a:cubicBezTo>
                    <a:pt x="136099" y="208191"/>
                    <a:pt x="134993" y="205548"/>
                    <a:pt x="134993" y="202457"/>
                  </a:cubicBezTo>
                  <a:close/>
                  <a:moveTo>
                    <a:pt x="354586" y="202457"/>
                  </a:moveTo>
                  <a:lnTo>
                    <a:pt x="354586" y="157478"/>
                  </a:lnTo>
                  <a:lnTo>
                    <a:pt x="309607" y="157478"/>
                  </a:lnTo>
                  <a:cubicBezTo>
                    <a:pt x="306516" y="157478"/>
                    <a:pt x="303873" y="156381"/>
                    <a:pt x="301670" y="154177"/>
                  </a:cubicBezTo>
                  <a:cubicBezTo>
                    <a:pt x="299466" y="151973"/>
                    <a:pt x="298360" y="149322"/>
                    <a:pt x="298360" y="146240"/>
                  </a:cubicBezTo>
                  <a:cubicBezTo>
                    <a:pt x="298360" y="142930"/>
                    <a:pt x="299466" y="140287"/>
                    <a:pt x="301670" y="138303"/>
                  </a:cubicBezTo>
                  <a:cubicBezTo>
                    <a:pt x="303873" y="136099"/>
                    <a:pt x="306516" y="134993"/>
                    <a:pt x="309607" y="134993"/>
                  </a:cubicBezTo>
                  <a:lnTo>
                    <a:pt x="354586" y="134993"/>
                  </a:lnTo>
                  <a:cubicBezTo>
                    <a:pt x="360758" y="134993"/>
                    <a:pt x="366043" y="137197"/>
                    <a:pt x="370460" y="141604"/>
                  </a:cubicBezTo>
                  <a:cubicBezTo>
                    <a:pt x="374867" y="146021"/>
                    <a:pt x="377071" y="151306"/>
                    <a:pt x="377071" y="157478"/>
                  </a:cubicBezTo>
                  <a:lnTo>
                    <a:pt x="377071" y="202457"/>
                  </a:lnTo>
                  <a:cubicBezTo>
                    <a:pt x="377071" y="205548"/>
                    <a:pt x="375965" y="208191"/>
                    <a:pt x="373761" y="210394"/>
                  </a:cubicBezTo>
                  <a:cubicBezTo>
                    <a:pt x="371557" y="212598"/>
                    <a:pt x="368915" y="213704"/>
                    <a:pt x="365824" y="213704"/>
                  </a:cubicBezTo>
                  <a:cubicBezTo>
                    <a:pt x="362523" y="213704"/>
                    <a:pt x="359871" y="212598"/>
                    <a:pt x="357887" y="210394"/>
                  </a:cubicBezTo>
                  <a:cubicBezTo>
                    <a:pt x="355683" y="208191"/>
                    <a:pt x="354586" y="205548"/>
                    <a:pt x="354586" y="202457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0" name="文字"/>
            <p:cNvSpPr/>
            <p:nvPr/>
          </p:nvSpPr>
          <p:spPr>
            <a:xfrm>
              <a:off x="3282696" y="5202936"/>
              <a:ext cx="1325880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40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4773168" y="5202936"/>
            <a:ext cx="2103120" cy="676656"/>
            <a:chOff x="4773168" y="5202936"/>
            <a:chExt cx="2103120" cy="676656"/>
          </a:xfrm>
        </p:grpSpPr>
        <p:sp>
          <p:nvSpPr>
            <p:cNvPr id="251" name="卡片"/>
            <p:cNvSpPr/>
            <p:nvPr/>
          </p:nvSpPr>
          <p:spPr>
            <a:xfrm>
              <a:off x="4773168" y="5202936"/>
              <a:ext cx="2103120" cy="676656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  <a:effectLst>
              <a:outerShdw blurRad="53340" dist="1905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2" name="圖示底圓"/>
            <p:cNvSpPr/>
            <p:nvPr/>
          </p:nvSpPr>
          <p:spPr>
            <a:xfrm>
              <a:off x="4901184" y="5330952"/>
              <a:ext cx="420624" cy="420624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3" name="圖示 AI"/>
            <p:cNvSpPr/>
            <p:nvPr/>
          </p:nvSpPr>
          <p:spPr>
            <a:xfrm>
              <a:off x="4901184" y="5330952"/>
              <a:ext cx="420624" cy="420624"/>
            </a:xfrm>
            <a:custGeom>
              <a:avLst/>
              <a:gdLst/>
              <a:ahLst/>
              <a:cxnLst/>
              <a:rect l="l" t="t" r="r" b="b"/>
              <a:pathLst>
                <a:path w="420624" h="420624">
                  <a:moveTo>
                    <a:pt x="184508" y="309470"/>
                  </a:moveTo>
                  <a:cubicBezTo>
                    <a:pt x="175272" y="309470"/>
                    <a:pt x="167482" y="306114"/>
                    <a:pt x="161145" y="299411"/>
                  </a:cubicBezTo>
                  <a:cubicBezTo>
                    <a:pt x="154625" y="292891"/>
                    <a:pt x="150730" y="285375"/>
                    <a:pt x="149459" y="276871"/>
                  </a:cubicBezTo>
                  <a:cubicBezTo>
                    <a:pt x="138230" y="276323"/>
                    <a:pt x="128729" y="271888"/>
                    <a:pt x="120939" y="263558"/>
                  </a:cubicBezTo>
                  <a:cubicBezTo>
                    <a:pt x="113331" y="255410"/>
                    <a:pt x="109527" y="245178"/>
                    <a:pt x="109527" y="232861"/>
                  </a:cubicBezTo>
                  <a:cubicBezTo>
                    <a:pt x="109527" y="228691"/>
                    <a:pt x="110075" y="224714"/>
                    <a:pt x="111154" y="220910"/>
                  </a:cubicBezTo>
                  <a:cubicBezTo>
                    <a:pt x="112243" y="216923"/>
                    <a:pt x="113788" y="213211"/>
                    <a:pt x="115781" y="209773"/>
                  </a:cubicBezTo>
                  <a:cubicBezTo>
                    <a:pt x="113788" y="206325"/>
                    <a:pt x="112243" y="202704"/>
                    <a:pt x="111154" y="198900"/>
                  </a:cubicBezTo>
                  <a:cubicBezTo>
                    <a:pt x="110075" y="195096"/>
                    <a:pt x="109527" y="191027"/>
                    <a:pt x="109527" y="186675"/>
                  </a:cubicBezTo>
                  <a:cubicBezTo>
                    <a:pt x="109527" y="175629"/>
                    <a:pt x="113422" y="166119"/>
                    <a:pt x="121213" y="158155"/>
                  </a:cubicBezTo>
                  <a:cubicBezTo>
                    <a:pt x="128821" y="150190"/>
                    <a:pt x="137965" y="145572"/>
                    <a:pt x="148645" y="144301"/>
                  </a:cubicBezTo>
                  <a:cubicBezTo>
                    <a:pt x="149367" y="135066"/>
                    <a:pt x="153080" y="127184"/>
                    <a:pt x="159782" y="120664"/>
                  </a:cubicBezTo>
                  <a:cubicBezTo>
                    <a:pt x="166485" y="114327"/>
                    <a:pt x="174458" y="111154"/>
                    <a:pt x="183694" y="111154"/>
                  </a:cubicBezTo>
                  <a:cubicBezTo>
                    <a:pt x="189308" y="111154"/>
                    <a:pt x="194191" y="112151"/>
                    <a:pt x="198361" y="114145"/>
                  </a:cubicBezTo>
                  <a:cubicBezTo>
                    <a:pt x="202521" y="116138"/>
                    <a:pt x="206508" y="119037"/>
                    <a:pt x="210312" y="122840"/>
                  </a:cubicBezTo>
                  <a:cubicBezTo>
                    <a:pt x="214116" y="119037"/>
                    <a:pt x="218103" y="116138"/>
                    <a:pt x="222263" y="114145"/>
                  </a:cubicBezTo>
                  <a:cubicBezTo>
                    <a:pt x="226433" y="112151"/>
                    <a:pt x="231233" y="111154"/>
                    <a:pt x="236665" y="111154"/>
                  </a:cubicBezTo>
                  <a:cubicBezTo>
                    <a:pt x="245718" y="111154"/>
                    <a:pt x="253600" y="114327"/>
                    <a:pt x="260293" y="120664"/>
                  </a:cubicBezTo>
                  <a:cubicBezTo>
                    <a:pt x="266996" y="127184"/>
                    <a:pt x="270708" y="135066"/>
                    <a:pt x="271430" y="144301"/>
                  </a:cubicBezTo>
                  <a:cubicBezTo>
                    <a:pt x="282303" y="145207"/>
                    <a:pt x="291630" y="149642"/>
                    <a:pt x="299411" y="157615"/>
                  </a:cubicBezTo>
                  <a:cubicBezTo>
                    <a:pt x="307202" y="165762"/>
                    <a:pt x="311097" y="175446"/>
                    <a:pt x="311097" y="186675"/>
                  </a:cubicBezTo>
                  <a:cubicBezTo>
                    <a:pt x="311097" y="191210"/>
                    <a:pt x="310549" y="195371"/>
                    <a:pt x="309470" y="199175"/>
                  </a:cubicBezTo>
                  <a:cubicBezTo>
                    <a:pt x="308199" y="203161"/>
                    <a:pt x="306479" y="206782"/>
                    <a:pt x="304303" y="210038"/>
                  </a:cubicBezTo>
                  <a:cubicBezTo>
                    <a:pt x="306297" y="213842"/>
                    <a:pt x="307833" y="217737"/>
                    <a:pt x="308921" y="221724"/>
                  </a:cubicBezTo>
                  <a:cubicBezTo>
                    <a:pt x="310009" y="225701"/>
                    <a:pt x="310549" y="229688"/>
                    <a:pt x="310549" y="233675"/>
                  </a:cubicBezTo>
                  <a:cubicBezTo>
                    <a:pt x="310549" y="245626"/>
                    <a:pt x="306836" y="255584"/>
                    <a:pt x="299411" y="263558"/>
                  </a:cubicBezTo>
                  <a:cubicBezTo>
                    <a:pt x="291812" y="271339"/>
                    <a:pt x="282486" y="275600"/>
                    <a:pt x="271430" y="276323"/>
                  </a:cubicBezTo>
                  <a:cubicBezTo>
                    <a:pt x="270169" y="284836"/>
                    <a:pt x="266273" y="292535"/>
                    <a:pt x="259754" y="299411"/>
                  </a:cubicBezTo>
                  <a:cubicBezTo>
                    <a:pt x="253051" y="306114"/>
                    <a:pt x="245178" y="309470"/>
                    <a:pt x="236116" y="309470"/>
                  </a:cubicBezTo>
                  <a:cubicBezTo>
                    <a:pt x="230685" y="309470"/>
                    <a:pt x="225976" y="308564"/>
                    <a:pt x="221989" y="306745"/>
                  </a:cubicBezTo>
                  <a:cubicBezTo>
                    <a:pt x="218011" y="305117"/>
                    <a:pt x="214116" y="302493"/>
                    <a:pt x="210312" y="298872"/>
                  </a:cubicBezTo>
                  <a:cubicBezTo>
                    <a:pt x="206508" y="302493"/>
                    <a:pt x="202613" y="305117"/>
                    <a:pt x="198635" y="306745"/>
                  </a:cubicBezTo>
                  <a:cubicBezTo>
                    <a:pt x="194648" y="308564"/>
                    <a:pt x="189939" y="309470"/>
                    <a:pt x="184508" y="309470"/>
                  </a:cubicBezTo>
                  <a:close/>
                  <a:moveTo>
                    <a:pt x="219273" y="145115"/>
                  </a:moveTo>
                  <a:lnTo>
                    <a:pt x="219273" y="276048"/>
                  </a:lnTo>
                  <a:cubicBezTo>
                    <a:pt x="219273" y="280401"/>
                    <a:pt x="221001" y="284022"/>
                    <a:pt x="224439" y="286920"/>
                  </a:cubicBezTo>
                  <a:cubicBezTo>
                    <a:pt x="227695" y="289993"/>
                    <a:pt x="231682" y="291538"/>
                    <a:pt x="236391" y="291538"/>
                  </a:cubicBezTo>
                  <a:cubicBezTo>
                    <a:pt x="240917" y="291538"/>
                    <a:pt x="244812" y="289545"/>
                    <a:pt x="248068" y="285558"/>
                  </a:cubicBezTo>
                  <a:cubicBezTo>
                    <a:pt x="251332" y="281571"/>
                    <a:pt x="253142" y="277502"/>
                    <a:pt x="253508" y="273332"/>
                  </a:cubicBezTo>
                  <a:cubicBezTo>
                    <a:pt x="249704" y="271888"/>
                    <a:pt x="246083" y="270077"/>
                    <a:pt x="242636" y="267901"/>
                  </a:cubicBezTo>
                  <a:cubicBezTo>
                    <a:pt x="239381" y="265551"/>
                    <a:pt x="236574" y="262652"/>
                    <a:pt x="234214" y="259214"/>
                  </a:cubicBezTo>
                  <a:cubicBezTo>
                    <a:pt x="232770" y="257038"/>
                    <a:pt x="232221" y="254770"/>
                    <a:pt x="232587" y="252420"/>
                  </a:cubicBezTo>
                  <a:cubicBezTo>
                    <a:pt x="232953" y="250244"/>
                    <a:pt x="234214" y="248342"/>
                    <a:pt x="236391" y="246714"/>
                  </a:cubicBezTo>
                  <a:cubicBezTo>
                    <a:pt x="238567" y="245087"/>
                    <a:pt x="240826" y="244447"/>
                    <a:pt x="243185" y="244812"/>
                  </a:cubicBezTo>
                  <a:cubicBezTo>
                    <a:pt x="245535" y="245352"/>
                    <a:pt x="247528" y="246714"/>
                    <a:pt x="249156" y="248891"/>
                  </a:cubicBezTo>
                  <a:cubicBezTo>
                    <a:pt x="251332" y="251963"/>
                    <a:pt x="254048" y="254322"/>
                    <a:pt x="257312" y="255950"/>
                  </a:cubicBezTo>
                  <a:cubicBezTo>
                    <a:pt x="260750" y="257577"/>
                    <a:pt x="264463" y="258391"/>
                    <a:pt x="268450" y="258391"/>
                  </a:cubicBezTo>
                  <a:cubicBezTo>
                    <a:pt x="275143" y="258391"/>
                    <a:pt x="280849" y="256133"/>
                    <a:pt x="285558" y="251606"/>
                  </a:cubicBezTo>
                  <a:cubicBezTo>
                    <a:pt x="290267" y="247080"/>
                    <a:pt x="292626" y="241100"/>
                    <a:pt x="292626" y="233675"/>
                  </a:cubicBezTo>
                  <a:cubicBezTo>
                    <a:pt x="292626" y="232047"/>
                    <a:pt x="292443" y="230328"/>
                    <a:pt x="292078" y="228509"/>
                  </a:cubicBezTo>
                  <a:cubicBezTo>
                    <a:pt x="291721" y="226881"/>
                    <a:pt x="291355" y="225162"/>
                    <a:pt x="290990" y="223351"/>
                  </a:cubicBezTo>
                  <a:cubicBezTo>
                    <a:pt x="287917" y="225345"/>
                    <a:pt x="284561" y="226881"/>
                    <a:pt x="280940" y="227969"/>
                  </a:cubicBezTo>
                  <a:cubicBezTo>
                    <a:pt x="277136" y="229057"/>
                    <a:pt x="273332" y="229597"/>
                    <a:pt x="269529" y="229597"/>
                  </a:cubicBezTo>
                  <a:cubicBezTo>
                    <a:pt x="266996" y="229597"/>
                    <a:pt x="264819" y="228783"/>
                    <a:pt x="263009" y="227155"/>
                  </a:cubicBezTo>
                  <a:cubicBezTo>
                    <a:pt x="261381" y="225528"/>
                    <a:pt x="260567" y="223351"/>
                    <a:pt x="260567" y="220636"/>
                  </a:cubicBezTo>
                  <a:cubicBezTo>
                    <a:pt x="260567" y="218103"/>
                    <a:pt x="261381" y="215926"/>
                    <a:pt x="263009" y="214116"/>
                  </a:cubicBezTo>
                  <a:cubicBezTo>
                    <a:pt x="264819" y="212488"/>
                    <a:pt x="266996" y="211674"/>
                    <a:pt x="269529" y="211674"/>
                  </a:cubicBezTo>
                  <a:cubicBezTo>
                    <a:pt x="276048" y="211674"/>
                    <a:pt x="281663" y="209224"/>
                    <a:pt x="286372" y="204332"/>
                  </a:cubicBezTo>
                  <a:cubicBezTo>
                    <a:pt x="290898" y="199449"/>
                    <a:pt x="293166" y="193560"/>
                    <a:pt x="293166" y="186675"/>
                  </a:cubicBezTo>
                  <a:cubicBezTo>
                    <a:pt x="293166" y="180155"/>
                    <a:pt x="290724" y="174458"/>
                    <a:pt x="285832" y="169566"/>
                  </a:cubicBezTo>
                  <a:cubicBezTo>
                    <a:pt x="280940" y="164857"/>
                    <a:pt x="275326" y="162324"/>
                    <a:pt x="268989" y="161959"/>
                  </a:cubicBezTo>
                  <a:cubicBezTo>
                    <a:pt x="267179" y="166668"/>
                    <a:pt x="264554" y="170737"/>
                    <a:pt x="261107" y="174184"/>
                  </a:cubicBezTo>
                  <a:cubicBezTo>
                    <a:pt x="257486" y="177622"/>
                    <a:pt x="253417" y="180247"/>
                    <a:pt x="248891" y="182057"/>
                  </a:cubicBezTo>
                  <a:cubicBezTo>
                    <a:pt x="246531" y="182962"/>
                    <a:pt x="244181" y="182871"/>
                    <a:pt x="241822" y="181792"/>
                  </a:cubicBezTo>
                  <a:cubicBezTo>
                    <a:pt x="239655" y="180704"/>
                    <a:pt x="238110" y="178985"/>
                    <a:pt x="237205" y="176626"/>
                  </a:cubicBezTo>
                  <a:cubicBezTo>
                    <a:pt x="236482" y="174275"/>
                    <a:pt x="236665" y="171916"/>
                    <a:pt x="237753" y="169566"/>
                  </a:cubicBezTo>
                  <a:cubicBezTo>
                    <a:pt x="238832" y="167390"/>
                    <a:pt x="240560" y="165854"/>
                    <a:pt x="242910" y="164949"/>
                  </a:cubicBezTo>
                  <a:cubicBezTo>
                    <a:pt x="245992" y="163860"/>
                    <a:pt x="248525" y="161684"/>
                    <a:pt x="250518" y="158429"/>
                  </a:cubicBezTo>
                  <a:cubicBezTo>
                    <a:pt x="252512" y="155165"/>
                    <a:pt x="253508" y="151544"/>
                    <a:pt x="253508" y="147557"/>
                  </a:cubicBezTo>
                  <a:cubicBezTo>
                    <a:pt x="253508" y="142491"/>
                    <a:pt x="251780" y="138138"/>
                    <a:pt x="248342" y="134517"/>
                  </a:cubicBezTo>
                  <a:cubicBezTo>
                    <a:pt x="245087" y="130896"/>
                    <a:pt x="241100" y="129086"/>
                    <a:pt x="236391" y="129086"/>
                  </a:cubicBezTo>
                  <a:cubicBezTo>
                    <a:pt x="231682" y="129086"/>
                    <a:pt x="227695" y="130713"/>
                    <a:pt x="224439" y="133978"/>
                  </a:cubicBezTo>
                  <a:cubicBezTo>
                    <a:pt x="221001" y="137059"/>
                    <a:pt x="219273" y="140772"/>
                    <a:pt x="219273" y="145115"/>
                  </a:cubicBezTo>
                  <a:close/>
                  <a:moveTo>
                    <a:pt x="201351" y="276048"/>
                  </a:moveTo>
                  <a:lnTo>
                    <a:pt x="201351" y="145115"/>
                  </a:lnTo>
                  <a:cubicBezTo>
                    <a:pt x="201351" y="140772"/>
                    <a:pt x="199714" y="137059"/>
                    <a:pt x="196459" y="133978"/>
                  </a:cubicBezTo>
                  <a:cubicBezTo>
                    <a:pt x="193194" y="130713"/>
                    <a:pt x="189125" y="129086"/>
                    <a:pt x="184233" y="129086"/>
                  </a:cubicBezTo>
                  <a:cubicBezTo>
                    <a:pt x="179524" y="129086"/>
                    <a:pt x="175446" y="130896"/>
                    <a:pt x="172008" y="134517"/>
                  </a:cubicBezTo>
                  <a:cubicBezTo>
                    <a:pt x="168570" y="138138"/>
                    <a:pt x="166851" y="142491"/>
                    <a:pt x="166851" y="147557"/>
                  </a:cubicBezTo>
                  <a:cubicBezTo>
                    <a:pt x="166851" y="151544"/>
                    <a:pt x="167847" y="155165"/>
                    <a:pt x="169832" y="158429"/>
                  </a:cubicBezTo>
                  <a:cubicBezTo>
                    <a:pt x="171651" y="161501"/>
                    <a:pt x="174184" y="163586"/>
                    <a:pt x="177439" y="164674"/>
                  </a:cubicBezTo>
                  <a:cubicBezTo>
                    <a:pt x="179798" y="165580"/>
                    <a:pt x="181518" y="167116"/>
                    <a:pt x="182606" y="169292"/>
                  </a:cubicBezTo>
                  <a:cubicBezTo>
                    <a:pt x="183694" y="171651"/>
                    <a:pt x="183868" y="173910"/>
                    <a:pt x="183145" y="176086"/>
                  </a:cubicBezTo>
                  <a:cubicBezTo>
                    <a:pt x="182057" y="178436"/>
                    <a:pt x="180338" y="180247"/>
                    <a:pt x="177988" y="181518"/>
                  </a:cubicBezTo>
                  <a:cubicBezTo>
                    <a:pt x="175629" y="182606"/>
                    <a:pt x="173279" y="182697"/>
                    <a:pt x="170920" y="181792"/>
                  </a:cubicBezTo>
                  <a:cubicBezTo>
                    <a:pt x="166393" y="180155"/>
                    <a:pt x="162407" y="177622"/>
                    <a:pt x="158968" y="174184"/>
                  </a:cubicBezTo>
                  <a:cubicBezTo>
                    <a:pt x="155713" y="170737"/>
                    <a:pt x="153080" y="166668"/>
                    <a:pt x="151095" y="161959"/>
                  </a:cubicBezTo>
                  <a:cubicBezTo>
                    <a:pt x="144932" y="162681"/>
                    <a:pt x="139501" y="165305"/>
                    <a:pt x="134792" y="169832"/>
                  </a:cubicBezTo>
                  <a:cubicBezTo>
                    <a:pt x="129900" y="174541"/>
                    <a:pt x="127458" y="180155"/>
                    <a:pt x="127458" y="186675"/>
                  </a:cubicBezTo>
                  <a:cubicBezTo>
                    <a:pt x="127458" y="193560"/>
                    <a:pt x="129808" y="199449"/>
                    <a:pt x="134517" y="204332"/>
                  </a:cubicBezTo>
                  <a:cubicBezTo>
                    <a:pt x="139053" y="209224"/>
                    <a:pt x="144576" y="211674"/>
                    <a:pt x="151095" y="211674"/>
                  </a:cubicBezTo>
                  <a:cubicBezTo>
                    <a:pt x="153628" y="211674"/>
                    <a:pt x="155805" y="212488"/>
                    <a:pt x="157615" y="214116"/>
                  </a:cubicBezTo>
                  <a:cubicBezTo>
                    <a:pt x="159243" y="215926"/>
                    <a:pt x="160057" y="218103"/>
                    <a:pt x="160057" y="220636"/>
                  </a:cubicBezTo>
                  <a:cubicBezTo>
                    <a:pt x="160057" y="223351"/>
                    <a:pt x="159243" y="225528"/>
                    <a:pt x="157615" y="227155"/>
                  </a:cubicBezTo>
                  <a:cubicBezTo>
                    <a:pt x="155805" y="228783"/>
                    <a:pt x="153628" y="229597"/>
                    <a:pt x="151095" y="229597"/>
                  </a:cubicBezTo>
                  <a:cubicBezTo>
                    <a:pt x="147109" y="229597"/>
                    <a:pt x="143305" y="229057"/>
                    <a:pt x="139684" y="227969"/>
                  </a:cubicBezTo>
                  <a:cubicBezTo>
                    <a:pt x="135880" y="226881"/>
                    <a:pt x="132442" y="225345"/>
                    <a:pt x="129360" y="223351"/>
                  </a:cubicBezTo>
                  <a:cubicBezTo>
                    <a:pt x="128821" y="224796"/>
                    <a:pt x="128363" y="226433"/>
                    <a:pt x="127998" y="228243"/>
                  </a:cubicBezTo>
                  <a:cubicBezTo>
                    <a:pt x="127641" y="229871"/>
                    <a:pt x="127458" y="231499"/>
                    <a:pt x="127458" y="233135"/>
                  </a:cubicBezTo>
                  <a:cubicBezTo>
                    <a:pt x="127458" y="240734"/>
                    <a:pt x="129808" y="246989"/>
                    <a:pt x="134517" y="251871"/>
                  </a:cubicBezTo>
                  <a:cubicBezTo>
                    <a:pt x="139053" y="256581"/>
                    <a:pt x="144658" y="258940"/>
                    <a:pt x="151361" y="258940"/>
                  </a:cubicBezTo>
                  <a:cubicBezTo>
                    <a:pt x="155165" y="258940"/>
                    <a:pt x="158786" y="258126"/>
                    <a:pt x="162233" y="256489"/>
                  </a:cubicBezTo>
                  <a:cubicBezTo>
                    <a:pt x="165671" y="254679"/>
                    <a:pt x="168478" y="252237"/>
                    <a:pt x="170654" y="249156"/>
                  </a:cubicBezTo>
                  <a:cubicBezTo>
                    <a:pt x="172282" y="247162"/>
                    <a:pt x="174367" y="245992"/>
                    <a:pt x="176900" y="245626"/>
                  </a:cubicBezTo>
                  <a:cubicBezTo>
                    <a:pt x="179250" y="245087"/>
                    <a:pt x="181426" y="245626"/>
                    <a:pt x="183419" y="247254"/>
                  </a:cubicBezTo>
                  <a:cubicBezTo>
                    <a:pt x="185413" y="248708"/>
                    <a:pt x="186675" y="250701"/>
                    <a:pt x="187223" y="253234"/>
                  </a:cubicBezTo>
                  <a:cubicBezTo>
                    <a:pt x="187580" y="255584"/>
                    <a:pt x="187041" y="257760"/>
                    <a:pt x="185596" y="259754"/>
                  </a:cubicBezTo>
                  <a:cubicBezTo>
                    <a:pt x="183237" y="263009"/>
                    <a:pt x="180521" y="265734"/>
                    <a:pt x="177439" y="267901"/>
                  </a:cubicBezTo>
                  <a:cubicBezTo>
                    <a:pt x="174184" y="270260"/>
                    <a:pt x="170737" y="272071"/>
                    <a:pt x="167116" y="273332"/>
                  </a:cubicBezTo>
                  <a:cubicBezTo>
                    <a:pt x="167482" y="277502"/>
                    <a:pt x="169292" y="281571"/>
                    <a:pt x="172556" y="285558"/>
                  </a:cubicBezTo>
                  <a:cubicBezTo>
                    <a:pt x="175812" y="289545"/>
                    <a:pt x="179798" y="291538"/>
                    <a:pt x="184508" y="291538"/>
                  </a:cubicBezTo>
                  <a:cubicBezTo>
                    <a:pt x="189217" y="291538"/>
                    <a:pt x="193194" y="289993"/>
                    <a:pt x="196459" y="286920"/>
                  </a:cubicBezTo>
                  <a:cubicBezTo>
                    <a:pt x="199714" y="284022"/>
                    <a:pt x="201351" y="280401"/>
                    <a:pt x="201351" y="276048"/>
                  </a:cubicBezTo>
                  <a:close/>
                  <a:moveTo>
                    <a:pt x="210312" y="21085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4" name="文字"/>
            <p:cNvSpPr/>
            <p:nvPr/>
          </p:nvSpPr>
          <p:spPr>
            <a:xfrm>
              <a:off x="5431536" y="5202936"/>
              <a:ext cx="1371600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40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7022592" y="5202936"/>
            <a:ext cx="1874520" cy="676656"/>
            <a:chOff x="7022592" y="5202936"/>
            <a:chExt cx="1874520" cy="676656"/>
          </a:xfrm>
        </p:grpSpPr>
        <p:sp>
          <p:nvSpPr>
            <p:cNvPr id="255" name="淺灰面板"/>
            <p:cNvSpPr/>
            <p:nvPr/>
          </p:nvSpPr>
          <p:spPr>
            <a:xfrm>
              <a:off x="7022592" y="5202936"/>
              <a:ext cx="1874520" cy="676656"/>
            </a:xfrm>
            <a:prstGeom prst="roundRect">
              <a:avLst>
                <a:gd name="adj" fmla="val 13514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6" name="數值"/>
            <p:cNvSpPr/>
            <p:nvPr/>
          </p:nvSpPr>
          <p:spPr>
            <a:xfrm>
              <a:off x="7168896" y="5257800"/>
              <a:ext cx="1234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2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400" dirty="0"/>
            </a:p>
          </p:txBody>
        </p:sp>
        <p:sp>
          <p:nvSpPr>
            <p:cNvPr id="257" name="指標名稱"/>
            <p:cNvSpPr/>
            <p:nvPr/>
          </p:nvSpPr>
          <p:spPr>
            <a:xfrm>
              <a:off x="7168896" y="5632704"/>
              <a:ext cx="1234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900" dirty="0"/>
            </a:p>
          </p:txBody>
        </p:sp>
        <p:sp>
          <p:nvSpPr>
            <p:cNvPr id="258" name="圖示 已驗證"/>
            <p:cNvSpPr/>
            <p:nvPr/>
          </p:nvSpPr>
          <p:spPr>
            <a:xfrm>
              <a:off x="8385048" y="5358384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66494" y="200784"/>
                  </a:moveTo>
                  <a:lnTo>
                    <a:pt x="138687" y="171834"/>
                  </a:lnTo>
                  <a:cubicBezTo>
                    <a:pt x="136401" y="169292"/>
                    <a:pt x="133603" y="168021"/>
                    <a:pt x="130302" y="168021"/>
                  </a:cubicBezTo>
                  <a:cubicBezTo>
                    <a:pt x="127001" y="168021"/>
                    <a:pt x="124075" y="169164"/>
                    <a:pt x="121542" y="171450"/>
                  </a:cubicBezTo>
                  <a:cubicBezTo>
                    <a:pt x="119000" y="173992"/>
                    <a:pt x="117729" y="176909"/>
                    <a:pt x="117729" y="180210"/>
                  </a:cubicBezTo>
                  <a:cubicBezTo>
                    <a:pt x="117729" y="183511"/>
                    <a:pt x="119000" y="186437"/>
                    <a:pt x="121542" y="188979"/>
                  </a:cubicBezTo>
                  <a:lnTo>
                    <a:pt x="158493" y="225555"/>
                  </a:lnTo>
                  <a:cubicBezTo>
                    <a:pt x="160779" y="227841"/>
                    <a:pt x="163449" y="228984"/>
                    <a:pt x="166494" y="228984"/>
                  </a:cubicBezTo>
                  <a:cubicBezTo>
                    <a:pt x="169548" y="228984"/>
                    <a:pt x="172209" y="227841"/>
                    <a:pt x="174495" y="225555"/>
                  </a:cubicBezTo>
                  <a:lnTo>
                    <a:pt x="244218" y="156207"/>
                  </a:lnTo>
                  <a:cubicBezTo>
                    <a:pt x="246504" y="153921"/>
                    <a:pt x="247647" y="151132"/>
                    <a:pt x="247647" y="147831"/>
                  </a:cubicBezTo>
                  <a:cubicBezTo>
                    <a:pt x="247647" y="144530"/>
                    <a:pt x="246376" y="141732"/>
                    <a:pt x="243843" y="139446"/>
                  </a:cubicBezTo>
                  <a:cubicBezTo>
                    <a:pt x="241557" y="137416"/>
                    <a:pt x="238887" y="136529"/>
                    <a:pt x="235842" y="136776"/>
                  </a:cubicBezTo>
                  <a:cubicBezTo>
                    <a:pt x="232541" y="136776"/>
                    <a:pt x="229871" y="137791"/>
                    <a:pt x="227841" y="139830"/>
                  </a:cubicBezTo>
                  <a:lnTo>
                    <a:pt x="166494" y="200784"/>
                  </a:lnTo>
                  <a:close/>
                  <a:moveTo>
                    <a:pt x="126489" y="333756"/>
                  </a:moveTo>
                  <a:lnTo>
                    <a:pt x="102870" y="293367"/>
                  </a:lnTo>
                  <a:lnTo>
                    <a:pt x="55623" y="283848"/>
                  </a:lnTo>
                  <a:cubicBezTo>
                    <a:pt x="52834" y="283336"/>
                    <a:pt x="50548" y="281809"/>
                    <a:pt x="48765" y="279276"/>
                  </a:cubicBezTo>
                  <a:cubicBezTo>
                    <a:pt x="46735" y="276734"/>
                    <a:pt x="45976" y="274064"/>
                    <a:pt x="46479" y="271275"/>
                  </a:cubicBezTo>
                  <a:lnTo>
                    <a:pt x="51819" y="225555"/>
                  </a:lnTo>
                  <a:lnTo>
                    <a:pt x="21717" y="190497"/>
                  </a:lnTo>
                  <a:cubicBezTo>
                    <a:pt x="19687" y="188467"/>
                    <a:pt x="18672" y="185925"/>
                    <a:pt x="18672" y="182880"/>
                  </a:cubicBezTo>
                  <a:cubicBezTo>
                    <a:pt x="18672" y="179835"/>
                    <a:pt x="19687" y="177293"/>
                    <a:pt x="21717" y="175263"/>
                  </a:cubicBezTo>
                  <a:lnTo>
                    <a:pt x="51819" y="140589"/>
                  </a:lnTo>
                  <a:lnTo>
                    <a:pt x="46479" y="94869"/>
                  </a:lnTo>
                  <a:cubicBezTo>
                    <a:pt x="45976" y="92071"/>
                    <a:pt x="46735" y="89410"/>
                    <a:pt x="48765" y="86868"/>
                  </a:cubicBezTo>
                  <a:cubicBezTo>
                    <a:pt x="50548" y="84326"/>
                    <a:pt x="52834" y="82808"/>
                    <a:pt x="55623" y="82296"/>
                  </a:cubicBezTo>
                  <a:lnTo>
                    <a:pt x="102870" y="72768"/>
                  </a:lnTo>
                  <a:lnTo>
                    <a:pt x="126489" y="32004"/>
                  </a:lnTo>
                  <a:cubicBezTo>
                    <a:pt x="128016" y="29462"/>
                    <a:pt x="130174" y="27688"/>
                    <a:pt x="132972" y="26673"/>
                  </a:cubicBezTo>
                  <a:cubicBezTo>
                    <a:pt x="135761" y="25658"/>
                    <a:pt x="138559" y="25777"/>
                    <a:pt x="141348" y="27048"/>
                  </a:cubicBezTo>
                  <a:lnTo>
                    <a:pt x="182880" y="46479"/>
                  </a:lnTo>
                  <a:lnTo>
                    <a:pt x="224412" y="27048"/>
                  </a:lnTo>
                  <a:cubicBezTo>
                    <a:pt x="227201" y="25777"/>
                    <a:pt x="229999" y="25658"/>
                    <a:pt x="232788" y="26673"/>
                  </a:cubicBezTo>
                  <a:cubicBezTo>
                    <a:pt x="235586" y="27432"/>
                    <a:pt x="237744" y="29087"/>
                    <a:pt x="239271" y="31620"/>
                  </a:cubicBezTo>
                  <a:lnTo>
                    <a:pt x="263274" y="72768"/>
                  </a:lnTo>
                  <a:lnTo>
                    <a:pt x="310137" y="82296"/>
                  </a:lnTo>
                  <a:cubicBezTo>
                    <a:pt x="312926" y="82808"/>
                    <a:pt x="315340" y="84326"/>
                    <a:pt x="317370" y="86868"/>
                  </a:cubicBezTo>
                  <a:cubicBezTo>
                    <a:pt x="319153" y="89410"/>
                    <a:pt x="319784" y="92071"/>
                    <a:pt x="319281" y="94869"/>
                  </a:cubicBezTo>
                  <a:lnTo>
                    <a:pt x="313941" y="140589"/>
                  </a:lnTo>
                  <a:lnTo>
                    <a:pt x="344043" y="175263"/>
                  </a:lnTo>
                  <a:cubicBezTo>
                    <a:pt x="346073" y="177293"/>
                    <a:pt x="347088" y="179835"/>
                    <a:pt x="347088" y="182880"/>
                  </a:cubicBezTo>
                  <a:cubicBezTo>
                    <a:pt x="347088" y="185925"/>
                    <a:pt x="346073" y="188467"/>
                    <a:pt x="344043" y="190497"/>
                  </a:cubicBezTo>
                  <a:lnTo>
                    <a:pt x="313941" y="225555"/>
                  </a:lnTo>
                  <a:lnTo>
                    <a:pt x="319281" y="271275"/>
                  </a:lnTo>
                  <a:cubicBezTo>
                    <a:pt x="319784" y="274064"/>
                    <a:pt x="319153" y="276734"/>
                    <a:pt x="317370" y="279276"/>
                  </a:cubicBezTo>
                  <a:cubicBezTo>
                    <a:pt x="315340" y="281809"/>
                    <a:pt x="312926" y="283336"/>
                    <a:pt x="310137" y="283848"/>
                  </a:cubicBezTo>
                  <a:lnTo>
                    <a:pt x="263274" y="293367"/>
                  </a:lnTo>
                  <a:lnTo>
                    <a:pt x="239271" y="334140"/>
                  </a:lnTo>
                  <a:cubicBezTo>
                    <a:pt x="237744" y="336673"/>
                    <a:pt x="235586" y="338456"/>
                    <a:pt x="232788" y="339471"/>
                  </a:cubicBezTo>
                  <a:cubicBezTo>
                    <a:pt x="229999" y="340230"/>
                    <a:pt x="227201" y="339983"/>
                    <a:pt x="224412" y="338712"/>
                  </a:cubicBezTo>
                  <a:lnTo>
                    <a:pt x="182880" y="319281"/>
                  </a:lnTo>
                  <a:lnTo>
                    <a:pt x="141348" y="338712"/>
                  </a:lnTo>
                  <a:cubicBezTo>
                    <a:pt x="138559" y="339983"/>
                    <a:pt x="135761" y="340102"/>
                    <a:pt x="132972" y="339087"/>
                  </a:cubicBezTo>
                  <a:cubicBezTo>
                    <a:pt x="130174" y="338072"/>
                    <a:pt x="128016" y="336298"/>
                    <a:pt x="126489" y="333756"/>
                  </a:cubicBezTo>
                  <a:close/>
                  <a:moveTo>
                    <a:pt x="142116" y="312798"/>
                  </a:moveTo>
                  <a:lnTo>
                    <a:pt x="182880" y="295653"/>
                  </a:lnTo>
                  <a:lnTo>
                    <a:pt x="224787" y="312798"/>
                  </a:lnTo>
                  <a:lnTo>
                    <a:pt x="250317" y="274704"/>
                  </a:lnTo>
                  <a:lnTo>
                    <a:pt x="294894" y="263274"/>
                  </a:lnTo>
                  <a:lnTo>
                    <a:pt x="290322" y="217929"/>
                  </a:lnTo>
                  <a:lnTo>
                    <a:pt x="321183" y="182880"/>
                  </a:lnTo>
                  <a:lnTo>
                    <a:pt x="290322" y="147063"/>
                  </a:lnTo>
                  <a:lnTo>
                    <a:pt x="294894" y="101727"/>
                  </a:lnTo>
                  <a:lnTo>
                    <a:pt x="250317" y="91056"/>
                  </a:lnTo>
                  <a:lnTo>
                    <a:pt x="224028" y="52962"/>
                  </a:lnTo>
                  <a:lnTo>
                    <a:pt x="182880" y="70107"/>
                  </a:lnTo>
                  <a:lnTo>
                    <a:pt x="140973" y="52962"/>
                  </a:lnTo>
                  <a:lnTo>
                    <a:pt x="115443" y="91056"/>
                  </a:lnTo>
                  <a:lnTo>
                    <a:pt x="70866" y="101727"/>
                  </a:lnTo>
                  <a:lnTo>
                    <a:pt x="75438" y="147063"/>
                  </a:lnTo>
                  <a:lnTo>
                    <a:pt x="44577" y="182880"/>
                  </a:lnTo>
                  <a:lnTo>
                    <a:pt x="75438" y="217929"/>
                  </a:lnTo>
                  <a:lnTo>
                    <a:pt x="70866" y="264033"/>
                  </a:lnTo>
                  <a:lnTo>
                    <a:pt x="115443" y="274704"/>
                  </a:lnTo>
                  <a:lnTo>
                    <a:pt x="142116" y="312798"/>
                  </a:lnTo>
                  <a:close/>
                  <a:moveTo>
                    <a:pt x="182880" y="182880"/>
                  </a:move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8769096" y="5221224"/>
            <a:ext cx="3148279" cy="621792"/>
            <a:chOff x="8769096" y="5221224"/>
            <a:chExt cx="3148279" cy="621792"/>
          </a:xfrm>
        </p:grpSpPr>
        <p:sp>
          <p:nvSpPr>
            <p:cNvPr id="259" name="圖示底圓"/>
            <p:cNvSpPr/>
            <p:nvPr/>
          </p:nvSpPr>
          <p:spPr>
            <a:xfrm>
              <a:off x="9043416" y="5221224"/>
              <a:ext cx="402336" cy="402336"/>
            </a:xfrm>
            <a:prstGeom prst="ellipse">
              <a:avLst/>
            </a:prstGeom>
            <a:solidFill>
              <a:srgbClr val="E0E6EC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0" name="圖示 晶圓"/>
            <p:cNvSpPr/>
            <p:nvPr/>
          </p:nvSpPr>
          <p:spPr>
            <a:xfrm>
              <a:off x="9043416" y="5221224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162974" y="297829"/>
                  </a:moveTo>
                  <a:cubicBezTo>
                    <a:pt x="116559" y="279486"/>
                    <a:pt x="89730" y="230749"/>
                    <a:pt x="99066" y="181728"/>
                  </a:cubicBezTo>
                  <a:cubicBezTo>
                    <a:pt x="108402" y="132698"/>
                    <a:pt x="151260" y="97228"/>
                    <a:pt x="201168" y="97228"/>
                  </a:cubicBezTo>
                  <a:cubicBezTo>
                    <a:pt x="251076" y="97228"/>
                    <a:pt x="293934" y="132698"/>
                    <a:pt x="303270" y="181728"/>
                  </a:cubicBezTo>
                  <a:cubicBezTo>
                    <a:pt x="312606" y="230749"/>
                    <a:pt x="285777" y="279486"/>
                    <a:pt x="239362" y="297829"/>
                  </a:cubicBezTo>
                  <a:close/>
                  <a:moveTo>
                    <a:pt x="235623" y="279121"/>
                  </a:moveTo>
                  <a:cubicBezTo>
                    <a:pt x="272473" y="262835"/>
                    <a:pt x="292882" y="222976"/>
                    <a:pt x="284561" y="183557"/>
                  </a:cubicBezTo>
                  <a:cubicBezTo>
                    <a:pt x="276231" y="144146"/>
                    <a:pt x="241456" y="115937"/>
                    <a:pt x="201168" y="115937"/>
                  </a:cubicBezTo>
                  <a:cubicBezTo>
                    <a:pt x="160880" y="115937"/>
                    <a:pt x="126105" y="144146"/>
                    <a:pt x="117775" y="183557"/>
                  </a:cubicBezTo>
                  <a:cubicBezTo>
                    <a:pt x="109454" y="222976"/>
                    <a:pt x="129863" y="262835"/>
                    <a:pt x="166713" y="279121"/>
                  </a:cubicBezTo>
                  <a:close/>
                  <a:moveTo>
                    <a:pt x="162196" y="156993"/>
                  </a:moveTo>
                  <a:lnTo>
                    <a:pt x="188174" y="156993"/>
                  </a:lnTo>
                  <a:cubicBezTo>
                    <a:pt x="191046" y="156993"/>
                    <a:pt x="193377" y="159325"/>
                    <a:pt x="193377" y="162196"/>
                  </a:cubicBezTo>
                  <a:lnTo>
                    <a:pt x="193377" y="188174"/>
                  </a:lnTo>
                  <a:cubicBezTo>
                    <a:pt x="193377" y="191046"/>
                    <a:pt x="191046" y="193377"/>
                    <a:pt x="188174" y="193377"/>
                  </a:cubicBezTo>
                  <a:lnTo>
                    <a:pt x="162196" y="193377"/>
                  </a:lnTo>
                  <a:cubicBezTo>
                    <a:pt x="159325" y="193377"/>
                    <a:pt x="156993" y="191046"/>
                    <a:pt x="156993" y="188174"/>
                  </a:cubicBezTo>
                  <a:lnTo>
                    <a:pt x="156993" y="162196"/>
                  </a:lnTo>
                  <a:cubicBezTo>
                    <a:pt x="156993" y="159325"/>
                    <a:pt x="159325" y="156993"/>
                    <a:pt x="162196" y="156993"/>
                  </a:cubicBezTo>
                  <a:close/>
                  <a:moveTo>
                    <a:pt x="214162" y="156993"/>
                  </a:moveTo>
                  <a:lnTo>
                    <a:pt x="240149" y="156993"/>
                  </a:lnTo>
                  <a:cubicBezTo>
                    <a:pt x="243011" y="156993"/>
                    <a:pt x="245343" y="159325"/>
                    <a:pt x="245343" y="162196"/>
                  </a:cubicBezTo>
                  <a:lnTo>
                    <a:pt x="245343" y="188174"/>
                  </a:lnTo>
                  <a:cubicBezTo>
                    <a:pt x="245343" y="191046"/>
                    <a:pt x="243011" y="193377"/>
                    <a:pt x="240149" y="193377"/>
                  </a:cubicBezTo>
                  <a:lnTo>
                    <a:pt x="214162" y="193377"/>
                  </a:lnTo>
                  <a:cubicBezTo>
                    <a:pt x="211290" y="193377"/>
                    <a:pt x="208968" y="191046"/>
                    <a:pt x="208968" y="188174"/>
                  </a:cubicBezTo>
                  <a:lnTo>
                    <a:pt x="208968" y="162196"/>
                  </a:lnTo>
                  <a:cubicBezTo>
                    <a:pt x="208968" y="159325"/>
                    <a:pt x="211290" y="156993"/>
                    <a:pt x="214162" y="156993"/>
                  </a:cubicBezTo>
                  <a:close/>
                  <a:moveTo>
                    <a:pt x="162196" y="208968"/>
                  </a:moveTo>
                  <a:lnTo>
                    <a:pt x="188174" y="208968"/>
                  </a:lnTo>
                  <a:cubicBezTo>
                    <a:pt x="191046" y="208968"/>
                    <a:pt x="193377" y="211290"/>
                    <a:pt x="193377" y="214162"/>
                  </a:cubicBezTo>
                  <a:lnTo>
                    <a:pt x="193377" y="240149"/>
                  </a:lnTo>
                  <a:cubicBezTo>
                    <a:pt x="193377" y="243011"/>
                    <a:pt x="191046" y="245343"/>
                    <a:pt x="188174" y="245343"/>
                  </a:cubicBezTo>
                  <a:lnTo>
                    <a:pt x="162196" y="245343"/>
                  </a:lnTo>
                  <a:cubicBezTo>
                    <a:pt x="159325" y="245343"/>
                    <a:pt x="156993" y="243011"/>
                    <a:pt x="156993" y="240149"/>
                  </a:cubicBezTo>
                  <a:lnTo>
                    <a:pt x="156993" y="214162"/>
                  </a:lnTo>
                  <a:cubicBezTo>
                    <a:pt x="156993" y="211290"/>
                    <a:pt x="159325" y="208968"/>
                    <a:pt x="162196" y="208968"/>
                  </a:cubicBezTo>
                  <a:close/>
                  <a:moveTo>
                    <a:pt x="214162" y="208968"/>
                  </a:moveTo>
                  <a:lnTo>
                    <a:pt x="240149" y="208968"/>
                  </a:lnTo>
                  <a:cubicBezTo>
                    <a:pt x="243011" y="208968"/>
                    <a:pt x="245343" y="211290"/>
                    <a:pt x="245343" y="214162"/>
                  </a:cubicBezTo>
                  <a:lnTo>
                    <a:pt x="245343" y="240149"/>
                  </a:lnTo>
                  <a:cubicBezTo>
                    <a:pt x="245343" y="243011"/>
                    <a:pt x="243011" y="245343"/>
                    <a:pt x="240149" y="245343"/>
                  </a:cubicBezTo>
                  <a:lnTo>
                    <a:pt x="214162" y="245343"/>
                  </a:lnTo>
                  <a:cubicBezTo>
                    <a:pt x="211290" y="245343"/>
                    <a:pt x="208968" y="243011"/>
                    <a:pt x="208968" y="240149"/>
                  </a:cubicBezTo>
                  <a:lnTo>
                    <a:pt x="208968" y="214162"/>
                  </a:lnTo>
                  <a:cubicBezTo>
                    <a:pt x="208968" y="211290"/>
                    <a:pt x="211290" y="208968"/>
                    <a:pt x="214162" y="208968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1" name="圖說"/>
            <p:cNvSpPr/>
            <p:nvPr/>
          </p:nvSpPr>
          <p:spPr>
            <a:xfrm>
              <a:off x="8769096" y="5660136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900" dirty="0"/>
            </a:p>
          </p:txBody>
        </p:sp>
        <p:sp>
          <p:nvSpPr>
            <p:cNvPr id="262" name="圖示底圓"/>
            <p:cNvSpPr/>
            <p:nvPr/>
          </p:nvSpPr>
          <p:spPr>
            <a:xfrm>
              <a:off x="10142068" y="5221224"/>
              <a:ext cx="402336" cy="402336"/>
            </a:xfrm>
            <a:prstGeom prst="ellipse">
              <a:avLst/>
            </a:prstGeom>
            <a:solidFill>
              <a:srgbClr val="E0E6EC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3" name="圖示 檢測"/>
            <p:cNvSpPr/>
            <p:nvPr/>
          </p:nvSpPr>
          <p:spPr>
            <a:xfrm>
              <a:off x="10142068" y="5221224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210778" y="210778"/>
                  </a:moveTo>
                  <a:cubicBezTo>
                    <a:pt x="215634" y="205758"/>
                    <a:pt x="218057" y="199778"/>
                    <a:pt x="218057" y="192856"/>
                  </a:cubicBezTo>
                  <a:cubicBezTo>
                    <a:pt x="218057" y="185751"/>
                    <a:pt x="215634" y="179689"/>
                    <a:pt x="210778" y="174669"/>
                  </a:cubicBezTo>
                  <a:cubicBezTo>
                    <a:pt x="205932" y="169813"/>
                    <a:pt x="199952" y="167390"/>
                    <a:pt x="192856" y="167390"/>
                  </a:cubicBezTo>
                  <a:cubicBezTo>
                    <a:pt x="185751" y="167390"/>
                    <a:pt x="179689" y="169813"/>
                    <a:pt x="174669" y="174669"/>
                  </a:cubicBezTo>
                  <a:cubicBezTo>
                    <a:pt x="169813" y="179515"/>
                    <a:pt x="167390" y="185495"/>
                    <a:pt x="167390" y="192591"/>
                  </a:cubicBezTo>
                  <a:cubicBezTo>
                    <a:pt x="167390" y="199696"/>
                    <a:pt x="169813" y="205758"/>
                    <a:pt x="174669" y="210778"/>
                  </a:cubicBezTo>
                  <a:cubicBezTo>
                    <a:pt x="179689" y="215634"/>
                    <a:pt x="185751" y="218057"/>
                    <a:pt x="192856" y="218057"/>
                  </a:cubicBezTo>
                  <a:cubicBezTo>
                    <a:pt x="199952" y="218057"/>
                    <a:pt x="205932" y="215634"/>
                    <a:pt x="210778" y="210778"/>
                  </a:cubicBezTo>
                  <a:close/>
                  <a:moveTo>
                    <a:pt x="192856" y="234946"/>
                  </a:moveTo>
                  <a:cubicBezTo>
                    <a:pt x="181069" y="234946"/>
                    <a:pt x="171112" y="230795"/>
                    <a:pt x="162974" y="222474"/>
                  </a:cubicBezTo>
                  <a:cubicBezTo>
                    <a:pt x="154652" y="214335"/>
                    <a:pt x="150501" y="204368"/>
                    <a:pt x="150501" y="192591"/>
                  </a:cubicBezTo>
                  <a:cubicBezTo>
                    <a:pt x="150501" y="180987"/>
                    <a:pt x="154652" y="171112"/>
                    <a:pt x="162974" y="162974"/>
                  </a:cubicBezTo>
                  <a:cubicBezTo>
                    <a:pt x="171285" y="154652"/>
                    <a:pt x="181243" y="150501"/>
                    <a:pt x="192856" y="150501"/>
                  </a:cubicBezTo>
                  <a:cubicBezTo>
                    <a:pt x="204460" y="150501"/>
                    <a:pt x="214335" y="154652"/>
                    <a:pt x="222474" y="162974"/>
                  </a:cubicBezTo>
                  <a:cubicBezTo>
                    <a:pt x="230795" y="171112"/>
                    <a:pt x="234946" y="181069"/>
                    <a:pt x="234946" y="192856"/>
                  </a:cubicBezTo>
                  <a:cubicBezTo>
                    <a:pt x="234946" y="196495"/>
                    <a:pt x="234342" y="200299"/>
                    <a:pt x="233126" y="204286"/>
                  </a:cubicBezTo>
                  <a:cubicBezTo>
                    <a:pt x="231746" y="208099"/>
                    <a:pt x="229926" y="211994"/>
                    <a:pt x="227676" y="215981"/>
                  </a:cubicBezTo>
                  <a:lnTo>
                    <a:pt x="248717" y="237031"/>
                  </a:lnTo>
                  <a:cubicBezTo>
                    <a:pt x="250454" y="238759"/>
                    <a:pt x="251231" y="240752"/>
                    <a:pt x="251058" y="243002"/>
                  </a:cubicBezTo>
                  <a:cubicBezTo>
                    <a:pt x="251058" y="245251"/>
                    <a:pt x="250189" y="247162"/>
                    <a:pt x="248461" y="248717"/>
                  </a:cubicBezTo>
                  <a:cubicBezTo>
                    <a:pt x="246897" y="250454"/>
                    <a:pt x="244995" y="251314"/>
                    <a:pt x="242746" y="251314"/>
                  </a:cubicBezTo>
                  <a:cubicBezTo>
                    <a:pt x="240313" y="251314"/>
                    <a:pt x="238329" y="250454"/>
                    <a:pt x="236766" y="248717"/>
                  </a:cubicBezTo>
                  <a:lnTo>
                    <a:pt x="215716" y="227932"/>
                  </a:lnTo>
                  <a:cubicBezTo>
                    <a:pt x="211912" y="230182"/>
                    <a:pt x="208099" y="231919"/>
                    <a:pt x="204286" y="233126"/>
                  </a:cubicBezTo>
                  <a:cubicBezTo>
                    <a:pt x="200473" y="234342"/>
                    <a:pt x="196660" y="234946"/>
                    <a:pt x="192856" y="234946"/>
                  </a:cubicBezTo>
                  <a:close/>
                  <a:moveTo>
                    <a:pt x="123737" y="296275"/>
                  </a:moveTo>
                  <a:cubicBezTo>
                    <a:pt x="119055" y="296275"/>
                    <a:pt x="114904" y="294537"/>
                    <a:pt x="111264" y="291072"/>
                  </a:cubicBezTo>
                  <a:cubicBezTo>
                    <a:pt x="107799" y="287432"/>
                    <a:pt x="106070" y="283281"/>
                    <a:pt x="106070" y="278599"/>
                  </a:cubicBezTo>
                  <a:lnTo>
                    <a:pt x="106070" y="243267"/>
                  </a:lnTo>
                  <a:cubicBezTo>
                    <a:pt x="106070" y="240835"/>
                    <a:pt x="106930" y="238759"/>
                    <a:pt x="108667" y="237031"/>
                  </a:cubicBezTo>
                  <a:cubicBezTo>
                    <a:pt x="110396" y="235293"/>
                    <a:pt x="112471" y="234425"/>
                    <a:pt x="114904" y="234425"/>
                  </a:cubicBezTo>
                  <a:cubicBezTo>
                    <a:pt x="117500" y="234425"/>
                    <a:pt x="119576" y="235293"/>
                    <a:pt x="121140" y="237031"/>
                  </a:cubicBezTo>
                  <a:cubicBezTo>
                    <a:pt x="122868" y="238759"/>
                    <a:pt x="123737" y="240835"/>
                    <a:pt x="123737" y="243267"/>
                  </a:cubicBezTo>
                  <a:lnTo>
                    <a:pt x="123737" y="278599"/>
                  </a:lnTo>
                  <a:lnTo>
                    <a:pt x="159078" y="278599"/>
                  </a:lnTo>
                  <a:cubicBezTo>
                    <a:pt x="161501" y="278599"/>
                    <a:pt x="163577" y="279468"/>
                    <a:pt x="165314" y="281196"/>
                  </a:cubicBezTo>
                  <a:cubicBezTo>
                    <a:pt x="167043" y="282934"/>
                    <a:pt x="167911" y="285009"/>
                    <a:pt x="167911" y="287432"/>
                  </a:cubicBezTo>
                  <a:cubicBezTo>
                    <a:pt x="167911" y="290039"/>
                    <a:pt x="167043" y="292114"/>
                    <a:pt x="165314" y="293669"/>
                  </a:cubicBezTo>
                  <a:cubicBezTo>
                    <a:pt x="163577" y="295406"/>
                    <a:pt x="161501" y="296275"/>
                    <a:pt x="159078" y="296275"/>
                  </a:cubicBezTo>
                  <a:lnTo>
                    <a:pt x="123737" y="296275"/>
                  </a:lnTo>
                  <a:close/>
                  <a:moveTo>
                    <a:pt x="278599" y="296275"/>
                  </a:moveTo>
                  <a:lnTo>
                    <a:pt x="243267" y="296275"/>
                  </a:lnTo>
                  <a:cubicBezTo>
                    <a:pt x="240835" y="296275"/>
                    <a:pt x="238759" y="295406"/>
                    <a:pt x="237031" y="293669"/>
                  </a:cubicBezTo>
                  <a:cubicBezTo>
                    <a:pt x="235293" y="291940"/>
                    <a:pt x="234425" y="289865"/>
                    <a:pt x="234425" y="287432"/>
                  </a:cubicBezTo>
                  <a:cubicBezTo>
                    <a:pt x="234425" y="284836"/>
                    <a:pt x="235293" y="282760"/>
                    <a:pt x="237031" y="281196"/>
                  </a:cubicBezTo>
                  <a:cubicBezTo>
                    <a:pt x="238759" y="279468"/>
                    <a:pt x="240835" y="278599"/>
                    <a:pt x="243267" y="278599"/>
                  </a:cubicBezTo>
                  <a:lnTo>
                    <a:pt x="278599" y="278599"/>
                  </a:lnTo>
                  <a:lnTo>
                    <a:pt x="278599" y="243267"/>
                  </a:lnTo>
                  <a:cubicBezTo>
                    <a:pt x="278599" y="240835"/>
                    <a:pt x="279468" y="238759"/>
                    <a:pt x="281196" y="237031"/>
                  </a:cubicBezTo>
                  <a:cubicBezTo>
                    <a:pt x="282934" y="235293"/>
                    <a:pt x="285009" y="234425"/>
                    <a:pt x="287432" y="234425"/>
                  </a:cubicBezTo>
                  <a:cubicBezTo>
                    <a:pt x="290039" y="234425"/>
                    <a:pt x="292114" y="235293"/>
                    <a:pt x="293669" y="237031"/>
                  </a:cubicBezTo>
                  <a:cubicBezTo>
                    <a:pt x="295406" y="238759"/>
                    <a:pt x="296275" y="240835"/>
                    <a:pt x="296275" y="243267"/>
                  </a:cubicBezTo>
                  <a:lnTo>
                    <a:pt x="296275" y="278599"/>
                  </a:lnTo>
                  <a:cubicBezTo>
                    <a:pt x="296275" y="283281"/>
                    <a:pt x="294537" y="287432"/>
                    <a:pt x="291072" y="291072"/>
                  </a:cubicBezTo>
                  <a:cubicBezTo>
                    <a:pt x="287606" y="294537"/>
                    <a:pt x="283455" y="296275"/>
                    <a:pt x="278599" y="296275"/>
                  </a:cubicBezTo>
                  <a:close/>
                  <a:moveTo>
                    <a:pt x="106070" y="159078"/>
                  </a:moveTo>
                  <a:lnTo>
                    <a:pt x="106070" y="123737"/>
                  </a:lnTo>
                  <a:cubicBezTo>
                    <a:pt x="106070" y="118881"/>
                    <a:pt x="107799" y="114730"/>
                    <a:pt x="111264" y="111264"/>
                  </a:cubicBezTo>
                  <a:cubicBezTo>
                    <a:pt x="114904" y="107799"/>
                    <a:pt x="119055" y="106070"/>
                    <a:pt x="123737" y="106070"/>
                  </a:cubicBezTo>
                  <a:lnTo>
                    <a:pt x="159078" y="106070"/>
                  </a:lnTo>
                  <a:cubicBezTo>
                    <a:pt x="161501" y="106070"/>
                    <a:pt x="163577" y="106930"/>
                    <a:pt x="165314" y="108667"/>
                  </a:cubicBezTo>
                  <a:cubicBezTo>
                    <a:pt x="167043" y="110396"/>
                    <a:pt x="167911" y="112471"/>
                    <a:pt x="167911" y="114904"/>
                  </a:cubicBezTo>
                  <a:cubicBezTo>
                    <a:pt x="167911" y="117500"/>
                    <a:pt x="167043" y="119576"/>
                    <a:pt x="165314" y="121140"/>
                  </a:cubicBezTo>
                  <a:cubicBezTo>
                    <a:pt x="163577" y="122868"/>
                    <a:pt x="161501" y="123737"/>
                    <a:pt x="159078" y="123737"/>
                  </a:cubicBezTo>
                  <a:lnTo>
                    <a:pt x="123737" y="123737"/>
                  </a:lnTo>
                  <a:lnTo>
                    <a:pt x="123737" y="159078"/>
                  </a:lnTo>
                  <a:cubicBezTo>
                    <a:pt x="123737" y="161501"/>
                    <a:pt x="122868" y="163577"/>
                    <a:pt x="121140" y="165314"/>
                  </a:cubicBezTo>
                  <a:cubicBezTo>
                    <a:pt x="119402" y="167043"/>
                    <a:pt x="117327" y="167911"/>
                    <a:pt x="114904" y="167911"/>
                  </a:cubicBezTo>
                  <a:cubicBezTo>
                    <a:pt x="112307" y="167911"/>
                    <a:pt x="110222" y="167043"/>
                    <a:pt x="108667" y="165314"/>
                  </a:cubicBezTo>
                  <a:cubicBezTo>
                    <a:pt x="106930" y="163577"/>
                    <a:pt x="106070" y="161501"/>
                    <a:pt x="106070" y="159078"/>
                  </a:cubicBezTo>
                  <a:close/>
                  <a:moveTo>
                    <a:pt x="278599" y="159078"/>
                  </a:moveTo>
                  <a:lnTo>
                    <a:pt x="278599" y="123737"/>
                  </a:lnTo>
                  <a:lnTo>
                    <a:pt x="243267" y="123737"/>
                  </a:lnTo>
                  <a:cubicBezTo>
                    <a:pt x="240835" y="123737"/>
                    <a:pt x="238759" y="122868"/>
                    <a:pt x="237031" y="121140"/>
                  </a:cubicBezTo>
                  <a:cubicBezTo>
                    <a:pt x="235293" y="119402"/>
                    <a:pt x="234425" y="117327"/>
                    <a:pt x="234425" y="114904"/>
                  </a:cubicBezTo>
                  <a:cubicBezTo>
                    <a:pt x="234425" y="112307"/>
                    <a:pt x="235293" y="110222"/>
                    <a:pt x="237031" y="108667"/>
                  </a:cubicBezTo>
                  <a:cubicBezTo>
                    <a:pt x="238759" y="106930"/>
                    <a:pt x="240835" y="106070"/>
                    <a:pt x="243267" y="106070"/>
                  </a:cubicBezTo>
                  <a:lnTo>
                    <a:pt x="278599" y="106070"/>
                  </a:lnTo>
                  <a:cubicBezTo>
                    <a:pt x="283455" y="106070"/>
                    <a:pt x="287606" y="107799"/>
                    <a:pt x="291072" y="111264"/>
                  </a:cubicBezTo>
                  <a:cubicBezTo>
                    <a:pt x="294537" y="114730"/>
                    <a:pt x="296275" y="118881"/>
                    <a:pt x="296275" y="123737"/>
                  </a:cubicBezTo>
                  <a:lnTo>
                    <a:pt x="296275" y="159078"/>
                  </a:lnTo>
                  <a:cubicBezTo>
                    <a:pt x="296275" y="161501"/>
                    <a:pt x="295406" y="163577"/>
                    <a:pt x="293669" y="165314"/>
                  </a:cubicBezTo>
                  <a:cubicBezTo>
                    <a:pt x="291940" y="167043"/>
                    <a:pt x="289865" y="167911"/>
                    <a:pt x="287432" y="167911"/>
                  </a:cubicBezTo>
                  <a:cubicBezTo>
                    <a:pt x="284836" y="167911"/>
                    <a:pt x="282760" y="167043"/>
                    <a:pt x="281196" y="165314"/>
                  </a:cubicBezTo>
                  <a:cubicBezTo>
                    <a:pt x="279468" y="163577"/>
                    <a:pt x="278599" y="161501"/>
                    <a:pt x="278599" y="159078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4" name="圖說"/>
            <p:cNvSpPr/>
            <p:nvPr/>
          </p:nvSpPr>
          <p:spPr>
            <a:xfrm>
              <a:off x="9867748" y="5660136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900" dirty="0"/>
            </a:p>
          </p:txBody>
        </p:sp>
        <p:sp>
          <p:nvSpPr>
            <p:cNvPr id="265" name="圖示底圓"/>
            <p:cNvSpPr/>
            <p:nvPr/>
          </p:nvSpPr>
          <p:spPr>
            <a:xfrm>
              <a:off x="11240719" y="5221224"/>
              <a:ext cx="402336" cy="402336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6" name="圖示 維修"/>
            <p:cNvSpPr/>
            <p:nvPr/>
          </p:nvSpPr>
          <p:spPr>
            <a:xfrm>
              <a:off x="11240719" y="5221224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167646" y="230795"/>
                  </a:moveTo>
                  <a:cubicBezTo>
                    <a:pt x="150501" y="230795"/>
                    <a:pt x="135862" y="224814"/>
                    <a:pt x="123737" y="212863"/>
                  </a:cubicBezTo>
                  <a:cubicBezTo>
                    <a:pt x="111785" y="200738"/>
                    <a:pt x="105805" y="186181"/>
                    <a:pt x="105805" y="169210"/>
                  </a:cubicBezTo>
                  <a:cubicBezTo>
                    <a:pt x="105805" y="165744"/>
                    <a:pt x="106070" y="162452"/>
                    <a:pt x="106582" y="159334"/>
                  </a:cubicBezTo>
                  <a:cubicBezTo>
                    <a:pt x="107104" y="156390"/>
                    <a:pt x="108055" y="153180"/>
                    <a:pt x="109445" y="149724"/>
                  </a:cubicBezTo>
                  <a:cubicBezTo>
                    <a:pt x="109966" y="148334"/>
                    <a:pt x="110825" y="147209"/>
                    <a:pt x="112041" y="146341"/>
                  </a:cubicBezTo>
                  <a:cubicBezTo>
                    <a:pt x="113084" y="145646"/>
                    <a:pt x="114209" y="145124"/>
                    <a:pt x="115425" y="144786"/>
                  </a:cubicBezTo>
                  <a:cubicBezTo>
                    <a:pt x="116805" y="144439"/>
                    <a:pt x="118195" y="144439"/>
                    <a:pt x="119576" y="144786"/>
                  </a:cubicBezTo>
                  <a:cubicBezTo>
                    <a:pt x="120792" y="145124"/>
                    <a:pt x="121999" y="145819"/>
                    <a:pt x="123215" y="146862"/>
                  </a:cubicBezTo>
                  <a:lnTo>
                    <a:pt x="152321" y="175967"/>
                  </a:lnTo>
                  <a:lnTo>
                    <a:pt x="176223" y="153619"/>
                  </a:lnTo>
                  <a:lnTo>
                    <a:pt x="145819" y="123215"/>
                  </a:lnTo>
                  <a:cubicBezTo>
                    <a:pt x="144612" y="122173"/>
                    <a:pt x="143826" y="120966"/>
                    <a:pt x="143488" y="119576"/>
                  </a:cubicBezTo>
                  <a:cubicBezTo>
                    <a:pt x="143140" y="118369"/>
                    <a:pt x="143140" y="117061"/>
                    <a:pt x="143488" y="115681"/>
                  </a:cubicBezTo>
                  <a:cubicBezTo>
                    <a:pt x="143826" y="114465"/>
                    <a:pt x="144439" y="113340"/>
                    <a:pt x="145298" y="112307"/>
                  </a:cubicBezTo>
                  <a:cubicBezTo>
                    <a:pt x="145993" y="111264"/>
                    <a:pt x="147118" y="110396"/>
                    <a:pt x="148681" y="109701"/>
                  </a:cubicBezTo>
                  <a:cubicBezTo>
                    <a:pt x="151973" y="108494"/>
                    <a:pt x="155091" y="107543"/>
                    <a:pt x="158036" y="106848"/>
                  </a:cubicBezTo>
                  <a:cubicBezTo>
                    <a:pt x="160980" y="106153"/>
                    <a:pt x="164181" y="105805"/>
                    <a:pt x="167646" y="105805"/>
                  </a:cubicBezTo>
                  <a:cubicBezTo>
                    <a:pt x="185321" y="105805"/>
                    <a:pt x="200299" y="111959"/>
                    <a:pt x="212598" y="124258"/>
                  </a:cubicBezTo>
                  <a:cubicBezTo>
                    <a:pt x="224897" y="136556"/>
                    <a:pt x="231051" y="151534"/>
                    <a:pt x="231051" y="169210"/>
                  </a:cubicBezTo>
                  <a:cubicBezTo>
                    <a:pt x="231051" y="173187"/>
                    <a:pt x="230621" y="177174"/>
                    <a:pt x="229752" y="181161"/>
                  </a:cubicBezTo>
                  <a:cubicBezTo>
                    <a:pt x="228883" y="184974"/>
                    <a:pt x="227841" y="188869"/>
                    <a:pt x="226634" y="192856"/>
                  </a:cubicBezTo>
                  <a:lnTo>
                    <a:pt x="284836" y="251058"/>
                  </a:lnTo>
                  <a:cubicBezTo>
                    <a:pt x="289691" y="255904"/>
                    <a:pt x="292114" y="261802"/>
                    <a:pt x="292114" y="268724"/>
                  </a:cubicBezTo>
                  <a:cubicBezTo>
                    <a:pt x="291940" y="275481"/>
                    <a:pt x="289344" y="281288"/>
                    <a:pt x="284314" y="286134"/>
                  </a:cubicBezTo>
                  <a:cubicBezTo>
                    <a:pt x="279468" y="290642"/>
                    <a:pt x="273753" y="292809"/>
                    <a:pt x="267169" y="292635"/>
                  </a:cubicBezTo>
                  <a:cubicBezTo>
                    <a:pt x="260586" y="292635"/>
                    <a:pt x="254953" y="290203"/>
                    <a:pt x="250280" y="285357"/>
                  </a:cubicBezTo>
                  <a:lnTo>
                    <a:pt x="191558" y="226369"/>
                  </a:lnTo>
                  <a:cubicBezTo>
                    <a:pt x="187571" y="227759"/>
                    <a:pt x="183676" y="228801"/>
                    <a:pt x="179862" y="229487"/>
                  </a:cubicBezTo>
                  <a:cubicBezTo>
                    <a:pt x="176049" y="230356"/>
                    <a:pt x="171980" y="230795"/>
                    <a:pt x="167646" y="230795"/>
                  </a:cubicBezTo>
                  <a:close/>
                  <a:moveTo>
                    <a:pt x="167646" y="213896"/>
                  </a:moveTo>
                  <a:cubicBezTo>
                    <a:pt x="171980" y="213896"/>
                    <a:pt x="176571" y="213211"/>
                    <a:pt x="181417" y="211821"/>
                  </a:cubicBezTo>
                  <a:cubicBezTo>
                    <a:pt x="186272" y="210440"/>
                    <a:pt x="190515" y="208355"/>
                    <a:pt x="194155" y="205585"/>
                  </a:cubicBezTo>
                  <a:lnTo>
                    <a:pt x="262488" y="273662"/>
                  </a:lnTo>
                  <a:cubicBezTo>
                    <a:pt x="263878" y="275052"/>
                    <a:pt x="265606" y="275746"/>
                    <a:pt x="267691" y="275746"/>
                  </a:cubicBezTo>
                  <a:cubicBezTo>
                    <a:pt x="269766" y="275746"/>
                    <a:pt x="271495" y="275052"/>
                    <a:pt x="272884" y="273662"/>
                  </a:cubicBezTo>
                  <a:cubicBezTo>
                    <a:pt x="274274" y="272281"/>
                    <a:pt x="274960" y="270544"/>
                    <a:pt x="274960" y="268468"/>
                  </a:cubicBezTo>
                  <a:cubicBezTo>
                    <a:pt x="274960" y="266392"/>
                    <a:pt x="274274" y="264655"/>
                    <a:pt x="272884" y="263274"/>
                  </a:cubicBezTo>
                  <a:lnTo>
                    <a:pt x="205585" y="196230"/>
                  </a:lnTo>
                  <a:cubicBezTo>
                    <a:pt x="208355" y="192591"/>
                    <a:pt x="210440" y="188266"/>
                    <a:pt x="211821" y="183237"/>
                  </a:cubicBezTo>
                  <a:cubicBezTo>
                    <a:pt x="213211" y="178390"/>
                    <a:pt x="213896" y="173709"/>
                    <a:pt x="213896" y="169210"/>
                  </a:cubicBezTo>
                  <a:cubicBezTo>
                    <a:pt x="213896" y="156216"/>
                    <a:pt x="209132" y="145216"/>
                    <a:pt x="199614" y="136209"/>
                  </a:cubicBezTo>
                  <a:cubicBezTo>
                    <a:pt x="189912" y="127202"/>
                    <a:pt x="178912" y="122612"/>
                    <a:pt x="166613" y="122438"/>
                  </a:cubicBezTo>
                  <a:lnTo>
                    <a:pt x="192335" y="148416"/>
                  </a:lnTo>
                  <a:cubicBezTo>
                    <a:pt x="194063" y="150327"/>
                    <a:pt x="194932" y="152494"/>
                    <a:pt x="194932" y="154918"/>
                  </a:cubicBezTo>
                  <a:cubicBezTo>
                    <a:pt x="194758" y="157341"/>
                    <a:pt x="193807" y="159508"/>
                    <a:pt x="192070" y="161410"/>
                  </a:cubicBezTo>
                  <a:lnTo>
                    <a:pt x="159078" y="192070"/>
                  </a:lnTo>
                  <a:cubicBezTo>
                    <a:pt x="157341" y="193807"/>
                    <a:pt x="155265" y="194676"/>
                    <a:pt x="152842" y="194676"/>
                  </a:cubicBezTo>
                  <a:cubicBezTo>
                    <a:pt x="150236" y="194676"/>
                    <a:pt x="148160" y="193807"/>
                    <a:pt x="146606" y="192070"/>
                  </a:cubicBezTo>
                  <a:lnTo>
                    <a:pt x="121917" y="167911"/>
                  </a:lnTo>
                  <a:cubicBezTo>
                    <a:pt x="122438" y="181243"/>
                    <a:pt x="127202" y="192243"/>
                    <a:pt x="136209" y="200912"/>
                  </a:cubicBezTo>
                  <a:cubicBezTo>
                    <a:pt x="145216" y="209571"/>
                    <a:pt x="155695" y="213896"/>
                    <a:pt x="167646" y="213896"/>
                  </a:cubicBezTo>
                  <a:close/>
                  <a:moveTo>
                    <a:pt x="198827" y="199348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7" name="圖說"/>
            <p:cNvSpPr/>
            <p:nvPr/>
          </p:nvSpPr>
          <p:spPr>
            <a:xfrm>
              <a:off x="10966399" y="5660136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900" dirty="0"/>
            </a:p>
          </p:txBody>
        </p:sp>
        <p:cxnSp>
          <p:nvCxnSpPr>
            <p:cNvPr id="268" name="連接線"/>
            <p:cNvCxnSpPr>
              <a:stCxn id="259" idx="6"/>
              <a:endCxn id="262" idx="2"/>
            </p:cNvCxnSpPr>
            <p:nvPr/>
          </p:nvCxnSpPr>
          <p:spPr>
            <a:xfrm>
              <a:off x="9445752" y="5422392"/>
              <a:ext cx="696316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269" name="連接線"/>
            <p:cNvCxnSpPr>
              <a:stCxn id="262" idx="6"/>
              <a:endCxn id="265" idx="2"/>
            </p:cNvCxnSpPr>
            <p:nvPr/>
          </p:nvCxnSpPr>
          <p:spPr>
            <a:xfrm>
              <a:off x="10544404" y="5422392"/>
              <a:ext cx="696316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270" name="Text 268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271" name="Text 269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色彩、字級與元件語言一覽：淺灰畫布＋白色大外框圓與柔和光暈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088" y="1783080"/>
            <a:ext cx="487375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5488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#1F4E79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79576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06424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9848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#1F3864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10512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DEE7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37360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00784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#DEE7F1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441448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2E75B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68296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#2E75B6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072384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99232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62656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03320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30168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93592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34256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61104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24528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65192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92040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55464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3593592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4088" y="3547872"/>
            <a:ext cx="487375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300" dirty="0"/>
          </a:p>
        </p:txBody>
      </p:sp>
      <p:sp>
        <p:nvSpPr>
          <p:cNvPr id="35" name="線條"/>
          <p:cNvSpPr/>
          <p:nvPr/>
        </p:nvSpPr>
        <p:spPr>
          <a:xfrm>
            <a:off x="548640" y="3931920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9319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36pt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4590288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499262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53766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572414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182880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327648" y="1783080"/>
            <a:ext cx="53154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300" dirty="0"/>
          </a:p>
        </p:txBody>
      </p:sp>
      <p:sp>
        <p:nvSpPr>
          <p:cNvPr id="43" name="線條"/>
          <p:cNvSpPr/>
          <p:nvPr/>
        </p:nvSpPr>
        <p:spPr>
          <a:xfrm>
            <a:off x="6172200" y="2167128"/>
            <a:ext cx="5470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33172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012680" y="2331720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白底外框 1.25pt＋陰影</a:t>
            </a:r>
            <a:endParaRPr lang="en-US" sz="1000" dirty="0"/>
          </a:p>
        </p:txBody>
      </p:sp>
      <p:sp>
        <p:nvSpPr>
          <p:cNvPr id="46" name="卡片"/>
          <p:cNvSpPr/>
          <p:nvPr/>
        </p:nvSpPr>
        <p:spPr>
          <a:xfrm>
            <a:off x="7086600" y="2368296"/>
            <a:ext cx="13258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卡片"/>
          <p:cNvSpPr/>
          <p:nvPr/>
        </p:nvSpPr>
        <p:spPr>
          <a:xfrm>
            <a:off x="8595360" y="2368296"/>
            <a:ext cx="11887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595360" y="2368296"/>
            <a:ext cx="1188720" cy="164592"/>
          </a:xfrm>
          <a:custGeom>
            <a:avLst/>
            <a:gdLst/>
            <a:ahLst/>
            <a:cxnLst/>
            <a:rect l="l" t="t" r="r" b="b"/>
            <a:pathLst>
              <a:path w="1188720" h="164592">
                <a:moveTo>
                  <a:pt x="0" y="164592"/>
                </a:moveTo>
                <a:lnTo>
                  <a:pt x="0" y="91440"/>
                </a:lnTo>
                <a:arcTo hR="91440" wR="91440" stAng="10800000" swAng="5400000"/>
                <a:lnTo>
                  <a:pt x="1097280" y="0"/>
                </a:lnTo>
                <a:arcTo hR="91440" wR="91440" stAng="16200000" swAng="5400000"/>
                <a:lnTo>
                  <a:pt x="1188720" y="164592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線條"/>
          <p:cNvSpPr/>
          <p:nvPr/>
        </p:nvSpPr>
        <p:spPr>
          <a:xfrm>
            <a:off x="6172200" y="2935224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2980944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012680" y="2980944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全圓角膠囊</a:t>
            </a:r>
            <a:endParaRPr lang="en-US" sz="1000" dirty="0"/>
          </a:p>
        </p:txBody>
      </p:sp>
      <p:sp>
        <p:nvSpPr>
          <p:cNvPr id="52" name="標籤"/>
          <p:cNvSpPr/>
          <p:nvPr/>
        </p:nvSpPr>
        <p:spPr>
          <a:xfrm>
            <a:off x="7086600" y="3108960"/>
            <a:ext cx="550591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200" dirty="0"/>
          </a:p>
        </p:txBody>
      </p:sp>
      <p:sp>
        <p:nvSpPr>
          <p:cNvPr id="53" name="標籤"/>
          <p:cNvSpPr/>
          <p:nvPr/>
        </p:nvSpPr>
        <p:spPr>
          <a:xfrm>
            <a:off x="7746919" y="3108960"/>
            <a:ext cx="550591" cy="29260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200" dirty="0"/>
          </a:p>
        </p:txBody>
      </p:sp>
      <p:sp>
        <p:nvSpPr>
          <p:cNvPr id="54" name="標籤"/>
          <p:cNvSpPr/>
          <p:nvPr/>
        </p:nvSpPr>
        <p:spPr>
          <a:xfrm>
            <a:off x="8407237" y="3108960"/>
            <a:ext cx="550591" cy="292608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200" dirty="0"/>
          </a:p>
        </p:txBody>
      </p:sp>
      <p:sp>
        <p:nvSpPr>
          <p:cNvPr id="55" name="線條"/>
          <p:cNvSpPr/>
          <p:nvPr/>
        </p:nvSpPr>
        <p:spPr>
          <a:xfrm>
            <a:off x="6172200" y="3584448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72200" y="3630168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012680" y="3630168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實心圓＋白環</a:t>
            </a:r>
            <a:endParaRPr lang="en-US" sz="1000" dirty="0"/>
          </a:p>
        </p:txBody>
      </p:sp>
      <p:sp>
        <p:nvSpPr>
          <p:cNvPr id="58" name="編號"/>
          <p:cNvSpPr/>
          <p:nvPr/>
        </p:nvSpPr>
        <p:spPr>
          <a:xfrm>
            <a:off x="7123176" y="3721608"/>
            <a:ext cx="365760" cy="365760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編號"/>
          <p:cNvSpPr/>
          <p:nvPr/>
        </p:nvSpPr>
        <p:spPr>
          <a:xfrm>
            <a:off x="7690104" y="3721608"/>
            <a:ext cx="365760" cy="365760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60" name="編號"/>
          <p:cNvSpPr/>
          <p:nvPr/>
        </p:nvSpPr>
        <p:spPr>
          <a:xfrm>
            <a:off x="8257032" y="3721608"/>
            <a:ext cx="365760" cy="365760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869680" y="3630168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400" dirty="0"/>
          </a:p>
        </p:txBody>
      </p:sp>
      <p:sp>
        <p:nvSpPr>
          <p:cNvPr id="62" name="線條"/>
          <p:cNvSpPr/>
          <p:nvPr/>
        </p:nvSpPr>
        <p:spPr>
          <a:xfrm>
            <a:off x="6172200" y="4233672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2200" y="4279392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0012680" y="4279392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08660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200" dirty="0"/>
          </a:p>
        </p:txBody>
      </p:sp>
      <p:sp>
        <p:nvSpPr>
          <p:cNvPr id="66" name="三角形"/>
          <p:cNvSpPr/>
          <p:nvPr/>
        </p:nvSpPr>
        <p:spPr>
          <a:xfrm>
            <a:off x="7840980" y="44622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18388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200" dirty="0"/>
          </a:p>
        </p:txBody>
      </p:sp>
      <p:sp>
        <p:nvSpPr>
          <p:cNvPr id="68" name="三角形"/>
          <p:cNvSpPr/>
          <p:nvPr/>
        </p:nvSpPr>
        <p:spPr>
          <a:xfrm>
            <a:off x="8938260" y="44622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928116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200" dirty="0"/>
          </a:p>
        </p:txBody>
      </p:sp>
      <p:sp>
        <p:nvSpPr>
          <p:cNvPr id="70" name="線條"/>
          <p:cNvSpPr/>
          <p:nvPr/>
        </p:nvSpPr>
        <p:spPr>
          <a:xfrm>
            <a:off x="6172200" y="4882896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72200" y="4928616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0012680" y="4928616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1.25pt 實線＋三角箭頭</a:t>
            </a:r>
            <a:endParaRPr lang="en-US" sz="1000" dirty="0"/>
          </a:p>
        </p:txBody>
      </p:sp>
      <p:sp>
        <p:nvSpPr>
          <p:cNvPr id="73" name="線條"/>
          <p:cNvSpPr/>
          <p:nvPr/>
        </p:nvSpPr>
        <p:spPr>
          <a:xfrm>
            <a:off x="7086600" y="5202936"/>
            <a:ext cx="118872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</p:sp>
      <p:sp>
        <p:nvSpPr>
          <p:cNvPr id="74" name="連接線"/>
          <p:cNvSpPr/>
          <p:nvPr/>
        </p:nvSpPr>
        <p:spPr>
          <a:xfrm>
            <a:off x="8549640" y="5001768"/>
            <a:ext cx="1234440" cy="402336"/>
          </a:xfrm>
          <a:custGeom>
            <a:avLst/>
            <a:gdLst/>
            <a:ahLst/>
            <a:cxnLst/>
            <a:rect l="l" t="t" r="r" b="b"/>
            <a:pathLst>
              <a:path w="1234440" h="402336">
                <a:moveTo>
                  <a:pt x="0" y="0"/>
                </a:moveTo>
                <a:lnTo>
                  <a:pt x="548640" y="0"/>
                </a:lnTo>
                <a:lnTo>
                  <a:pt x="548640" y="402336"/>
                </a:lnTo>
                <a:lnTo>
                  <a:pt x="1234440" y="402336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線條"/>
          <p:cNvSpPr/>
          <p:nvPr/>
        </p:nvSpPr>
        <p:spPr>
          <a:xfrm>
            <a:off x="6172200" y="5532120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72200" y="55778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10012680" y="5577840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漸層 V 形箭號</a:t>
            </a:r>
            <a:endParaRPr lang="en-US" sz="1000" dirty="0"/>
          </a:p>
        </p:txBody>
      </p:sp>
      <p:sp>
        <p:nvSpPr>
          <p:cNvPr id="78" name="流程鏈"/>
          <p:cNvSpPr/>
          <p:nvPr/>
        </p:nvSpPr>
        <p:spPr>
          <a:xfrm>
            <a:off x="7086600" y="5650992"/>
            <a:ext cx="974385" cy="402336"/>
          </a:xfrm>
          <a:prstGeom prst="homePlate">
            <a:avLst>
              <a:gd name="adj" fmla="val 36000"/>
            </a:avLst>
          </a:prstGeom>
          <a:solidFill>
            <a:srgbClr val="1F4E79"/>
          </a:solidFill>
          <a:ln>
            <a:noFill/>
          </a:ln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79" name="流程鏈"/>
          <p:cNvSpPr/>
          <p:nvPr/>
        </p:nvSpPr>
        <p:spPr>
          <a:xfrm>
            <a:off x="7971008" y="5650992"/>
            <a:ext cx="974385" cy="402336"/>
          </a:xfrm>
          <a:prstGeom prst="chevron">
            <a:avLst>
              <a:gd name="adj" fmla="val 36000"/>
            </a:avLst>
          </a:prstGeom>
          <a:solidFill>
            <a:srgbClr val="4E7395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80" name="流程鏈"/>
          <p:cNvSpPr/>
          <p:nvPr/>
        </p:nvSpPr>
        <p:spPr>
          <a:xfrm>
            <a:off x="8855415" y="5650992"/>
            <a:ext cx="974385" cy="402336"/>
          </a:xfrm>
          <a:prstGeom prst="chevron">
            <a:avLst>
              <a:gd name="adj" fmla="val 36000"/>
            </a:avLst>
          </a:prstGeom>
          <a:solidFill>
            <a:srgbClr val="7D98B1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標題＋內文、角落標籤、表頭強調三種基本卡片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548640" y="1874520"/>
            <a:ext cx="341071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6384" y="2020824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00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1600" dirty="0"/>
          </a:p>
        </p:txBody>
      </p:sp>
      <p:sp>
        <p:nvSpPr>
          <p:cNvPr id="8" name="線條"/>
          <p:cNvSpPr/>
          <p:nvPr/>
        </p:nvSpPr>
        <p:spPr>
          <a:xfrm>
            <a:off x="786384" y="2514600"/>
            <a:ext cx="2935224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660904"/>
            <a:ext cx="29352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200" dirty="0"/>
          </a:p>
        </p:txBody>
      </p:sp>
      <p:sp>
        <p:nvSpPr>
          <p:cNvPr id="10" name="卡片"/>
          <p:cNvSpPr/>
          <p:nvPr/>
        </p:nvSpPr>
        <p:spPr>
          <a:xfrm>
            <a:off x="4390492" y="1874520"/>
            <a:ext cx="341071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28236" y="2020824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600" dirty="0"/>
          </a:p>
        </p:txBody>
      </p:sp>
      <p:sp>
        <p:nvSpPr>
          <p:cNvPr id="12" name="線條"/>
          <p:cNvSpPr/>
          <p:nvPr/>
        </p:nvSpPr>
        <p:spPr>
          <a:xfrm>
            <a:off x="4628236" y="2514600"/>
            <a:ext cx="2935224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8236" y="2660904"/>
            <a:ext cx="29352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200" dirty="0"/>
          </a:p>
        </p:txBody>
      </p:sp>
      <p:sp>
        <p:nvSpPr>
          <p:cNvPr id="14" name="標籤"/>
          <p:cNvSpPr/>
          <p:nvPr/>
        </p:nvSpPr>
        <p:spPr>
          <a:xfrm>
            <a:off x="6854292" y="1746504"/>
            <a:ext cx="745744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000" dirty="0"/>
          </a:p>
        </p:txBody>
      </p:sp>
      <p:sp>
        <p:nvSpPr>
          <p:cNvPr id="15" name="卡片"/>
          <p:cNvSpPr/>
          <p:nvPr/>
        </p:nvSpPr>
        <p:spPr>
          <a:xfrm>
            <a:off x="8232343" y="1874520"/>
            <a:ext cx="341071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表頭"/>
          <p:cNvSpPr/>
          <p:nvPr/>
        </p:nvSpPr>
        <p:spPr>
          <a:xfrm>
            <a:off x="8232343" y="1874520"/>
            <a:ext cx="3410712" cy="530352"/>
          </a:xfrm>
          <a:custGeom>
            <a:avLst/>
            <a:gdLst/>
            <a:ahLst/>
            <a:cxnLst/>
            <a:rect l="l" t="t" r="r" b="b"/>
            <a:pathLst>
              <a:path w="3410712" h="530352">
                <a:moveTo>
                  <a:pt x="0" y="530352"/>
                </a:moveTo>
                <a:lnTo>
                  <a:pt x="0" y="91440"/>
                </a:lnTo>
                <a:arcTo hR="91440" wR="91440" stAng="10800000" swAng="5400000"/>
                <a:lnTo>
                  <a:pt x="3319272" y="0"/>
                </a:lnTo>
                <a:arcTo hR="91440" wR="91440" stAng="16200000" swAng="5400000"/>
                <a:lnTo>
                  <a:pt x="3410712" y="530352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70087" y="1874520"/>
            <a:ext cx="293522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70087" y="2587752"/>
            <a:ext cx="2935224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90492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32343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4088" y="4572000"/>
            <a:ext cx="624535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300" dirty="0"/>
          </a:p>
        </p:txBody>
      </p:sp>
      <p:sp>
        <p:nvSpPr>
          <p:cNvPr id="24" name="線條"/>
          <p:cNvSpPr/>
          <p:nvPr/>
        </p:nvSpPr>
        <p:spPr>
          <a:xfrm>
            <a:off x="548640" y="4956048"/>
            <a:ext cx="64008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標籤"/>
          <p:cNvSpPr/>
          <p:nvPr/>
        </p:nvSpPr>
        <p:spPr>
          <a:xfrm>
            <a:off x="548640" y="510235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510235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300" dirty="0"/>
          </a:p>
        </p:txBody>
      </p:sp>
      <p:sp>
        <p:nvSpPr>
          <p:cNvPr id="27" name="標籤"/>
          <p:cNvSpPr/>
          <p:nvPr/>
        </p:nvSpPr>
        <p:spPr>
          <a:xfrm>
            <a:off x="548640" y="548640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548640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300" dirty="0"/>
          </a:p>
        </p:txBody>
      </p:sp>
      <p:sp>
        <p:nvSpPr>
          <p:cNvPr id="29" name="標籤"/>
          <p:cNvSpPr/>
          <p:nvPr/>
        </p:nvSpPr>
        <p:spPr>
          <a:xfrm>
            <a:off x="548640" y="5870448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63040" y="587044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461772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470648" y="4572000"/>
            <a:ext cx="41724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300" dirty="0"/>
          </a:p>
        </p:txBody>
      </p:sp>
      <p:sp>
        <p:nvSpPr>
          <p:cNvPr id="33" name="線條"/>
          <p:cNvSpPr/>
          <p:nvPr/>
        </p:nvSpPr>
        <p:spPr>
          <a:xfrm>
            <a:off x="7315200" y="4956048"/>
            <a:ext cx="4327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5120640"/>
            <a:ext cx="43278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0" y="5486400"/>
            <a:ext cx="43278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單一標籤、堆疊清單、編號徽章與圈號清單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088" y="1783080"/>
            <a:ext cx="1093896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標籤"/>
          <p:cNvSpPr/>
          <p:nvPr/>
        </p:nvSpPr>
        <p:spPr>
          <a:xfrm>
            <a:off x="548640" y="2331720"/>
            <a:ext cx="952276" cy="34747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300" dirty="0"/>
          </a:p>
        </p:txBody>
      </p:sp>
      <p:sp>
        <p:nvSpPr>
          <p:cNvPr id="10" name="標籤"/>
          <p:cNvSpPr/>
          <p:nvPr/>
        </p:nvSpPr>
        <p:spPr>
          <a:xfrm>
            <a:off x="1775236" y="2331720"/>
            <a:ext cx="952276" cy="347472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300" dirty="0"/>
          </a:p>
        </p:txBody>
      </p:sp>
      <p:sp>
        <p:nvSpPr>
          <p:cNvPr id="11" name="標籤"/>
          <p:cNvSpPr/>
          <p:nvPr/>
        </p:nvSpPr>
        <p:spPr>
          <a:xfrm>
            <a:off x="3001833" y="2331720"/>
            <a:ext cx="952276" cy="347472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300" dirty="0"/>
          </a:p>
        </p:txBody>
      </p:sp>
      <p:sp>
        <p:nvSpPr>
          <p:cNvPr id="12" name="標籤"/>
          <p:cNvSpPr/>
          <p:nvPr/>
        </p:nvSpPr>
        <p:spPr>
          <a:xfrm>
            <a:off x="4228429" y="2331720"/>
            <a:ext cx="9522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29346" y="233172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100" dirty="0"/>
          </a:p>
        </p:txBody>
      </p:sp>
      <p:sp>
        <p:nvSpPr>
          <p:cNvPr id="14" name="標籤"/>
          <p:cNvSpPr/>
          <p:nvPr/>
        </p:nvSpPr>
        <p:spPr>
          <a:xfrm>
            <a:off x="6460866" y="2368296"/>
            <a:ext cx="49174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000" dirty="0"/>
          </a:p>
        </p:txBody>
      </p:sp>
      <p:sp>
        <p:nvSpPr>
          <p:cNvPr id="15" name="標籤"/>
          <p:cNvSpPr/>
          <p:nvPr/>
        </p:nvSpPr>
        <p:spPr>
          <a:xfrm>
            <a:off x="7089770" y="2368296"/>
            <a:ext cx="491744" cy="27432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000" dirty="0"/>
          </a:p>
        </p:txBody>
      </p:sp>
      <p:sp>
        <p:nvSpPr>
          <p:cNvPr id="16" name="標籤"/>
          <p:cNvSpPr/>
          <p:nvPr/>
        </p:nvSpPr>
        <p:spPr>
          <a:xfrm>
            <a:off x="7718674" y="2368296"/>
            <a:ext cx="491744" cy="27432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4088" y="3063240"/>
            <a:ext cx="331012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300" dirty="0"/>
          </a:p>
        </p:txBody>
      </p:sp>
      <p:sp>
        <p:nvSpPr>
          <p:cNvPr id="19" name="線條"/>
          <p:cNvSpPr/>
          <p:nvPr/>
        </p:nvSpPr>
        <p:spPr>
          <a:xfrm>
            <a:off x="54864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標籤"/>
          <p:cNvSpPr/>
          <p:nvPr/>
        </p:nvSpPr>
        <p:spPr>
          <a:xfrm>
            <a:off x="548640" y="3666744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300" dirty="0"/>
          </a:p>
        </p:txBody>
      </p:sp>
      <p:sp>
        <p:nvSpPr>
          <p:cNvPr id="21" name="標籤"/>
          <p:cNvSpPr/>
          <p:nvPr/>
        </p:nvSpPr>
        <p:spPr>
          <a:xfrm>
            <a:off x="548640" y="4233672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300" dirty="0"/>
          </a:p>
        </p:txBody>
      </p:sp>
      <p:sp>
        <p:nvSpPr>
          <p:cNvPr id="22" name="標籤"/>
          <p:cNvSpPr/>
          <p:nvPr/>
        </p:nvSpPr>
        <p:spPr>
          <a:xfrm>
            <a:off x="548640" y="48006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300" dirty="0"/>
          </a:p>
        </p:txBody>
      </p:sp>
      <p:sp>
        <p:nvSpPr>
          <p:cNvPr id="23" name="標籤"/>
          <p:cNvSpPr/>
          <p:nvPr/>
        </p:nvSpPr>
        <p:spPr>
          <a:xfrm>
            <a:off x="548640" y="536752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63060" y="310896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18508" y="3063240"/>
            <a:ext cx="331012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300" dirty="0"/>
          </a:p>
        </p:txBody>
      </p:sp>
      <p:sp>
        <p:nvSpPr>
          <p:cNvPr id="26" name="線條"/>
          <p:cNvSpPr/>
          <p:nvPr/>
        </p:nvSpPr>
        <p:spPr>
          <a:xfrm>
            <a:off x="436306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編號"/>
          <p:cNvSpPr/>
          <p:nvPr/>
        </p:nvSpPr>
        <p:spPr>
          <a:xfrm>
            <a:off x="4399636" y="3675888"/>
            <a:ext cx="384048" cy="384048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編號"/>
          <p:cNvSpPr/>
          <p:nvPr/>
        </p:nvSpPr>
        <p:spPr>
          <a:xfrm>
            <a:off x="4966564" y="3675888"/>
            <a:ext cx="384048" cy="384048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編號"/>
          <p:cNvSpPr/>
          <p:nvPr/>
        </p:nvSpPr>
        <p:spPr>
          <a:xfrm>
            <a:off x="5533492" y="3675888"/>
            <a:ext cx="384048" cy="384048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編號"/>
          <p:cNvSpPr/>
          <p:nvPr/>
        </p:nvSpPr>
        <p:spPr>
          <a:xfrm>
            <a:off x="6100420" y="3675888"/>
            <a:ext cx="384048" cy="384048"/>
          </a:xfrm>
          <a:prstGeom prst="ellipse">
            <a:avLst/>
          </a:prstGeom>
          <a:solidFill>
            <a:srgbClr val="2E75B6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編號"/>
          <p:cNvSpPr/>
          <p:nvPr/>
        </p:nvSpPr>
        <p:spPr>
          <a:xfrm>
            <a:off x="4427068" y="4517136"/>
            <a:ext cx="329184" cy="329184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29988" y="4526280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63260" y="4526280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100" dirty="0"/>
          </a:p>
        </p:txBody>
      </p:sp>
      <p:sp>
        <p:nvSpPr>
          <p:cNvPr id="34" name="編號"/>
          <p:cNvSpPr/>
          <p:nvPr/>
        </p:nvSpPr>
        <p:spPr>
          <a:xfrm>
            <a:off x="4427068" y="5084064"/>
            <a:ext cx="329184" cy="329184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29988" y="509320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63260" y="5093208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100" dirty="0"/>
          </a:p>
        </p:txBody>
      </p:sp>
      <p:sp>
        <p:nvSpPr>
          <p:cNvPr id="37" name="編號"/>
          <p:cNvSpPr/>
          <p:nvPr/>
        </p:nvSpPr>
        <p:spPr>
          <a:xfrm>
            <a:off x="4427068" y="5650992"/>
            <a:ext cx="329184" cy="329184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29988" y="5660136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63260" y="5660136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77479" y="310896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332927" y="3063240"/>
            <a:ext cx="331012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300" dirty="0"/>
          </a:p>
        </p:txBody>
      </p:sp>
      <p:sp>
        <p:nvSpPr>
          <p:cNvPr id="42" name="線條"/>
          <p:cNvSpPr/>
          <p:nvPr/>
        </p:nvSpPr>
        <p:spPr>
          <a:xfrm>
            <a:off x="8177479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77479" y="365760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7479" y="404164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177479" y="442569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177479" y="4809744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006279" y="3657600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006279" y="4041648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006279" y="4425696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77479" y="5303520"/>
            <a:ext cx="34655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大外框圓＋疊放小圓，以及三段式流程鏈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088" y="1783080"/>
            <a:ext cx="496519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5120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外圈細環"/>
          <p:cNvSpPr/>
          <p:nvPr/>
        </p:nvSpPr>
        <p:spPr>
          <a:xfrm>
            <a:off x="1783080" y="2286000"/>
            <a:ext cx="2651760" cy="2651760"/>
          </a:xfrm>
          <a:prstGeom prst="ellips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光暈大圓"/>
          <p:cNvSpPr/>
          <p:nvPr/>
        </p:nvSpPr>
        <p:spPr>
          <a:xfrm>
            <a:off x="1847088" y="2350008"/>
            <a:ext cx="2523744" cy="2523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D9D9"/>
            </a:solidFill>
            <a:prstDash val="solid"/>
          </a:ln>
          <a:effectLst>
            <a:outerShdw blurRad="203200" dist="2540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47088" y="2678095"/>
            <a:ext cx="2523744" cy="7823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4100" dirty="0"/>
          </a:p>
        </p:txBody>
      </p:sp>
      <p:sp>
        <p:nvSpPr>
          <p:cNvPr id="12" name="Text 10"/>
          <p:cNvSpPr/>
          <p:nvPr/>
        </p:nvSpPr>
        <p:spPr>
          <a:xfrm>
            <a:off x="2099462" y="3485693"/>
            <a:ext cx="2018995" cy="706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3" name="小圓"/>
          <p:cNvSpPr/>
          <p:nvPr/>
        </p:nvSpPr>
        <p:spPr>
          <a:xfrm>
            <a:off x="1717136" y="3987246"/>
            <a:ext cx="768096" cy="768096"/>
          </a:xfrm>
          <a:prstGeom prst="ellipse">
            <a:avLst/>
          </a:prstGeom>
          <a:solidFill>
            <a:srgbClr val="1F4E79"/>
          </a:solidFill>
          <a:ln w="3175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4" name="小圓"/>
          <p:cNvSpPr/>
          <p:nvPr/>
        </p:nvSpPr>
        <p:spPr>
          <a:xfrm>
            <a:off x="2724912" y="4489704"/>
            <a:ext cx="768096" cy="768096"/>
          </a:xfrm>
          <a:prstGeom prst="ellipse">
            <a:avLst/>
          </a:prstGeom>
          <a:solidFill>
            <a:srgbClr val="1F4E79"/>
          </a:solidFill>
          <a:ln w="3175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5" name="小圓"/>
          <p:cNvSpPr/>
          <p:nvPr/>
        </p:nvSpPr>
        <p:spPr>
          <a:xfrm>
            <a:off x="3732688" y="3987246"/>
            <a:ext cx="768096" cy="768096"/>
          </a:xfrm>
          <a:prstGeom prst="ellipse">
            <a:avLst/>
          </a:prstGeom>
          <a:solidFill>
            <a:srgbClr val="1F4E79"/>
          </a:solidFill>
          <a:ln w="3175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82880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64808" y="1783080"/>
            <a:ext cx="517824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300" dirty="0"/>
          </a:p>
        </p:txBody>
      </p:sp>
      <p:sp>
        <p:nvSpPr>
          <p:cNvPr id="18" name="線條"/>
          <p:cNvSpPr/>
          <p:nvPr/>
        </p:nvSpPr>
        <p:spPr>
          <a:xfrm>
            <a:off x="6309360" y="2167128"/>
            <a:ext cx="53336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9" name="流程鏈"/>
          <p:cNvSpPr/>
          <p:nvPr/>
        </p:nvSpPr>
        <p:spPr>
          <a:xfrm>
            <a:off x="6309360" y="2395728"/>
            <a:ext cx="1899331" cy="658368"/>
          </a:xfrm>
          <a:prstGeom prst="homePlate">
            <a:avLst>
              <a:gd name="adj" fmla="val 36000"/>
            </a:avLst>
          </a:prstGeom>
          <a:solidFill>
            <a:srgbClr val="1F4E79"/>
          </a:solidFill>
          <a:ln>
            <a:noFill/>
          </a:ln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600" dirty="0"/>
          </a:p>
        </p:txBody>
      </p:sp>
      <p:sp>
        <p:nvSpPr>
          <p:cNvPr id="20" name="流程鏈"/>
          <p:cNvSpPr/>
          <p:nvPr/>
        </p:nvSpPr>
        <p:spPr>
          <a:xfrm>
            <a:off x="8026542" y="2395728"/>
            <a:ext cx="1899331" cy="658368"/>
          </a:xfrm>
          <a:prstGeom prst="chevron">
            <a:avLst>
              <a:gd name="adj" fmla="val 36000"/>
            </a:avLst>
          </a:prstGeom>
          <a:solidFill>
            <a:srgbClr val="4E7395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600" dirty="0"/>
          </a:p>
        </p:txBody>
      </p:sp>
      <p:sp>
        <p:nvSpPr>
          <p:cNvPr id="21" name="流程鏈"/>
          <p:cNvSpPr/>
          <p:nvPr/>
        </p:nvSpPr>
        <p:spPr>
          <a:xfrm>
            <a:off x="9743724" y="2395728"/>
            <a:ext cx="1899331" cy="658368"/>
          </a:xfrm>
          <a:prstGeom prst="chevron">
            <a:avLst>
              <a:gd name="adj" fmla="val 36000"/>
            </a:avLst>
          </a:prstGeom>
          <a:solidFill>
            <a:srgbClr val="7D98B1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600" dirty="0"/>
          </a:p>
        </p:txBody>
      </p:sp>
      <p:sp>
        <p:nvSpPr>
          <p:cNvPr id="22" name="流程鏈"/>
          <p:cNvSpPr/>
          <p:nvPr/>
        </p:nvSpPr>
        <p:spPr>
          <a:xfrm>
            <a:off x="6309360" y="3520440"/>
            <a:ext cx="1170322" cy="512064"/>
          </a:xfrm>
          <a:prstGeom prst="homePlate">
            <a:avLst>
              <a:gd name="adj" fmla="val 36000"/>
            </a:avLst>
          </a:prstGeom>
          <a:solidFill>
            <a:srgbClr val="1F4E79"/>
          </a:solidFill>
          <a:ln>
            <a:noFill/>
          </a:ln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</p:txBody>
      </p:sp>
      <p:sp>
        <p:nvSpPr>
          <p:cNvPr id="23" name="流程鏈"/>
          <p:cNvSpPr/>
          <p:nvPr/>
        </p:nvSpPr>
        <p:spPr>
          <a:xfrm>
            <a:off x="7350203" y="3520440"/>
            <a:ext cx="1170322" cy="512064"/>
          </a:xfrm>
          <a:prstGeom prst="chevron">
            <a:avLst>
              <a:gd name="adj" fmla="val 36000"/>
            </a:avLst>
          </a:prstGeom>
          <a:solidFill>
            <a:srgbClr val="376187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</p:txBody>
      </p:sp>
      <p:sp>
        <p:nvSpPr>
          <p:cNvPr id="24" name="流程鏈"/>
          <p:cNvSpPr/>
          <p:nvPr/>
        </p:nvSpPr>
        <p:spPr>
          <a:xfrm>
            <a:off x="8391046" y="3520440"/>
            <a:ext cx="1170322" cy="512064"/>
          </a:xfrm>
          <a:prstGeom prst="chevron">
            <a:avLst>
              <a:gd name="adj" fmla="val 36000"/>
            </a:avLst>
          </a:prstGeom>
          <a:solidFill>
            <a:srgbClr val="4E7395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</p:txBody>
      </p:sp>
      <p:sp>
        <p:nvSpPr>
          <p:cNvPr id="25" name="流程鏈"/>
          <p:cNvSpPr/>
          <p:nvPr/>
        </p:nvSpPr>
        <p:spPr>
          <a:xfrm>
            <a:off x="9431890" y="3520440"/>
            <a:ext cx="1170322" cy="512064"/>
          </a:xfrm>
          <a:prstGeom prst="chevron">
            <a:avLst>
              <a:gd name="adj" fmla="val 36000"/>
            </a:avLst>
          </a:prstGeom>
          <a:solidFill>
            <a:srgbClr val="6686A3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</p:txBody>
      </p:sp>
      <p:sp>
        <p:nvSpPr>
          <p:cNvPr id="26" name="流程鏈"/>
          <p:cNvSpPr/>
          <p:nvPr/>
        </p:nvSpPr>
        <p:spPr>
          <a:xfrm>
            <a:off x="10472733" y="3520440"/>
            <a:ext cx="1170322" cy="512064"/>
          </a:xfrm>
          <a:prstGeom prst="chevron">
            <a:avLst>
              <a:gd name="adj" fmla="val 36000"/>
            </a:avLst>
          </a:prstGeom>
          <a:solidFill>
            <a:srgbClr val="7D98B1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</p:txBody>
      </p:sp>
      <p:sp>
        <p:nvSpPr>
          <p:cNvPr id="27" name="流程鏈"/>
          <p:cNvSpPr/>
          <p:nvPr/>
        </p:nvSpPr>
        <p:spPr>
          <a:xfrm>
            <a:off x="6309360" y="4526280"/>
            <a:ext cx="1430533" cy="512064"/>
          </a:xfrm>
          <a:prstGeom prst="homePlate">
            <a:avLst>
              <a:gd name="adj" fmla="val 36000"/>
            </a:avLst>
          </a:prstGeom>
          <a:solidFill>
            <a:srgbClr val="1F4E79"/>
          </a:solidFill>
          <a:ln>
            <a:noFill/>
          </a:ln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28" name="流程鏈"/>
          <p:cNvSpPr/>
          <p:nvPr/>
        </p:nvSpPr>
        <p:spPr>
          <a:xfrm>
            <a:off x="7610414" y="4526280"/>
            <a:ext cx="1430533" cy="512064"/>
          </a:xfrm>
          <a:prstGeom prst="chevron">
            <a:avLst>
              <a:gd name="adj" fmla="val 36000"/>
            </a:avLst>
          </a:prstGeom>
          <a:solidFill>
            <a:srgbClr val="3E678C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400" dirty="0"/>
          </a:p>
        </p:txBody>
      </p:sp>
      <p:sp>
        <p:nvSpPr>
          <p:cNvPr id="29" name="流程鏈"/>
          <p:cNvSpPr/>
          <p:nvPr/>
        </p:nvSpPr>
        <p:spPr>
          <a:xfrm>
            <a:off x="8911468" y="4526280"/>
            <a:ext cx="1430533" cy="512064"/>
          </a:xfrm>
          <a:prstGeom prst="chevron">
            <a:avLst>
              <a:gd name="adj" fmla="val 36000"/>
            </a:avLst>
          </a:prstGeom>
          <a:solidFill>
            <a:srgbClr val="5E809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30" name="流程鏈"/>
          <p:cNvSpPr/>
          <p:nvPr/>
        </p:nvSpPr>
        <p:spPr>
          <a:xfrm>
            <a:off x="10212522" y="4526280"/>
            <a:ext cx="1430533" cy="512064"/>
          </a:xfrm>
          <a:prstGeom prst="chevron">
            <a:avLst>
              <a:gd name="adj" fmla="val 36000"/>
            </a:avLst>
          </a:prstGeom>
          <a:solidFill>
            <a:srgbClr val="7D98B1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09360" y="5138928"/>
            <a:ext cx="14305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10414" y="5138928"/>
            <a:ext cx="14305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11468" y="5138928"/>
            <a:ext cx="14305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212522" y="5138928"/>
            <a:ext cx="14305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5760720"/>
            <a:ext cx="533369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細直線、折線、點狀線、曲線、▶ 小三角與區塊箭號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088" y="1783080"/>
            <a:ext cx="23987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548640" y="280720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處理"/>
          <p:cNvSpPr/>
          <p:nvPr/>
        </p:nvSpPr>
        <p:spPr>
          <a:xfrm>
            <a:off x="2279828" y="280720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11" name="連接線"/>
          <p:cNvCxnSpPr>
            <a:stCxn id="9" idx="3"/>
            <a:endCxn id="10" idx="1"/>
          </p:cNvCxnSpPr>
          <p:nvPr/>
        </p:nvCxnSpPr>
        <p:spPr>
          <a:xfrm>
            <a:off x="1371600" y="3017520"/>
            <a:ext cx="908228" cy="0"/>
          </a:xfrm>
          <a:prstGeom prst="straightConnector1">
            <a:avLst/>
          </a:prstGeom>
          <a:ln w="15875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12" name="Text 10"/>
          <p:cNvSpPr/>
          <p:nvPr/>
        </p:nvSpPr>
        <p:spPr>
          <a:xfrm>
            <a:off x="3395396" y="182880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50844" y="1783080"/>
            <a:ext cx="23987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300" dirty="0"/>
          </a:p>
        </p:txBody>
      </p:sp>
      <p:sp>
        <p:nvSpPr>
          <p:cNvPr id="14" name="線條"/>
          <p:cNvSpPr/>
          <p:nvPr/>
        </p:nvSpPr>
        <p:spPr>
          <a:xfrm>
            <a:off x="3395396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處理"/>
          <p:cNvSpPr/>
          <p:nvPr/>
        </p:nvSpPr>
        <p:spPr>
          <a:xfrm>
            <a:off x="3395396" y="2468880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6" name="處理"/>
          <p:cNvSpPr/>
          <p:nvPr/>
        </p:nvSpPr>
        <p:spPr>
          <a:xfrm>
            <a:off x="5126584" y="3383280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17" name="連接線"/>
          <p:cNvCxnSpPr>
            <a:stCxn id="15" idx="3"/>
            <a:endCxn id="16" idx="1"/>
          </p:cNvCxnSpPr>
          <p:nvPr/>
        </p:nvCxnSpPr>
        <p:spPr>
          <a:xfrm>
            <a:off x="4218356" y="2679192"/>
            <a:ext cx="908228" cy="914400"/>
          </a:xfrm>
          <a:prstGeom prst="bentConnector3">
            <a:avLst>
              <a:gd name="adj1" fmla="val 50000"/>
            </a:avLst>
          </a:prstGeom>
          <a:ln w="15875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18" name="Text 16"/>
          <p:cNvSpPr/>
          <p:nvPr/>
        </p:nvSpPr>
        <p:spPr>
          <a:xfrm>
            <a:off x="6242152" y="182880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97600" y="1783080"/>
            <a:ext cx="23987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300" dirty="0"/>
          </a:p>
        </p:txBody>
      </p:sp>
      <p:sp>
        <p:nvSpPr>
          <p:cNvPr id="20" name="線條"/>
          <p:cNvSpPr/>
          <p:nvPr/>
        </p:nvSpPr>
        <p:spPr>
          <a:xfrm>
            <a:off x="6242152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處理"/>
          <p:cNvSpPr/>
          <p:nvPr/>
        </p:nvSpPr>
        <p:spPr>
          <a:xfrm>
            <a:off x="6242152" y="280720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2" name="處理"/>
          <p:cNvSpPr/>
          <p:nvPr/>
        </p:nvSpPr>
        <p:spPr>
          <a:xfrm>
            <a:off x="7973339" y="280720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23" name="連接線"/>
          <p:cNvCxnSpPr>
            <a:stCxn id="21" idx="3"/>
            <a:endCxn id="22" idx="1"/>
          </p:cNvCxnSpPr>
          <p:nvPr/>
        </p:nvCxnSpPr>
        <p:spPr>
          <a:xfrm>
            <a:off x="7065112" y="3017520"/>
            <a:ext cx="908228" cy="0"/>
          </a:xfrm>
          <a:prstGeom prst="straightConnector1">
            <a:avLst/>
          </a:prstGeom>
          <a:ln w="15875">
            <a:solidFill>
              <a:srgbClr val="7F7F7F"/>
            </a:solidFill>
            <a:prstDash val="sysDot"/>
            <a:tailEnd type="triangle" w="lg" len="lg"/>
          </a:ln>
        </p:spPr>
      </p:cxnSp>
      <p:sp>
        <p:nvSpPr>
          <p:cNvPr id="24" name="Text 22"/>
          <p:cNvSpPr/>
          <p:nvPr/>
        </p:nvSpPr>
        <p:spPr>
          <a:xfrm>
            <a:off x="9088907" y="182880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244355" y="1783080"/>
            <a:ext cx="23987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300" dirty="0"/>
          </a:p>
        </p:txBody>
      </p:sp>
      <p:sp>
        <p:nvSpPr>
          <p:cNvPr id="26" name="線條"/>
          <p:cNvSpPr/>
          <p:nvPr/>
        </p:nvSpPr>
        <p:spPr>
          <a:xfrm>
            <a:off x="9088907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處理"/>
          <p:cNvSpPr/>
          <p:nvPr/>
        </p:nvSpPr>
        <p:spPr>
          <a:xfrm>
            <a:off x="9088907" y="3246120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處理"/>
          <p:cNvSpPr/>
          <p:nvPr/>
        </p:nvSpPr>
        <p:spPr>
          <a:xfrm>
            <a:off x="10820095" y="3246120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29" name="曲線箭頭"/>
          <p:cNvSpPr/>
          <p:nvPr/>
        </p:nvSpPr>
        <p:spPr>
          <a:xfrm>
            <a:off x="9500387" y="2423160"/>
            <a:ext cx="1731188" cy="768096"/>
          </a:xfrm>
          <a:custGeom>
            <a:avLst/>
            <a:gdLst/>
            <a:ahLst/>
            <a:cxnLst/>
            <a:rect l="l" t="t" r="r" b="b"/>
            <a:pathLst>
              <a:path w="1731188" h="768096">
                <a:moveTo>
                  <a:pt x="0" y="768096"/>
                </a:moveTo>
                <a:cubicBezTo>
                  <a:pt x="0" y="0"/>
                  <a:pt x="1731188" y="0"/>
                  <a:pt x="1731188" y="768096"/>
                </a:cubicBezTo>
              </a:path>
            </a:pathLst>
          </a:custGeom>
          <a:noFill/>
          <a:ln w="15875">
            <a:solidFill>
              <a:srgbClr val="7F7F7F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8640" y="397764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04088" y="3931920"/>
            <a:ext cx="23987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300" dirty="0"/>
          </a:p>
        </p:txBody>
      </p:sp>
      <p:sp>
        <p:nvSpPr>
          <p:cNvPr id="32" name="線條"/>
          <p:cNvSpPr/>
          <p:nvPr/>
        </p:nvSpPr>
        <p:spPr>
          <a:xfrm>
            <a:off x="548640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300" dirty="0"/>
          </a:p>
        </p:txBody>
      </p:sp>
      <p:sp>
        <p:nvSpPr>
          <p:cNvPr id="34" name="三角形"/>
          <p:cNvSpPr/>
          <p:nvPr/>
        </p:nvSpPr>
        <p:spPr>
          <a:xfrm>
            <a:off x="1260329" y="507492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4225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300" dirty="0"/>
          </a:p>
        </p:txBody>
      </p:sp>
      <p:sp>
        <p:nvSpPr>
          <p:cNvPr id="36" name="三角形"/>
          <p:cNvSpPr/>
          <p:nvPr/>
        </p:nvSpPr>
        <p:spPr>
          <a:xfrm>
            <a:off x="2253939" y="507492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53586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95396" y="397764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550844" y="3931920"/>
            <a:ext cx="23987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300" dirty="0"/>
          </a:p>
        </p:txBody>
      </p:sp>
      <p:sp>
        <p:nvSpPr>
          <p:cNvPr id="40" name="線條"/>
          <p:cNvSpPr/>
          <p:nvPr/>
        </p:nvSpPr>
        <p:spPr>
          <a:xfrm>
            <a:off x="3395396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1" name="處理"/>
          <p:cNvSpPr/>
          <p:nvPr/>
        </p:nvSpPr>
        <p:spPr>
          <a:xfrm>
            <a:off x="3395396" y="495604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42" name="處理"/>
          <p:cNvSpPr/>
          <p:nvPr/>
        </p:nvSpPr>
        <p:spPr>
          <a:xfrm>
            <a:off x="5126584" y="495604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43" name="三角形"/>
          <p:cNvSpPr/>
          <p:nvPr/>
        </p:nvSpPr>
        <p:spPr>
          <a:xfrm>
            <a:off x="4463987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4617606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三角形"/>
          <p:cNvSpPr/>
          <p:nvPr/>
        </p:nvSpPr>
        <p:spPr>
          <a:xfrm>
            <a:off x="4771225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242152" y="397764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97600" y="3931920"/>
            <a:ext cx="23987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300" dirty="0"/>
          </a:p>
        </p:txBody>
      </p:sp>
      <p:sp>
        <p:nvSpPr>
          <p:cNvPr id="48" name="線條"/>
          <p:cNvSpPr/>
          <p:nvPr/>
        </p:nvSpPr>
        <p:spPr>
          <a:xfrm>
            <a:off x="6242152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9" name="區塊箭號"/>
          <p:cNvSpPr/>
          <p:nvPr/>
        </p:nvSpPr>
        <p:spPr>
          <a:xfrm>
            <a:off x="6242152" y="4919472"/>
            <a:ext cx="961111" cy="493776"/>
          </a:xfrm>
          <a:prstGeom prst="homePlate">
            <a:avLst>
              <a:gd name="adj" fmla="val 33333"/>
            </a:avLst>
          </a:prstGeom>
          <a:solidFill>
            <a:srgbClr val="1F4E79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300" dirty="0"/>
          </a:p>
        </p:txBody>
      </p:sp>
      <p:sp>
        <p:nvSpPr>
          <p:cNvPr id="50" name="區塊箭號"/>
          <p:cNvSpPr/>
          <p:nvPr/>
        </p:nvSpPr>
        <p:spPr>
          <a:xfrm>
            <a:off x="7075246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577A9B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300" dirty="0"/>
          </a:p>
        </p:txBody>
      </p:sp>
      <p:sp>
        <p:nvSpPr>
          <p:cNvPr id="51" name="區塊箭號"/>
          <p:cNvSpPr/>
          <p:nvPr/>
        </p:nvSpPr>
        <p:spPr>
          <a:xfrm>
            <a:off x="7908341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2E75B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088907" y="397764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244355" y="3931920"/>
            <a:ext cx="23987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300" dirty="0"/>
          </a:p>
        </p:txBody>
      </p:sp>
      <p:sp>
        <p:nvSpPr>
          <p:cNvPr id="54" name="線條"/>
          <p:cNvSpPr/>
          <p:nvPr/>
        </p:nvSpPr>
        <p:spPr>
          <a:xfrm>
            <a:off x="9088907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5" name="處理"/>
          <p:cNvSpPr/>
          <p:nvPr/>
        </p:nvSpPr>
        <p:spPr>
          <a:xfrm>
            <a:off x="9088907" y="495604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56" name="處理"/>
          <p:cNvSpPr/>
          <p:nvPr/>
        </p:nvSpPr>
        <p:spPr>
          <a:xfrm>
            <a:off x="10820095" y="4572000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300" dirty="0"/>
          </a:p>
        </p:txBody>
      </p:sp>
      <p:sp>
        <p:nvSpPr>
          <p:cNvPr id="57" name="處理"/>
          <p:cNvSpPr/>
          <p:nvPr/>
        </p:nvSpPr>
        <p:spPr>
          <a:xfrm>
            <a:off x="10820095" y="5340096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300" dirty="0"/>
          </a:p>
        </p:txBody>
      </p:sp>
      <p:cxnSp>
        <p:nvCxnSpPr>
          <p:cNvPr id="58" name="連接線"/>
          <p:cNvCxnSpPr>
            <a:stCxn id="55" idx="3"/>
            <a:endCxn id="56" idx="1"/>
          </p:cNvCxnSpPr>
          <p:nvPr/>
        </p:nvCxnSpPr>
        <p:spPr>
          <a:xfrm flipV="1">
            <a:off x="9911867" y="4782312"/>
            <a:ext cx="908228" cy="384048"/>
          </a:xfrm>
          <a:prstGeom prst="bentConnector3">
            <a:avLst>
              <a:gd name="adj1" fmla="val 50000"/>
            </a:avLst>
          </a:prstGeom>
          <a:ln w="15875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59" name="連接線"/>
          <p:cNvCxnSpPr>
            <a:stCxn id="55" idx="3"/>
            <a:endCxn id="57" idx="1"/>
          </p:cNvCxnSpPr>
          <p:nvPr/>
        </p:nvCxnSpPr>
        <p:spPr>
          <a:xfrm>
            <a:off x="9911867" y="5166360"/>
            <a:ext cx="908228" cy="384048"/>
          </a:xfrm>
          <a:prstGeom prst="bentConnector3">
            <a:avLst>
              <a:gd name="adj1" fmla="val 50000"/>
            </a:avLst>
          </a:prstGeom>
          <a:ln w="15875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60" name="Text 58"/>
          <p:cNvSpPr/>
          <p:nvPr/>
        </p:nvSpPr>
        <p:spPr>
          <a:xfrm>
            <a:off x="548640" y="5943600"/>
            <a:ext cx="110944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開始／結束、處理、判斷、輸入輸出、文件、資料庫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開始／結束"/>
          <p:cNvSpPr/>
          <p:nvPr/>
        </p:nvSpPr>
        <p:spPr>
          <a:xfrm>
            <a:off x="787375" y="223113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400" dirty="0"/>
          </a:p>
        </p:txBody>
      </p:sp>
      <p:sp>
        <p:nvSpPr>
          <p:cNvPr id="8" name="處理"/>
          <p:cNvSpPr/>
          <p:nvPr/>
        </p:nvSpPr>
        <p:spPr>
          <a:xfrm>
            <a:off x="2590724" y="2185416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97709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0" name="判斷"/>
          <p:cNvSpPr/>
          <p:nvPr/>
        </p:nvSpPr>
        <p:spPr>
          <a:xfrm>
            <a:off x="4485513" y="2057400"/>
            <a:ext cx="1371600" cy="914400"/>
          </a:xfrm>
          <a:prstGeom prst="diamond">
            <a:avLst/>
          </a:prstGeom>
          <a:solidFill>
            <a:srgbClr val="DEE7F1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46778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2" name="輸入輸出"/>
          <p:cNvSpPr/>
          <p:nvPr/>
        </p:nvSpPr>
        <p:spPr>
          <a:xfrm>
            <a:off x="6243142" y="2185416"/>
            <a:ext cx="1554480" cy="658368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48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400" dirty="0"/>
          </a:p>
        </p:txBody>
      </p:sp>
      <p:sp>
        <p:nvSpPr>
          <p:cNvPr id="14" name="文件"/>
          <p:cNvSpPr/>
          <p:nvPr/>
        </p:nvSpPr>
        <p:spPr>
          <a:xfrm>
            <a:off x="8183651" y="2125980"/>
            <a:ext cx="1371600" cy="777240"/>
          </a:xfrm>
          <a:prstGeom prst="flowChartDocumen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44917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6" name="資料庫"/>
          <p:cNvSpPr/>
          <p:nvPr/>
        </p:nvSpPr>
        <p:spPr>
          <a:xfrm>
            <a:off x="10215601" y="2057400"/>
            <a:ext cx="1005840" cy="91440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93986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813048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4088" y="3767328"/>
            <a:ext cx="1093896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300" dirty="0"/>
          </a:p>
        </p:txBody>
      </p:sp>
      <p:sp>
        <p:nvSpPr>
          <p:cNvPr id="20" name="線條"/>
          <p:cNvSpPr/>
          <p:nvPr/>
        </p:nvSpPr>
        <p:spPr>
          <a:xfrm>
            <a:off x="548640" y="4151376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開始／結束"/>
          <p:cNvSpPr/>
          <p:nvPr/>
        </p:nvSpPr>
        <p:spPr>
          <a:xfrm>
            <a:off x="548640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22" name="輸入輸出"/>
          <p:cNvSpPr/>
          <p:nvPr/>
        </p:nvSpPr>
        <p:spPr>
          <a:xfrm>
            <a:off x="2228027" y="4398264"/>
            <a:ext cx="1645920" cy="621792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400" dirty="0"/>
          </a:p>
        </p:txBody>
      </p:sp>
      <p:sp>
        <p:nvSpPr>
          <p:cNvPr id="23" name="判斷"/>
          <p:cNvSpPr/>
          <p:nvPr/>
        </p:nvSpPr>
        <p:spPr>
          <a:xfrm>
            <a:off x="4410334" y="4251960"/>
            <a:ext cx="1554480" cy="914400"/>
          </a:xfrm>
          <a:prstGeom prst="diamond">
            <a:avLst/>
          </a:prstGeom>
          <a:solidFill>
            <a:srgbClr val="DEE7F1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300" dirty="0"/>
          </a:p>
        </p:txBody>
      </p:sp>
      <p:sp>
        <p:nvSpPr>
          <p:cNvPr id="24" name="處理"/>
          <p:cNvSpPr/>
          <p:nvPr/>
        </p:nvSpPr>
        <p:spPr>
          <a:xfrm>
            <a:off x="6501201" y="4398264"/>
            <a:ext cx="14630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400" dirty="0"/>
          </a:p>
        </p:txBody>
      </p:sp>
      <p:sp>
        <p:nvSpPr>
          <p:cNvPr id="25" name="文件"/>
          <p:cNvSpPr/>
          <p:nvPr/>
        </p:nvSpPr>
        <p:spPr>
          <a:xfrm>
            <a:off x="8500628" y="4343400"/>
            <a:ext cx="1463040" cy="731520"/>
          </a:xfrm>
          <a:prstGeom prst="flowChartDocumen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400" dirty="0"/>
          </a:p>
        </p:txBody>
      </p:sp>
      <p:sp>
        <p:nvSpPr>
          <p:cNvPr id="26" name="開始／結束"/>
          <p:cNvSpPr/>
          <p:nvPr/>
        </p:nvSpPr>
        <p:spPr>
          <a:xfrm>
            <a:off x="10500055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00" dirty="0"/>
          </a:p>
        </p:txBody>
      </p:sp>
      <p:cxnSp>
        <p:nvCxnSpPr>
          <p:cNvPr id="27" name="連接線"/>
          <p:cNvCxnSpPr>
            <a:stCxn id="21" idx="3"/>
            <a:endCxn id="22" idx="5"/>
          </p:cNvCxnSpPr>
          <p:nvPr/>
        </p:nvCxnSpPr>
        <p:spPr>
          <a:xfrm>
            <a:off x="1691640" y="4709160"/>
            <a:ext cx="666963" cy="0"/>
          </a:xfrm>
          <a:prstGeom prst="straightConnector1">
            <a:avLst/>
          </a:prstGeom>
          <a:ln w="15875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28" name="連接線"/>
          <p:cNvCxnSpPr>
            <a:stCxn id="22" idx="2"/>
            <a:endCxn id="23" idx="1"/>
          </p:cNvCxnSpPr>
          <p:nvPr/>
        </p:nvCxnSpPr>
        <p:spPr>
          <a:xfrm>
            <a:off x="3743371" y="4709160"/>
            <a:ext cx="666963" cy="0"/>
          </a:xfrm>
          <a:prstGeom prst="straightConnector1">
            <a:avLst/>
          </a:prstGeom>
          <a:ln w="15875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5964814" y="4709160"/>
            <a:ext cx="536387" cy="0"/>
          </a:xfrm>
          <a:prstGeom prst="straightConnector1">
            <a:avLst/>
          </a:prstGeom>
          <a:ln w="15875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7964241" y="4709160"/>
            <a:ext cx="536387" cy="0"/>
          </a:xfrm>
          <a:prstGeom prst="straightConnector1">
            <a:avLst/>
          </a:prstGeom>
          <a:ln w="15875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31" name="連接線"/>
          <p:cNvCxnSpPr>
            <a:stCxn id="25" idx="3"/>
            <a:endCxn id="26" idx="1"/>
          </p:cNvCxnSpPr>
          <p:nvPr/>
        </p:nvCxnSpPr>
        <p:spPr>
          <a:xfrm>
            <a:off x="9963668" y="4709160"/>
            <a:ext cx="536387" cy="0"/>
          </a:xfrm>
          <a:prstGeom prst="straightConnector1">
            <a:avLst/>
          </a:prstGeom>
          <a:ln w="15875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32" name="Text 30"/>
          <p:cNvSpPr/>
          <p:nvPr/>
        </p:nvSpPr>
        <p:spPr>
          <a:xfrm>
            <a:off x="5983102" y="4325112"/>
            <a:ext cx="5363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100" dirty="0"/>
          </a:p>
        </p:txBody>
      </p:sp>
      <p:sp>
        <p:nvSpPr>
          <p:cNvPr id="33" name="資料庫"/>
          <p:cNvSpPr/>
          <p:nvPr/>
        </p:nvSpPr>
        <p:spPr>
          <a:xfrm>
            <a:off x="6775521" y="5413248"/>
            <a:ext cx="914400" cy="749808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200" dirty="0"/>
          </a:p>
        </p:txBody>
      </p:sp>
      <p:cxnSp>
        <p:nvCxnSpPr>
          <p:cNvPr id="34" name="連接線"/>
          <p:cNvCxnSpPr>
            <a:stCxn id="24" idx="2"/>
            <a:endCxn id="33" idx="0"/>
          </p:cNvCxnSpPr>
          <p:nvPr/>
        </p:nvCxnSpPr>
        <p:spPr>
          <a:xfrm>
            <a:off x="7232721" y="5020056"/>
            <a:ext cx="0" cy="393192"/>
          </a:xfrm>
          <a:prstGeom prst="straightConnector1">
            <a:avLst/>
          </a:prstGeom>
          <a:ln w="15875">
            <a:solidFill>
              <a:srgbClr val="7F7F7F"/>
            </a:solidFill>
            <a:prstDash val="sysDash"/>
            <a:headEnd type="triangle" w="lg" len="lg"/>
            <a:tailEnd type="triangle" w="lg" len="lg"/>
          </a:ln>
        </p:spPr>
      </p:cxnSp>
      <p:cxnSp>
        <p:nvCxnSpPr>
          <p:cNvPr id="35" name="連接線"/>
          <p:cNvCxnSpPr>
            <a:stCxn id="23" idx="2"/>
            <a:endCxn id="22" idx="4"/>
          </p:cNvCxnSpPr>
          <p:nvPr/>
        </p:nvCxnSpPr>
        <p:spPr>
          <a:xfrm rot="5400000" flipH="1">
            <a:off x="4046129" y="4024914"/>
            <a:ext cx="146304" cy="2136587"/>
          </a:xfrm>
          <a:prstGeom prst="bentConnector3">
            <a:avLst>
              <a:gd name="adj1" fmla="val -468750"/>
            </a:avLst>
          </a:prstGeom>
          <a:ln w="15875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36" name="Text 34"/>
          <p:cNvSpPr/>
          <p:nvPr/>
        </p:nvSpPr>
        <p:spPr>
          <a:xfrm>
            <a:off x="5279014" y="5276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樹狀分支、十字矩陣與半透明寬欄條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088" y="1783080"/>
            <a:ext cx="50566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52120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548640" y="3794760"/>
            <a:ext cx="74980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300" dirty="0"/>
          </a:p>
        </p:txBody>
      </p:sp>
      <p:sp>
        <p:nvSpPr>
          <p:cNvPr id="10" name="處理"/>
          <p:cNvSpPr/>
          <p:nvPr/>
        </p:nvSpPr>
        <p:spPr>
          <a:xfrm>
            <a:off x="1874520" y="3063240"/>
            <a:ext cx="84124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200" dirty="0"/>
          </a:p>
        </p:txBody>
      </p:sp>
      <p:sp>
        <p:nvSpPr>
          <p:cNvPr id="11" name="處理"/>
          <p:cNvSpPr/>
          <p:nvPr/>
        </p:nvSpPr>
        <p:spPr>
          <a:xfrm>
            <a:off x="1874520" y="4526280"/>
            <a:ext cx="84124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200" dirty="0"/>
          </a:p>
        </p:txBody>
      </p:sp>
      <p:sp>
        <p:nvSpPr>
          <p:cNvPr id="12" name="處理"/>
          <p:cNvSpPr/>
          <p:nvPr/>
        </p:nvSpPr>
        <p:spPr>
          <a:xfrm>
            <a:off x="3291840" y="3794760"/>
            <a:ext cx="749808" cy="45720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300" dirty="0"/>
          </a:p>
        </p:txBody>
      </p:sp>
      <p:sp>
        <p:nvSpPr>
          <p:cNvPr id="13" name="處理"/>
          <p:cNvSpPr/>
          <p:nvPr/>
        </p:nvSpPr>
        <p:spPr>
          <a:xfrm>
            <a:off x="4617720" y="260604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200" dirty="0"/>
          </a:p>
        </p:txBody>
      </p:sp>
      <p:sp>
        <p:nvSpPr>
          <p:cNvPr id="14" name="處理"/>
          <p:cNvSpPr/>
          <p:nvPr/>
        </p:nvSpPr>
        <p:spPr>
          <a:xfrm>
            <a:off x="4617720" y="379476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200" dirty="0"/>
          </a:p>
        </p:txBody>
      </p:sp>
      <p:sp>
        <p:nvSpPr>
          <p:cNvPr id="15" name="處理"/>
          <p:cNvSpPr/>
          <p:nvPr/>
        </p:nvSpPr>
        <p:spPr>
          <a:xfrm>
            <a:off x="4617720" y="498348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200" dirty="0"/>
          </a:p>
        </p:txBody>
      </p:sp>
      <p:sp>
        <p:nvSpPr>
          <p:cNvPr id="16" name="連接線"/>
          <p:cNvSpPr/>
          <p:nvPr/>
        </p:nvSpPr>
        <p:spPr>
          <a:xfrm>
            <a:off x="135331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135331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77063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277063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連接線"/>
          <p:cNvSpPr/>
          <p:nvPr/>
        </p:nvSpPr>
        <p:spPr>
          <a:xfrm>
            <a:off x="4096512" y="283464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1188720"/>
                </a:moveTo>
                <a:lnTo>
                  <a:pt x="233172" y="11887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線條"/>
          <p:cNvSpPr/>
          <p:nvPr/>
        </p:nvSpPr>
        <p:spPr>
          <a:xfrm>
            <a:off x="4096512" y="4023360"/>
            <a:ext cx="466344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</p:sp>
      <p:sp>
        <p:nvSpPr>
          <p:cNvPr id="22" name="連接線"/>
          <p:cNvSpPr/>
          <p:nvPr/>
        </p:nvSpPr>
        <p:spPr>
          <a:xfrm>
            <a:off x="4096512" y="402336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0"/>
                </a:moveTo>
                <a:lnTo>
                  <a:pt x="233172" y="0"/>
                </a:lnTo>
                <a:lnTo>
                  <a:pt x="233172" y="1188720"/>
                </a:lnTo>
                <a:lnTo>
                  <a:pt x="466344" y="118872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72200" y="182880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27648" y="1783080"/>
            <a:ext cx="25420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300" dirty="0"/>
          </a:p>
        </p:txBody>
      </p:sp>
      <p:sp>
        <p:nvSpPr>
          <p:cNvPr id="25" name="線條"/>
          <p:cNvSpPr/>
          <p:nvPr/>
        </p:nvSpPr>
        <p:spPr>
          <a:xfrm>
            <a:off x="6172200" y="2167128"/>
            <a:ext cx="26974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6556248" y="4023360"/>
            <a:ext cx="192938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7" name="線條"/>
          <p:cNvSpPr/>
          <p:nvPr/>
        </p:nvSpPr>
        <p:spPr>
          <a:xfrm>
            <a:off x="7520940" y="2697480"/>
            <a:ext cx="0" cy="265176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8" name="中心圓"/>
          <p:cNvSpPr/>
          <p:nvPr/>
        </p:nvSpPr>
        <p:spPr>
          <a:xfrm>
            <a:off x="7100316" y="3602736"/>
            <a:ext cx="841248" cy="841248"/>
          </a:xfrm>
          <a:prstGeom prst="ellipse">
            <a:avLst/>
          </a:prstGeom>
          <a:solidFill>
            <a:srgbClr val="1F4E79"/>
          </a:solidFill>
          <a:ln w="2540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29" name="標籤"/>
          <p:cNvSpPr/>
          <p:nvPr/>
        </p:nvSpPr>
        <p:spPr>
          <a:xfrm>
            <a:off x="6549136" y="3227832"/>
            <a:ext cx="517144" cy="27432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100" dirty="0"/>
          </a:p>
        </p:txBody>
      </p:sp>
      <p:sp>
        <p:nvSpPr>
          <p:cNvPr id="30" name="標籤"/>
          <p:cNvSpPr/>
          <p:nvPr/>
        </p:nvSpPr>
        <p:spPr>
          <a:xfrm>
            <a:off x="7975600" y="3227832"/>
            <a:ext cx="517144" cy="27432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100" dirty="0"/>
          </a:p>
        </p:txBody>
      </p:sp>
      <p:sp>
        <p:nvSpPr>
          <p:cNvPr id="31" name="標籤"/>
          <p:cNvSpPr/>
          <p:nvPr/>
        </p:nvSpPr>
        <p:spPr>
          <a:xfrm>
            <a:off x="6549136" y="4544568"/>
            <a:ext cx="517144" cy="27432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100" dirty="0"/>
          </a:p>
        </p:txBody>
      </p:sp>
      <p:sp>
        <p:nvSpPr>
          <p:cNvPr id="32" name="標籤"/>
          <p:cNvSpPr/>
          <p:nvPr/>
        </p:nvSpPr>
        <p:spPr>
          <a:xfrm>
            <a:off x="7975600" y="4544568"/>
            <a:ext cx="517144" cy="27432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72300" y="23774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72300" y="53949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38862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38862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35440" y="1828800"/>
            <a:ext cx="4572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390888" y="1783080"/>
            <a:ext cx="225216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300" dirty="0"/>
          </a:p>
        </p:txBody>
      </p:sp>
      <p:sp>
        <p:nvSpPr>
          <p:cNvPr id="39" name="線條"/>
          <p:cNvSpPr/>
          <p:nvPr/>
        </p:nvSpPr>
        <p:spPr>
          <a:xfrm>
            <a:off x="9235440" y="2167128"/>
            <a:ext cx="24076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66960" y="2286000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744200" y="2286000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100" dirty="0"/>
          </a:p>
        </p:txBody>
      </p:sp>
      <p:sp>
        <p:nvSpPr>
          <p:cNvPr id="42" name="寬欄條"/>
          <p:cNvSpPr/>
          <p:nvPr/>
        </p:nvSpPr>
        <p:spPr>
          <a:xfrm>
            <a:off x="10149840" y="2606040"/>
            <a:ext cx="566928" cy="310896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寬欄條"/>
          <p:cNvSpPr/>
          <p:nvPr/>
        </p:nvSpPr>
        <p:spPr>
          <a:xfrm>
            <a:off x="10927080" y="2606040"/>
            <a:ext cx="566928" cy="310896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235440" y="304495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100" dirty="0"/>
          </a:p>
        </p:txBody>
      </p:sp>
      <p:sp>
        <p:nvSpPr>
          <p:cNvPr id="45" name="編號"/>
          <p:cNvSpPr/>
          <p:nvPr/>
        </p:nvSpPr>
        <p:spPr>
          <a:xfrm>
            <a:off x="10222992" y="2990088"/>
            <a:ext cx="420624" cy="420624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300" dirty="0"/>
          </a:p>
        </p:txBody>
      </p:sp>
      <p:sp>
        <p:nvSpPr>
          <p:cNvPr id="46" name="編號"/>
          <p:cNvSpPr/>
          <p:nvPr/>
        </p:nvSpPr>
        <p:spPr>
          <a:xfrm>
            <a:off x="11000232" y="2990088"/>
            <a:ext cx="420624" cy="420624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235440" y="400507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100" dirty="0"/>
          </a:p>
        </p:txBody>
      </p:sp>
      <p:sp>
        <p:nvSpPr>
          <p:cNvPr id="48" name="編號"/>
          <p:cNvSpPr/>
          <p:nvPr/>
        </p:nvSpPr>
        <p:spPr>
          <a:xfrm>
            <a:off x="10222992" y="3950208"/>
            <a:ext cx="420624" cy="420624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300" dirty="0"/>
          </a:p>
        </p:txBody>
      </p:sp>
      <p:sp>
        <p:nvSpPr>
          <p:cNvPr id="49" name="編號"/>
          <p:cNvSpPr/>
          <p:nvPr/>
        </p:nvSpPr>
        <p:spPr>
          <a:xfrm>
            <a:off x="11000232" y="3950208"/>
            <a:ext cx="420624" cy="420624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235440" y="496519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100" dirty="0"/>
          </a:p>
        </p:txBody>
      </p:sp>
      <p:sp>
        <p:nvSpPr>
          <p:cNvPr id="51" name="編號"/>
          <p:cNvSpPr/>
          <p:nvPr/>
        </p:nvSpPr>
        <p:spPr>
          <a:xfrm>
            <a:off x="10222992" y="4910328"/>
            <a:ext cx="420624" cy="420624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300" dirty="0"/>
          </a:p>
        </p:txBody>
      </p:sp>
      <p:sp>
        <p:nvSpPr>
          <p:cNvPr id="52" name="編號"/>
          <p:cNvSpPr/>
          <p:nvPr/>
        </p:nvSpPr>
        <p:spPr>
          <a:xfrm>
            <a:off x="11000232" y="4910328"/>
            <a:ext cx="420624" cy="420624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關鍵在於把資訊整理成對方能理解的結構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外圈細環"/>
          <p:cNvSpPr/>
          <p:nvPr/>
        </p:nvSpPr>
        <p:spPr>
          <a:xfrm>
            <a:off x="1144981" y="1764792"/>
            <a:ext cx="2505456" cy="2505456"/>
          </a:xfrm>
          <a:prstGeom prst="ellips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光暈大圓"/>
          <p:cNvSpPr/>
          <p:nvPr/>
        </p:nvSpPr>
        <p:spPr>
          <a:xfrm>
            <a:off x="1208989" y="1828800"/>
            <a:ext cx="2377440" cy="23774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D9D9"/>
            </a:solidFill>
            <a:prstDash val="solid"/>
          </a:ln>
          <a:effectLst>
            <a:outerShdw blurRad="203200" dist="2540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8989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446733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500" dirty="0"/>
          </a:p>
        </p:txBody>
      </p:sp>
      <p:sp>
        <p:nvSpPr>
          <p:cNvPr id="10" name="外圈細環"/>
          <p:cNvSpPr/>
          <p:nvPr/>
        </p:nvSpPr>
        <p:spPr>
          <a:xfrm>
            <a:off x="4843120" y="1764792"/>
            <a:ext cx="2505456" cy="2505456"/>
          </a:xfrm>
          <a:prstGeom prst="ellips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光暈大圓"/>
          <p:cNvSpPr/>
          <p:nvPr/>
        </p:nvSpPr>
        <p:spPr>
          <a:xfrm>
            <a:off x="4907128" y="1828800"/>
            <a:ext cx="2377440" cy="23774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D9D9"/>
            </a:solidFill>
            <a:prstDash val="solid"/>
          </a:ln>
          <a:effectLst>
            <a:outerShdw blurRad="203200" dist="2540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7128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5144872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4" name="外圈細環"/>
          <p:cNvSpPr/>
          <p:nvPr/>
        </p:nvSpPr>
        <p:spPr>
          <a:xfrm>
            <a:off x="8541258" y="1764792"/>
            <a:ext cx="2505456" cy="2505456"/>
          </a:xfrm>
          <a:prstGeom prst="ellips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光暈大圓"/>
          <p:cNvSpPr/>
          <p:nvPr/>
        </p:nvSpPr>
        <p:spPr>
          <a:xfrm>
            <a:off x="8605266" y="1828800"/>
            <a:ext cx="2377440" cy="23774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D9D9"/>
            </a:solidFill>
            <a:prstDash val="solid"/>
          </a:ln>
          <a:effectLst>
            <a:outerShdw blurRad="203200" dist="2540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05266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8843010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500" dirty="0"/>
          </a:p>
        </p:txBody>
      </p:sp>
      <p:sp>
        <p:nvSpPr>
          <p:cNvPr id="18" name="三角形"/>
          <p:cNvSpPr/>
          <p:nvPr/>
        </p:nvSpPr>
        <p:spPr>
          <a:xfrm>
            <a:off x="4164482" y="2907792"/>
            <a:ext cx="164592" cy="219456"/>
          </a:xfrm>
          <a:custGeom>
            <a:avLst/>
            <a:gdLst/>
            <a:ahLst/>
            <a:cxnLst/>
            <a:rect l="l" t="t" r="r" b="b"/>
            <a:pathLst>
              <a:path w="164592" h="219456">
                <a:moveTo>
                  <a:pt x="0" y="0"/>
                </a:moveTo>
                <a:lnTo>
                  <a:pt x="164592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三角形"/>
          <p:cNvSpPr/>
          <p:nvPr/>
        </p:nvSpPr>
        <p:spPr>
          <a:xfrm>
            <a:off x="7862621" y="2907792"/>
            <a:ext cx="164592" cy="219456"/>
          </a:xfrm>
          <a:custGeom>
            <a:avLst/>
            <a:gdLst/>
            <a:ahLst/>
            <a:cxnLst/>
            <a:rect l="l" t="t" r="r" b="b"/>
            <a:pathLst>
              <a:path w="164592" h="219456">
                <a:moveTo>
                  <a:pt x="0" y="0"/>
                </a:moveTo>
                <a:lnTo>
                  <a:pt x="164592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小圓"/>
          <p:cNvSpPr/>
          <p:nvPr/>
        </p:nvSpPr>
        <p:spPr>
          <a:xfrm>
            <a:off x="4780734" y="3367150"/>
            <a:ext cx="731520" cy="731520"/>
          </a:xfrm>
          <a:prstGeom prst="ellipse">
            <a:avLst/>
          </a:prstGeom>
          <a:solidFill>
            <a:srgbClr val="1F4E79"/>
          </a:solidFill>
          <a:ln w="3175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21" name="小圓"/>
          <p:cNvSpPr/>
          <p:nvPr/>
        </p:nvSpPr>
        <p:spPr>
          <a:xfrm>
            <a:off x="5730088" y="3840480"/>
            <a:ext cx="731520" cy="731520"/>
          </a:xfrm>
          <a:prstGeom prst="ellipse">
            <a:avLst/>
          </a:prstGeom>
          <a:solidFill>
            <a:srgbClr val="1F4E79"/>
          </a:solidFill>
          <a:ln w="3175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22" name="小圓"/>
          <p:cNvSpPr/>
          <p:nvPr/>
        </p:nvSpPr>
        <p:spPr>
          <a:xfrm>
            <a:off x="6679442" y="3367150"/>
            <a:ext cx="731520" cy="731520"/>
          </a:xfrm>
          <a:prstGeom prst="ellipse">
            <a:avLst/>
          </a:prstGeom>
          <a:solidFill>
            <a:srgbClr val="1F4E79"/>
          </a:solidFill>
          <a:ln w="31750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62446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11800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61154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150" dirty="0"/>
          </a:p>
        </p:txBody>
      </p:sp>
      <p:sp>
        <p:nvSpPr>
          <p:cNvPr id="26" name="標籤"/>
          <p:cNvSpPr/>
          <p:nvPr/>
        </p:nvSpPr>
        <p:spPr>
          <a:xfrm>
            <a:off x="1346149" y="45720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300" dirty="0"/>
          </a:p>
        </p:txBody>
      </p:sp>
      <p:sp>
        <p:nvSpPr>
          <p:cNvPr id="27" name="標籤"/>
          <p:cNvSpPr/>
          <p:nvPr/>
        </p:nvSpPr>
        <p:spPr>
          <a:xfrm>
            <a:off x="1346149" y="5074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300" dirty="0"/>
          </a:p>
        </p:txBody>
      </p:sp>
      <p:sp>
        <p:nvSpPr>
          <p:cNvPr id="28" name="標籤"/>
          <p:cNvSpPr/>
          <p:nvPr/>
        </p:nvSpPr>
        <p:spPr>
          <a:xfrm>
            <a:off x="1346149" y="55778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9" name="標籤"/>
          <p:cNvSpPr/>
          <p:nvPr/>
        </p:nvSpPr>
        <p:spPr>
          <a:xfrm>
            <a:off x="8742426" y="45720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300" dirty="0"/>
          </a:p>
        </p:txBody>
      </p:sp>
      <p:sp>
        <p:nvSpPr>
          <p:cNvPr id="30" name="標籤"/>
          <p:cNvSpPr/>
          <p:nvPr/>
        </p:nvSpPr>
        <p:spPr>
          <a:xfrm>
            <a:off x="8742426" y="5074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300" dirty="0"/>
          </a:p>
        </p:txBody>
      </p:sp>
      <p:sp>
        <p:nvSpPr>
          <p:cNvPr id="31" name="標籤"/>
          <p:cNvSpPr/>
          <p:nvPr/>
        </p:nvSpPr>
        <p:spPr>
          <a:xfrm>
            <a:off x="8742426" y="55778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從現況、課題到行動方案的思考路徑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548640" y="3931920"/>
            <a:ext cx="1882384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400" dirty="0"/>
          </a:p>
        </p:txBody>
      </p:sp>
      <p:sp>
        <p:nvSpPr>
          <p:cNvPr id="8" name="三角形"/>
          <p:cNvSpPr/>
          <p:nvPr/>
        </p:nvSpPr>
        <p:spPr>
          <a:xfrm>
            <a:off x="2572756" y="426110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卡片"/>
          <p:cNvSpPr/>
          <p:nvPr/>
        </p:nvSpPr>
        <p:spPr>
          <a:xfrm>
            <a:off x="2851648" y="3931920"/>
            <a:ext cx="1882384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51648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1" name="三角形"/>
          <p:cNvSpPr/>
          <p:nvPr/>
        </p:nvSpPr>
        <p:spPr>
          <a:xfrm>
            <a:off x="4875764" y="426110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重點卡片"/>
          <p:cNvSpPr/>
          <p:nvPr/>
        </p:nvSpPr>
        <p:spPr>
          <a:xfrm>
            <a:off x="5154656" y="3931920"/>
            <a:ext cx="1882384" cy="841248"/>
          </a:xfrm>
          <a:prstGeom prst="roundRect">
            <a:avLst>
              <a:gd name="adj" fmla="val 10870"/>
            </a:avLst>
          </a:prstGeom>
          <a:solidFill>
            <a:srgbClr val="1F4E79"/>
          </a:solidFill>
          <a:ln>
            <a:noFill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BCCAD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3" name="三角形"/>
          <p:cNvSpPr/>
          <p:nvPr/>
        </p:nvSpPr>
        <p:spPr>
          <a:xfrm>
            <a:off x="7178772" y="426110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卡片"/>
          <p:cNvSpPr/>
          <p:nvPr/>
        </p:nvSpPr>
        <p:spPr>
          <a:xfrm>
            <a:off x="7457664" y="3931920"/>
            <a:ext cx="1882384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7664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6" name="三角形"/>
          <p:cNvSpPr/>
          <p:nvPr/>
        </p:nvSpPr>
        <p:spPr>
          <a:xfrm>
            <a:off x="9481779" y="426110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卡片"/>
          <p:cNvSpPr/>
          <p:nvPr/>
        </p:nvSpPr>
        <p:spPr>
          <a:xfrm>
            <a:off x="9760671" y="3931920"/>
            <a:ext cx="1882384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60671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400" dirty="0"/>
          </a:p>
        </p:txBody>
      </p:sp>
      <p:sp>
        <p:nvSpPr>
          <p:cNvPr id="19" name="卡片"/>
          <p:cNvSpPr/>
          <p:nvPr/>
        </p:nvSpPr>
        <p:spPr>
          <a:xfrm>
            <a:off x="5154656" y="1828800"/>
            <a:ext cx="1882384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54656" y="1828800"/>
            <a:ext cx="188238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21" name="卡片"/>
          <p:cNvSpPr/>
          <p:nvPr/>
        </p:nvSpPr>
        <p:spPr>
          <a:xfrm>
            <a:off x="2668768" y="2788920"/>
            <a:ext cx="154355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68768" y="2788920"/>
            <a:ext cx="154355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400" dirty="0"/>
          </a:p>
        </p:txBody>
      </p:sp>
      <p:sp>
        <p:nvSpPr>
          <p:cNvPr id="23" name="卡片"/>
          <p:cNvSpPr/>
          <p:nvPr/>
        </p:nvSpPr>
        <p:spPr>
          <a:xfrm>
            <a:off x="7979373" y="2788920"/>
            <a:ext cx="154355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979373" y="2788920"/>
            <a:ext cx="154355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25" name="曲線箭頭"/>
          <p:cNvSpPr/>
          <p:nvPr/>
        </p:nvSpPr>
        <p:spPr>
          <a:xfrm>
            <a:off x="3440545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493776"/>
                </a:moveTo>
                <a:cubicBezTo>
                  <a:pt x="0" y="0"/>
                  <a:pt x="274320" y="0"/>
                  <a:pt x="1640958" y="0"/>
                </a:cubicBezTo>
              </a:path>
            </a:pathLst>
          </a:custGeom>
          <a:noFill/>
          <a:ln w="15875">
            <a:solidFill>
              <a:srgbClr val="7F7F7F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曲線箭頭"/>
          <p:cNvSpPr/>
          <p:nvPr/>
        </p:nvSpPr>
        <p:spPr>
          <a:xfrm>
            <a:off x="7110192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0"/>
                </a:moveTo>
                <a:cubicBezTo>
                  <a:pt x="1366638" y="0"/>
                  <a:pt x="1640958" y="0"/>
                  <a:pt x="1640958" y="493776"/>
                </a:cubicBezTo>
              </a:path>
            </a:pathLst>
          </a:custGeom>
          <a:noFill/>
          <a:ln w="15875">
            <a:solidFill>
              <a:srgbClr val="7F7F7F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4285475" y="3118104"/>
            <a:ext cx="3620746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8" name="編號"/>
          <p:cNvSpPr/>
          <p:nvPr/>
        </p:nvSpPr>
        <p:spPr>
          <a:xfrm>
            <a:off x="548640" y="1865376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100" dirty="0"/>
          </a:p>
        </p:txBody>
      </p:sp>
      <p:sp>
        <p:nvSpPr>
          <p:cNvPr id="29" name="編號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100" dirty="0"/>
          </a:p>
        </p:txBody>
      </p:sp>
      <p:sp>
        <p:nvSpPr>
          <p:cNvPr id="30" name="標籤"/>
          <p:cNvSpPr/>
          <p:nvPr/>
        </p:nvSpPr>
        <p:spPr>
          <a:xfrm>
            <a:off x="1325880" y="1874520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100" dirty="0"/>
          </a:p>
        </p:txBody>
      </p:sp>
      <p:sp>
        <p:nvSpPr>
          <p:cNvPr id="31" name="編號"/>
          <p:cNvSpPr/>
          <p:nvPr/>
        </p:nvSpPr>
        <p:spPr>
          <a:xfrm>
            <a:off x="548640" y="2322576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100" dirty="0"/>
          </a:p>
        </p:txBody>
      </p:sp>
      <p:sp>
        <p:nvSpPr>
          <p:cNvPr id="32" name="編號"/>
          <p:cNvSpPr/>
          <p:nvPr/>
        </p:nvSpPr>
        <p:spPr>
          <a:xfrm>
            <a:off x="923544" y="2322576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標籤"/>
          <p:cNvSpPr/>
          <p:nvPr/>
        </p:nvSpPr>
        <p:spPr>
          <a:xfrm>
            <a:off x="1325880" y="2331720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100" dirty="0"/>
          </a:p>
        </p:txBody>
      </p:sp>
      <p:sp>
        <p:nvSpPr>
          <p:cNvPr id="34" name="編號"/>
          <p:cNvSpPr/>
          <p:nvPr/>
        </p:nvSpPr>
        <p:spPr>
          <a:xfrm>
            <a:off x="9669231" y="1865376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編號"/>
          <p:cNvSpPr/>
          <p:nvPr/>
        </p:nvSpPr>
        <p:spPr>
          <a:xfrm>
            <a:off x="10044135" y="1865376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標籤"/>
          <p:cNvSpPr/>
          <p:nvPr/>
        </p:nvSpPr>
        <p:spPr>
          <a:xfrm>
            <a:off x="10446471" y="1874520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100" dirty="0"/>
          </a:p>
        </p:txBody>
      </p:sp>
      <p:sp>
        <p:nvSpPr>
          <p:cNvPr id="37" name="編號"/>
          <p:cNvSpPr/>
          <p:nvPr/>
        </p:nvSpPr>
        <p:spPr>
          <a:xfrm>
            <a:off x="9669231" y="2322576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編號"/>
          <p:cNvSpPr/>
          <p:nvPr/>
        </p:nvSpPr>
        <p:spPr>
          <a:xfrm>
            <a:off x="10044135" y="2322576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100" dirty="0"/>
          </a:p>
        </p:txBody>
      </p:sp>
      <p:sp>
        <p:nvSpPr>
          <p:cNvPr id="39" name="標籤"/>
          <p:cNvSpPr/>
          <p:nvPr/>
        </p:nvSpPr>
        <p:spPr>
          <a:xfrm>
            <a:off x="10446471" y="2331720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100" dirty="0"/>
          </a:p>
        </p:txBody>
      </p:sp>
      <p:sp>
        <p:nvSpPr>
          <p:cNvPr id="40" name="卡片"/>
          <p:cNvSpPr/>
          <p:nvPr/>
        </p:nvSpPr>
        <p:spPr>
          <a:xfrm>
            <a:off x="548640" y="507492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400" dirty="0"/>
          </a:p>
        </p:txBody>
      </p:sp>
      <p:sp>
        <p:nvSpPr>
          <p:cNvPr id="42" name="編號"/>
          <p:cNvSpPr/>
          <p:nvPr/>
        </p:nvSpPr>
        <p:spPr>
          <a:xfrm>
            <a:off x="1144527" y="5815584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100" dirty="0"/>
          </a:p>
        </p:txBody>
      </p:sp>
      <p:sp>
        <p:nvSpPr>
          <p:cNvPr id="43" name="編號"/>
          <p:cNvSpPr/>
          <p:nvPr/>
        </p:nvSpPr>
        <p:spPr>
          <a:xfrm>
            <a:off x="1519431" y="5815584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標籤"/>
          <p:cNvSpPr/>
          <p:nvPr/>
        </p:nvSpPr>
        <p:spPr>
          <a:xfrm>
            <a:off x="1921767" y="5824728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100" dirty="0"/>
          </a:p>
        </p:txBody>
      </p:sp>
      <p:sp>
        <p:nvSpPr>
          <p:cNvPr id="45" name="編號"/>
          <p:cNvSpPr/>
          <p:nvPr/>
        </p:nvSpPr>
        <p:spPr>
          <a:xfrm>
            <a:off x="3918130" y="5815584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6" name="編號"/>
          <p:cNvSpPr/>
          <p:nvPr/>
        </p:nvSpPr>
        <p:spPr>
          <a:xfrm>
            <a:off x="4293034" y="5815584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7" name="標籤"/>
          <p:cNvSpPr/>
          <p:nvPr/>
        </p:nvSpPr>
        <p:spPr>
          <a:xfrm>
            <a:off x="4695370" y="5824728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100" dirty="0"/>
          </a:p>
        </p:txBody>
      </p:sp>
      <p:sp>
        <p:nvSpPr>
          <p:cNvPr id="48" name="編號"/>
          <p:cNvSpPr/>
          <p:nvPr/>
        </p:nvSpPr>
        <p:spPr>
          <a:xfrm>
            <a:off x="6879186" y="5815584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9" name="標籤"/>
          <p:cNvSpPr/>
          <p:nvPr/>
        </p:nvSpPr>
        <p:spPr>
          <a:xfrm>
            <a:off x="7281522" y="5824728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100" dirty="0"/>
          </a:p>
        </p:txBody>
      </p:sp>
      <p:sp>
        <p:nvSpPr>
          <p:cNvPr id="50" name="編號"/>
          <p:cNvSpPr/>
          <p:nvPr/>
        </p:nvSpPr>
        <p:spPr>
          <a:xfrm>
            <a:off x="9465338" y="5815584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51" name="編號"/>
          <p:cNvSpPr/>
          <p:nvPr/>
        </p:nvSpPr>
        <p:spPr>
          <a:xfrm>
            <a:off x="9840242" y="5815584"/>
            <a:ext cx="310896" cy="310896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  <p:sp>
        <p:nvSpPr>
          <p:cNvPr id="52" name="標籤"/>
          <p:cNvSpPr/>
          <p:nvPr/>
        </p:nvSpPr>
        <p:spPr>
          <a:xfrm>
            <a:off x="10242578" y="5824728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從個人特質到可遷移能力的三階段路徑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0292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5737860" y="2331720"/>
            <a:ext cx="356616" cy="3361700"/>
          </a:xfrm>
          <a:prstGeom prst="rect">
            <a:avLst/>
          </a:prstGeom>
          <a:solidFill>
            <a:srgbClr val="2E75B6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5737860" y="2890479"/>
            <a:ext cx="356616" cy="2802941"/>
          </a:xfrm>
          <a:prstGeom prst="rect">
            <a:avLst/>
          </a:prstGeom>
          <a:solidFill>
            <a:srgbClr val="2E75B6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5737860" y="3449239"/>
            <a:ext cx="356616" cy="2244181"/>
          </a:xfrm>
          <a:prstGeom prst="rect">
            <a:avLst/>
          </a:prstGeom>
          <a:solidFill>
            <a:srgbClr val="2E75B6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5737860" y="4007998"/>
            <a:ext cx="356616" cy="1685422"/>
          </a:xfrm>
          <a:prstGeom prst="rect">
            <a:avLst/>
          </a:prstGeom>
          <a:solidFill>
            <a:srgbClr val="2E75B6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5737860" y="4566757"/>
            <a:ext cx="356616" cy="1126663"/>
          </a:xfrm>
          <a:prstGeom prst="rect">
            <a:avLst/>
          </a:prstGeom>
          <a:solidFill>
            <a:srgbClr val="2E75B6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5737860" y="5125517"/>
            <a:ext cx="356616" cy="567903"/>
          </a:xfrm>
          <a:prstGeom prst="rect">
            <a:avLst/>
          </a:prstGeom>
          <a:solidFill>
            <a:srgbClr val="2E75B6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5559552" y="5684276"/>
            <a:ext cx="713232" cy="442204"/>
          </a:xfrm>
          <a:custGeom>
            <a:avLst/>
            <a:gdLst/>
            <a:ahLst/>
            <a:cxnLst/>
            <a:rect l="l" t="t" r="r" b="b"/>
            <a:pathLst>
              <a:path w="713232" h="442204">
                <a:moveTo>
                  <a:pt x="0" y="0"/>
                </a:moveTo>
                <a:lnTo>
                  <a:pt x="713232" y="0"/>
                </a:lnTo>
                <a:lnTo>
                  <a:pt x="356616" y="442204"/>
                </a:lnTo>
                <a:close/>
              </a:path>
            </a:pathLst>
          </a:custGeom>
          <a:solidFill>
            <a:srgbClr val="2E75B6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82512" y="576072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200" dirty="0"/>
          </a:p>
        </p:txBody>
      </p:sp>
      <p:sp>
        <p:nvSpPr>
          <p:cNvPr id="14" name="處理"/>
          <p:cNvSpPr/>
          <p:nvPr/>
        </p:nvSpPr>
        <p:spPr>
          <a:xfrm>
            <a:off x="548640" y="379476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41655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050" dirty="0"/>
          </a:p>
        </p:txBody>
      </p:sp>
      <p:sp>
        <p:nvSpPr>
          <p:cNvPr id="16" name="處理"/>
          <p:cNvSpPr/>
          <p:nvPr/>
        </p:nvSpPr>
        <p:spPr>
          <a:xfrm>
            <a:off x="1874520" y="2999232"/>
            <a:ext cx="91440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400" dirty="0"/>
          </a:p>
        </p:txBody>
      </p:sp>
      <p:sp>
        <p:nvSpPr>
          <p:cNvPr id="17" name="處理"/>
          <p:cNvSpPr/>
          <p:nvPr/>
        </p:nvSpPr>
        <p:spPr>
          <a:xfrm>
            <a:off x="1874520" y="4645152"/>
            <a:ext cx="91440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2743200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5175504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050" dirty="0"/>
          </a:p>
        </p:txBody>
      </p:sp>
      <p:sp>
        <p:nvSpPr>
          <p:cNvPr id="20" name="處理"/>
          <p:cNvSpPr/>
          <p:nvPr/>
        </p:nvSpPr>
        <p:spPr>
          <a:xfrm>
            <a:off x="3246120" y="379476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154680" y="4416552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050" dirty="0"/>
          </a:p>
        </p:txBody>
      </p:sp>
      <p:sp>
        <p:nvSpPr>
          <p:cNvPr id="22" name="連接線"/>
          <p:cNvSpPr/>
          <p:nvPr/>
        </p:nvSpPr>
        <p:spPr>
          <a:xfrm>
            <a:off x="14721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4721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8437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28437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4169664" y="274320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1325880"/>
                </a:moveTo>
                <a:lnTo>
                  <a:pt x="288036" y="1325880"/>
                </a:lnTo>
                <a:lnTo>
                  <a:pt x="288036" y="0"/>
                </a:lnTo>
                <a:lnTo>
                  <a:pt x="576072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4169664" y="4069080"/>
            <a:ext cx="576072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</p:sp>
      <p:sp>
        <p:nvSpPr>
          <p:cNvPr id="28" name="連接線"/>
          <p:cNvSpPr/>
          <p:nvPr/>
        </p:nvSpPr>
        <p:spPr>
          <a:xfrm>
            <a:off x="4169664" y="406908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0"/>
                </a:moveTo>
                <a:lnTo>
                  <a:pt x="288036" y="0"/>
                </a:lnTo>
                <a:lnTo>
                  <a:pt x="288036" y="1325880"/>
                </a:lnTo>
                <a:lnTo>
                  <a:pt x="576072" y="132588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4800600" y="2414016"/>
            <a:ext cx="1828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0600" y="241401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600" dirty="0"/>
          </a:p>
        </p:txBody>
      </p:sp>
      <p:sp>
        <p:nvSpPr>
          <p:cNvPr id="31" name="標籤"/>
          <p:cNvSpPr/>
          <p:nvPr/>
        </p:nvSpPr>
        <p:spPr>
          <a:xfrm>
            <a:off x="6000496" y="2286000"/>
            <a:ext cx="491744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000" dirty="0"/>
          </a:p>
        </p:txBody>
      </p:sp>
      <p:sp>
        <p:nvSpPr>
          <p:cNvPr id="32" name="標籤"/>
          <p:cNvSpPr/>
          <p:nvPr/>
        </p:nvSpPr>
        <p:spPr>
          <a:xfrm>
            <a:off x="4937760" y="2944368"/>
            <a:ext cx="618744" cy="256032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000" dirty="0"/>
          </a:p>
        </p:txBody>
      </p:sp>
      <p:sp>
        <p:nvSpPr>
          <p:cNvPr id="33" name="卡片"/>
          <p:cNvSpPr/>
          <p:nvPr/>
        </p:nvSpPr>
        <p:spPr>
          <a:xfrm>
            <a:off x="4800600" y="3739896"/>
            <a:ext cx="1828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00600" y="373989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600" dirty="0"/>
          </a:p>
        </p:txBody>
      </p:sp>
      <p:sp>
        <p:nvSpPr>
          <p:cNvPr id="35" name="標籤"/>
          <p:cNvSpPr/>
          <p:nvPr/>
        </p:nvSpPr>
        <p:spPr>
          <a:xfrm>
            <a:off x="6000496" y="3611880"/>
            <a:ext cx="491744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000" dirty="0"/>
          </a:p>
        </p:txBody>
      </p:sp>
      <p:sp>
        <p:nvSpPr>
          <p:cNvPr id="36" name="標籤"/>
          <p:cNvSpPr/>
          <p:nvPr/>
        </p:nvSpPr>
        <p:spPr>
          <a:xfrm>
            <a:off x="4937760" y="4270248"/>
            <a:ext cx="618744" cy="256032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000" dirty="0"/>
          </a:p>
        </p:txBody>
      </p:sp>
      <p:sp>
        <p:nvSpPr>
          <p:cNvPr id="37" name="卡片"/>
          <p:cNvSpPr/>
          <p:nvPr/>
        </p:nvSpPr>
        <p:spPr>
          <a:xfrm>
            <a:off x="4800600" y="5065776"/>
            <a:ext cx="1828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00600" y="506577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600" dirty="0"/>
          </a:p>
        </p:txBody>
      </p:sp>
      <p:sp>
        <p:nvSpPr>
          <p:cNvPr id="39" name="標籤"/>
          <p:cNvSpPr/>
          <p:nvPr/>
        </p:nvSpPr>
        <p:spPr>
          <a:xfrm>
            <a:off x="6000496" y="4937760"/>
            <a:ext cx="491744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000" dirty="0"/>
          </a:p>
        </p:txBody>
      </p:sp>
      <p:sp>
        <p:nvSpPr>
          <p:cNvPr id="40" name="標籤"/>
          <p:cNvSpPr/>
          <p:nvPr/>
        </p:nvSpPr>
        <p:spPr>
          <a:xfrm>
            <a:off x="4937760" y="5596128"/>
            <a:ext cx="618744" cy="256032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000" dirty="0"/>
          </a:p>
        </p:txBody>
      </p:sp>
      <p:sp>
        <p:nvSpPr>
          <p:cNvPr id="41" name="寬欄條"/>
          <p:cNvSpPr/>
          <p:nvPr/>
        </p:nvSpPr>
        <p:spPr>
          <a:xfrm>
            <a:off x="7086600" y="2057400"/>
            <a:ext cx="548640" cy="388620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7818120" y="2057400"/>
            <a:ext cx="548640" cy="388620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766560" y="17556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100" dirty="0"/>
          </a:p>
        </p:txBody>
      </p:sp>
      <p:sp>
        <p:nvSpPr>
          <p:cNvPr id="44" name="編號"/>
          <p:cNvSpPr/>
          <p:nvPr/>
        </p:nvSpPr>
        <p:spPr>
          <a:xfrm>
            <a:off x="7141464" y="2523744"/>
            <a:ext cx="438912" cy="438912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400" dirty="0"/>
          </a:p>
        </p:txBody>
      </p:sp>
      <p:sp>
        <p:nvSpPr>
          <p:cNvPr id="45" name="編號"/>
          <p:cNvSpPr/>
          <p:nvPr/>
        </p:nvSpPr>
        <p:spPr>
          <a:xfrm>
            <a:off x="7872984" y="2523744"/>
            <a:ext cx="438912" cy="438912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400" dirty="0"/>
          </a:p>
        </p:txBody>
      </p:sp>
      <p:sp>
        <p:nvSpPr>
          <p:cNvPr id="46" name="線條"/>
          <p:cNvSpPr/>
          <p:nvPr/>
        </p:nvSpPr>
        <p:spPr>
          <a:xfrm>
            <a:off x="6702552" y="274320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7" name="編號"/>
          <p:cNvSpPr/>
          <p:nvPr/>
        </p:nvSpPr>
        <p:spPr>
          <a:xfrm>
            <a:off x="7141464" y="3849624"/>
            <a:ext cx="438912" cy="438912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400" dirty="0"/>
          </a:p>
        </p:txBody>
      </p:sp>
      <p:sp>
        <p:nvSpPr>
          <p:cNvPr id="48" name="編號"/>
          <p:cNvSpPr/>
          <p:nvPr/>
        </p:nvSpPr>
        <p:spPr>
          <a:xfrm>
            <a:off x="7872984" y="3849624"/>
            <a:ext cx="438912" cy="438912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400" dirty="0"/>
          </a:p>
        </p:txBody>
      </p:sp>
      <p:sp>
        <p:nvSpPr>
          <p:cNvPr id="49" name="線條"/>
          <p:cNvSpPr/>
          <p:nvPr/>
        </p:nvSpPr>
        <p:spPr>
          <a:xfrm>
            <a:off x="6702552" y="406908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0" name="編號"/>
          <p:cNvSpPr/>
          <p:nvPr/>
        </p:nvSpPr>
        <p:spPr>
          <a:xfrm>
            <a:off x="7141464" y="5175504"/>
            <a:ext cx="438912" cy="438912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400" dirty="0"/>
          </a:p>
        </p:txBody>
      </p:sp>
      <p:sp>
        <p:nvSpPr>
          <p:cNvPr id="51" name="編號"/>
          <p:cNvSpPr/>
          <p:nvPr/>
        </p:nvSpPr>
        <p:spPr>
          <a:xfrm>
            <a:off x="7872984" y="5175504"/>
            <a:ext cx="438912" cy="438912"/>
          </a:xfrm>
          <a:prstGeom prst="ellipse">
            <a:avLst/>
          </a:prstGeom>
          <a:solidFill>
            <a:srgbClr val="1F4E79"/>
          </a:solidFill>
          <a:ln w="22225">
            <a:solidFill>
              <a:srgbClr val="FFFFFF"/>
            </a:solidFill>
            <a:prstDash val="solid"/>
          </a:ln>
          <a:effectLst>
            <a:outerShdw blurRad="53340" dist="1905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400" dirty="0"/>
          </a:p>
        </p:txBody>
      </p:sp>
      <p:sp>
        <p:nvSpPr>
          <p:cNvPr id="52" name="線條"/>
          <p:cNvSpPr/>
          <p:nvPr/>
        </p:nvSpPr>
        <p:spPr>
          <a:xfrm>
            <a:off x="6702552" y="539496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3" name="線條"/>
          <p:cNvSpPr/>
          <p:nvPr/>
        </p:nvSpPr>
        <p:spPr>
          <a:xfrm>
            <a:off x="8366760" y="2743200"/>
            <a:ext cx="22860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54" name="連接線"/>
          <p:cNvSpPr/>
          <p:nvPr/>
        </p:nvSpPr>
        <p:spPr>
          <a:xfrm>
            <a:off x="8595360" y="245059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8915400" y="23134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100" dirty="0"/>
          </a:p>
        </p:txBody>
      </p:sp>
      <p:sp>
        <p:nvSpPr>
          <p:cNvPr id="56" name="連接線"/>
          <p:cNvSpPr/>
          <p:nvPr/>
        </p:nvSpPr>
        <p:spPr>
          <a:xfrm>
            <a:off x="8595360" y="274320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915400" y="28986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100" dirty="0"/>
          </a:p>
        </p:txBody>
      </p:sp>
      <p:sp>
        <p:nvSpPr>
          <p:cNvPr id="58" name="線條"/>
          <p:cNvSpPr/>
          <p:nvPr/>
        </p:nvSpPr>
        <p:spPr>
          <a:xfrm>
            <a:off x="8366760" y="4069080"/>
            <a:ext cx="22860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8595360" y="377647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915400" y="36393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100" dirty="0"/>
          </a:p>
        </p:txBody>
      </p:sp>
      <p:sp>
        <p:nvSpPr>
          <p:cNvPr id="61" name="連接線"/>
          <p:cNvSpPr/>
          <p:nvPr/>
        </p:nvSpPr>
        <p:spPr>
          <a:xfrm>
            <a:off x="8595360" y="406908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8915400" y="42245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100" dirty="0"/>
          </a:p>
        </p:txBody>
      </p:sp>
      <p:sp>
        <p:nvSpPr>
          <p:cNvPr id="63" name="線條"/>
          <p:cNvSpPr/>
          <p:nvPr/>
        </p:nvSpPr>
        <p:spPr>
          <a:xfrm>
            <a:off x="8366760" y="5394960"/>
            <a:ext cx="22860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64" name="連接線"/>
          <p:cNvSpPr/>
          <p:nvPr/>
        </p:nvSpPr>
        <p:spPr>
          <a:xfrm>
            <a:off x="8595360" y="510235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915400" y="49651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100" dirty="0"/>
          </a:p>
        </p:txBody>
      </p:sp>
      <p:sp>
        <p:nvSpPr>
          <p:cNvPr id="66" name="連接線"/>
          <p:cNvSpPr/>
          <p:nvPr/>
        </p:nvSpPr>
        <p:spPr>
          <a:xfrm>
            <a:off x="8595360" y="539496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915400" y="55504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100" dirty="0"/>
          </a:p>
        </p:txBody>
      </p:sp>
      <p:sp>
        <p:nvSpPr>
          <p:cNvPr id="68" name="漸隱直條"/>
          <p:cNvSpPr/>
          <p:nvPr/>
        </p:nvSpPr>
        <p:spPr>
          <a:xfrm>
            <a:off x="11333988" y="2248510"/>
            <a:ext cx="173736" cy="3513125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11333988" y="2540508"/>
            <a:ext cx="173736" cy="292912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11333988" y="2832506"/>
            <a:ext cx="173736" cy="2345131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1333988" y="3124505"/>
            <a:ext cx="173736" cy="1761134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11333988" y="3416503"/>
            <a:ext cx="173736" cy="117713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11333988" y="3708502"/>
            <a:ext cx="173736" cy="593141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1247120" y="205740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191110"/>
                </a:moveTo>
                <a:lnTo>
                  <a:pt x="173736" y="0"/>
                </a:lnTo>
                <a:lnTo>
                  <a:pt x="347472" y="191110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1247120" y="575249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0"/>
                </a:moveTo>
                <a:lnTo>
                  <a:pt x="347472" y="0"/>
                </a:lnTo>
                <a:lnTo>
                  <a:pt x="173736" y="191110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0378440" y="17556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0378440" y="59893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商務深藍卡片</dc:title>
  <dc:subject>PptxGenJS Presentation</dc:subject>
  <dc:creator>PPT Style Studio</dc:creator>
  <cp:lastModifiedBy>PPT Style Studio</cp:lastModifiedBy>
  <cp:revision>1</cp:revision>
  <dcterms:created xsi:type="dcterms:W3CDTF">2026-10-09T04:47:15Z</dcterms:created>
  <dcterms:modified xsi:type="dcterms:W3CDTF">2026-10-09T04:47:15Z</dcterms:modified>
</cp:coreProperties>
</file>