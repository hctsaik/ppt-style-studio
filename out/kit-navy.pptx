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598752" y="4773168"/>
            <a:ext cx="694944" cy="694944"/>
            <a:chOff x="3598752" y="4773168"/>
            <a:chExt cx="694944" cy="694944"/>
          </a:xfrm>
        </p:grpSpPr>
        <p:sp>
          <p:nvSpPr>
            <p:cNvPr id="92" name="外圈細環"/>
            <p:cNvSpPr/>
            <p:nvPr/>
          </p:nvSpPr>
          <p:spPr>
            <a:xfrm>
              <a:off x="3598752" y="4773168"/>
              <a:ext cx="694944" cy="694944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D9D9D9"/>
              </a:solidFill>
              <a:prstDash val="solid"/>
            </a:ln>
            <a:effectLst>
              <a:outerShdw blurRad="203200" dist="25400" dir="5400000" sx="102000" sy="102000" algn="ctr" rotWithShape="0">
                <a:srgbClr val="000000">
                  <a:alpha val="32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2E75B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15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22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7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4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7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44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6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8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1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3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5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6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83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86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2026-10-09T02:10:51Z</dcterms:created>
  <dcterms:modified xsi:type="dcterms:W3CDTF">2026-10-09T02:10:51Z</dcterms:modified>
</cp:coreProperties>
</file>