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2E75B6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783080" y="2286000"/>
            <a:ext cx="2651760" cy="2651760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2" name="Text 10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2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1144981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10" name="外圈細環"/>
          <p:cNvSpPr/>
          <p:nvPr/>
        </p:nvSpPr>
        <p:spPr>
          <a:xfrm>
            <a:off x="4843120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4" name="外圈細環"/>
          <p:cNvSpPr/>
          <p:nvPr/>
        </p:nvSpPr>
        <p:spPr>
          <a:xfrm>
            <a:off x="8541258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8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6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2026-10-07T22:46:04Z</dcterms:created>
  <dcterms:modified xsi:type="dcterms:W3CDTF">2026-10-07T22:46:04Z</dcterms:modified>
</cp:coreProperties>
</file>