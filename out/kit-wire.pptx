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2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6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8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5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4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5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1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2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2" name="Text 9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400" dirty="0"/>
          </a:p>
        </p:txBody>
      </p:sp>
      <p:sp>
        <p:nvSpPr>
          <p:cNvPr id="5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7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9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1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3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5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7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19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1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3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5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7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29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1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3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5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7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39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1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3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5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7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49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1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3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5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7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59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1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3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5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7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69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1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3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5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7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79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1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3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5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7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89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1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3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5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7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99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1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3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5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7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09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1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3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5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7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19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1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3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2098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5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6" name="小節"/>
          <p:cNvSpPr/>
          <p:nvPr/>
        </p:nvSpPr>
        <p:spPr>
          <a:xfrm>
            <a:off x="548640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7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2098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0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2225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3" name="卡片"/>
            <p:cNvSpPr/>
            <p:nvPr/>
          </p:nvSpPr>
          <p:spPr>
            <a:xfrm>
              <a:off x="4773168" y="5276088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18288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7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39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0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2098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1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2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17526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4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17526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7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17526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0" name="連接線"/>
            <p:cNvCxnSpPr>
              <a:stCxn id="141" idx="6"/>
              <a:endCxn id="144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51" name="連接線"/>
            <p:cNvCxnSpPr>
              <a:stCxn id="144" idx="6"/>
              <a:endCxn id="147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2" name="Text 1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2026-10-09T02:55:48Z</dcterms:created>
  <dcterms:modified xsi:type="dcterms:W3CDTF">2026-10-09T02:55:48Z</dcterms:modified>
</cp:coreProperties>
</file>