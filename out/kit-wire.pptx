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EEF0F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4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6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8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2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5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7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69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0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1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5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8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79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0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3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5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7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89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2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4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8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99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0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ln w="9525">
              <a:solidFill>
                <a:srgbClr val="A6A6A6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3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7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09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2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4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6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4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7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2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5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7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8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0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1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22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4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25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8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29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0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1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2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3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7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8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9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0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1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42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3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9525">
              <a:solidFill>
                <a:srgbClr val="7F7F7F"/>
              </a:solidFill>
              <a:prstDash val="solid"/>
              <a:tailEnd type="arrow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4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7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54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9525">
              <a:solidFill>
                <a:srgbClr val="7F7F7F"/>
              </a:solidFill>
              <a:prstDash val="solid"/>
              <a:tailEnd type="arrow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9525">
              <a:solidFill>
                <a:srgbClr val="7F7F7F"/>
              </a:solidFill>
              <a:prstDash val="solid"/>
              <a:tailEnd type="arrow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56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8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64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5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6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7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8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9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</p:grpSp>
      <p:sp>
        <p:nvSpPr>
          <p:cNvPr id="70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7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4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75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7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78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0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2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10093947" y="5184648"/>
              <a:ext cx="475488" cy="0"/>
            </a:xfrm>
            <a:prstGeom prst="line">
              <a:avLst/>
            </a:prstGeom>
            <a:noFill/>
            <a:ln w="9525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000" dirty="0"/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000" dirty="0"/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000" dirty="0"/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200" dirty="0"/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000" dirty="0"/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000" dirty="0"/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9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arrow" w="lg" len="lg"/>
          </a:ln>
        </p:spPr>
      </p: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49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5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6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8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9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2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9525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sp>
      <p:sp>
        <p:nvSpPr>
          <p:cNvPr id="33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300" dirty="0"/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100" dirty="0"/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2026-10-09T02:18:02Z</dcterms:created>
  <dcterms:modified xsi:type="dcterms:W3CDTF">2026-10-09T02:18:02Z</dcterms:modified>
</cp:coreProperties>
</file>