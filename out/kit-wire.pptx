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元件總表 Element Catalog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EEF0F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4F5BD5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4F5BD5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sp>
        <p:nvSpPr>
          <p:cNvPr id="34" name="判斷菱形"/>
          <p:cNvSpPr/>
          <p:nvPr/>
        </p:nvSpPr>
        <p:spPr>
          <a:xfrm>
            <a:off x="10330695" y="2313432"/>
            <a:ext cx="566928" cy="475488"/>
          </a:xfrm>
          <a:prstGeom prst="diamond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10897623" y="2551176"/>
            <a:ext cx="54864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36" name="標註"/>
          <p:cNvSpPr/>
          <p:nvPr/>
        </p:nvSpPr>
        <p:spPr>
          <a:xfrm>
            <a:off x="10915911" y="236829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800" dirty="0"/>
          </a:p>
        </p:txBody>
      </p: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1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53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4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4F5BD5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6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8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59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1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sp>
        <p:nvSpPr>
          <p:cNvPr id="62" name="三角分隔"/>
          <p:cNvSpPr/>
          <p:nvPr/>
        </p:nvSpPr>
        <p:spPr>
          <a:xfrm>
            <a:off x="9214735" y="3730752"/>
            <a:ext cx="155448" cy="201168"/>
          </a:xfrm>
          <a:custGeom>
            <a:avLst/>
            <a:gdLst/>
            <a:ahLst/>
            <a:cxnLst/>
            <a:rect l="l" t="t" r="r" b="b"/>
            <a:pathLst>
              <a:path w="155448" h="201168">
                <a:moveTo>
                  <a:pt x="0" y="0"/>
                </a:moveTo>
                <a:lnTo>
                  <a:pt x="155448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V 形分隔"/>
          <p:cNvSpPr/>
          <p:nvPr/>
        </p:nvSpPr>
        <p:spPr>
          <a:xfrm>
            <a:off x="9708511" y="3703320"/>
            <a:ext cx="146304" cy="256032"/>
          </a:xfrm>
          <a:prstGeom prst="chevron">
            <a:avLst>
              <a:gd name="adj" fmla="val 62500"/>
            </a:avLst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5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7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8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69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0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1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sp>
        <p:nvSpPr>
          <p:cNvPr id="75" name="警告三角"/>
          <p:cNvSpPr/>
          <p:nvPr/>
        </p:nvSpPr>
        <p:spPr>
          <a:xfrm>
            <a:off x="6507050" y="4266225"/>
            <a:ext cx="476044" cy="410383"/>
          </a:xfrm>
          <a:custGeom>
            <a:avLst/>
            <a:gdLst/>
            <a:ahLst/>
            <a:cxnLst/>
            <a:rect l="l" t="t" r="r" b="b"/>
            <a:pathLst>
              <a:path w="476044" h="410383">
                <a:moveTo>
                  <a:pt x="0" y="410383"/>
                </a:moveTo>
                <a:lnTo>
                  <a:pt x="238022" y="0"/>
                </a:lnTo>
                <a:lnTo>
                  <a:pt x="476044" y="410383"/>
                </a:lnTo>
                <a:close/>
              </a:path>
            </a:pathLst>
          </a:custGeom>
          <a:solidFill>
            <a:srgbClr val="C0504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驚嘆號"/>
          <p:cNvSpPr/>
          <p:nvPr/>
        </p:nvSpPr>
        <p:spPr>
          <a:xfrm>
            <a:off x="6507050" y="4389339"/>
            <a:ext cx="476044" cy="27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700" dirty="0"/>
          </a:p>
        </p:txBody>
      </p:sp>
      <p:sp>
        <p:nvSpPr>
          <p:cNvPr id="77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8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79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sp>
        <p:nvSpPr>
          <p:cNvPr id="80" name="流程方塊"/>
          <p:cNvSpPr/>
          <p:nvPr/>
        </p:nvSpPr>
        <p:spPr>
          <a:xfrm>
            <a:off x="8995279" y="4270248"/>
            <a:ext cx="10972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待處理</a:t>
            </a:r>
            <a:endParaRPr lang="en-US" sz="1150" dirty="0"/>
          </a:p>
        </p:txBody>
      </p:sp>
      <p:sp>
        <p:nvSpPr>
          <p:cNvPr id="81" name="提示紅點"/>
          <p:cNvSpPr/>
          <p:nvPr/>
        </p:nvSpPr>
        <p:spPr>
          <a:xfrm>
            <a:off x="9996547" y="4210812"/>
            <a:ext cx="155448" cy="155448"/>
          </a:xfrm>
          <a:prstGeom prst="ellipse">
            <a:avLst/>
          </a:prstGeom>
          <a:solidFill>
            <a:srgbClr val="C0504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3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5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6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7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sp>
        <p:nvSpPr>
          <p:cNvPr id="89" name="外圈細環"/>
          <p:cNvSpPr/>
          <p:nvPr/>
        </p:nvSpPr>
        <p:spPr>
          <a:xfrm>
            <a:off x="3607896" y="4873752"/>
            <a:ext cx="676656" cy="6766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大圓"/>
          <p:cNvSpPr/>
          <p:nvPr/>
        </p:nvSpPr>
        <p:spPr>
          <a:xfrm>
            <a:off x="3662760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2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sp>
        <p:nvSpPr>
          <p:cNvPr id="94" name="編號"/>
          <p:cNvSpPr/>
          <p:nvPr/>
        </p:nvSpPr>
        <p:spPr>
          <a:xfrm>
            <a:off x="6205576" y="5056632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000" dirty="0"/>
          </a:p>
        </p:txBody>
      </p:sp>
      <p:sp>
        <p:nvSpPr>
          <p:cNvPr id="95" name="編號"/>
          <p:cNvSpPr/>
          <p:nvPr/>
        </p:nvSpPr>
        <p:spPr>
          <a:xfrm>
            <a:off x="6589624" y="5056632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000" dirty="0"/>
          </a:p>
        </p:txBody>
      </p:sp>
      <p:sp>
        <p:nvSpPr>
          <p:cNvPr id="96" name="編號"/>
          <p:cNvSpPr/>
          <p:nvPr/>
        </p:nvSpPr>
        <p:spPr>
          <a:xfrm>
            <a:off x="6973672" y="5056632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3A3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000" dirty="0"/>
          </a:p>
        </p:txBody>
      </p:sp>
      <p:sp>
        <p:nvSpPr>
          <p:cNvPr id="97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8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99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sp>
        <p:nvSpPr>
          <p:cNvPr id="100" name="標籤"/>
          <p:cNvSpPr/>
          <p:nvPr/>
        </p:nvSpPr>
        <p:spPr>
          <a:xfrm>
            <a:off x="8990199" y="5074920"/>
            <a:ext cx="517144" cy="27432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100" dirty="0"/>
          </a:p>
        </p:txBody>
      </p:sp>
      <p:sp>
        <p:nvSpPr>
          <p:cNvPr id="101" name="標籤"/>
          <p:cNvSpPr/>
          <p:nvPr/>
        </p:nvSpPr>
        <p:spPr>
          <a:xfrm>
            <a:off x="9580495" y="5074920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sp>
        <p:nvSpPr>
          <p:cNvPr id="103" name="圓點"/>
          <p:cNvSpPr/>
          <p:nvPr/>
        </p:nvSpPr>
        <p:spPr>
          <a:xfrm>
            <a:off x="10600443" y="5143500"/>
            <a:ext cx="137160" cy="137160"/>
          </a:xfrm>
          <a:prstGeom prst="ellipse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圓點"/>
          <p:cNvSpPr/>
          <p:nvPr/>
        </p:nvSpPr>
        <p:spPr>
          <a:xfrm>
            <a:off x="10874763" y="5143500"/>
            <a:ext cx="137160" cy="137160"/>
          </a:xfrm>
          <a:prstGeom prst="ellipse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圓點"/>
          <p:cNvSpPr/>
          <p:nvPr/>
        </p:nvSpPr>
        <p:spPr>
          <a:xfrm>
            <a:off x="11149083" y="5143500"/>
            <a:ext cx="137160" cy="137160"/>
          </a:xfrm>
          <a:prstGeom prst="ellipse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7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8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sp>
        <p:nvSpPr>
          <p:cNvPr id="109" name="群組框"/>
          <p:cNvSpPr/>
          <p:nvPr/>
        </p:nvSpPr>
        <p:spPr>
          <a:xfrm>
            <a:off x="1998160" y="5806440"/>
            <a:ext cx="1097280" cy="365760"/>
          </a:xfrm>
          <a:prstGeom prst="rect">
            <a:avLst/>
          </a:prstGeom>
          <a:ln w="9525">
            <a:solidFill>
              <a:srgbClr val="8C8C8C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群組名稱"/>
          <p:cNvSpPr/>
          <p:nvPr/>
        </p:nvSpPr>
        <p:spPr>
          <a:xfrm>
            <a:off x="2089600" y="5724144"/>
            <a:ext cx="566928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群組 A</a:t>
            </a:r>
            <a:endParaRPr lang="en-US" sz="800" dirty="0"/>
          </a:p>
        </p:txBody>
      </p:sp>
      <p:sp>
        <p:nvSpPr>
          <p:cNvPr id="111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2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4" name="卡片"/>
          <p:cNvSpPr/>
          <p:nvPr/>
        </p:nvSpPr>
        <p:spPr>
          <a:xfrm>
            <a:off x="4797008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6" name="卡片"/>
          <p:cNvSpPr/>
          <p:nvPr/>
        </p:nvSpPr>
        <p:spPr>
          <a:xfrm>
            <a:off x="6196432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sp>
        <p:nvSpPr>
          <p:cNvPr id="118" name="卡片"/>
          <p:cNvSpPr/>
          <p:nvPr/>
        </p:nvSpPr>
        <p:spPr>
          <a:xfrm>
            <a:off x="7595855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表頭"/>
          <p:cNvSpPr/>
          <p:nvPr/>
        </p:nvSpPr>
        <p:spPr>
          <a:xfrm>
            <a:off x="7595855" y="5751576"/>
            <a:ext cx="1097280" cy="1463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sp>
        <p:nvSpPr>
          <p:cNvPr id="121" name="卡片"/>
          <p:cNvSpPr/>
          <p:nvPr/>
        </p:nvSpPr>
        <p:spPr>
          <a:xfrm>
            <a:off x="8995279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側邊色條"/>
          <p:cNvSpPr/>
          <p:nvPr/>
        </p:nvSpPr>
        <p:spPr>
          <a:xfrm>
            <a:off x="8995279" y="5751576"/>
            <a:ext cx="54864" cy="42062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sp>
        <p:nvSpPr>
          <p:cNvPr id="124" name="寬欄條"/>
          <p:cNvSpPr/>
          <p:nvPr/>
        </p:nvSpPr>
        <p:spPr>
          <a:xfrm>
            <a:off x="10577583" y="5751576"/>
            <a:ext cx="310896" cy="420624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寬欄條"/>
          <p:cNvSpPr/>
          <p:nvPr/>
        </p:nvSpPr>
        <p:spPr>
          <a:xfrm>
            <a:off x="10998207" y="5751576"/>
            <a:ext cx="310896" cy="420624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7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29" name="Text 12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風格規範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色彩、字級與元件語言一覽：全部 0.75pt 髮絲線、無填色無陰影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#4F5BD5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2B2B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EEF0FB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#EEF0FB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0.75pt</a:t>
            </a:r>
            <a:endParaRPr lang="en-US" sz="1000" dirty="0"/>
          </a:p>
        </p:txBody>
      </p:sp>
      <p:sp>
        <p:nvSpPr>
          <p:cNvPr id="39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線條"/>
          <p:cNvSpPr/>
          <p:nvPr/>
        </p:nvSpPr>
        <p:spPr>
          <a:xfrm>
            <a:off x="8595360" y="2532888"/>
            <a:ext cx="1188720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42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</a:t>
            </a:r>
            <a:endParaRPr lang="en-US" sz="1000" dirty="0"/>
          </a:p>
        </p:txBody>
      </p:sp>
      <p:sp>
        <p:nvSpPr>
          <p:cNvPr id="45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46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47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48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空心細圓</a:t>
            </a:r>
            <a:endParaRPr lang="en-US" sz="1000" dirty="0"/>
          </a:p>
        </p:txBody>
      </p:sp>
      <p:sp>
        <p:nvSpPr>
          <p:cNvPr id="51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200" dirty="0"/>
          </a:p>
        </p:txBody>
      </p:sp>
      <p:sp>
        <p:nvSpPr>
          <p:cNvPr id="52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200" dirty="0"/>
          </a:p>
        </p:txBody>
      </p:sp>
      <p:sp>
        <p:nvSpPr>
          <p:cNvPr id="53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開放箭頭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59" name="線條"/>
          <p:cNvSpPr/>
          <p:nvPr/>
        </p:nvSpPr>
        <p:spPr>
          <a:xfrm>
            <a:off x="767181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0" name="Text 58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1" name="線條"/>
          <p:cNvSpPr/>
          <p:nvPr/>
        </p:nvSpPr>
        <p:spPr>
          <a:xfrm>
            <a:off x="876909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2" name="Text 60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3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0.75pt 實線＋開放箭頭</a:t>
            </a:r>
            <a:endParaRPr lang="en-US" sz="1000" dirty="0"/>
          </a:p>
        </p:txBody>
      </p:sp>
      <p:sp>
        <p:nvSpPr>
          <p:cNvPr id="66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67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 V 形</a:t>
            </a:r>
            <a:endParaRPr lang="en-US" sz="1000" dirty="0"/>
          </a:p>
        </p:txBody>
      </p:sp>
      <p:sp>
        <p:nvSpPr>
          <p:cNvPr id="71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2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3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卡片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7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1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3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4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線條"/>
          <p:cNvSpPr/>
          <p:nvPr/>
        </p:nvSpPr>
        <p:spPr>
          <a:xfrm>
            <a:off x="8232343" y="2404872"/>
            <a:ext cx="3410712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2343" y="1874520"/>
            <a:ext cx="73152" cy="530352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標籤與編號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8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圓形與流程鏈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4100" dirty="0"/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6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7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18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19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0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1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連接線與箭頭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9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10" name="Text 8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6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ot"/>
            <a:tailEnd type="arrow" w="lg" len="lg"/>
          </a:ln>
        </p:spPr>
      </p:sp>
      <p:sp>
        <p:nvSpPr>
          <p:cNvPr id="20" name="Text 18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4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28" name="線條"/>
          <p:cNvSpPr/>
          <p:nvPr/>
        </p:nvSpPr>
        <p:spPr>
          <a:xfrm>
            <a:off x="109116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29" name="Text 27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208477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31" name="Text 2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35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36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2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3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45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6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7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48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49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0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流程圖符號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5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6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8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9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2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9525">
            <a:solidFill>
              <a:srgbClr val="7F7F7F"/>
            </a:solidFill>
            <a:prstDash val="sysDash"/>
            <a:headEnd type="triangle" w="lg" len="lg"/>
            <a:tailEnd type="arrow" w="lg" len="lg"/>
          </a:ln>
        </p:spPr>
      </p:sp>
      <p:sp>
        <p:nvSpPr>
          <p:cNvPr id="33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結構元件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F5BD5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6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7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38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300" dirty="0"/>
          </a:p>
        </p:txBody>
      </p:sp>
      <p:sp>
        <p:nvSpPr>
          <p:cNvPr id="42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300" dirty="0"/>
          </a:p>
        </p:txBody>
      </p:sp>
      <p:sp>
        <p:nvSpPr>
          <p:cNvPr id="45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300" dirty="0"/>
          </a:p>
        </p:txBody>
      </p:sp>
      <p:sp>
        <p:nvSpPr>
          <p:cNvPr id="48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高效溝通：讓想法被看見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Why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8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What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4" name="線條"/>
          <p:cNvSpPr/>
          <p:nvPr/>
        </p:nvSpPr>
        <p:spPr>
          <a:xfrm>
            <a:off x="3961486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5" name="線條"/>
          <p:cNvSpPr/>
          <p:nvPr/>
        </p:nvSpPr>
        <p:spPr>
          <a:xfrm>
            <a:off x="7659624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7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2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策略規劃框架地圖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2403592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0" name="線條"/>
          <p:cNvSpPr/>
          <p:nvPr/>
        </p:nvSpPr>
        <p:spPr>
          <a:xfrm>
            <a:off x="4706600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1" name="Text 9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2" name="線條"/>
          <p:cNvSpPr/>
          <p:nvPr/>
        </p:nvSpPr>
        <p:spPr>
          <a:xfrm>
            <a:off x="7009608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5" name="線條"/>
          <p:cNvSpPr/>
          <p:nvPr/>
        </p:nvSpPr>
        <p:spPr>
          <a:xfrm>
            <a:off x="9312615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952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01</a:t>
            </a:r>
            <a:endParaRPr lang="en-US" sz="1100" dirty="0"/>
          </a:p>
        </p:txBody>
      </p:sp>
      <p:sp>
        <p:nvSpPr>
          <p:cNvPr id="28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02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03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04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06</a:t>
            </a:r>
            <a:endParaRPr lang="en-US" sz="1100" dirty="0"/>
          </a:p>
        </p:txBody>
      </p:sp>
      <p:sp>
        <p:nvSpPr>
          <p:cNvPr id="35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07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39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12</a:t>
            </a:r>
            <a:endParaRPr lang="en-US" sz="1100" dirty="0"/>
          </a:p>
        </p:txBody>
      </p:sp>
      <p:sp>
        <p:nvSpPr>
          <p:cNvPr id="46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13</a:t>
            </a:r>
            <a:endParaRPr lang="en-US" sz="1100" dirty="0"/>
          </a:p>
        </p:txBody>
      </p:sp>
      <p:sp>
        <p:nvSpPr>
          <p:cNvPr id="48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14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15</a:t>
            </a:r>
            <a:endParaRPr lang="en-US" sz="1100" dirty="0"/>
          </a:p>
        </p:txBody>
      </p:sp>
      <p:sp>
        <p:nvSpPr>
          <p:cNvPr id="51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能力成長地圖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4F5BD5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400" dirty="0"/>
          </a:p>
        </p:txBody>
      </p:sp>
      <p:sp>
        <p:nvSpPr>
          <p:cNvPr id="45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6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3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5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7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0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5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7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極簡線框</dc:title>
  <dc:subject>PptxGenJS Presentation</dc:subject>
  <dc:creator>PPT Style Studio</dc:creator>
  <cp:lastModifiedBy>PPT Style Studio</cp:lastModifiedBy>
  <cp:revision>1</cp:revision>
  <dcterms:created xsi:type="dcterms:W3CDTF">2026-10-08T23:05:43Z</dcterms:created>
  <dcterms:modified xsi:type="dcterms:W3CDTF">2026-10-08T23:05:43Z</dcterms:modified>
</cp:coreProperties>
</file>