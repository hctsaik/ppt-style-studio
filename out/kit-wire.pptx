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元件總表 Element Catalog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400" dirty="0"/>
          </a:p>
        </p:txBody>
      </p:sp>
      <p:sp>
        <p:nvSpPr>
          <p:cNvPr id="5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6" name="流程方塊"/>
          <p:cNvSpPr/>
          <p:nvPr/>
        </p:nvSpPr>
        <p:spPr>
          <a:xfrm>
            <a:off x="1998160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7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8" name="流程方塊"/>
          <p:cNvSpPr/>
          <p:nvPr/>
        </p:nvSpPr>
        <p:spPr>
          <a:xfrm>
            <a:off x="3397584" y="1673352"/>
            <a:ext cx="1097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9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0" name="流程方塊"/>
          <p:cNvSpPr/>
          <p:nvPr/>
        </p:nvSpPr>
        <p:spPr>
          <a:xfrm>
            <a:off x="4797008" y="1673352"/>
            <a:ext cx="1097280" cy="384048"/>
          </a:xfrm>
          <a:prstGeom prst="rect">
            <a:avLst/>
          </a:prstGeom>
          <a:solidFill>
            <a:srgbClr val="EEF0F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1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2" name="流程方塊"/>
          <p:cNvSpPr/>
          <p:nvPr/>
        </p:nvSpPr>
        <p:spPr>
          <a:xfrm>
            <a:off x="6196432" y="1673352"/>
            <a:ext cx="1097280" cy="384048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3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4" name="流程方塊"/>
          <p:cNvSpPr/>
          <p:nvPr/>
        </p:nvSpPr>
        <p:spPr>
          <a:xfrm>
            <a:off x="7595855" y="1673352"/>
            <a:ext cx="1097280" cy="384048"/>
          </a:xfrm>
          <a:prstGeom prst="rect">
            <a:avLst/>
          </a:prstGeom>
          <a:solidFill>
            <a:srgbClr val="FFFFFF"/>
          </a:solidFill>
          <a:ln w="222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5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6" name="流程方塊"/>
          <p:cNvSpPr/>
          <p:nvPr/>
        </p:nvSpPr>
        <p:spPr>
          <a:xfrm>
            <a:off x="8995279" y="1673352"/>
            <a:ext cx="1097280" cy="384048"/>
          </a:xfrm>
          <a:prstGeom prst="rect">
            <a:avLst/>
          </a:prstGeom>
          <a:solidFill>
            <a:srgbClr val="4F5BD5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7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8" name="流程方塊"/>
          <p:cNvSpPr/>
          <p:nvPr/>
        </p:nvSpPr>
        <p:spPr>
          <a:xfrm>
            <a:off x="10394703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19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0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2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3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4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5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6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EF0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7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8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9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0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4F5BD5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1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2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3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4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8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0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1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2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3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4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5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6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7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8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49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0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1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53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4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4F5BD5"/>
            </a:solidFill>
            <a:prstDash val="solid"/>
            <a:tailEnd type="triangle"/>
          </a:ln>
        </p:spPr>
      </p:sp>
      <p:sp>
        <p:nvSpPr>
          <p:cNvPr id="55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6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58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59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0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1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2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3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4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5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7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8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69" name="警示方塊"/>
          <p:cNvSpPr/>
          <p:nvPr/>
        </p:nvSpPr>
        <p:spPr>
          <a:xfrm>
            <a:off x="1998160" y="4270248"/>
            <a:ext cx="109728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0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1" name="警示方塊"/>
          <p:cNvSpPr/>
          <p:nvPr/>
        </p:nvSpPr>
        <p:spPr>
          <a:xfrm>
            <a:off x="3397584" y="4270248"/>
            <a:ext cx="1097280" cy="402336"/>
          </a:xfrm>
          <a:prstGeom prst="rect">
            <a:avLst/>
          </a:prstGeom>
          <a:solidFill>
            <a:srgbClr val="F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2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3" name="警示方塊"/>
          <p:cNvSpPr/>
          <p:nvPr/>
        </p:nvSpPr>
        <p:spPr>
          <a:xfrm>
            <a:off x="4797008" y="4270248"/>
            <a:ext cx="1097280" cy="402336"/>
          </a:xfrm>
          <a:prstGeom prst="rect">
            <a:avLst/>
          </a:prstGeom>
          <a:solidFill>
            <a:srgbClr val="C0504D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4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5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6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7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78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79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0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1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2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3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5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6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87" name="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89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  <a:effectLst>
              <a:outerShdw blurRad="203200" dist="25400" dir="5400000" sx="102000" sy="102000" algn="ctr" rotWithShape="0">
                <a:srgbClr val="000000">
                  <a:alpha val="32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2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4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5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3A3A3A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97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98" name="標籤"/>
          <p:cNvSpPr/>
          <p:nvPr/>
        </p:nvSpPr>
        <p:spPr>
          <a:xfrm>
            <a:off x="7742200" y="5065776"/>
            <a:ext cx="804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99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0" name="標籤"/>
            <p:cNvSpPr/>
            <p:nvPr/>
          </p:nvSpPr>
          <p:spPr>
            <a:xfrm>
              <a:off x="8990199" y="5074920"/>
              <a:ext cx="517144" cy="274320"/>
            </a:xfrm>
            <a:prstGeom prst="rect">
              <a:avLst/>
            </a:prstGeom>
            <a:ln w="9525">
              <a:solidFill>
                <a:srgbClr val="3A3A3A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1" name="標籤"/>
            <p:cNvSpPr/>
            <p:nvPr/>
          </p:nvSpPr>
          <p:spPr>
            <a:xfrm>
              <a:off x="9580495" y="5074920"/>
              <a:ext cx="517144" cy="274320"/>
            </a:xfrm>
            <a:prstGeom prst="rect">
              <a:avLst/>
            </a:prstGeom>
            <a:ln w="9525">
              <a:solidFill>
                <a:srgbClr val="A6A6A6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2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3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4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6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07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08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09" name="群組框"/>
            <p:cNvSpPr/>
            <p:nvPr/>
          </p:nvSpPr>
          <p:spPr>
            <a:xfrm>
              <a:off x="1998160" y="5806440"/>
              <a:ext cx="1097280" cy="365760"/>
            </a:xfrm>
            <a:prstGeom prst="rect">
              <a:avLst/>
            </a:prstGeom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1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2" name="淺灰面板"/>
          <p:cNvSpPr/>
          <p:nvPr/>
        </p:nvSpPr>
        <p:spPr>
          <a:xfrm>
            <a:off x="3397584" y="5751576"/>
            <a:ext cx="1097280" cy="420624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4" name="卡片"/>
          <p:cNvSpPr/>
          <p:nvPr/>
        </p:nvSpPr>
        <p:spPr>
          <a:xfrm>
            <a:off x="4797008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6" name="卡片"/>
          <p:cNvSpPr/>
          <p:nvPr/>
        </p:nvSpPr>
        <p:spPr>
          <a:xfrm>
            <a:off x="6196432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18" name="卡片"/>
            <p:cNvSpPr/>
            <p:nvPr/>
          </p:nvSpPr>
          <p:spPr>
            <a:xfrm>
              <a:off x="7595855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9" name="表頭"/>
            <p:cNvSpPr/>
            <p:nvPr/>
          </p:nvSpPr>
          <p:spPr>
            <a:xfrm>
              <a:off x="7595855" y="5751576"/>
              <a:ext cx="1097280" cy="146304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4" name="寬欄條"/>
            <p:cNvSpPr/>
            <p:nvPr/>
          </p:nvSpPr>
          <p:spPr>
            <a:xfrm>
              <a:off x="10577583" y="5751576"/>
              <a:ext cx="310896" cy="420624"/>
            </a:xfrm>
            <a:prstGeom prst="rect">
              <a:avLst/>
            </a:prstGeom>
            <a:ln w="9525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寬欄條"/>
            <p:cNvSpPr/>
            <p:nvPr/>
          </p:nvSpPr>
          <p:spPr>
            <a:xfrm>
              <a:off x="10998207" y="5751576"/>
              <a:ext cx="310896" cy="420624"/>
            </a:xfrm>
            <a:prstGeom prst="rect">
              <a:avLst/>
            </a:prstGeom>
            <a:ln w="9525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27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29" name="Text 12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常見組合 Common Patterns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400" dirty="0"/>
          </a:p>
        </p:txBody>
      </p:sp>
      <p:sp>
        <p:nvSpPr>
          <p:cNvPr id="5" name="組合名稱"/>
          <p:cNvSpPr/>
          <p:nvPr/>
        </p:nvSpPr>
        <p:spPr>
          <a:xfrm>
            <a:off x="548640" y="1737360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7" name="處理"/>
            <p:cNvSpPr/>
            <p:nvPr/>
          </p:nvSpPr>
          <p:spPr>
            <a:xfrm>
              <a:off x="548640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8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線條"/>
            <p:cNvSpPr/>
            <p:nvPr/>
          </p:nvSpPr>
          <p:spPr>
            <a:xfrm>
              <a:off x="1225296" y="2862072"/>
              <a:ext cx="296380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10" name="處理"/>
            <p:cNvSpPr/>
            <p:nvPr/>
          </p:nvSpPr>
          <p:spPr>
            <a:xfrm>
              <a:off x="1521676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1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2" name="線條"/>
            <p:cNvSpPr/>
            <p:nvPr/>
          </p:nvSpPr>
          <p:spPr>
            <a:xfrm>
              <a:off x="2198332" y="2862072"/>
              <a:ext cx="296380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3</a:t>
              </a:r>
              <a:endParaRPr lang="en-US" sz="900" dirty="0"/>
            </a:p>
          </p:txBody>
        </p:sp>
      </p:grpSp>
      <p:sp>
        <p:nvSpPr>
          <p:cNvPr id="15" name="組合名稱"/>
          <p:cNvSpPr/>
          <p:nvPr/>
        </p:nvSpPr>
        <p:spPr>
          <a:xfrm>
            <a:off x="3372536" y="1737360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6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7" name="處理"/>
            <p:cNvSpPr/>
            <p:nvPr/>
          </p:nvSpPr>
          <p:spPr>
            <a:xfrm>
              <a:off x="3372536" y="2322576"/>
              <a:ext cx="658368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18" name="線條"/>
            <p:cNvSpPr/>
            <p:nvPr/>
          </p:nvSpPr>
          <p:spPr>
            <a:xfrm>
              <a:off x="4030904" y="2514600"/>
              <a:ext cx="237744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19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sp>
          <p:nvSpPr>
            <p:cNvPr id="20" name="處理"/>
            <p:cNvSpPr/>
            <p:nvPr/>
          </p:nvSpPr>
          <p:spPr>
            <a:xfrm>
              <a:off x="5318608" y="2322576"/>
              <a:ext cx="676656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sp>
          <p:nvSpPr>
            <p:cNvPr id="21" name="線條"/>
            <p:cNvSpPr/>
            <p:nvPr/>
          </p:nvSpPr>
          <p:spPr>
            <a:xfrm>
              <a:off x="5036744" y="2514600"/>
              <a:ext cx="281864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22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3" name="處理"/>
            <p:cNvSpPr/>
            <p:nvPr/>
          </p:nvSpPr>
          <p:spPr>
            <a:xfrm>
              <a:off x="4314368" y="325526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sp>
          <p:nvSpPr>
            <p:cNvPr id="24" name="線條"/>
            <p:cNvSpPr/>
            <p:nvPr/>
          </p:nvSpPr>
          <p:spPr>
            <a:xfrm>
              <a:off x="4652696" y="2807208"/>
              <a:ext cx="0" cy="448056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25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6" name="組合名稱"/>
          <p:cNvSpPr/>
          <p:nvPr/>
        </p:nvSpPr>
        <p:spPr>
          <a:xfrm>
            <a:off x="6196432" y="1737360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27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28" name="處理"/>
            <p:cNvSpPr/>
            <p:nvPr/>
          </p:nvSpPr>
          <p:spPr>
            <a:xfrm>
              <a:off x="6196432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29" name="線條"/>
            <p:cNvSpPr/>
            <p:nvPr/>
          </p:nvSpPr>
          <p:spPr>
            <a:xfrm>
              <a:off x="6873088" y="2624328"/>
              <a:ext cx="296380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30" name="處理"/>
            <p:cNvSpPr/>
            <p:nvPr/>
          </p:nvSpPr>
          <p:spPr>
            <a:xfrm>
              <a:off x="7169468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1" name="線條"/>
            <p:cNvSpPr/>
            <p:nvPr/>
          </p:nvSpPr>
          <p:spPr>
            <a:xfrm>
              <a:off x="7846124" y="2624328"/>
              <a:ext cx="296380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32" name="處理"/>
            <p:cNvSpPr/>
            <p:nvPr/>
          </p:nvSpPr>
          <p:spPr>
            <a:xfrm>
              <a:off x="8142503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sp>
          <p:nvSpPr>
            <p:cNvPr id="33" name="連接線"/>
            <p:cNvSpPr/>
            <p:nvPr/>
          </p:nvSpPr>
          <p:spPr>
            <a:xfrm>
              <a:off x="6534760" y="2816352"/>
              <a:ext cx="973036" cy="384048"/>
            </a:xfrm>
            <a:custGeom>
              <a:avLst/>
              <a:gdLst/>
              <a:ahLst/>
              <a:cxnLst/>
              <a:rect l="l" t="t" r="r" b="b"/>
              <a:pathLst>
                <a:path w="973036" h="384048">
                  <a:moveTo>
                    <a:pt x="973036" y="0"/>
                  </a:moveTo>
                  <a:lnTo>
                    <a:pt x="973036" y="384048"/>
                  </a:lnTo>
                  <a:lnTo>
                    <a:pt x="0" y="384048"/>
                  </a:lnTo>
                  <a:lnTo>
                    <a:pt x="0" y="0"/>
                  </a:lnTo>
                </a:path>
              </a:pathLst>
            </a:custGeom>
            <a:ln w="15875">
              <a:solidFill>
                <a:srgbClr val="C0504D"/>
              </a:solidFill>
              <a:prstDash val="sysDash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4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5" name="組合名稱"/>
          <p:cNvSpPr/>
          <p:nvPr/>
        </p:nvSpPr>
        <p:spPr>
          <a:xfrm>
            <a:off x="9020327" y="1737360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36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37" name="處理"/>
            <p:cNvSpPr/>
            <p:nvPr/>
          </p:nvSpPr>
          <p:spPr>
            <a:xfrm>
              <a:off x="9020327" y="2816352"/>
              <a:ext cx="73152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38" name="線條"/>
            <p:cNvSpPr/>
            <p:nvPr/>
          </p:nvSpPr>
          <p:spPr>
            <a:xfrm>
              <a:off x="9751847" y="3008376"/>
              <a:ext cx="182880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39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sp>
          <p:nvSpPr>
            <p:cNvPr id="40" name="處理"/>
            <p:cNvSpPr/>
            <p:nvPr/>
          </p:nvSpPr>
          <p:spPr>
            <a:xfrm>
              <a:off x="11076127" y="2816352"/>
              <a:ext cx="566928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sp>
          <p:nvSpPr>
            <p:cNvPr id="41" name="線條"/>
            <p:cNvSpPr/>
            <p:nvPr/>
          </p:nvSpPr>
          <p:spPr>
            <a:xfrm>
              <a:off x="10611383" y="3008376"/>
              <a:ext cx="464744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42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sp>
          <p:nvSpPr>
            <p:cNvPr id="43" name="連接線"/>
            <p:cNvSpPr/>
            <p:nvPr/>
          </p:nvSpPr>
          <p:spPr>
            <a:xfrm>
              <a:off x="9386087" y="2322576"/>
              <a:ext cx="886968" cy="493776"/>
            </a:xfrm>
            <a:custGeom>
              <a:avLst/>
              <a:gdLst/>
              <a:ahLst/>
              <a:cxnLst/>
              <a:rect l="l" t="t" r="r" b="b"/>
              <a:pathLst>
                <a:path w="886968" h="493776">
                  <a:moveTo>
                    <a:pt x="886968" y="411480"/>
                  </a:moveTo>
                  <a:lnTo>
                    <a:pt x="886968" y="0"/>
                  </a:lnTo>
                  <a:lnTo>
                    <a:pt x="0" y="0"/>
                  </a:lnTo>
                  <a:lnTo>
                    <a:pt x="0" y="493776"/>
                  </a:lnTo>
                </a:path>
              </a:pathLst>
            </a:custGeom>
            <a:ln w="9525">
              <a:solidFill>
                <a:srgbClr val="7F7F7F"/>
              </a:solidFill>
              <a:prstDash val="solid"/>
              <a:tailEnd type="arrow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4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45" name="組合名稱"/>
          <p:cNvSpPr/>
          <p:nvPr/>
        </p:nvSpPr>
        <p:spPr>
          <a:xfrm>
            <a:off x="548640" y="4041648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47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8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49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1" name="處理"/>
            <p:cNvSpPr/>
            <p:nvPr/>
          </p:nvSpPr>
          <p:spPr>
            <a:xfrm>
              <a:off x="1097280" y="4617720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2" name="處理"/>
            <p:cNvSpPr/>
            <p:nvPr/>
          </p:nvSpPr>
          <p:spPr>
            <a:xfrm>
              <a:off x="2011680" y="5404104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3" name="處理"/>
            <p:cNvSpPr/>
            <p:nvPr/>
          </p:nvSpPr>
          <p:spPr>
            <a:xfrm>
              <a:off x="2458136" y="4617720"/>
              <a:ext cx="640080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sp>
          <p:nvSpPr>
            <p:cNvPr id="54" name="連接線"/>
            <p:cNvSpPr/>
            <p:nvPr/>
          </p:nvSpPr>
          <p:spPr>
            <a:xfrm>
              <a:off x="1737360" y="4809744"/>
              <a:ext cx="594360" cy="594360"/>
            </a:xfrm>
            <a:custGeom>
              <a:avLst/>
              <a:gdLst/>
              <a:ahLst/>
              <a:cxnLst/>
              <a:rect l="l" t="t" r="r" b="b"/>
              <a:pathLst>
                <a:path w="594360" h="594360">
                  <a:moveTo>
                    <a:pt x="0" y="0"/>
                  </a:moveTo>
                  <a:lnTo>
                    <a:pt x="594360" y="0"/>
                  </a:lnTo>
                  <a:lnTo>
                    <a:pt x="594360" y="594360"/>
                  </a:lnTo>
                </a:path>
              </a:pathLst>
            </a:custGeom>
            <a:ln w="9525">
              <a:solidFill>
                <a:srgbClr val="7F7F7F"/>
              </a:solidFill>
              <a:prstDash val="solid"/>
              <a:tailEnd type="arrow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5" name="連接線"/>
            <p:cNvSpPr/>
            <p:nvPr/>
          </p:nvSpPr>
          <p:spPr>
            <a:xfrm>
              <a:off x="2651760" y="5001768"/>
              <a:ext cx="126416" cy="594360"/>
            </a:xfrm>
            <a:custGeom>
              <a:avLst/>
              <a:gdLst/>
              <a:ahLst/>
              <a:cxnLst/>
              <a:rect l="l" t="t" r="r" b="b"/>
              <a:pathLst>
                <a:path w="126416" h="594360">
                  <a:moveTo>
                    <a:pt x="0" y="594360"/>
                  </a:moveTo>
                  <a:lnTo>
                    <a:pt x="126416" y="594360"/>
                  </a:lnTo>
                  <a:lnTo>
                    <a:pt x="126416" y="0"/>
                  </a:lnTo>
                </a:path>
              </a:pathLst>
            </a:custGeom>
            <a:ln w="9525">
              <a:solidFill>
                <a:srgbClr val="7F7F7F"/>
              </a:solidFill>
              <a:prstDash val="solid"/>
              <a:tailEnd type="arrow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56" name="組合名稱"/>
          <p:cNvSpPr/>
          <p:nvPr/>
        </p:nvSpPr>
        <p:spPr>
          <a:xfrm>
            <a:off x="3372536" y="4041648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57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58" name="處理"/>
            <p:cNvSpPr/>
            <p:nvPr/>
          </p:nvSpPr>
          <p:spPr>
            <a:xfrm>
              <a:off x="3372536" y="4983480"/>
              <a:ext cx="512064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59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處理"/>
            <p:cNvSpPr/>
            <p:nvPr/>
          </p:nvSpPr>
          <p:spPr>
            <a:xfrm>
              <a:off x="4323512" y="4562856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4323512" y="54041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2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3" name="處理"/>
            <p:cNvSpPr/>
            <p:nvPr/>
          </p:nvSpPr>
          <p:spPr>
            <a:xfrm>
              <a:off x="5428336" y="4983480"/>
              <a:ext cx="566928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sp>
          <p:nvSpPr>
            <p:cNvPr id="64" name="線條"/>
            <p:cNvSpPr/>
            <p:nvPr/>
          </p:nvSpPr>
          <p:spPr>
            <a:xfrm>
              <a:off x="3884600" y="5175504"/>
              <a:ext cx="182880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65" name="線條"/>
            <p:cNvSpPr/>
            <p:nvPr/>
          </p:nvSpPr>
          <p:spPr>
            <a:xfrm>
              <a:off x="4131488" y="4754880"/>
              <a:ext cx="192024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66" name="線條"/>
            <p:cNvSpPr/>
            <p:nvPr/>
          </p:nvSpPr>
          <p:spPr>
            <a:xfrm>
              <a:off x="4131488" y="5596128"/>
              <a:ext cx="192024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67" name="線條"/>
            <p:cNvSpPr/>
            <p:nvPr/>
          </p:nvSpPr>
          <p:spPr>
            <a:xfrm>
              <a:off x="5000168" y="4754880"/>
              <a:ext cx="25832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68" name="線條"/>
            <p:cNvSpPr/>
            <p:nvPr/>
          </p:nvSpPr>
          <p:spPr>
            <a:xfrm>
              <a:off x="5000168" y="5596128"/>
              <a:ext cx="25832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69" name="線條"/>
            <p:cNvSpPr/>
            <p:nvPr/>
          </p:nvSpPr>
          <p:spPr>
            <a:xfrm>
              <a:off x="5090008" y="5175504"/>
              <a:ext cx="338328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</p:grpSp>
      <p:sp>
        <p:nvSpPr>
          <p:cNvPr id="70" name="組合名稱"/>
          <p:cNvSpPr/>
          <p:nvPr/>
        </p:nvSpPr>
        <p:spPr>
          <a:xfrm>
            <a:off x="6196432" y="4041648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1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64608"/>
            <a:ext cx="2714168" cy="731520"/>
            <a:chOff x="6150712" y="4864608"/>
            <a:chExt cx="2714168" cy="731520"/>
          </a:xfrm>
        </p:grpSpPr>
        <p:sp>
          <p:nvSpPr>
            <p:cNvPr id="72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73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74" name="線條"/>
            <p:cNvSpPr/>
            <p:nvPr/>
          </p:nvSpPr>
          <p:spPr>
            <a:xfrm>
              <a:off x="6891376" y="5056632"/>
              <a:ext cx="351244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75" name="處理"/>
            <p:cNvSpPr/>
            <p:nvPr/>
          </p:nvSpPr>
          <p:spPr>
            <a:xfrm>
              <a:off x="7187756" y="4864608"/>
              <a:ext cx="640080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76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77" name="線條"/>
            <p:cNvSpPr/>
            <p:nvPr/>
          </p:nvSpPr>
          <p:spPr>
            <a:xfrm>
              <a:off x="7827836" y="5056632"/>
              <a:ext cx="241516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78" name="文件"/>
            <p:cNvSpPr/>
            <p:nvPr/>
          </p:nvSpPr>
          <p:spPr>
            <a:xfrm>
              <a:off x="8069351" y="4864608"/>
              <a:ext cx="749808" cy="475488"/>
            </a:xfrm>
            <a:custGeom>
              <a:avLst/>
              <a:gdLst/>
              <a:ahLst/>
              <a:cxnLst/>
              <a:rect l="l" t="t" r="r" b="b"/>
              <a:pathLst>
                <a:path w="749808" h="475488">
                  <a:moveTo>
                    <a:pt x="0" y="0"/>
                  </a:moveTo>
                  <a:lnTo>
                    <a:pt x="749808" y="0"/>
                  </a:lnTo>
                  <a:lnTo>
                    <a:pt x="749808" y="381341"/>
                  </a:lnTo>
                  <a:cubicBezTo>
                    <a:pt x="374904" y="381341"/>
                    <a:pt x="374904" y="526603"/>
                    <a:pt x="0" y="444106"/>
                  </a:cubicBezTo>
                  <a:close/>
                </a:path>
              </a:pathLst>
            </a:cu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0" rIns="38100" bIns="95098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79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</p:grpSp>
      <p:sp>
        <p:nvSpPr>
          <p:cNvPr id="80" name="組合名稱"/>
          <p:cNvSpPr/>
          <p:nvPr/>
        </p:nvSpPr>
        <p:spPr>
          <a:xfrm>
            <a:off x="9020327" y="4041648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81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82" name="卡片"/>
            <p:cNvSpPr/>
            <p:nvPr/>
          </p:nvSpPr>
          <p:spPr>
            <a:xfrm>
              <a:off x="9020327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pPr algn="l" indent="0" marL="0">
                <a:buNone/>
              </a:pP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84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85" name="線條"/>
            <p:cNvSpPr/>
            <p:nvPr/>
          </p:nvSpPr>
          <p:spPr>
            <a:xfrm>
              <a:off x="10093947" y="5184648"/>
              <a:ext cx="475488" cy="0"/>
            </a:xfrm>
            <a:prstGeom prst="line">
              <a:avLst/>
            </a:prstGeom>
            <a:noFill/>
            <a:ln w="9525">
              <a:solidFill>
                <a:srgbClr val="707070"/>
              </a:solidFill>
              <a:prstDash val="solid"/>
              <a:tailEnd type="arrow" w="lg" len="lg"/>
            </a:ln>
          </p:spPr>
        </p:sp>
        <p:sp>
          <p:nvSpPr>
            <p:cNvPr id="86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pPr algn="l" indent="0" marL="0">
                <a:buNone/>
              </a:pP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88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89" name="Text 8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風格規範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色彩、字級與元件語言一覽：全部 0.75pt 髮絲線、無填色無陰影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331720"/>
            <a:ext cx="493776" cy="493776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#4F5BD5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179576" y="2331720"/>
            <a:ext cx="493776" cy="493776"/>
          </a:xfrm>
          <a:prstGeom prst="rect">
            <a:avLst/>
          </a:prstGeom>
          <a:solidFill>
            <a:srgbClr val="2B2B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810512" y="2331720"/>
            <a:ext cx="493776" cy="493776"/>
          </a:xfrm>
          <a:prstGeom prst="rect">
            <a:avLst/>
          </a:prstGeom>
          <a:solidFill>
            <a:srgbClr val="EEF0FB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#EEF0FB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441448" y="2331720"/>
            <a:ext cx="493776" cy="493776"/>
          </a:xfrm>
          <a:prstGeom prst="rect">
            <a:avLst/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072384" y="2331720"/>
            <a:ext cx="493776" cy="493776"/>
          </a:xfrm>
          <a:prstGeom prst="rect">
            <a:avLst/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703320" y="2331720"/>
            <a:ext cx="493776" cy="493776"/>
          </a:xfrm>
          <a:prstGeom prst="rect">
            <a:avLst/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334256" y="2331720"/>
            <a:ext cx="493776" cy="49377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48640" y="35478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29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大標題文字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172200" y="1783080"/>
            <a:ext cx="5470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36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0.75pt</a:t>
            </a:r>
            <a:endParaRPr lang="en-US" sz="1000" dirty="0"/>
          </a:p>
        </p:txBody>
      </p:sp>
      <p:sp>
        <p:nvSpPr>
          <p:cNvPr id="39" name="卡片"/>
          <p:cNvSpPr/>
          <p:nvPr/>
        </p:nvSpPr>
        <p:spPr>
          <a:xfrm>
            <a:off x="7086600" y="2368296"/>
            <a:ext cx="1325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卡片"/>
          <p:cNvSpPr/>
          <p:nvPr/>
        </p:nvSpPr>
        <p:spPr>
          <a:xfrm>
            <a:off x="8595360" y="2368296"/>
            <a:ext cx="11887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線條"/>
          <p:cNvSpPr/>
          <p:nvPr/>
        </p:nvSpPr>
        <p:spPr>
          <a:xfrm>
            <a:off x="8595360" y="2532888"/>
            <a:ext cx="1188720" cy="0"/>
          </a:xfrm>
          <a:prstGeom prst="line">
            <a:avLst/>
          </a:prstGeom>
          <a:noFill/>
          <a:ln w="19050">
            <a:solidFill>
              <a:srgbClr val="4F5BD5"/>
            </a:solidFill>
            <a:prstDash val="solid"/>
          </a:ln>
        </p:spPr>
      </p:sp>
      <p:sp>
        <p:nvSpPr>
          <p:cNvPr id="42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</a:t>
            </a:r>
            <a:endParaRPr lang="en-US" sz="1000" dirty="0"/>
          </a:p>
        </p:txBody>
      </p:sp>
      <p:sp>
        <p:nvSpPr>
          <p:cNvPr id="45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46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47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48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空心細圓</a:t>
            </a:r>
            <a:endParaRPr lang="en-US" sz="1000" dirty="0"/>
          </a:p>
        </p:txBody>
      </p:sp>
      <p:sp>
        <p:nvSpPr>
          <p:cNvPr id="51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200" dirty="0"/>
          </a:p>
        </p:txBody>
      </p:sp>
      <p:sp>
        <p:nvSpPr>
          <p:cNvPr id="52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200" dirty="0"/>
          </a:p>
        </p:txBody>
      </p:sp>
      <p:sp>
        <p:nvSpPr>
          <p:cNvPr id="53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開放箭頭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59" name="線條"/>
          <p:cNvSpPr/>
          <p:nvPr/>
        </p:nvSpPr>
        <p:spPr>
          <a:xfrm>
            <a:off x="7671816" y="4553712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0" name="Text 58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1" name="線條"/>
          <p:cNvSpPr/>
          <p:nvPr/>
        </p:nvSpPr>
        <p:spPr>
          <a:xfrm>
            <a:off x="8769096" y="4553712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2" name="Text 60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63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0.75pt 實線＋開放箭頭</a:t>
            </a:r>
            <a:endParaRPr lang="en-US" sz="1000" dirty="0"/>
          </a:p>
        </p:txBody>
      </p:sp>
      <p:sp>
        <p:nvSpPr>
          <p:cNvPr id="66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67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 V 形</a:t>
            </a:r>
            <a:endParaRPr lang="en-US" sz="1000" dirty="0"/>
          </a:p>
        </p:txBody>
      </p:sp>
      <p:sp>
        <p:nvSpPr>
          <p:cNvPr id="71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2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73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卡片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pPr algn="l" indent="0" marL="0">
              <a:buNone/>
            </a:pP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7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9" name="卡片"/>
          <p:cNvSpPr/>
          <p:nvPr/>
        </p:nvSpPr>
        <p:spPr>
          <a:xfrm>
            <a:off x="4390492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1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3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4" name="卡片"/>
          <p:cNvSpPr/>
          <p:nvPr/>
        </p:nvSpPr>
        <p:spPr>
          <a:xfrm>
            <a:off x="8232343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線條"/>
          <p:cNvSpPr/>
          <p:nvPr/>
        </p:nvSpPr>
        <p:spPr>
          <a:xfrm>
            <a:off x="8232343" y="2404872"/>
            <a:ext cx="3410712" cy="0"/>
          </a:xfrm>
          <a:prstGeom prst="line">
            <a:avLst/>
          </a:prstGeom>
          <a:noFill/>
          <a:ln w="19050">
            <a:solidFill>
              <a:srgbClr val="4F5B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32343" y="1874520"/>
            <a:ext cx="73152" cy="530352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5720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0" y="4572000"/>
            <a:ext cx="4327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1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標籤與編號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8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ln w="9525">
            <a:solidFill>
              <a:srgbClr val="4F5BD5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2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ln w="9525">
            <a:solidFill>
              <a:srgbClr val="4F5BD5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3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6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7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18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19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63060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0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177479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圓形與流程鏈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4100" dirty="0"/>
          </a:p>
        </p:txBody>
      </p:sp>
      <p:sp>
        <p:nvSpPr>
          <p:cNvPr id="9" name="Text 7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0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1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2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09360" y="1783080"/>
            <a:ext cx="5333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6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17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18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19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0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1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2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連接線與箭頭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8" name="處理"/>
          <p:cNvSpPr/>
          <p:nvPr/>
        </p:nvSpPr>
        <p:spPr>
          <a:xfrm>
            <a:off x="2279828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9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10" name="Text 8"/>
          <p:cNvSpPr/>
          <p:nvPr/>
        </p:nvSpPr>
        <p:spPr>
          <a:xfrm>
            <a:off x="3395396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1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2" name="處理"/>
          <p:cNvSpPr/>
          <p:nvPr/>
        </p:nvSpPr>
        <p:spPr>
          <a:xfrm>
            <a:off x="3395396" y="24688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5126584" y="33832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4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242152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6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7" name="處理"/>
          <p:cNvSpPr/>
          <p:nvPr/>
        </p:nvSpPr>
        <p:spPr>
          <a:xfrm>
            <a:off x="6242152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處理"/>
          <p:cNvSpPr/>
          <p:nvPr/>
        </p:nvSpPr>
        <p:spPr>
          <a:xfrm>
            <a:off x="7973339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ysDot"/>
            <a:tailEnd type="arrow" w="lg" len="lg"/>
          </a:ln>
        </p:spPr>
      </p:sp>
      <p:sp>
        <p:nvSpPr>
          <p:cNvPr id="20" name="Text 18"/>
          <p:cNvSpPr/>
          <p:nvPr/>
        </p:nvSpPr>
        <p:spPr>
          <a:xfrm>
            <a:off x="9088907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處理"/>
          <p:cNvSpPr/>
          <p:nvPr/>
        </p:nvSpPr>
        <p:spPr>
          <a:xfrm>
            <a:off x="9088907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10820095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4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9525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48640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28" name="線條"/>
          <p:cNvSpPr/>
          <p:nvPr/>
        </p:nvSpPr>
        <p:spPr>
          <a:xfrm>
            <a:off x="1091165" y="5166360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29" name="Text 27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2084775" y="5166360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31" name="Text 29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395396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處理"/>
          <p:cNvSpPr/>
          <p:nvPr/>
        </p:nvSpPr>
        <p:spPr>
          <a:xfrm>
            <a:off x="3395396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35" name="處理"/>
          <p:cNvSpPr/>
          <p:nvPr/>
        </p:nvSpPr>
        <p:spPr>
          <a:xfrm>
            <a:off x="5126584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36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242152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2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43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088907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45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6" name="處理"/>
          <p:cNvSpPr/>
          <p:nvPr/>
        </p:nvSpPr>
        <p:spPr>
          <a:xfrm>
            <a:off x="9088907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7" name="處理"/>
          <p:cNvSpPr/>
          <p:nvPr/>
        </p:nvSpPr>
        <p:spPr>
          <a:xfrm>
            <a:off x="10820095" y="457200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48" name="處理"/>
          <p:cNvSpPr/>
          <p:nvPr/>
        </p:nvSpPr>
        <p:spPr>
          <a:xfrm>
            <a:off x="10820095" y="5340096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49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0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流程圖符號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400" dirty="0"/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7673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0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1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6501201" y="4398264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3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4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5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6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7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8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9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30" name="Text 28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1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2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9525">
            <a:solidFill>
              <a:srgbClr val="7F7F7F"/>
            </a:solidFill>
            <a:prstDash val="sysDash"/>
            <a:headEnd type="triangle" w="lg" len="lg"/>
            <a:tailEnd type="arrow" w="lg" len="lg"/>
          </a:ln>
        </p:spPr>
      </p:sp>
      <p:sp>
        <p:nvSpPr>
          <p:cNvPr id="33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結構元件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3794760"/>
            <a:ext cx="74980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8" name="處理"/>
          <p:cNvSpPr/>
          <p:nvPr/>
        </p:nvSpPr>
        <p:spPr>
          <a:xfrm>
            <a:off x="1874520" y="306324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9" name="處理"/>
          <p:cNvSpPr/>
          <p:nvPr/>
        </p:nvSpPr>
        <p:spPr>
          <a:xfrm>
            <a:off x="1874520" y="452628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3291840" y="3794760"/>
            <a:ext cx="749808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1" name="處理"/>
          <p:cNvSpPr/>
          <p:nvPr/>
        </p:nvSpPr>
        <p:spPr>
          <a:xfrm>
            <a:off x="4617720" y="260604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4617720" y="379476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498348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4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0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172200" y="17830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4F5BD5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6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7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28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235440" y="1783080"/>
            <a:ext cx="2407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38" name="寬欄條"/>
          <p:cNvSpPr/>
          <p:nvPr/>
        </p:nvSpPr>
        <p:spPr>
          <a:xfrm>
            <a:off x="10149840" y="2606040"/>
            <a:ext cx="566928" cy="3108960"/>
          </a:xfrm>
          <a:prstGeom prst="rect">
            <a:avLst/>
          </a:prstGeom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寬欄條"/>
          <p:cNvSpPr/>
          <p:nvPr/>
        </p:nvSpPr>
        <p:spPr>
          <a:xfrm>
            <a:off x="10927080" y="2606040"/>
            <a:ext cx="566928" cy="3108960"/>
          </a:xfrm>
          <a:prstGeom prst="rect">
            <a:avLst/>
          </a:prstGeom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300" dirty="0"/>
          </a:p>
        </p:txBody>
      </p:sp>
      <p:sp>
        <p:nvSpPr>
          <p:cNvPr id="42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300" dirty="0"/>
          </a:p>
        </p:txBody>
      </p:sp>
      <p:sp>
        <p:nvSpPr>
          <p:cNvPr id="45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300" dirty="0"/>
          </a:p>
        </p:txBody>
      </p:sp>
      <p:sp>
        <p:nvSpPr>
          <p:cNvPr id="48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高效溝通：讓想法被看見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400" dirty="0"/>
          </a:p>
        </p:txBody>
      </p:sp>
      <p:sp>
        <p:nvSpPr>
          <p:cNvPr id="5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Why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8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What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4" name="線條"/>
          <p:cNvSpPr/>
          <p:nvPr/>
        </p:nvSpPr>
        <p:spPr>
          <a:xfrm>
            <a:off x="3961486" y="3017520"/>
            <a:ext cx="570586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5" name="線條"/>
          <p:cNvSpPr/>
          <p:nvPr/>
        </p:nvSpPr>
        <p:spPr>
          <a:xfrm>
            <a:off x="7659624" y="3017520"/>
            <a:ext cx="570586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7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2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策略規劃框架地圖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2403592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8" name="卡片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0" name="線條"/>
          <p:cNvSpPr/>
          <p:nvPr/>
        </p:nvSpPr>
        <p:spPr>
          <a:xfrm>
            <a:off x="4706600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1" name="Text 9"/>
          <p:cNvSpPr/>
          <p:nvPr/>
        </p:nvSpPr>
        <p:spPr>
          <a:xfrm>
            <a:off x="5154656" y="3931920"/>
            <a:ext cx="1882384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2" name="線條"/>
          <p:cNvSpPr/>
          <p:nvPr/>
        </p:nvSpPr>
        <p:spPr>
          <a:xfrm>
            <a:off x="7009608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3" name="卡片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5" name="線條"/>
          <p:cNvSpPr/>
          <p:nvPr/>
        </p:nvSpPr>
        <p:spPr>
          <a:xfrm>
            <a:off x="9312615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卡片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8" name="卡片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0" name="卡片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2" name="卡片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4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9525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9525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952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01</a:t>
            </a:r>
            <a:endParaRPr lang="en-US" sz="1100" dirty="0"/>
          </a:p>
        </p:txBody>
      </p:sp>
      <p:sp>
        <p:nvSpPr>
          <p:cNvPr id="28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02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0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03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04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05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06</a:t>
            </a:r>
            <a:endParaRPr lang="en-US" sz="1100" dirty="0"/>
          </a:p>
        </p:txBody>
      </p:sp>
      <p:sp>
        <p:nvSpPr>
          <p:cNvPr id="35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6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07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08</a:t>
            </a:r>
            <a:endParaRPr lang="en-US" sz="1100" dirty="0"/>
          </a:p>
        </p:txBody>
      </p:sp>
      <p:sp>
        <p:nvSpPr>
          <p:cNvPr id="38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39" name="卡片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1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09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10</a:t>
            </a:r>
            <a:endParaRPr lang="en-US" sz="1100" dirty="0"/>
          </a:p>
        </p:txBody>
      </p:sp>
      <p:sp>
        <p:nvSpPr>
          <p:cNvPr id="43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11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12</a:t>
            </a:r>
            <a:endParaRPr lang="en-US" sz="1100" dirty="0"/>
          </a:p>
        </p:txBody>
      </p:sp>
      <p:sp>
        <p:nvSpPr>
          <p:cNvPr id="46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13</a:t>
            </a:r>
            <a:endParaRPr lang="en-US" sz="1100" dirty="0"/>
          </a:p>
        </p:txBody>
      </p:sp>
      <p:sp>
        <p:nvSpPr>
          <p:cNvPr id="48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14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15</a:t>
            </a:r>
            <a:endParaRPr lang="en-US" sz="1100" dirty="0"/>
          </a:p>
        </p:txBody>
      </p:sp>
      <p:sp>
        <p:nvSpPr>
          <p:cNvPr id="51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能力成長地圖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400" dirty="0"/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4F5BD5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0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1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2" name="卡片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4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5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6" name="卡片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8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39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0" name="寬欄條"/>
          <p:cNvSpPr/>
          <p:nvPr/>
        </p:nvSpPr>
        <p:spPr>
          <a:xfrm>
            <a:off x="7086600" y="2057400"/>
            <a:ext cx="548640" cy="3886200"/>
          </a:xfrm>
          <a:prstGeom prst="rect">
            <a:avLst/>
          </a:prstGeom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7818120" y="2057400"/>
            <a:ext cx="548640" cy="3886200"/>
          </a:xfrm>
          <a:prstGeom prst="rect">
            <a:avLst/>
          </a:prstGeom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400" dirty="0"/>
          </a:p>
        </p:txBody>
      </p:sp>
      <p:sp>
        <p:nvSpPr>
          <p:cNvPr id="45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6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400" dirty="0"/>
          </a:p>
        </p:txBody>
      </p:sp>
      <p:sp>
        <p:nvSpPr>
          <p:cNvPr id="48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400" dirty="0"/>
          </a:p>
        </p:txBody>
      </p:sp>
      <p:sp>
        <p:nvSpPr>
          <p:cNvPr id="51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2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3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5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7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8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0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2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63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5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7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極簡線框</dc:title>
  <dc:subject>PptxGenJS Presentation</dc:subject>
  <dc:creator>PPT Style Studio</dc:creator>
  <cp:lastModifiedBy>PPT Style Studio</cp:lastModifiedBy>
  <cp:revision>1</cp:revision>
  <dcterms:created xsi:type="dcterms:W3CDTF">2026-10-09T02:10:51Z</dcterms:created>
  <dcterms:modified xsi:type="dcterms:W3CDTF">2026-10-09T02:10:51Z</dcterms:modified>
</cp:coreProperties>
</file>