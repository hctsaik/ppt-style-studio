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EEF0FB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000" dirty="0"/>
          </a:p>
        </p:txBody>
      </p:sp>
      <p:sp>
        <p:nvSpPr>
          <p:cNvPr id="39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8595360" y="2532888"/>
            <a:ext cx="1188720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000" dirty="0"/>
          </a:p>
        </p:txBody>
      </p:sp>
      <p:sp>
        <p:nvSpPr>
          <p:cNvPr id="45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6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8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000" dirty="0"/>
          </a:p>
        </p:txBody>
      </p:sp>
      <p:sp>
        <p:nvSpPr>
          <p:cNvPr id="51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200" dirty="0"/>
          </a:p>
        </p:txBody>
      </p:sp>
      <p:sp>
        <p:nvSpPr>
          <p:cNvPr id="53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59" name="線條"/>
          <p:cNvSpPr/>
          <p:nvPr/>
        </p:nvSpPr>
        <p:spPr>
          <a:xfrm>
            <a:off x="767181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1" name="線條"/>
          <p:cNvSpPr/>
          <p:nvPr/>
        </p:nvSpPr>
        <p:spPr>
          <a:xfrm>
            <a:off x="876909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3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000" dirty="0"/>
          </a:p>
        </p:txBody>
      </p:sp>
      <p:sp>
        <p:nvSpPr>
          <p:cNvPr id="66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000" dirty="0"/>
          </a:p>
        </p:txBody>
      </p:sp>
      <p:sp>
        <p:nvSpPr>
          <p:cNvPr id="71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2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3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3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4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8232343" y="2404872"/>
            <a:ext cx="3410712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2343" y="1874520"/>
            <a:ext cx="73152" cy="530352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8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6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7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18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19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0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1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9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10" name="Text 8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arrow" w="lg" len="lg"/>
          </a:ln>
        </p:spPr>
      </p:sp>
      <p:sp>
        <p:nvSpPr>
          <p:cNvPr id="20" name="Text 18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4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109116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208477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5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2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5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7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49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5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6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8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9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2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9525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sp>
      <p:sp>
        <p:nvSpPr>
          <p:cNvPr id="33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F5BD5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6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7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8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300" dirty="0"/>
          </a:p>
        </p:txBody>
      </p:sp>
      <p:sp>
        <p:nvSpPr>
          <p:cNvPr id="42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線條"/>
          <p:cNvSpPr/>
          <p:nvPr/>
        </p:nvSpPr>
        <p:spPr>
          <a:xfrm>
            <a:off x="3961486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7659624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2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2403592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線條"/>
          <p:cNvSpPr/>
          <p:nvPr/>
        </p:nvSpPr>
        <p:spPr>
          <a:xfrm>
            <a:off x="4706600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7009608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線條"/>
          <p:cNvSpPr/>
          <p:nvPr/>
        </p:nvSpPr>
        <p:spPr>
          <a:xfrm>
            <a:off x="9312615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100" dirty="0"/>
          </a:p>
        </p:txBody>
      </p:sp>
      <p:sp>
        <p:nvSpPr>
          <p:cNvPr id="28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9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5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0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5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2026-10-07T22:46:04Z</dcterms:created>
  <dcterms:modified xsi:type="dcterms:W3CDTF">2026-10-07T22:46:04Z</dcterms:modified>
</cp:coreProperties>
</file>