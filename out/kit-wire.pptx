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元件總表 Element Catalog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EEF0F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4F5BD5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4F5BD5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1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53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4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4F5BD5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6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8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59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1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2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4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5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7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8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69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0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1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5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7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8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79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0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1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2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3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5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6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7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89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2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4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5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3A3A3A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97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8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99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0" name="標籤"/>
            <p:cNvSpPr/>
            <p:nvPr/>
          </p:nvSpPr>
          <p:spPr>
            <a:xfrm>
              <a:off x="8990199" y="5074920"/>
              <a:ext cx="517144" cy="274320"/>
            </a:xfrm>
            <a:prstGeom prst="rect">
              <a:avLst/>
            </a:prstGeom>
            <a:ln w="9525">
              <a:solidFill>
                <a:srgbClr val="3A3A3A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1" name="標籤"/>
            <p:cNvSpPr/>
            <p:nvPr/>
          </p:nvSpPr>
          <p:spPr>
            <a:xfrm>
              <a:off x="9580495" y="5074920"/>
              <a:ext cx="517144" cy="274320"/>
            </a:xfrm>
            <a:prstGeom prst="rect">
              <a:avLst/>
            </a:prstGeom>
            <a:ln w="9525">
              <a:solidFill>
                <a:srgbClr val="A6A6A6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3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4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7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8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09" name="群組框"/>
            <p:cNvSpPr/>
            <p:nvPr/>
          </p:nvSpPr>
          <p:spPr>
            <a:xfrm>
              <a:off x="1998160" y="5806440"/>
              <a:ext cx="1097280" cy="365760"/>
            </a:xfrm>
            <a:prstGeom prst="rect">
              <a:avLst/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2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4" name="卡片"/>
          <p:cNvSpPr/>
          <p:nvPr/>
        </p:nvSpPr>
        <p:spPr>
          <a:xfrm>
            <a:off x="4797008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6" name="卡片"/>
          <p:cNvSpPr/>
          <p:nvPr/>
        </p:nvSpPr>
        <p:spPr>
          <a:xfrm>
            <a:off x="6196432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8" name="卡片"/>
            <p:cNvSpPr/>
            <p:nvPr/>
          </p:nvSpPr>
          <p:spPr>
            <a:xfrm>
              <a:off x="7595855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表頭"/>
            <p:cNvSpPr/>
            <p:nvPr/>
          </p:nvSpPr>
          <p:spPr>
            <a:xfrm>
              <a:off x="7595855" y="5751576"/>
              <a:ext cx="1097280" cy="146304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4" name="寬欄條"/>
            <p:cNvSpPr/>
            <p:nvPr/>
          </p:nvSpPr>
          <p:spPr>
            <a:xfrm>
              <a:off x="10577583" y="5751576"/>
              <a:ext cx="310896" cy="420624"/>
            </a:xfrm>
            <a:prstGeom prst="rect">
              <a:avLst/>
            </a:prstGeom>
            <a:ln w="9525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寬欄條"/>
            <p:cNvSpPr/>
            <p:nvPr/>
          </p:nvSpPr>
          <p:spPr>
            <a:xfrm>
              <a:off x="10998207" y="5751576"/>
              <a:ext cx="310896" cy="420624"/>
            </a:xfrm>
            <a:prstGeom prst="rect">
              <a:avLst/>
            </a:prstGeom>
            <a:ln w="9525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7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29" name="Text 12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 Common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400" dirty="0"/>
          </a:p>
        </p:txBody>
      </p:sp>
      <p:sp>
        <p:nvSpPr>
          <p:cNvPr id="5" name="組合名稱"/>
          <p:cNvSpPr/>
          <p:nvPr/>
        </p:nvSpPr>
        <p:spPr>
          <a:xfrm>
            <a:off x="548640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7" name="處理"/>
            <p:cNvSpPr/>
            <p:nvPr/>
          </p:nvSpPr>
          <p:spPr>
            <a:xfrm>
              <a:off x="548640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521676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2494712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15" name="組合名稱"/>
          <p:cNvSpPr/>
          <p:nvPr/>
        </p:nvSpPr>
        <p:spPr>
          <a:xfrm>
            <a:off x="3372536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6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7" name="處理"/>
            <p:cNvSpPr/>
            <p:nvPr/>
          </p:nvSpPr>
          <p:spPr>
            <a:xfrm>
              <a:off x="3372536" y="2322576"/>
              <a:ext cx="65836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18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19" name="連接線"/>
            <p:cNvCxnSpPr>
              <a:stCxn id="17" idx="3"/>
              <a:endCxn id="18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0" name="處理"/>
            <p:cNvSpPr/>
            <p:nvPr/>
          </p:nvSpPr>
          <p:spPr>
            <a:xfrm>
              <a:off x="5318608" y="2322576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1" name="連接線"/>
            <p:cNvCxnSpPr>
              <a:stCxn id="18" idx="3"/>
              <a:endCxn id="20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2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4314368" y="325526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18" idx="2"/>
              <a:endCxn id="23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6" name="組合名稱"/>
          <p:cNvSpPr/>
          <p:nvPr/>
        </p:nvSpPr>
        <p:spPr>
          <a:xfrm>
            <a:off x="6196432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28" name="處理"/>
            <p:cNvSpPr/>
            <p:nvPr/>
          </p:nvSpPr>
          <p:spPr>
            <a:xfrm>
              <a:off x="6196432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29" name="處理"/>
            <p:cNvSpPr/>
            <p:nvPr/>
          </p:nvSpPr>
          <p:spPr>
            <a:xfrm>
              <a:off x="7169468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8142503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1" name="連接線"/>
            <p:cNvCxnSpPr>
              <a:stCxn id="28" idx="3"/>
              <a:endCxn id="29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3" name="連接線"/>
            <p:cNvCxnSpPr>
              <a:stCxn id="29" idx="2"/>
              <a:endCxn id="28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4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5" name="組合名稱"/>
          <p:cNvSpPr/>
          <p:nvPr/>
        </p:nvSpPr>
        <p:spPr>
          <a:xfrm>
            <a:off x="9020327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37" name="處理"/>
            <p:cNvSpPr/>
            <p:nvPr/>
          </p:nvSpPr>
          <p:spPr>
            <a:xfrm>
              <a:off x="9020327" y="2816352"/>
              <a:ext cx="73152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38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39" name="連接線"/>
            <p:cNvCxnSpPr>
              <a:stCxn id="37" idx="3"/>
              <a:endCxn id="38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0" name="處理"/>
            <p:cNvSpPr/>
            <p:nvPr/>
          </p:nvSpPr>
          <p:spPr>
            <a:xfrm>
              <a:off x="11076127" y="2816352"/>
              <a:ext cx="566928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1" name="連接線"/>
            <p:cNvCxnSpPr>
              <a:stCxn id="38" idx="3"/>
              <a:endCxn id="40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2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3" name="連接線"/>
            <p:cNvCxnSpPr>
              <a:stCxn id="38" idx="0"/>
              <a:endCxn id="37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4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5" name="組合名稱"/>
          <p:cNvSpPr/>
          <p:nvPr/>
        </p:nvSpPr>
        <p:spPr>
          <a:xfrm>
            <a:off x="548640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47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49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1" name="處理"/>
            <p:cNvSpPr/>
            <p:nvPr/>
          </p:nvSpPr>
          <p:spPr>
            <a:xfrm>
              <a:off x="1097280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2011680" y="5404104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2458136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54" name="連接線"/>
            <p:cNvCxnSpPr>
              <a:stCxn id="51" idx="3"/>
              <a:endCxn id="52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55" name="連接線"/>
            <p:cNvCxnSpPr>
              <a:stCxn id="52" idx="3"/>
              <a:endCxn id="53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56" name="組合名稱"/>
          <p:cNvSpPr/>
          <p:nvPr/>
        </p:nvSpPr>
        <p:spPr>
          <a:xfrm>
            <a:off x="3372536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57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58" name="處理"/>
            <p:cNvSpPr/>
            <p:nvPr/>
          </p:nvSpPr>
          <p:spPr>
            <a:xfrm>
              <a:off x="3372536" y="4983480"/>
              <a:ext cx="51206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59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4323512" y="4562856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4323512" y="54041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2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處理"/>
            <p:cNvSpPr/>
            <p:nvPr/>
          </p:nvSpPr>
          <p:spPr>
            <a:xfrm>
              <a:off x="5428336" y="4983480"/>
              <a:ext cx="566928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64" name="連接線"/>
            <p:cNvCxnSpPr>
              <a:stCxn id="58" idx="3"/>
              <a:endCxn id="59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5" name="連接線"/>
            <p:cNvCxnSpPr>
              <a:endCxn id="60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7" name="連接線"/>
            <p:cNvCxnSpPr>
              <a:stCxn id="60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9" name="連接線"/>
            <p:cNvCxnSpPr>
              <a:stCxn id="62" idx="3"/>
              <a:endCxn id="63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70" name="組合名稱"/>
          <p:cNvSpPr/>
          <p:nvPr/>
        </p:nvSpPr>
        <p:spPr>
          <a:xfrm>
            <a:off x="6196432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1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2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73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7187756" y="4864608"/>
              <a:ext cx="640080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75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76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77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78" name="連接線"/>
            <p:cNvCxnSpPr>
              <a:stCxn id="72" idx="2"/>
              <a:endCxn id="74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79" name="連接線"/>
            <p:cNvCxnSpPr>
              <a:stCxn id="74" idx="3"/>
              <a:endCxn id="76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80" name="組合名稱"/>
          <p:cNvSpPr/>
          <p:nvPr/>
        </p:nvSpPr>
        <p:spPr>
          <a:xfrm>
            <a:off x="9020327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2" name="卡片"/>
            <p:cNvSpPr/>
            <p:nvPr/>
          </p:nvSpPr>
          <p:spPr>
            <a:xfrm>
              <a:off x="9020327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84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10093947" y="5184648"/>
              <a:ext cx="475488" cy="0"/>
            </a:xfrm>
            <a:prstGeom prst="line">
              <a:avLst/>
            </a:prstGeom>
            <a:noFill/>
            <a:ln w="9525">
              <a:solidFill>
                <a:srgbClr val="707070"/>
              </a:solidFill>
              <a:prstDash val="solid"/>
              <a:tailEnd type="arrow" w="lg" len="lg"/>
            </a:ln>
          </p:spPr>
        </p:sp>
        <p:sp>
          <p:nvSpPr>
            <p:cNvPr id="86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88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89" name="Text 8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常見組合（二）Common Patterns II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400" dirty="0"/>
          </a:p>
        </p:txBody>
      </p:sp>
      <p:sp>
        <p:nvSpPr>
          <p:cNvPr id="5" name="組合名稱"/>
          <p:cNvSpPr/>
          <p:nvPr/>
        </p:nvSpPr>
        <p:spPr>
          <a:xfrm>
            <a:off x="548640" y="1737360"/>
            <a:ext cx="3490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9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4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2" name="組合名稱"/>
          <p:cNvSpPr/>
          <p:nvPr/>
        </p:nvSpPr>
        <p:spPr>
          <a:xfrm>
            <a:off x="4350410" y="1737360"/>
            <a:ext cx="3490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3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BD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5" name="Text 31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6" name="組合名稱"/>
          <p:cNvSpPr/>
          <p:nvPr/>
        </p:nvSpPr>
        <p:spPr>
          <a:xfrm>
            <a:off x="8152181" y="1737360"/>
            <a:ext cx="3490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37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38" name="問題"/>
            <p:cNvSpPr/>
            <p:nvPr/>
          </p:nvSpPr>
          <p:spPr>
            <a:xfrm>
              <a:off x="8152181" y="2304288"/>
              <a:ext cx="932688" cy="1060704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39" name="原因"/>
            <p:cNvSpPr/>
            <p:nvPr/>
          </p:nvSpPr>
          <p:spPr>
            <a:xfrm>
              <a:off x="9431274" y="2304288"/>
              <a:ext cx="932688" cy="1060704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0" name="對策"/>
            <p:cNvSpPr/>
            <p:nvPr/>
          </p:nvSpPr>
          <p:spPr>
            <a:xfrm>
              <a:off x="10710367" y="2304288"/>
              <a:ext cx="932688" cy="1060704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1" name="連接線"/>
            <p:cNvCxnSpPr>
              <a:stCxn id="38" idx="3"/>
              <a:endCxn id="39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43" name="組合名稱"/>
          <p:cNvSpPr/>
          <p:nvPr/>
        </p:nvSpPr>
        <p:spPr>
          <a:xfrm>
            <a:off x="548640" y="4023360"/>
            <a:ext cx="3490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4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5" name="方案"/>
            <p:cNvSpPr/>
            <p:nvPr/>
          </p:nvSpPr>
          <p:spPr>
            <a:xfrm>
              <a:off x="548640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6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48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49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0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1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4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表頭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59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0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3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ln w="9525">
              <a:solidFill>
                <a:srgbClr val="3A3A3A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4" name="方案"/>
            <p:cNvSpPr/>
            <p:nvPr/>
          </p:nvSpPr>
          <p:spPr>
            <a:xfrm>
              <a:off x="2949042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67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8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69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0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3" name="組合名稱"/>
          <p:cNvSpPr/>
          <p:nvPr/>
        </p:nvSpPr>
        <p:spPr>
          <a:xfrm>
            <a:off x="4350410" y="4023360"/>
            <a:ext cx="3490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4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5" name="卡片"/>
            <p:cNvSpPr/>
            <p:nvPr/>
          </p:nvSpPr>
          <p:spPr>
            <a:xfrm>
              <a:off x="4350410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78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79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0" name="卡片"/>
            <p:cNvSpPr/>
            <p:nvPr/>
          </p:nvSpPr>
          <p:spPr>
            <a:xfrm>
              <a:off x="5556707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6763004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0" name="組合名稱"/>
          <p:cNvSpPr/>
          <p:nvPr/>
        </p:nvSpPr>
        <p:spPr>
          <a:xfrm>
            <a:off x="8152181" y="4023360"/>
            <a:ext cx="3490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1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2" name="PDCA Plan"/>
            <p:cNvSpPr/>
            <p:nvPr/>
          </p:nvSpPr>
          <p:spPr>
            <a:xfrm>
              <a:off x="8152181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93" name="PDCA Do"/>
            <p:cNvSpPr/>
            <p:nvPr/>
          </p:nvSpPr>
          <p:spPr>
            <a:xfrm>
              <a:off x="10326319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94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95" name="PDCA Act"/>
            <p:cNvSpPr/>
            <p:nvPr/>
          </p:nvSpPr>
          <p:spPr>
            <a:xfrm>
              <a:off x="8152181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96" name="連接線"/>
            <p:cNvCxnSpPr>
              <a:stCxn id="92" idx="3"/>
              <a:endCxn id="93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7" name="連接線"/>
            <p:cNvCxnSpPr>
              <a:stCxn id="93" idx="2"/>
              <a:endCxn id="94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8" name="連接線"/>
            <p:cNvCxnSpPr>
              <a:stCxn id="94" idx="1"/>
              <a:endCxn id="95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9" name="連接線"/>
            <p:cNvCxnSpPr>
              <a:stCxn id="95" idx="0"/>
              <a:endCxn id="92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100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1" name="Text 9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2" name="Text 9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風格規範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色彩、字級與元件語言一覽：全部 0.75pt 髮絲線、無填色無陰影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#4F5BD5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2B2B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EEF0FB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#EEF0FB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0.75pt</a:t>
            </a:r>
            <a:endParaRPr lang="en-US" sz="1000" dirty="0"/>
          </a:p>
        </p:txBody>
      </p:sp>
      <p:sp>
        <p:nvSpPr>
          <p:cNvPr id="39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線條"/>
          <p:cNvSpPr/>
          <p:nvPr/>
        </p:nvSpPr>
        <p:spPr>
          <a:xfrm>
            <a:off x="8595360" y="2532888"/>
            <a:ext cx="1188720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42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</a:t>
            </a:r>
            <a:endParaRPr lang="en-US" sz="1000" dirty="0"/>
          </a:p>
        </p:txBody>
      </p:sp>
      <p:sp>
        <p:nvSpPr>
          <p:cNvPr id="45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46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47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48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空心細圓</a:t>
            </a:r>
            <a:endParaRPr lang="en-US" sz="1000" dirty="0"/>
          </a:p>
        </p:txBody>
      </p:sp>
      <p:sp>
        <p:nvSpPr>
          <p:cNvPr id="51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200" dirty="0"/>
          </a:p>
        </p:txBody>
      </p:sp>
      <p:sp>
        <p:nvSpPr>
          <p:cNvPr id="52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200" dirty="0"/>
          </a:p>
        </p:txBody>
      </p:sp>
      <p:sp>
        <p:nvSpPr>
          <p:cNvPr id="53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開放箭頭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59" name="線條"/>
          <p:cNvSpPr/>
          <p:nvPr/>
        </p:nvSpPr>
        <p:spPr>
          <a:xfrm>
            <a:off x="767181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0" name="Text 58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1" name="線條"/>
          <p:cNvSpPr/>
          <p:nvPr/>
        </p:nvSpPr>
        <p:spPr>
          <a:xfrm>
            <a:off x="876909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2" name="Text 60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3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0.75pt 實線＋開放箭頭</a:t>
            </a:r>
            <a:endParaRPr lang="en-US" sz="1000" dirty="0"/>
          </a:p>
        </p:txBody>
      </p:sp>
      <p:sp>
        <p:nvSpPr>
          <p:cNvPr id="66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67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 V 形</a:t>
            </a:r>
            <a:endParaRPr lang="en-US" sz="1000" dirty="0"/>
          </a:p>
        </p:txBody>
      </p:sp>
      <p:sp>
        <p:nvSpPr>
          <p:cNvPr id="71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2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3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卡片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7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1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3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4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線條"/>
          <p:cNvSpPr/>
          <p:nvPr/>
        </p:nvSpPr>
        <p:spPr>
          <a:xfrm>
            <a:off x="8232343" y="2404872"/>
            <a:ext cx="3410712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2343" y="1874520"/>
            <a:ext cx="73152" cy="530352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標籤與編號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8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圓形與流程鏈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4100" dirty="0"/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6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7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18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19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0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1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連接線與箭頭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0" name="Text 8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4" name="連接線"/>
          <p:cNvCxnSpPr>
            <a:stCxn id="12" idx="3"/>
            <a:endCxn id="13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5" name="Text 13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6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9" name="連接線"/>
          <p:cNvCxnSpPr>
            <a:stCxn id="17" idx="3"/>
            <a:endCxn id="18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ysDot"/>
            <a:tailEnd type="arrow" w="lg" len="lg"/>
          </a:ln>
        </p:spPr>
      </p:cxnSp>
      <p:sp>
        <p:nvSpPr>
          <p:cNvPr id="20" name="Text 18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4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28" name="線條"/>
          <p:cNvSpPr/>
          <p:nvPr/>
        </p:nvSpPr>
        <p:spPr>
          <a:xfrm>
            <a:off x="109116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29" name="Text 27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208477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31" name="Text 2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35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36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2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3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45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6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7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48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49" name="連接線"/>
          <p:cNvCxnSpPr>
            <a:stCxn id="46" idx="3"/>
            <a:endCxn id="47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50" name="連接線"/>
          <p:cNvCxnSpPr>
            <a:stCxn id="46" idx="3"/>
            <a:endCxn id="48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51" name="Text 49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流程圖符號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9525">
            <a:solidFill>
              <a:srgbClr val="7F7F7F"/>
            </a:solidFill>
            <a:prstDash val="sysDash"/>
            <a:headEnd type="triangle" w="lg" len="lg"/>
            <a:tailEnd type="arrow" w="lg" len="lg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結構元件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F5BD5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6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7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38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300" dirty="0"/>
          </a:p>
        </p:txBody>
      </p:sp>
      <p:sp>
        <p:nvSpPr>
          <p:cNvPr id="42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300" dirty="0"/>
          </a:p>
        </p:txBody>
      </p:sp>
      <p:sp>
        <p:nvSpPr>
          <p:cNvPr id="45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300" dirty="0"/>
          </a:p>
        </p:txBody>
      </p:sp>
      <p:sp>
        <p:nvSpPr>
          <p:cNvPr id="48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高效溝通：讓想法被看見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Why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8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What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4" name="線條"/>
          <p:cNvSpPr/>
          <p:nvPr/>
        </p:nvSpPr>
        <p:spPr>
          <a:xfrm>
            <a:off x="3961486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5" name="線條"/>
          <p:cNvSpPr/>
          <p:nvPr/>
        </p:nvSpPr>
        <p:spPr>
          <a:xfrm>
            <a:off x="7659624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7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2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策略規劃框架地圖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2403592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0" name="線條"/>
          <p:cNvSpPr/>
          <p:nvPr/>
        </p:nvSpPr>
        <p:spPr>
          <a:xfrm>
            <a:off x="4706600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1" name="Text 9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2" name="線條"/>
          <p:cNvSpPr/>
          <p:nvPr/>
        </p:nvSpPr>
        <p:spPr>
          <a:xfrm>
            <a:off x="7009608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5" name="線條"/>
          <p:cNvSpPr/>
          <p:nvPr/>
        </p:nvSpPr>
        <p:spPr>
          <a:xfrm>
            <a:off x="9312615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952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01</a:t>
            </a:r>
            <a:endParaRPr lang="en-US" sz="1100" dirty="0"/>
          </a:p>
        </p:txBody>
      </p:sp>
      <p:sp>
        <p:nvSpPr>
          <p:cNvPr id="28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02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03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04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06</a:t>
            </a:r>
            <a:endParaRPr lang="en-US" sz="1100" dirty="0"/>
          </a:p>
        </p:txBody>
      </p:sp>
      <p:sp>
        <p:nvSpPr>
          <p:cNvPr id="35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07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39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12</a:t>
            </a:r>
            <a:endParaRPr lang="en-US" sz="1100" dirty="0"/>
          </a:p>
        </p:txBody>
      </p:sp>
      <p:sp>
        <p:nvSpPr>
          <p:cNvPr id="46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13</a:t>
            </a:r>
            <a:endParaRPr lang="en-US" sz="1100" dirty="0"/>
          </a:p>
        </p:txBody>
      </p:sp>
      <p:sp>
        <p:nvSpPr>
          <p:cNvPr id="48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14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15</a:t>
            </a:r>
            <a:endParaRPr lang="en-US" sz="1100" dirty="0"/>
          </a:p>
        </p:txBody>
      </p:sp>
      <p:sp>
        <p:nvSpPr>
          <p:cNvPr id="51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能力成長地圖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4F5BD5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400" dirty="0"/>
          </a:p>
        </p:txBody>
      </p:sp>
      <p:sp>
        <p:nvSpPr>
          <p:cNvPr id="45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6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3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5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7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0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5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7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極簡線框</dc:title>
  <dc:subject>PptxGenJS Presentation</dc:subject>
  <dc:creator>PPT Style Studio</dc:creator>
  <cp:lastModifiedBy>PPT Style Studio</cp:lastModifiedBy>
  <cp:revision>1</cp:revision>
  <dcterms:created xsi:type="dcterms:W3CDTF">2026-10-09T02:33:49Z</dcterms:created>
  <dcterms:modified xsi:type="dcterms:W3CDTF">2026-10-09T02:33:49Z</dcterms:modified>
</cp:coreProperties>
</file>