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" cy="32004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51206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元件總表 Element Catalog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一頁看完本風格的所有元件變化：挑好樣式，直接複製圖形使用</a:t>
            </a:r>
            <a:endParaRPr lang="en-US" sz="1400" dirty="0"/>
          </a:p>
        </p:txBody>
      </p:sp>
      <p:sp>
        <p:nvSpPr>
          <p:cNvPr id="5" name="類別"/>
          <p:cNvSpPr/>
          <p:nvPr/>
        </p:nvSpPr>
        <p:spPr>
          <a:xfrm>
            <a:off x="548640" y="174193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400" dirty="0"/>
          </a:p>
        </p:txBody>
      </p:sp>
      <p:sp>
        <p:nvSpPr>
          <p:cNvPr id="6" name="流程方塊"/>
          <p:cNvSpPr/>
          <p:nvPr/>
        </p:nvSpPr>
        <p:spPr>
          <a:xfrm>
            <a:off x="1998160" y="1673352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7" name="圖說"/>
          <p:cNvSpPr/>
          <p:nvPr/>
        </p:nvSpPr>
        <p:spPr>
          <a:xfrm>
            <a:off x="1874520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850" dirty="0"/>
          </a:p>
        </p:txBody>
      </p:sp>
      <p:sp>
        <p:nvSpPr>
          <p:cNvPr id="8" name="流程方塊"/>
          <p:cNvSpPr/>
          <p:nvPr/>
        </p:nvSpPr>
        <p:spPr>
          <a:xfrm>
            <a:off x="3397584" y="1673352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84836" dist="24257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9" name="圖說"/>
          <p:cNvSpPr/>
          <p:nvPr/>
        </p:nvSpPr>
        <p:spPr>
          <a:xfrm>
            <a:off x="3273944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10" name="流程方塊"/>
          <p:cNvSpPr/>
          <p:nvPr/>
        </p:nvSpPr>
        <p:spPr>
          <a:xfrm>
            <a:off x="4797008" y="1673352"/>
            <a:ext cx="1097280" cy="384048"/>
          </a:xfrm>
          <a:prstGeom prst="rect">
            <a:avLst/>
          </a:prstGeom>
          <a:solidFill>
            <a:srgbClr val="EEF0FB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1" name="圖說"/>
          <p:cNvSpPr/>
          <p:nvPr/>
        </p:nvSpPr>
        <p:spPr>
          <a:xfrm>
            <a:off x="4673368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12" name="流程方塊"/>
          <p:cNvSpPr/>
          <p:nvPr/>
        </p:nvSpPr>
        <p:spPr>
          <a:xfrm>
            <a:off x="6196432" y="1673352"/>
            <a:ext cx="109728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3" name="圖說"/>
          <p:cNvSpPr/>
          <p:nvPr/>
        </p:nvSpPr>
        <p:spPr>
          <a:xfrm>
            <a:off x="6072792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850" dirty="0"/>
          </a:p>
        </p:txBody>
      </p:sp>
      <p:sp>
        <p:nvSpPr>
          <p:cNvPr id="14" name="流程方塊"/>
          <p:cNvSpPr/>
          <p:nvPr/>
        </p:nvSpPr>
        <p:spPr>
          <a:xfrm>
            <a:off x="7595855" y="1673352"/>
            <a:ext cx="1097280" cy="384048"/>
          </a:xfrm>
          <a:prstGeom prst="rect">
            <a:avLst/>
          </a:prstGeom>
          <a:solidFill>
            <a:srgbClr val="FFFFFF"/>
          </a:solidFill>
          <a:ln w="222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5" name="圖說"/>
          <p:cNvSpPr/>
          <p:nvPr/>
        </p:nvSpPr>
        <p:spPr>
          <a:xfrm>
            <a:off x="7472216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850" dirty="0"/>
          </a:p>
        </p:txBody>
      </p:sp>
      <p:sp>
        <p:nvSpPr>
          <p:cNvPr id="16" name="流程方塊"/>
          <p:cNvSpPr/>
          <p:nvPr/>
        </p:nvSpPr>
        <p:spPr>
          <a:xfrm>
            <a:off x="8995279" y="1673352"/>
            <a:ext cx="1097280" cy="384048"/>
          </a:xfrm>
          <a:prstGeom prst="rect">
            <a:avLst/>
          </a:prstGeom>
          <a:solidFill>
            <a:srgbClr val="4F5BD5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1150" dirty="0"/>
          </a:p>
        </p:txBody>
      </p:sp>
      <p:sp>
        <p:nvSpPr>
          <p:cNvPr id="17" name="圖說"/>
          <p:cNvSpPr/>
          <p:nvPr/>
        </p:nvSpPr>
        <p:spPr>
          <a:xfrm>
            <a:off x="8871639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18" name="流程方塊"/>
          <p:cNvSpPr/>
          <p:nvPr/>
        </p:nvSpPr>
        <p:spPr>
          <a:xfrm>
            <a:off x="10394703" y="1673352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1150" dirty="0"/>
          </a:p>
        </p:txBody>
      </p:sp>
      <p:sp>
        <p:nvSpPr>
          <p:cNvPr id="19" name="圖說"/>
          <p:cNvSpPr/>
          <p:nvPr/>
        </p:nvSpPr>
        <p:spPr>
          <a:xfrm>
            <a:off x="10271063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850" dirty="0"/>
          </a:p>
        </p:txBody>
      </p:sp>
      <p:sp>
        <p:nvSpPr>
          <p:cNvPr id="20" name="線條"/>
          <p:cNvSpPr/>
          <p:nvPr/>
        </p:nvSpPr>
        <p:spPr>
          <a:xfrm>
            <a:off x="548640" y="2263140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21" name="類別"/>
          <p:cNvSpPr/>
          <p:nvPr/>
        </p:nvSpPr>
        <p:spPr>
          <a:xfrm>
            <a:off x="548640" y="242773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2" name="判斷菱形"/>
          <p:cNvSpPr/>
          <p:nvPr/>
        </p:nvSpPr>
        <p:spPr>
          <a:xfrm>
            <a:off x="2066740" y="2313432"/>
            <a:ext cx="96012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3" name="圖說"/>
          <p:cNvSpPr/>
          <p:nvPr/>
        </p:nvSpPr>
        <p:spPr>
          <a:xfrm>
            <a:off x="1874520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850" dirty="0"/>
          </a:p>
        </p:txBody>
      </p:sp>
      <p:sp>
        <p:nvSpPr>
          <p:cNvPr id="24" name="判斷菱形"/>
          <p:cNvSpPr/>
          <p:nvPr/>
        </p:nvSpPr>
        <p:spPr>
          <a:xfrm>
            <a:off x="3466164" y="2313432"/>
            <a:ext cx="960120" cy="475488"/>
          </a:xfrm>
          <a:prstGeom prst="diamond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5" name="圖說"/>
          <p:cNvSpPr/>
          <p:nvPr/>
        </p:nvSpPr>
        <p:spPr>
          <a:xfrm>
            <a:off x="3273944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26" name="判斷菱形"/>
          <p:cNvSpPr/>
          <p:nvPr/>
        </p:nvSpPr>
        <p:spPr>
          <a:xfrm>
            <a:off x="4865588" y="2313432"/>
            <a:ext cx="960120" cy="475488"/>
          </a:xfrm>
          <a:prstGeom prst="diamond">
            <a:avLst/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7" name="圖說"/>
          <p:cNvSpPr/>
          <p:nvPr/>
        </p:nvSpPr>
        <p:spPr>
          <a:xfrm>
            <a:off x="4673368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28" name="判斷菱形"/>
          <p:cNvSpPr/>
          <p:nvPr/>
        </p:nvSpPr>
        <p:spPr>
          <a:xfrm>
            <a:off x="6265012" y="2313432"/>
            <a:ext cx="960120" cy="47548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9" name="圖說"/>
          <p:cNvSpPr/>
          <p:nvPr/>
        </p:nvSpPr>
        <p:spPr>
          <a:xfrm>
            <a:off x="6072792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850" dirty="0"/>
          </a:p>
        </p:txBody>
      </p:sp>
      <p:sp>
        <p:nvSpPr>
          <p:cNvPr id="30" name="判斷菱形"/>
          <p:cNvSpPr/>
          <p:nvPr/>
        </p:nvSpPr>
        <p:spPr>
          <a:xfrm>
            <a:off x="7664435" y="2313432"/>
            <a:ext cx="960120" cy="475488"/>
          </a:xfrm>
          <a:prstGeom prst="diamond">
            <a:avLst/>
          </a:prstGeom>
          <a:solidFill>
            <a:srgbClr val="4F5BD5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1" name="圖說"/>
          <p:cNvSpPr/>
          <p:nvPr/>
        </p:nvSpPr>
        <p:spPr>
          <a:xfrm>
            <a:off x="7472216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32" name="判斷菱形"/>
          <p:cNvSpPr/>
          <p:nvPr/>
        </p:nvSpPr>
        <p:spPr>
          <a:xfrm>
            <a:off x="9063859" y="2313432"/>
            <a:ext cx="96012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3" name="圖說"/>
          <p:cNvSpPr/>
          <p:nvPr/>
        </p:nvSpPr>
        <p:spPr>
          <a:xfrm>
            <a:off x="8871639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85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10330695" y="2313432"/>
            <a:ext cx="1115568" cy="475488"/>
            <a:chOff x="10330695" y="2313432"/>
            <a:chExt cx="1115568" cy="475488"/>
          </a:xfrm>
        </p:grpSpPr>
        <p:sp>
          <p:nvSpPr>
            <p:cNvPr id="34" name="判斷菱形"/>
            <p:cNvSpPr/>
            <p:nvPr/>
          </p:nvSpPr>
          <p:spPr>
            <a:xfrm>
              <a:off x="10330695" y="2313432"/>
              <a:ext cx="566928" cy="475488"/>
            </a:xfrm>
            <a:prstGeom prst="diamond">
              <a:avLst/>
            </a:prstGeom>
            <a:solidFill>
              <a:srgbClr val="FFFFFF"/>
            </a:solidFill>
            <a:ln w="15875">
              <a:solidFill>
                <a:srgbClr val="4F5BD5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5" name="線條"/>
            <p:cNvSpPr/>
            <p:nvPr/>
          </p:nvSpPr>
          <p:spPr>
            <a:xfrm>
              <a:off x="10897623" y="2551176"/>
              <a:ext cx="548640" cy="0"/>
            </a:xfrm>
            <a:prstGeom prst="line">
              <a:avLst/>
            </a:prstGeom>
            <a:noFill/>
            <a:ln w="9525">
              <a:solidFill>
                <a:srgbClr val="7F7F7F"/>
              </a:solidFill>
              <a:prstDash val="solid"/>
              <a:tailEnd type="arrow" w="lg" len="lg"/>
            </a:ln>
          </p:spPr>
        </p:sp>
        <p:sp>
          <p:nvSpPr>
            <p:cNvPr id="36" name="標註"/>
            <p:cNvSpPr/>
            <p:nvPr/>
          </p:nvSpPr>
          <p:spPr>
            <a:xfrm>
              <a:off x="10915911" y="2368296"/>
              <a:ext cx="27432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800" dirty="0"/>
            </a:p>
          </p:txBody>
        </p:sp>
      </p:grpSp>
      <p:sp>
        <p:nvSpPr>
          <p:cNvPr id="37" name="圖說"/>
          <p:cNvSpPr/>
          <p:nvPr/>
        </p:nvSpPr>
        <p:spPr>
          <a:xfrm>
            <a:off x="10271063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850" dirty="0"/>
          </a:p>
        </p:txBody>
      </p:sp>
      <p:sp>
        <p:nvSpPr>
          <p:cNvPr id="38" name="線條"/>
          <p:cNvSpPr/>
          <p:nvPr/>
        </p:nvSpPr>
        <p:spPr>
          <a:xfrm>
            <a:off x="548640" y="2994660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39" name="類別"/>
          <p:cNvSpPr/>
          <p:nvPr/>
        </p:nvSpPr>
        <p:spPr>
          <a:xfrm>
            <a:off x="548640" y="3095244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400" dirty="0"/>
          </a:p>
        </p:txBody>
      </p:sp>
      <p:sp>
        <p:nvSpPr>
          <p:cNvPr id="40" name="開始／結束"/>
          <p:cNvSpPr/>
          <p:nvPr/>
        </p:nvSpPr>
        <p:spPr>
          <a:xfrm>
            <a:off x="1998160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1" name="圖說"/>
          <p:cNvSpPr/>
          <p:nvPr/>
        </p:nvSpPr>
        <p:spPr>
          <a:xfrm>
            <a:off x="1874520" y="342442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850" dirty="0"/>
          </a:p>
        </p:txBody>
      </p:sp>
      <p:sp>
        <p:nvSpPr>
          <p:cNvPr id="42" name="開始／結束"/>
          <p:cNvSpPr/>
          <p:nvPr/>
        </p:nvSpPr>
        <p:spPr>
          <a:xfrm>
            <a:off x="3397584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3" name="圖說"/>
          <p:cNvSpPr/>
          <p:nvPr/>
        </p:nvSpPr>
        <p:spPr>
          <a:xfrm>
            <a:off x="3273944" y="342442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44" name="開始／結束"/>
          <p:cNvSpPr/>
          <p:nvPr/>
        </p:nvSpPr>
        <p:spPr>
          <a:xfrm>
            <a:off x="4797008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5" name="圖說"/>
          <p:cNvSpPr/>
          <p:nvPr/>
        </p:nvSpPr>
        <p:spPr>
          <a:xfrm>
            <a:off x="4673368" y="342442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850" dirty="0"/>
          </a:p>
        </p:txBody>
      </p:sp>
      <p:sp>
        <p:nvSpPr>
          <p:cNvPr id="46" name="開始／結束"/>
          <p:cNvSpPr/>
          <p:nvPr/>
        </p:nvSpPr>
        <p:spPr>
          <a:xfrm>
            <a:off x="6196432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76835" dist="21971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7" name="圖說"/>
          <p:cNvSpPr/>
          <p:nvPr/>
        </p:nvSpPr>
        <p:spPr>
          <a:xfrm>
            <a:off x="6072792" y="342442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48" name="開始／結束"/>
          <p:cNvSpPr/>
          <p:nvPr/>
        </p:nvSpPr>
        <p:spPr>
          <a:xfrm>
            <a:off x="7595855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50" dirty="0"/>
          </a:p>
        </p:txBody>
      </p:sp>
      <p:sp>
        <p:nvSpPr>
          <p:cNvPr id="49" name="圖說"/>
          <p:cNvSpPr/>
          <p:nvPr/>
        </p:nvSpPr>
        <p:spPr>
          <a:xfrm>
            <a:off x="7472216" y="342442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50" name="線條"/>
          <p:cNvSpPr/>
          <p:nvPr/>
        </p:nvSpPr>
        <p:spPr>
          <a:xfrm>
            <a:off x="548640" y="359816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51" name="類別"/>
          <p:cNvSpPr/>
          <p:nvPr/>
        </p:nvSpPr>
        <p:spPr>
          <a:xfrm>
            <a:off x="548640" y="370789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400" dirty="0"/>
          </a:p>
        </p:txBody>
      </p:sp>
      <p:sp>
        <p:nvSpPr>
          <p:cNvPr id="52" name="線條"/>
          <p:cNvSpPr/>
          <p:nvPr/>
        </p:nvSpPr>
        <p:spPr>
          <a:xfrm>
            <a:off x="2016448" y="3831336"/>
            <a:ext cx="1060704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</p:sp>
      <p:sp>
        <p:nvSpPr>
          <p:cNvPr id="53" name="圖說"/>
          <p:cNvSpPr/>
          <p:nvPr/>
        </p:nvSpPr>
        <p:spPr>
          <a:xfrm>
            <a:off x="1874520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850" dirty="0"/>
          </a:p>
        </p:txBody>
      </p:sp>
      <p:sp>
        <p:nvSpPr>
          <p:cNvPr id="54" name="線條"/>
          <p:cNvSpPr/>
          <p:nvPr/>
        </p:nvSpPr>
        <p:spPr>
          <a:xfrm>
            <a:off x="3415872" y="3831336"/>
            <a:ext cx="1060704" cy="0"/>
          </a:xfrm>
          <a:prstGeom prst="line">
            <a:avLst/>
          </a:prstGeom>
          <a:noFill/>
          <a:ln w="28575">
            <a:solidFill>
              <a:srgbClr val="4F5BD5"/>
            </a:solidFill>
            <a:prstDash val="solid"/>
            <a:tailEnd type="triangle"/>
          </a:ln>
        </p:spPr>
      </p:sp>
      <p:sp>
        <p:nvSpPr>
          <p:cNvPr id="55" name="圖說"/>
          <p:cNvSpPr/>
          <p:nvPr/>
        </p:nvSpPr>
        <p:spPr>
          <a:xfrm>
            <a:off x="3273944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850" dirty="0"/>
          </a:p>
        </p:txBody>
      </p:sp>
      <p:sp>
        <p:nvSpPr>
          <p:cNvPr id="56" name="連接線"/>
          <p:cNvSpPr/>
          <p:nvPr/>
        </p:nvSpPr>
        <p:spPr>
          <a:xfrm>
            <a:off x="4815296" y="3694176"/>
            <a:ext cx="1060704" cy="274320"/>
          </a:xfrm>
          <a:custGeom>
            <a:avLst/>
            <a:gdLst/>
            <a:ahLst/>
            <a:cxnLst/>
            <a:rect l="l" t="t" r="r" b="b"/>
            <a:pathLst>
              <a:path w="1060704" h="274320">
                <a:moveTo>
                  <a:pt x="0" y="0"/>
                </a:moveTo>
                <a:lnTo>
                  <a:pt x="530352" y="0"/>
                </a:lnTo>
                <a:lnTo>
                  <a:pt x="530352" y="274320"/>
                </a:lnTo>
                <a:lnTo>
                  <a:pt x="1060704" y="274320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圖說"/>
          <p:cNvSpPr/>
          <p:nvPr/>
        </p:nvSpPr>
        <p:spPr>
          <a:xfrm>
            <a:off x="4673368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850" dirty="0"/>
          </a:p>
        </p:txBody>
      </p:sp>
      <p:sp>
        <p:nvSpPr>
          <p:cNvPr id="58" name="線條"/>
          <p:cNvSpPr/>
          <p:nvPr/>
        </p:nvSpPr>
        <p:spPr>
          <a:xfrm>
            <a:off x="6214720" y="3831336"/>
            <a:ext cx="1060704" cy="0"/>
          </a:xfrm>
          <a:prstGeom prst="line">
            <a:avLst/>
          </a:prstGeom>
          <a:noFill/>
          <a:ln w="12700">
            <a:solidFill>
              <a:srgbClr val="707070"/>
            </a:solidFill>
            <a:prstDash val="sysDash"/>
            <a:tailEnd type="arrow"/>
          </a:ln>
        </p:spPr>
      </p:sp>
      <p:sp>
        <p:nvSpPr>
          <p:cNvPr id="59" name="圖說"/>
          <p:cNvSpPr/>
          <p:nvPr/>
        </p:nvSpPr>
        <p:spPr>
          <a:xfrm>
            <a:off x="6072792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850" dirty="0"/>
          </a:p>
        </p:txBody>
      </p:sp>
      <p:sp>
        <p:nvSpPr>
          <p:cNvPr id="60" name="線條"/>
          <p:cNvSpPr/>
          <p:nvPr/>
        </p:nvSpPr>
        <p:spPr>
          <a:xfrm>
            <a:off x="7614143" y="3831336"/>
            <a:ext cx="1060704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61" name="圖說"/>
          <p:cNvSpPr/>
          <p:nvPr/>
        </p:nvSpPr>
        <p:spPr>
          <a:xfrm>
            <a:off x="7472216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85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9214735" y="3703320"/>
            <a:ext cx="640080" cy="256032"/>
            <a:chOff x="9214735" y="3703320"/>
            <a:chExt cx="640080" cy="256032"/>
          </a:xfrm>
        </p:grpSpPr>
        <p:sp>
          <p:nvSpPr>
            <p:cNvPr id="62" name="三角分隔"/>
            <p:cNvSpPr/>
            <p:nvPr/>
          </p:nvSpPr>
          <p:spPr>
            <a:xfrm>
              <a:off x="9214735" y="3730752"/>
              <a:ext cx="155448" cy="201168"/>
            </a:xfrm>
            <a:custGeom>
              <a:avLst/>
              <a:gdLst/>
              <a:ahLst/>
              <a:cxnLst/>
              <a:rect l="l" t="t" r="r" b="b"/>
              <a:pathLst>
                <a:path w="155448" h="201168">
                  <a:moveTo>
                    <a:pt x="0" y="0"/>
                  </a:moveTo>
                  <a:lnTo>
                    <a:pt x="155448" y="100584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3" name="V 形分隔"/>
            <p:cNvSpPr/>
            <p:nvPr/>
          </p:nvSpPr>
          <p:spPr>
            <a:xfrm>
              <a:off x="9708511" y="3703320"/>
              <a:ext cx="146304" cy="256032"/>
            </a:xfrm>
            <a:prstGeom prst="chevron">
              <a:avLst>
                <a:gd name="adj" fmla="val 62500"/>
              </a:avLst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4" name="圖說"/>
          <p:cNvSpPr/>
          <p:nvPr/>
        </p:nvSpPr>
        <p:spPr>
          <a:xfrm>
            <a:off x="8871639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850" dirty="0"/>
          </a:p>
        </p:txBody>
      </p:sp>
      <p:sp>
        <p:nvSpPr>
          <p:cNvPr id="65" name="區塊箭頭"/>
          <p:cNvSpPr/>
          <p:nvPr/>
        </p:nvSpPr>
        <p:spPr>
          <a:xfrm>
            <a:off x="10440423" y="3648456"/>
            <a:ext cx="1005840" cy="365760"/>
          </a:xfrm>
          <a:custGeom>
            <a:avLst/>
            <a:gdLst/>
            <a:ahLst/>
            <a:cxnLst/>
            <a:rect l="l" t="t" r="r" b="b"/>
            <a:pathLst>
              <a:path w="1005840" h="365760">
                <a:moveTo>
                  <a:pt x="0" y="109728"/>
                </a:moveTo>
                <a:lnTo>
                  <a:pt x="786384" y="109728"/>
                </a:lnTo>
                <a:lnTo>
                  <a:pt x="786384" y="0"/>
                </a:lnTo>
                <a:lnTo>
                  <a:pt x="1005840" y="182880"/>
                </a:lnTo>
                <a:lnTo>
                  <a:pt x="786384" y="365760"/>
                </a:lnTo>
                <a:lnTo>
                  <a:pt x="786384" y="256032"/>
                </a:lnTo>
                <a:lnTo>
                  <a:pt x="0" y="256032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圖說"/>
          <p:cNvSpPr/>
          <p:nvPr/>
        </p:nvSpPr>
        <p:spPr>
          <a:xfrm>
            <a:off x="10271063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850" dirty="0"/>
          </a:p>
        </p:txBody>
      </p:sp>
      <p:sp>
        <p:nvSpPr>
          <p:cNvPr id="67" name="線條"/>
          <p:cNvSpPr/>
          <p:nvPr/>
        </p:nvSpPr>
        <p:spPr>
          <a:xfrm>
            <a:off x="548640" y="4219956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68" name="類別"/>
          <p:cNvSpPr/>
          <p:nvPr/>
        </p:nvSpPr>
        <p:spPr>
          <a:xfrm>
            <a:off x="548640" y="434797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400" dirty="0"/>
          </a:p>
        </p:txBody>
      </p:sp>
      <p:sp>
        <p:nvSpPr>
          <p:cNvPr id="69" name="警示方塊"/>
          <p:cNvSpPr/>
          <p:nvPr/>
        </p:nvSpPr>
        <p:spPr>
          <a:xfrm>
            <a:off x="1998160" y="4270248"/>
            <a:ext cx="109728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C0504D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1150" dirty="0"/>
          </a:p>
        </p:txBody>
      </p:sp>
      <p:sp>
        <p:nvSpPr>
          <p:cNvPr id="70" name="圖說"/>
          <p:cNvSpPr/>
          <p:nvPr/>
        </p:nvSpPr>
        <p:spPr>
          <a:xfrm>
            <a:off x="1874520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850" dirty="0"/>
          </a:p>
        </p:txBody>
      </p:sp>
      <p:sp>
        <p:nvSpPr>
          <p:cNvPr id="71" name="警示方塊"/>
          <p:cNvSpPr/>
          <p:nvPr/>
        </p:nvSpPr>
        <p:spPr>
          <a:xfrm>
            <a:off x="3397584" y="4270248"/>
            <a:ext cx="1097280" cy="402336"/>
          </a:xfrm>
          <a:prstGeom prst="rect">
            <a:avLst/>
          </a:prstGeom>
          <a:solidFill>
            <a:srgbClr val="F6E6E6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72" name="圖說"/>
          <p:cNvSpPr/>
          <p:nvPr/>
        </p:nvSpPr>
        <p:spPr>
          <a:xfrm>
            <a:off x="3273944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850" dirty="0"/>
          </a:p>
        </p:txBody>
      </p:sp>
      <p:sp>
        <p:nvSpPr>
          <p:cNvPr id="73" name="警示方塊"/>
          <p:cNvSpPr/>
          <p:nvPr/>
        </p:nvSpPr>
        <p:spPr>
          <a:xfrm>
            <a:off x="4797008" y="4270248"/>
            <a:ext cx="1097280" cy="402336"/>
          </a:xfrm>
          <a:prstGeom prst="rect">
            <a:avLst/>
          </a:prstGeom>
          <a:solidFill>
            <a:srgbClr val="C0504D"/>
          </a:solidFill>
          <a:ln>
            <a:noFill/>
          </a:ln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1150" dirty="0"/>
          </a:p>
        </p:txBody>
      </p:sp>
      <p:sp>
        <p:nvSpPr>
          <p:cNvPr id="74" name="圖說"/>
          <p:cNvSpPr/>
          <p:nvPr/>
        </p:nvSpPr>
        <p:spPr>
          <a:xfrm>
            <a:off x="4673368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85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6507050" y="4266225"/>
            <a:ext cx="476044" cy="410383"/>
            <a:chOff x="6507050" y="4266225"/>
            <a:chExt cx="476044" cy="410383"/>
          </a:xfrm>
        </p:grpSpPr>
        <p:sp>
          <p:nvSpPr>
            <p:cNvPr id="75" name="警告三角"/>
            <p:cNvSpPr/>
            <p:nvPr/>
          </p:nvSpPr>
          <p:spPr>
            <a:xfrm>
              <a:off x="6507050" y="4266225"/>
              <a:ext cx="476044" cy="410383"/>
            </a:xfrm>
            <a:custGeom>
              <a:avLst/>
              <a:gdLst/>
              <a:ahLst/>
              <a:cxnLst/>
              <a:rect l="l" t="t" r="r" b="b"/>
              <a:pathLst>
                <a:path w="476044" h="410383">
                  <a:moveTo>
                    <a:pt x="0" y="410383"/>
                  </a:moveTo>
                  <a:lnTo>
                    <a:pt x="238022" y="0"/>
                  </a:lnTo>
                  <a:lnTo>
                    <a:pt x="476044" y="410383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6" name="驚嘆號"/>
            <p:cNvSpPr/>
            <p:nvPr/>
          </p:nvSpPr>
          <p:spPr>
            <a:xfrm>
              <a:off x="6507050" y="4389339"/>
              <a:ext cx="476044" cy="27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1700" dirty="0"/>
            </a:p>
          </p:txBody>
        </p:sp>
      </p:grpSp>
      <p:sp>
        <p:nvSpPr>
          <p:cNvPr id="77" name="圖說"/>
          <p:cNvSpPr/>
          <p:nvPr/>
        </p:nvSpPr>
        <p:spPr>
          <a:xfrm>
            <a:off x="6072792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850" dirty="0"/>
          </a:p>
        </p:txBody>
      </p:sp>
      <p:sp>
        <p:nvSpPr>
          <p:cNvPr id="78" name="錯誤標記"/>
          <p:cNvSpPr/>
          <p:nvPr/>
        </p:nvSpPr>
        <p:spPr>
          <a:xfrm>
            <a:off x="7979538" y="4306458"/>
            <a:ext cx="329916" cy="329916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79" name="圖說"/>
          <p:cNvSpPr/>
          <p:nvPr/>
        </p:nvSpPr>
        <p:spPr>
          <a:xfrm>
            <a:off x="7472216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85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8995279" y="4210812"/>
            <a:ext cx="1156716" cy="461772"/>
            <a:chOff x="8995279" y="4210812"/>
            <a:chExt cx="1156716" cy="461772"/>
          </a:xfrm>
        </p:grpSpPr>
        <p:sp>
          <p:nvSpPr>
            <p:cNvPr id="80" name="流程方塊"/>
            <p:cNvSpPr/>
            <p:nvPr/>
          </p:nvSpPr>
          <p:spPr>
            <a:xfrm>
              <a:off x="8995279" y="4270248"/>
              <a:ext cx="1097280" cy="4023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FBFBF"/>
              </a:solidFill>
              <a:prstDash val="solid"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1150" dirty="0"/>
            </a:p>
          </p:txBody>
        </p:sp>
        <p:sp>
          <p:nvSpPr>
            <p:cNvPr id="81" name="提示紅點"/>
            <p:cNvSpPr/>
            <p:nvPr/>
          </p:nvSpPr>
          <p:spPr>
            <a:xfrm>
              <a:off x="9996547" y="4210812"/>
              <a:ext cx="155448" cy="155448"/>
            </a:xfrm>
            <a:prstGeom prst="ellipse">
              <a:avLst/>
            </a:prstGeom>
            <a:solidFill>
              <a:srgbClr val="C0504D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2" name="圖說"/>
          <p:cNvSpPr/>
          <p:nvPr/>
        </p:nvSpPr>
        <p:spPr>
          <a:xfrm>
            <a:off x="8871639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850" dirty="0"/>
          </a:p>
        </p:txBody>
      </p:sp>
      <p:sp>
        <p:nvSpPr>
          <p:cNvPr id="83" name="連接線"/>
          <p:cNvSpPr/>
          <p:nvPr/>
        </p:nvSpPr>
        <p:spPr>
          <a:xfrm>
            <a:off x="10412991" y="4325112"/>
            <a:ext cx="1060704" cy="292608"/>
          </a:xfrm>
          <a:custGeom>
            <a:avLst/>
            <a:gdLst/>
            <a:ahLst/>
            <a:cxnLst/>
            <a:rect l="l" t="t" r="r" b="b"/>
            <a:pathLst>
              <a:path w="1060704" h="292608">
                <a:moveTo>
                  <a:pt x="0" y="0"/>
                </a:moveTo>
                <a:lnTo>
                  <a:pt x="438912" y="0"/>
                </a:lnTo>
                <a:lnTo>
                  <a:pt x="438912" y="292608"/>
                </a:lnTo>
                <a:lnTo>
                  <a:pt x="1060704" y="292608"/>
                </a:lnTo>
              </a:path>
            </a:pathLst>
          </a:custGeom>
          <a:noFill/>
          <a:ln w="15875">
            <a:solidFill>
              <a:srgbClr val="C0504D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圖說"/>
          <p:cNvSpPr/>
          <p:nvPr/>
        </p:nvSpPr>
        <p:spPr>
          <a:xfrm>
            <a:off x="10271063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850" dirty="0"/>
          </a:p>
        </p:txBody>
      </p:sp>
      <p:sp>
        <p:nvSpPr>
          <p:cNvPr id="85" name="線條"/>
          <p:cNvSpPr/>
          <p:nvPr/>
        </p:nvSpPr>
        <p:spPr>
          <a:xfrm>
            <a:off x="548640" y="487832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86" name="類別"/>
          <p:cNvSpPr/>
          <p:nvPr/>
        </p:nvSpPr>
        <p:spPr>
          <a:xfrm>
            <a:off x="548640" y="5088636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400" dirty="0"/>
          </a:p>
        </p:txBody>
      </p:sp>
      <p:sp>
        <p:nvSpPr>
          <p:cNvPr id="87" name="大圓"/>
          <p:cNvSpPr/>
          <p:nvPr/>
        </p:nvSpPr>
        <p:spPr>
          <a:xfrm>
            <a:off x="2263336" y="4928616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  <a:effectLst>
            <a:outerShdw blurRad="85344" dist="15240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圖說"/>
          <p:cNvSpPr/>
          <p:nvPr/>
        </p:nvSpPr>
        <p:spPr>
          <a:xfrm>
            <a:off x="1874520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85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3607896" y="4873752"/>
            <a:ext cx="676656" cy="676656"/>
            <a:chOff x="3607896" y="4873752"/>
            <a:chExt cx="676656" cy="676656"/>
          </a:xfrm>
        </p:grpSpPr>
        <p:sp>
          <p:nvSpPr>
            <p:cNvPr id="89" name="外圈細環"/>
            <p:cNvSpPr/>
            <p:nvPr/>
          </p:nvSpPr>
          <p:spPr>
            <a:xfrm>
              <a:off x="3607896" y="4873752"/>
              <a:ext cx="676656" cy="676656"/>
            </a:xfrm>
            <a:prstGeom prst="ellipse">
              <a:avLst/>
            </a:prstGeom>
            <a:noFill/>
            <a:ln w="9525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0" name="大圓"/>
            <p:cNvSpPr/>
            <p:nvPr/>
          </p:nvSpPr>
          <p:spPr>
            <a:xfrm>
              <a:off x="3662760" y="4928616"/>
              <a:ext cx="566928" cy="5669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  <a:effectLst>
              <a:outerShdw blurRad="85344" dist="15240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1" name="圖說"/>
          <p:cNvSpPr/>
          <p:nvPr/>
        </p:nvSpPr>
        <p:spPr>
          <a:xfrm>
            <a:off x="3273944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850" dirty="0"/>
          </a:p>
        </p:txBody>
      </p:sp>
      <p:sp>
        <p:nvSpPr>
          <p:cNvPr id="92" name="外框圓"/>
          <p:cNvSpPr/>
          <p:nvPr/>
        </p:nvSpPr>
        <p:spPr>
          <a:xfrm>
            <a:off x="5062184" y="4928616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圖說"/>
          <p:cNvSpPr/>
          <p:nvPr/>
        </p:nvSpPr>
        <p:spPr>
          <a:xfrm>
            <a:off x="4673368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85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6205576" y="5056632"/>
            <a:ext cx="1078992" cy="310896"/>
            <a:chOff x="6205576" y="5056632"/>
            <a:chExt cx="1078992" cy="310896"/>
          </a:xfrm>
        </p:grpSpPr>
        <p:sp>
          <p:nvSpPr>
            <p:cNvPr id="94" name="編號"/>
            <p:cNvSpPr/>
            <p:nvPr/>
          </p:nvSpPr>
          <p:spPr>
            <a:xfrm>
              <a:off x="6205576" y="5056632"/>
              <a:ext cx="310896" cy="31089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F5BD5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4F5BD5"/>
                  </a:solidFill>
                  <a:latin typeface="Microsoft JhengHei Light" pitchFamily="34" charset="0"/>
                  <a:ea typeface="Microsoft JhengHei Light" pitchFamily="34" charset="-122"/>
                  <a:cs typeface="Microsoft JhengHei Light" pitchFamily="34" charset="-120"/>
                </a:rPr>
                <a:t>1</a:t>
              </a:r>
              <a:endParaRPr lang="en-US" sz="1000" dirty="0"/>
            </a:p>
          </p:txBody>
        </p:sp>
        <p:sp>
          <p:nvSpPr>
            <p:cNvPr id="95" name="編號"/>
            <p:cNvSpPr/>
            <p:nvPr/>
          </p:nvSpPr>
          <p:spPr>
            <a:xfrm>
              <a:off x="6589624" y="5056632"/>
              <a:ext cx="310896" cy="31089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F5BD5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4F5BD5"/>
                  </a:solidFill>
                  <a:latin typeface="Microsoft JhengHei Light" pitchFamily="34" charset="0"/>
                  <a:ea typeface="Microsoft JhengHei Light" pitchFamily="34" charset="-122"/>
                  <a:cs typeface="Microsoft JhengHei Light" pitchFamily="34" charset="-120"/>
                </a:rPr>
                <a:t>2</a:t>
              </a:r>
              <a:endParaRPr lang="en-US" sz="1000" dirty="0"/>
            </a:p>
          </p:txBody>
        </p:sp>
        <p:sp>
          <p:nvSpPr>
            <p:cNvPr id="96" name="編號"/>
            <p:cNvSpPr/>
            <p:nvPr/>
          </p:nvSpPr>
          <p:spPr>
            <a:xfrm>
              <a:off x="6973672" y="5056632"/>
              <a:ext cx="310896" cy="31089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3A3A3A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3A3A3A"/>
                  </a:solidFill>
                  <a:latin typeface="Microsoft JhengHei Light" pitchFamily="34" charset="0"/>
                  <a:ea typeface="Microsoft JhengHei Light" pitchFamily="34" charset="-122"/>
                  <a:cs typeface="Microsoft JhengHei Light" pitchFamily="34" charset="-120"/>
                </a:rPr>
                <a:t>3</a:t>
              </a:r>
              <a:endParaRPr lang="en-US" sz="1000" dirty="0"/>
            </a:p>
          </p:txBody>
        </p:sp>
      </p:grpSp>
      <p:sp>
        <p:nvSpPr>
          <p:cNvPr id="97" name="圖說"/>
          <p:cNvSpPr/>
          <p:nvPr/>
        </p:nvSpPr>
        <p:spPr>
          <a:xfrm>
            <a:off x="6072792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850" dirty="0"/>
          </a:p>
        </p:txBody>
      </p:sp>
      <p:sp>
        <p:nvSpPr>
          <p:cNvPr id="98" name="標籤"/>
          <p:cNvSpPr/>
          <p:nvPr/>
        </p:nvSpPr>
        <p:spPr>
          <a:xfrm>
            <a:off x="7742200" y="5065776"/>
            <a:ext cx="804591" cy="29260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100" dirty="0"/>
          </a:p>
        </p:txBody>
      </p:sp>
      <p:sp>
        <p:nvSpPr>
          <p:cNvPr id="99" name="圖說"/>
          <p:cNvSpPr/>
          <p:nvPr/>
        </p:nvSpPr>
        <p:spPr>
          <a:xfrm>
            <a:off x="7472216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85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8990199" y="5074920"/>
            <a:ext cx="1107440" cy="274320"/>
            <a:chOff x="8990199" y="5074920"/>
            <a:chExt cx="1107440" cy="274320"/>
          </a:xfrm>
        </p:grpSpPr>
        <p:sp>
          <p:nvSpPr>
            <p:cNvPr id="100" name="標籤"/>
            <p:cNvSpPr/>
            <p:nvPr/>
          </p:nvSpPr>
          <p:spPr>
            <a:xfrm>
              <a:off x="8990199" y="5074920"/>
              <a:ext cx="517144" cy="274320"/>
            </a:xfrm>
            <a:prstGeom prst="rect">
              <a:avLst/>
            </a:prstGeom>
            <a:noFill/>
            <a:ln w="9525">
              <a:solidFill>
                <a:srgbClr val="3A3A3A"/>
              </a:solidFill>
              <a:prstDash val="solid"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1100" dirty="0"/>
            </a:p>
          </p:txBody>
        </p:sp>
        <p:sp>
          <p:nvSpPr>
            <p:cNvPr id="101" name="標籤"/>
            <p:cNvSpPr/>
            <p:nvPr/>
          </p:nvSpPr>
          <p:spPr>
            <a:xfrm>
              <a:off x="9580495" y="5074920"/>
              <a:ext cx="517144" cy="274320"/>
            </a:xfrm>
            <a:prstGeom prst="rect">
              <a:avLst/>
            </a:prstGeom>
            <a:noFill/>
            <a:ln w="9525">
              <a:solidFill>
                <a:srgbClr val="A6A6A6"/>
              </a:solidFill>
              <a:prstDash val="solid"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1100" dirty="0"/>
            </a:p>
          </p:txBody>
        </p:sp>
      </p:grpSp>
      <p:sp>
        <p:nvSpPr>
          <p:cNvPr id="102" name="圖說"/>
          <p:cNvSpPr/>
          <p:nvPr/>
        </p:nvSpPr>
        <p:spPr>
          <a:xfrm>
            <a:off x="8871639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85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10600443" y="5143500"/>
            <a:ext cx="685800" cy="137160"/>
            <a:chOff x="10600443" y="5143500"/>
            <a:chExt cx="685800" cy="137160"/>
          </a:xfrm>
        </p:grpSpPr>
        <p:sp>
          <p:nvSpPr>
            <p:cNvPr id="103" name="圓點"/>
            <p:cNvSpPr/>
            <p:nvPr/>
          </p:nvSpPr>
          <p:spPr>
            <a:xfrm>
              <a:off x="10600443" y="5143500"/>
              <a:ext cx="137160" cy="137160"/>
            </a:xfrm>
            <a:prstGeom prst="ellipse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4" name="圓點"/>
            <p:cNvSpPr/>
            <p:nvPr/>
          </p:nvSpPr>
          <p:spPr>
            <a:xfrm>
              <a:off x="10874763" y="5143500"/>
              <a:ext cx="137160" cy="137160"/>
            </a:xfrm>
            <a:prstGeom prst="ellipse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5" name="圓點"/>
            <p:cNvSpPr/>
            <p:nvPr/>
          </p:nvSpPr>
          <p:spPr>
            <a:xfrm>
              <a:off x="11149083" y="5143500"/>
              <a:ext cx="137160" cy="13716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6" name="圖說"/>
          <p:cNvSpPr/>
          <p:nvPr/>
        </p:nvSpPr>
        <p:spPr>
          <a:xfrm>
            <a:off x="10271063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850" dirty="0"/>
          </a:p>
        </p:txBody>
      </p:sp>
      <p:sp>
        <p:nvSpPr>
          <p:cNvPr id="107" name="線條"/>
          <p:cNvSpPr/>
          <p:nvPr/>
        </p:nvSpPr>
        <p:spPr>
          <a:xfrm>
            <a:off x="548640" y="570128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108" name="類別"/>
          <p:cNvSpPr/>
          <p:nvPr/>
        </p:nvSpPr>
        <p:spPr>
          <a:xfrm>
            <a:off x="548640" y="5838444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40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1998160" y="5724144"/>
            <a:ext cx="1097280" cy="448056"/>
            <a:chOff x="1998160" y="5724144"/>
            <a:chExt cx="1097280" cy="448056"/>
          </a:xfrm>
        </p:grpSpPr>
        <p:sp>
          <p:nvSpPr>
            <p:cNvPr id="109" name="群組框"/>
            <p:cNvSpPr/>
            <p:nvPr/>
          </p:nvSpPr>
          <p:spPr>
            <a:xfrm>
              <a:off x="1998160" y="5806440"/>
              <a:ext cx="1097280" cy="365760"/>
            </a:xfrm>
            <a:prstGeom prst="rect">
              <a:avLst/>
            </a:prstGeom>
            <a:noFill/>
            <a:ln w="9525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0" name="群組名稱"/>
            <p:cNvSpPr/>
            <p:nvPr/>
          </p:nvSpPr>
          <p:spPr>
            <a:xfrm>
              <a:off x="2089600" y="5724144"/>
              <a:ext cx="566928" cy="1645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800" dirty="0"/>
            </a:p>
          </p:txBody>
        </p:sp>
      </p:grpSp>
      <p:sp>
        <p:nvSpPr>
          <p:cNvPr id="111" name="圖說"/>
          <p:cNvSpPr/>
          <p:nvPr/>
        </p:nvSpPr>
        <p:spPr>
          <a:xfrm>
            <a:off x="1874520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850" dirty="0"/>
          </a:p>
        </p:txBody>
      </p:sp>
      <p:sp>
        <p:nvSpPr>
          <p:cNvPr id="112" name="淺灰面板"/>
          <p:cNvSpPr/>
          <p:nvPr/>
        </p:nvSpPr>
        <p:spPr>
          <a:xfrm>
            <a:off x="3397584" y="5751576"/>
            <a:ext cx="1097280" cy="4206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圖說"/>
          <p:cNvSpPr/>
          <p:nvPr/>
        </p:nvSpPr>
        <p:spPr>
          <a:xfrm>
            <a:off x="3273944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850" dirty="0"/>
          </a:p>
        </p:txBody>
      </p:sp>
      <p:sp>
        <p:nvSpPr>
          <p:cNvPr id="114" name="卡片"/>
          <p:cNvSpPr/>
          <p:nvPr/>
        </p:nvSpPr>
        <p:spPr>
          <a:xfrm>
            <a:off x="4797008" y="5751576"/>
            <a:ext cx="1097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圖說"/>
          <p:cNvSpPr/>
          <p:nvPr/>
        </p:nvSpPr>
        <p:spPr>
          <a:xfrm>
            <a:off x="4673368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850" dirty="0"/>
          </a:p>
        </p:txBody>
      </p:sp>
      <p:sp>
        <p:nvSpPr>
          <p:cNvPr id="116" name="卡片"/>
          <p:cNvSpPr/>
          <p:nvPr/>
        </p:nvSpPr>
        <p:spPr>
          <a:xfrm>
            <a:off x="6196432" y="5751576"/>
            <a:ext cx="10972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圖說"/>
          <p:cNvSpPr/>
          <p:nvPr/>
        </p:nvSpPr>
        <p:spPr>
          <a:xfrm>
            <a:off x="6072792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85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7595855" y="5751576"/>
            <a:ext cx="1097280" cy="420624"/>
            <a:chOff x="7595855" y="5751576"/>
            <a:chExt cx="1097280" cy="420624"/>
          </a:xfrm>
        </p:grpSpPr>
        <p:sp>
          <p:nvSpPr>
            <p:cNvPr id="118" name="卡片"/>
            <p:cNvSpPr/>
            <p:nvPr/>
          </p:nvSpPr>
          <p:spPr>
            <a:xfrm>
              <a:off x="7595855" y="5751576"/>
              <a:ext cx="1097280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9" name="表頭"/>
            <p:cNvSpPr/>
            <p:nvPr/>
          </p:nvSpPr>
          <p:spPr>
            <a:xfrm>
              <a:off x="7595855" y="5751576"/>
              <a:ext cx="1097280" cy="146304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0" name="圖說"/>
          <p:cNvSpPr/>
          <p:nvPr/>
        </p:nvSpPr>
        <p:spPr>
          <a:xfrm>
            <a:off x="7472216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85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8995279" y="5751576"/>
            <a:ext cx="1097280" cy="420624"/>
            <a:chOff x="8995279" y="5751576"/>
            <a:chExt cx="1097280" cy="420624"/>
          </a:xfrm>
        </p:grpSpPr>
        <p:sp>
          <p:nvSpPr>
            <p:cNvPr id="121" name="卡片"/>
            <p:cNvSpPr/>
            <p:nvPr/>
          </p:nvSpPr>
          <p:spPr>
            <a:xfrm>
              <a:off x="8995279" y="5751576"/>
              <a:ext cx="1097280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2" name="側邊色條"/>
            <p:cNvSpPr/>
            <p:nvPr/>
          </p:nvSpPr>
          <p:spPr>
            <a:xfrm>
              <a:off x="8995279" y="5751576"/>
              <a:ext cx="54864" cy="420624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3" name="圖說"/>
          <p:cNvSpPr/>
          <p:nvPr/>
        </p:nvSpPr>
        <p:spPr>
          <a:xfrm>
            <a:off x="8871639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85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10577583" y="5751576"/>
            <a:ext cx="731520" cy="420624"/>
            <a:chOff x="10577583" y="5751576"/>
            <a:chExt cx="731520" cy="420624"/>
          </a:xfrm>
        </p:grpSpPr>
        <p:sp>
          <p:nvSpPr>
            <p:cNvPr id="124" name="寬欄條"/>
            <p:cNvSpPr/>
            <p:nvPr/>
          </p:nvSpPr>
          <p:spPr>
            <a:xfrm>
              <a:off x="10577583" y="5751576"/>
              <a:ext cx="310896" cy="420624"/>
            </a:xfrm>
            <a:prstGeom prst="rect">
              <a:avLst/>
            </a:prstGeom>
            <a:noFill/>
            <a:ln w="9525">
              <a:solidFill>
                <a:srgbClr val="A6A6A6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5" name="寬欄條"/>
            <p:cNvSpPr/>
            <p:nvPr/>
          </p:nvSpPr>
          <p:spPr>
            <a:xfrm>
              <a:off x="10998207" y="5751576"/>
              <a:ext cx="310896" cy="420624"/>
            </a:xfrm>
            <a:prstGeom prst="rect">
              <a:avLst/>
            </a:prstGeom>
            <a:noFill/>
            <a:ln w="9525">
              <a:solidFill>
                <a:srgbClr val="A6A6A6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6" name="圖說"/>
          <p:cNvSpPr/>
          <p:nvPr/>
        </p:nvSpPr>
        <p:spPr>
          <a:xfrm>
            <a:off x="10271063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850" dirty="0"/>
          </a:p>
        </p:txBody>
      </p:sp>
      <p:sp>
        <p:nvSpPr>
          <p:cNvPr id="127" name="線條"/>
          <p:cNvSpPr/>
          <p:nvPr/>
        </p:nvSpPr>
        <p:spPr>
          <a:xfrm>
            <a:off x="1737360" y="1700784"/>
            <a:ext cx="0" cy="4626864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" cy="32004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51206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常見組合 Common Patterns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已排好、已連線的流程小組合：整組複製即可使用（純流程圖語意）</a:t>
            </a:r>
            <a:endParaRPr lang="en-US" sz="1400" dirty="0"/>
          </a:p>
        </p:txBody>
      </p:sp>
      <p:sp>
        <p:nvSpPr>
          <p:cNvPr id="5" name="組合名稱"/>
          <p:cNvSpPr/>
          <p:nvPr/>
        </p:nvSpPr>
        <p:spPr>
          <a:xfrm>
            <a:off x="548640" y="1737360"/>
            <a:ext cx="262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400" dirty="0"/>
          </a:p>
        </p:txBody>
      </p:sp>
      <p:sp>
        <p:nvSpPr>
          <p:cNvPr id="6" name="線條"/>
          <p:cNvSpPr/>
          <p:nvPr/>
        </p:nvSpPr>
        <p:spPr>
          <a:xfrm>
            <a:off x="548640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548640" y="2276856"/>
            <a:ext cx="2622728" cy="777240"/>
            <a:chOff x="548640" y="2276856"/>
            <a:chExt cx="2622728" cy="777240"/>
          </a:xfrm>
        </p:grpSpPr>
        <p:sp>
          <p:nvSpPr>
            <p:cNvPr id="7" name="處理"/>
            <p:cNvSpPr/>
            <p:nvPr/>
          </p:nvSpPr>
          <p:spPr>
            <a:xfrm>
              <a:off x="548640" y="2670048"/>
              <a:ext cx="676656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1050" dirty="0"/>
            </a:p>
          </p:txBody>
        </p:sp>
        <p:sp>
          <p:nvSpPr>
            <p:cNvPr id="8" name="編號"/>
            <p:cNvSpPr/>
            <p:nvPr/>
          </p:nvSpPr>
          <p:spPr>
            <a:xfrm>
              <a:off x="768096" y="2276856"/>
              <a:ext cx="237744" cy="2377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F5BD5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4F5BD5"/>
                  </a:solidFill>
                  <a:latin typeface="Microsoft JhengHei Light" pitchFamily="34" charset="0"/>
                  <a:ea typeface="Microsoft JhengHei Light" pitchFamily="34" charset="-122"/>
                  <a:cs typeface="Microsoft JhengHei Light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9" name="處理"/>
            <p:cNvSpPr/>
            <p:nvPr/>
          </p:nvSpPr>
          <p:spPr>
            <a:xfrm>
              <a:off x="1521676" y="2670048"/>
              <a:ext cx="676656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1050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1741132" y="2276856"/>
              <a:ext cx="237744" cy="2377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F5BD5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4F5BD5"/>
                  </a:solidFill>
                  <a:latin typeface="Microsoft JhengHei Light" pitchFamily="34" charset="0"/>
                  <a:ea typeface="Microsoft JhengHei Light" pitchFamily="34" charset="-122"/>
                  <a:cs typeface="Microsoft JhengHei Light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11" name="處理"/>
            <p:cNvSpPr/>
            <p:nvPr/>
          </p:nvSpPr>
          <p:spPr>
            <a:xfrm>
              <a:off x="2494712" y="2670048"/>
              <a:ext cx="676656" cy="384048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4F5BD5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1050" dirty="0"/>
            </a:p>
          </p:txBody>
        </p:sp>
        <p:sp>
          <p:nvSpPr>
            <p:cNvPr id="12" name="編號"/>
            <p:cNvSpPr/>
            <p:nvPr/>
          </p:nvSpPr>
          <p:spPr>
            <a:xfrm>
              <a:off x="2714168" y="2276856"/>
              <a:ext cx="237744" cy="2377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F5BD5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4F5BD5"/>
                  </a:solidFill>
                  <a:latin typeface="Microsoft JhengHei Light" pitchFamily="34" charset="0"/>
                  <a:ea typeface="Microsoft JhengHei Light" pitchFamily="34" charset="-122"/>
                  <a:cs typeface="Microsoft JhengHei Light" pitchFamily="34" charset="-120"/>
                </a:rPr>
                <a:t>3</a:t>
              </a:r>
              <a:endParaRPr lang="en-US" sz="900" dirty="0"/>
            </a:p>
          </p:txBody>
        </p:sp>
        <p:cxnSp>
          <p:nvCxnSpPr>
            <p:cNvPr id="13" name="連接線"/>
            <p:cNvCxnSpPr>
              <a:stCxn id="7" idx="3"/>
              <a:endCxn id="9" idx="1"/>
            </p:cNvCxnSpPr>
            <p:nvPr/>
          </p:nvCxnSpPr>
          <p:spPr>
            <a:xfrm>
              <a:off x="1225296" y="2862072"/>
              <a:ext cx="296380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14" name="連接線"/>
            <p:cNvCxnSpPr>
              <a:stCxn id="9" idx="3"/>
              <a:endCxn id="11" idx="1"/>
            </p:cNvCxnSpPr>
            <p:nvPr/>
          </p:nvCxnSpPr>
          <p:spPr>
            <a:xfrm>
              <a:off x="2198332" y="2862072"/>
              <a:ext cx="296380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</p:grpSp>
      <p:sp>
        <p:nvSpPr>
          <p:cNvPr id="15" name="組合名稱"/>
          <p:cNvSpPr/>
          <p:nvPr/>
        </p:nvSpPr>
        <p:spPr>
          <a:xfrm>
            <a:off x="3372536" y="1737360"/>
            <a:ext cx="262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400" dirty="0"/>
          </a:p>
        </p:txBody>
      </p:sp>
      <p:sp>
        <p:nvSpPr>
          <p:cNvPr id="16" name="線條"/>
          <p:cNvSpPr/>
          <p:nvPr/>
        </p:nvSpPr>
        <p:spPr>
          <a:xfrm>
            <a:off x="3372536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3372536" y="2221992"/>
            <a:ext cx="2622728" cy="1417320"/>
            <a:chOff x="3372536" y="2221992"/>
            <a:chExt cx="2622728" cy="1417320"/>
          </a:xfrm>
        </p:grpSpPr>
        <p:sp>
          <p:nvSpPr>
            <p:cNvPr id="17" name="處理"/>
            <p:cNvSpPr/>
            <p:nvPr/>
          </p:nvSpPr>
          <p:spPr>
            <a:xfrm>
              <a:off x="3372536" y="2322576"/>
              <a:ext cx="658368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1050" dirty="0"/>
            </a:p>
          </p:txBody>
        </p:sp>
        <p:sp>
          <p:nvSpPr>
            <p:cNvPr id="18" name="判斷"/>
            <p:cNvSpPr/>
            <p:nvPr/>
          </p:nvSpPr>
          <p:spPr>
            <a:xfrm>
              <a:off x="4268648" y="2221992"/>
              <a:ext cx="768096" cy="585216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950" dirty="0"/>
            </a:p>
          </p:txBody>
        </p:sp>
        <p:cxnSp>
          <p:nvCxnSpPr>
            <p:cNvPr id="19" name="連接線"/>
            <p:cNvCxnSpPr>
              <a:stCxn id="17" idx="3"/>
              <a:endCxn id="18" idx="1"/>
            </p:cNvCxnSpPr>
            <p:nvPr/>
          </p:nvCxnSpPr>
          <p:spPr>
            <a:xfrm>
              <a:off x="4030904" y="2514600"/>
              <a:ext cx="237744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20" name="處理"/>
            <p:cNvSpPr/>
            <p:nvPr/>
          </p:nvSpPr>
          <p:spPr>
            <a:xfrm>
              <a:off x="5318608" y="2322576"/>
              <a:ext cx="676656" cy="384048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4F5BD5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1050" dirty="0"/>
            </a:p>
          </p:txBody>
        </p:sp>
        <p:cxnSp>
          <p:nvCxnSpPr>
            <p:cNvPr id="21" name="連接線"/>
            <p:cNvCxnSpPr>
              <a:stCxn id="18" idx="3"/>
              <a:endCxn id="20" idx="1"/>
            </p:cNvCxnSpPr>
            <p:nvPr/>
          </p:nvCxnSpPr>
          <p:spPr>
            <a:xfrm>
              <a:off x="5036744" y="2514600"/>
              <a:ext cx="281864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22" name="標註"/>
            <p:cNvSpPr/>
            <p:nvPr/>
          </p:nvSpPr>
          <p:spPr>
            <a:xfrm>
              <a:off x="5036744" y="2295144"/>
              <a:ext cx="3657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850" dirty="0"/>
            </a:p>
          </p:txBody>
        </p:sp>
        <p:sp>
          <p:nvSpPr>
            <p:cNvPr id="23" name="處理"/>
            <p:cNvSpPr/>
            <p:nvPr/>
          </p:nvSpPr>
          <p:spPr>
            <a:xfrm>
              <a:off x="4314368" y="3255264"/>
              <a:ext cx="676656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1050" dirty="0"/>
            </a:p>
          </p:txBody>
        </p:sp>
        <p:cxnSp>
          <p:nvCxnSpPr>
            <p:cNvPr id="24" name="連接線"/>
            <p:cNvCxnSpPr>
              <a:stCxn id="18" idx="2"/>
              <a:endCxn id="23" idx="0"/>
            </p:cNvCxnSpPr>
            <p:nvPr/>
          </p:nvCxnSpPr>
          <p:spPr>
            <a:xfrm>
              <a:off x="4652696" y="2807208"/>
              <a:ext cx="0" cy="448056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25" name="標註"/>
            <p:cNvSpPr/>
            <p:nvPr/>
          </p:nvSpPr>
          <p:spPr>
            <a:xfrm>
              <a:off x="4670984" y="2843784"/>
              <a:ext cx="2743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850" dirty="0"/>
            </a:p>
          </p:txBody>
        </p:sp>
      </p:grpSp>
      <p:sp>
        <p:nvSpPr>
          <p:cNvPr id="26" name="組合名稱"/>
          <p:cNvSpPr/>
          <p:nvPr/>
        </p:nvSpPr>
        <p:spPr>
          <a:xfrm>
            <a:off x="6196432" y="1737360"/>
            <a:ext cx="262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400" dirty="0"/>
          </a:p>
        </p:txBody>
      </p:sp>
      <p:sp>
        <p:nvSpPr>
          <p:cNvPr id="27" name="線條"/>
          <p:cNvSpPr/>
          <p:nvPr/>
        </p:nvSpPr>
        <p:spPr>
          <a:xfrm>
            <a:off x="6196432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6196432" y="2432304"/>
            <a:ext cx="2622728" cy="987552"/>
            <a:chOff x="6196432" y="2432304"/>
            <a:chExt cx="2622728" cy="987552"/>
          </a:xfrm>
        </p:grpSpPr>
        <p:sp>
          <p:nvSpPr>
            <p:cNvPr id="28" name="處理"/>
            <p:cNvSpPr/>
            <p:nvPr/>
          </p:nvSpPr>
          <p:spPr>
            <a:xfrm>
              <a:off x="6196432" y="2432304"/>
              <a:ext cx="676656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1050" dirty="0"/>
            </a:p>
          </p:txBody>
        </p:sp>
        <p:sp>
          <p:nvSpPr>
            <p:cNvPr id="29" name="處理"/>
            <p:cNvSpPr/>
            <p:nvPr/>
          </p:nvSpPr>
          <p:spPr>
            <a:xfrm>
              <a:off x="7169468" y="2432304"/>
              <a:ext cx="676656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1050" dirty="0"/>
            </a:p>
          </p:txBody>
        </p:sp>
        <p:sp>
          <p:nvSpPr>
            <p:cNvPr id="30" name="處理"/>
            <p:cNvSpPr/>
            <p:nvPr/>
          </p:nvSpPr>
          <p:spPr>
            <a:xfrm>
              <a:off x="8142503" y="2432304"/>
              <a:ext cx="676656" cy="384048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4F5BD5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1050" dirty="0"/>
            </a:p>
          </p:txBody>
        </p:sp>
        <p:cxnSp>
          <p:nvCxnSpPr>
            <p:cNvPr id="31" name="連接線"/>
            <p:cNvCxnSpPr>
              <a:stCxn id="28" idx="3"/>
              <a:endCxn id="29" idx="1"/>
            </p:cNvCxnSpPr>
            <p:nvPr/>
          </p:nvCxnSpPr>
          <p:spPr>
            <a:xfrm>
              <a:off x="6873088" y="2624328"/>
              <a:ext cx="296380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32" name="連接線"/>
            <p:cNvCxnSpPr>
              <a:stCxn id="29" idx="3"/>
              <a:endCxn id="30" idx="1"/>
            </p:cNvCxnSpPr>
            <p:nvPr/>
          </p:nvCxnSpPr>
          <p:spPr>
            <a:xfrm>
              <a:off x="7846124" y="2624328"/>
              <a:ext cx="296380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33" name="連接線"/>
            <p:cNvCxnSpPr>
              <a:stCxn id="29" idx="2"/>
              <a:endCxn id="28" idx="2"/>
            </p:cNvCxnSpPr>
            <p:nvPr/>
          </p:nvCxnSpPr>
          <p:spPr>
            <a:xfrm rot="5400000">
              <a:off x="7018534" y="2332577"/>
              <a:ext cx="5486" cy="973036"/>
            </a:xfrm>
            <a:prstGeom prst="bentConnector3">
              <a:avLst>
                <a:gd name="adj1" fmla="val 7000000"/>
              </a:avLst>
            </a:prstGeom>
            <a:ln w="15875">
              <a:solidFill>
                <a:srgbClr val="C0504D"/>
              </a:solidFill>
              <a:prstDash val="sysDash"/>
              <a:tailEnd type="triangle"/>
            </a:ln>
          </p:spPr>
        </p:cxnSp>
        <p:sp>
          <p:nvSpPr>
            <p:cNvPr id="34" name="標註"/>
            <p:cNvSpPr/>
            <p:nvPr/>
          </p:nvSpPr>
          <p:spPr>
            <a:xfrm>
              <a:off x="6534760" y="3236976"/>
              <a:ext cx="9730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850" dirty="0"/>
            </a:p>
          </p:txBody>
        </p:sp>
      </p:grpSp>
      <p:sp>
        <p:nvSpPr>
          <p:cNvPr id="35" name="組合名稱"/>
          <p:cNvSpPr/>
          <p:nvPr/>
        </p:nvSpPr>
        <p:spPr>
          <a:xfrm>
            <a:off x="9020327" y="1737360"/>
            <a:ext cx="262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400" dirty="0"/>
          </a:p>
        </p:txBody>
      </p:sp>
      <p:sp>
        <p:nvSpPr>
          <p:cNvPr id="36" name="線條"/>
          <p:cNvSpPr/>
          <p:nvPr/>
        </p:nvSpPr>
        <p:spPr>
          <a:xfrm>
            <a:off x="9020327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9020327" y="2121408"/>
            <a:ext cx="2622728" cy="1161288"/>
            <a:chOff x="9020327" y="2121408"/>
            <a:chExt cx="2622728" cy="1161288"/>
          </a:xfrm>
        </p:grpSpPr>
        <p:sp>
          <p:nvSpPr>
            <p:cNvPr id="37" name="處理"/>
            <p:cNvSpPr/>
            <p:nvPr/>
          </p:nvSpPr>
          <p:spPr>
            <a:xfrm>
              <a:off x="9020327" y="2816352"/>
              <a:ext cx="731520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1050" dirty="0"/>
            </a:p>
          </p:txBody>
        </p:sp>
        <p:sp>
          <p:nvSpPr>
            <p:cNvPr id="38" name="判斷"/>
            <p:cNvSpPr/>
            <p:nvPr/>
          </p:nvSpPr>
          <p:spPr>
            <a:xfrm>
              <a:off x="9934727" y="2734056"/>
              <a:ext cx="676656" cy="54864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950" dirty="0"/>
            </a:p>
          </p:txBody>
        </p:sp>
        <p:cxnSp>
          <p:nvCxnSpPr>
            <p:cNvPr id="39" name="連接線"/>
            <p:cNvCxnSpPr>
              <a:stCxn id="37" idx="3"/>
              <a:endCxn id="38" idx="1"/>
            </p:cNvCxnSpPr>
            <p:nvPr/>
          </p:nvCxnSpPr>
          <p:spPr>
            <a:xfrm>
              <a:off x="9751847" y="3008376"/>
              <a:ext cx="182880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40" name="處理"/>
            <p:cNvSpPr/>
            <p:nvPr/>
          </p:nvSpPr>
          <p:spPr>
            <a:xfrm>
              <a:off x="11076127" y="2816352"/>
              <a:ext cx="566928" cy="384048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4F5BD5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1050" dirty="0"/>
            </a:p>
          </p:txBody>
        </p:sp>
        <p:cxnSp>
          <p:nvCxnSpPr>
            <p:cNvPr id="41" name="連接線"/>
            <p:cNvCxnSpPr>
              <a:stCxn id="38" idx="3"/>
              <a:endCxn id="40" idx="1"/>
            </p:cNvCxnSpPr>
            <p:nvPr/>
          </p:nvCxnSpPr>
          <p:spPr>
            <a:xfrm>
              <a:off x="10611383" y="3008376"/>
              <a:ext cx="464744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42" name="標註"/>
            <p:cNvSpPr/>
            <p:nvPr/>
          </p:nvSpPr>
          <p:spPr>
            <a:xfrm>
              <a:off x="10611383" y="2788920"/>
              <a:ext cx="464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850" dirty="0"/>
            </a:p>
          </p:txBody>
        </p:sp>
        <p:cxnSp>
          <p:nvCxnSpPr>
            <p:cNvPr id="43" name="連接線"/>
            <p:cNvCxnSpPr>
              <a:stCxn id="38" idx="0"/>
              <a:endCxn id="37" idx="0"/>
            </p:cNvCxnSpPr>
            <p:nvPr/>
          </p:nvCxnSpPr>
          <p:spPr>
            <a:xfrm rot="5400000">
              <a:off x="9788423" y="2331720"/>
              <a:ext cx="82296" cy="886968"/>
            </a:xfrm>
            <a:prstGeom prst="bentConnector3">
              <a:avLst>
                <a:gd name="adj1" fmla="val -500000"/>
              </a:avLst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44" name="標註"/>
            <p:cNvSpPr/>
            <p:nvPr/>
          </p:nvSpPr>
          <p:spPr>
            <a:xfrm>
              <a:off x="9404375" y="2121408"/>
              <a:ext cx="8686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850" dirty="0"/>
            </a:p>
          </p:txBody>
        </p:sp>
      </p:grpSp>
      <p:sp>
        <p:nvSpPr>
          <p:cNvPr id="45" name="組合名稱"/>
          <p:cNvSpPr/>
          <p:nvPr/>
        </p:nvSpPr>
        <p:spPr>
          <a:xfrm>
            <a:off x="548640" y="4041648"/>
            <a:ext cx="262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400" dirty="0"/>
          </a:p>
        </p:txBody>
      </p:sp>
      <p:sp>
        <p:nvSpPr>
          <p:cNvPr id="46" name="線條"/>
          <p:cNvSpPr/>
          <p:nvPr/>
        </p:nvSpPr>
        <p:spPr>
          <a:xfrm>
            <a:off x="548640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548640" y="4443984"/>
            <a:ext cx="2622728" cy="1517904"/>
            <a:chOff x="548640" y="4443984"/>
            <a:chExt cx="2622728" cy="1517904"/>
          </a:xfrm>
        </p:grpSpPr>
        <p:sp>
          <p:nvSpPr>
            <p:cNvPr id="47" name="泳道"/>
            <p:cNvSpPr/>
            <p:nvPr/>
          </p:nvSpPr>
          <p:spPr>
            <a:xfrm>
              <a:off x="548640" y="4443984"/>
              <a:ext cx="2622728" cy="731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8" name="泳道標題"/>
            <p:cNvSpPr/>
            <p:nvPr/>
          </p:nvSpPr>
          <p:spPr>
            <a:xfrm>
              <a:off x="548640" y="4443984"/>
              <a:ext cx="420624" cy="73152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850" dirty="0"/>
            </a:p>
          </p:txBody>
        </p:sp>
        <p:sp>
          <p:nvSpPr>
            <p:cNvPr id="49" name="泳道"/>
            <p:cNvSpPr/>
            <p:nvPr/>
          </p:nvSpPr>
          <p:spPr>
            <a:xfrm>
              <a:off x="548640" y="5230368"/>
              <a:ext cx="2622728" cy="731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0" name="泳道標題"/>
            <p:cNvSpPr/>
            <p:nvPr/>
          </p:nvSpPr>
          <p:spPr>
            <a:xfrm>
              <a:off x="548640" y="5230368"/>
              <a:ext cx="420624" cy="73152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850" dirty="0"/>
            </a:p>
          </p:txBody>
        </p:sp>
        <p:sp>
          <p:nvSpPr>
            <p:cNvPr id="51" name="處理"/>
            <p:cNvSpPr/>
            <p:nvPr/>
          </p:nvSpPr>
          <p:spPr>
            <a:xfrm>
              <a:off x="1097280" y="4617720"/>
              <a:ext cx="640080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1050" dirty="0"/>
            </a:p>
          </p:txBody>
        </p:sp>
        <p:sp>
          <p:nvSpPr>
            <p:cNvPr id="52" name="處理"/>
            <p:cNvSpPr/>
            <p:nvPr/>
          </p:nvSpPr>
          <p:spPr>
            <a:xfrm>
              <a:off x="2011680" y="5404104"/>
              <a:ext cx="640080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050" dirty="0"/>
            </a:p>
          </p:txBody>
        </p:sp>
        <p:sp>
          <p:nvSpPr>
            <p:cNvPr id="53" name="處理"/>
            <p:cNvSpPr/>
            <p:nvPr/>
          </p:nvSpPr>
          <p:spPr>
            <a:xfrm>
              <a:off x="2458136" y="4617720"/>
              <a:ext cx="640080" cy="384048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4F5BD5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1050" dirty="0"/>
            </a:p>
          </p:txBody>
        </p:sp>
        <p:cxnSp>
          <p:nvCxnSpPr>
            <p:cNvPr id="54" name="連接線"/>
            <p:cNvCxnSpPr>
              <a:stCxn id="51" idx="3"/>
              <a:endCxn id="52" idx="0"/>
            </p:cNvCxnSpPr>
            <p:nvPr/>
          </p:nvCxnSpPr>
          <p:spPr>
            <a:xfrm>
              <a:off x="1737360" y="4809744"/>
              <a:ext cx="594360" cy="594360"/>
            </a:xfrm>
            <a:prstGeom prst="bentConnector2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55" name="連接線"/>
            <p:cNvCxnSpPr>
              <a:stCxn id="52" idx="3"/>
              <a:endCxn id="53" idx="2"/>
            </p:cNvCxnSpPr>
            <p:nvPr/>
          </p:nvCxnSpPr>
          <p:spPr>
            <a:xfrm flipV="1">
              <a:off x="2651760" y="5001768"/>
              <a:ext cx="126416" cy="594360"/>
            </a:xfrm>
            <a:prstGeom prst="bentConnector2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</p:grpSp>
      <p:sp>
        <p:nvSpPr>
          <p:cNvPr id="56" name="組合名稱"/>
          <p:cNvSpPr/>
          <p:nvPr/>
        </p:nvSpPr>
        <p:spPr>
          <a:xfrm>
            <a:off x="3372536" y="4041648"/>
            <a:ext cx="262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400" dirty="0"/>
          </a:p>
        </p:txBody>
      </p:sp>
      <p:sp>
        <p:nvSpPr>
          <p:cNvPr id="57" name="線條"/>
          <p:cNvSpPr/>
          <p:nvPr/>
        </p:nvSpPr>
        <p:spPr>
          <a:xfrm>
            <a:off x="3372536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3372536" y="4498848"/>
            <a:ext cx="2622728" cy="1353312"/>
            <a:chOff x="3372536" y="4498848"/>
            <a:chExt cx="2622728" cy="1353312"/>
          </a:xfrm>
        </p:grpSpPr>
        <p:sp>
          <p:nvSpPr>
            <p:cNvPr id="58" name="處理"/>
            <p:cNvSpPr/>
            <p:nvPr/>
          </p:nvSpPr>
          <p:spPr>
            <a:xfrm>
              <a:off x="3372536" y="4983480"/>
              <a:ext cx="512064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1050" dirty="0"/>
            </a:p>
          </p:txBody>
        </p:sp>
        <p:sp>
          <p:nvSpPr>
            <p:cNvPr id="59" name="分流"/>
            <p:cNvSpPr/>
            <p:nvPr/>
          </p:nvSpPr>
          <p:spPr>
            <a:xfrm>
              <a:off x="4067480" y="4498848"/>
              <a:ext cx="64008" cy="1353312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處理"/>
            <p:cNvSpPr/>
            <p:nvPr/>
          </p:nvSpPr>
          <p:spPr>
            <a:xfrm>
              <a:off x="4323512" y="4562856"/>
              <a:ext cx="676656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1050" dirty="0"/>
            </a:p>
          </p:txBody>
        </p:sp>
        <p:sp>
          <p:nvSpPr>
            <p:cNvPr id="61" name="處理"/>
            <p:cNvSpPr/>
            <p:nvPr/>
          </p:nvSpPr>
          <p:spPr>
            <a:xfrm>
              <a:off x="4323512" y="5404104"/>
              <a:ext cx="676656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1050" dirty="0"/>
            </a:p>
          </p:txBody>
        </p:sp>
        <p:sp>
          <p:nvSpPr>
            <p:cNvPr id="62" name="合流"/>
            <p:cNvSpPr/>
            <p:nvPr/>
          </p:nvSpPr>
          <p:spPr>
            <a:xfrm>
              <a:off x="5026000" y="4498848"/>
              <a:ext cx="64008" cy="1353312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3" name="處理"/>
            <p:cNvSpPr/>
            <p:nvPr/>
          </p:nvSpPr>
          <p:spPr>
            <a:xfrm>
              <a:off x="5428336" y="4983480"/>
              <a:ext cx="566928" cy="384048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4F5BD5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1050" dirty="0"/>
            </a:p>
          </p:txBody>
        </p:sp>
        <p:cxnSp>
          <p:nvCxnSpPr>
            <p:cNvPr id="64" name="連接線"/>
            <p:cNvCxnSpPr>
              <a:stCxn id="58" idx="3"/>
              <a:endCxn id="59" idx="1"/>
            </p:cNvCxnSpPr>
            <p:nvPr/>
          </p:nvCxnSpPr>
          <p:spPr>
            <a:xfrm>
              <a:off x="3884600" y="5175504"/>
              <a:ext cx="182880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65" name="連接線"/>
            <p:cNvCxnSpPr>
              <a:endCxn id="60" idx="1"/>
            </p:cNvCxnSpPr>
            <p:nvPr/>
          </p:nvCxnSpPr>
          <p:spPr>
            <a:xfrm>
              <a:off x="4131488" y="4754880"/>
              <a:ext cx="192024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66" name="連接線"/>
            <p:cNvCxnSpPr>
              <a:endCxn id="61" idx="1"/>
            </p:cNvCxnSpPr>
            <p:nvPr/>
          </p:nvCxnSpPr>
          <p:spPr>
            <a:xfrm>
              <a:off x="4131488" y="5596128"/>
              <a:ext cx="192024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67" name="連接線"/>
            <p:cNvCxnSpPr>
              <a:stCxn id="60" idx="3"/>
            </p:cNvCxnSpPr>
            <p:nvPr/>
          </p:nvCxnSpPr>
          <p:spPr>
            <a:xfrm>
              <a:off x="5000168" y="4754880"/>
              <a:ext cx="25832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68" name="連接線"/>
            <p:cNvCxnSpPr>
              <a:stCxn id="61" idx="3"/>
            </p:cNvCxnSpPr>
            <p:nvPr/>
          </p:nvCxnSpPr>
          <p:spPr>
            <a:xfrm>
              <a:off x="5000168" y="5596128"/>
              <a:ext cx="25832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69" name="連接線"/>
            <p:cNvCxnSpPr>
              <a:stCxn id="62" idx="3"/>
              <a:endCxn id="63" idx="1"/>
            </p:cNvCxnSpPr>
            <p:nvPr/>
          </p:nvCxnSpPr>
          <p:spPr>
            <a:xfrm>
              <a:off x="5090008" y="5175504"/>
              <a:ext cx="338328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</p:grpSp>
      <p:sp>
        <p:nvSpPr>
          <p:cNvPr id="70" name="組合名稱"/>
          <p:cNvSpPr/>
          <p:nvPr/>
        </p:nvSpPr>
        <p:spPr>
          <a:xfrm>
            <a:off x="6196432" y="4041648"/>
            <a:ext cx="262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400" dirty="0"/>
          </a:p>
        </p:txBody>
      </p:sp>
      <p:sp>
        <p:nvSpPr>
          <p:cNvPr id="71" name="線條"/>
          <p:cNvSpPr/>
          <p:nvPr/>
        </p:nvSpPr>
        <p:spPr>
          <a:xfrm>
            <a:off x="6196432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6150712" y="4818888"/>
            <a:ext cx="2714168" cy="777240"/>
            <a:chOff x="6150712" y="4818888"/>
            <a:chExt cx="2714168" cy="777240"/>
          </a:xfrm>
        </p:grpSpPr>
        <p:sp>
          <p:nvSpPr>
            <p:cNvPr id="72" name="輸入輸出"/>
            <p:cNvSpPr/>
            <p:nvPr/>
          </p:nvSpPr>
          <p:spPr>
            <a:xfrm>
              <a:off x="6196432" y="4864608"/>
              <a:ext cx="749808" cy="384048"/>
            </a:xfrm>
            <a:prstGeom prst="parallelogram">
              <a:avLst>
                <a:gd name="adj" fmla="val 42000"/>
              </a:avLst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1050" dirty="0"/>
            </a:p>
          </p:txBody>
        </p:sp>
        <p:sp>
          <p:nvSpPr>
            <p:cNvPr id="73" name="標註"/>
            <p:cNvSpPr/>
            <p:nvPr/>
          </p:nvSpPr>
          <p:spPr>
            <a:xfrm>
              <a:off x="6150712" y="5413248"/>
              <a:ext cx="8412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850" dirty="0"/>
            </a:p>
          </p:txBody>
        </p:sp>
        <p:sp>
          <p:nvSpPr>
            <p:cNvPr id="74" name="處理"/>
            <p:cNvSpPr/>
            <p:nvPr/>
          </p:nvSpPr>
          <p:spPr>
            <a:xfrm>
              <a:off x="7187756" y="4864608"/>
              <a:ext cx="640080" cy="384048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4F5BD5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1050" dirty="0"/>
            </a:p>
          </p:txBody>
        </p:sp>
        <p:sp>
          <p:nvSpPr>
            <p:cNvPr id="75" name="標註"/>
            <p:cNvSpPr/>
            <p:nvPr/>
          </p:nvSpPr>
          <p:spPr>
            <a:xfrm>
              <a:off x="7142036" y="541324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850" dirty="0"/>
            </a:p>
          </p:txBody>
        </p:sp>
        <p:sp>
          <p:nvSpPr>
            <p:cNvPr id="76" name="文件"/>
            <p:cNvSpPr/>
            <p:nvPr/>
          </p:nvSpPr>
          <p:spPr>
            <a:xfrm>
              <a:off x="8069351" y="4818888"/>
              <a:ext cx="749808" cy="475488"/>
            </a:xfrm>
            <a:prstGeom prst="flowChartDocumen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0" rIns="3810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1050" dirty="0"/>
            </a:p>
          </p:txBody>
        </p:sp>
        <p:sp>
          <p:nvSpPr>
            <p:cNvPr id="77" name="標註"/>
            <p:cNvSpPr/>
            <p:nvPr/>
          </p:nvSpPr>
          <p:spPr>
            <a:xfrm>
              <a:off x="8023631" y="5413248"/>
              <a:ext cx="8412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850" dirty="0"/>
            </a:p>
          </p:txBody>
        </p:sp>
        <p:cxnSp>
          <p:nvCxnSpPr>
            <p:cNvPr id="78" name="連接線"/>
            <p:cNvCxnSpPr>
              <a:stCxn id="72" idx="2"/>
              <a:endCxn id="74" idx="1"/>
            </p:cNvCxnSpPr>
            <p:nvPr/>
          </p:nvCxnSpPr>
          <p:spPr>
            <a:xfrm>
              <a:off x="6865590" y="5056632"/>
              <a:ext cx="322166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79" name="連接線"/>
            <p:cNvCxnSpPr>
              <a:stCxn id="74" idx="3"/>
              <a:endCxn id="76" idx="1"/>
            </p:cNvCxnSpPr>
            <p:nvPr/>
          </p:nvCxnSpPr>
          <p:spPr>
            <a:xfrm>
              <a:off x="7827836" y="5056632"/>
              <a:ext cx="241516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</p:grpSp>
      <p:sp>
        <p:nvSpPr>
          <p:cNvPr id="80" name="組合名稱"/>
          <p:cNvSpPr/>
          <p:nvPr/>
        </p:nvSpPr>
        <p:spPr>
          <a:xfrm>
            <a:off x="9020327" y="4041648"/>
            <a:ext cx="262272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400" dirty="0"/>
          </a:p>
        </p:txBody>
      </p:sp>
      <p:sp>
        <p:nvSpPr>
          <p:cNvPr id="81" name="線條"/>
          <p:cNvSpPr/>
          <p:nvPr/>
        </p:nvSpPr>
        <p:spPr>
          <a:xfrm>
            <a:off x="9020327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9020327" y="4590288"/>
            <a:ext cx="2622728" cy="1188720"/>
            <a:chOff x="9020327" y="4590288"/>
            <a:chExt cx="2622728" cy="1188720"/>
          </a:xfrm>
        </p:grpSpPr>
        <p:sp>
          <p:nvSpPr>
            <p:cNvPr id="82" name="卡片"/>
            <p:cNvSpPr/>
            <p:nvPr/>
          </p:nvSpPr>
          <p:spPr>
            <a:xfrm>
              <a:off x="9020327" y="4590288"/>
              <a:ext cx="1078992" cy="1188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卡片標題"/>
            <p:cNvSpPr/>
            <p:nvPr/>
          </p:nvSpPr>
          <p:spPr>
            <a:xfrm>
              <a:off x="9148343" y="4700016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8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1100" dirty="0"/>
            </a:p>
          </p:txBody>
        </p:sp>
        <p:sp>
          <p:nvSpPr>
            <p:cNvPr id="84" name="卡片內文"/>
            <p:cNvSpPr/>
            <p:nvPr/>
          </p:nvSpPr>
          <p:spPr>
            <a:xfrm>
              <a:off x="9148343" y="5029200"/>
              <a:ext cx="8229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9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950" dirty="0"/>
            </a:p>
          </p:txBody>
        </p:sp>
        <p:sp>
          <p:nvSpPr>
            <p:cNvPr id="85" name="線條"/>
            <p:cNvSpPr/>
            <p:nvPr/>
          </p:nvSpPr>
          <p:spPr>
            <a:xfrm>
              <a:off x="10093947" y="5184648"/>
              <a:ext cx="475488" cy="0"/>
            </a:xfrm>
            <a:prstGeom prst="line">
              <a:avLst/>
            </a:prstGeom>
            <a:noFill/>
            <a:ln w="9525">
              <a:solidFill>
                <a:srgbClr val="707070"/>
              </a:solidFill>
              <a:prstDash val="solid"/>
              <a:tailEnd type="arrow" w="lg" len="lg"/>
            </a:ln>
          </p:spPr>
        </p:sp>
        <p:sp>
          <p:nvSpPr>
            <p:cNvPr id="86" name="強調卡片"/>
            <p:cNvSpPr/>
            <p:nvPr/>
          </p:nvSpPr>
          <p:spPr>
            <a:xfrm>
              <a:off x="10564063" y="4590288"/>
              <a:ext cx="1078992" cy="118872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4F5BD5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卡片標題"/>
            <p:cNvSpPr/>
            <p:nvPr/>
          </p:nvSpPr>
          <p:spPr>
            <a:xfrm>
              <a:off x="10692079" y="4700016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8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1100" dirty="0"/>
            </a:p>
          </p:txBody>
        </p:sp>
        <p:sp>
          <p:nvSpPr>
            <p:cNvPr id="88" name="卡片內文"/>
            <p:cNvSpPr/>
            <p:nvPr/>
          </p:nvSpPr>
          <p:spPr>
            <a:xfrm>
              <a:off x="10692079" y="5029200"/>
              <a:ext cx="8229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9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950" dirty="0"/>
            </a:p>
          </p:txBody>
        </p:sp>
      </p:grpSp>
      <p:sp>
        <p:nvSpPr>
          <p:cNvPr id="89" name="Text 87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" cy="32004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51206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常見組合（二）Common Patterns II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分工表、前後對照、問題對策、方案比較、KPI 數字卡與 PDCA：整組複製即可使用</a:t>
            </a:r>
            <a:endParaRPr lang="en-US" sz="1400" dirty="0"/>
          </a:p>
        </p:txBody>
      </p:sp>
      <p:sp>
        <p:nvSpPr>
          <p:cNvPr id="5" name="組合名稱"/>
          <p:cNvSpPr/>
          <p:nvPr/>
        </p:nvSpPr>
        <p:spPr>
          <a:xfrm>
            <a:off x="548640" y="1737360"/>
            <a:ext cx="349087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400" dirty="0"/>
          </a:p>
        </p:txBody>
      </p:sp>
      <p:sp>
        <p:nvSpPr>
          <p:cNvPr id="6" name="線條"/>
          <p:cNvSpPr/>
          <p:nvPr/>
        </p:nvSpPr>
        <p:spPr>
          <a:xfrm>
            <a:off x="548640" y="2048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490874" cy="914400"/>
        </p:xfrm>
        <a:graphic>
          <a:graphicData uri="http://schemas.openxmlformats.org/drawingml/2006/table">
            <a:tbl>
              <a:tblPr/>
              <a:tblGrid>
                <a:gridCol w="1060704"/>
                <a:gridCol w="607543"/>
                <a:gridCol w="607543"/>
                <a:gridCol w="607543"/>
                <a:gridCol w="607543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ACI 標記"/>
          <p:cNvSpPr/>
          <p:nvPr/>
        </p:nvSpPr>
        <p:spPr>
          <a:xfrm>
            <a:off x="1757667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9" name="RACI 標記"/>
          <p:cNvSpPr/>
          <p:nvPr/>
        </p:nvSpPr>
        <p:spPr>
          <a:xfrm>
            <a:off x="2365210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10" name="RACI 標記"/>
          <p:cNvSpPr/>
          <p:nvPr/>
        </p:nvSpPr>
        <p:spPr>
          <a:xfrm>
            <a:off x="2972753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11" name="RACI 標記"/>
          <p:cNvSpPr/>
          <p:nvPr/>
        </p:nvSpPr>
        <p:spPr>
          <a:xfrm>
            <a:off x="3580295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12" name="RACI 標記"/>
          <p:cNvSpPr/>
          <p:nvPr/>
        </p:nvSpPr>
        <p:spPr>
          <a:xfrm>
            <a:off x="1757667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13" name="RACI 標記"/>
          <p:cNvSpPr/>
          <p:nvPr/>
        </p:nvSpPr>
        <p:spPr>
          <a:xfrm>
            <a:off x="2365210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14" name="RACI 標記"/>
          <p:cNvSpPr/>
          <p:nvPr/>
        </p:nvSpPr>
        <p:spPr>
          <a:xfrm>
            <a:off x="2972753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15" name="RACI 標記"/>
          <p:cNvSpPr/>
          <p:nvPr/>
        </p:nvSpPr>
        <p:spPr>
          <a:xfrm>
            <a:off x="3580295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16" name="RACI 標記"/>
          <p:cNvSpPr/>
          <p:nvPr/>
        </p:nvSpPr>
        <p:spPr>
          <a:xfrm>
            <a:off x="1757667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17" name="RACI 標記"/>
          <p:cNvSpPr/>
          <p:nvPr/>
        </p:nvSpPr>
        <p:spPr>
          <a:xfrm>
            <a:off x="2365210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18" name="RACI 標記"/>
          <p:cNvSpPr/>
          <p:nvPr/>
        </p:nvSpPr>
        <p:spPr>
          <a:xfrm>
            <a:off x="2972753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19" name="RACI 標記"/>
          <p:cNvSpPr/>
          <p:nvPr/>
        </p:nvSpPr>
        <p:spPr>
          <a:xfrm>
            <a:off x="3580295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20" name="RACI 標記"/>
          <p:cNvSpPr/>
          <p:nvPr/>
        </p:nvSpPr>
        <p:spPr>
          <a:xfrm>
            <a:off x="1757667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21" name="RACI 標記"/>
          <p:cNvSpPr/>
          <p:nvPr/>
        </p:nvSpPr>
        <p:spPr>
          <a:xfrm>
            <a:off x="2365210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22" name="RACI 標記"/>
          <p:cNvSpPr/>
          <p:nvPr/>
        </p:nvSpPr>
        <p:spPr>
          <a:xfrm>
            <a:off x="2972753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23" name="RACI 標記"/>
          <p:cNvSpPr/>
          <p:nvPr/>
        </p:nvSpPr>
        <p:spPr>
          <a:xfrm>
            <a:off x="3580295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24" name="圖例"/>
          <p:cNvSpPr/>
          <p:nvPr/>
        </p:nvSpPr>
        <p:spPr>
          <a:xfrm>
            <a:off x="548640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25" name="圖例"/>
          <p:cNvSpPr/>
          <p:nvPr/>
        </p:nvSpPr>
        <p:spPr>
          <a:xfrm>
            <a:off x="786384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800" dirty="0"/>
          </a:p>
        </p:txBody>
      </p:sp>
      <p:sp>
        <p:nvSpPr>
          <p:cNvPr id="26" name="圖例"/>
          <p:cNvSpPr/>
          <p:nvPr/>
        </p:nvSpPr>
        <p:spPr>
          <a:xfrm>
            <a:off x="1335024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27" name="圖例"/>
          <p:cNvSpPr/>
          <p:nvPr/>
        </p:nvSpPr>
        <p:spPr>
          <a:xfrm>
            <a:off x="1572768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800" dirty="0"/>
          </a:p>
        </p:txBody>
      </p:sp>
      <p:sp>
        <p:nvSpPr>
          <p:cNvPr id="28" name="圖例"/>
          <p:cNvSpPr/>
          <p:nvPr/>
        </p:nvSpPr>
        <p:spPr>
          <a:xfrm>
            <a:off x="2121408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29" name="圖例"/>
          <p:cNvSpPr/>
          <p:nvPr/>
        </p:nvSpPr>
        <p:spPr>
          <a:xfrm>
            <a:off x="2359152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800" dirty="0"/>
          </a:p>
        </p:txBody>
      </p:sp>
      <p:sp>
        <p:nvSpPr>
          <p:cNvPr id="30" name="圖例"/>
          <p:cNvSpPr/>
          <p:nvPr/>
        </p:nvSpPr>
        <p:spPr>
          <a:xfrm>
            <a:off x="2907792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31" name="圖例"/>
          <p:cNvSpPr/>
          <p:nvPr/>
        </p:nvSpPr>
        <p:spPr>
          <a:xfrm>
            <a:off x="3145536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800" dirty="0"/>
          </a:p>
        </p:txBody>
      </p:sp>
      <p:sp>
        <p:nvSpPr>
          <p:cNvPr id="32" name="組合名稱"/>
          <p:cNvSpPr/>
          <p:nvPr/>
        </p:nvSpPr>
        <p:spPr>
          <a:xfrm>
            <a:off x="4350410" y="1737360"/>
            <a:ext cx="349087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400" dirty="0"/>
          </a:p>
        </p:txBody>
      </p:sp>
      <p:sp>
        <p:nvSpPr>
          <p:cNvPr id="33" name="線條"/>
          <p:cNvSpPr/>
          <p:nvPr/>
        </p:nvSpPr>
        <p:spPr>
          <a:xfrm>
            <a:off x="4350410" y="2048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aphicFrame>
        <p:nvGraphicFramePr>
          <p:cNvPr id="3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50410" y="2103120"/>
          <a:ext cx="3490874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8237"/>
                <a:gridCol w="1288237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BD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5BD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5BD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5BD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5BD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Text 31"/>
          <p:cNvSpPr/>
          <p:nvPr/>
        </p:nvSpPr>
        <p:spPr>
          <a:xfrm>
            <a:off x="4350410" y="3785616"/>
            <a:ext cx="349087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800" dirty="0"/>
          </a:p>
        </p:txBody>
      </p:sp>
      <p:sp>
        <p:nvSpPr>
          <p:cNvPr id="36" name="組合名稱"/>
          <p:cNvSpPr/>
          <p:nvPr/>
        </p:nvSpPr>
        <p:spPr>
          <a:xfrm>
            <a:off x="8152181" y="1737360"/>
            <a:ext cx="349087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400" dirty="0"/>
          </a:p>
        </p:txBody>
      </p:sp>
      <p:sp>
        <p:nvSpPr>
          <p:cNvPr id="37" name="線條"/>
          <p:cNvSpPr/>
          <p:nvPr/>
        </p:nvSpPr>
        <p:spPr>
          <a:xfrm>
            <a:off x="8152181" y="2048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8152181" y="2304288"/>
            <a:ext cx="3490874" cy="1060704"/>
            <a:chOff x="8152181" y="2304288"/>
            <a:chExt cx="3490874" cy="1060704"/>
          </a:xfrm>
        </p:grpSpPr>
        <p:sp>
          <p:nvSpPr>
            <p:cNvPr id="38" name="問題"/>
            <p:cNvSpPr/>
            <p:nvPr/>
          </p:nvSpPr>
          <p:spPr>
            <a:xfrm>
              <a:off x="8152181" y="2304288"/>
              <a:ext cx="932688" cy="10607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0504D"/>
              </a:solidFill>
              <a:prstDash val="solid"/>
            </a:ln>
          </p:spPr>
          <p:txBody>
            <a:bodyPr wrap="square" lIns="88900" tIns="101600" rIns="63500" bIns="508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150" b="1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850" dirty="0"/>
            </a:p>
          </p:txBody>
        </p:sp>
        <p:sp>
          <p:nvSpPr>
            <p:cNvPr id="39" name="原因"/>
            <p:cNvSpPr/>
            <p:nvPr/>
          </p:nvSpPr>
          <p:spPr>
            <a:xfrm>
              <a:off x="9431274" y="2304288"/>
              <a:ext cx="932688" cy="106070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88900" tIns="101600" rIns="63500" bIns="508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850" dirty="0"/>
            </a:p>
          </p:txBody>
        </p:sp>
        <p:sp>
          <p:nvSpPr>
            <p:cNvPr id="40" name="對策"/>
            <p:cNvSpPr/>
            <p:nvPr/>
          </p:nvSpPr>
          <p:spPr>
            <a:xfrm>
              <a:off x="10710367" y="2304288"/>
              <a:ext cx="932688" cy="1060704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lIns="88900" tIns="101600" rIns="63500" bIns="508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CACEF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850" dirty="0"/>
            </a:p>
          </p:txBody>
        </p:sp>
        <p:cxnSp>
          <p:nvCxnSpPr>
            <p:cNvPr id="41" name="連接線"/>
            <p:cNvCxnSpPr>
              <a:stCxn id="38" idx="3"/>
              <a:endCxn id="39" idx="1"/>
            </p:cNvCxnSpPr>
            <p:nvPr/>
          </p:nvCxnSpPr>
          <p:spPr>
            <a:xfrm>
              <a:off x="9084869" y="2834640"/>
              <a:ext cx="346405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42" name="連接線"/>
            <p:cNvCxnSpPr>
              <a:stCxn id="39" idx="3"/>
              <a:endCxn id="40" idx="1"/>
            </p:cNvCxnSpPr>
            <p:nvPr/>
          </p:nvCxnSpPr>
          <p:spPr>
            <a:xfrm>
              <a:off x="10363962" y="2834640"/>
              <a:ext cx="346405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</p:grpSp>
      <p:sp>
        <p:nvSpPr>
          <p:cNvPr id="43" name="組合名稱"/>
          <p:cNvSpPr/>
          <p:nvPr/>
        </p:nvSpPr>
        <p:spPr>
          <a:xfrm>
            <a:off x="548640" y="4023360"/>
            <a:ext cx="349087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400" dirty="0"/>
          </a:p>
        </p:txBody>
      </p:sp>
      <p:sp>
        <p:nvSpPr>
          <p:cNvPr id="44" name="線條"/>
          <p:cNvSpPr/>
          <p:nvPr/>
        </p:nvSpPr>
        <p:spPr>
          <a:xfrm>
            <a:off x="548640" y="4334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548640" y="4443984"/>
            <a:ext cx="3490874" cy="1773936"/>
            <a:chOff x="548640" y="4443984"/>
            <a:chExt cx="3490874" cy="1773936"/>
          </a:xfrm>
        </p:grpSpPr>
        <p:sp>
          <p:nvSpPr>
            <p:cNvPr id="45" name="方案"/>
            <p:cNvSpPr/>
            <p:nvPr/>
          </p:nvSpPr>
          <p:spPr>
            <a:xfrm>
              <a:off x="548640" y="4443984"/>
              <a:ext cx="1090473" cy="1645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6" name="表頭底"/>
            <p:cNvSpPr/>
            <p:nvPr/>
          </p:nvSpPr>
          <p:spPr>
            <a:xfrm>
              <a:off x="549554" y="4444898"/>
              <a:ext cx="1088644" cy="3657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7" name="方案名稱"/>
            <p:cNvSpPr/>
            <p:nvPr/>
          </p:nvSpPr>
          <p:spPr>
            <a:xfrm>
              <a:off x="548640" y="4443984"/>
              <a:ext cx="10904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4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400" dirty="0"/>
            </a:p>
          </p:txBody>
        </p:sp>
        <p:sp>
          <p:nvSpPr>
            <p:cNvPr id="48" name="項目"/>
            <p:cNvSpPr/>
            <p:nvPr/>
          </p:nvSpPr>
          <p:spPr>
            <a:xfrm>
              <a:off x="658368" y="4937760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750" dirty="0"/>
            </a:p>
          </p:txBody>
        </p:sp>
        <p:sp>
          <p:nvSpPr>
            <p:cNvPr id="49" name="內容"/>
            <p:cNvSpPr/>
            <p:nvPr/>
          </p:nvSpPr>
          <p:spPr>
            <a:xfrm>
              <a:off x="658368" y="5074920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950" dirty="0"/>
            </a:p>
          </p:txBody>
        </p:sp>
        <p:sp>
          <p:nvSpPr>
            <p:cNvPr id="50" name="項目"/>
            <p:cNvSpPr/>
            <p:nvPr/>
          </p:nvSpPr>
          <p:spPr>
            <a:xfrm>
              <a:off x="658368" y="5266944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750" dirty="0"/>
            </a:p>
          </p:txBody>
        </p:sp>
        <p:sp>
          <p:nvSpPr>
            <p:cNvPr id="51" name="內容"/>
            <p:cNvSpPr/>
            <p:nvPr/>
          </p:nvSpPr>
          <p:spPr>
            <a:xfrm>
              <a:off x="658368" y="5404104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950" dirty="0"/>
            </a:p>
          </p:txBody>
        </p:sp>
        <p:sp>
          <p:nvSpPr>
            <p:cNvPr id="52" name="項目"/>
            <p:cNvSpPr/>
            <p:nvPr/>
          </p:nvSpPr>
          <p:spPr>
            <a:xfrm>
              <a:off x="658368" y="5596128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750" dirty="0"/>
            </a:p>
          </p:txBody>
        </p:sp>
        <p:sp>
          <p:nvSpPr>
            <p:cNvPr id="53" name="內容"/>
            <p:cNvSpPr/>
            <p:nvPr/>
          </p:nvSpPr>
          <p:spPr>
            <a:xfrm>
              <a:off x="658368" y="5733288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950" dirty="0"/>
            </a:p>
          </p:txBody>
        </p:sp>
        <p:sp>
          <p:nvSpPr>
            <p:cNvPr id="54" name="推薦方案"/>
            <p:cNvSpPr/>
            <p:nvPr/>
          </p:nvSpPr>
          <p:spPr>
            <a:xfrm>
              <a:off x="1748841" y="4443984"/>
              <a:ext cx="1090473" cy="164592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4F5BD5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5" name="表頭"/>
            <p:cNvSpPr/>
            <p:nvPr/>
          </p:nvSpPr>
          <p:spPr>
            <a:xfrm>
              <a:off x="1748841" y="4443984"/>
              <a:ext cx="1090473" cy="365760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方案名稱"/>
            <p:cNvSpPr/>
            <p:nvPr/>
          </p:nvSpPr>
          <p:spPr>
            <a:xfrm>
              <a:off x="1748841" y="4443984"/>
              <a:ext cx="10904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4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dirty="0">
                  <a:solidFill>
                    <a:srgbClr val="CACEF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400" dirty="0"/>
            </a:p>
          </p:txBody>
        </p:sp>
        <p:sp>
          <p:nvSpPr>
            <p:cNvPr id="57" name="項目"/>
            <p:cNvSpPr/>
            <p:nvPr/>
          </p:nvSpPr>
          <p:spPr>
            <a:xfrm>
              <a:off x="1858569" y="4937760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750" dirty="0"/>
            </a:p>
          </p:txBody>
        </p:sp>
        <p:sp>
          <p:nvSpPr>
            <p:cNvPr id="58" name="內容"/>
            <p:cNvSpPr/>
            <p:nvPr/>
          </p:nvSpPr>
          <p:spPr>
            <a:xfrm>
              <a:off x="1858569" y="5074920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950" dirty="0"/>
            </a:p>
          </p:txBody>
        </p:sp>
        <p:sp>
          <p:nvSpPr>
            <p:cNvPr id="59" name="項目"/>
            <p:cNvSpPr/>
            <p:nvPr/>
          </p:nvSpPr>
          <p:spPr>
            <a:xfrm>
              <a:off x="1858569" y="5266944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750" dirty="0"/>
            </a:p>
          </p:txBody>
        </p:sp>
        <p:sp>
          <p:nvSpPr>
            <p:cNvPr id="60" name="內容"/>
            <p:cNvSpPr/>
            <p:nvPr/>
          </p:nvSpPr>
          <p:spPr>
            <a:xfrm>
              <a:off x="1858569" y="5404104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950" dirty="0"/>
            </a:p>
          </p:txBody>
        </p:sp>
        <p:sp>
          <p:nvSpPr>
            <p:cNvPr id="61" name="項目"/>
            <p:cNvSpPr/>
            <p:nvPr/>
          </p:nvSpPr>
          <p:spPr>
            <a:xfrm>
              <a:off x="1858569" y="5596128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750" dirty="0"/>
            </a:p>
          </p:txBody>
        </p:sp>
        <p:sp>
          <p:nvSpPr>
            <p:cNvPr id="62" name="內容"/>
            <p:cNvSpPr/>
            <p:nvPr/>
          </p:nvSpPr>
          <p:spPr>
            <a:xfrm>
              <a:off x="1858569" y="5733288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950" dirty="0"/>
            </a:p>
          </p:txBody>
        </p:sp>
        <p:sp>
          <p:nvSpPr>
            <p:cNvPr id="63" name="標籤"/>
            <p:cNvSpPr/>
            <p:nvPr/>
          </p:nvSpPr>
          <p:spPr>
            <a:xfrm>
              <a:off x="2073605" y="6016752"/>
              <a:ext cx="440944" cy="201168"/>
            </a:xfrm>
            <a:prstGeom prst="rect">
              <a:avLst/>
            </a:prstGeom>
            <a:noFill/>
            <a:ln w="9525">
              <a:solidFill>
                <a:srgbClr val="3A3A3A"/>
              </a:solidFill>
              <a:prstDash val="solid"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800" dirty="0"/>
            </a:p>
          </p:txBody>
        </p:sp>
        <p:sp>
          <p:nvSpPr>
            <p:cNvPr id="64" name="方案"/>
            <p:cNvSpPr/>
            <p:nvPr/>
          </p:nvSpPr>
          <p:spPr>
            <a:xfrm>
              <a:off x="2949042" y="4443984"/>
              <a:ext cx="1090473" cy="1645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5" name="表頭底"/>
            <p:cNvSpPr/>
            <p:nvPr/>
          </p:nvSpPr>
          <p:spPr>
            <a:xfrm>
              <a:off x="2949956" y="4444898"/>
              <a:ext cx="1088644" cy="3657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方案名稱"/>
            <p:cNvSpPr/>
            <p:nvPr/>
          </p:nvSpPr>
          <p:spPr>
            <a:xfrm>
              <a:off x="2949042" y="4443984"/>
              <a:ext cx="10904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4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400" dirty="0"/>
            </a:p>
          </p:txBody>
        </p:sp>
        <p:sp>
          <p:nvSpPr>
            <p:cNvPr id="67" name="項目"/>
            <p:cNvSpPr/>
            <p:nvPr/>
          </p:nvSpPr>
          <p:spPr>
            <a:xfrm>
              <a:off x="3058770" y="4937760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750" dirty="0"/>
            </a:p>
          </p:txBody>
        </p:sp>
        <p:sp>
          <p:nvSpPr>
            <p:cNvPr id="68" name="內容"/>
            <p:cNvSpPr/>
            <p:nvPr/>
          </p:nvSpPr>
          <p:spPr>
            <a:xfrm>
              <a:off x="3058770" y="5074920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950" dirty="0"/>
            </a:p>
          </p:txBody>
        </p:sp>
        <p:sp>
          <p:nvSpPr>
            <p:cNvPr id="69" name="項目"/>
            <p:cNvSpPr/>
            <p:nvPr/>
          </p:nvSpPr>
          <p:spPr>
            <a:xfrm>
              <a:off x="3058770" y="5266944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750" dirty="0"/>
            </a:p>
          </p:txBody>
        </p:sp>
        <p:sp>
          <p:nvSpPr>
            <p:cNvPr id="70" name="內容"/>
            <p:cNvSpPr/>
            <p:nvPr/>
          </p:nvSpPr>
          <p:spPr>
            <a:xfrm>
              <a:off x="3058770" y="5404104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950" dirty="0"/>
            </a:p>
          </p:txBody>
        </p:sp>
        <p:sp>
          <p:nvSpPr>
            <p:cNvPr id="71" name="項目"/>
            <p:cNvSpPr/>
            <p:nvPr/>
          </p:nvSpPr>
          <p:spPr>
            <a:xfrm>
              <a:off x="3058770" y="5596128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750" dirty="0"/>
            </a:p>
          </p:txBody>
        </p:sp>
        <p:sp>
          <p:nvSpPr>
            <p:cNvPr id="72" name="內容"/>
            <p:cNvSpPr/>
            <p:nvPr/>
          </p:nvSpPr>
          <p:spPr>
            <a:xfrm>
              <a:off x="3058770" y="5733288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950" dirty="0"/>
            </a:p>
          </p:txBody>
        </p:sp>
      </p:grpSp>
      <p:sp>
        <p:nvSpPr>
          <p:cNvPr id="73" name="組合名稱"/>
          <p:cNvSpPr/>
          <p:nvPr/>
        </p:nvSpPr>
        <p:spPr>
          <a:xfrm>
            <a:off x="4350410" y="4023360"/>
            <a:ext cx="349087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400" dirty="0"/>
          </a:p>
        </p:txBody>
      </p:sp>
      <p:sp>
        <p:nvSpPr>
          <p:cNvPr id="74" name="線條"/>
          <p:cNvSpPr/>
          <p:nvPr/>
        </p:nvSpPr>
        <p:spPr>
          <a:xfrm>
            <a:off x="4350410" y="4334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4350410" y="4590288"/>
            <a:ext cx="3490874" cy="1243584"/>
            <a:chOff x="4350410" y="4590288"/>
            <a:chExt cx="3490874" cy="1243584"/>
          </a:xfrm>
        </p:grpSpPr>
        <p:sp>
          <p:nvSpPr>
            <p:cNvPr id="75" name="卡片"/>
            <p:cNvSpPr/>
            <p:nvPr/>
          </p:nvSpPr>
          <p:spPr>
            <a:xfrm>
              <a:off x="4350410" y="4590288"/>
              <a:ext cx="1078281" cy="124358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6" name="色條"/>
            <p:cNvSpPr/>
            <p:nvPr/>
          </p:nvSpPr>
          <p:spPr>
            <a:xfrm>
              <a:off x="4478426" y="4736592"/>
              <a:ext cx="219456" cy="36576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7" name="指標名稱"/>
            <p:cNvSpPr/>
            <p:nvPr/>
          </p:nvSpPr>
          <p:spPr>
            <a:xfrm>
              <a:off x="4478426" y="4828032"/>
              <a:ext cx="895401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850" dirty="0"/>
            </a:p>
          </p:txBody>
        </p:sp>
        <p:sp>
          <p:nvSpPr>
            <p:cNvPr id="78" name="數值"/>
            <p:cNvSpPr/>
            <p:nvPr/>
          </p:nvSpPr>
          <p:spPr>
            <a:xfrm>
              <a:off x="4460138" y="5047488"/>
              <a:ext cx="913689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4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400" dirty="0"/>
            </a:p>
          </p:txBody>
        </p:sp>
        <p:sp>
          <p:nvSpPr>
            <p:cNvPr id="79" name="變化"/>
            <p:cNvSpPr/>
            <p:nvPr/>
          </p:nvSpPr>
          <p:spPr>
            <a:xfrm>
              <a:off x="4478426" y="5504688"/>
              <a:ext cx="8954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400" dirty="0"/>
            </a:p>
          </p:txBody>
        </p:sp>
        <p:sp>
          <p:nvSpPr>
            <p:cNvPr id="80" name="卡片"/>
            <p:cNvSpPr/>
            <p:nvPr/>
          </p:nvSpPr>
          <p:spPr>
            <a:xfrm>
              <a:off x="5556707" y="4590288"/>
              <a:ext cx="1078281" cy="124358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1" name="色條"/>
            <p:cNvSpPr/>
            <p:nvPr/>
          </p:nvSpPr>
          <p:spPr>
            <a:xfrm>
              <a:off x="5684723" y="4736592"/>
              <a:ext cx="219456" cy="36576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指標名稱"/>
            <p:cNvSpPr/>
            <p:nvPr/>
          </p:nvSpPr>
          <p:spPr>
            <a:xfrm>
              <a:off x="5684723" y="4828032"/>
              <a:ext cx="895401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850" dirty="0"/>
            </a:p>
          </p:txBody>
        </p:sp>
        <p:sp>
          <p:nvSpPr>
            <p:cNvPr id="83" name="數值"/>
            <p:cNvSpPr/>
            <p:nvPr/>
          </p:nvSpPr>
          <p:spPr>
            <a:xfrm>
              <a:off x="5666435" y="5047488"/>
              <a:ext cx="913689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400" dirty="0"/>
            </a:p>
          </p:txBody>
        </p:sp>
        <p:sp>
          <p:nvSpPr>
            <p:cNvPr id="84" name="變化"/>
            <p:cNvSpPr/>
            <p:nvPr/>
          </p:nvSpPr>
          <p:spPr>
            <a:xfrm>
              <a:off x="5684723" y="5504688"/>
              <a:ext cx="8954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400" dirty="0"/>
            </a:p>
          </p:txBody>
        </p:sp>
        <p:sp>
          <p:nvSpPr>
            <p:cNvPr id="85" name="卡片"/>
            <p:cNvSpPr/>
            <p:nvPr/>
          </p:nvSpPr>
          <p:spPr>
            <a:xfrm>
              <a:off x="6763004" y="4590288"/>
              <a:ext cx="1078281" cy="124358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6" name="色條"/>
            <p:cNvSpPr/>
            <p:nvPr/>
          </p:nvSpPr>
          <p:spPr>
            <a:xfrm>
              <a:off x="6891020" y="4736592"/>
              <a:ext cx="219456" cy="36576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指標名稱"/>
            <p:cNvSpPr/>
            <p:nvPr/>
          </p:nvSpPr>
          <p:spPr>
            <a:xfrm>
              <a:off x="6891020" y="4828032"/>
              <a:ext cx="895401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850" dirty="0"/>
            </a:p>
          </p:txBody>
        </p:sp>
        <p:sp>
          <p:nvSpPr>
            <p:cNvPr id="88" name="數值"/>
            <p:cNvSpPr/>
            <p:nvPr/>
          </p:nvSpPr>
          <p:spPr>
            <a:xfrm>
              <a:off x="6872732" y="5047488"/>
              <a:ext cx="913689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400" dirty="0"/>
            </a:p>
          </p:txBody>
        </p:sp>
        <p:sp>
          <p:nvSpPr>
            <p:cNvPr id="89" name="變化"/>
            <p:cNvSpPr/>
            <p:nvPr/>
          </p:nvSpPr>
          <p:spPr>
            <a:xfrm>
              <a:off x="6891020" y="5504688"/>
              <a:ext cx="8954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400" dirty="0"/>
            </a:p>
          </p:txBody>
        </p:sp>
      </p:grpSp>
      <p:sp>
        <p:nvSpPr>
          <p:cNvPr id="90" name="組合名稱"/>
          <p:cNvSpPr/>
          <p:nvPr/>
        </p:nvSpPr>
        <p:spPr>
          <a:xfrm>
            <a:off x="8152181" y="4023360"/>
            <a:ext cx="349087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400" dirty="0"/>
          </a:p>
        </p:txBody>
      </p:sp>
      <p:sp>
        <p:nvSpPr>
          <p:cNvPr id="91" name="線條"/>
          <p:cNvSpPr/>
          <p:nvPr/>
        </p:nvSpPr>
        <p:spPr>
          <a:xfrm>
            <a:off x="8152181" y="4334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8152181" y="4443984"/>
            <a:ext cx="3490874" cy="1645920"/>
            <a:chOff x="8152181" y="4443984"/>
            <a:chExt cx="3490874" cy="1645920"/>
          </a:xfrm>
        </p:grpSpPr>
        <p:sp>
          <p:nvSpPr>
            <p:cNvPr id="92" name="PDCA Plan"/>
            <p:cNvSpPr/>
            <p:nvPr/>
          </p:nvSpPr>
          <p:spPr>
            <a:xfrm>
              <a:off x="8152181" y="4443984"/>
              <a:ext cx="1316736" cy="62179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850" dirty="0"/>
            </a:p>
          </p:txBody>
        </p:sp>
        <p:sp>
          <p:nvSpPr>
            <p:cNvPr id="93" name="PDCA Do"/>
            <p:cNvSpPr/>
            <p:nvPr/>
          </p:nvSpPr>
          <p:spPr>
            <a:xfrm>
              <a:off x="10326319" y="4443984"/>
              <a:ext cx="1316736" cy="62179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850" dirty="0"/>
            </a:p>
          </p:txBody>
        </p:sp>
        <p:sp>
          <p:nvSpPr>
            <p:cNvPr id="94" name="PDCA Check"/>
            <p:cNvSpPr/>
            <p:nvPr/>
          </p:nvSpPr>
          <p:spPr>
            <a:xfrm>
              <a:off x="10326319" y="5468112"/>
              <a:ext cx="1316736" cy="62179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850" dirty="0"/>
            </a:p>
          </p:txBody>
        </p:sp>
        <p:sp>
          <p:nvSpPr>
            <p:cNvPr id="95" name="PDCA Act"/>
            <p:cNvSpPr/>
            <p:nvPr/>
          </p:nvSpPr>
          <p:spPr>
            <a:xfrm>
              <a:off x="8152181" y="5468112"/>
              <a:ext cx="1316736" cy="62179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850" dirty="0"/>
            </a:p>
          </p:txBody>
        </p:sp>
        <p:cxnSp>
          <p:nvCxnSpPr>
            <p:cNvPr id="96" name="連接線"/>
            <p:cNvCxnSpPr>
              <a:stCxn id="92" idx="3"/>
              <a:endCxn id="93" idx="1"/>
            </p:cNvCxnSpPr>
            <p:nvPr/>
          </p:nvCxnSpPr>
          <p:spPr>
            <a:xfrm>
              <a:off x="9468917" y="4754880"/>
              <a:ext cx="857402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97" name="連接線"/>
            <p:cNvCxnSpPr>
              <a:stCxn id="93" idx="2"/>
              <a:endCxn id="94" idx="0"/>
            </p:cNvCxnSpPr>
            <p:nvPr/>
          </p:nvCxnSpPr>
          <p:spPr>
            <a:xfrm>
              <a:off x="10984687" y="5065776"/>
              <a:ext cx="0" cy="402336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98" name="連接線"/>
            <p:cNvCxnSpPr>
              <a:stCxn id="94" idx="1"/>
              <a:endCxn id="95" idx="3"/>
            </p:cNvCxnSpPr>
            <p:nvPr/>
          </p:nvCxnSpPr>
          <p:spPr>
            <a:xfrm flipH="1">
              <a:off x="9468917" y="5779008"/>
              <a:ext cx="857402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99" name="連接線"/>
            <p:cNvCxnSpPr>
              <a:stCxn id="95" idx="0"/>
              <a:endCxn id="92" idx="2"/>
            </p:cNvCxnSpPr>
            <p:nvPr/>
          </p:nvCxnSpPr>
          <p:spPr>
            <a:xfrm flipV="1">
              <a:off x="8810549" y="5065776"/>
              <a:ext cx="0" cy="402336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100" name="中心標籤"/>
            <p:cNvSpPr/>
            <p:nvPr/>
          </p:nvSpPr>
          <p:spPr>
            <a:xfrm>
              <a:off x="9440418" y="5148072"/>
              <a:ext cx="914400" cy="23774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800" dirty="0"/>
            </a:p>
          </p:txBody>
        </p:sp>
      </p:grpSp>
      <p:sp>
        <p:nvSpPr>
          <p:cNvPr id="101" name="Text 97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02" name="Text 98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" cy="32004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51206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圖示庫 Icon Library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精選 118 個 Material Symbols（Studio 共 521 個）：顏色、粗細跟著風格；每個都是可編輯圖案</a:t>
            </a:r>
            <a:endParaRPr lang="en-US" sz="1400" dirty="0"/>
          </a:p>
        </p:txBody>
      </p:sp>
      <p:sp>
        <p:nvSpPr>
          <p:cNvPr id="5" name="圖示 人員"/>
          <p:cNvSpPr/>
          <p:nvPr/>
        </p:nvSpPr>
        <p:spPr>
          <a:xfrm>
            <a:off x="675124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21012" y="135157"/>
                </a:moveTo>
                <a:cubicBezTo>
                  <a:pt x="113056" y="127193"/>
                  <a:pt x="109070" y="117135"/>
                  <a:pt x="109070" y="104982"/>
                </a:cubicBezTo>
                <a:cubicBezTo>
                  <a:pt x="109070" y="92830"/>
                  <a:pt x="113056" y="82881"/>
                  <a:pt x="121012" y="75127"/>
                </a:cubicBezTo>
                <a:cubicBezTo>
                  <a:pt x="128766" y="67373"/>
                  <a:pt x="138724" y="63496"/>
                  <a:pt x="150876" y="63496"/>
                </a:cubicBezTo>
                <a:cubicBezTo>
                  <a:pt x="163028" y="63496"/>
                  <a:pt x="172986" y="67373"/>
                  <a:pt x="180740" y="75127"/>
                </a:cubicBezTo>
                <a:cubicBezTo>
                  <a:pt x="188696" y="82881"/>
                  <a:pt x="192682" y="92830"/>
                  <a:pt x="192682" y="104982"/>
                </a:cubicBezTo>
                <a:cubicBezTo>
                  <a:pt x="192682" y="117135"/>
                  <a:pt x="188696" y="127193"/>
                  <a:pt x="180740" y="135157"/>
                </a:cubicBezTo>
                <a:cubicBezTo>
                  <a:pt x="172986" y="142912"/>
                  <a:pt x="163028" y="146789"/>
                  <a:pt x="150876" y="146789"/>
                </a:cubicBezTo>
                <a:cubicBezTo>
                  <a:pt x="138724" y="146789"/>
                  <a:pt x="128766" y="142912"/>
                  <a:pt x="121012" y="135157"/>
                </a:cubicBezTo>
                <a:close/>
                <a:moveTo>
                  <a:pt x="56583" y="228198"/>
                </a:moveTo>
                <a:lnTo>
                  <a:pt x="56583" y="218770"/>
                </a:lnTo>
                <a:cubicBezTo>
                  <a:pt x="56583" y="212068"/>
                  <a:pt x="58357" y="206197"/>
                  <a:pt x="61923" y="201168"/>
                </a:cubicBezTo>
                <a:cubicBezTo>
                  <a:pt x="65480" y="196139"/>
                  <a:pt x="70098" y="192262"/>
                  <a:pt x="75749" y="189537"/>
                </a:cubicBezTo>
                <a:cubicBezTo>
                  <a:pt x="89163" y="183666"/>
                  <a:pt x="101946" y="179268"/>
                  <a:pt x="114099" y="176333"/>
                </a:cubicBezTo>
                <a:cubicBezTo>
                  <a:pt x="126462" y="173407"/>
                  <a:pt x="138724" y="171935"/>
                  <a:pt x="150876" y="171935"/>
                </a:cubicBezTo>
                <a:cubicBezTo>
                  <a:pt x="163028" y="171935"/>
                  <a:pt x="175181" y="173407"/>
                  <a:pt x="187342" y="176333"/>
                </a:cubicBezTo>
                <a:cubicBezTo>
                  <a:pt x="199705" y="179478"/>
                  <a:pt x="212488" y="183877"/>
                  <a:pt x="225683" y="189537"/>
                </a:cubicBezTo>
                <a:cubicBezTo>
                  <a:pt x="231554" y="192262"/>
                  <a:pt x="236272" y="196139"/>
                  <a:pt x="239829" y="201168"/>
                </a:cubicBezTo>
                <a:cubicBezTo>
                  <a:pt x="243395" y="206197"/>
                  <a:pt x="245178" y="212068"/>
                  <a:pt x="245178" y="218770"/>
                </a:cubicBezTo>
                <a:lnTo>
                  <a:pt x="245178" y="228198"/>
                </a:lnTo>
                <a:cubicBezTo>
                  <a:pt x="245178" y="232184"/>
                  <a:pt x="243816" y="235641"/>
                  <a:pt x="241091" y="238576"/>
                </a:cubicBezTo>
                <a:cubicBezTo>
                  <a:pt x="238155" y="241301"/>
                  <a:pt x="234699" y="242663"/>
                  <a:pt x="230712" y="242663"/>
                </a:cubicBezTo>
                <a:lnTo>
                  <a:pt x="71040" y="242663"/>
                </a:lnTo>
                <a:cubicBezTo>
                  <a:pt x="67053" y="242663"/>
                  <a:pt x="63597" y="241301"/>
                  <a:pt x="60661" y="238576"/>
                </a:cubicBezTo>
                <a:cubicBezTo>
                  <a:pt x="57936" y="235641"/>
                  <a:pt x="56583" y="232184"/>
                  <a:pt x="56583" y="228198"/>
                </a:cubicBezTo>
                <a:close/>
                <a:moveTo>
                  <a:pt x="70720" y="228518"/>
                </a:moveTo>
                <a:lnTo>
                  <a:pt x="231032" y="228518"/>
                </a:lnTo>
                <a:lnTo>
                  <a:pt x="231032" y="218770"/>
                </a:lnTo>
                <a:cubicBezTo>
                  <a:pt x="231032" y="215625"/>
                  <a:pt x="229981" y="212488"/>
                  <a:pt x="227887" y="209343"/>
                </a:cubicBezTo>
                <a:cubicBezTo>
                  <a:pt x="225793" y="206408"/>
                  <a:pt x="223068" y="204103"/>
                  <a:pt x="219712" y="202430"/>
                </a:cubicBezTo>
                <a:cubicBezTo>
                  <a:pt x="207349" y="196349"/>
                  <a:pt x="195718" y="192161"/>
                  <a:pt x="184828" y="189857"/>
                </a:cubicBezTo>
                <a:cubicBezTo>
                  <a:pt x="173718" y="187342"/>
                  <a:pt x="162397" y="186080"/>
                  <a:pt x="150876" y="186080"/>
                </a:cubicBezTo>
                <a:cubicBezTo>
                  <a:pt x="139355" y="186080"/>
                  <a:pt x="128034" y="187342"/>
                  <a:pt x="116933" y="189857"/>
                </a:cubicBezTo>
                <a:cubicBezTo>
                  <a:pt x="105613" y="192161"/>
                  <a:pt x="93881" y="196349"/>
                  <a:pt x="81729" y="202430"/>
                </a:cubicBezTo>
                <a:cubicBezTo>
                  <a:pt x="78584" y="204103"/>
                  <a:pt x="75959" y="206408"/>
                  <a:pt x="73865" y="209343"/>
                </a:cubicBezTo>
                <a:cubicBezTo>
                  <a:pt x="71771" y="212488"/>
                  <a:pt x="70720" y="215625"/>
                  <a:pt x="70720" y="218770"/>
                </a:cubicBezTo>
                <a:lnTo>
                  <a:pt x="70720" y="228518"/>
                </a:lnTo>
                <a:close/>
                <a:moveTo>
                  <a:pt x="170362" y="124788"/>
                </a:moveTo>
                <a:cubicBezTo>
                  <a:pt x="175601" y="119549"/>
                  <a:pt x="178226" y="112947"/>
                  <a:pt x="178226" y="104982"/>
                </a:cubicBezTo>
                <a:cubicBezTo>
                  <a:pt x="178226" y="97228"/>
                  <a:pt x="175601" y="90736"/>
                  <a:pt x="170362" y="85496"/>
                </a:cubicBezTo>
                <a:cubicBezTo>
                  <a:pt x="165122" y="80257"/>
                  <a:pt x="158630" y="77642"/>
                  <a:pt x="150876" y="77642"/>
                </a:cubicBezTo>
                <a:cubicBezTo>
                  <a:pt x="143122" y="77642"/>
                  <a:pt x="136630" y="80257"/>
                  <a:pt x="131390" y="85496"/>
                </a:cubicBezTo>
                <a:cubicBezTo>
                  <a:pt x="126151" y="90736"/>
                  <a:pt x="123526" y="97228"/>
                  <a:pt x="123526" y="104982"/>
                </a:cubicBezTo>
                <a:cubicBezTo>
                  <a:pt x="123526" y="112947"/>
                  <a:pt x="126151" y="119549"/>
                  <a:pt x="131390" y="124788"/>
                </a:cubicBezTo>
                <a:cubicBezTo>
                  <a:pt x="136630" y="130028"/>
                  <a:pt x="143122" y="132643"/>
                  <a:pt x="150876" y="132643"/>
                </a:cubicBezTo>
                <a:cubicBezTo>
                  <a:pt x="158630" y="132643"/>
                  <a:pt x="165122" y="130028"/>
                  <a:pt x="170362" y="124788"/>
                </a:cubicBezTo>
                <a:close/>
                <a:moveTo>
                  <a:pt x="150876" y="104982"/>
                </a:moveTo>
                <a:close/>
                <a:moveTo>
                  <a:pt x="150876" y="228518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圖說"/>
          <p:cNvSpPr/>
          <p:nvPr/>
        </p:nvSpPr>
        <p:spPr>
          <a:xfrm>
            <a:off x="530352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endParaRPr lang="en-US" sz="750" dirty="0"/>
          </a:p>
        </p:txBody>
      </p:sp>
      <p:sp>
        <p:nvSpPr>
          <p:cNvPr id="7" name="圖示 團隊"/>
          <p:cNvSpPr/>
          <p:nvPr/>
        </p:nvSpPr>
        <p:spPr>
          <a:xfrm>
            <a:off x="1229845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2000" y="218770"/>
                </a:moveTo>
                <a:cubicBezTo>
                  <a:pt x="22000" y="212278"/>
                  <a:pt x="23784" y="206508"/>
                  <a:pt x="27350" y="201479"/>
                </a:cubicBezTo>
                <a:cubicBezTo>
                  <a:pt x="30696" y="196239"/>
                  <a:pt x="35415" y="192262"/>
                  <a:pt x="41495" y="189537"/>
                </a:cubicBezTo>
                <a:cubicBezTo>
                  <a:pt x="55111" y="183666"/>
                  <a:pt x="67583" y="179268"/>
                  <a:pt x="78894" y="176333"/>
                </a:cubicBezTo>
                <a:cubicBezTo>
                  <a:pt x="90004" y="173407"/>
                  <a:pt x="102468" y="171935"/>
                  <a:pt x="116303" y="171935"/>
                </a:cubicBezTo>
                <a:cubicBezTo>
                  <a:pt x="130339" y="171935"/>
                  <a:pt x="142912" y="173407"/>
                  <a:pt x="154022" y="176333"/>
                </a:cubicBezTo>
                <a:cubicBezTo>
                  <a:pt x="165122" y="179268"/>
                  <a:pt x="177485" y="183666"/>
                  <a:pt x="191110" y="189537"/>
                </a:cubicBezTo>
                <a:cubicBezTo>
                  <a:pt x="197190" y="192262"/>
                  <a:pt x="202009" y="196239"/>
                  <a:pt x="205566" y="201479"/>
                </a:cubicBezTo>
                <a:cubicBezTo>
                  <a:pt x="208922" y="206508"/>
                  <a:pt x="210595" y="212278"/>
                  <a:pt x="210595" y="218770"/>
                </a:cubicBezTo>
                <a:lnTo>
                  <a:pt x="210595" y="228198"/>
                </a:lnTo>
                <a:cubicBezTo>
                  <a:pt x="210595" y="231974"/>
                  <a:pt x="209233" y="235321"/>
                  <a:pt x="206508" y="238256"/>
                </a:cubicBezTo>
                <a:cubicBezTo>
                  <a:pt x="203783" y="241191"/>
                  <a:pt x="200327" y="242663"/>
                  <a:pt x="196139" y="242663"/>
                </a:cubicBezTo>
                <a:lnTo>
                  <a:pt x="36466" y="242663"/>
                </a:lnTo>
                <a:cubicBezTo>
                  <a:pt x="32479" y="242663"/>
                  <a:pt x="29124" y="241301"/>
                  <a:pt x="26408" y="238576"/>
                </a:cubicBezTo>
                <a:cubicBezTo>
                  <a:pt x="23473" y="235641"/>
                  <a:pt x="22000" y="232184"/>
                  <a:pt x="22000" y="228198"/>
                </a:cubicBezTo>
                <a:lnTo>
                  <a:pt x="22000" y="218770"/>
                </a:lnTo>
                <a:close/>
                <a:moveTo>
                  <a:pt x="265295" y="242663"/>
                </a:moveTo>
                <a:lnTo>
                  <a:pt x="228198" y="242663"/>
                </a:lnTo>
                <a:cubicBezTo>
                  <a:pt x="228829" y="240350"/>
                  <a:pt x="229560" y="238046"/>
                  <a:pt x="230401" y="235741"/>
                </a:cubicBezTo>
                <a:cubicBezTo>
                  <a:pt x="231032" y="233437"/>
                  <a:pt x="231343" y="230923"/>
                  <a:pt x="231343" y="228198"/>
                </a:cubicBezTo>
                <a:lnTo>
                  <a:pt x="231343" y="219401"/>
                </a:lnTo>
                <a:cubicBezTo>
                  <a:pt x="231343" y="208081"/>
                  <a:pt x="228929" y="198864"/>
                  <a:pt x="224110" y="191741"/>
                </a:cubicBezTo>
                <a:cubicBezTo>
                  <a:pt x="219291" y="184617"/>
                  <a:pt x="212278" y="178537"/>
                  <a:pt x="203052" y="173507"/>
                </a:cubicBezTo>
                <a:cubicBezTo>
                  <a:pt x="214162" y="175181"/>
                  <a:pt x="224741" y="177284"/>
                  <a:pt x="234800" y="179798"/>
                </a:cubicBezTo>
                <a:cubicBezTo>
                  <a:pt x="244858" y="182313"/>
                  <a:pt x="253243" y="185349"/>
                  <a:pt x="259946" y="188906"/>
                </a:cubicBezTo>
                <a:cubicBezTo>
                  <a:pt x="266026" y="192262"/>
                  <a:pt x="270845" y="196559"/>
                  <a:pt x="274402" y="201799"/>
                </a:cubicBezTo>
                <a:cubicBezTo>
                  <a:pt x="277968" y="207038"/>
                  <a:pt x="279752" y="212900"/>
                  <a:pt x="279752" y="219401"/>
                </a:cubicBezTo>
                <a:lnTo>
                  <a:pt x="279752" y="228198"/>
                </a:lnTo>
                <a:cubicBezTo>
                  <a:pt x="279752" y="232184"/>
                  <a:pt x="278279" y="235641"/>
                  <a:pt x="275353" y="238576"/>
                </a:cubicBezTo>
                <a:cubicBezTo>
                  <a:pt x="272628" y="241301"/>
                  <a:pt x="269273" y="242663"/>
                  <a:pt x="265295" y="242663"/>
                </a:cubicBezTo>
                <a:close/>
                <a:moveTo>
                  <a:pt x="86438" y="135157"/>
                </a:moveTo>
                <a:cubicBezTo>
                  <a:pt x="78684" y="127193"/>
                  <a:pt x="74807" y="117135"/>
                  <a:pt x="74807" y="104982"/>
                </a:cubicBezTo>
                <a:cubicBezTo>
                  <a:pt x="74807" y="92830"/>
                  <a:pt x="78684" y="82881"/>
                  <a:pt x="86438" y="75127"/>
                </a:cubicBezTo>
                <a:cubicBezTo>
                  <a:pt x="94192" y="67373"/>
                  <a:pt x="104251" y="63496"/>
                  <a:pt x="116613" y="63496"/>
                </a:cubicBezTo>
                <a:cubicBezTo>
                  <a:pt x="128766" y="63496"/>
                  <a:pt x="138724" y="67373"/>
                  <a:pt x="146478" y="75127"/>
                </a:cubicBezTo>
                <a:cubicBezTo>
                  <a:pt x="154232" y="82881"/>
                  <a:pt x="158109" y="92830"/>
                  <a:pt x="158109" y="104982"/>
                </a:cubicBezTo>
                <a:cubicBezTo>
                  <a:pt x="158109" y="117135"/>
                  <a:pt x="154232" y="127193"/>
                  <a:pt x="146478" y="135157"/>
                </a:cubicBezTo>
                <a:cubicBezTo>
                  <a:pt x="138724" y="142912"/>
                  <a:pt x="128766" y="146789"/>
                  <a:pt x="116613" y="146789"/>
                </a:cubicBezTo>
                <a:cubicBezTo>
                  <a:pt x="104251" y="146789"/>
                  <a:pt x="94192" y="142912"/>
                  <a:pt x="86438" y="135157"/>
                </a:cubicBezTo>
                <a:close/>
                <a:moveTo>
                  <a:pt x="203993" y="135157"/>
                </a:moveTo>
                <a:cubicBezTo>
                  <a:pt x="196239" y="142912"/>
                  <a:pt x="186291" y="146789"/>
                  <a:pt x="174138" y="146789"/>
                </a:cubicBezTo>
                <a:cubicBezTo>
                  <a:pt x="172666" y="146789"/>
                  <a:pt x="171093" y="146688"/>
                  <a:pt x="169420" y="146478"/>
                </a:cubicBezTo>
                <a:cubicBezTo>
                  <a:pt x="167957" y="146267"/>
                  <a:pt x="166485" y="145947"/>
                  <a:pt x="165022" y="145536"/>
                </a:cubicBezTo>
                <a:cubicBezTo>
                  <a:pt x="169420" y="140507"/>
                  <a:pt x="172776" y="134636"/>
                  <a:pt x="175080" y="127934"/>
                </a:cubicBezTo>
                <a:cubicBezTo>
                  <a:pt x="177384" y="121012"/>
                  <a:pt x="178537" y="113367"/>
                  <a:pt x="178537" y="104982"/>
                </a:cubicBezTo>
                <a:cubicBezTo>
                  <a:pt x="178537" y="96817"/>
                  <a:pt x="177384" y="89474"/>
                  <a:pt x="175080" y="82982"/>
                </a:cubicBezTo>
                <a:cubicBezTo>
                  <a:pt x="172566" y="76490"/>
                  <a:pt x="169210" y="70409"/>
                  <a:pt x="165022" y="64749"/>
                </a:cubicBezTo>
                <a:cubicBezTo>
                  <a:pt x="166274" y="64328"/>
                  <a:pt x="167747" y="64017"/>
                  <a:pt x="169420" y="63807"/>
                </a:cubicBezTo>
                <a:cubicBezTo>
                  <a:pt x="171093" y="63597"/>
                  <a:pt x="172666" y="63496"/>
                  <a:pt x="174138" y="63496"/>
                </a:cubicBezTo>
                <a:cubicBezTo>
                  <a:pt x="186291" y="63496"/>
                  <a:pt x="196239" y="67373"/>
                  <a:pt x="203993" y="75127"/>
                </a:cubicBezTo>
                <a:cubicBezTo>
                  <a:pt x="211748" y="82881"/>
                  <a:pt x="215625" y="92830"/>
                  <a:pt x="215625" y="104982"/>
                </a:cubicBezTo>
                <a:cubicBezTo>
                  <a:pt x="215625" y="117135"/>
                  <a:pt x="211748" y="127193"/>
                  <a:pt x="203993" y="135157"/>
                </a:cubicBezTo>
                <a:close/>
                <a:moveTo>
                  <a:pt x="36466" y="228518"/>
                </a:moveTo>
                <a:lnTo>
                  <a:pt x="196450" y="228518"/>
                </a:lnTo>
                <a:lnTo>
                  <a:pt x="196450" y="218770"/>
                </a:lnTo>
                <a:cubicBezTo>
                  <a:pt x="196450" y="215414"/>
                  <a:pt x="195508" y="212278"/>
                  <a:pt x="193624" y="209343"/>
                </a:cubicBezTo>
                <a:cubicBezTo>
                  <a:pt x="191741" y="206408"/>
                  <a:pt x="189016" y="204103"/>
                  <a:pt x="185449" y="202430"/>
                </a:cubicBezTo>
                <a:cubicBezTo>
                  <a:pt x="172255" y="196349"/>
                  <a:pt x="160624" y="192161"/>
                  <a:pt x="150565" y="189857"/>
                </a:cubicBezTo>
                <a:cubicBezTo>
                  <a:pt x="140507" y="187342"/>
                  <a:pt x="129086" y="186080"/>
                  <a:pt x="116303" y="186080"/>
                </a:cubicBezTo>
                <a:cubicBezTo>
                  <a:pt x="103730" y="186080"/>
                  <a:pt x="92409" y="187342"/>
                  <a:pt x="82351" y="189857"/>
                </a:cubicBezTo>
                <a:cubicBezTo>
                  <a:pt x="72292" y="192161"/>
                  <a:pt x="60661" y="196349"/>
                  <a:pt x="47467" y="202430"/>
                </a:cubicBezTo>
                <a:cubicBezTo>
                  <a:pt x="43900" y="204103"/>
                  <a:pt x="41175" y="206408"/>
                  <a:pt x="39292" y="209343"/>
                </a:cubicBezTo>
                <a:cubicBezTo>
                  <a:pt x="37408" y="212278"/>
                  <a:pt x="36466" y="215414"/>
                  <a:pt x="36466" y="218770"/>
                </a:cubicBezTo>
                <a:lnTo>
                  <a:pt x="36466" y="228518"/>
                </a:lnTo>
                <a:close/>
                <a:moveTo>
                  <a:pt x="136099" y="124788"/>
                </a:moveTo>
                <a:cubicBezTo>
                  <a:pt x="141339" y="119549"/>
                  <a:pt x="143963" y="112947"/>
                  <a:pt x="143963" y="104982"/>
                </a:cubicBezTo>
                <a:cubicBezTo>
                  <a:pt x="143963" y="97228"/>
                  <a:pt x="141339" y="90736"/>
                  <a:pt x="136099" y="85496"/>
                </a:cubicBezTo>
                <a:cubicBezTo>
                  <a:pt x="130860" y="80257"/>
                  <a:pt x="124267" y="77642"/>
                  <a:pt x="116303" y="77642"/>
                </a:cubicBezTo>
                <a:cubicBezTo>
                  <a:pt x="108548" y="77642"/>
                  <a:pt x="102047" y="80257"/>
                  <a:pt x="96817" y="85496"/>
                </a:cubicBezTo>
                <a:cubicBezTo>
                  <a:pt x="91577" y="90736"/>
                  <a:pt x="88953" y="97228"/>
                  <a:pt x="88953" y="104982"/>
                </a:cubicBezTo>
                <a:cubicBezTo>
                  <a:pt x="88953" y="112947"/>
                  <a:pt x="91577" y="119549"/>
                  <a:pt x="96817" y="124788"/>
                </a:cubicBezTo>
                <a:cubicBezTo>
                  <a:pt x="102047" y="130028"/>
                  <a:pt x="108548" y="132643"/>
                  <a:pt x="116303" y="132643"/>
                </a:cubicBezTo>
                <a:cubicBezTo>
                  <a:pt x="124267" y="132643"/>
                  <a:pt x="130860" y="130028"/>
                  <a:pt x="136099" y="124788"/>
                </a:cubicBezTo>
                <a:close/>
                <a:moveTo>
                  <a:pt x="116303" y="228518"/>
                </a:moveTo>
                <a:close/>
                <a:moveTo>
                  <a:pt x="116303" y="104982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圖說"/>
          <p:cNvSpPr/>
          <p:nvPr/>
        </p:nvSpPr>
        <p:spPr>
          <a:xfrm>
            <a:off x="1085073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</a:t>
            </a:r>
            <a:endParaRPr lang="en-US" sz="750" dirty="0"/>
          </a:p>
        </p:txBody>
      </p:sp>
      <p:sp>
        <p:nvSpPr>
          <p:cNvPr id="9" name="圖示 部門"/>
          <p:cNvSpPr/>
          <p:nvPr/>
        </p:nvSpPr>
        <p:spPr>
          <a:xfrm>
            <a:off x="1784566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777" y="223799"/>
                </a:moveTo>
                <a:cubicBezTo>
                  <a:pt x="12472" y="223799"/>
                  <a:pt x="10479" y="222958"/>
                  <a:pt x="8806" y="221285"/>
                </a:cubicBezTo>
                <a:cubicBezTo>
                  <a:pt x="7123" y="219401"/>
                  <a:pt x="6291" y="217307"/>
                  <a:pt x="6291" y="215003"/>
                </a:cubicBezTo>
                <a:lnTo>
                  <a:pt x="6291" y="210595"/>
                </a:lnTo>
                <a:cubicBezTo>
                  <a:pt x="6291" y="202841"/>
                  <a:pt x="10479" y="196559"/>
                  <a:pt x="18864" y="191741"/>
                </a:cubicBezTo>
                <a:cubicBezTo>
                  <a:pt x="27240" y="186711"/>
                  <a:pt x="38030" y="184197"/>
                  <a:pt x="51234" y="184197"/>
                </a:cubicBezTo>
                <a:cubicBezTo>
                  <a:pt x="53538" y="184197"/>
                  <a:pt x="55842" y="184297"/>
                  <a:pt x="58147" y="184508"/>
                </a:cubicBezTo>
                <a:cubicBezTo>
                  <a:pt x="60250" y="184718"/>
                  <a:pt x="62444" y="184928"/>
                  <a:pt x="64749" y="185139"/>
                </a:cubicBezTo>
                <a:cubicBezTo>
                  <a:pt x="63496" y="188494"/>
                  <a:pt x="62444" y="191951"/>
                  <a:pt x="61612" y="195508"/>
                </a:cubicBezTo>
                <a:cubicBezTo>
                  <a:pt x="60771" y="198864"/>
                  <a:pt x="60350" y="202320"/>
                  <a:pt x="60350" y="205886"/>
                </a:cubicBezTo>
                <a:lnTo>
                  <a:pt x="60350" y="223799"/>
                </a:lnTo>
                <a:lnTo>
                  <a:pt x="14777" y="223799"/>
                </a:lnTo>
                <a:close/>
                <a:moveTo>
                  <a:pt x="90836" y="223799"/>
                </a:moveTo>
                <a:cubicBezTo>
                  <a:pt x="88112" y="223799"/>
                  <a:pt x="85917" y="222858"/>
                  <a:pt x="84244" y="220974"/>
                </a:cubicBezTo>
                <a:cubicBezTo>
                  <a:pt x="82561" y="219291"/>
                  <a:pt x="81729" y="217197"/>
                  <a:pt x="81729" y="214683"/>
                </a:cubicBezTo>
                <a:lnTo>
                  <a:pt x="81729" y="206508"/>
                </a:lnTo>
                <a:cubicBezTo>
                  <a:pt x="81729" y="200436"/>
                  <a:pt x="83402" y="194987"/>
                  <a:pt x="86758" y="190168"/>
                </a:cubicBezTo>
                <a:cubicBezTo>
                  <a:pt x="90105" y="185349"/>
                  <a:pt x="94823" y="181152"/>
                  <a:pt x="100895" y="177595"/>
                </a:cubicBezTo>
                <a:cubicBezTo>
                  <a:pt x="107186" y="173818"/>
                  <a:pt x="114519" y="171093"/>
                  <a:pt x="122905" y="169420"/>
                </a:cubicBezTo>
                <a:cubicBezTo>
                  <a:pt x="131491" y="167536"/>
                  <a:pt x="140818" y="166595"/>
                  <a:pt x="150876" y="166595"/>
                </a:cubicBezTo>
                <a:cubicBezTo>
                  <a:pt x="161145" y="166595"/>
                  <a:pt x="170472" y="167536"/>
                  <a:pt x="178847" y="169420"/>
                </a:cubicBezTo>
                <a:cubicBezTo>
                  <a:pt x="187443" y="171093"/>
                  <a:pt x="194776" y="173818"/>
                  <a:pt x="200857" y="177595"/>
                </a:cubicBezTo>
                <a:cubicBezTo>
                  <a:pt x="207139" y="181152"/>
                  <a:pt x="211958" y="185349"/>
                  <a:pt x="215314" y="190168"/>
                </a:cubicBezTo>
                <a:cubicBezTo>
                  <a:pt x="218459" y="194987"/>
                  <a:pt x="220032" y="200436"/>
                  <a:pt x="220032" y="206508"/>
                </a:cubicBezTo>
                <a:lnTo>
                  <a:pt x="220032" y="214683"/>
                </a:lnTo>
                <a:cubicBezTo>
                  <a:pt x="220032" y="217197"/>
                  <a:pt x="219191" y="219291"/>
                  <a:pt x="217517" y="220974"/>
                </a:cubicBezTo>
                <a:cubicBezTo>
                  <a:pt x="215625" y="222858"/>
                  <a:pt x="213430" y="223799"/>
                  <a:pt x="210916" y="223799"/>
                </a:cubicBezTo>
                <a:lnTo>
                  <a:pt x="90836" y="223799"/>
                </a:lnTo>
                <a:close/>
                <a:moveTo>
                  <a:pt x="241402" y="223799"/>
                </a:moveTo>
                <a:lnTo>
                  <a:pt x="241402" y="205886"/>
                </a:lnTo>
                <a:cubicBezTo>
                  <a:pt x="241402" y="202110"/>
                  <a:pt x="241091" y="198553"/>
                  <a:pt x="240460" y="195197"/>
                </a:cubicBezTo>
                <a:cubicBezTo>
                  <a:pt x="239619" y="191841"/>
                  <a:pt x="238466" y="188494"/>
                  <a:pt x="237003" y="185139"/>
                </a:cubicBezTo>
                <a:cubicBezTo>
                  <a:pt x="239518" y="184928"/>
                  <a:pt x="241923" y="184718"/>
                  <a:pt x="244227" y="184508"/>
                </a:cubicBezTo>
                <a:cubicBezTo>
                  <a:pt x="246330" y="184297"/>
                  <a:pt x="248424" y="184197"/>
                  <a:pt x="250518" y="184197"/>
                </a:cubicBezTo>
                <a:cubicBezTo>
                  <a:pt x="263932" y="184197"/>
                  <a:pt x="274823" y="186602"/>
                  <a:pt x="283208" y="191420"/>
                </a:cubicBezTo>
                <a:cubicBezTo>
                  <a:pt x="291383" y="196450"/>
                  <a:pt x="295470" y="202841"/>
                  <a:pt x="295470" y="210595"/>
                </a:cubicBezTo>
                <a:lnTo>
                  <a:pt x="295470" y="215003"/>
                </a:lnTo>
                <a:cubicBezTo>
                  <a:pt x="295470" y="217307"/>
                  <a:pt x="294629" y="219291"/>
                  <a:pt x="292955" y="220974"/>
                </a:cubicBezTo>
                <a:cubicBezTo>
                  <a:pt x="291273" y="222858"/>
                  <a:pt x="289280" y="223799"/>
                  <a:pt x="286975" y="223799"/>
                </a:cubicBezTo>
                <a:lnTo>
                  <a:pt x="241402" y="223799"/>
                </a:lnTo>
                <a:close/>
                <a:moveTo>
                  <a:pt x="95866" y="209343"/>
                </a:moveTo>
                <a:lnTo>
                  <a:pt x="205886" y="209343"/>
                </a:lnTo>
                <a:lnTo>
                  <a:pt x="205886" y="206508"/>
                </a:lnTo>
                <a:cubicBezTo>
                  <a:pt x="206097" y="198964"/>
                  <a:pt x="201168" y="192783"/>
                  <a:pt x="191110" y="187964"/>
                </a:cubicBezTo>
                <a:cubicBezTo>
                  <a:pt x="180841" y="183145"/>
                  <a:pt x="167427" y="180740"/>
                  <a:pt x="150876" y="180740"/>
                </a:cubicBezTo>
                <a:cubicBezTo>
                  <a:pt x="134325" y="180740"/>
                  <a:pt x="120911" y="183145"/>
                  <a:pt x="110642" y="187964"/>
                </a:cubicBezTo>
                <a:cubicBezTo>
                  <a:pt x="100584" y="192783"/>
                  <a:pt x="95655" y="199074"/>
                  <a:pt x="95866" y="206828"/>
                </a:cubicBezTo>
                <a:lnTo>
                  <a:pt x="95866" y="209343"/>
                </a:lnTo>
                <a:close/>
                <a:moveTo>
                  <a:pt x="51234" y="174449"/>
                </a:moveTo>
                <a:cubicBezTo>
                  <a:pt x="45994" y="174449"/>
                  <a:pt x="41495" y="172566"/>
                  <a:pt x="37719" y="168789"/>
                </a:cubicBezTo>
                <a:cubicBezTo>
                  <a:pt x="33952" y="165022"/>
                  <a:pt x="32059" y="160413"/>
                  <a:pt x="32059" y="154963"/>
                </a:cubicBezTo>
                <a:cubicBezTo>
                  <a:pt x="32059" y="149724"/>
                  <a:pt x="33952" y="145326"/>
                  <a:pt x="37719" y="141759"/>
                </a:cubicBezTo>
                <a:cubicBezTo>
                  <a:pt x="41495" y="137992"/>
                  <a:pt x="45994" y="136099"/>
                  <a:pt x="51234" y="136099"/>
                </a:cubicBezTo>
                <a:cubicBezTo>
                  <a:pt x="56473" y="136099"/>
                  <a:pt x="60981" y="137992"/>
                  <a:pt x="64749" y="141759"/>
                </a:cubicBezTo>
                <a:cubicBezTo>
                  <a:pt x="68525" y="145326"/>
                  <a:pt x="70409" y="149824"/>
                  <a:pt x="70409" y="155274"/>
                </a:cubicBezTo>
                <a:cubicBezTo>
                  <a:pt x="70409" y="160514"/>
                  <a:pt x="68525" y="165022"/>
                  <a:pt x="64749" y="168789"/>
                </a:cubicBezTo>
                <a:cubicBezTo>
                  <a:pt x="61192" y="172566"/>
                  <a:pt x="56684" y="174449"/>
                  <a:pt x="51234" y="174449"/>
                </a:cubicBezTo>
                <a:close/>
                <a:moveTo>
                  <a:pt x="250518" y="174449"/>
                </a:moveTo>
                <a:cubicBezTo>
                  <a:pt x="245279" y="174449"/>
                  <a:pt x="240771" y="172566"/>
                  <a:pt x="237003" y="168789"/>
                </a:cubicBezTo>
                <a:cubicBezTo>
                  <a:pt x="233227" y="164811"/>
                  <a:pt x="231343" y="160303"/>
                  <a:pt x="231343" y="155274"/>
                </a:cubicBezTo>
                <a:cubicBezTo>
                  <a:pt x="231343" y="149824"/>
                  <a:pt x="233227" y="145326"/>
                  <a:pt x="237003" y="141759"/>
                </a:cubicBezTo>
                <a:cubicBezTo>
                  <a:pt x="240771" y="137992"/>
                  <a:pt x="245279" y="136099"/>
                  <a:pt x="250518" y="136099"/>
                </a:cubicBezTo>
                <a:cubicBezTo>
                  <a:pt x="255968" y="136099"/>
                  <a:pt x="260577" y="137992"/>
                  <a:pt x="264344" y="141759"/>
                </a:cubicBezTo>
                <a:cubicBezTo>
                  <a:pt x="267910" y="145326"/>
                  <a:pt x="269693" y="149824"/>
                  <a:pt x="269693" y="155274"/>
                </a:cubicBezTo>
                <a:cubicBezTo>
                  <a:pt x="269693" y="160514"/>
                  <a:pt x="267910" y="165022"/>
                  <a:pt x="264344" y="168789"/>
                </a:cubicBezTo>
                <a:cubicBezTo>
                  <a:pt x="260577" y="172566"/>
                  <a:pt x="255968" y="174449"/>
                  <a:pt x="250518" y="174449"/>
                </a:cubicBezTo>
                <a:close/>
                <a:moveTo>
                  <a:pt x="150876" y="157167"/>
                </a:moveTo>
                <a:cubicBezTo>
                  <a:pt x="141869" y="157167"/>
                  <a:pt x="134216" y="154022"/>
                  <a:pt x="127934" y="147730"/>
                </a:cubicBezTo>
                <a:cubicBezTo>
                  <a:pt x="121432" y="141238"/>
                  <a:pt x="118186" y="133484"/>
                  <a:pt x="118186" y="124477"/>
                </a:cubicBezTo>
                <a:cubicBezTo>
                  <a:pt x="118186" y="115251"/>
                  <a:pt x="121332" y="107497"/>
                  <a:pt x="127614" y="101215"/>
                </a:cubicBezTo>
                <a:cubicBezTo>
                  <a:pt x="134115" y="94924"/>
                  <a:pt x="141869" y="91787"/>
                  <a:pt x="150876" y="91787"/>
                </a:cubicBezTo>
                <a:cubicBezTo>
                  <a:pt x="160093" y="91787"/>
                  <a:pt x="167847" y="94924"/>
                  <a:pt x="174138" y="101215"/>
                </a:cubicBezTo>
                <a:cubicBezTo>
                  <a:pt x="180420" y="107497"/>
                  <a:pt x="183566" y="115251"/>
                  <a:pt x="183566" y="124477"/>
                </a:cubicBezTo>
                <a:cubicBezTo>
                  <a:pt x="183566" y="133484"/>
                  <a:pt x="180420" y="141238"/>
                  <a:pt x="174138" y="147730"/>
                </a:cubicBezTo>
                <a:cubicBezTo>
                  <a:pt x="167847" y="154022"/>
                  <a:pt x="160093" y="157167"/>
                  <a:pt x="150876" y="157167"/>
                </a:cubicBezTo>
                <a:close/>
                <a:moveTo>
                  <a:pt x="151187" y="143021"/>
                </a:moveTo>
                <a:cubicBezTo>
                  <a:pt x="156216" y="143021"/>
                  <a:pt x="160514" y="141238"/>
                  <a:pt x="164080" y="137672"/>
                </a:cubicBezTo>
                <a:cubicBezTo>
                  <a:pt x="167427" y="134115"/>
                  <a:pt x="169109" y="129708"/>
                  <a:pt x="169109" y="124477"/>
                </a:cubicBezTo>
                <a:cubicBezTo>
                  <a:pt x="169109" y="119238"/>
                  <a:pt x="167427" y="114830"/>
                  <a:pt x="164080" y="111273"/>
                </a:cubicBezTo>
                <a:cubicBezTo>
                  <a:pt x="160514" y="107917"/>
                  <a:pt x="156116" y="106244"/>
                  <a:pt x="150876" y="106244"/>
                </a:cubicBezTo>
                <a:cubicBezTo>
                  <a:pt x="145847" y="106244"/>
                  <a:pt x="141549" y="107917"/>
                  <a:pt x="137992" y="111273"/>
                </a:cubicBezTo>
                <a:cubicBezTo>
                  <a:pt x="134426" y="114830"/>
                  <a:pt x="132643" y="119238"/>
                  <a:pt x="132643" y="124477"/>
                </a:cubicBezTo>
                <a:cubicBezTo>
                  <a:pt x="132643" y="129506"/>
                  <a:pt x="134325" y="133905"/>
                  <a:pt x="137672" y="137672"/>
                </a:cubicBezTo>
                <a:cubicBezTo>
                  <a:pt x="141238" y="141238"/>
                  <a:pt x="145746" y="143021"/>
                  <a:pt x="151187" y="143021"/>
                </a:cubicBezTo>
                <a:close/>
                <a:moveTo>
                  <a:pt x="150876" y="209343"/>
                </a:moveTo>
                <a:close/>
                <a:moveTo>
                  <a:pt x="150876" y="124477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圖說"/>
          <p:cNvSpPr/>
          <p:nvPr/>
        </p:nvSpPr>
        <p:spPr>
          <a:xfrm>
            <a:off x="1639794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</a:t>
            </a:r>
            <a:endParaRPr lang="en-US" sz="750" dirty="0"/>
          </a:p>
        </p:txBody>
      </p:sp>
      <p:sp>
        <p:nvSpPr>
          <p:cNvPr id="11" name="圖示 員工"/>
          <p:cNvSpPr/>
          <p:nvPr/>
        </p:nvSpPr>
        <p:spPr>
          <a:xfrm>
            <a:off x="2339287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5438" y="220974"/>
                </a:moveTo>
                <a:lnTo>
                  <a:pt x="146789" y="220974"/>
                </a:lnTo>
                <a:lnTo>
                  <a:pt x="146789" y="218139"/>
                </a:lnTo>
                <a:cubicBezTo>
                  <a:pt x="146789" y="214793"/>
                  <a:pt x="145947" y="211857"/>
                  <a:pt x="144274" y="209343"/>
                </a:cubicBezTo>
                <a:cubicBezTo>
                  <a:pt x="142601" y="206618"/>
                  <a:pt x="140397" y="204734"/>
                  <a:pt x="137672" y="203683"/>
                </a:cubicBezTo>
                <a:cubicBezTo>
                  <a:pt x="131811" y="201589"/>
                  <a:pt x="126882" y="200116"/>
                  <a:pt x="122905" y="199284"/>
                </a:cubicBezTo>
                <a:cubicBezTo>
                  <a:pt x="119128" y="198653"/>
                  <a:pt x="115461" y="198343"/>
                  <a:pt x="111904" y="198343"/>
                </a:cubicBezTo>
                <a:cubicBezTo>
                  <a:pt x="107917" y="198343"/>
                  <a:pt x="103730" y="198754"/>
                  <a:pt x="99331" y="199595"/>
                </a:cubicBezTo>
                <a:cubicBezTo>
                  <a:pt x="94924" y="200436"/>
                  <a:pt x="90105" y="201799"/>
                  <a:pt x="84865" y="203683"/>
                </a:cubicBezTo>
                <a:cubicBezTo>
                  <a:pt x="82141" y="204734"/>
                  <a:pt x="79946" y="206618"/>
                  <a:pt x="78263" y="209343"/>
                </a:cubicBezTo>
                <a:cubicBezTo>
                  <a:pt x="76380" y="211857"/>
                  <a:pt x="75438" y="214793"/>
                  <a:pt x="75438" y="218139"/>
                </a:cubicBezTo>
                <a:lnTo>
                  <a:pt x="75438" y="220974"/>
                </a:lnTo>
                <a:close/>
                <a:moveTo>
                  <a:pt x="184197" y="200537"/>
                </a:moveTo>
                <a:lnTo>
                  <a:pt x="224110" y="200537"/>
                </a:lnTo>
                <a:cubicBezTo>
                  <a:pt x="226003" y="200537"/>
                  <a:pt x="227466" y="199915"/>
                  <a:pt x="228518" y="198653"/>
                </a:cubicBezTo>
                <a:cubicBezTo>
                  <a:pt x="229770" y="197401"/>
                  <a:pt x="230401" y="195828"/>
                  <a:pt x="230401" y="193935"/>
                </a:cubicBezTo>
                <a:cubicBezTo>
                  <a:pt x="230401" y="192051"/>
                  <a:pt x="229770" y="190588"/>
                  <a:pt x="228518" y="189537"/>
                </a:cubicBezTo>
                <a:cubicBezTo>
                  <a:pt x="227466" y="188284"/>
                  <a:pt x="226003" y="187653"/>
                  <a:pt x="224110" y="187653"/>
                </a:cubicBezTo>
                <a:lnTo>
                  <a:pt x="184197" y="187653"/>
                </a:lnTo>
                <a:cubicBezTo>
                  <a:pt x="182313" y="187653"/>
                  <a:pt x="180841" y="188284"/>
                  <a:pt x="179798" y="189537"/>
                </a:cubicBezTo>
                <a:cubicBezTo>
                  <a:pt x="178537" y="190588"/>
                  <a:pt x="177906" y="192051"/>
                  <a:pt x="177906" y="193935"/>
                </a:cubicBezTo>
                <a:cubicBezTo>
                  <a:pt x="177906" y="195828"/>
                  <a:pt x="178537" y="197401"/>
                  <a:pt x="179798" y="198653"/>
                </a:cubicBezTo>
                <a:cubicBezTo>
                  <a:pt x="180841" y="199915"/>
                  <a:pt x="182313" y="200537"/>
                  <a:pt x="184197" y="200537"/>
                </a:cubicBezTo>
                <a:close/>
                <a:moveTo>
                  <a:pt x="122905" y="183255"/>
                </a:moveTo>
                <a:cubicBezTo>
                  <a:pt x="125831" y="180109"/>
                  <a:pt x="127303" y="176443"/>
                  <a:pt x="127303" y="172255"/>
                </a:cubicBezTo>
                <a:cubicBezTo>
                  <a:pt x="127303" y="167847"/>
                  <a:pt x="125831" y="164080"/>
                  <a:pt x="122905" y="160934"/>
                </a:cubicBezTo>
                <a:cubicBezTo>
                  <a:pt x="119969" y="157999"/>
                  <a:pt x="116303" y="156536"/>
                  <a:pt x="111904" y="156536"/>
                </a:cubicBezTo>
                <a:cubicBezTo>
                  <a:pt x="107497" y="156536"/>
                  <a:pt x="103830" y="157999"/>
                  <a:pt x="100895" y="160934"/>
                </a:cubicBezTo>
                <a:cubicBezTo>
                  <a:pt x="97759" y="164080"/>
                  <a:pt x="96186" y="167847"/>
                  <a:pt x="96186" y="172255"/>
                </a:cubicBezTo>
                <a:cubicBezTo>
                  <a:pt x="96186" y="176443"/>
                  <a:pt x="97759" y="180109"/>
                  <a:pt x="100895" y="183255"/>
                </a:cubicBezTo>
                <a:cubicBezTo>
                  <a:pt x="103830" y="186181"/>
                  <a:pt x="107497" y="187653"/>
                  <a:pt x="111904" y="187653"/>
                </a:cubicBezTo>
                <a:cubicBezTo>
                  <a:pt x="116303" y="187653"/>
                  <a:pt x="119969" y="186181"/>
                  <a:pt x="122905" y="183255"/>
                </a:cubicBezTo>
                <a:close/>
                <a:moveTo>
                  <a:pt x="184197" y="168167"/>
                </a:moveTo>
                <a:lnTo>
                  <a:pt x="224110" y="168167"/>
                </a:lnTo>
                <a:cubicBezTo>
                  <a:pt x="226003" y="168167"/>
                  <a:pt x="227466" y="167536"/>
                  <a:pt x="228518" y="166274"/>
                </a:cubicBezTo>
                <a:cubicBezTo>
                  <a:pt x="229770" y="165232"/>
                  <a:pt x="230401" y="163760"/>
                  <a:pt x="230401" y="161876"/>
                </a:cubicBezTo>
                <a:cubicBezTo>
                  <a:pt x="230401" y="159993"/>
                  <a:pt x="229770" y="158420"/>
                  <a:pt x="228518" y="157167"/>
                </a:cubicBezTo>
                <a:cubicBezTo>
                  <a:pt x="227466" y="156116"/>
                  <a:pt x="226003" y="155594"/>
                  <a:pt x="224110" y="155594"/>
                </a:cubicBezTo>
                <a:lnTo>
                  <a:pt x="184197" y="155594"/>
                </a:lnTo>
                <a:cubicBezTo>
                  <a:pt x="182313" y="155594"/>
                  <a:pt x="180841" y="156116"/>
                  <a:pt x="179798" y="157167"/>
                </a:cubicBezTo>
                <a:cubicBezTo>
                  <a:pt x="178537" y="158420"/>
                  <a:pt x="177906" y="159993"/>
                  <a:pt x="177906" y="161876"/>
                </a:cubicBezTo>
                <a:cubicBezTo>
                  <a:pt x="177906" y="163760"/>
                  <a:pt x="178537" y="165232"/>
                  <a:pt x="179798" y="166274"/>
                </a:cubicBezTo>
                <a:cubicBezTo>
                  <a:pt x="180841" y="167536"/>
                  <a:pt x="182313" y="168167"/>
                  <a:pt x="184197" y="168167"/>
                </a:cubicBezTo>
                <a:close/>
                <a:moveTo>
                  <a:pt x="49661" y="270324"/>
                </a:moveTo>
                <a:cubicBezTo>
                  <a:pt x="44632" y="270324"/>
                  <a:pt x="40334" y="268541"/>
                  <a:pt x="36777" y="264975"/>
                </a:cubicBezTo>
                <a:cubicBezTo>
                  <a:pt x="33211" y="261418"/>
                  <a:pt x="31437" y="257120"/>
                  <a:pt x="31437" y="252091"/>
                </a:cubicBezTo>
                <a:lnTo>
                  <a:pt x="31437" y="112526"/>
                </a:lnTo>
                <a:cubicBezTo>
                  <a:pt x="31437" y="107497"/>
                  <a:pt x="33211" y="103199"/>
                  <a:pt x="36777" y="99642"/>
                </a:cubicBezTo>
                <a:cubicBezTo>
                  <a:pt x="40334" y="96076"/>
                  <a:pt x="44632" y="94302"/>
                  <a:pt x="49661" y="94302"/>
                </a:cubicBezTo>
                <a:lnTo>
                  <a:pt x="126361" y="94302"/>
                </a:lnTo>
                <a:lnTo>
                  <a:pt x="126361" y="45574"/>
                </a:lnTo>
                <a:cubicBezTo>
                  <a:pt x="126361" y="41806"/>
                  <a:pt x="127824" y="38560"/>
                  <a:pt x="130759" y="35835"/>
                </a:cubicBezTo>
                <a:cubicBezTo>
                  <a:pt x="133484" y="32900"/>
                  <a:pt x="136730" y="31437"/>
                  <a:pt x="140507" y="31437"/>
                </a:cubicBezTo>
                <a:lnTo>
                  <a:pt x="161245" y="31437"/>
                </a:lnTo>
                <a:cubicBezTo>
                  <a:pt x="165022" y="31437"/>
                  <a:pt x="168378" y="32900"/>
                  <a:pt x="171304" y="35835"/>
                </a:cubicBezTo>
                <a:cubicBezTo>
                  <a:pt x="174029" y="38560"/>
                  <a:pt x="175391" y="41806"/>
                  <a:pt x="175391" y="45574"/>
                </a:cubicBezTo>
                <a:lnTo>
                  <a:pt x="175391" y="94302"/>
                </a:lnTo>
                <a:lnTo>
                  <a:pt x="252091" y="94302"/>
                </a:lnTo>
                <a:cubicBezTo>
                  <a:pt x="257120" y="94302"/>
                  <a:pt x="261418" y="96076"/>
                  <a:pt x="264975" y="99642"/>
                </a:cubicBezTo>
                <a:cubicBezTo>
                  <a:pt x="268541" y="103199"/>
                  <a:pt x="270324" y="107497"/>
                  <a:pt x="270324" y="112526"/>
                </a:cubicBezTo>
                <a:lnTo>
                  <a:pt x="270324" y="252091"/>
                </a:lnTo>
                <a:cubicBezTo>
                  <a:pt x="270324" y="257120"/>
                  <a:pt x="268541" y="261418"/>
                  <a:pt x="264975" y="264975"/>
                </a:cubicBezTo>
                <a:cubicBezTo>
                  <a:pt x="261418" y="268541"/>
                  <a:pt x="257120" y="270324"/>
                  <a:pt x="252091" y="270324"/>
                </a:cubicBezTo>
                <a:lnTo>
                  <a:pt x="49661" y="270324"/>
                </a:lnTo>
                <a:close/>
                <a:moveTo>
                  <a:pt x="49661" y="256178"/>
                </a:moveTo>
                <a:lnTo>
                  <a:pt x="252091" y="256178"/>
                </a:lnTo>
                <a:cubicBezTo>
                  <a:pt x="253344" y="256178"/>
                  <a:pt x="254285" y="255758"/>
                  <a:pt x="254916" y="254916"/>
                </a:cubicBezTo>
                <a:cubicBezTo>
                  <a:pt x="255758" y="254285"/>
                  <a:pt x="256178" y="253344"/>
                  <a:pt x="256178" y="252091"/>
                </a:cubicBezTo>
                <a:lnTo>
                  <a:pt x="256178" y="112526"/>
                </a:lnTo>
                <a:cubicBezTo>
                  <a:pt x="256178" y="111273"/>
                  <a:pt x="255758" y="110332"/>
                  <a:pt x="254916" y="109701"/>
                </a:cubicBezTo>
                <a:cubicBezTo>
                  <a:pt x="254285" y="108859"/>
                  <a:pt x="253344" y="108439"/>
                  <a:pt x="252091" y="108439"/>
                </a:cubicBezTo>
                <a:lnTo>
                  <a:pt x="175391" y="108439"/>
                </a:lnTo>
                <a:lnTo>
                  <a:pt x="175391" y="120390"/>
                </a:lnTo>
                <a:cubicBezTo>
                  <a:pt x="175391" y="124788"/>
                  <a:pt x="174029" y="128245"/>
                  <a:pt x="171304" y="130759"/>
                </a:cubicBezTo>
                <a:cubicBezTo>
                  <a:pt x="168378" y="133274"/>
                  <a:pt x="165022" y="134536"/>
                  <a:pt x="161245" y="134536"/>
                </a:cubicBezTo>
                <a:lnTo>
                  <a:pt x="140507" y="134536"/>
                </a:lnTo>
                <a:cubicBezTo>
                  <a:pt x="136730" y="134536"/>
                  <a:pt x="133484" y="133274"/>
                  <a:pt x="130759" y="130759"/>
                </a:cubicBezTo>
                <a:cubicBezTo>
                  <a:pt x="127824" y="128245"/>
                  <a:pt x="126361" y="124788"/>
                  <a:pt x="126361" y="120390"/>
                </a:cubicBezTo>
                <a:lnTo>
                  <a:pt x="126361" y="108439"/>
                </a:lnTo>
                <a:lnTo>
                  <a:pt x="49661" y="108439"/>
                </a:lnTo>
                <a:cubicBezTo>
                  <a:pt x="48408" y="108439"/>
                  <a:pt x="47467" y="108859"/>
                  <a:pt x="46836" y="109701"/>
                </a:cubicBezTo>
                <a:cubicBezTo>
                  <a:pt x="45994" y="110332"/>
                  <a:pt x="45574" y="111273"/>
                  <a:pt x="45574" y="112526"/>
                </a:cubicBezTo>
                <a:lnTo>
                  <a:pt x="45574" y="252091"/>
                </a:lnTo>
                <a:cubicBezTo>
                  <a:pt x="45574" y="253344"/>
                  <a:pt x="45994" y="254285"/>
                  <a:pt x="46836" y="254916"/>
                </a:cubicBezTo>
                <a:cubicBezTo>
                  <a:pt x="47467" y="255758"/>
                  <a:pt x="48408" y="256178"/>
                  <a:pt x="49661" y="256178"/>
                </a:cubicBezTo>
                <a:close/>
                <a:moveTo>
                  <a:pt x="140507" y="120390"/>
                </a:moveTo>
                <a:lnTo>
                  <a:pt x="161245" y="120390"/>
                </a:lnTo>
                <a:lnTo>
                  <a:pt x="161245" y="45574"/>
                </a:lnTo>
                <a:lnTo>
                  <a:pt x="140507" y="45574"/>
                </a:lnTo>
                <a:lnTo>
                  <a:pt x="140507" y="120390"/>
                </a:lnTo>
                <a:close/>
                <a:moveTo>
                  <a:pt x="150876" y="182313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圖說"/>
          <p:cNvSpPr/>
          <p:nvPr/>
        </p:nvSpPr>
        <p:spPr>
          <a:xfrm>
            <a:off x="2194514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750" dirty="0"/>
          </a:p>
        </p:txBody>
      </p:sp>
      <p:sp>
        <p:nvSpPr>
          <p:cNvPr id="13" name="圖示 組織架構"/>
          <p:cNvSpPr/>
          <p:nvPr/>
        </p:nvSpPr>
        <p:spPr>
          <a:xfrm>
            <a:off x="2894007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92682" y="246431"/>
                </a:moveTo>
                <a:lnTo>
                  <a:pt x="192682" y="221916"/>
                </a:lnTo>
                <a:lnTo>
                  <a:pt x="161876" y="221916"/>
                </a:lnTo>
                <a:cubicBezTo>
                  <a:pt x="156847" y="221916"/>
                  <a:pt x="152549" y="220133"/>
                  <a:pt x="148992" y="216566"/>
                </a:cubicBezTo>
                <a:cubicBezTo>
                  <a:pt x="145426" y="213009"/>
                  <a:pt x="143643" y="208712"/>
                  <a:pt x="143643" y="203683"/>
                </a:cubicBezTo>
                <a:lnTo>
                  <a:pt x="143643" y="93982"/>
                </a:lnTo>
                <a:lnTo>
                  <a:pt x="109390" y="93982"/>
                </a:lnTo>
                <a:lnTo>
                  <a:pt x="109390" y="119448"/>
                </a:lnTo>
                <a:cubicBezTo>
                  <a:pt x="109390" y="123426"/>
                  <a:pt x="107917" y="126882"/>
                  <a:pt x="104982" y="129817"/>
                </a:cubicBezTo>
                <a:cubicBezTo>
                  <a:pt x="102257" y="132542"/>
                  <a:pt x="98911" y="133905"/>
                  <a:pt x="94924" y="133905"/>
                </a:cubicBezTo>
                <a:lnTo>
                  <a:pt x="42748" y="133905"/>
                </a:lnTo>
                <a:cubicBezTo>
                  <a:pt x="38771" y="133905"/>
                  <a:pt x="35415" y="132542"/>
                  <a:pt x="32690" y="129817"/>
                </a:cubicBezTo>
                <a:cubicBezTo>
                  <a:pt x="29755" y="126882"/>
                  <a:pt x="28292" y="123426"/>
                  <a:pt x="28292" y="119448"/>
                </a:cubicBezTo>
                <a:lnTo>
                  <a:pt x="28292" y="55321"/>
                </a:lnTo>
                <a:cubicBezTo>
                  <a:pt x="28292" y="51344"/>
                  <a:pt x="29755" y="47988"/>
                  <a:pt x="32690" y="45263"/>
                </a:cubicBezTo>
                <a:cubicBezTo>
                  <a:pt x="35415" y="42328"/>
                  <a:pt x="38771" y="40865"/>
                  <a:pt x="42748" y="40865"/>
                </a:cubicBezTo>
                <a:lnTo>
                  <a:pt x="94924" y="40865"/>
                </a:lnTo>
                <a:cubicBezTo>
                  <a:pt x="98911" y="40865"/>
                  <a:pt x="102257" y="42328"/>
                  <a:pt x="104982" y="45263"/>
                </a:cubicBezTo>
                <a:cubicBezTo>
                  <a:pt x="107917" y="47988"/>
                  <a:pt x="109390" y="51344"/>
                  <a:pt x="109390" y="55321"/>
                </a:cubicBezTo>
                <a:lnTo>
                  <a:pt x="109390" y="79525"/>
                </a:lnTo>
                <a:lnTo>
                  <a:pt x="192682" y="79525"/>
                </a:lnTo>
                <a:lnTo>
                  <a:pt x="192682" y="55321"/>
                </a:lnTo>
                <a:cubicBezTo>
                  <a:pt x="192682" y="51344"/>
                  <a:pt x="194045" y="47988"/>
                  <a:pt x="196770" y="45263"/>
                </a:cubicBezTo>
                <a:cubicBezTo>
                  <a:pt x="199705" y="42328"/>
                  <a:pt x="203161" y="40865"/>
                  <a:pt x="207139" y="40865"/>
                </a:cubicBezTo>
                <a:lnTo>
                  <a:pt x="259004" y="40865"/>
                </a:lnTo>
                <a:cubicBezTo>
                  <a:pt x="262981" y="40865"/>
                  <a:pt x="266337" y="42328"/>
                  <a:pt x="269062" y="45263"/>
                </a:cubicBezTo>
                <a:cubicBezTo>
                  <a:pt x="271997" y="47988"/>
                  <a:pt x="273460" y="51344"/>
                  <a:pt x="273460" y="55321"/>
                </a:cubicBezTo>
                <a:lnTo>
                  <a:pt x="273460" y="119448"/>
                </a:lnTo>
                <a:cubicBezTo>
                  <a:pt x="273460" y="123426"/>
                  <a:pt x="271997" y="126882"/>
                  <a:pt x="269062" y="129817"/>
                </a:cubicBezTo>
                <a:cubicBezTo>
                  <a:pt x="266337" y="132542"/>
                  <a:pt x="262981" y="133905"/>
                  <a:pt x="259004" y="133905"/>
                </a:cubicBezTo>
                <a:lnTo>
                  <a:pt x="207139" y="133905"/>
                </a:lnTo>
                <a:cubicBezTo>
                  <a:pt x="203161" y="133905"/>
                  <a:pt x="199705" y="132542"/>
                  <a:pt x="196770" y="129817"/>
                </a:cubicBezTo>
                <a:cubicBezTo>
                  <a:pt x="194045" y="126882"/>
                  <a:pt x="192682" y="123426"/>
                  <a:pt x="192682" y="119448"/>
                </a:cubicBezTo>
                <a:lnTo>
                  <a:pt x="192682" y="93982"/>
                </a:lnTo>
                <a:lnTo>
                  <a:pt x="158109" y="93982"/>
                </a:lnTo>
                <a:lnTo>
                  <a:pt x="158109" y="203683"/>
                </a:lnTo>
                <a:cubicBezTo>
                  <a:pt x="158109" y="204944"/>
                  <a:pt x="158420" y="205886"/>
                  <a:pt x="159051" y="206508"/>
                </a:cubicBezTo>
                <a:cubicBezTo>
                  <a:pt x="159883" y="207349"/>
                  <a:pt x="160834" y="207770"/>
                  <a:pt x="161876" y="207770"/>
                </a:cubicBezTo>
                <a:lnTo>
                  <a:pt x="192682" y="207770"/>
                </a:lnTo>
                <a:lnTo>
                  <a:pt x="192682" y="182313"/>
                </a:lnTo>
                <a:cubicBezTo>
                  <a:pt x="192682" y="178326"/>
                  <a:pt x="194045" y="174870"/>
                  <a:pt x="196770" y="171935"/>
                </a:cubicBezTo>
                <a:cubicBezTo>
                  <a:pt x="199705" y="168999"/>
                  <a:pt x="203161" y="167536"/>
                  <a:pt x="207139" y="167536"/>
                </a:cubicBezTo>
                <a:lnTo>
                  <a:pt x="259004" y="167536"/>
                </a:lnTo>
                <a:cubicBezTo>
                  <a:pt x="262981" y="167536"/>
                  <a:pt x="266337" y="168999"/>
                  <a:pt x="269062" y="171935"/>
                </a:cubicBezTo>
                <a:cubicBezTo>
                  <a:pt x="271997" y="174870"/>
                  <a:pt x="273460" y="178326"/>
                  <a:pt x="273460" y="182313"/>
                </a:cubicBezTo>
                <a:lnTo>
                  <a:pt x="273460" y="246431"/>
                </a:lnTo>
                <a:cubicBezTo>
                  <a:pt x="273460" y="250408"/>
                  <a:pt x="271997" y="253764"/>
                  <a:pt x="269062" y="256489"/>
                </a:cubicBezTo>
                <a:cubicBezTo>
                  <a:pt x="266337" y="259424"/>
                  <a:pt x="262981" y="260887"/>
                  <a:pt x="259004" y="260887"/>
                </a:cubicBezTo>
                <a:lnTo>
                  <a:pt x="207139" y="260887"/>
                </a:lnTo>
                <a:cubicBezTo>
                  <a:pt x="203161" y="260887"/>
                  <a:pt x="199705" y="259424"/>
                  <a:pt x="196770" y="256489"/>
                </a:cubicBezTo>
                <a:cubicBezTo>
                  <a:pt x="194045" y="253764"/>
                  <a:pt x="192682" y="250408"/>
                  <a:pt x="192682" y="246431"/>
                </a:cubicBezTo>
                <a:close/>
                <a:moveTo>
                  <a:pt x="42437" y="55010"/>
                </a:moveTo>
                <a:lnTo>
                  <a:pt x="42437" y="119759"/>
                </a:lnTo>
                <a:lnTo>
                  <a:pt x="42437" y="55010"/>
                </a:lnTo>
                <a:close/>
                <a:moveTo>
                  <a:pt x="206828" y="181993"/>
                </a:moveTo>
                <a:lnTo>
                  <a:pt x="206828" y="246742"/>
                </a:lnTo>
                <a:lnTo>
                  <a:pt x="206828" y="181993"/>
                </a:lnTo>
                <a:close/>
                <a:moveTo>
                  <a:pt x="206828" y="55010"/>
                </a:moveTo>
                <a:lnTo>
                  <a:pt x="206828" y="119759"/>
                </a:lnTo>
                <a:lnTo>
                  <a:pt x="206828" y="55010"/>
                </a:lnTo>
                <a:close/>
                <a:moveTo>
                  <a:pt x="206828" y="119759"/>
                </a:moveTo>
                <a:lnTo>
                  <a:pt x="259315" y="119759"/>
                </a:lnTo>
                <a:lnTo>
                  <a:pt x="259315" y="55010"/>
                </a:lnTo>
                <a:lnTo>
                  <a:pt x="206828" y="55010"/>
                </a:lnTo>
                <a:lnTo>
                  <a:pt x="206828" y="119759"/>
                </a:lnTo>
                <a:close/>
                <a:moveTo>
                  <a:pt x="206828" y="246742"/>
                </a:moveTo>
                <a:lnTo>
                  <a:pt x="259315" y="246742"/>
                </a:lnTo>
                <a:lnTo>
                  <a:pt x="259315" y="181993"/>
                </a:lnTo>
                <a:lnTo>
                  <a:pt x="206828" y="181993"/>
                </a:lnTo>
                <a:lnTo>
                  <a:pt x="206828" y="246742"/>
                </a:lnTo>
                <a:close/>
                <a:moveTo>
                  <a:pt x="42437" y="119759"/>
                </a:moveTo>
                <a:lnTo>
                  <a:pt x="94924" y="119759"/>
                </a:lnTo>
                <a:lnTo>
                  <a:pt x="94924" y="55010"/>
                </a:lnTo>
                <a:lnTo>
                  <a:pt x="42437" y="55010"/>
                </a:lnTo>
                <a:lnTo>
                  <a:pt x="42437" y="119759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圖說"/>
          <p:cNvSpPr/>
          <p:nvPr/>
        </p:nvSpPr>
        <p:spPr>
          <a:xfrm>
            <a:off x="2749235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組織架構</a:t>
            </a:r>
            <a:endParaRPr lang="en-US" sz="750" dirty="0"/>
          </a:p>
        </p:txBody>
      </p:sp>
      <p:sp>
        <p:nvSpPr>
          <p:cNvPr id="15" name="圖示 工程師"/>
          <p:cNvSpPr/>
          <p:nvPr/>
        </p:nvSpPr>
        <p:spPr>
          <a:xfrm>
            <a:off x="3448728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8544" y="249887"/>
                </a:moveTo>
                <a:lnTo>
                  <a:pt x="18544" y="235741"/>
                </a:lnTo>
                <a:cubicBezTo>
                  <a:pt x="18544" y="229249"/>
                  <a:pt x="20117" y="223900"/>
                  <a:pt x="23262" y="219712"/>
                </a:cubicBezTo>
                <a:cubicBezTo>
                  <a:pt x="26408" y="215524"/>
                  <a:pt x="30806" y="212068"/>
                  <a:pt x="36466" y="209343"/>
                </a:cubicBezTo>
                <a:cubicBezTo>
                  <a:pt x="47357" y="204103"/>
                  <a:pt x="59098" y="199806"/>
                  <a:pt x="71671" y="196450"/>
                </a:cubicBezTo>
                <a:cubicBezTo>
                  <a:pt x="84244" y="193103"/>
                  <a:pt x="97649" y="191420"/>
                  <a:pt x="111904" y="191420"/>
                </a:cubicBezTo>
                <a:cubicBezTo>
                  <a:pt x="126361" y="191420"/>
                  <a:pt x="139876" y="193103"/>
                  <a:pt x="152449" y="196450"/>
                </a:cubicBezTo>
                <a:cubicBezTo>
                  <a:pt x="165022" y="199806"/>
                  <a:pt x="176754" y="204103"/>
                  <a:pt x="187653" y="209343"/>
                </a:cubicBezTo>
                <a:cubicBezTo>
                  <a:pt x="193313" y="212068"/>
                  <a:pt x="197712" y="215524"/>
                  <a:pt x="200857" y="219712"/>
                </a:cubicBezTo>
                <a:cubicBezTo>
                  <a:pt x="203993" y="223900"/>
                  <a:pt x="205566" y="229249"/>
                  <a:pt x="205566" y="235741"/>
                </a:cubicBezTo>
                <a:lnTo>
                  <a:pt x="205566" y="249887"/>
                </a:lnTo>
                <a:cubicBezTo>
                  <a:pt x="205566" y="252612"/>
                  <a:pt x="204624" y="254816"/>
                  <a:pt x="202741" y="256489"/>
                </a:cubicBezTo>
                <a:cubicBezTo>
                  <a:pt x="201067" y="258163"/>
                  <a:pt x="198964" y="259004"/>
                  <a:pt x="196450" y="259004"/>
                </a:cubicBezTo>
                <a:lnTo>
                  <a:pt x="27661" y="259004"/>
                </a:lnTo>
                <a:cubicBezTo>
                  <a:pt x="25146" y="259004"/>
                  <a:pt x="22942" y="258163"/>
                  <a:pt x="21059" y="256489"/>
                </a:cubicBezTo>
                <a:cubicBezTo>
                  <a:pt x="19385" y="254816"/>
                  <a:pt x="18544" y="252612"/>
                  <a:pt x="18544" y="249887"/>
                </a:cubicBezTo>
                <a:close/>
                <a:moveTo>
                  <a:pt x="33001" y="244547"/>
                </a:moveTo>
                <a:lnTo>
                  <a:pt x="191110" y="244547"/>
                </a:lnTo>
                <a:lnTo>
                  <a:pt x="191110" y="235741"/>
                </a:lnTo>
                <a:cubicBezTo>
                  <a:pt x="191110" y="232184"/>
                  <a:pt x="190168" y="229350"/>
                  <a:pt x="188284" y="227256"/>
                </a:cubicBezTo>
                <a:cubicBezTo>
                  <a:pt x="186181" y="224952"/>
                  <a:pt x="183666" y="223168"/>
                  <a:pt x="180740" y="221916"/>
                </a:cubicBezTo>
                <a:cubicBezTo>
                  <a:pt x="172145" y="217929"/>
                  <a:pt x="162196" y="214262"/>
                  <a:pt x="150876" y="210916"/>
                </a:cubicBezTo>
                <a:cubicBezTo>
                  <a:pt x="139565" y="207560"/>
                  <a:pt x="126571" y="205886"/>
                  <a:pt x="111904" y="205886"/>
                </a:cubicBezTo>
                <a:cubicBezTo>
                  <a:pt x="97438" y="205886"/>
                  <a:pt x="84555" y="207560"/>
                  <a:pt x="73234" y="210916"/>
                </a:cubicBezTo>
                <a:cubicBezTo>
                  <a:pt x="61923" y="214262"/>
                  <a:pt x="51965" y="217929"/>
                  <a:pt x="43379" y="221916"/>
                </a:cubicBezTo>
                <a:cubicBezTo>
                  <a:pt x="40444" y="223168"/>
                  <a:pt x="37929" y="224952"/>
                  <a:pt x="35835" y="227256"/>
                </a:cubicBezTo>
                <a:cubicBezTo>
                  <a:pt x="33952" y="229350"/>
                  <a:pt x="33001" y="232184"/>
                  <a:pt x="33001" y="235741"/>
                </a:cubicBezTo>
                <a:lnTo>
                  <a:pt x="33001" y="244547"/>
                </a:lnTo>
                <a:close/>
                <a:moveTo>
                  <a:pt x="82040" y="154652"/>
                </a:moveTo>
                <a:cubicBezTo>
                  <a:pt x="74286" y="146898"/>
                  <a:pt x="70409" y="136730"/>
                  <a:pt x="70409" y="124157"/>
                </a:cubicBezTo>
                <a:lnTo>
                  <a:pt x="67583" y="124157"/>
                </a:lnTo>
                <a:cubicBezTo>
                  <a:pt x="65901" y="124157"/>
                  <a:pt x="64538" y="123636"/>
                  <a:pt x="63496" y="122584"/>
                </a:cubicBezTo>
                <a:cubicBezTo>
                  <a:pt x="62444" y="121542"/>
                  <a:pt x="61923" y="120280"/>
                  <a:pt x="61923" y="118817"/>
                </a:cubicBezTo>
                <a:cubicBezTo>
                  <a:pt x="61923" y="117135"/>
                  <a:pt x="62444" y="115772"/>
                  <a:pt x="63496" y="114730"/>
                </a:cubicBezTo>
                <a:cubicBezTo>
                  <a:pt x="64538" y="113678"/>
                  <a:pt x="65901" y="113157"/>
                  <a:pt x="67583" y="113157"/>
                </a:cubicBezTo>
                <a:lnTo>
                  <a:pt x="70409" y="113157"/>
                </a:lnTo>
                <a:cubicBezTo>
                  <a:pt x="70409" y="106034"/>
                  <a:pt x="72082" y="99532"/>
                  <a:pt x="75438" y="93671"/>
                </a:cubicBezTo>
                <a:cubicBezTo>
                  <a:pt x="78584" y="88011"/>
                  <a:pt x="82982" y="82982"/>
                  <a:pt x="88642" y="78584"/>
                </a:cubicBezTo>
                <a:lnTo>
                  <a:pt x="88642" y="90526"/>
                </a:lnTo>
                <a:cubicBezTo>
                  <a:pt x="88642" y="91787"/>
                  <a:pt x="89163" y="92830"/>
                  <a:pt x="90215" y="93671"/>
                </a:cubicBezTo>
                <a:cubicBezTo>
                  <a:pt x="91047" y="94503"/>
                  <a:pt x="92098" y="94924"/>
                  <a:pt x="93351" y="94924"/>
                </a:cubicBezTo>
                <a:cubicBezTo>
                  <a:pt x="94613" y="94924"/>
                  <a:pt x="95655" y="94503"/>
                  <a:pt x="96497" y="93671"/>
                </a:cubicBezTo>
                <a:cubicBezTo>
                  <a:pt x="97128" y="92830"/>
                  <a:pt x="97438" y="91787"/>
                  <a:pt x="97438" y="90526"/>
                </a:cubicBezTo>
                <a:lnTo>
                  <a:pt x="97438" y="74496"/>
                </a:lnTo>
                <a:cubicBezTo>
                  <a:pt x="99121" y="73865"/>
                  <a:pt x="101425" y="73445"/>
                  <a:pt x="104360" y="73234"/>
                </a:cubicBezTo>
                <a:cubicBezTo>
                  <a:pt x="107076" y="72823"/>
                  <a:pt x="109701" y="72613"/>
                  <a:pt x="112215" y="72613"/>
                </a:cubicBezTo>
                <a:cubicBezTo>
                  <a:pt x="114730" y="72613"/>
                  <a:pt x="117455" y="72823"/>
                  <a:pt x="120390" y="73234"/>
                </a:cubicBezTo>
                <a:cubicBezTo>
                  <a:pt x="123115" y="73445"/>
                  <a:pt x="125309" y="73865"/>
                  <a:pt x="126992" y="74496"/>
                </a:cubicBezTo>
                <a:lnTo>
                  <a:pt x="126992" y="90526"/>
                </a:lnTo>
                <a:cubicBezTo>
                  <a:pt x="126992" y="91787"/>
                  <a:pt x="127403" y="92830"/>
                  <a:pt x="128245" y="93671"/>
                </a:cubicBezTo>
                <a:cubicBezTo>
                  <a:pt x="128876" y="94503"/>
                  <a:pt x="129918" y="94924"/>
                  <a:pt x="131390" y="94924"/>
                </a:cubicBezTo>
                <a:cubicBezTo>
                  <a:pt x="132433" y="94924"/>
                  <a:pt x="133484" y="94503"/>
                  <a:pt x="134536" y="93671"/>
                </a:cubicBezTo>
                <a:cubicBezTo>
                  <a:pt x="135368" y="92830"/>
                  <a:pt x="135788" y="91787"/>
                  <a:pt x="135788" y="90526"/>
                </a:cubicBezTo>
                <a:lnTo>
                  <a:pt x="135788" y="78584"/>
                </a:lnTo>
                <a:cubicBezTo>
                  <a:pt x="141659" y="82982"/>
                  <a:pt x="146057" y="88011"/>
                  <a:pt x="148992" y="93671"/>
                </a:cubicBezTo>
                <a:cubicBezTo>
                  <a:pt x="151928" y="99532"/>
                  <a:pt x="153491" y="106034"/>
                  <a:pt x="153701" y="113157"/>
                </a:cubicBezTo>
                <a:lnTo>
                  <a:pt x="156536" y="113157"/>
                </a:lnTo>
                <a:cubicBezTo>
                  <a:pt x="158209" y="113157"/>
                  <a:pt x="159572" y="113678"/>
                  <a:pt x="160624" y="114730"/>
                </a:cubicBezTo>
                <a:cubicBezTo>
                  <a:pt x="161666" y="115772"/>
                  <a:pt x="162196" y="117135"/>
                  <a:pt x="162196" y="118817"/>
                </a:cubicBezTo>
                <a:cubicBezTo>
                  <a:pt x="162196" y="120280"/>
                  <a:pt x="161666" y="121542"/>
                  <a:pt x="160624" y="122584"/>
                </a:cubicBezTo>
                <a:cubicBezTo>
                  <a:pt x="159572" y="123636"/>
                  <a:pt x="158209" y="124157"/>
                  <a:pt x="156536" y="124157"/>
                </a:cubicBezTo>
                <a:lnTo>
                  <a:pt x="153701" y="124157"/>
                </a:lnTo>
                <a:cubicBezTo>
                  <a:pt x="153701" y="136730"/>
                  <a:pt x="149824" y="146898"/>
                  <a:pt x="142079" y="154652"/>
                </a:cubicBezTo>
                <a:cubicBezTo>
                  <a:pt x="134325" y="162608"/>
                  <a:pt x="124267" y="166595"/>
                  <a:pt x="111904" y="166595"/>
                </a:cubicBezTo>
                <a:cubicBezTo>
                  <a:pt x="99743" y="166595"/>
                  <a:pt x="89794" y="162608"/>
                  <a:pt x="82040" y="154652"/>
                </a:cubicBezTo>
                <a:close/>
                <a:moveTo>
                  <a:pt x="132021" y="144594"/>
                </a:moveTo>
                <a:cubicBezTo>
                  <a:pt x="137050" y="139565"/>
                  <a:pt x="139565" y="132963"/>
                  <a:pt x="139565" y="124788"/>
                </a:cubicBezTo>
                <a:lnTo>
                  <a:pt x="84555" y="124788"/>
                </a:lnTo>
                <a:cubicBezTo>
                  <a:pt x="84555" y="132963"/>
                  <a:pt x="87069" y="139565"/>
                  <a:pt x="92098" y="144594"/>
                </a:cubicBezTo>
                <a:cubicBezTo>
                  <a:pt x="96917" y="149824"/>
                  <a:pt x="103519" y="152449"/>
                  <a:pt x="111904" y="152449"/>
                </a:cubicBezTo>
                <a:cubicBezTo>
                  <a:pt x="120490" y="152449"/>
                  <a:pt x="127193" y="149824"/>
                  <a:pt x="132021" y="144594"/>
                </a:cubicBezTo>
                <a:close/>
                <a:moveTo>
                  <a:pt x="206828" y="181993"/>
                </a:moveTo>
                <a:lnTo>
                  <a:pt x="206508" y="178537"/>
                </a:lnTo>
                <a:cubicBezTo>
                  <a:pt x="205045" y="177695"/>
                  <a:pt x="203372" y="176754"/>
                  <a:pt x="201479" y="175711"/>
                </a:cubicBezTo>
                <a:cubicBezTo>
                  <a:pt x="199806" y="174660"/>
                  <a:pt x="198343" y="173507"/>
                  <a:pt x="197081" y="172255"/>
                </a:cubicBezTo>
                <a:lnTo>
                  <a:pt x="192993" y="174449"/>
                </a:lnTo>
                <a:cubicBezTo>
                  <a:pt x="191951" y="175080"/>
                  <a:pt x="190799" y="175290"/>
                  <a:pt x="189537" y="175080"/>
                </a:cubicBezTo>
                <a:cubicBezTo>
                  <a:pt x="188284" y="174660"/>
                  <a:pt x="187132" y="173818"/>
                  <a:pt x="186080" y="172566"/>
                </a:cubicBezTo>
                <a:lnTo>
                  <a:pt x="186080" y="172255"/>
                </a:lnTo>
                <a:cubicBezTo>
                  <a:pt x="185029" y="170993"/>
                  <a:pt x="184718" y="169630"/>
                  <a:pt x="185139" y="168167"/>
                </a:cubicBezTo>
                <a:cubicBezTo>
                  <a:pt x="185349" y="166695"/>
                  <a:pt x="186080" y="165543"/>
                  <a:pt x="187342" y="164711"/>
                </a:cubicBezTo>
                <a:lnTo>
                  <a:pt x="191110" y="162196"/>
                </a:lnTo>
                <a:cubicBezTo>
                  <a:pt x="190689" y="161355"/>
                  <a:pt x="190378" y="160413"/>
                  <a:pt x="190168" y="159362"/>
                </a:cubicBezTo>
                <a:cubicBezTo>
                  <a:pt x="190168" y="158520"/>
                  <a:pt x="190168" y="157688"/>
                  <a:pt x="190168" y="156847"/>
                </a:cubicBezTo>
                <a:cubicBezTo>
                  <a:pt x="190168" y="156006"/>
                  <a:pt x="190168" y="155174"/>
                  <a:pt x="190168" y="154332"/>
                </a:cubicBezTo>
                <a:cubicBezTo>
                  <a:pt x="190378" y="153701"/>
                  <a:pt x="190689" y="152869"/>
                  <a:pt x="191110" y="151818"/>
                </a:cubicBezTo>
                <a:lnTo>
                  <a:pt x="187342" y="148992"/>
                </a:lnTo>
                <a:cubicBezTo>
                  <a:pt x="186080" y="148151"/>
                  <a:pt x="185349" y="147109"/>
                  <a:pt x="185139" y="145847"/>
                </a:cubicBezTo>
                <a:cubicBezTo>
                  <a:pt x="184718" y="144594"/>
                  <a:pt x="185029" y="143332"/>
                  <a:pt x="186080" y="142079"/>
                </a:cubicBezTo>
                <a:lnTo>
                  <a:pt x="186080" y="141128"/>
                </a:lnTo>
                <a:cubicBezTo>
                  <a:pt x="187132" y="140086"/>
                  <a:pt x="188284" y="139355"/>
                  <a:pt x="189537" y="138934"/>
                </a:cubicBezTo>
                <a:cubicBezTo>
                  <a:pt x="190799" y="138513"/>
                  <a:pt x="191951" y="138724"/>
                  <a:pt x="192993" y="139565"/>
                </a:cubicBezTo>
                <a:lnTo>
                  <a:pt x="197081" y="141449"/>
                </a:lnTo>
                <a:cubicBezTo>
                  <a:pt x="198553" y="140397"/>
                  <a:pt x="200116" y="139355"/>
                  <a:pt x="201799" y="138303"/>
                </a:cubicBezTo>
                <a:cubicBezTo>
                  <a:pt x="203472" y="137050"/>
                  <a:pt x="205045" y="136099"/>
                  <a:pt x="206508" y="135478"/>
                </a:cubicBezTo>
                <a:lnTo>
                  <a:pt x="206828" y="131701"/>
                </a:lnTo>
                <a:cubicBezTo>
                  <a:pt x="207038" y="130238"/>
                  <a:pt x="207660" y="128976"/>
                  <a:pt x="208712" y="127934"/>
                </a:cubicBezTo>
                <a:cubicBezTo>
                  <a:pt x="209763" y="126882"/>
                  <a:pt x="211016" y="126361"/>
                  <a:pt x="212488" y="126361"/>
                </a:cubicBezTo>
                <a:lnTo>
                  <a:pt x="212799" y="126361"/>
                </a:lnTo>
                <a:cubicBezTo>
                  <a:pt x="214262" y="126361"/>
                  <a:pt x="215524" y="126882"/>
                  <a:pt x="216566" y="127934"/>
                </a:cubicBezTo>
                <a:cubicBezTo>
                  <a:pt x="217618" y="128976"/>
                  <a:pt x="218249" y="130339"/>
                  <a:pt x="218459" y="132021"/>
                </a:cubicBezTo>
                <a:lnTo>
                  <a:pt x="218459" y="135478"/>
                </a:lnTo>
                <a:cubicBezTo>
                  <a:pt x="220133" y="136099"/>
                  <a:pt x="221806" y="136941"/>
                  <a:pt x="223489" y="137992"/>
                </a:cubicBezTo>
                <a:cubicBezTo>
                  <a:pt x="225162" y="139245"/>
                  <a:pt x="226735" y="140397"/>
                  <a:pt x="228198" y="141449"/>
                </a:cubicBezTo>
                <a:lnTo>
                  <a:pt x="231974" y="139565"/>
                </a:lnTo>
                <a:cubicBezTo>
                  <a:pt x="233227" y="138724"/>
                  <a:pt x="234489" y="138513"/>
                  <a:pt x="235741" y="138934"/>
                </a:cubicBezTo>
                <a:cubicBezTo>
                  <a:pt x="237003" y="139355"/>
                  <a:pt x="238046" y="140086"/>
                  <a:pt x="238887" y="141128"/>
                </a:cubicBezTo>
                <a:lnTo>
                  <a:pt x="239198" y="141759"/>
                </a:lnTo>
                <a:cubicBezTo>
                  <a:pt x="240039" y="143021"/>
                  <a:pt x="240350" y="144274"/>
                  <a:pt x="240149" y="145536"/>
                </a:cubicBezTo>
                <a:cubicBezTo>
                  <a:pt x="239728" y="146999"/>
                  <a:pt x="238988" y="148151"/>
                  <a:pt x="237945" y="148992"/>
                </a:cubicBezTo>
                <a:lnTo>
                  <a:pt x="234169" y="151818"/>
                </a:lnTo>
                <a:cubicBezTo>
                  <a:pt x="234589" y="152869"/>
                  <a:pt x="234800" y="153701"/>
                  <a:pt x="234800" y="154332"/>
                </a:cubicBezTo>
                <a:lnTo>
                  <a:pt x="234800" y="159362"/>
                </a:lnTo>
                <a:cubicBezTo>
                  <a:pt x="234800" y="160413"/>
                  <a:pt x="234589" y="161355"/>
                  <a:pt x="234169" y="162196"/>
                </a:cubicBezTo>
                <a:lnTo>
                  <a:pt x="237945" y="164711"/>
                </a:lnTo>
                <a:cubicBezTo>
                  <a:pt x="238988" y="165543"/>
                  <a:pt x="239728" y="166695"/>
                  <a:pt x="240149" y="168167"/>
                </a:cubicBezTo>
                <a:cubicBezTo>
                  <a:pt x="240350" y="169420"/>
                  <a:pt x="240039" y="170682"/>
                  <a:pt x="239198" y="171935"/>
                </a:cubicBezTo>
                <a:lnTo>
                  <a:pt x="238887" y="172566"/>
                </a:lnTo>
                <a:cubicBezTo>
                  <a:pt x="238046" y="173818"/>
                  <a:pt x="237003" y="174559"/>
                  <a:pt x="235741" y="174769"/>
                </a:cubicBezTo>
                <a:cubicBezTo>
                  <a:pt x="234489" y="175181"/>
                  <a:pt x="233227" y="175080"/>
                  <a:pt x="231974" y="174449"/>
                </a:cubicBezTo>
                <a:lnTo>
                  <a:pt x="228198" y="172255"/>
                </a:lnTo>
                <a:cubicBezTo>
                  <a:pt x="226945" y="173507"/>
                  <a:pt x="225372" y="174660"/>
                  <a:pt x="223489" y="175711"/>
                </a:cubicBezTo>
                <a:cubicBezTo>
                  <a:pt x="221806" y="176754"/>
                  <a:pt x="220133" y="177695"/>
                  <a:pt x="218459" y="178537"/>
                </a:cubicBezTo>
                <a:lnTo>
                  <a:pt x="218459" y="182313"/>
                </a:lnTo>
                <a:cubicBezTo>
                  <a:pt x="218249" y="183776"/>
                  <a:pt x="217618" y="185029"/>
                  <a:pt x="216566" y="186080"/>
                </a:cubicBezTo>
                <a:cubicBezTo>
                  <a:pt x="215524" y="186922"/>
                  <a:pt x="214262" y="187342"/>
                  <a:pt x="212799" y="187342"/>
                </a:cubicBezTo>
                <a:lnTo>
                  <a:pt x="212488" y="187342"/>
                </a:lnTo>
                <a:cubicBezTo>
                  <a:pt x="211016" y="187342"/>
                  <a:pt x="209763" y="186812"/>
                  <a:pt x="208712" y="185770"/>
                </a:cubicBezTo>
                <a:cubicBezTo>
                  <a:pt x="207660" y="184718"/>
                  <a:pt x="207038" y="183465"/>
                  <a:pt x="206828" y="181993"/>
                </a:cubicBezTo>
                <a:close/>
                <a:moveTo>
                  <a:pt x="221285" y="165653"/>
                </a:moveTo>
                <a:cubicBezTo>
                  <a:pt x="223589" y="163348"/>
                  <a:pt x="224741" y="160413"/>
                  <a:pt x="224741" y="156847"/>
                </a:cubicBezTo>
                <a:cubicBezTo>
                  <a:pt x="224741" y="153491"/>
                  <a:pt x="223589" y="150666"/>
                  <a:pt x="221285" y="148361"/>
                </a:cubicBezTo>
                <a:cubicBezTo>
                  <a:pt x="218981" y="145847"/>
                  <a:pt x="216045" y="144594"/>
                  <a:pt x="212488" y="144594"/>
                </a:cubicBezTo>
                <a:cubicBezTo>
                  <a:pt x="209132" y="144594"/>
                  <a:pt x="206298" y="145847"/>
                  <a:pt x="203993" y="148361"/>
                </a:cubicBezTo>
                <a:cubicBezTo>
                  <a:pt x="201479" y="150666"/>
                  <a:pt x="200226" y="153491"/>
                  <a:pt x="200226" y="156847"/>
                </a:cubicBezTo>
                <a:cubicBezTo>
                  <a:pt x="200226" y="160413"/>
                  <a:pt x="201479" y="163348"/>
                  <a:pt x="203993" y="165653"/>
                </a:cubicBezTo>
                <a:cubicBezTo>
                  <a:pt x="206298" y="167957"/>
                  <a:pt x="209132" y="169109"/>
                  <a:pt x="212488" y="169109"/>
                </a:cubicBezTo>
                <a:cubicBezTo>
                  <a:pt x="216045" y="169109"/>
                  <a:pt x="218981" y="167957"/>
                  <a:pt x="221285" y="165653"/>
                </a:cubicBezTo>
                <a:close/>
                <a:moveTo>
                  <a:pt x="239518" y="114099"/>
                </a:moveTo>
                <a:lnTo>
                  <a:pt x="238256" y="108128"/>
                </a:lnTo>
                <a:cubicBezTo>
                  <a:pt x="235952" y="107497"/>
                  <a:pt x="233547" y="106345"/>
                  <a:pt x="231032" y="104671"/>
                </a:cubicBezTo>
                <a:cubicBezTo>
                  <a:pt x="228518" y="102998"/>
                  <a:pt x="226524" y="101215"/>
                  <a:pt x="225061" y="99331"/>
                </a:cubicBezTo>
                <a:lnTo>
                  <a:pt x="217197" y="102157"/>
                </a:lnTo>
                <a:cubicBezTo>
                  <a:pt x="216155" y="102577"/>
                  <a:pt x="215003" y="102577"/>
                  <a:pt x="213741" y="102157"/>
                </a:cubicBezTo>
                <a:cubicBezTo>
                  <a:pt x="212689" y="101946"/>
                  <a:pt x="211748" y="101215"/>
                  <a:pt x="210916" y="99953"/>
                </a:cubicBezTo>
                <a:lnTo>
                  <a:pt x="209974" y="99011"/>
                </a:lnTo>
                <a:cubicBezTo>
                  <a:pt x="209343" y="97759"/>
                  <a:pt x="209233" y="96497"/>
                  <a:pt x="209654" y="95244"/>
                </a:cubicBezTo>
                <a:cubicBezTo>
                  <a:pt x="209864" y="93772"/>
                  <a:pt x="210495" y="92729"/>
                  <a:pt x="211537" y="92098"/>
                </a:cubicBezTo>
                <a:lnTo>
                  <a:pt x="217517" y="87380"/>
                </a:lnTo>
                <a:cubicBezTo>
                  <a:pt x="217097" y="86338"/>
                  <a:pt x="216777" y="85076"/>
                  <a:pt x="216566" y="83613"/>
                </a:cubicBezTo>
                <a:cubicBezTo>
                  <a:pt x="216155" y="82351"/>
                  <a:pt x="215945" y="81098"/>
                  <a:pt x="215945" y="79836"/>
                </a:cubicBezTo>
                <a:cubicBezTo>
                  <a:pt x="215945" y="78373"/>
                  <a:pt x="216155" y="77011"/>
                  <a:pt x="216566" y="75749"/>
                </a:cubicBezTo>
                <a:cubicBezTo>
                  <a:pt x="216777" y="74286"/>
                  <a:pt x="217097" y="72923"/>
                  <a:pt x="217517" y="71671"/>
                </a:cubicBezTo>
                <a:lnTo>
                  <a:pt x="211537" y="67263"/>
                </a:lnTo>
                <a:cubicBezTo>
                  <a:pt x="210495" y="66431"/>
                  <a:pt x="209864" y="65380"/>
                  <a:pt x="209654" y="64127"/>
                </a:cubicBezTo>
                <a:cubicBezTo>
                  <a:pt x="209233" y="62865"/>
                  <a:pt x="209343" y="61612"/>
                  <a:pt x="209974" y="60350"/>
                </a:cubicBezTo>
                <a:lnTo>
                  <a:pt x="210916" y="59409"/>
                </a:lnTo>
                <a:cubicBezTo>
                  <a:pt x="211748" y="58357"/>
                  <a:pt x="212689" y="57625"/>
                  <a:pt x="213741" y="57205"/>
                </a:cubicBezTo>
                <a:cubicBezTo>
                  <a:pt x="215003" y="56583"/>
                  <a:pt x="216155" y="56473"/>
                  <a:pt x="217197" y="56894"/>
                </a:cubicBezTo>
                <a:lnTo>
                  <a:pt x="225061" y="60040"/>
                </a:lnTo>
                <a:cubicBezTo>
                  <a:pt x="226524" y="57936"/>
                  <a:pt x="228518" y="56053"/>
                  <a:pt x="231032" y="54379"/>
                </a:cubicBezTo>
                <a:cubicBezTo>
                  <a:pt x="233547" y="52706"/>
                  <a:pt x="235952" y="51654"/>
                  <a:pt x="238256" y="51234"/>
                </a:cubicBezTo>
                <a:lnTo>
                  <a:pt x="239518" y="45263"/>
                </a:lnTo>
                <a:cubicBezTo>
                  <a:pt x="239728" y="44211"/>
                  <a:pt x="240350" y="43269"/>
                  <a:pt x="241402" y="42437"/>
                </a:cubicBezTo>
                <a:cubicBezTo>
                  <a:pt x="242243" y="41806"/>
                  <a:pt x="243185" y="41495"/>
                  <a:pt x="244227" y="41495"/>
                </a:cubicBezTo>
                <a:lnTo>
                  <a:pt x="246431" y="41495"/>
                </a:lnTo>
                <a:cubicBezTo>
                  <a:pt x="247693" y="41495"/>
                  <a:pt x="248735" y="41806"/>
                  <a:pt x="249576" y="42437"/>
                </a:cubicBezTo>
                <a:cubicBezTo>
                  <a:pt x="250408" y="43269"/>
                  <a:pt x="251039" y="44211"/>
                  <a:pt x="251460" y="45263"/>
                </a:cubicBezTo>
                <a:lnTo>
                  <a:pt x="252402" y="51234"/>
                </a:lnTo>
                <a:cubicBezTo>
                  <a:pt x="254706" y="51654"/>
                  <a:pt x="257120" y="52706"/>
                  <a:pt x="259635" y="54379"/>
                </a:cubicBezTo>
                <a:cubicBezTo>
                  <a:pt x="262360" y="56053"/>
                  <a:pt x="264454" y="57936"/>
                  <a:pt x="265917" y="60040"/>
                </a:cubicBezTo>
                <a:lnTo>
                  <a:pt x="273460" y="56894"/>
                </a:lnTo>
                <a:cubicBezTo>
                  <a:pt x="274512" y="56473"/>
                  <a:pt x="275664" y="56473"/>
                  <a:pt x="276917" y="56894"/>
                </a:cubicBezTo>
                <a:cubicBezTo>
                  <a:pt x="277968" y="57315"/>
                  <a:pt x="278910" y="58046"/>
                  <a:pt x="279752" y="59098"/>
                </a:cubicBezTo>
                <a:lnTo>
                  <a:pt x="280693" y="60350"/>
                </a:lnTo>
                <a:cubicBezTo>
                  <a:pt x="281324" y="61612"/>
                  <a:pt x="281535" y="62865"/>
                  <a:pt x="281324" y="64127"/>
                </a:cubicBezTo>
                <a:cubicBezTo>
                  <a:pt x="280904" y="65380"/>
                  <a:pt x="280172" y="66431"/>
                  <a:pt x="279121" y="67263"/>
                </a:cubicBezTo>
                <a:lnTo>
                  <a:pt x="273150" y="71671"/>
                </a:lnTo>
                <a:cubicBezTo>
                  <a:pt x="273570" y="72923"/>
                  <a:pt x="273881" y="74286"/>
                  <a:pt x="274091" y="75749"/>
                </a:cubicBezTo>
                <a:cubicBezTo>
                  <a:pt x="274512" y="77011"/>
                  <a:pt x="274722" y="78263"/>
                  <a:pt x="274722" y="79525"/>
                </a:cubicBezTo>
                <a:cubicBezTo>
                  <a:pt x="274722" y="80988"/>
                  <a:pt x="274512" y="82351"/>
                  <a:pt x="274091" y="83613"/>
                </a:cubicBezTo>
                <a:cubicBezTo>
                  <a:pt x="273881" y="85076"/>
                  <a:pt x="273570" y="86338"/>
                  <a:pt x="273150" y="87380"/>
                </a:cubicBezTo>
                <a:lnTo>
                  <a:pt x="279121" y="92098"/>
                </a:lnTo>
                <a:cubicBezTo>
                  <a:pt x="280172" y="92729"/>
                  <a:pt x="280904" y="93772"/>
                  <a:pt x="281324" y="95244"/>
                </a:cubicBezTo>
                <a:cubicBezTo>
                  <a:pt x="281535" y="96497"/>
                  <a:pt x="281324" y="97759"/>
                  <a:pt x="280693" y="99011"/>
                </a:cubicBezTo>
                <a:lnTo>
                  <a:pt x="279752" y="99953"/>
                </a:lnTo>
                <a:cubicBezTo>
                  <a:pt x="278910" y="101005"/>
                  <a:pt x="277968" y="101736"/>
                  <a:pt x="276917" y="102157"/>
                </a:cubicBezTo>
                <a:cubicBezTo>
                  <a:pt x="275664" y="102577"/>
                  <a:pt x="274512" y="102577"/>
                  <a:pt x="273460" y="102157"/>
                </a:cubicBezTo>
                <a:lnTo>
                  <a:pt x="265917" y="99331"/>
                </a:lnTo>
                <a:cubicBezTo>
                  <a:pt x="264454" y="101215"/>
                  <a:pt x="262360" y="102998"/>
                  <a:pt x="259635" y="104671"/>
                </a:cubicBezTo>
                <a:cubicBezTo>
                  <a:pt x="257120" y="106345"/>
                  <a:pt x="254706" y="107497"/>
                  <a:pt x="252402" y="108128"/>
                </a:cubicBezTo>
                <a:lnTo>
                  <a:pt x="251460" y="114099"/>
                </a:lnTo>
                <a:cubicBezTo>
                  <a:pt x="251039" y="115150"/>
                  <a:pt x="250408" y="116092"/>
                  <a:pt x="249576" y="116933"/>
                </a:cubicBezTo>
                <a:cubicBezTo>
                  <a:pt x="248735" y="117555"/>
                  <a:pt x="247693" y="117875"/>
                  <a:pt x="246431" y="117875"/>
                </a:cubicBezTo>
                <a:lnTo>
                  <a:pt x="244227" y="117875"/>
                </a:lnTo>
                <a:cubicBezTo>
                  <a:pt x="243185" y="117875"/>
                  <a:pt x="242243" y="117555"/>
                  <a:pt x="241402" y="116933"/>
                </a:cubicBezTo>
                <a:cubicBezTo>
                  <a:pt x="240350" y="116092"/>
                  <a:pt x="239728" y="115150"/>
                  <a:pt x="239518" y="114099"/>
                </a:cubicBezTo>
                <a:close/>
                <a:moveTo>
                  <a:pt x="258373" y="92729"/>
                </a:moveTo>
                <a:cubicBezTo>
                  <a:pt x="261939" y="89373"/>
                  <a:pt x="263722" y="85076"/>
                  <a:pt x="263722" y="79836"/>
                </a:cubicBezTo>
                <a:cubicBezTo>
                  <a:pt x="263722" y="74386"/>
                  <a:pt x="261939" y="69988"/>
                  <a:pt x="258373" y="66641"/>
                </a:cubicBezTo>
                <a:cubicBezTo>
                  <a:pt x="255026" y="63075"/>
                  <a:pt x="250728" y="61292"/>
                  <a:pt x="245489" y="61292"/>
                </a:cubicBezTo>
                <a:cubicBezTo>
                  <a:pt x="240039" y="61292"/>
                  <a:pt x="235641" y="63075"/>
                  <a:pt x="232285" y="66641"/>
                </a:cubicBezTo>
                <a:cubicBezTo>
                  <a:pt x="228728" y="69988"/>
                  <a:pt x="226945" y="74386"/>
                  <a:pt x="226945" y="79836"/>
                </a:cubicBezTo>
                <a:cubicBezTo>
                  <a:pt x="226945" y="85076"/>
                  <a:pt x="228728" y="89373"/>
                  <a:pt x="232285" y="92729"/>
                </a:cubicBezTo>
                <a:cubicBezTo>
                  <a:pt x="235641" y="96286"/>
                  <a:pt x="240039" y="98069"/>
                  <a:pt x="245489" y="98069"/>
                </a:cubicBezTo>
                <a:cubicBezTo>
                  <a:pt x="250728" y="98069"/>
                  <a:pt x="255026" y="96286"/>
                  <a:pt x="258373" y="92729"/>
                </a:cubicBezTo>
                <a:close/>
                <a:moveTo>
                  <a:pt x="111904" y="244547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圖說"/>
          <p:cNvSpPr/>
          <p:nvPr/>
        </p:nvSpPr>
        <p:spPr>
          <a:xfrm>
            <a:off x="3303956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工程師</a:t>
            </a:r>
            <a:endParaRPr lang="en-US" sz="750" dirty="0"/>
          </a:p>
        </p:txBody>
      </p:sp>
      <p:sp>
        <p:nvSpPr>
          <p:cNvPr id="17" name="圖示 客服"/>
          <p:cNvSpPr/>
          <p:nvPr/>
        </p:nvSpPr>
        <p:spPr>
          <a:xfrm>
            <a:off x="4003449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245" y="257751"/>
                </a:moveTo>
                <a:cubicBezTo>
                  <a:pt x="148151" y="257751"/>
                  <a:pt x="146478" y="257010"/>
                  <a:pt x="145216" y="255547"/>
                </a:cubicBezTo>
                <a:cubicBezTo>
                  <a:pt x="143753" y="254285"/>
                  <a:pt x="143021" y="252612"/>
                  <a:pt x="143021" y="250518"/>
                </a:cubicBezTo>
                <a:cubicBezTo>
                  <a:pt x="143021" y="248424"/>
                  <a:pt x="143753" y="246742"/>
                  <a:pt x="145216" y="245489"/>
                </a:cubicBezTo>
                <a:cubicBezTo>
                  <a:pt x="146478" y="244227"/>
                  <a:pt x="148151" y="243605"/>
                  <a:pt x="150245" y="243605"/>
                </a:cubicBezTo>
                <a:lnTo>
                  <a:pt x="239518" y="243605"/>
                </a:lnTo>
                <a:cubicBezTo>
                  <a:pt x="240560" y="243605"/>
                  <a:pt x="241502" y="243285"/>
                  <a:pt x="242343" y="242663"/>
                </a:cubicBezTo>
                <a:cubicBezTo>
                  <a:pt x="243185" y="241822"/>
                  <a:pt x="243605" y="240880"/>
                  <a:pt x="243605" y="239829"/>
                </a:cubicBezTo>
                <a:lnTo>
                  <a:pt x="243605" y="147420"/>
                </a:lnTo>
                <a:cubicBezTo>
                  <a:pt x="243605" y="122274"/>
                  <a:pt x="234489" y="101215"/>
                  <a:pt x="216256" y="84244"/>
                </a:cubicBezTo>
                <a:cubicBezTo>
                  <a:pt x="198233" y="67053"/>
                  <a:pt x="176443" y="58467"/>
                  <a:pt x="150876" y="58467"/>
                </a:cubicBezTo>
                <a:cubicBezTo>
                  <a:pt x="125309" y="58467"/>
                  <a:pt x="103519" y="67053"/>
                  <a:pt x="85496" y="84244"/>
                </a:cubicBezTo>
                <a:cubicBezTo>
                  <a:pt x="67263" y="101215"/>
                  <a:pt x="58147" y="122274"/>
                  <a:pt x="58147" y="147420"/>
                </a:cubicBezTo>
                <a:lnTo>
                  <a:pt x="58147" y="216566"/>
                </a:lnTo>
                <a:cubicBezTo>
                  <a:pt x="58147" y="218039"/>
                  <a:pt x="57735" y="219191"/>
                  <a:pt x="56894" y="220032"/>
                </a:cubicBezTo>
                <a:cubicBezTo>
                  <a:pt x="56053" y="221074"/>
                  <a:pt x="54901" y="221596"/>
                  <a:pt x="53438" y="221596"/>
                </a:cubicBezTo>
                <a:cubicBezTo>
                  <a:pt x="47357" y="221596"/>
                  <a:pt x="42227" y="219502"/>
                  <a:pt x="38030" y="215314"/>
                </a:cubicBezTo>
                <a:cubicBezTo>
                  <a:pt x="33632" y="211126"/>
                  <a:pt x="31437" y="205987"/>
                  <a:pt x="31437" y="199915"/>
                </a:cubicBezTo>
                <a:lnTo>
                  <a:pt x="31437" y="175391"/>
                </a:lnTo>
                <a:cubicBezTo>
                  <a:pt x="31437" y="171413"/>
                  <a:pt x="32589" y="167637"/>
                  <a:pt x="34894" y="164080"/>
                </a:cubicBezTo>
                <a:cubicBezTo>
                  <a:pt x="37198" y="160724"/>
                  <a:pt x="40234" y="157999"/>
                  <a:pt x="44010" y="155905"/>
                </a:cubicBezTo>
                <a:lnTo>
                  <a:pt x="44632" y="139876"/>
                </a:lnTo>
                <a:cubicBezTo>
                  <a:pt x="45683" y="126251"/>
                  <a:pt x="49240" y="113578"/>
                  <a:pt x="55321" y="101846"/>
                </a:cubicBezTo>
                <a:cubicBezTo>
                  <a:pt x="61402" y="90315"/>
                  <a:pt x="69156" y="80156"/>
                  <a:pt x="78584" y="71351"/>
                </a:cubicBezTo>
                <a:cubicBezTo>
                  <a:pt x="88221" y="62764"/>
                  <a:pt x="99222" y="56053"/>
                  <a:pt x="111584" y="51234"/>
                </a:cubicBezTo>
                <a:cubicBezTo>
                  <a:pt x="123947" y="46415"/>
                  <a:pt x="137050" y="44010"/>
                  <a:pt x="150876" y="44010"/>
                </a:cubicBezTo>
                <a:cubicBezTo>
                  <a:pt x="164711" y="44010"/>
                  <a:pt x="177805" y="46415"/>
                  <a:pt x="190168" y="51234"/>
                </a:cubicBezTo>
                <a:cubicBezTo>
                  <a:pt x="202530" y="56053"/>
                  <a:pt x="213531" y="62764"/>
                  <a:pt x="223168" y="71351"/>
                </a:cubicBezTo>
                <a:cubicBezTo>
                  <a:pt x="232605" y="79946"/>
                  <a:pt x="240350" y="90105"/>
                  <a:pt x="246431" y="101846"/>
                </a:cubicBezTo>
                <a:cubicBezTo>
                  <a:pt x="252512" y="113367"/>
                  <a:pt x="256069" y="126041"/>
                  <a:pt x="257120" y="139876"/>
                </a:cubicBezTo>
                <a:lnTo>
                  <a:pt x="257751" y="155594"/>
                </a:lnTo>
                <a:cubicBezTo>
                  <a:pt x="261308" y="157268"/>
                  <a:pt x="264344" y="159682"/>
                  <a:pt x="266858" y="162818"/>
                </a:cubicBezTo>
                <a:cubicBezTo>
                  <a:pt x="269163" y="166174"/>
                  <a:pt x="270324" y="169740"/>
                  <a:pt x="270324" y="173507"/>
                </a:cubicBezTo>
                <a:lnTo>
                  <a:pt x="270324" y="201799"/>
                </a:lnTo>
                <a:cubicBezTo>
                  <a:pt x="270324" y="205777"/>
                  <a:pt x="269163" y="209343"/>
                  <a:pt x="266858" y="212488"/>
                </a:cubicBezTo>
                <a:cubicBezTo>
                  <a:pt x="264344" y="215625"/>
                  <a:pt x="261308" y="218039"/>
                  <a:pt x="257751" y="219712"/>
                </a:cubicBezTo>
                <a:lnTo>
                  <a:pt x="257751" y="239829"/>
                </a:lnTo>
                <a:cubicBezTo>
                  <a:pt x="257751" y="244858"/>
                  <a:pt x="255968" y="249046"/>
                  <a:pt x="252402" y="252402"/>
                </a:cubicBezTo>
                <a:cubicBezTo>
                  <a:pt x="248845" y="255968"/>
                  <a:pt x="244547" y="257751"/>
                  <a:pt x="239518" y="257751"/>
                </a:cubicBezTo>
                <a:lnTo>
                  <a:pt x="150245" y="257751"/>
                </a:lnTo>
                <a:close/>
                <a:moveTo>
                  <a:pt x="109390" y="168478"/>
                </a:moveTo>
                <a:cubicBezTo>
                  <a:pt x="107707" y="166805"/>
                  <a:pt x="106875" y="164711"/>
                  <a:pt x="106875" y="162196"/>
                </a:cubicBezTo>
                <a:cubicBezTo>
                  <a:pt x="106875" y="159682"/>
                  <a:pt x="107707" y="157579"/>
                  <a:pt x="109390" y="155905"/>
                </a:cubicBezTo>
                <a:cubicBezTo>
                  <a:pt x="111063" y="154232"/>
                  <a:pt x="113157" y="153391"/>
                  <a:pt x="115672" y="153391"/>
                </a:cubicBezTo>
                <a:cubicBezTo>
                  <a:pt x="118186" y="153391"/>
                  <a:pt x="120280" y="154332"/>
                  <a:pt x="121963" y="156216"/>
                </a:cubicBezTo>
                <a:cubicBezTo>
                  <a:pt x="123636" y="157899"/>
                  <a:pt x="124477" y="159883"/>
                  <a:pt x="124477" y="162196"/>
                </a:cubicBezTo>
                <a:cubicBezTo>
                  <a:pt x="124477" y="164711"/>
                  <a:pt x="123526" y="166805"/>
                  <a:pt x="121643" y="168478"/>
                </a:cubicBezTo>
                <a:cubicBezTo>
                  <a:pt x="119969" y="169941"/>
                  <a:pt x="117976" y="170682"/>
                  <a:pt x="115672" y="170682"/>
                </a:cubicBezTo>
                <a:cubicBezTo>
                  <a:pt x="113157" y="170682"/>
                  <a:pt x="111063" y="169941"/>
                  <a:pt x="109390" y="168478"/>
                </a:cubicBezTo>
                <a:close/>
                <a:moveTo>
                  <a:pt x="179798" y="168478"/>
                </a:moveTo>
                <a:cubicBezTo>
                  <a:pt x="178116" y="166805"/>
                  <a:pt x="177284" y="164711"/>
                  <a:pt x="177284" y="162196"/>
                </a:cubicBezTo>
                <a:cubicBezTo>
                  <a:pt x="177284" y="159682"/>
                  <a:pt x="178226" y="157579"/>
                  <a:pt x="180109" y="155905"/>
                </a:cubicBezTo>
                <a:cubicBezTo>
                  <a:pt x="181783" y="154232"/>
                  <a:pt x="183776" y="153391"/>
                  <a:pt x="186080" y="153391"/>
                </a:cubicBezTo>
                <a:cubicBezTo>
                  <a:pt x="188595" y="153391"/>
                  <a:pt x="190689" y="154332"/>
                  <a:pt x="192371" y="156216"/>
                </a:cubicBezTo>
                <a:cubicBezTo>
                  <a:pt x="194045" y="157899"/>
                  <a:pt x="194886" y="159883"/>
                  <a:pt x="194886" y="162196"/>
                </a:cubicBezTo>
                <a:cubicBezTo>
                  <a:pt x="194886" y="164711"/>
                  <a:pt x="194045" y="166805"/>
                  <a:pt x="192371" y="168478"/>
                </a:cubicBezTo>
                <a:cubicBezTo>
                  <a:pt x="190689" y="169941"/>
                  <a:pt x="188595" y="170682"/>
                  <a:pt x="186080" y="170682"/>
                </a:cubicBezTo>
                <a:cubicBezTo>
                  <a:pt x="183566" y="170682"/>
                  <a:pt x="181472" y="169941"/>
                  <a:pt x="179798" y="168478"/>
                </a:cubicBezTo>
                <a:close/>
                <a:moveTo>
                  <a:pt x="80156" y="153391"/>
                </a:moveTo>
                <a:cubicBezTo>
                  <a:pt x="78894" y="132853"/>
                  <a:pt x="85286" y="115251"/>
                  <a:pt x="99331" y="100584"/>
                </a:cubicBezTo>
                <a:cubicBezTo>
                  <a:pt x="113367" y="86127"/>
                  <a:pt x="130759" y="78894"/>
                  <a:pt x="151507" y="78894"/>
                </a:cubicBezTo>
                <a:cubicBezTo>
                  <a:pt x="168689" y="78894"/>
                  <a:pt x="183666" y="84344"/>
                  <a:pt x="196450" y="95244"/>
                </a:cubicBezTo>
                <a:cubicBezTo>
                  <a:pt x="209233" y="106134"/>
                  <a:pt x="216987" y="120070"/>
                  <a:pt x="219712" y="137050"/>
                </a:cubicBezTo>
                <a:cubicBezTo>
                  <a:pt x="202320" y="136840"/>
                  <a:pt x="186291" y="132021"/>
                  <a:pt x="171624" y="122584"/>
                </a:cubicBezTo>
                <a:cubicBezTo>
                  <a:pt x="156957" y="113157"/>
                  <a:pt x="145636" y="100685"/>
                  <a:pt x="137672" y="85186"/>
                </a:cubicBezTo>
                <a:cubicBezTo>
                  <a:pt x="134325" y="100685"/>
                  <a:pt x="127614" y="114519"/>
                  <a:pt x="117555" y="126672"/>
                </a:cubicBezTo>
                <a:cubicBezTo>
                  <a:pt x="107287" y="138614"/>
                  <a:pt x="94823" y="147520"/>
                  <a:pt x="80156" y="153391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圖說"/>
          <p:cNvSpPr/>
          <p:nvPr/>
        </p:nvSpPr>
        <p:spPr>
          <a:xfrm>
            <a:off x="3858677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</a:t>
            </a:r>
            <a:endParaRPr lang="en-US" sz="750" dirty="0"/>
          </a:p>
        </p:txBody>
      </p:sp>
      <p:sp>
        <p:nvSpPr>
          <p:cNvPr id="19" name="圖示 訓練"/>
          <p:cNvSpPr/>
          <p:nvPr/>
        </p:nvSpPr>
        <p:spPr>
          <a:xfrm>
            <a:off x="4558170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6069" y="208712"/>
                </a:moveTo>
                <a:cubicBezTo>
                  <a:pt x="73134" y="207038"/>
                  <a:pt x="70829" y="204835"/>
                  <a:pt x="69156" y="202110"/>
                </a:cubicBezTo>
                <a:cubicBezTo>
                  <a:pt x="67474" y="199175"/>
                  <a:pt x="66641" y="196038"/>
                  <a:pt x="66641" y="192682"/>
                </a:cubicBezTo>
                <a:lnTo>
                  <a:pt x="66641" y="135478"/>
                </a:lnTo>
                <a:lnTo>
                  <a:pt x="40544" y="121012"/>
                </a:lnTo>
                <a:cubicBezTo>
                  <a:pt x="39081" y="119969"/>
                  <a:pt x="37929" y="118817"/>
                  <a:pt x="37088" y="117555"/>
                </a:cubicBezTo>
                <a:cubicBezTo>
                  <a:pt x="36256" y="116303"/>
                  <a:pt x="35835" y="114830"/>
                  <a:pt x="35835" y="113157"/>
                </a:cubicBezTo>
                <a:cubicBezTo>
                  <a:pt x="35835" y="111484"/>
                  <a:pt x="36256" y="110011"/>
                  <a:pt x="37088" y="108759"/>
                </a:cubicBezTo>
                <a:cubicBezTo>
                  <a:pt x="37929" y="107497"/>
                  <a:pt x="39081" y="106345"/>
                  <a:pt x="40544" y="105302"/>
                </a:cubicBezTo>
                <a:lnTo>
                  <a:pt x="141759" y="49661"/>
                </a:lnTo>
                <a:cubicBezTo>
                  <a:pt x="143232" y="49039"/>
                  <a:pt x="144695" y="48509"/>
                  <a:pt x="146158" y="48088"/>
                </a:cubicBezTo>
                <a:cubicBezTo>
                  <a:pt x="147630" y="47878"/>
                  <a:pt x="149093" y="47777"/>
                  <a:pt x="150565" y="47777"/>
                </a:cubicBezTo>
                <a:cubicBezTo>
                  <a:pt x="152238" y="47777"/>
                  <a:pt x="153811" y="47878"/>
                  <a:pt x="155274" y="48088"/>
                </a:cubicBezTo>
                <a:cubicBezTo>
                  <a:pt x="156746" y="48509"/>
                  <a:pt x="158109" y="49039"/>
                  <a:pt x="159362" y="49661"/>
                </a:cubicBezTo>
                <a:lnTo>
                  <a:pt x="271266" y="110332"/>
                </a:lnTo>
                <a:cubicBezTo>
                  <a:pt x="272729" y="111374"/>
                  <a:pt x="273881" y="112636"/>
                  <a:pt x="274722" y="114099"/>
                </a:cubicBezTo>
                <a:cubicBezTo>
                  <a:pt x="275554" y="115361"/>
                  <a:pt x="275975" y="116824"/>
                  <a:pt x="275975" y="118497"/>
                </a:cubicBezTo>
                <a:lnTo>
                  <a:pt x="275975" y="195828"/>
                </a:lnTo>
                <a:cubicBezTo>
                  <a:pt x="275975" y="197712"/>
                  <a:pt x="275353" y="199385"/>
                  <a:pt x="274091" y="200857"/>
                </a:cubicBezTo>
                <a:cubicBezTo>
                  <a:pt x="272628" y="202110"/>
                  <a:pt x="270946" y="202741"/>
                  <a:pt x="269062" y="202741"/>
                </a:cubicBezTo>
                <a:cubicBezTo>
                  <a:pt x="266968" y="202741"/>
                  <a:pt x="265185" y="202110"/>
                  <a:pt x="263722" y="200857"/>
                </a:cubicBezTo>
                <a:cubicBezTo>
                  <a:pt x="262460" y="199385"/>
                  <a:pt x="261829" y="197712"/>
                  <a:pt x="261829" y="195828"/>
                </a:cubicBezTo>
                <a:lnTo>
                  <a:pt x="261829" y="121643"/>
                </a:lnTo>
                <a:lnTo>
                  <a:pt x="234800" y="135478"/>
                </a:lnTo>
                <a:lnTo>
                  <a:pt x="234800" y="192682"/>
                </a:lnTo>
                <a:cubicBezTo>
                  <a:pt x="234800" y="196038"/>
                  <a:pt x="233958" y="199175"/>
                  <a:pt x="232285" y="202110"/>
                </a:cubicBezTo>
                <a:cubicBezTo>
                  <a:pt x="230401" y="204835"/>
                  <a:pt x="228097" y="207038"/>
                  <a:pt x="225372" y="208712"/>
                </a:cubicBezTo>
                <a:lnTo>
                  <a:pt x="159362" y="244547"/>
                </a:lnTo>
                <a:cubicBezTo>
                  <a:pt x="158109" y="245379"/>
                  <a:pt x="156746" y="246010"/>
                  <a:pt x="155274" y="246431"/>
                </a:cubicBezTo>
                <a:cubicBezTo>
                  <a:pt x="153811" y="246641"/>
                  <a:pt x="152238" y="246742"/>
                  <a:pt x="150565" y="246742"/>
                </a:cubicBezTo>
                <a:cubicBezTo>
                  <a:pt x="149093" y="246742"/>
                  <a:pt x="147630" y="246641"/>
                  <a:pt x="146158" y="246431"/>
                </a:cubicBezTo>
                <a:cubicBezTo>
                  <a:pt x="144695" y="246010"/>
                  <a:pt x="143232" y="245379"/>
                  <a:pt x="141759" y="244547"/>
                </a:cubicBezTo>
                <a:lnTo>
                  <a:pt x="76069" y="208712"/>
                </a:lnTo>
                <a:close/>
                <a:moveTo>
                  <a:pt x="149303" y="164391"/>
                </a:moveTo>
                <a:cubicBezTo>
                  <a:pt x="149724" y="164811"/>
                  <a:pt x="150144" y="165022"/>
                  <a:pt x="150565" y="165022"/>
                </a:cubicBezTo>
                <a:cubicBezTo>
                  <a:pt x="151187" y="165022"/>
                  <a:pt x="151717" y="164811"/>
                  <a:pt x="152138" y="164391"/>
                </a:cubicBezTo>
                <a:lnTo>
                  <a:pt x="246120" y="113157"/>
                </a:lnTo>
                <a:lnTo>
                  <a:pt x="152138" y="62554"/>
                </a:lnTo>
                <a:cubicBezTo>
                  <a:pt x="151717" y="62344"/>
                  <a:pt x="151187" y="62234"/>
                  <a:pt x="150565" y="62234"/>
                </a:cubicBezTo>
                <a:cubicBezTo>
                  <a:pt x="150144" y="62234"/>
                  <a:pt x="149724" y="62344"/>
                  <a:pt x="149303" y="62554"/>
                </a:cubicBezTo>
                <a:lnTo>
                  <a:pt x="55632" y="113157"/>
                </a:lnTo>
                <a:lnTo>
                  <a:pt x="149303" y="164391"/>
                </a:lnTo>
                <a:close/>
                <a:moveTo>
                  <a:pt x="148992" y="232605"/>
                </a:moveTo>
                <a:cubicBezTo>
                  <a:pt x="149623" y="232806"/>
                  <a:pt x="150144" y="232916"/>
                  <a:pt x="150565" y="232916"/>
                </a:cubicBezTo>
                <a:cubicBezTo>
                  <a:pt x="151187" y="232916"/>
                  <a:pt x="151717" y="232806"/>
                  <a:pt x="152138" y="232605"/>
                </a:cubicBezTo>
                <a:lnTo>
                  <a:pt x="218770" y="195828"/>
                </a:lnTo>
                <a:cubicBezTo>
                  <a:pt x="219401" y="195618"/>
                  <a:pt x="219822" y="195197"/>
                  <a:pt x="220032" y="194566"/>
                </a:cubicBezTo>
                <a:cubicBezTo>
                  <a:pt x="220233" y="194145"/>
                  <a:pt x="220343" y="193524"/>
                  <a:pt x="220343" y="192682"/>
                </a:cubicBezTo>
                <a:lnTo>
                  <a:pt x="220343" y="143963"/>
                </a:lnTo>
                <a:lnTo>
                  <a:pt x="159362" y="176964"/>
                </a:lnTo>
                <a:cubicBezTo>
                  <a:pt x="158109" y="177595"/>
                  <a:pt x="156746" y="178116"/>
                  <a:pt x="155274" y="178537"/>
                </a:cubicBezTo>
                <a:cubicBezTo>
                  <a:pt x="153811" y="178747"/>
                  <a:pt x="152238" y="178847"/>
                  <a:pt x="150565" y="178847"/>
                </a:cubicBezTo>
                <a:cubicBezTo>
                  <a:pt x="149093" y="178847"/>
                  <a:pt x="147630" y="178747"/>
                  <a:pt x="146158" y="178537"/>
                </a:cubicBezTo>
                <a:cubicBezTo>
                  <a:pt x="144905" y="178116"/>
                  <a:pt x="143543" y="177595"/>
                  <a:pt x="142079" y="176964"/>
                </a:cubicBezTo>
                <a:lnTo>
                  <a:pt x="80778" y="143643"/>
                </a:lnTo>
                <a:lnTo>
                  <a:pt x="80778" y="192682"/>
                </a:lnTo>
                <a:cubicBezTo>
                  <a:pt x="80778" y="193313"/>
                  <a:pt x="80988" y="193935"/>
                  <a:pt x="81409" y="194566"/>
                </a:cubicBezTo>
                <a:cubicBezTo>
                  <a:pt x="81619" y="195197"/>
                  <a:pt x="82040" y="195618"/>
                  <a:pt x="82671" y="195828"/>
                </a:cubicBezTo>
                <a:lnTo>
                  <a:pt x="148992" y="232605"/>
                </a:lnTo>
                <a:close/>
                <a:moveTo>
                  <a:pt x="150876" y="165022"/>
                </a:moveTo>
                <a:close/>
                <a:moveTo>
                  <a:pt x="150565" y="187653"/>
                </a:moveTo>
                <a:close/>
                <a:moveTo>
                  <a:pt x="150565" y="187653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圖說"/>
          <p:cNvSpPr/>
          <p:nvPr/>
        </p:nvSpPr>
        <p:spPr>
          <a:xfrm>
            <a:off x="4413397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</a:t>
            </a:r>
            <a:endParaRPr lang="en-US" sz="750" dirty="0"/>
          </a:p>
        </p:txBody>
      </p:sp>
      <p:sp>
        <p:nvSpPr>
          <p:cNvPr id="21" name="圖示 合作"/>
          <p:cNvSpPr/>
          <p:nvPr/>
        </p:nvSpPr>
        <p:spPr>
          <a:xfrm>
            <a:off x="5112890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8361" y="255547"/>
                </a:moveTo>
                <a:cubicBezTo>
                  <a:pt x="149623" y="255547"/>
                  <a:pt x="151086" y="255236"/>
                  <a:pt x="152760" y="254606"/>
                </a:cubicBezTo>
                <a:cubicBezTo>
                  <a:pt x="154442" y="253975"/>
                  <a:pt x="155805" y="253133"/>
                  <a:pt x="156847" y="252091"/>
                </a:cubicBezTo>
                <a:lnTo>
                  <a:pt x="259635" y="149303"/>
                </a:lnTo>
                <a:cubicBezTo>
                  <a:pt x="262570" y="146368"/>
                  <a:pt x="264765" y="143122"/>
                  <a:pt x="266237" y="139565"/>
                </a:cubicBezTo>
                <a:cubicBezTo>
                  <a:pt x="267910" y="136209"/>
                  <a:pt x="268751" y="132542"/>
                  <a:pt x="268751" y="128555"/>
                </a:cubicBezTo>
                <a:cubicBezTo>
                  <a:pt x="268751" y="124788"/>
                  <a:pt x="267910" y="121012"/>
                  <a:pt x="266237" y="117244"/>
                </a:cubicBezTo>
                <a:cubicBezTo>
                  <a:pt x="264765" y="113468"/>
                  <a:pt x="262570" y="110121"/>
                  <a:pt x="259635" y="107186"/>
                </a:cubicBezTo>
                <a:lnTo>
                  <a:pt x="206828" y="54379"/>
                </a:lnTo>
                <a:cubicBezTo>
                  <a:pt x="203893" y="51444"/>
                  <a:pt x="200647" y="49240"/>
                  <a:pt x="197081" y="47777"/>
                </a:cubicBezTo>
                <a:cubicBezTo>
                  <a:pt x="193524" y="46314"/>
                  <a:pt x="189857" y="45574"/>
                  <a:pt x="186080" y="45574"/>
                </a:cubicBezTo>
                <a:cubicBezTo>
                  <a:pt x="182103" y="45574"/>
                  <a:pt x="178436" y="46314"/>
                  <a:pt x="175080" y="47777"/>
                </a:cubicBezTo>
                <a:cubicBezTo>
                  <a:pt x="171514" y="49240"/>
                  <a:pt x="168268" y="51444"/>
                  <a:pt x="165333" y="54379"/>
                </a:cubicBezTo>
                <a:lnTo>
                  <a:pt x="156536" y="63176"/>
                </a:lnTo>
                <a:lnTo>
                  <a:pt x="181362" y="88322"/>
                </a:lnTo>
                <a:cubicBezTo>
                  <a:pt x="183877" y="90836"/>
                  <a:pt x="186080" y="93881"/>
                  <a:pt x="187964" y="97438"/>
                </a:cubicBezTo>
                <a:cubicBezTo>
                  <a:pt x="189647" y="101005"/>
                  <a:pt x="190479" y="104882"/>
                  <a:pt x="190479" y="109070"/>
                </a:cubicBezTo>
                <a:cubicBezTo>
                  <a:pt x="190479" y="115982"/>
                  <a:pt x="187863" y="122063"/>
                  <a:pt x="182624" y="127303"/>
                </a:cubicBezTo>
                <a:cubicBezTo>
                  <a:pt x="177384" y="132542"/>
                  <a:pt x="171304" y="135157"/>
                  <a:pt x="164391" y="135157"/>
                </a:cubicBezTo>
                <a:cubicBezTo>
                  <a:pt x="159782" y="135157"/>
                  <a:pt x="155905" y="134536"/>
                  <a:pt x="152760" y="133274"/>
                </a:cubicBezTo>
                <a:cubicBezTo>
                  <a:pt x="149623" y="131811"/>
                  <a:pt x="146688" y="129817"/>
                  <a:pt x="143963" y="127303"/>
                </a:cubicBezTo>
                <a:lnTo>
                  <a:pt x="123526" y="106555"/>
                </a:lnTo>
                <a:cubicBezTo>
                  <a:pt x="122694" y="105924"/>
                  <a:pt x="121752" y="105613"/>
                  <a:pt x="120701" y="105613"/>
                </a:cubicBezTo>
                <a:cubicBezTo>
                  <a:pt x="119448" y="105613"/>
                  <a:pt x="118497" y="105924"/>
                  <a:pt x="117875" y="106555"/>
                </a:cubicBezTo>
                <a:lnTo>
                  <a:pt x="64438" y="159993"/>
                </a:lnTo>
                <a:cubicBezTo>
                  <a:pt x="63386" y="161035"/>
                  <a:pt x="62554" y="162397"/>
                  <a:pt x="61923" y="164080"/>
                </a:cubicBezTo>
                <a:cubicBezTo>
                  <a:pt x="61292" y="165543"/>
                  <a:pt x="60981" y="167015"/>
                  <a:pt x="60981" y="168478"/>
                </a:cubicBezTo>
                <a:cubicBezTo>
                  <a:pt x="60981" y="171624"/>
                  <a:pt x="62024" y="174138"/>
                  <a:pt x="64127" y="176022"/>
                </a:cubicBezTo>
                <a:cubicBezTo>
                  <a:pt x="66011" y="177906"/>
                  <a:pt x="68525" y="178847"/>
                  <a:pt x="71671" y="178847"/>
                </a:cubicBezTo>
                <a:cubicBezTo>
                  <a:pt x="73134" y="178847"/>
                  <a:pt x="74597" y="178537"/>
                  <a:pt x="76069" y="177906"/>
                </a:cubicBezTo>
                <a:cubicBezTo>
                  <a:pt x="77742" y="177074"/>
                  <a:pt x="79004" y="176232"/>
                  <a:pt x="79836" y="175391"/>
                </a:cubicBezTo>
                <a:lnTo>
                  <a:pt x="116613" y="138614"/>
                </a:lnTo>
                <a:cubicBezTo>
                  <a:pt x="118086" y="137151"/>
                  <a:pt x="119759" y="136419"/>
                  <a:pt x="121643" y="136419"/>
                </a:cubicBezTo>
                <a:cubicBezTo>
                  <a:pt x="123526" y="136209"/>
                  <a:pt x="125209" y="136941"/>
                  <a:pt x="126672" y="138614"/>
                </a:cubicBezTo>
                <a:cubicBezTo>
                  <a:pt x="128144" y="140086"/>
                  <a:pt x="128876" y="141759"/>
                  <a:pt x="128876" y="143643"/>
                </a:cubicBezTo>
                <a:cubicBezTo>
                  <a:pt x="128876" y="145326"/>
                  <a:pt x="128144" y="146999"/>
                  <a:pt x="126672" y="148672"/>
                </a:cubicBezTo>
                <a:lnTo>
                  <a:pt x="90215" y="185139"/>
                </a:lnTo>
                <a:cubicBezTo>
                  <a:pt x="88953" y="186391"/>
                  <a:pt x="88011" y="187754"/>
                  <a:pt x="87380" y="189226"/>
                </a:cubicBezTo>
                <a:cubicBezTo>
                  <a:pt x="86959" y="190689"/>
                  <a:pt x="86758" y="192262"/>
                  <a:pt x="86758" y="193935"/>
                </a:cubicBezTo>
                <a:cubicBezTo>
                  <a:pt x="86758" y="196660"/>
                  <a:pt x="87801" y="199074"/>
                  <a:pt x="89895" y="201168"/>
                </a:cubicBezTo>
                <a:cubicBezTo>
                  <a:pt x="91989" y="203262"/>
                  <a:pt x="94403" y="204314"/>
                  <a:pt x="97128" y="204314"/>
                </a:cubicBezTo>
                <a:cubicBezTo>
                  <a:pt x="98801" y="204314"/>
                  <a:pt x="100374" y="203993"/>
                  <a:pt x="101846" y="203372"/>
                </a:cubicBezTo>
                <a:cubicBezTo>
                  <a:pt x="103309" y="202741"/>
                  <a:pt x="104562" y="201900"/>
                  <a:pt x="105613" y="200857"/>
                </a:cubicBezTo>
                <a:lnTo>
                  <a:pt x="143643" y="162507"/>
                </a:lnTo>
                <a:cubicBezTo>
                  <a:pt x="145115" y="161245"/>
                  <a:pt x="146789" y="160624"/>
                  <a:pt x="148672" y="160624"/>
                </a:cubicBezTo>
                <a:cubicBezTo>
                  <a:pt x="150565" y="160413"/>
                  <a:pt x="152238" y="161035"/>
                  <a:pt x="153701" y="162507"/>
                </a:cubicBezTo>
                <a:cubicBezTo>
                  <a:pt x="155384" y="164181"/>
                  <a:pt x="156216" y="165863"/>
                  <a:pt x="156216" y="167536"/>
                </a:cubicBezTo>
                <a:cubicBezTo>
                  <a:pt x="156216" y="169420"/>
                  <a:pt x="155384" y="171093"/>
                  <a:pt x="153701" y="172566"/>
                </a:cubicBezTo>
                <a:lnTo>
                  <a:pt x="115672" y="210595"/>
                </a:lnTo>
                <a:cubicBezTo>
                  <a:pt x="114830" y="211647"/>
                  <a:pt x="113998" y="213009"/>
                  <a:pt x="113157" y="214683"/>
                </a:cubicBezTo>
                <a:cubicBezTo>
                  <a:pt x="112526" y="216356"/>
                  <a:pt x="112215" y="217929"/>
                  <a:pt x="112215" y="219401"/>
                </a:cubicBezTo>
                <a:cubicBezTo>
                  <a:pt x="112215" y="222336"/>
                  <a:pt x="113258" y="224851"/>
                  <a:pt x="115361" y="226945"/>
                </a:cubicBezTo>
                <a:cubicBezTo>
                  <a:pt x="117455" y="229039"/>
                  <a:pt x="119969" y="230090"/>
                  <a:pt x="122905" y="230090"/>
                </a:cubicBezTo>
                <a:cubicBezTo>
                  <a:pt x="124368" y="230090"/>
                  <a:pt x="125831" y="229770"/>
                  <a:pt x="127303" y="229139"/>
                </a:cubicBezTo>
                <a:cubicBezTo>
                  <a:pt x="128766" y="228518"/>
                  <a:pt x="130028" y="227676"/>
                  <a:pt x="131070" y="226625"/>
                </a:cubicBezTo>
                <a:lnTo>
                  <a:pt x="169420" y="188284"/>
                </a:lnTo>
                <a:cubicBezTo>
                  <a:pt x="170892" y="186812"/>
                  <a:pt x="172566" y="186080"/>
                  <a:pt x="174449" y="186080"/>
                </a:cubicBezTo>
                <a:cubicBezTo>
                  <a:pt x="176333" y="186080"/>
                  <a:pt x="178015" y="186812"/>
                  <a:pt x="179478" y="188284"/>
                </a:cubicBezTo>
                <a:cubicBezTo>
                  <a:pt x="180951" y="189747"/>
                  <a:pt x="181682" y="191420"/>
                  <a:pt x="181682" y="193313"/>
                </a:cubicBezTo>
                <a:cubicBezTo>
                  <a:pt x="181682" y="195197"/>
                  <a:pt x="180951" y="196870"/>
                  <a:pt x="179478" y="198343"/>
                </a:cubicBezTo>
                <a:lnTo>
                  <a:pt x="141128" y="236683"/>
                </a:lnTo>
                <a:cubicBezTo>
                  <a:pt x="140086" y="237735"/>
                  <a:pt x="139245" y="239097"/>
                  <a:pt x="138614" y="240771"/>
                </a:cubicBezTo>
                <a:cubicBezTo>
                  <a:pt x="137992" y="242453"/>
                  <a:pt x="137672" y="243916"/>
                  <a:pt x="137672" y="245178"/>
                </a:cubicBezTo>
                <a:cubicBezTo>
                  <a:pt x="137672" y="248525"/>
                  <a:pt x="138614" y="251149"/>
                  <a:pt x="140507" y="253033"/>
                </a:cubicBezTo>
                <a:cubicBezTo>
                  <a:pt x="142601" y="254706"/>
                  <a:pt x="145216" y="255547"/>
                  <a:pt x="148361" y="255547"/>
                </a:cubicBezTo>
                <a:close/>
                <a:moveTo>
                  <a:pt x="148361" y="270004"/>
                </a:moveTo>
                <a:cubicBezTo>
                  <a:pt x="141659" y="270004"/>
                  <a:pt x="135889" y="267599"/>
                  <a:pt x="131070" y="262780"/>
                </a:cubicBezTo>
                <a:cubicBezTo>
                  <a:pt x="126251" y="257751"/>
                  <a:pt x="123737" y="251561"/>
                  <a:pt x="123526" y="244227"/>
                </a:cubicBezTo>
                <a:cubicBezTo>
                  <a:pt x="116403" y="243816"/>
                  <a:pt x="110432" y="241402"/>
                  <a:pt x="105613" y="237003"/>
                </a:cubicBezTo>
                <a:cubicBezTo>
                  <a:pt x="100794" y="232395"/>
                  <a:pt x="98170" y="226314"/>
                  <a:pt x="97759" y="218770"/>
                </a:cubicBezTo>
                <a:cubicBezTo>
                  <a:pt x="90425" y="218139"/>
                  <a:pt x="84445" y="215524"/>
                  <a:pt x="79836" y="210916"/>
                </a:cubicBezTo>
                <a:cubicBezTo>
                  <a:pt x="75228" y="206298"/>
                  <a:pt x="72713" y="200327"/>
                  <a:pt x="72292" y="192993"/>
                </a:cubicBezTo>
                <a:cubicBezTo>
                  <a:pt x="65169" y="192573"/>
                  <a:pt x="59098" y="190168"/>
                  <a:pt x="54068" y="185770"/>
                </a:cubicBezTo>
                <a:cubicBezTo>
                  <a:pt x="49240" y="181152"/>
                  <a:pt x="46836" y="175290"/>
                  <a:pt x="46836" y="168167"/>
                </a:cubicBezTo>
                <a:cubicBezTo>
                  <a:pt x="46836" y="165022"/>
                  <a:pt x="47467" y="161776"/>
                  <a:pt x="48719" y="158420"/>
                </a:cubicBezTo>
                <a:cubicBezTo>
                  <a:pt x="49981" y="155064"/>
                  <a:pt x="51865" y="152138"/>
                  <a:pt x="54379" y="149623"/>
                </a:cubicBezTo>
                <a:lnTo>
                  <a:pt x="108128" y="96186"/>
                </a:lnTo>
                <a:cubicBezTo>
                  <a:pt x="111484" y="92620"/>
                  <a:pt x="115672" y="90836"/>
                  <a:pt x="120701" y="90836"/>
                </a:cubicBezTo>
                <a:cubicBezTo>
                  <a:pt x="125730" y="90836"/>
                  <a:pt x="129918" y="92620"/>
                  <a:pt x="133274" y="96186"/>
                </a:cubicBezTo>
                <a:lnTo>
                  <a:pt x="152760" y="115361"/>
                </a:lnTo>
                <a:cubicBezTo>
                  <a:pt x="154232" y="117034"/>
                  <a:pt x="156006" y="118287"/>
                  <a:pt x="158109" y="119128"/>
                </a:cubicBezTo>
                <a:cubicBezTo>
                  <a:pt x="160203" y="120180"/>
                  <a:pt x="162297" y="120701"/>
                  <a:pt x="164391" y="120701"/>
                </a:cubicBezTo>
                <a:cubicBezTo>
                  <a:pt x="167326" y="120701"/>
                  <a:pt x="170051" y="119448"/>
                  <a:pt x="172566" y="116933"/>
                </a:cubicBezTo>
                <a:cubicBezTo>
                  <a:pt x="175080" y="114620"/>
                  <a:pt x="176333" y="111904"/>
                  <a:pt x="176333" y="108759"/>
                </a:cubicBezTo>
                <a:cubicBezTo>
                  <a:pt x="176333" y="107076"/>
                  <a:pt x="175921" y="105403"/>
                  <a:pt x="175080" y="103730"/>
                </a:cubicBezTo>
                <a:cubicBezTo>
                  <a:pt x="174239" y="102047"/>
                  <a:pt x="172986" y="100374"/>
                  <a:pt x="171304" y="98700"/>
                </a:cubicBezTo>
                <a:lnTo>
                  <a:pt x="127303" y="54379"/>
                </a:lnTo>
                <a:cubicBezTo>
                  <a:pt x="124368" y="51444"/>
                  <a:pt x="121121" y="49240"/>
                  <a:pt x="117555" y="47777"/>
                </a:cubicBezTo>
                <a:cubicBezTo>
                  <a:pt x="113998" y="46314"/>
                  <a:pt x="110222" y="45574"/>
                  <a:pt x="106244" y="45574"/>
                </a:cubicBezTo>
                <a:cubicBezTo>
                  <a:pt x="102468" y="45574"/>
                  <a:pt x="98801" y="46314"/>
                  <a:pt x="95244" y="47777"/>
                </a:cubicBezTo>
                <a:cubicBezTo>
                  <a:pt x="91888" y="49240"/>
                  <a:pt x="88743" y="51444"/>
                  <a:pt x="85807" y="54379"/>
                </a:cubicBezTo>
                <a:lnTo>
                  <a:pt x="42117" y="98380"/>
                </a:lnTo>
                <a:cubicBezTo>
                  <a:pt x="37298" y="102998"/>
                  <a:pt x="34473" y="108548"/>
                  <a:pt x="33632" y="115041"/>
                </a:cubicBezTo>
                <a:cubicBezTo>
                  <a:pt x="32589" y="121542"/>
                  <a:pt x="33421" y="127824"/>
                  <a:pt x="36146" y="133905"/>
                </a:cubicBezTo>
                <a:cubicBezTo>
                  <a:pt x="36987" y="135578"/>
                  <a:pt x="37088" y="137361"/>
                  <a:pt x="36466" y="139245"/>
                </a:cubicBezTo>
                <a:cubicBezTo>
                  <a:pt x="35625" y="141128"/>
                  <a:pt x="34363" y="142491"/>
                  <a:pt x="32690" y="143332"/>
                </a:cubicBezTo>
                <a:cubicBezTo>
                  <a:pt x="31016" y="144173"/>
                  <a:pt x="29233" y="144274"/>
                  <a:pt x="27350" y="143643"/>
                </a:cubicBezTo>
                <a:cubicBezTo>
                  <a:pt x="25247" y="142811"/>
                  <a:pt x="23784" y="141549"/>
                  <a:pt x="22942" y="139876"/>
                </a:cubicBezTo>
                <a:cubicBezTo>
                  <a:pt x="19175" y="130860"/>
                  <a:pt x="17913" y="121752"/>
                  <a:pt x="19175" y="112526"/>
                </a:cubicBezTo>
                <a:cubicBezTo>
                  <a:pt x="20428" y="103309"/>
                  <a:pt x="24725" y="95134"/>
                  <a:pt x="32059" y="88011"/>
                </a:cubicBezTo>
                <a:lnTo>
                  <a:pt x="75438" y="44321"/>
                </a:lnTo>
                <a:cubicBezTo>
                  <a:pt x="79836" y="39923"/>
                  <a:pt x="84655" y="36667"/>
                  <a:pt x="89895" y="34573"/>
                </a:cubicBezTo>
                <a:cubicBezTo>
                  <a:pt x="95344" y="32479"/>
                  <a:pt x="100895" y="31437"/>
                  <a:pt x="106555" y="31437"/>
                </a:cubicBezTo>
                <a:cubicBezTo>
                  <a:pt x="112425" y="31437"/>
                  <a:pt x="117976" y="32479"/>
                  <a:pt x="123215" y="34573"/>
                </a:cubicBezTo>
                <a:cubicBezTo>
                  <a:pt x="128455" y="36667"/>
                  <a:pt x="133274" y="39923"/>
                  <a:pt x="137672" y="44321"/>
                </a:cubicBezTo>
                <a:lnTo>
                  <a:pt x="146478" y="53117"/>
                </a:lnTo>
                <a:lnTo>
                  <a:pt x="155274" y="44321"/>
                </a:lnTo>
                <a:cubicBezTo>
                  <a:pt x="159471" y="39923"/>
                  <a:pt x="164290" y="36667"/>
                  <a:pt x="169740" y="34573"/>
                </a:cubicBezTo>
                <a:cubicBezTo>
                  <a:pt x="174970" y="32479"/>
                  <a:pt x="180530" y="31437"/>
                  <a:pt x="186391" y="31437"/>
                </a:cubicBezTo>
                <a:cubicBezTo>
                  <a:pt x="192051" y="31437"/>
                  <a:pt x="197501" y="32479"/>
                  <a:pt x="202741" y="34573"/>
                </a:cubicBezTo>
                <a:cubicBezTo>
                  <a:pt x="207980" y="36667"/>
                  <a:pt x="212799" y="39923"/>
                  <a:pt x="217197" y="44321"/>
                </a:cubicBezTo>
                <a:lnTo>
                  <a:pt x="269693" y="96817"/>
                </a:lnTo>
                <a:cubicBezTo>
                  <a:pt x="273881" y="101005"/>
                  <a:pt x="277127" y="105924"/>
                  <a:pt x="279431" y="111584"/>
                </a:cubicBezTo>
                <a:cubicBezTo>
                  <a:pt x="281736" y="117244"/>
                  <a:pt x="282897" y="122905"/>
                  <a:pt x="282897" y="128555"/>
                </a:cubicBezTo>
                <a:cubicBezTo>
                  <a:pt x="282897" y="134426"/>
                  <a:pt x="281736" y="139976"/>
                  <a:pt x="279431" y="145216"/>
                </a:cubicBezTo>
                <a:cubicBezTo>
                  <a:pt x="277127" y="150455"/>
                  <a:pt x="273881" y="155274"/>
                  <a:pt x="269693" y="159682"/>
                </a:cubicBezTo>
                <a:lnTo>
                  <a:pt x="166905" y="262149"/>
                </a:lnTo>
                <a:cubicBezTo>
                  <a:pt x="164391" y="264874"/>
                  <a:pt x="161565" y="266858"/>
                  <a:pt x="158420" y="268120"/>
                </a:cubicBezTo>
                <a:cubicBezTo>
                  <a:pt x="155064" y="269373"/>
                  <a:pt x="151717" y="270004"/>
                  <a:pt x="148361" y="270004"/>
                </a:cubicBezTo>
                <a:close/>
                <a:moveTo>
                  <a:pt x="113157" y="105924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圖說"/>
          <p:cNvSpPr/>
          <p:nvPr/>
        </p:nvSpPr>
        <p:spPr>
          <a:xfrm>
            <a:off x="4968118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</a:t>
            </a:r>
            <a:endParaRPr lang="en-US" sz="750" dirty="0"/>
          </a:p>
        </p:txBody>
      </p:sp>
      <p:sp>
        <p:nvSpPr>
          <p:cNvPr id="23" name="圖示 思考"/>
          <p:cNvSpPr/>
          <p:nvPr/>
        </p:nvSpPr>
        <p:spPr>
          <a:xfrm>
            <a:off x="5667611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2390" y="170362"/>
                </a:moveTo>
                <a:lnTo>
                  <a:pt x="143021" y="178537"/>
                </a:lnTo>
                <a:cubicBezTo>
                  <a:pt x="143021" y="179798"/>
                  <a:pt x="143433" y="180841"/>
                  <a:pt x="144274" y="181682"/>
                </a:cubicBezTo>
                <a:cubicBezTo>
                  <a:pt x="145115" y="182313"/>
                  <a:pt x="146158" y="182624"/>
                  <a:pt x="147420" y="182624"/>
                </a:cubicBezTo>
                <a:lnTo>
                  <a:pt x="154022" y="182624"/>
                </a:lnTo>
                <a:cubicBezTo>
                  <a:pt x="155064" y="182624"/>
                  <a:pt x="156006" y="182313"/>
                  <a:pt x="156847" y="181682"/>
                </a:cubicBezTo>
                <a:cubicBezTo>
                  <a:pt x="157688" y="180841"/>
                  <a:pt x="158209" y="179798"/>
                  <a:pt x="158420" y="178537"/>
                </a:cubicBezTo>
                <a:lnTo>
                  <a:pt x="158731" y="170362"/>
                </a:lnTo>
                <a:cubicBezTo>
                  <a:pt x="161876" y="169941"/>
                  <a:pt x="164811" y="168899"/>
                  <a:pt x="167536" y="167225"/>
                </a:cubicBezTo>
                <a:cubicBezTo>
                  <a:pt x="170472" y="165753"/>
                  <a:pt x="172876" y="163870"/>
                  <a:pt x="174769" y="161565"/>
                </a:cubicBezTo>
                <a:lnTo>
                  <a:pt x="182313" y="164391"/>
                </a:lnTo>
                <a:cubicBezTo>
                  <a:pt x="183355" y="164811"/>
                  <a:pt x="184407" y="164912"/>
                  <a:pt x="185449" y="164711"/>
                </a:cubicBezTo>
                <a:cubicBezTo>
                  <a:pt x="186501" y="164290"/>
                  <a:pt x="187342" y="163550"/>
                  <a:pt x="187964" y="162507"/>
                </a:cubicBezTo>
                <a:lnTo>
                  <a:pt x="191110" y="157167"/>
                </a:lnTo>
                <a:cubicBezTo>
                  <a:pt x="191741" y="156326"/>
                  <a:pt x="191951" y="155384"/>
                  <a:pt x="191741" y="154332"/>
                </a:cubicBezTo>
                <a:cubicBezTo>
                  <a:pt x="191530" y="153290"/>
                  <a:pt x="191009" y="152339"/>
                  <a:pt x="190168" y="151507"/>
                </a:cubicBezTo>
                <a:lnTo>
                  <a:pt x="184828" y="147109"/>
                </a:lnTo>
                <a:cubicBezTo>
                  <a:pt x="186080" y="143543"/>
                  <a:pt x="186711" y="139976"/>
                  <a:pt x="186711" y="136419"/>
                </a:cubicBezTo>
                <a:cubicBezTo>
                  <a:pt x="186711" y="132853"/>
                  <a:pt x="186080" y="129296"/>
                  <a:pt x="184828" y="125730"/>
                </a:cubicBezTo>
                <a:lnTo>
                  <a:pt x="190168" y="121643"/>
                </a:lnTo>
                <a:cubicBezTo>
                  <a:pt x="191009" y="120801"/>
                  <a:pt x="191530" y="119860"/>
                  <a:pt x="191741" y="118817"/>
                </a:cubicBezTo>
                <a:cubicBezTo>
                  <a:pt x="191951" y="117766"/>
                  <a:pt x="191741" y="116723"/>
                  <a:pt x="191110" y="115672"/>
                </a:cubicBezTo>
                <a:lnTo>
                  <a:pt x="187964" y="110332"/>
                </a:lnTo>
                <a:cubicBezTo>
                  <a:pt x="187342" y="109490"/>
                  <a:pt x="186501" y="108859"/>
                  <a:pt x="185449" y="108439"/>
                </a:cubicBezTo>
                <a:cubicBezTo>
                  <a:pt x="184407" y="108027"/>
                  <a:pt x="183355" y="108027"/>
                  <a:pt x="182313" y="108439"/>
                </a:cubicBezTo>
                <a:lnTo>
                  <a:pt x="174769" y="111273"/>
                </a:lnTo>
                <a:cubicBezTo>
                  <a:pt x="172666" y="109179"/>
                  <a:pt x="170261" y="107396"/>
                  <a:pt x="167536" y="105924"/>
                </a:cubicBezTo>
                <a:cubicBezTo>
                  <a:pt x="164811" y="104251"/>
                  <a:pt x="161876" y="103099"/>
                  <a:pt x="158731" y="102468"/>
                </a:cubicBezTo>
                <a:lnTo>
                  <a:pt x="158420" y="94302"/>
                </a:lnTo>
                <a:cubicBezTo>
                  <a:pt x="158209" y="93251"/>
                  <a:pt x="157688" y="92309"/>
                  <a:pt x="156847" y="91467"/>
                </a:cubicBezTo>
                <a:cubicBezTo>
                  <a:pt x="156006" y="90626"/>
                  <a:pt x="155064" y="90215"/>
                  <a:pt x="154022" y="90215"/>
                </a:cubicBezTo>
                <a:lnTo>
                  <a:pt x="147420" y="90215"/>
                </a:lnTo>
                <a:cubicBezTo>
                  <a:pt x="146158" y="90215"/>
                  <a:pt x="145115" y="90626"/>
                  <a:pt x="144274" y="91467"/>
                </a:cubicBezTo>
                <a:cubicBezTo>
                  <a:pt x="143433" y="92309"/>
                  <a:pt x="143021" y="93251"/>
                  <a:pt x="143021" y="94302"/>
                </a:cubicBezTo>
                <a:lnTo>
                  <a:pt x="142390" y="102468"/>
                </a:lnTo>
                <a:cubicBezTo>
                  <a:pt x="139455" y="103099"/>
                  <a:pt x="136630" y="104251"/>
                  <a:pt x="133905" y="105924"/>
                </a:cubicBezTo>
                <a:cubicBezTo>
                  <a:pt x="130970" y="107396"/>
                  <a:pt x="128455" y="109179"/>
                  <a:pt x="126361" y="111273"/>
                </a:cubicBezTo>
                <a:lnTo>
                  <a:pt x="118817" y="108439"/>
                </a:lnTo>
                <a:cubicBezTo>
                  <a:pt x="117766" y="108027"/>
                  <a:pt x="116723" y="108027"/>
                  <a:pt x="115672" y="108439"/>
                </a:cubicBezTo>
                <a:cubicBezTo>
                  <a:pt x="114620" y="108859"/>
                  <a:pt x="113788" y="109490"/>
                  <a:pt x="113157" y="110332"/>
                </a:cubicBezTo>
                <a:lnTo>
                  <a:pt x="110011" y="115672"/>
                </a:lnTo>
                <a:cubicBezTo>
                  <a:pt x="109591" y="116723"/>
                  <a:pt x="109490" y="117766"/>
                  <a:pt x="109701" y="118817"/>
                </a:cubicBezTo>
                <a:cubicBezTo>
                  <a:pt x="109701" y="119860"/>
                  <a:pt x="110222" y="120801"/>
                  <a:pt x="111273" y="121643"/>
                </a:cubicBezTo>
                <a:lnTo>
                  <a:pt x="116613" y="125730"/>
                </a:lnTo>
                <a:cubicBezTo>
                  <a:pt x="115361" y="129296"/>
                  <a:pt x="114730" y="132853"/>
                  <a:pt x="114730" y="136419"/>
                </a:cubicBezTo>
                <a:cubicBezTo>
                  <a:pt x="114730" y="140187"/>
                  <a:pt x="115361" y="143753"/>
                  <a:pt x="116613" y="147109"/>
                </a:cubicBezTo>
                <a:lnTo>
                  <a:pt x="111273" y="151507"/>
                </a:lnTo>
                <a:cubicBezTo>
                  <a:pt x="110222" y="152339"/>
                  <a:pt x="109701" y="153290"/>
                  <a:pt x="109701" y="154332"/>
                </a:cubicBezTo>
                <a:cubicBezTo>
                  <a:pt x="109490" y="155384"/>
                  <a:pt x="109591" y="156326"/>
                  <a:pt x="110011" y="157167"/>
                </a:cubicBezTo>
                <a:lnTo>
                  <a:pt x="113157" y="162507"/>
                </a:lnTo>
                <a:cubicBezTo>
                  <a:pt x="113788" y="163550"/>
                  <a:pt x="114620" y="164290"/>
                  <a:pt x="115672" y="164711"/>
                </a:cubicBezTo>
                <a:cubicBezTo>
                  <a:pt x="116723" y="164912"/>
                  <a:pt x="117766" y="164811"/>
                  <a:pt x="118817" y="164391"/>
                </a:cubicBezTo>
                <a:lnTo>
                  <a:pt x="126361" y="161565"/>
                </a:lnTo>
                <a:cubicBezTo>
                  <a:pt x="128455" y="163870"/>
                  <a:pt x="130860" y="165753"/>
                  <a:pt x="133585" y="167225"/>
                </a:cubicBezTo>
                <a:cubicBezTo>
                  <a:pt x="136310" y="168899"/>
                  <a:pt x="139245" y="169941"/>
                  <a:pt x="142390" y="170362"/>
                </a:cubicBezTo>
                <a:close/>
                <a:moveTo>
                  <a:pt x="133905" y="153080"/>
                </a:moveTo>
                <a:cubicBezTo>
                  <a:pt x="129506" y="148462"/>
                  <a:pt x="127303" y="142912"/>
                  <a:pt x="127303" y="136419"/>
                </a:cubicBezTo>
                <a:cubicBezTo>
                  <a:pt x="127303" y="129918"/>
                  <a:pt x="129506" y="124368"/>
                  <a:pt x="133905" y="119759"/>
                </a:cubicBezTo>
                <a:cubicBezTo>
                  <a:pt x="138513" y="115361"/>
                  <a:pt x="144064" y="113157"/>
                  <a:pt x="150565" y="113157"/>
                </a:cubicBezTo>
                <a:cubicBezTo>
                  <a:pt x="157057" y="113157"/>
                  <a:pt x="162608" y="115361"/>
                  <a:pt x="167225" y="119759"/>
                </a:cubicBezTo>
                <a:cubicBezTo>
                  <a:pt x="171834" y="124368"/>
                  <a:pt x="174138" y="129918"/>
                  <a:pt x="174138" y="136419"/>
                </a:cubicBezTo>
                <a:cubicBezTo>
                  <a:pt x="174138" y="142912"/>
                  <a:pt x="171834" y="148462"/>
                  <a:pt x="167225" y="153080"/>
                </a:cubicBezTo>
                <a:cubicBezTo>
                  <a:pt x="162608" y="157688"/>
                  <a:pt x="157057" y="159993"/>
                  <a:pt x="150565" y="159993"/>
                </a:cubicBezTo>
                <a:cubicBezTo>
                  <a:pt x="144064" y="159993"/>
                  <a:pt x="138513" y="157688"/>
                  <a:pt x="133905" y="153080"/>
                </a:cubicBezTo>
                <a:close/>
                <a:moveTo>
                  <a:pt x="81729" y="219712"/>
                </a:moveTo>
                <a:cubicBezTo>
                  <a:pt x="69778" y="208812"/>
                  <a:pt x="60561" y="196349"/>
                  <a:pt x="54068" y="182313"/>
                </a:cubicBezTo>
                <a:cubicBezTo>
                  <a:pt x="47357" y="168058"/>
                  <a:pt x="44010" y="153391"/>
                  <a:pt x="44010" y="138303"/>
                </a:cubicBezTo>
                <a:cubicBezTo>
                  <a:pt x="44010" y="108548"/>
                  <a:pt x="54379" y="83293"/>
                  <a:pt x="75127" y="62554"/>
                </a:cubicBezTo>
                <a:cubicBezTo>
                  <a:pt x="95866" y="41806"/>
                  <a:pt x="121121" y="31437"/>
                  <a:pt x="150876" y="31437"/>
                </a:cubicBezTo>
                <a:cubicBezTo>
                  <a:pt x="175391" y="31437"/>
                  <a:pt x="197190" y="38771"/>
                  <a:pt x="216256" y="53438"/>
                </a:cubicBezTo>
                <a:cubicBezTo>
                  <a:pt x="235531" y="67894"/>
                  <a:pt x="248104" y="86758"/>
                  <a:pt x="253975" y="110011"/>
                </a:cubicBezTo>
                <a:lnTo>
                  <a:pt x="269373" y="171304"/>
                </a:lnTo>
                <a:cubicBezTo>
                  <a:pt x="270004" y="174029"/>
                  <a:pt x="269483" y="176543"/>
                  <a:pt x="267809" y="178847"/>
                </a:cubicBezTo>
                <a:cubicBezTo>
                  <a:pt x="265917" y="181152"/>
                  <a:pt x="263512" y="182313"/>
                  <a:pt x="260577" y="182313"/>
                </a:cubicBezTo>
                <a:lnTo>
                  <a:pt x="232605" y="182313"/>
                </a:lnTo>
                <a:lnTo>
                  <a:pt x="232605" y="226945"/>
                </a:lnTo>
                <a:cubicBezTo>
                  <a:pt x="232605" y="231974"/>
                  <a:pt x="230822" y="236272"/>
                  <a:pt x="227256" y="239829"/>
                </a:cubicBezTo>
                <a:cubicBezTo>
                  <a:pt x="223699" y="243395"/>
                  <a:pt x="219401" y="245178"/>
                  <a:pt x="214372" y="245178"/>
                </a:cubicBezTo>
                <a:lnTo>
                  <a:pt x="182313" y="245178"/>
                </a:lnTo>
                <a:lnTo>
                  <a:pt x="182313" y="263091"/>
                </a:lnTo>
                <a:cubicBezTo>
                  <a:pt x="182313" y="265185"/>
                  <a:pt x="181572" y="266858"/>
                  <a:pt x="180109" y="268120"/>
                </a:cubicBezTo>
                <a:cubicBezTo>
                  <a:pt x="178847" y="269583"/>
                  <a:pt x="177174" y="270324"/>
                  <a:pt x="175080" y="270324"/>
                </a:cubicBezTo>
                <a:cubicBezTo>
                  <a:pt x="172986" y="270324"/>
                  <a:pt x="171304" y="269583"/>
                  <a:pt x="170051" y="268120"/>
                </a:cubicBezTo>
                <a:cubicBezTo>
                  <a:pt x="168789" y="266858"/>
                  <a:pt x="168167" y="265185"/>
                  <a:pt x="168167" y="263091"/>
                </a:cubicBezTo>
                <a:lnTo>
                  <a:pt x="168167" y="240149"/>
                </a:lnTo>
                <a:cubicBezTo>
                  <a:pt x="168167" y="237424"/>
                  <a:pt x="168999" y="235220"/>
                  <a:pt x="170682" y="233547"/>
                </a:cubicBezTo>
                <a:cubicBezTo>
                  <a:pt x="172355" y="231864"/>
                  <a:pt x="174449" y="231032"/>
                  <a:pt x="176964" y="231032"/>
                </a:cubicBezTo>
                <a:lnTo>
                  <a:pt x="214372" y="231032"/>
                </a:lnTo>
                <a:cubicBezTo>
                  <a:pt x="215625" y="231032"/>
                  <a:pt x="216566" y="230612"/>
                  <a:pt x="217197" y="229770"/>
                </a:cubicBezTo>
                <a:cubicBezTo>
                  <a:pt x="218039" y="229139"/>
                  <a:pt x="218459" y="228198"/>
                  <a:pt x="218459" y="226945"/>
                </a:cubicBezTo>
                <a:lnTo>
                  <a:pt x="218459" y="176964"/>
                </a:lnTo>
                <a:cubicBezTo>
                  <a:pt x="218459" y="174449"/>
                  <a:pt x="219291" y="172355"/>
                  <a:pt x="220974" y="170682"/>
                </a:cubicBezTo>
                <a:cubicBezTo>
                  <a:pt x="222647" y="168999"/>
                  <a:pt x="224741" y="168167"/>
                  <a:pt x="227256" y="168167"/>
                </a:cubicBezTo>
                <a:lnTo>
                  <a:pt x="253664" y="168167"/>
                </a:lnTo>
                <a:lnTo>
                  <a:pt x="240149" y="113468"/>
                </a:lnTo>
                <a:cubicBezTo>
                  <a:pt x="235120" y="93351"/>
                  <a:pt x="224321" y="77011"/>
                  <a:pt x="207770" y="64438"/>
                </a:cubicBezTo>
                <a:cubicBezTo>
                  <a:pt x="191009" y="51865"/>
                  <a:pt x="172044" y="45574"/>
                  <a:pt x="150876" y="45574"/>
                </a:cubicBezTo>
                <a:cubicBezTo>
                  <a:pt x="125099" y="45574"/>
                  <a:pt x="103199" y="54480"/>
                  <a:pt x="85186" y="72292"/>
                </a:cubicBezTo>
                <a:cubicBezTo>
                  <a:pt x="67163" y="90105"/>
                  <a:pt x="58147" y="111904"/>
                  <a:pt x="58147" y="137672"/>
                </a:cubicBezTo>
                <a:cubicBezTo>
                  <a:pt x="58147" y="150876"/>
                  <a:pt x="60872" y="163449"/>
                  <a:pt x="66321" y="175391"/>
                </a:cubicBezTo>
                <a:cubicBezTo>
                  <a:pt x="71771" y="187342"/>
                  <a:pt x="79416" y="197922"/>
                  <a:pt x="89273" y="207139"/>
                </a:cubicBezTo>
                <a:lnTo>
                  <a:pt x="95866" y="213430"/>
                </a:lnTo>
                <a:lnTo>
                  <a:pt x="95866" y="263091"/>
                </a:lnTo>
                <a:cubicBezTo>
                  <a:pt x="95866" y="265185"/>
                  <a:pt x="95244" y="266858"/>
                  <a:pt x="93982" y="268120"/>
                </a:cubicBezTo>
                <a:cubicBezTo>
                  <a:pt x="92519" y="269583"/>
                  <a:pt x="90836" y="270324"/>
                  <a:pt x="88953" y="270324"/>
                </a:cubicBezTo>
                <a:cubicBezTo>
                  <a:pt x="86859" y="270324"/>
                  <a:pt x="85076" y="269583"/>
                  <a:pt x="83613" y="268120"/>
                </a:cubicBezTo>
                <a:cubicBezTo>
                  <a:pt x="82351" y="266858"/>
                  <a:pt x="81729" y="265185"/>
                  <a:pt x="81729" y="263091"/>
                </a:cubicBezTo>
                <a:lnTo>
                  <a:pt x="81729" y="219712"/>
                </a:lnTo>
                <a:close/>
                <a:moveTo>
                  <a:pt x="155905" y="158109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圖說"/>
          <p:cNvSpPr/>
          <p:nvPr/>
        </p:nvSpPr>
        <p:spPr>
          <a:xfrm>
            <a:off x="5522839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思考</a:t>
            </a:r>
            <a:endParaRPr lang="en-US" sz="750" dirty="0"/>
          </a:p>
        </p:txBody>
      </p:sp>
      <p:sp>
        <p:nvSpPr>
          <p:cNvPr id="25" name="圖示 工廠"/>
          <p:cNvSpPr/>
          <p:nvPr/>
        </p:nvSpPr>
        <p:spPr>
          <a:xfrm>
            <a:off x="6222332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9661" y="270324"/>
                </a:moveTo>
                <a:cubicBezTo>
                  <a:pt x="44632" y="270324"/>
                  <a:pt x="40334" y="268541"/>
                  <a:pt x="36777" y="264975"/>
                </a:cubicBezTo>
                <a:cubicBezTo>
                  <a:pt x="33211" y="261418"/>
                  <a:pt x="31437" y="257120"/>
                  <a:pt x="31437" y="252091"/>
                </a:cubicBezTo>
                <a:lnTo>
                  <a:pt x="31437" y="141759"/>
                </a:lnTo>
                <a:cubicBezTo>
                  <a:pt x="31437" y="137992"/>
                  <a:pt x="32479" y="134536"/>
                  <a:pt x="34573" y="131390"/>
                </a:cubicBezTo>
                <a:cubicBezTo>
                  <a:pt x="36466" y="128245"/>
                  <a:pt x="39081" y="126041"/>
                  <a:pt x="42437" y="124788"/>
                </a:cubicBezTo>
                <a:lnTo>
                  <a:pt x="94302" y="103099"/>
                </a:lnTo>
                <a:cubicBezTo>
                  <a:pt x="97228" y="101846"/>
                  <a:pt x="100063" y="102047"/>
                  <a:pt x="102788" y="103730"/>
                </a:cubicBezTo>
                <a:cubicBezTo>
                  <a:pt x="105513" y="105403"/>
                  <a:pt x="106875" y="107817"/>
                  <a:pt x="106875" y="110953"/>
                </a:cubicBezTo>
                <a:lnTo>
                  <a:pt x="106875" y="122584"/>
                </a:lnTo>
                <a:lnTo>
                  <a:pt x="157478" y="102157"/>
                </a:lnTo>
                <a:cubicBezTo>
                  <a:pt x="160413" y="100895"/>
                  <a:pt x="163239" y="101215"/>
                  <a:pt x="165964" y="103099"/>
                </a:cubicBezTo>
                <a:cubicBezTo>
                  <a:pt x="168478" y="104772"/>
                  <a:pt x="169740" y="107287"/>
                  <a:pt x="169740" y="110642"/>
                </a:cubicBezTo>
                <a:lnTo>
                  <a:pt x="169740" y="132021"/>
                </a:lnTo>
                <a:lnTo>
                  <a:pt x="270324" y="132021"/>
                </a:lnTo>
                <a:lnTo>
                  <a:pt x="270324" y="252091"/>
                </a:lnTo>
                <a:cubicBezTo>
                  <a:pt x="270324" y="257120"/>
                  <a:pt x="268541" y="261418"/>
                  <a:pt x="264975" y="264975"/>
                </a:cubicBezTo>
                <a:cubicBezTo>
                  <a:pt x="261418" y="268541"/>
                  <a:pt x="257120" y="270324"/>
                  <a:pt x="252091" y="270324"/>
                </a:cubicBezTo>
                <a:lnTo>
                  <a:pt x="49661" y="270324"/>
                </a:lnTo>
                <a:close/>
                <a:moveTo>
                  <a:pt x="49661" y="256178"/>
                </a:moveTo>
                <a:lnTo>
                  <a:pt x="252091" y="256178"/>
                </a:lnTo>
                <a:cubicBezTo>
                  <a:pt x="253344" y="256178"/>
                  <a:pt x="254285" y="255758"/>
                  <a:pt x="254916" y="254916"/>
                </a:cubicBezTo>
                <a:cubicBezTo>
                  <a:pt x="255758" y="254285"/>
                  <a:pt x="256178" y="253344"/>
                  <a:pt x="256178" y="252091"/>
                </a:cubicBezTo>
                <a:lnTo>
                  <a:pt x="256178" y="146478"/>
                </a:lnTo>
                <a:lnTo>
                  <a:pt x="155594" y="146478"/>
                </a:lnTo>
                <a:lnTo>
                  <a:pt x="155594" y="118186"/>
                </a:lnTo>
                <a:lnTo>
                  <a:pt x="92729" y="143332"/>
                </a:lnTo>
                <a:lnTo>
                  <a:pt x="92729" y="118497"/>
                </a:lnTo>
                <a:lnTo>
                  <a:pt x="48088" y="138303"/>
                </a:lnTo>
                <a:cubicBezTo>
                  <a:pt x="47256" y="138724"/>
                  <a:pt x="46625" y="139245"/>
                  <a:pt x="46205" y="139876"/>
                </a:cubicBezTo>
                <a:cubicBezTo>
                  <a:pt x="45784" y="140507"/>
                  <a:pt x="45574" y="141238"/>
                  <a:pt x="45574" y="142079"/>
                </a:cubicBezTo>
                <a:lnTo>
                  <a:pt x="45574" y="252091"/>
                </a:lnTo>
                <a:cubicBezTo>
                  <a:pt x="45574" y="253344"/>
                  <a:pt x="45994" y="254285"/>
                  <a:pt x="46836" y="254916"/>
                </a:cubicBezTo>
                <a:cubicBezTo>
                  <a:pt x="47467" y="255758"/>
                  <a:pt x="48408" y="256178"/>
                  <a:pt x="49661" y="256178"/>
                </a:cubicBezTo>
                <a:close/>
                <a:moveTo>
                  <a:pt x="142079" y="223489"/>
                </a:moveTo>
                <a:lnTo>
                  <a:pt x="159682" y="223489"/>
                </a:lnTo>
                <a:lnTo>
                  <a:pt x="159682" y="178847"/>
                </a:lnTo>
                <a:lnTo>
                  <a:pt x="142079" y="178847"/>
                </a:lnTo>
                <a:lnTo>
                  <a:pt x="142079" y="223489"/>
                </a:lnTo>
                <a:close/>
                <a:moveTo>
                  <a:pt x="91787" y="223489"/>
                </a:moveTo>
                <a:lnTo>
                  <a:pt x="109390" y="223489"/>
                </a:lnTo>
                <a:lnTo>
                  <a:pt x="109390" y="178847"/>
                </a:lnTo>
                <a:lnTo>
                  <a:pt x="91787" y="178847"/>
                </a:lnTo>
                <a:lnTo>
                  <a:pt x="91787" y="223489"/>
                </a:lnTo>
                <a:close/>
                <a:moveTo>
                  <a:pt x="192371" y="223489"/>
                </a:moveTo>
                <a:lnTo>
                  <a:pt x="209974" y="223489"/>
                </a:lnTo>
                <a:lnTo>
                  <a:pt x="209974" y="178847"/>
                </a:lnTo>
                <a:lnTo>
                  <a:pt x="192371" y="178847"/>
                </a:lnTo>
                <a:lnTo>
                  <a:pt x="192371" y="223489"/>
                </a:lnTo>
                <a:close/>
                <a:moveTo>
                  <a:pt x="270324" y="132021"/>
                </a:moveTo>
                <a:lnTo>
                  <a:pt x="223799" y="132021"/>
                </a:lnTo>
                <a:lnTo>
                  <a:pt x="235741" y="42748"/>
                </a:lnTo>
                <a:cubicBezTo>
                  <a:pt x="235952" y="40865"/>
                  <a:pt x="236793" y="39292"/>
                  <a:pt x="238256" y="38030"/>
                </a:cubicBezTo>
                <a:cubicBezTo>
                  <a:pt x="239728" y="36777"/>
                  <a:pt x="241301" y="36146"/>
                  <a:pt x="242974" y="36146"/>
                </a:cubicBezTo>
                <a:lnTo>
                  <a:pt x="252402" y="36146"/>
                </a:lnTo>
                <a:cubicBezTo>
                  <a:pt x="254075" y="36146"/>
                  <a:pt x="255547" y="36777"/>
                  <a:pt x="256800" y="38030"/>
                </a:cubicBezTo>
                <a:cubicBezTo>
                  <a:pt x="258062" y="39292"/>
                  <a:pt x="258903" y="40755"/>
                  <a:pt x="259315" y="42437"/>
                </a:cubicBezTo>
                <a:lnTo>
                  <a:pt x="270324" y="132021"/>
                </a:lnTo>
                <a:close/>
                <a:moveTo>
                  <a:pt x="49661" y="256178"/>
                </a:moveTo>
                <a:lnTo>
                  <a:pt x="45574" y="256178"/>
                </a:lnTo>
                <a:lnTo>
                  <a:pt x="256178" y="256178"/>
                </a:lnTo>
                <a:lnTo>
                  <a:pt x="49661" y="256178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圖說"/>
          <p:cNvSpPr/>
          <p:nvPr/>
        </p:nvSpPr>
        <p:spPr>
          <a:xfrm>
            <a:off x="6077560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</a:t>
            </a:r>
            <a:endParaRPr lang="en-US" sz="750" dirty="0"/>
          </a:p>
        </p:txBody>
      </p:sp>
      <p:sp>
        <p:nvSpPr>
          <p:cNvPr id="27" name="圖示 晶圓"/>
          <p:cNvSpPr/>
          <p:nvPr/>
        </p:nvSpPr>
        <p:spPr>
          <a:xfrm>
            <a:off x="6777053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04671" y="267809"/>
                </a:moveTo>
                <a:cubicBezTo>
                  <a:pt x="48527" y="245617"/>
                  <a:pt x="16075" y="186656"/>
                  <a:pt x="27368" y="127358"/>
                </a:cubicBezTo>
                <a:cubicBezTo>
                  <a:pt x="38661" y="68050"/>
                  <a:pt x="90507" y="25146"/>
                  <a:pt x="150876" y="25146"/>
                </a:cubicBezTo>
                <a:cubicBezTo>
                  <a:pt x="211245" y="25146"/>
                  <a:pt x="263091" y="68050"/>
                  <a:pt x="274384" y="127358"/>
                </a:cubicBezTo>
                <a:cubicBezTo>
                  <a:pt x="285677" y="186656"/>
                  <a:pt x="253225" y="245617"/>
                  <a:pt x="197081" y="267809"/>
                </a:cubicBezTo>
                <a:close/>
                <a:moveTo>
                  <a:pt x="194630" y="255236"/>
                </a:moveTo>
                <a:cubicBezTo>
                  <a:pt x="244328" y="234397"/>
                  <a:pt x="272436" y="181399"/>
                  <a:pt x="261811" y="128565"/>
                </a:cubicBezTo>
                <a:cubicBezTo>
                  <a:pt x="251186" y="75731"/>
                  <a:pt x="204771" y="37719"/>
                  <a:pt x="150876" y="37719"/>
                </a:cubicBezTo>
                <a:cubicBezTo>
                  <a:pt x="96981" y="37719"/>
                  <a:pt x="50566" y="75731"/>
                  <a:pt x="39941" y="128565"/>
                </a:cubicBezTo>
                <a:cubicBezTo>
                  <a:pt x="29316" y="181399"/>
                  <a:pt x="57424" y="234397"/>
                  <a:pt x="107122" y="255236"/>
                </a:cubicBezTo>
                <a:close/>
                <a:moveTo>
                  <a:pt x="103730" y="97438"/>
                </a:moveTo>
                <a:lnTo>
                  <a:pt x="135157" y="97438"/>
                </a:lnTo>
                <a:cubicBezTo>
                  <a:pt x="138632" y="97438"/>
                  <a:pt x="141449" y="100255"/>
                  <a:pt x="141449" y="103730"/>
                </a:cubicBezTo>
                <a:lnTo>
                  <a:pt x="141449" y="135157"/>
                </a:lnTo>
                <a:cubicBezTo>
                  <a:pt x="141449" y="138632"/>
                  <a:pt x="138632" y="141449"/>
                  <a:pt x="135157" y="141449"/>
                </a:cubicBezTo>
                <a:lnTo>
                  <a:pt x="103730" y="141449"/>
                </a:lnTo>
                <a:cubicBezTo>
                  <a:pt x="100255" y="141449"/>
                  <a:pt x="97438" y="138632"/>
                  <a:pt x="97438" y="135157"/>
                </a:cubicBezTo>
                <a:lnTo>
                  <a:pt x="97438" y="103730"/>
                </a:lnTo>
                <a:cubicBezTo>
                  <a:pt x="97438" y="100255"/>
                  <a:pt x="100255" y="97438"/>
                  <a:pt x="103730" y="97438"/>
                </a:cubicBezTo>
                <a:close/>
                <a:moveTo>
                  <a:pt x="166595" y="97438"/>
                </a:moveTo>
                <a:lnTo>
                  <a:pt x="198022" y="97438"/>
                </a:lnTo>
                <a:cubicBezTo>
                  <a:pt x="201497" y="97438"/>
                  <a:pt x="204314" y="100255"/>
                  <a:pt x="204314" y="103730"/>
                </a:cubicBezTo>
                <a:lnTo>
                  <a:pt x="204314" y="135157"/>
                </a:lnTo>
                <a:cubicBezTo>
                  <a:pt x="204314" y="138632"/>
                  <a:pt x="201497" y="141449"/>
                  <a:pt x="198022" y="141449"/>
                </a:cubicBezTo>
                <a:lnTo>
                  <a:pt x="166595" y="141449"/>
                </a:lnTo>
                <a:cubicBezTo>
                  <a:pt x="163120" y="141449"/>
                  <a:pt x="160303" y="138632"/>
                  <a:pt x="160303" y="135157"/>
                </a:cubicBezTo>
                <a:lnTo>
                  <a:pt x="160303" y="103730"/>
                </a:lnTo>
                <a:cubicBezTo>
                  <a:pt x="160303" y="100255"/>
                  <a:pt x="163120" y="97438"/>
                  <a:pt x="166595" y="97438"/>
                </a:cubicBezTo>
                <a:close/>
                <a:moveTo>
                  <a:pt x="103730" y="160303"/>
                </a:moveTo>
                <a:lnTo>
                  <a:pt x="135157" y="160303"/>
                </a:lnTo>
                <a:cubicBezTo>
                  <a:pt x="138632" y="160303"/>
                  <a:pt x="141449" y="163120"/>
                  <a:pt x="141449" y="166595"/>
                </a:cubicBezTo>
                <a:lnTo>
                  <a:pt x="141449" y="198022"/>
                </a:lnTo>
                <a:cubicBezTo>
                  <a:pt x="141449" y="201497"/>
                  <a:pt x="138632" y="204314"/>
                  <a:pt x="135157" y="204314"/>
                </a:cubicBezTo>
                <a:lnTo>
                  <a:pt x="103730" y="204314"/>
                </a:lnTo>
                <a:cubicBezTo>
                  <a:pt x="100255" y="204314"/>
                  <a:pt x="97438" y="201497"/>
                  <a:pt x="97438" y="198022"/>
                </a:cubicBezTo>
                <a:lnTo>
                  <a:pt x="97438" y="166595"/>
                </a:lnTo>
                <a:cubicBezTo>
                  <a:pt x="97438" y="163120"/>
                  <a:pt x="100255" y="160303"/>
                  <a:pt x="103730" y="160303"/>
                </a:cubicBezTo>
                <a:close/>
                <a:moveTo>
                  <a:pt x="166595" y="160303"/>
                </a:moveTo>
                <a:lnTo>
                  <a:pt x="198022" y="160303"/>
                </a:lnTo>
                <a:cubicBezTo>
                  <a:pt x="201497" y="160303"/>
                  <a:pt x="204314" y="163120"/>
                  <a:pt x="204314" y="166595"/>
                </a:cubicBezTo>
                <a:lnTo>
                  <a:pt x="204314" y="198022"/>
                </a:lnTo>
                <a:cubicBezTo>
                  <a:pt x="204314" y="201497"/>
                  <a:pt x="201497" y="204314"/>
                  <a:pt x="198022" y="204314"/>
                </a:cubicBezTo>
                <a:lnTo>
                  <a:pt x="166595" y="204314"/>
                </a:lnTo>
                <a:cubicBezTo>
                  <a:pt x="163120" y="204314"/>
                  <a:pt x="160303" y="201497"/>
                  <a:pt x="160303" y="198022"/>
                </a:cubicBezTo>
                <a:lnTo>
                  <a:pt x="160303" y="166595"/>
                </a:lnTo>
                <a:cubicBezTo>
                  <a:pt x="160303" y="163120"/>
                  <a:pt x="163120" y="160303"/>
                  <a:pt x="166595" y="160303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圖說"/>
          <p:cNvSpPr/>
          <p:nvPr/>
        </p:nvSpPr>
        <p:spPr>
          <a:xfrm>
            <a:off x="6632280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</a:t>
            </a:r>
            <a:endParaRPr lang="en-US" sz="750" dirty="0"/>
          </a:p>
        </p:txBody>
      </p:sp>
      <p:sp>
        <p:nvSpPr>
          <p:cNvPr id="29" name="圖示 晶片"/>
          <p:cNvSpPr/>
          <p:nvPr/>
        </p:nvSpPr>
        <p:spPr>
          <a:xfrm>
            <a:off x="7331774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23215" y="169420"/>
                </a:moveTo>
                <a:lnTo>
                  <a:pt x="123215" y="132643"/>
                </a:lnTo>
                <a:cubicBezTo>
                  <a:pt x="123215" y="130128"/>
                  <a:pt x="124157" y="127934"/>
                  <a:pt x="126041" y="126041"/>
                </a:cubicBezTo>
                <a:cubicBezTo>
                  <a:pt x="127723" y="124368"/>
                  <a:pt x="129817" y="123526"/>
                  <a:pt x="132332" y="123526"/>
                </a:cubicBezTo>
                <a:lnTo>
                  <a:pt x="169109" y="123526"/>
                </a:lnTo>
                <a:cubicBezTo>
                  <a:pt x="171624" y="123526"/>
                  <a:pt x="173818" y="124368"/>
                  <a:pt x="175711" y="126041"/>
                </a:cubicBezTo>
                <a:cubicBezTo>
                  <a:pt x="177384" y="127934"/>
                  <a:pt x="178226" y="130128"/>
                  <a:pt x="178226" y="132643"/>
                </a:cubicBezTo>
                <a:lnTo>
                  <a:pt x="178226" y="169420"/>
                </a:lnTo>
                <a:cubicBezTo>
                  <a:pt x="178226" y="171935"/>
                  <a:pt x="177384" y="174029"/>
                  <a:pt x="175711" y="175711"/>
                </a:cubicBezTo>
                <a:cubicBezTo>
                  <a:pt x="173818" y="177595"/>
                  <a:pt x="171624" y="178537"/>
                  <a:pt x="169109" y="178537"/>
                </a:cubicBezTo>
                <a:lnTo>
                  <a:pt x="132332" y="178537"/>
                </a:lnTo>
                <a:cubicBezTo>
                  <a:pt x="129817" y="178537"/>
                  <a:pt x="127723" y="177595"/>
                  <a:pt x="126041" y="175711"/>
                </a:cubicBezTo>
                <a:cubicBezTo>
                  <a:pt x="124157" y="174029"/>
                  <a:pt x="123215" y="171935"/>
                  <a:pt x="123215" y="169420"/>
                </a:cubicBezTo>
                <a:close/>
                <a:moveTo>
                  <a:pt x="137672" y="164080"/>
                </a:moveTo>
                <a:lnTo>
                  <a:pt x="164080" y="164080"/>
                </a:lnTo>
                <a:lnTo>
                  <a:pt x="164080" y="137672"/>
                </a:lnTo>
                <a:lnTo>
                  <a:pt x="137672" y="137672"/>
                </a:lnTo>
                <a:lnTo>
                  <a:pt x="137672" y="164080"/>
                </a:lnTo>
                <a:close/>
                <a:moveTo>
                  <a:pt x="116303" y="247693"/>
                </a:moveTo>
                <a:lnTo>
                  <a:pt x="116303" y="232605"/>
                </a:lnTo>
                <a:lnTo>
                  <a:pt x="87380" y="232605"/>
                </a:lnTo>
                <a:cubicBezTo>
                  <a:pt x="82351" y="232605"/>
                  <a:pt x="78053" y="230822"/>
                  <a:pt x="74496" y="227256"/>
                </a:cubicBezTo>
                <a:cubicBezTo>
                  <a:pt x="70930" y="223699"/>
                  <a:pt x="69156" y="219401"/>
                  <a:pt x="69156" y="214372"/>
                </a:cubicBezTo>
                <a:lnTo>
                  <a:pt x="69156" y="185449"/>
                </a:lnTo>
                <a:lnTo>
                  <a:pt x="54068" y="185449"/>
                </a:lnTo>
                <a:cubicBezTo>
                  <a:pt x="51965" y="185449"/>
                  <a:pt x="50292" y="184718"/>
                  <a:pt x="49039" y="183255"/>
                </a:cubicBezTo>
                <a:cubicBezTo>
                  <a:pt x="47567" y="181993"/>
                  <a:pt x="46836" y="180320"/>
                  <a:pt x="46836" y="178226"/>
                </a:cubicBezTo>
                <a:cubicBezTo>
                  <a:pt x="46836" y="176123"/>
                  <a:pt x="47567" y="174449"/>
                  <a:pt x="49039" y="173197"/>
                </a:cubicBezTo>
                <a:cubicBezTo>
                  <a:pt x="50292" y="171935"/>
                  <a:pt x="51965" y="171304"/>
                  <a:pt x="54068" y="171304"/>
                </a:cubicBezTo>
                <a:lnTo>
                  <a:pt x="69156" y="171304"/>
                </a:lnTo>
                <a:lnTo>
                  <a:pt x="69156" y="129817"/>
                </a:lnTo>
                <a:lnTo>
                  <a:pt x="54068" y="129817"/>
                </a:lnTo>
                <a:cubicBezTo>
                  <a:pt x="51965" y="129817"/>
                  <a:pt x="50292" y="129086"/>
                  <a:pt x="49039" y="127614"/>
                </a:cubicBezTo>
                <a:cubicBezTo>
                  <a:pt x="47567" y="126151"/>
                  <a:pt x="46836" y="124477"/>
                  <a:pt x="46836" y="122584"/>
                </a:cubicBezTo>
                <a:cubicBezTo>
                  <a:pt x="46836" y="120490"/>
                  <a:pt x="47567" y="118817"/>
                  <a:pt x="49039" y="117555"/>
                </a:cubicBezTo>
                <a:cubicBezTo>
                  <a:pt x="50292" y="116092"/>
                  <a:pt x="51965" y="115361"/>
                  <a:pt x="54068" y="115361"/>
                </a:cubicBezTo>
                <a:lnTo>
                  <a:pt x="69156" y="115361"/>
                </a:lnTo>
                <a:lnTo>
                  <a:pt x="69156" y="86438"/>
                </a:lnTo>
                <a:cubicBezTo>
                  <a:pt x="69156" y="81409"/>
                  <a:pt x="70930" y="77111"/>
                  <a:pt x="74496" y="73554"/>
                </a:cubicBezTo>
                <a:cubicBezTo>
                  <a:pt x="78053" y="69988"/>
                  <a:pt x="82351" y="68205"/>
                  <a:pt x="87380" y="68205"/>
                </a:cubicBezTo>
                <a:lnTo>
                  <a:pt x="116303" y="68205"/>
                </a:lnTo>
                <a:lnTo>
                  <a:pt x="116303" y="54068"/>
                </a:lnTo>
                <a:cubicBezTo>
                  <a:pt x="116303" y="51965"/>
                  <a:pt x="117034" y="50292"/>
                  <a:pt x="118497" y="49039"/>
                </a:cubicBezTo>
                <a:cubicBezTo>
                  <a:pt x="119759" y="47567"/>
                  <a:pt x="121432" y="46836"/>
                  <a:pt x="123526" y="46836"/>
                </a:cubicBezTo>
                <a:cubicBezTo>
                  <a:pt x="125629" y="46836"/>
                  <a:pt x="127303" y="47567"/>
                  <a:pt x="128555" y="49039"/>
                </a:cubicBezTo>
                <a:cubicBezTo>
                  <a:pt x="129817" y="50292"/>
                  <a:pt x="130448" y="51965"/>
                  <a:pt x="130448" y="54068"/>
                </a:cubicBezTo>
                <a:lnTo>
                  <a:pt x="130448" y="68205"/>
                </a:lnTo>
                <a:lnTo>
                  <a:pt x="171935" y="68205"/>
                </a:lnTo>
                <a:lnTo>
                  <a:pt x="171935" y="54068"/>
                </a:lnTo>
                <a:cubicBezTo>
                  <a:pt x="171935" y="51965"/>
                  <a:pt x="172666" y="50292"/>
                  <a:pt x="174138" y="49039"/>
                </a:cubicBezTo>
                <a:cubicBezTo>
                  <a:pt x="175601" y="47567"/>
                  <a:pt x="177284" y="46836"/>
                  <a:pt x="179168" y="46836"/>
                </a:cubicBezTo>
                <a:cubicBezTo>
                  <a:pt x="181262" y="46836"/>
                  <a:pt x="182935" y="47567"/>
                  <a:pt x="184197" y="49039"/>
                </a:cubicBezTo>
                <a:cubicBezTo>
                  <a:pt x="185660" y="50292"/>
                  <a:pt x="186391" y="51965"/>
                  <a:pt x="186391" y="54068"/>
                </a:cubicBezTo>
                <a:lnTo>
                  <a:pt x="186391" y="68205"/>
                </a:lnTo>
                <a:lnTo>
                  <a:pt x="215314" y="68205"/>
                </a:lnTo>
                <a:cubicBezTo>
                  <a:pt x="220343" y="68205"/>
                  <a:pt x="224641" y="69988"/>
                  <a:pt x="228198" y="73554"/>
                </a:cubicBezTo>
                <a:cubicBezTo>
                  <a:pt x="231764" y="77111"/>
                  <a:pt x="233547" y="81409"/>
                  <a:pt x="233547" y="86438"/>
                </a:cubicBezTo>
                <a:lnTo>
                  <a:pt x="233547" y="115361"/>
                </a:lnTo>
                <a:lnTo>
                  <a:pt x="247693" y="115361"/>
                </a:lnTo>
                <a:cubicBezTo>
                  <a:pt x="249787" y="115361"/>
                  <a:pt x="251460" y="116092"/>
                  <a:pt x="252722" y="117555"/>
                </a:cubicBezTo>
                <a:cubicBezTo>
                  <a:pt x="254185" y="118817"/>
                  <a:pt x="254916" y="120490"/>
                  <a:pt x="254916" y="122584"/>
                </a:cubicBezTo>
                <a:cubicBezTo>
                  <a:pt x="254916" y="124678"/>
                  <a:pt x="254185" y="126361"/>
                  <a:pt x="252722" y="127614"/>
                </a:cubicBezTo>
                <a:cubicBezTo>
                  <a:pt x="251460" y="129086"/>
                  <a:pt x="249787" y="129817"/>
                  <a:pt x="247693" y="129817"/>
                </a:cubicBezTo>
                <a:lnTo>
                  <a:pt x="233547" y="129817"/>
                </a:lnTo>
                <a:lnTo>
                  <a:pt x="233547" y="171304"/>
                </a:lnTo>
                <a:lnTo>
                  <a:pt x="247693" y="171304"/>
                </a:lnTo>
                <a:cubicBezTo>
                  <a:pt x="249787" y="171304"/>
                  <a:pt x="251460" y="171935"/>
                  <a:pt x="252722" y="173197"/>
                </a:cubicBezTo>
                <a:cubicBezTo>
                  <a:pt x="254185" y="174660"/>
                  <a:pt x="254916" y="176443"/>
                  <a:pt x="254916" y="178537"/>
                </a:cubicBezTo>
                <a:cubicBezTo>
                  <a:pt x="254916" y="180420"/>
                  <a:pt x="254185" y="182103"/>
                  <a:pt x="252722" y="183566"/>
                </a:cubicBezTo>
                <a:cubicBezTo>
                  <a:pt x="251460" y="184828"/>
                  <a:pt x="249787" y="185449"/>
                  <a:pt x="247693" y="185449"/>
                </a:cubicBezTo>
                <a:lnTo>
                  <a:pt x="233547" y="185449"/>
                </a:lnTo>
                <a:lnTo>
                  <a:pt x="233547" y="214372"/>
                </a:lnTo>
                <a:cubicBezTo>
                  <a:pt x="233547" y="219401"/>
                  <a:pt x="231764" y="223699"/>
                  <a:pt x="228198" y="227256"/>
                </a:cubicBezTo>
                <a:cubicBezTo>
                  <a:pt x="224641" y="230822"/>
                  <a:pt x="220343" y="232605"/>
                  <a:pt x="215314" y="232605"/>
                </a:cubicBezTo>
                <a:lnTo>
                  <a:pt x="186391" y="232605"/>
                </a:lnTo>
                <a:lnTo>
                  <a:pt x="186391" y="247693"/>
                </a:lnTo>
                <a:cubicBezTo>
                  <a:pt x="186391" y="249787"/>
                  <a:pt x="185660" y="251460"/>
                  <a:pt x="184197" y="252722"/>
                </a:cubicBezTo>
                <a:cubicBezTo>
                  <a:pt x="182935" y="254185"/>
                  <a:pt x="181262" y="254916"/>
                  <a:pt x="179168" y="254916"/>
                </a:cubicBezTo>
                <a:cubicBezTo>
                  <a:pt x="177074" y="254916"/>
                  <a:pt x="175391" y="254185"/>
                  <a:pt x="174138" y="252722"/>
                </a:cubicBezTo>
                <a:cubicBezTo>
                  <a:pt x="172666" y="251460"/>
                  <a:pt x="171935" y="249787"/>
                  <a:pt x="171935" y="247693"/>
                </a:cubicBezTo>
                <a:lnTo>
                  <a:pt x="171935" y="232605"/>
                </a:lnTo>
                <a:lnTo>
                  <a:pt x="130448" y="232605"/>
                </a:lnTo>
                <a:lnTo>
                  <a:pt x="130448" y="247693"/>
                </a:lnTo>
                <a:cubicBezTo>
                  <a:pt x="130448" y="249787"/>
                  <a:pt x="129817" y="251460"/>
                  <a:pt x="128555" y="252722"/>
                </a:cubicBezTo>
                <a:cubicBezTo>
                  <a:pt x="127092" y="254185"/>
                  <a:pt x="125419" y="254916"/>
                  <a:pt x="123526" y="254916"/>
                </a:cubicBezTo>
                <a:cubicBezTo>
                  <a:pt x="121432" y="254916"/>
                  <a:pt x="119649" y="254185"/>
                  <a:pt x="118186" y="252722"/>
                </a:cubicBezTo>
                <a:cubicBezTo>
                  <a:pt x="116933" y="251460"/>
                  <a:pt x="116303" y="249787"/>
                  <a:pt x="116303" y="247693"/>
                </a:cubicBezTo>
                <a:close/>
                <a:moveTo>
                  <a:pt x="215314" y="218459"/>
                </a:moveTo>
                <a:cubicBezTo>
                  <a:pt x="216356" y="218459"/>
                  <a:pt x="217307" y="218039"/>
                  <a:pt x="218139" y="217197"/>
                </a:cubicBezTo>
                <a:cubicBezTo>
                  <a:pt x="218770" y="216356"/>
                  <a:pt x="219081" y="215414"/>
                  <a:pt x="219081" y="214372"/>
                </a:cubicBezTo>
                <a:lnTo>
                  <a:pt x="219081" y="86438"/>
                </a:lnTo>
                <a:cubicBezTo>
                  <a:pt x="219081" y="85396"/>
                  <a:pt x="218770" y="84445"/>
                  <a:pt x="218139" y="83613"/>
                </a:cubicBezTo>
                <a:cubicBezTo>
                  <a:pt x="217307" y="82982"/>
                  <a:pt x="216356" y="82671"/>
                  <a:pt x="215314" y="82671"/>
                </a:cubicBezTo>
                <a:lnTo>
                  <a:pt x="87380" y="82671"/>
                </a:lnTo>
                <a:cubicBezTo>
                  <a:pt x="86338" y="82671"/>
                  <a:pt x="85396" y="82982"/>
                  <a:pt x="84555" y="83613"/>
                </a:cubicBezTo>
                <a:cubicBezTo>
                  <a:pt x="83713" y="84445"/>
                  <a:pt x="83293" y="85396"/>
                  <a:pt x="83293" y="86438"/>
                </a:cubicBezTo>
                <a:lnTo>
                  <a:pt x="83293" y="214372"/>
                </a:lnTo>
                <a:cubicBezTo>
                  <a:pt x="83293" y="215414"/>
                  <a:pt x="83713" y="216356"/>
                  <a:pt x="84555" y="217197"/>
                </a:cubicBezTo>
                <a:cubicBezTo>
                  <a:pt x="85396" y="218039"/>
                  <a:pt x="86338" y="218459"/>
                  <a:pt x="87380" y="218459"/>
                </a:cubicBezTo>
                <a:lnTo>
                  <a:pt x="215314" y="218459"/>
                </a:ln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圖說"/>
          <p:cNvSpPr/>
          <p:nvPr/>
        </p:nvSpPr>
        <p:spPr>
          <a:xfrm>
            <a:off x="7187001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endParaRPr lang="en-US" sz="750" dirty="0"/>
          </a:p>
        </p:txBody>
      </p:sp>
      <p:sp>
        <p:nvSpPr>
          <p:cNvPr id="31" name="圖示 電路板"/>
          <p:cNvSpPr/>
          <p:nvPr/>
        </p:nvSpPr>
        <p:spPr>
          <a:xfrm>
            <a:off x="7886494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3438" y="257751"/>
                </a:moveTo>
                <a:cubicBezTo>
                  <a:pt x="48408" y="257751"/>
                  <a:pt x="44111" y="255968"/>
                  <a:pt x="40544" y="252402"/>
                </a:cubicBezTo>
                <a:cubicBezTo>
                  <a:pt x="36987" y="248845"/>
                  <a:pt x="35204" y="244547"/>
                  <a:pt x="35204" y="239518"/>
                </a:cubicBezTo>
                <a:lnTo>
                  <a:pt x="35204" y="62234"/>
                </a:lnTo>
                <a:cubicBezTo>
                  <a:pt x="35204" y="57205"/>
                  <a:pt x="36987" y="52907"/>
                  <a:pt x="40544" y="49350"/>
                </a:cubicBezTo>
                <a:cubicBezTo>
                  <a:pt x="44111" y="45784"/>
                  <a:pt x="48408" y="44010"/>
                  <a:pt x="53438" y="44010"/>
                </a:cubicBezTo>
                <a:lnTo>
                  <a:pt x="230712" y="44010"/>
                </a:lnTo>
                <a:cubicBezTo>
                  <a:pt x="235741" y="44010"/>
                  <a:pt x="240039" y="45784"/>
                  <a:pt x="243605" y="49350"/>
                </a:cubicBezTo>
                <a:cubicBezTo>
                  <a:pt x="247162" y="52907"/>
                  <a:pt x="248945" y="57205"/>
                  <a:pt x="248945" y="62234"/>
                </a:cubicBezTo>
                <a:lnTo>
                  <a:pt x="248945" y="83613"/>
                </a:lnTo>
                <a:lnTo>
                  <a:pt x="259315" y="83613"/>
                </a:lnTo>
                <a:cubicBezTo>
                  <a:pt x="261418" y="83613"/>
                  <a:pt x="263192" y="84344"/>
                  <a:pt x="264664" y="85807"/>
                </a:cubicBezTo>
                <a:cubicBezTo>
                  <a:pt x="265917" y="87069"/>
                  <a:pt x="266548" y="88743"/>
                  <a:pt x="266548" y="90836"/>
                </a:cubicBezTo>
                <a:cubicBezTo>
                  <a:pt x="266548" y="92940"/>
                  <a:pt x="265917" y="94613"/>
                  <a:pt x="264664" y="95866"/>
                </a:cubicBezTo>
                <a:cubicBezTo>
                  <a:pt x="263192" y="97338"/>
                  <a:pt x="261418" y="98069"/>
                  <a:pt x="259315" y="98069"/>
                </a:cubicBezTo>
                <a:lnTo>
                  <a:pt x="248945" y="98069"/>
                </a:lnTo>
                <a:lnTo>
                  <a:pt x="248945" y="143643"/>
                </a:lnTo>
                <a:lnTo>
                  <a:pt x="259635" y="143643"/>
                </a:lnTo>
                <a:cubicBezTo>
                  <a:pt x="261518" y="143643"/>
                  <a:pt x="263192" y="144384"/>
                  <a:pt x="264664" y="145847"/>
                </a:cubicBezTo>
                <a:cubicBezTo>
                  <a:pt x="265917" y="147109"/>
                  <a:pt x="266548" y="148782"/>
                  <a:pt x="266548" y="150876"/>
                </a:cubicBezTo>
                <a:cubicBezTo>
                  <a:pt x="266548" y="152970"/>
                  <a:pt x="265917" y="154652"/>
                  <a:pt x="264664" y="155905"/>
                </a:cubicBezTo>
                <a:cubicBezTo>
                  <a:pt x="263192" y="157368"/>
                  <a:pt x="261418" y="158109"/>
                  <a:pt x="259315" y="158109"/>
                </a:cubicBezTo>
                <a:lnTo>
                  <a:pt x="248945" y="158109"/>
                </a:lnTo>
                <a:lnTo>
                  <a:pt x="248945" y="203683"/>
                </a:lnTo>
                <a:lnTo>
                  <a:pt x="259635" y="203683"/>
                </a:lnTo>
                <a:cubicBezTo>
                  <a:pt x="261518" y="203683"/>
                  <a:pt x="263192" y="204414"/>
                  <a:pt x="264664" y="205886"/>
                </a:cubicBezTo>
                <a:cubicBezTo>
                  <a:pt x="265917" y="207349"/>
                  <a:pt x="266548" y="209023"/>
                  <a:pt x="266548" y="210916"/>
                </a:cubicBezTo>
                <a:cubicBezTo>
                  <a:pt x="266548" y="213009"/>
                  <a:pt x="265917" y="214793"/>
                  <a:pt x="264664" y="216256"/>
                </a:cubicBezTo>
                <a:cubicBezTo>
                  <a:pt x="263192" y="217517"/>
                  <a:pt x="261418" y="218139"/>
                  <a:pt x="259315" y="218139"/>
                </a:cubicBezTo>
                <a:lnTo>
                  <a:pt x="248945" y="218139"/>
                </a:lnTo>
                <a:lnTo>
                  <a:pt x="248945" y="239518"/>
                </a:lnTo>
                <a:cubicBezTo>
                  <a:pt x="248945" y="244547"/>
                  <a:pt x="247162" y="248845"/>
                  <a:pt x="243605" y="252402"/>
                </a:cubicBezTo>
                <a:cubicBezTo>
                  <a:pt x="240039" y="255968"/>
                  <a:pt x="235741" y="257751"/>
                  <a:pt x="230712" y="257751"/>
                </a:cubicBezTo>
                <a:lnTo>
                  <a:pt x="53438" y="257751"/>
                </a:lnTo>
                <a:close/>
                <a:moveTo>
                  <a:pt x="53438" y="243605"/>
                </a:moveTo>
                <a:lnTo>
                  <a:pt x="230712" y="243605"/>
                </a:lnTo>
                <a:cubicBezTo>
                  <a:pt x="231764" y="243605"/>
                  <a:pt x="232706" y="243185"/>
                  <a:pt x="233547" y="242343"/>
                </a:cubicBezTo>
                <a:cubicBezTo>
                  <a:pt x="234379" y="241502"/>
                  <a:pt x="234800" y="240560"/>
                  <a:pt x="234800" y="239518"/>
                </a:cubicBezTo>
                <a:lnTo>
                  <a:pt x="234800" y="62234"/>
                </a:lnTo>
                <a:cubicBezTo>
                  <a:pt x="234800" y="61192"/>
                  <a:pt x="234379" y="60250"/>
                  <a:pt x="233547" y="59409"/>
                </a:cubicBezTo>
                <a:cubicBezTo>
                  <a:pt x="232706" y="58567"/>
                  <a:pt x="231764" y="58147"/>
                  <a:pt x="230712" y="58147"/>
                </a:cubicBezTo>
                <a:lnTo>
                  <a:pt x="53438" y="58147"/>
                </a:lnTo>
                <a:cubicBezTo>
                  <a:pt x="52386" y="58147"/>
                  <a:pt x="51444" y="58567"/>
                  <a:pt x="50603" y="59409"/>
                </a:cubicBezTo>
                <a:cubicBezTo>
                  <a:pt x="49771" y="60250"/>
                  <a:pt x="49350" y="61192"/>
                  <a:pt x="49350" y="62234"/>
                </a:cubicBezTo>
                <a:lnTo>
                  <a:pt x="49350" y="239518"/>
                </a:lnTo>
                <a:cubicBezTo>
                  <a:pt x="49350" y="240560"/>
                  <a:pt x="49771" y="241502"/>
                  <a:pt x="50603" y="242343"/>
                </a:cubicBezTo>
                <a:cubicBezTo>
                  <a:pt x="51444" y="243185"/>
                  <a:pt x="52386" y="243605"/>
                  <a:pt x="53438" y="243605"/>
                </a:cubicBezTo>
                <a:close/>
                <a:moveTo>
                  <a:pt x="83924" y="218139"/>
                </a:moveTo>
                <a:lnTo>
                  <a:pt x="134847" y="218139"/>
                </a:lnTo>
                <a:cubicBezTo>
                  <a:pt x="137361" y="218139"/>
                  <a:pt x="139455" y="217307"/>
                  <a:pt x="141128" y="215625"/>
                </a:cubicBezTo>
                <a:cubicBezTo>
                  <a:pt x="143021" y="213741"/>
                  <a:pt x="143963" y="211537"/>
                  <a:pt x="143963" y="209023"/>
                </a:cubicBezTo>
                <a:lnTo>
                  <a:pt x="143963" y="173818"/>
                </a:lnTo>
                <a:cubicBezTo>
                  <a:pt x="143963" y="171093"/>
                  <a:pt x="143021" y="168899"/>
                  <a:pt x="141128" y="167225"/>
                </a:cubicBezTo>
                <a:cubicBezTo>
                  <a:pt x="139455" y="165543"/>
                  <a:pt x="137361" y="164711"/>
                  <a:pt x="134847" y="164711"/>
                </a:cubicBezTo>
                <a:lnTo>
                  <a:pt x="83924" y="164711"/>
                </a:lnTo>
                <a:cubicBezTo>
                  <a:pt x="81409" y="164711"/>
                  <a:pt x="79214" y="165543"/>
                  <a:pt x="77322" y="167225"/>
                </a:cubicBezTo>
                <a:cubicBezTo>
                  <a:pt x="75648" y="168899"/>
                  <a:pt x="74807" y="171093"/>
                  <a:pt x="74807" y="173818"/>
                </a:cubicBezTo>
                <a:lnTo>
                  <a:pt x="74807" y="209023"/>
                </a:lnTo>
                <a:cubicBezTo>
                  <a:pt x="74807" y="211537"/>
                  <a:pt x="75648" y="213741"/>
                  <a:pt x="77322" y="215625"/>
                </a:cubicBezTo>
                <a:cubicBezTo>
                  <a:pt x="79214" y="217307"/>
                  <a:pt x="81409" y="218139"/>
                  <a:pt x="83924" y="218139"/>
                </a:cubicBezTo>
                <a:close/>
                <a:moveTo>
                  <a:pt x="165653" y="120701"/>
                </a:moveTo>
                <a:lnTo>
                  <a:pt x="200226" y="120701"/>
                </a:lnTo>
                <a:cubicBezTo>
                  <a:pt x="202741" y="120701"/>
                  <a:pt x="204835" y="119860"/>
                  <a:pt x="206508" y="118186"/>
                </a:cubicBezTo>
                <a:cubicBezTo>
                  <a:pt x="208401" y="116513"/>
                  <a:pt x="209343" y="114419"/>
                  <a:pt x="209343" y="111904"/>
                </a:cubicBezTo>
                <a:lnTo>
                  <a:pt x="209343" y="92729"/>
                </a:lnTo>
                <a:cubicBezTo>
                  <a:pt x="209343" y="90215"/>
                  <a:pt x="208401" y="88011"/>
                  <a:pt x="206508" y="86127"/>
                </a:cubicBezTo>
                <a:cubicBezTo>
                  <a:pt x="204835" y="84445"/>
                  <a:pt x="202741" y="83613"/>
                  <a:pt x="200226" y="83613"/>
                </a:cubicBezTo>
                <a:lnTo>
                  <a:pt x="165653" y="83613"/>
                </a:lnTo>
                <a:cubicBezTo>
                  <a:pt x="163138" y="83613"/>
                  <a:pt x="160934" y="84445"/>
                  <a:pt x="159051" y="86127"/>
                </a:cubicBezTo>
                <a:cubicBezTo>
                  <a:pt x="157368" y="88011"/>
                  <a:pt x="156536" y="90215"/>
                  <a:pt x="156536" y="92729"/>
                </a:cubicBezTo>
                <a:lnTo>
                  <a:pt x="156536" y="111904"/>
                </a:lnTo>
                <a:cubicBezTo>
                  <a:pt x="156536" y="114419"/>
                  <a:pt x="157368" y="116513"/>
                  <a:pt x="159051" y="118186"/>
                </a:cubicBezTo>
                <a:cubicBezTo>
                  <a:pt x="160934" y="119860"/>
                  <a:pt x="163138" y="120701"/>
                  <a:pt x="165653" y="120701"/>
                </a:cubicBezTo>
                <a:close/>
                <a:moveTo>
                  <a:pt x="83924" y="151818"/>
                </a:moveTo>
                <a:lnTo>
                  <a:pt x="134847" y="151818"/>
                </a:lnTo>
                <a:cubicBezTo>
                  <a:pt x="137361" y="151818"/>
                  <a:pt x="139455" y="150977"/>
                  <a:pt x="141128" y="149303"/>
                </a:cubicBezTo>
                <a:cubicBezTo>
                  <a:pt x="143021" y="147630"/>
                  <a:pt x="143963" y="145536"/>
                  <a:pt x="143963" y="143021"/>
                </a:cubicBezTo>
                <a:lnTo>
                  <a:pt x="143963" y="92729"/>
                </a:lnTo>
                <a:cubicBezTo>
                  <a:pt x="143963" y="90215"/>
                  <a:pt x="143021" y="88011"/>
                  <a:pt x="141128" y="86127"/>
                </a:cubicBezTo>
                <a:cubicBezTo>
                  <a:pt x="139455" y="84445"/>
                  <a:pt x="137361" y="83613"/>
                  <a:pt x="134847" y="83613"/>
                </a:cubicBezTo>
                <a:lnTo>
                  <a:pt x="83924" y="83613"/>
                </a:lnTo>
                <a:cubicBezTo>
                  <a:pt x="81409" y="83613"/>
                  <a:pt x="79214" y="84445"/>
                  <a:pt x="77322" y="86127"/>
                </a:cubicBezTo>
                <a:cubicBezTo>
                  <a:pt x="75648" y="88011"/>
                  <a:pt x="74807" y="90215"/>
                  <a:pt x="74807" y="92729"/>
                </a:cubicBezTo>
                <a:lnTo>
                  <a:pt x="74807" y="143021"/>
                </a:lnTo>
                <a:cubicBezTo>
                  <a:pt x="74807" y="145536"/>
                  <a:pt x="75648" y="147630"/>
                  <a:pt x="77322" y="149303"/>
                </a:cubicBezTo>
                <a:cubicBezTo>
                  <a:pt x="79214" y="150977"/>
                  <a:pt x="81409" y="151818"/>
                  <a:pt x="83924" y="151818"/>
                </a:cubicBezTo>
                <a:close/>
                <a:moveTo>
                  <a:pt x="165653" y="218139"/>
                </a:moveTo>
                <a:lnTo>
                  <a:pt x="200226" y="218139"/>
                </a:lnTo>
                <a:cubicBezTo>
                  <a:pt x="202741" y="218139"/>
                  <a:pt x="204835" y="217307"/>
                  <a:pt x="206508" y="215625"/>
                </a:cubicBezTo>
                <a:cubicBezTo>
                  <a:pt x="208401" y="213741"/>
                  <a:pt x="209343" y="211537"/>
                  <a:pt x="209343" y="209023"/>
                </a:cubicBezTo>
                <a:lnTo>
                  <a:pt x="209343" y="142701"/>
                </a:lnTo>
                <a:cubicBezTo>
                  <a:pt x="209343" y="140187"/>
                  <a:pt x="208401" y="137992"/>
                  <a:pt x="206508" y="136099"/>
                </a:cubicBezTo>
                <a:cubicBezTo>
                  <a:pt x="204835" y="134426"/>
                  <a:pt x="202741" y="133585"/>
                  <a:pt x="200226" y="133585"/>
                </a:cubicBezTo>
                <a:lnTo>
                  <a:pt x="165653" y="133585"/>
                </a:lnTo>
                <a:cubicBezTo>
                  <a:pt x="163138" y="133585"/>
                  <a:pt x="160934" y="134426"/>
                  <a:pt x="159051" y="136099"/>
                </a:cubicBezTo>
                <a:cubicBezTo>
                  <a:pt x="157368" y="137992"/>
                  <a:pt x="156536" y="140187"/>
                  <a:pt x="156536" y="142701"/>
                </a:cubicBezTo>
                <a:lnTo>
                  <a:pt x="156536" y="209023"/>
                </a:lnTo>
                <a:cubicBezTo>
                  <a:pt x="156536" y="211537"/>
                  <a:pt x="157368" y="213741"/>
                  <a:pt x="159051" y="215625"/>
                </a:cubicBezTo>
                <a:cubicBezTo>
                  <a:pt x="160934" y="217307"/>
                  <a:pt x="163138" y="218139"/>
                  <a:pt x="165653" y="218139"/>
                </a:cubicBezTo>
                <a:close/>
                <a:moveTo>
                  <a:pt x="49350" y="58147"/>
                </a:moveTo>
                <a:lnTo>
                  <a:pt x="49350" y="243605"/>
                </a:lnTo>
                <a:lnTo>
                  <a:pt x="49350" y="5814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圖說"/>
          <p:cNvSpPr/>
          <p:nvPr/>
        </p:nvSpPr>
        <p:spPr>
          <a:xfrm>
            <a:off x="7741722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電路板</a:t>
            </a:r>
            <a:endParaRPr lang="en-US" sz="750" dirty="0"/>
          </a:p>
        </p:txBody>
      </p:sp>
      <p:sp>
        <p:nvSpPr>
          <p:cNvPr id="33" name="圖示 機台"/>
          <p:cNvSpPr/>
          <p:nvPr/>
        </p:nvSpPr>
        <p:spPr>
          <a:xfrm>
            <a:off x="8441215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7894" y="254285"/>
                </a:moveTo>
                <a:cubicBezTo>
                  <a:pt x="64749" y="254285"/>
                  <a:pt x="62024" y="253243"/>
                  <a:pt x="59719" y="251149"/>
                </a:cubicBezTo>
                <a:cubicBezTo>
                  <a:pt x="57625" y="248845"/>
                  <a:pt x="56583" y="246120"/>
                  <a:pt x="56583" y="242974"/>
                </a:cubicBezTo>
                <a:cubicBezTo>
                  <a:pt x="56583" y="239619"/>
                  <a:pt x="57625" y="236894"/>
                  <a:pt x="59719" y="234800"/>
                </a:cubicBezTo>
                <a:cubicBezTo>
                  <a:pt x="62024" y="232495"/>
                  <a:pt x="64749" y="231343"/>
                  <a:pt x="67894" y="231343"/>
                </a:cubicBezTo>
                <a:lnTo>
                  <a:pt x="95866" y="231343"/>
                </a:lnTo>
                <a:lnTo>
                  <a:pt x="62554" y="119128"/>
                </a:lnTo>
                <a:cubicBezTo>
                  <a:pt x="56263" y="116193"/>
                  <a:pt x="51344" y="112215"/>
                  <a:pt x="47777" y="107186"/>
                </a:cubicBezTo>
                <a:cubicBezTo>
                  <a:pt x="44211" y="102367"/>
                  <a:pt x="42437" y="95866"/>
                  <a:pt x="42437" y="87700"/>
                </a:cubicBezTo>
                <a:cubicBezTo>
                  <a:pt x="42437" y="78684"/>
                  <a:pt x="45683" y="70829"/>
                  <a:pt x="52176" y="64127"/>
                </a:cubicBezTo>
                <a:cubicBezTo>
                  <a:pt x="58887" y="57415"/>
                  <a:pt x="66843" y="54068"/>
                  <a:pt x="76069" y="54068"/>
                </a:cubicBezTo>
                <a:cubicBezTo>
                  <a:pt x="84655" y="54068"/>
                  <a:pt x="91888" y="56583"/>
                  <a:pt x="97759" y="61612"/>
                </a:cubicBezTo>
                <a:cubicBezTo>
                  <a:pt x="103409" y="66431"/>
                  <a:pt x="107186" y="72823"/>
                  <a:pt x="109070" y="80778"/>
                </a:cubicBezTo>
                <a:lnTo>
                  <a:pt x="156216" y="80778"/>
                </a:lnTo>
                <a:lnTo>
                  <a:pt x="156216" y="60661"/>
                </a:lnTo>
                <a:cubicBezTo>
                  <a:pt x="156216" y="58567"/>
                  <a:pt x="156957" y="56894"/>
                  <a:pt x="158420" y="55632"/>
                </a:cubicBezTo>
                <a:cubicBezTo>
                  <a:pt x="159883" y="54169"/>
                  <a:pt x="161565" y="53438"/>
                  <a:pt x="163449" y="53438"/>
                </a:cubicBezTo>
                <a:cubicBezTo>
                  <a:pt x="165333" y="53438"/>
                  <a:pt x="166905" y="54169"/>
                  <a:pt x="168167" y="55632"/>
                </a:cubicBezTo>
                <a:cubicBezTo>
                  <a:pt x="169420" y="57315"/>
                  <a:pt x="170051" y="59098"/>
                  <a:pt x="170051" y="60981"/>
                </a:cubicBezTo>
                <a:lnTo>
                  <a:pt x="170051" y="62865"/>
                </a:lnTo>
                <a:lnTo>
                  <a:pt x="193624" y="40234"/>
                </a:lnTo>
                <a:cubicBezTo>
                  <a:pt x="195298" y="38560"/>
                  <a:pt x="197291" y="37509"/>
                  <a:pt x="199595" y="37088"/>
                </a:cubicBezTo>
                <a:cubicBezTo>
                  <a:pt x="202110" y="36667"/>
                  <a:pt x="204524" y="37088"/>
                  <a:pt x="206828" y="38350"/>
                </a:cubicBezTo>
                <a:lnTo>
                  <a:pt x="255547" y="61612"/>
                </a:lnTo>
                <a:cubicBezTo>
                  <a:pt x="257221" y="62444"/>
                  <a:pt x="258373" y="63597"/>
                  <a:pt x="259004" y="65069"/>
                </a:cubicBezTo>
                <a:cubicBezTo>
                  <a:pt x="259845" y="66742"/>
                  <a:pt x="259845" y="68415"/>
                  <a:pt x="259004" y="70098"/>
                </a:cubicBezTo>
                <a:cubicBezTo>
                  <a:pt x="257952" y="71771"/>
                  <a:pt x="256700" y="72823"/>
                  <a:pt x="255236" y="73234"/>
                </a:cubicBezTo>
                <a:cubicBezTo>
                  <a:pt x="253554" y="73445"/>
                  <a:pt x="251881" y="73134"/>
                  <a:pt x="250207" y="72292"/>
                </a:cubicBezTo>
                <a:lnTo>
                  <a:pt x="201168" y="48719"/>
                </a:lnTo>
                <a:lnTo>
                  <a:pt x="170682" y="78894"/>
                </a:lnTo>
                <a:lnTo>
                  <a:pt x="170682" y="95866"/>
                </a:lnTo>
                <a:lnTo>
                  <a:pt x="201168" y="126672"/>
                </a:lnTo>
                <a:lnTo>
                  <a:pt x="250207" y="102788"/>
                </a:lnTo>
                <a:cubicBezTo>
                  <a:pt x="252091" y="101946"/>
                  <a:pt x="253764" y="101736"/>
                  <a:pt x="255236" y="102157"/>
                </a:cubicBezTo>
                <a:cubicBezTo>
                  <a:pt x="256700" y="102577"/>
                  <a:pt x="257952" y="103620"/>
                  <a:pt x="259004" y="105302"/>
                </a:cubicBezTo>
                <a:cubicBezTo>
                  <a:pt x="259635" y="107186"/>
                  <a:pt x="259635" y="108969"/>
                  <a:pt x="259004" y="110642"/>
                </a:cubicBezTo>
                <a:cubicBezTo>
                  <a:pt x="258373" y="112316"/>
                  <a:pt x="257221" y="113578"/>
                  <a:pt x="255547" y="114419"/>
                </a:cubicBezTo>
                <a:lnTo>
                  <a:pt x="207770" y="136730"/>
                </a:lnTo>
                <a:cubicBezTo>
                  <a:pt x="205255" y="137992"/>
                  <a:pt x="202741" y="138513"/>
                  <a:pt x="200226" y="138303"/>
                </a:cubicBezTo>
                <a:cubicBezTo>
                  <a:pt x="197922" y="138303"/>
                  <a:pt x="195718" y="137361"/>
                  <a:pt x="193624" y="135478"/>
                </a:cubicBezTo>
                <a:lnTo>
                  <a:pt x="170051" y="113157"/>
                </a:lnTo>
                <a:lnTo>
                  <a:pt x="170051" y="114730"/>
                </a:lnTo>
                <a:cubicBezTo>
                  <a:pt x="170051" y="117244"/>
                  <a:pt x="169420" y="119128"/>
                  <a:pt x="168167" y="120390"/>
                </a:cubicBezTo>
                <a:cubicBezTo>
                  <a:pt x="166905" y="121643"/>
                  <a:pt x="165333" y="122274"/>
                  <a:pt x="163449" y="122274"/>
                </a:cubicBezTo>
                <a:cubicBezTo>
                  <a:pt x="161565" y="122274"/>
                  <a:pt x="159883" y="121643"/>
                  <a:pt x="158420" y="120390"/>
                </a:cubicBezTo>
                <a:cubicBezTo>
                  <a:pt x="156957" y="118918"/>
                  <a:pt x="156216" y="117244"/>
                  <a:pt x="156216" y="115361"/>
                </a:cubicBezTo>
                <a:lnTo>
                  <a:pt x="156216" y="94924"/>
                </a:lnTo>
                <a:lnTo>
                  <a:pt x="108439" y="94924"/>
                </a:lnTo>
                <a:cubicBezTo>
                  <a:pt x="108439" y="97859"/>
                  <a:pt x="107607" y="100794"/>
                  <a:pt x="105924" y="103730"/>
                </a:cubicBezTo>
                <a:cubicBezTo>
                  <a:pt x="104461" y="106665"/>
                  <a:pt x="102678" y="108969"/>
                  <a:pt x="100584" y="110642"/>
                </a:cubicBezTo>
                <a:lnTo>
                  <a:pt x="163760" y="231343"/>
                </a:lnTo>
                <a:lnTo>
                  <a:pt x="202110" y="231343"/>
                </a:lnTo>
                <a:cubicBezTo>
                  <a:pt x="205466" y="231343"/>
                  <a:pt x="208191" y="232495"/>
                  <a:pt x="210285" y="234800"/>
                </a:cubicBezTo>
                <a:cubicBezTo>
                  <a:pt x="212589" y="236894"/>
                  <a:pt x="213741" y="239619"/>
                  <a:pt x="213741" y="242974"/>
                </a:cubicBezTo>
                <a:cubicBezTo>
                  <a:pt x="213741" y="246120"/>
                  <a:pt x="212589" y="248845"/>
                  <a:pt x="210285" y="251149"/>
                </a:cubicBezTo>
                <a:cubicBezTo>
                  <a:pt x="208191" y="253243"/>
                  <a:pt x="205466" y="254285"/>
                  <a:pt x="202110" y="254285"/>
                </a:cubicBezTo>
                <a:lnTo>
                  <a:pt x="67894" y="254285"/>
                </a:lnTo>
                <a:close/>
                <a:moveTo>
                  <a:pt x="89895" y="101526"/>
                </a:moveTo>
                <a:cubicBezTo>
                  <a:pt x="93671" y="97759"/>
                  <a:pt x="95555" y="93141"/>
                  <a:pt x="95555" y="87700"/>
                </a:cubicBezTo>
                <a:cubicBezTo>
                  <a:pt x="95555" y="82250"/>
                  <a:pt x="93671" y="77642"/>
                  <a:pt x="89895" y="73865"/>
                </a:cubicBezTo>
                <a:cubicBezTo>
                  <a:pt x="86127" y="70308"/>
                  <a:pt x="81519" y="68525"/>
                  <a:pt x="76069" y="68525"/>
                </a:cubicBezTo>
                <a:cubicBezTo>
                  <a:pt x="70619" y="68525"/>
                  <a:pt x="66011" y="70308"/>
                  <a:pt x="62234" y="73865"/>
                </a:cubicBezTo>
                <a:cubicBezTo>
                  <a:pt x="58467" y="77642"/>
                  <a:pt x="56583" y="82250"/>
                  <a:pt x="56583" y="87700"/>
                </a:cubicBezTo>
                <a:cubicBezTo>
                  <a:pt x="56583" y="93141"/>
                  <a:pt x="58467" y="97759"/>
                  <a:pt x="62234" y="101526"/>
                </a:cubicBezTo>
                <a:cubicBezTo>
                  <a:pt x="66011" y="105302"/>
                  <a:pt x="70619" y="107186"/>
                  <a:pt x="76069" y="107186"/>
                </a:cubicBezTo>
                <a:cubicBezTo>
                  <a:pt x="81519" y="107186"/>
                  <a:pt x="86127" y="105302"/>
                  <a:pt x="89895" y="101526"/>
                </a:cubicBezTo>
                <a:close/>
                <a:moveTo>
                  <a:pt x="111584" y="231343"/>
                </a:moveTo>
                <a:lnTo>
                  <a:pt x="147730" y="231343"/>
                </a:lnTo>
                <a:lnTo>
                  <a:pt x="88322" y="117244"/>
                </a:lnTo>
                <a:cubicBezTo>
                  <a:pt x="87279" y="117875"/>
                  <a:pt x="85707" y="118497"/>
                  <a:pt x="83613" y="119128"/>
                </a:cubicBezTo>
                <a:cubicBezTo>
                  <a:pt x="81308" y="119759"/>
                  <a:pt x="79416" y="120070"/>
                  <a:pt x="77953" y="120070"/>
                </a:cubicBezTo>
                <a:lnTo>
                  <a:pt x="111584" y="231343"/>
                </a:lnTo>
                <a:close/>
                <a:moveTo>
                  <a:pt x="147730" y="231343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圖說"/>
          <p:cNvSpPr/>
          <p:nvPr/>
        </p:nvSpPr>
        <p:spPr>
          <a:xfrm>
            <a:off x="8296443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</a:t>
            </a:r>
            <a:endParaRPr lang="en-US" sz="750" dirty="0"/>
          </a:p>
        </p:txBody>
      </p:sp>
      <p:sp>
        <p:nvSpPr>
          <p:cNvPr id="35" name="圖示 產線"/>
          <p:cNvSpPr/>
          <p:nvPr/>
        </p:nvSpPr>
        <p:spPr>
          <a:xfrm>
            <a:off x="8995936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3176" y="251460"/>
                </a:moveTo>
                <a:cubicBezTo>
                  <a:pt x="54379" y="251460"/>
                  <a:pt x="46936" y="248424"/>
                  <a:pt x="40865" y="242343"/>
                </a:cubicBezTo>
                <a:cubicBezTo>
                  <a:pt x="34784" y="236272"/>
                  <a:pt x="31748" y="228829"/>
                  <a:pt x="31748" y="220032"/>
                </a:cubicBezTo>
                <a:cubicBezTo>
                  <a:pt x="31748" y="211226"/>
                  <a:pt x="34784" y="203783"/>
                  <a:pt x="40865" y="197712"/>
                </a:cubicBezTo>
                <a:cubicBezTo>
                  <a:pt x="46936" y="191631"/>
                  <a:pt x="54379" y="188595"/>
                  <a:pt x="63176" y="188595"/>
                </a:cubicBezTo>
                <a:lnTo>
                  <a:pt x="239198" y="188595"/>
                </a:lnTo>
                <a:cubicBezTo>
                  <a:pt x="248004" y="188595"/>
                  <a:pt x="255438" y="191631"/>
                  <a:pt x="261518" y="197712"/>
                </a:cubicBezTo>
                <a:cubicBezTo>
                  <a:pt x="267599" y="203783"/>
                  <a:pt x="270635" y="211226"/>
                  <a:pt x="270635" y="220032"/>
                </a:cubicBezTo>
                <a:cubicBezTo>
                  <a:pt x="270635" y="228829"/>
                  <a:pt x="267599" y="236272"/>
                  <a:pt x="261518" y="242343"/>
                </a:cubicBezTo>
                <a:cubicBezTo>
                  <a:pt x="255438" y="248424"/>
                  <a:pt x="248004" y="251460"/>
                  <a:pt x="239198" y="251460"/>
                </a:cubicBezTo>
                <a:lnTo>
                  <a:pt x="63176" y="251460"/>
                </a:lnTo>
                <a:close/>
                <a:moveTo>
                  <a:pt x="63176" y="237314"/>
                </a:moveTo>
                <a:lnTo>
                  <a:pt x="239198" y="237314"/>
                </a:lnTo>
                <a:cubicBezTo>
                  <a:pt x="244017" y="237314"/>
                  <a:pt x="248104" y="235641"/>
                  <a:pt x="251460" y="232285"/>
                </a:cubicBezTo>
                <a:cubicBezTo>
                  <a:pt x="254606" y="228929"/>
                  <a:pt x="256178" y="224851"/>
                  <a:pt x="256178" y="220032"/>
                </a:cubicBezTo>
                <a:cubicBezTo>
                  <a:pt x="256178" y="215204"/>
                  <a:pt x="254606" y="211126"/>
                  <a:pt x="251460" y="207770"/>
                </a:cubicBezTo>
                <a:cubicBezTo>
                  <a:pt x="248104" y="204414"/>
                  <a:pt x="244017" y="202741"/>
                  <a:pt x="239198" y="202741"/>
                </a:cubicBezTo>
                <a:lnTo>
                  <a:pt x="63176" y="202741"/>
                </a:lnTo>
                <a:cubicBezTo>
                  <a:pt x="58147" y="202741"/>
                  <a:pt x="54068" y="204414"/>
                  <a:pt x="50923" y="207770"/>
                </a:cubicBezTo>
                <a:cubicBezTo>
                  <a:pt x="47567" y="211126"/>
                  <a:pt x="45894" y="215204"/>
                  <a:pt x="45894" y="220032"/>
                </a:cubicBezTo>
                <a:cubicBezTo>
                  <a:pt x="45894" y="224851"/>
                  <a:pt x="47567" y="228929"/>
                  <a:pt x="50923" y="232285"/>
                </a:cubicBezTo>
                <a:cubicBezTo>
                  <a:pt x="54068" y="235641"/>
                  <a:pt x="58147" y="237314"/>
                  <a:pt x="63176" y="237314"/>
                </a:cubicBezTo>
                <a:close/>
                <a:moveTo>
                  <a:pt x="134847" y="163449"/>
                </a:moveTo>
                <a:cubicBezTo>
                  <a:pt x="132332" y="163449"/>
                  <a:pt x="130128" y="162608"/>
                  <a:pt x="128245" y="160934"/>
                </a:cubicBezTo>
                <a:cubicBezTo>
                  <a:pt x="126571" y="159261"/>
                  <a:pt x="125730" y="157057"/>
                  <a:pt x="125730" y="154332"/>
                </a:cubicBezTo>
                <a:lnTo>
                  <a:pt x="125730" y="59409"/>
                </a:lnTo>
                <a:cubicBezTo>
                  <a:pt x="125730" y="56684"/>
                  <a:pt x="126571" y="54480"/>
                  <a:pt x="128245" y="52807"/>
                </a:cubicBezTo>
                <a:cubicBezTo>
                  <a:pt x="130128" y="51133"/>
                  <a:pt x="132332" y="50292"/>
                  <a:pt x="134847" y="50292"/>
                </a:cubicBezTo>
                <a:lnTo>
                  <a:pt x="229770" y="50292"/>
                </a:lnTo>
                <a:cubicBezTo>
                  <a:pt x="232285" y="50292"/>
                  <a:pt x="234489" y="51133"/>
                  <a:pt x="236372" y="52807"/>
                </a:cubicBezTo>
                <a:cubicBezTo>
                  <a:pt x="238046" y="54690"/>
                  <a:pt x="238887" y="56894"/>
                  <a:pt x="238887" y="59409"/>
                </a:cubicBezTo>
                <a:lnTo>
                  <a:pt x="238887" y="154332"/>
                </a:lnTo>
                <a:cubicBezTo>
                  <a:pt x="238887" y="157057"/>
                  <a:pt x="238046" y="159261"/>
                  <a:pt x="236372" y="160934"/>
                </a:cubicBezTo>
                <a:cubicBezTo>
                  <a:pt x="234489" y="162608"/>
                  <a:pt x="232285" y="163449"/>
                  <a:pt x="229770" y="163449"/>
                </a:cubicBezTo>
                <a:lnTo>
                  <a:pt x="134847" y="163449"/>
                </a:lnTo>
                <a:close/>
                <a:moveTo>
                  <a:pt x="139876" y="149303"/>
                </a:moveTo>
                <a:lnTo>
                  <a:pt x="224430" y="149303"/>
                </a:lnTo>
                <a:lnTo>
                  <a:pt x="224430" y="64438"/>
                </a:lnTo>
                <a:lnTo>
                  <a:pt x="139876" y="64438"/>
                </a:lnTo>
                <a:lnTo>
                  <a:pt x="139876" y="149303"/>
                </a:lnTo>
                <a:close/>
                <a:moveTo>
                  <a:pt x="38350" y="139245"/>
                </a:moveTo>
                <a:cubicBezTo>
                  <a:pt x="36466" y="139245"/>
                  <a:pt x="34784" y="138513"/>
                  <a:pt x="33321" y="137050"/>
                </a:cubicBezTo>
                <a:cubicBezTo>
                  <a:pt x="31849" y="135788"/>
                  <a:pt x="31117" y="134115"/>
                  <a:pt x="31117" y="132021"/>
                </a:cubicBezTo>
                <a:cubicBezTo>
                  <a:pt x="31117" y="129918"/>
                  <a:pt x="31849" y="128245"/>
                  <a:pt x="33321" y="126992"/>
                </a:cubicBezTo>
                <a:cubicBezTo>
                  <a:pt x="34573" y="125520"/>
                  <a:pt x="36256" y="124788"/>
                  <a:pt x="38350" y="124788"/>
                </a:cubicBezTo>
                <a:lnTo>
                  <a:pt x="97759" y="124788"/>
                </a:lnTo>
                <a:cubicBezTo>
                  <a:pt x="99852" y="124788"/>
                  <a:pt x="101526" y="125520"/>
                  <a:pt x="102788" y="126992"/>
                </a:cubicBezTo>
                <a:cubicBezTo>
                  <a:pt x="104251" y="128245"/>
                  <a:pt x="104982" y="129918"/>
                  <a:pt x="104982" y="132021"/>
                </a:cubicBezTo>
                <a:cubicBezTo>
                  <a:pt x="104982" y="134115"/>
                  <a:pt x="104251" y="135889"/>
                  <a:pt x="102788" y="137361"/>
                </a:cubicBezTo>
                <a:cubicBezTo>
                  <a:pt x="101526" y="138614"/>
                  <a:pt x="99852" y="139245"/>
                  <a:pt x="97759" y="139245"/>
                </a:cubicBezTo>
                <a:lnTo>
                  <a:pt x="38350" y="139245"/>
                </a:lnTo>
                <a:close/>
                <a:moveTo>
                  <a:pt x="164080" y="101526"/>
                </a:moveTo>
                <a:lnTo>
                  <a:pt x="200537" y="101526"/>
                </a:lnTo>
                <a:cubicBezTo>
                  <a:pt x="202631" y="101526"/>
                  <a:pt x="204314" y="100794"/>
                  <a:pt x="205566" y="99331"/>
                </a:cubicBezTo>
                <a:cubicBezTo>
                  <a:pt x="207038" y="98069"/>
                  <a:pt x="207770" y="96396"/>
                  <a:pt x="207770" y="94302"/>
                </a:cubicBezTo>
                <a:cubicBezTo>
                  <a:pt x="207770" y="92199"/>
                  <a:pt x="207038" y="90526"/>
                  <a:pt x="205566" y="89273"/>
                </a:cubicBezTo>
                <a:cubicBezTo>
                  <a:pt x="204314" y="87801"/>
                  <a:pt x="202631" y="87069"/>
                  <a:pt x="200537" y="87069"/>
                </a:cubicBezTo>
                <a:lnTo>
                  <a:pt x="164080" y="87069"/>
                </a:lnTo>
                <a:cubicBezTo>
                  <a:pt x="161986" y="87069"/>
                  <a:pt x="160303" y="87801"/>
                  <a:pt x="159051" y="89273"/>
                </a:cubicBezTo>
                <a:cubicBezTo>
                  <a:pt x="157579" y="90526"/>
                  <a:pt x="156847" y="92199"/>
                  <a:pt x="156847" y="94302"/>
                </a:cubicBezTo>
                <a:cubicBezTo>
                  <a:pt x="156847" y="96396"/>
                  <a:pt x="157579" y="98069"/>
                  <a:pt x="159051" y="99331"/>
                </a:cubicBezTo>
                <a:cubicBezTo>
                  <a:pt x="160303" y="100794"/>
                  <a:pt x="161986" y="101526"/>
                  <a:pt x="164080" y="101526"/>
                </a:cubicBezTo>
                <a:close/>
                <a:moveTo>
                  <a:pt x="64127" y="101526"/>
                </a:moveTo>
                <a:cubicBezTo>
                  <a:pt x="62024" y="101526"/>
                  <a:pt x="60250" y="100794"/>
                  <a:pt x="58778" y="99331"/>
                </a:cubicBezTo>
                <a:cubicBezTo>
                  <a:pt x="57525" y="98069"/>
                  <a:pt x="56894" y="96396"/>
                  <a:pt x="56894" y="94302"/>
                </a:cubicBezTo>
                <a:cubicBezTo>
                  <a:pt x="56894" y="92199"/>
                  <a:pt x="57525" y="90526"/>
                  <a:pt x="58778" y="89273"/>
                </a:cubicBezTo>
                <a:cubicBezTo>
                  <a:pt x="60250" y="87801"/>
                  <a:pt x="61923" y="87069"/>
                  <a:pt x="63807" y="87069"/>
                </a:cubicBezTo>
                <a:lnTo>
                  <a:pt x="99642" y="87069"/>
                </a:lnTo>
                <a:cubicBezTo>
                  <a:pt x="101736" y="87069"/>
                  <a:pt x="103519" y="87801"/>
                  <a:pt x="104982" y="89273"/>
                </a:cubicBezTo>
                <a:cubicBezTo>
                  <a:pt x="106244" y="90526"/>
                  <a:pt x="106875" y="92199"/>
                  <a:pt x="106875" y="94302"/>
                </a:cubicBezTo>
                <a:cubicBezTo>
                  <a:pt x="106875" y="96396"/>
                  <a:pt x="106244" y="98069"/>
                  <a:pt x="104982" y="99331"/>
                </a:cubicBezTo>
                <a:cubicBezTo>
                  <a:pt x="103519" y="100794"/>
                  <a:pt x="101736" y="101526"/>
                  <a:pt x="99642" y="101526"/>
                </a:cubicBezTo>
                <a:lnTo>
                  <a:pt x="64127" y="101526"/>
                </a:lnTo>
                <a:close/>
                <a:moveTo>
                  <a:pt x="139876" y="149303"/>
                </a:moveTo>
                <a:lnTo>
                  <a:pt x="139876" y="64438"/>
                </a:lnTo>
                <a:lnTo>
                  <a:pt x="139876" y="149303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圖說"/>
          <p:cNvSpPr/>
          <p:nvPr/>
        </p:nvSpPr>
        <p:spPr>
          <a:xfrm>
            <a:off x="8851163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</a:t>
            </a:r>
            <a:endParaRPr lang="en-US" sz="750" dirty="0"/>
          </a:p>
        </p:txBody>
      </p:sp>
      <p:sp>
        <p:nvSpPr>
          <p:cNvPr id="37" name="圖示 維修"/>
          <p:cNvSpPr/>
          <p:nvPr/>
        </p:nvSpPr>
        <p:spPr>
          <a:xfrm>
            <a:off x="9550657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10953" y="183255"/>
                </a:moveTo>
                <a:cubicBezTo>
                  <a:pt x="91257" y="183255"/>
                  <a:pt x="74597" y="176333"/>
                  <a:pt x="60981" y="162507"/>
                </a:cubicBezTo>
                <a:cubicBezTo>
                  <a:pt x="47146" y="148883"/>
                  <a:pt x="40234" y="132332"/>
                  <a:pt x="40234" y="112846"/>
                </a:cubicBezTo>
                <a:cubicBezTo>
                  <a:pt x="40234" y="109280"/>
                  <a:pt x="40544" y="105924"/>
                  <a:pt x="41175" y="102788"/>
                </a:cubicBezTo>
                <a:cubicBezTo>
                  <a:pt x="41596" y="99642"/>
                  <a:pt x="42437" y="96396"/>
                  <a:pt x="43690" y="93040"/>
                </a:cubicBezTo>
                <a:cubicBezTo>
                  <a:pt x="44111" y="91577"/>
                  <a:pt x="44952" y="90425"/>
                  <a:pt x="46205" y="89584"/>
                </a:cubicBezTo>
                <a:cubicBezTo>
                  <a:pt x="47256" y="88743"/>
                  <a:pt x="48509" y="88112"/>
                  <a:pt x="49981" y="87700"/>
                </a:cubicBezTo>
                <a:cubicBezTo>
                  <a:pt x="51234" y="87279"/>
                  <a:pt x="52596" y="87279"/>
                  <a:pt x="54068" y="87700"/>
                </a:cubicBezTo>
                <a:cubicBezTo>
                  <a:pt x="55532" y="88112"/>
                  <a:pt x="56784" y="88852"/>
                  <a:pt x="57836" y="89895"/>
                </a:cubicBezTo>
                <a:lnTo>
                  <a:pt x="93351" y="125099"/>
                </a:lnTo>
                <a:lnTo>
                  <a:pt x="124788" y="94924"/>
                </a:lnTo>
                <a:lnTo>
                  <a:pt x="88642" y="58467"/>
                </a:lnTo>
                <a:cubicBezTo>
                  <a:pt x="87380" y="57415"/>
                  <a:pt x="86649" y="56162"/>
                  <a:pt x="86438" y="54690"/>
                </a:cubicBezTo>
                <a:cubicBezTo>
                  <a:pt x="86018" y="53227"/>
                  <a:pt x="86018" y="51865"/>
                  <a:pt x="86438" y="50603"/>
                </a:cubicBezTo>
                <a:cubicBezTo>
                  <a:pt x="86859" y="49140"/>
                  <a:pt x="87490" y="47988"/>
                  <a:pt x="88322" y="47146"/>
                </a:cubicBezTo>
                <a:cubicBezTo>
                  <a:pt x="89163" y="46104"/>
                  <a:pt x="90315" y="45263"/>
                  <a:pt x="91787" y="44632"/>
                </a:cubicBezTo>
                <a:cubicBezTo>
                  <a:pt x="95134" y="43379"/>
                  <a:pt x="98280" y="42437"/>
                  <a:pt x="101215" y="41806"/>
                </a:cubicBezTo>
                <a:cubicBezTo>
                  <a:pt x="104360" y="41175"/>
                  <a:pt x="107607" y="40865"/>
                  <a:pt x="110953" y="40865"/>
                </a:cubicBezTo>
                <a:cubicBezTo>
                  <a:pt x="130860" y="40865"/>
                  <a:pt x="147840" y="47878"/>
                  <a:pt x="161876" y="61923"/>
                </a:cubicBezTo>
                <a:cubicBezTo>
                  <a:pt x="175921" y="75749"/>
                  <a:pt x="182935" y="92620"/>
                  <a:pt x="182935" y="112526"/>
                </a:cubicBezTo>
                <a:cubicBezTo>
                  <a:pt x="182935" y="118186"/>
                  <a:pt x="182313" y="123426"/>
                  <a:pt x="181051" y="128245"/>
                </a:cubicBezTo>
                <a:cubicBezTo>
                  <a:pt x="180000" y="133274"/>
                  <a:pt x="178436" y="138202"/>
                  <a:pt x="176333" y="143021"/>
                </a:cubicBezTo>
                <a:lnTo>
                  <a:pt x="249256" y="215625"/>
                </a:lnTo>
                <a:cubicBezTo>
                  <a:pt x="254075" y="220444"/>
                  <a:pt x="256489" y="226314"/>
                  <a:pt x="256489" y="233227"/>
                </a:cubicBezTo>
                <a:cubicBezTo>
                  <a:pt x="256489" y="240149"/>
                  <a:pt x="253874" y="246010"/>
                  <a:pt x="248635" y="250829"/>
                </a:cubicBezTo>
                <a:cubicBezTo>
                  <a:pt x="243816" y="255236"/>
                  <a:pt x="238155" y="257431"/>
                  <a:pt x="231654" y="257431"/>
                </a:cubicBezTo>
                <a:cubicBezTo>
                  <a:pt x="224952" y="257431"/>
                  <a:pt x="219191" y="255026"/>
                  <a:pt x="214372" y="250207"/>
                </a:cubicBezTo>
                <a:lnTo>
                  <a:pt x="141128" y="176653"/>
                </a:lnTo>
                <a:cubicBezTo>
                  <a:pt x="136310" y="178537"/>
                  <a:pt x="131390" y="180109"/>
                  <a:pt x="126361" y="181362"/>
                </a:cubicBezTo>
                <a:cubicBezTo>
                  <a:pt x="121542" y="182624"/>
                  <a:pt x="116403" y="183255"/>
                  <a:pt x="110953" y="183255"/>
                </a:cubicBezTo>
                <a:close/>
                <a:moveTo>
                  <a:pt x="110953" y="168789"/>
                </a:moveTo>
                <a:cubicBezTo>
                  <a:pt x="116403" y="168789"/>
                  <a:pt x="122063" y="168058"/>
                  <a:pt x="127934" y="166595"/>
                </a:cubicBezTo>
                <a:cubicBezTo>
                  <a:pt x="133585" y="164912"/>
                  <a:pt x="138724" y="162397"/>
                  <a:pt x="143332" y="159051"/>
                </a:cubicBezTo>
                <a:lnTo>
                  <a:pt x="224741" y="240149"/>
                </a:lnTo>
                <a:cubicBezTo>
                  <a:pt x="226625" y="242243"/>
                  <a:pt x="229039" y="243285"/>
                  <a:pt x="231974" y="243285"/>
                </a:cubicBezTo>
                <a:cubicBezTo>
                  <a:pt x="234909" y="243285"/>
                  <a:pt x="237314" y="242343"/>
                  <a:pt x="239198" y="240460"/>
                </a:cubicBezTo>
                <a:cubicBezTo>
                  <a:pt x="241091" y="238366"/>
                  <a:pt x="242033" y="235851"/>
                  <a:pt x="242033" y="232916"/>
                </a:cubicBezTo>
                <a:cubicBezTo>
                  <a:pt x="242033" y="230191"/>
                  <a:pt x="241091" y="227777"/>
                  <a:pt x="239198" y="225683"/>
                </a:cubicBezTo>
                <a:lnTo>
                  <a:pt x="158731" y="145536"/>
                </a:lnTo>
                <a:cubicBezTo>
                  <a:pt x="162087" y="140918"/>
                  <a:pt x="164601" y="135688"/>
                  <a:pt x="166274" y="129817"/>
                </a:cubicBezTo>
                <a:cubicBezTo>
                  <a:pt x="167957" y="123947"/>
                  <a:pt x="168789" y="118186"/>
                  <a:pt x="168789" y="112526"/>
                </a:cubicBezTo>
                <a:cubicBezTo>
                  <a:pt x="168789" y="96396"/>
                  <a:pt x="162507" y="82351"/>
                  <a:pt x="149934" y="70409"/>
                </a:cubicBezTo>
                <a:cubicBezTo>
                  <a:pt x="137151" y="58677"/>
                  <a:pt x="122063" y="53538"/>
                  <a:pt x="104671" y="55010"/>
                </a:cubicBezTo>
                <a:lnTo>
                  <a:pt x="138614" y="88953"/>
                </a:lnTo>
                <a:cubicBezTo>
                  <a:pt x="140296" y="90836"/>
                  <a:pt x="141128" y="93040"/>
                  <a:pt x="141128" y="95555"/>
                </a:cubicBezTo>
                <a:cubicBezTo>
                  <a:pt x="140918" y="98069"/>
                  <a:pt x="139976" y="100163"/>
                  <a:pt x="138303" y="101846"/>
                </a:cubicBezTo>
                <a:lnTo>
                  <a:pt x="99642" y="138934"/>
                </a:lnTo>
                <a:cubicBezTo>
                  <a:pt x="97759" y="140607"/>
                  <a:pt x="95555" y="141449"/>
                  <a:pt x="93040" y="141449"/>
                </a:cubicBezTo>
                <a:cubicBezTo>
                  <a:pt x="90526" y="141449"/>
                  <a:pt x="88432" y="140607"/>
                  <a:pt x="86758" y="138934"/>
                </a:cubicBezTo>
                <a:lnTo>
                  <a:pt x="54068" y="106244"/>
                </a:lnTo>
                <a:cubicBezTo>
                  <a:pt x="53227" y="125520"/>
                  <a:pt x="58778" y="140717"/>
                  <a:pt x="70720" y="151818"/>
                </a:cubicBezTo>
                <a:cubicBezTo>
                  <a:pt x="82671" y="163138"/>
                  <a:pt x="96076" y="168789"/>
                  <a:pt x="110953" y="168789"/>
                </a:cubicBezTo>
                <a:close/>
                <a:moveTo>
                  <a:pt x="147420" y="14836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圖說"/>
          <p:cNvSpPr/>
          <p:nvPr/>
        </p:nvSpPr>
        <p:spPr>
          <a:xfrm>
            <a:off x="9405884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</a:t>
            </a:r>
            <a:endParaRPr lang="en-US" sz="750" dirty="0"/>
          </a:p>
        </p:txBody>
      </p:sp>
      <p:sp>
        <p:nvSpPr>
          <p:cNvPr id="39" name="圖示 溫度"/>
          <p:cNvSpPr/>
          <p:nvPr/>
        </p:nvSpPr>
        <p:spPr>
          <a:xfrm>
            <a:off x="10105377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5333" y="121332"/>
                </a:moveTo>
                <a:cubicBezTo>
                  <a:pt x="163449" y="121332"/>
                  <a:pt x="161776" y="120701"/>
                  <a:pt x="160303" y="119448"/>
                </a:cubicBezTo>
                <a:cubicBezTo>
                  <a:pt x="159051" y="117976"/>
                  <a:pt x="158420" y="116193"/>
                  <a:pt x="158420" y="114099"/>
                </a:cubicBezTo>
                <a:cubicBezTo>
                  <a:pt x="158420" y="112215"/>
                  <a:pt x="159051" y="110542"/>
                  <a:pt x="160303" y="109070"/>
                </a:cubicBezTo>
                <a:cubicBezTo>
                  <a:pt x="161776" y="107817"/>
                  <a:pt x="163449" y="107186"/>
                  <a:pt x="165333" y="107186"/>
                </a:cubicBezTo>
                <a:lnTo>
                  <a:pt x="220032" y="107186"/>
                </a:lnTo>
                <a:cubicBezTo>
                  <a:pt x="222126" y="107186"/>
                  <a:pt x="223799" y="107817"/>
                  <a:pt x="225061" y="109070"/>
                </a:cubicBezTo>
                <a:cubicBezTo>
                  <a:pt x="226524" y="110542"/>
                  <a:pt x="227256" y="112316"/>
                  <a:pt x="227256" y="114419"/>
                </a:cubicBezTo>
                <a:cubicBezTo>
                  <a:pt x="227256" y="116303"/>
                  <a:pt x="226524" y="117976"/>
                  <a:pt x="225061" y="119448"/>
                </a:cubicBezTo>
                <a:cubicBezTo>
                  <a:pt x="223799" y="120701"/>
                  <a:pt x="222126" y="121332"/>
                  <a:pt x="220032" y="121332"/>
                </a:cubicBezTo>
                <a:lnTo>
                  <a:pt x="165333" y="121332"/>
                </a:lnTo>
                <a:close/>
                <a:moveTo>
                  <a:pt x="165333" y="81729"/>
                </a:moveTo>
                <a:cubicBezTo>
                  <a:pt x="163449" y="81729"/>
                  <a:pt x="161776" y="80988"/>
                  <a:pt x="160303" y="79525"/>
                </a:cubicBezTo>
                <a:cubicBezTo>
                  <a:pt x="159051" y="78263"/>
                  <a:pt x="158420" y="76590"/>
                  <a:pt x="158420" y="74496"/>
                </a:cubicBezTo>
                <a:cubicBezTo>
                  <a:pt x="158420" y="72402"/>
                  <a:pt x="159051" y="70720"/>
                  <a:pt x="160303" y="69467"/>
                </a:cubicBezTo>
                <a:cubicBezTo>
                  <a:pt x="161776" y="68205"/>
                  <a:pt x="163449" y="67583"/>
                  <a:pt x="165333" y="67583"/>
                </a:cubicBezTo>
                <a:lnTo>
                  <a:pt x="250829" y="67583"/>
                </a:lnTo>
                <a:cubicBezTo>
                  <a:pt x="252923" y="67583"/>
                  <a:pt x="254606" y="68205"/>
                  <a:pt x="255858" y="69467"/>
                </a:cubicBezTo>
                <a:cubicBezTo>
                  <a:pt x="257330" y="70930"/>
                  <a:pt x="258062" y="72713"/>
                  <a:pt x="258062" y="74807"/>
                </a:cubicBezTo>
                <a:cubicBezTo>
                  <a:pt x="258062" y="76700"/>
                  <a:pt x="257330" y="78373"/>
                  <a:pt x="255858" y="79836"/>
                </a:cubicBezTo>
                <a:cubicBezTo>
                  <a:pt x="254606" y="81098"/>
                  <a:pt x="252923" y="81729"/>
                  <a:pt x="250829" y="81729"/>
                </a:cubicBezTo>
                <a:lnTo>
                  <a:pt x="165333" y="81729"/>
                </a:lnTo>
                <a:close/>
                <a:moveTo>
                  <a:pt x="58778" y="242343"/>
                </a:moveTo>
                <a:cubicBezTo>
                  <a:pt x="48719" y="232075"/>
                  <a:pt x="43690" y="219611"/>
                  <a:pt x="43690" y="204944"/>
                </a:cubicBezTo>
                <a:cubicBezTo>
                  <a:pt x="43690" y="195508"/>
                  <a:pt x="46104" y="186711"/>
                  <a:pt x="50923" y="178537"/>
                </a:cubicBezTo>
                <a:cubicBezTo>
                  <a:pt x="55742" y="170152"/>
                  <a:pt x="62444" y="163449"/>
                  <a:pt x="71040" y="158420"/>
                </a:cubicBezTo>
                <a:lnTo>
                  <a:pt x="71040" y="69156"/>
                </a:lnTo>
                <a:cubicBezTo>
                  <a:pt x="71040" y="62024"/>
                  <a:pt x="73445" y="56053"/>
                  <a:pt x="78263" y="51234"/>
                </a:cubicBezTo>
                <a:cubicBezTo>
                  <a:pt x="83082" y="46415"/>
                  <a:pt x="88953" y="44010"/>
                  <a:pt x="95866" y="44010"/>
                </a:cubicBezTo>
                <a:cubicBezTo>
                  <a:pt x="102998" y="44010"/>
                  <a:pt x="108969" y="46415"/>
                  <a:pt x="113788" y="51234"/>
                </a:cubicBezTo>
                <a:cubicBezTo>
                  <a:pt x="118607" y="56053"/>
                  <a:pt x="121012" y="62024"/>
                  <a:pt x="121012" y="69156"/>
                </a:cubicBezTo>
                <a:lnTo>
                  <a:pt x="121012" y="158420"/>
                </a:lnTo>
                <a:cubicBezTo>
                  <a:pt x="129607" y="163449"/>
                  <a:pt x="136310" y="170152"/>
                  <a:pt x="141128" y="178537"/>
                </a:cubicBezTo>
                <a:cubicBezTo>
                  <a:pt x="145947" y="186711"/>
                  <a:pt x="148361" y="195508"/>
                  <a:pt x="148361" y="204944"/>
                </a:cubicBezTo>
                <a:cubicBezTo>
                  <a:pt x="148361" y="219611"/>
                  <a:pt x="143332" y="232075"/>
                  <a:pt x="133274" y="242343"/>
                </a:cubicBezTo>
                <a:cubicBezTo>
                  <a:pt x="123005" y="252402"/>
                  <a:pt x="110642" y="257431"/>
                  <a:pt x="96186" y="257431"/>
                </a:cubicBezTo>
                <a:cubicBezTo>
                  <a:pt x="81519" y="257431"/>
                  <a:pt x="69046" y="252402"/>
                  <a:pt x="58778" y="242343"/>
                </a:cubicBezTo>
                <a:close/>
                <a:moveTo>
                  <a:pt x="57836" y="204944"/>
                </a:moveTo>
                <a:lnTo>
                  <a:pt x="134216" y="204944"/>
                </a:lnTo>
                <a:cubicBezTo>
                  <a:pt x="134216" y="197190"/>
                  <a:pt x="132222" y="190058"/>
                  <a:pt x="128245" y="183566"/>
                </a:cubicBezTo>
                <a:cubicBezTo>
                  <a:pt x="124267" y="177074"/>
                  <a:pt x="118817" y="172044"/>
                  <a:pt x="111904" y="168478"/>
                </a:cubicBezTo>
                <a:lnTo>
                  <a:pt x="106875" y="165964"/>
                </a:lnTo>
                <a:lnTo>
                  <a:pt x="106875" y="69156"/>
                </a:lnTo>
                <a:cubicBezTo>
                  <a:pt x="106875" y="66011"/>
                  <a:pt x="105824" y="63386"/>
                  <a:pt x="103730" y="61292"/>
                </a:cubicBezTo>
                <a:cubicBezTo>
                  <a:pt x="101636" y="59198"/>
                  <a:pt x="99121" y="58147"/>
                  <a:pt x="96186" y="58147"/>
                </a:cubicBezTo>
                <a:cubicBezTo>
                  <a:pt x="93040" y="58147"/>
                  <a:pt x="90425" y="59198"/>
                  <a:pt x="88322" y="61292"/>
                </a:cubicBezTo>
                <a:cubicBezTo>
                  <a:pt x="86228" y="63386"/>
                  <a:pt x="85186" y="66011"/>
                  <a:pt x="85186" y="69156"/>
                </a:cubicBezTo>
                <a:lnTo>
                  <a:pt x="85186" y="165964"/>
                </a:lnTo>
                <a:lnTo>
                  <a:pt x="80156" y="168478"/>
                </a:lnTo>
                <a:cubicBezTo>
                  <a:pt x="73234" y="172044"/>
                  <a:pt x="67794" y="177074"/>
                  <a:pt x="63807" y="183566"/>
                </a:cubicBezTo>
                <a:cubicBezTo>
                  <a:pt x="59829" y="190268"/>
                  <a:pt x="57836" y="197401"/>
                  <a:pt x="57836" y="204944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圖說"/>
          <p:cNvSpPr/>
          <p:nvPr/>
        </p:nvSpPr>
        <p:spPr>
          <a:xfrm>
            <a:off x="9960605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750" dirty="0"/>
          </a:p>
        </p:txBody>
      </p:sp>
      <p:sp>
        <p:nvSpPr>
          <p:cNvPr id="41" name="圖示 用水"/>
          <p:cNvSpPr/>
          <p:nvPr/>
        </p:nvSpPr>
        <p:spPr>
          <a:xfrm>
            <a:off x="10660098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83613" y="242663"/>
                </a:moveTo>
                <a:cubicBezTo>
                  <a:pt x="65590" y="224010"/>
                  <a:pt x="56583" y="200958"/>
                  <a:pt x="56583" y="173507"/>
                </a:cubicBezTo>
                <a:cubicBezTo>
                  <a:pt x="56583" y="161145"/>
                  <a:pt x="59409" y="148672"/>
                  <a:pt x="65069" y="136099"/>
                </a:cubicBezTo>
                <a:cubicBezTo>
                  <a:pt x="70720" y="123737"/>
                  <a:pt x="77852" y="111795"/>
                  <a:pt x="86438" y="100273"/>
                </a:cubicBezTo>
                <a:cubicBezTo>
                  <a:pt x="95034" y="88743"/>
                  <a:pt x="104251" y="78053"/>
                  <a:pt x="114099" y="68205"/>
                </a:cubicBezTo>
                <a:cubicBezTo>
                  <a:pt x="123947" y="58147"/>
                  <a:pt x="133173" y="49240"/>
                  <a:pt x="141759" y="41495"/>
                </a:cubicBezTo>
                <a:cubicBezTo>
                  <a:pt x="143021" y="40444"/>
                  <a:pt x="144484" y="39603"/>
                  <a:pt x="146158" y="38981"/>
                </a:cubicBezTo>
                <a:cubicBezTo>
                  <a:pt x="147630" y="38350"/>
                  <a:pt x="149203" y="38030"/>
                  <a:pt x="150876" y="38030"/>
                </a:cubicBezTo>
                <a:cubicBezTo>
                  <a:pt x="152549" y="38030"/>
                  <a:pt x="154122" y="38350"/>
                  <a:pt x="155594" y="38981"/>
                </a:cubicBezTo>
                <a:cubicBezTo>
                  <a:pt x="157268" y="39603"/>
                  <a:pt x="158731" y="40444"/>
                  <a:pt x="159993" y="41495"/>
                </a:cubicBezTo>
                <a:cubicBezTo>
                  <a:pt x="168579" y="49240"/>
                  <a:pt x="177805" y="58147"/>
                  <a:pt x="187653" y="68205"/>
                </a:cubicBezTo>
                <a:cubicBezTo>
                  <a:pt x="197501" y="78053"/>
                  <a:pt x="206718" y="88743"/>
                  <a:pt x="215314" y="100273"/>
                </a:cubicBezTo>
                <a:cubicBezTo>
                  <a:pt x="223900" y="111795"/>
                  <a:pt x="231032" y="123737"/>
                  <a:pt x="236683" y="136099"/>
                </a:cubicBezTo>
                <a:cubicBezTo>
                  <a:pt x="242343" y="148672"/>
                  <a:pt x="245178" y="161145"/>
                  <a:pt x="245178" y="173507"/>
                </a:cubicBezTo>
                <a:cubicBezTo>
                  <a:pt x="245178" y="200958"/>
                  <a:pt x="236162" y="224010"/>
                  <a:pt x="218139" y="242663"/>
                </a:cubicBezTo>
                <a:cubicBezTo>
                  <a:pt x="200116" y="261098"/>
                  <a:pt x="177695" y="270324"/>
                  <a:pt x="150876" y="270324"/>
                </a:cubicBezTo>
                <a:cubicBezTo>
                  <a:pt x="123846" y="270324"/>
                  <a:pt x="101425" y="261098"/>
                  <a:pt x="83613" y="242663"/>
                </a:cubicBezTo>
                <a:close/>
                <a:moveTo>
                  <a:pt x="208081" y="232605"/>
                </a:moveTo>
                <a:cubicBezTo>
                  <a:pt x="223379" y="216887"/>
                  <a:pt x="231032" y="197190"/>
                  <a:pt x="231032" y="173507"/>
                </a:cubicBezTo>
                <a:cubicBezTo>
                  <a:pt x="231032" y="157368"/>
                  <a:pt x="224220" y="138934"/>
                  <a:pt x="210595" y="118186"/>
                </a:cubicBezTo>
                <a:cubicBezTo>
                  <a:pt x="196980" y="97649"/>
                  <a:pt x="177074" y="75749"/>
                  <a:pt x="150876" y="52496"/>
                </a:cubicBezTo>
                <a:cubicBezTo>
                  <a:pt x="124678" y="75749"/>
                  <a:pt x="104772" y="97649"/>
                  <a:pt x="91157" y="118186"/>
                </a:cubicBezTo>
                <a:cubicBezTo>
                  <a:pt x="77532" y="138934"/>
                  <a:pt x="70720" y="157368"/>
                  <a:pt x="70720" y="173507"/>
                </a:cubicBezTo>
                <a:cubicBezTo>
                  <a:pt x="70720" y="197190"/>
                  <a:pt x="78373" y="216887"/>
                  <a:pt x="93671" y="232605"/>
                </a:cubicBezTo>
                <a:cubicBezTo>
                  <a:pt x="108759" y="248314"/>
                  <a:pt x="127824" y="256178"/>
                  <a:pt x="150876" y="256178"/>
                </a:cubicBezTo>
                <a:cubicBezTo>
                  <a:pt x="173928" y="256178"/>
                  <a:pt x="192993" y="248314"/>
                  <a:pt x="208081" y="232605"/>
                </a:cubicBezTo>
                <a:close/>
                <a:moveTo>
                  <a:pt x="150876" y="151818"/>
                </a:moveTo>
                <a:close/>
                <a:moveTo>
                  <a:pt x="151187" y="235120"/>
                </a:moveTo>
                <a:cubicBezTo>
                  <a:pt x="153912" y="235120"/>
                  <a:pt x="156006" y="234589"/>
                  <a:pt x="157478" y="233547"/>
                </a:cubicBezTo>
                <a:cubicBezTo>
                  <a:pt x="158941" y="232706"/>
                  <a:pt x="159682" y="231343"/>
                  <a:pt x="159682" y="229460"/>
                </a:cubicBezTo>
                <a:cubicBezTo>
                  <a:pt x="159682" y="227576"/>
                  <a:pt x="158941" y="226104"/>
                  <a:pt x="157478" y="225061"/>
                </a:cubicBezTo>
                <a:cubicBezTo>
                  <a:pt x="156006" y="224010"/>
                  <a:pt x="153811" y="223489"/>
                  <a:pt x="150876" y="223489"/>
                </a:cubicBezTo>
                <a:cubicBezTo>
                  <a:pt x="142281" y="223699"/>
                  <a:pt x="133063" y="220864"/>
                  <a:pt x="123215" y="215003"/>
                </a:cubicBezTo>
                <a:cubicBezTo>
                  <a:pt x="113578" y="209343"/>
                  <a:pt x="107497" y="199495"/>
                  <a:pt x="104982" y="185449"/>
                </a:cubicBezTo>
                <a:cubicBezTo>
                  <a:pt x="104562" y="183566"/>
                  <a:pt x="103730" y="182103"/>
                  <a:pt x="102468" y="181051"/>
                </a:cubicBezTo>
                <a:cubicBezTo>
                  <a:pt x="101425" y="180000"/>
                  <a:pt x="100163" y="179478"/>
                  <a:pt x="98700" y="179478"/>
                </a:cubicBezTo>
                <a:cubicBezTo>
                  <a:pt x="96817" y="179478"/>
                  <a:pt x="95344" y="180210"/>
                  <a:pt x="94302" y="181682"/>
                </a:cubicBezTo>
                <a:cubicBezTo>
                  <a:pt x="93251" y="183145"/>
                  <a:pt x="92940" y="184828"/>
                  <a:pt x="93351" y="186711"/>
                </a:cubicBezTo>
                <a:cubicBezTo>
                  <a:pt x="96497" y="203893"/>
                  <a:pt x="104040" y="216256"/>
                  <a:pt x="115982" y="223799"/>
                </a:cubicBezTo>
                <a:cubicBezTo>
                  <a:pt x="127934" y="231554"/>
                  <a:pt x="139665" y="235321"/>
                  <a:pt x="151187" y="235120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圖說"/>
          <p:cNvSpPr/>
          <p:nvPr/>
        </p:nvSpPr>
        <p:spPr>
          <a:xfrm>
            <a:off x="10515326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用水</a:t>
            </a:r>
            <a:endParaRPr lang="en-US" sz="750" dirty="0"/>
          </a:p>
        </p:txBody>
      </p:sp>
      <p:sp>
        <p:nvSpPr>
          <p:cNvPr id="43" name="圖示 庫存"/>
          <p:cNvSpPr/>
          <p:nvPr/>
        </p:nvSpPr>
        <p:spPr>
          <a:xfrm>
            <a:off x="11214819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2234" y="270324"/>
                </a:moveTo>
                <a:cubicBezTo>
                  <a:pt x="57205" y="270324"/>
                  <a:pt x="52907" y="268541"/>
                  <a:pt x="49350" y="264975"/>
                </a:cubicBezTo>
                <a:cubicBezTo>
                  <a:pt x="45784" y="261418"/>
                  <a:pt x="44010" y="257120"/>
                  <a:pt x="44010" y="252091"/>
                </a:cubicBezTo>
                <a:lnTo>
                  <a:pt x="44010" y="104040"/>
                </a:lnTo>
                <a:cubicBezTo>
                  <a:pt x="40444" y="102998"/>
                  <a:pt x="37509" y="100794"/>
                  <a:pt x="35204" y="97438"/>
                </a:cubicBezTo>
                <a:cubicBezTo>
                  <a:pt x="32690" y="94302"/>
                  <a:pt x="31437" y="90626"/>
                  <a:pt x="31437" y="86438"/>
                </a:cubicBezTo>
                <a:lnTo>
                  <a:pt x="31437" y="49661"/>
                </a:lnTo>
                <a:cubicBezTo>
                  <a:pt x="31437" y="44632"/>
                  <a:pt x="33211" y="40334"/>
                  <a:pt x="36777" y="36777"/>
                </a:cubicBezTo>
                <a:cubicBezTo>
                  <a:pt x="40334" y="33211"/>
                  <a:pt x="44632" y="31437"/>
                  <a:pt x="49661" y="31437"/>
                </a:cubicBezTo>
                <a:lnTo>
                  <a:pt x="252091" y="31437"/>
                </a:lnTo>
                <a:cubicBezTo>
                  <a:pt x="257120" y="31437"/>
                  <a:pt x="261418" y="33211"/>
                  <a:pt x="264975" y="36777"/>
                </a:cubicBezTo>
                <a:cubicBezTo>
                  <a:pt x="268541" y="40334"/>
                  <a:pt x="270324" y="44632"/>
                  <a:pt x="270324" y="49661"/>
                </a:cubicBezTo>
                <a:lnTo>
                  <a:pt x="270324" y="86438"/>
                </a:lnTo>
                <a:cubicBezTo>
                  <a:pt x="270324" y="90626"/>
                  <a:pt x="269163" y="94302"/>
                  <a:pt x="266858" y="97438"/>
                </a:cubicBezTo>
                <a:cubicBezTo>
                  <a:pt x="264344" y="100794"/>
                  <a:pt x="261308" y="102998"/>
                  <a:pt x="257751" y="104040"/>
                </a:cubicBezTo>
                <a:lnTo>
                  <a:pt x="257751" y="252091"/>
                </a:lnTo>
                <a:cubicBezTo>
                  <a:pt x="257751" y="257120"/>
                  <a:pt x="255968" y="261418"/>
                  <a:pt x="252402" y="264975"/>
                </a:cubicBezTo>
                <a:cubicBezTo>
                  <a:pt x="248845" y="268541"/>
                  <a:pt x="244547" y="270324"/>
                  <a:pt x="239518" y="270324"/>
                </a:cubicBezTo>
                <a:lnTo>
                  <a:pt x="62234" y="270324"/>
                </a:lnTo>
                <a:close/>
                <a:moveTo>
                  <a:pt x="58147" y="104671"/>
                </a:moveTo>
                <a:lnTo>
                  <a:pt x="58147" y="251460"/>
                </a:lnTo>
                <a:cubicBezTo>
                  <a:pt x="58147" y="252923"/>
                  <a:pt x="58677" y="254075"/>
                  <a:pt x="59719" y="254916"/>
                </a:cubicBezTo>
                <a:cubicBezTo>
                  <a:pt x="60561" y="255758"/>
                  <a:pt x="61713" y="256178"/>
                  <a:pt x="63176" y="256178"/>
                </a:cubicBezTo>
                <a:lnTo>
                  <a:pt x="239518" y="256178"/>
                </a:lnTo>
                <a:cubicBezTo>
                  <a:pt x="240771" y="256178"/>
                  <a:pt x="241712" y="255758"/>
                  <a:pt x="242343" y="254916"/>
                </a:cubicBezTo>
                <a:cubicBezTo>
                  <a:pt x="243185" y="254285"/>
                  <a:pt x="243605" y="253344"/>
                  <a:pt x="243605" y="252091"/>
                </a:cubicBezTo>
                <a:lnTo>
                  <a:pt x="243605" y="104671"/>
                </a:lnTo>
                <a:lnTo>
                  <a:pt x="58147" y="104671"/>
                </a:lnTo>
                <a:close/>
                <a:moveTo>
                  <a:pt x="49661" y="90526"/>
                </a:moveTo>
                <a:lnTo>
                  <a:pt x="252091" y="90526"/>
                </a:lnTo>
                <a:cubicBezTo>
                  <a:pt x="253344" y="90526"/>
                  <a:pt x="254285" y="90105"/>
                  <a:pt x="254916" y="89273"/>
                </a:cubicBezTo>
                <a:cubicBezTo>
                  <a:pt x="255758" y="88642"/>
                  <a:pt x="256178" y="87700"/>
                  <a:pt x="256178" y="86438"/>
                </a:cubicBezTo>
                <a:lnTo>
                  <a:pt x="256178" y="49661"/>
                </a:lnTo>
                <a:cubicBezTo>
                  <a:pt x="256178" y="48408"/>
                  <a:pt x="255758" y="47467"/>
                  <a:pt x="254916" y="46836"/>
                </a:cubicBezTo>
                <a:cubicBezTo>
                  <a:pt x="254285" y="45994"/>
                  <a:pt x="253344" y="45574"/>
                  <a:pt x="252091" y="45574"/>
                </a:cubicBezTo>
                <a:lnTo>
                  <a:pt x="49661" y="45574"/>
                </a:lnTo>
                <a:cubicBezTo>
                  <a:pt x="48408" y="45574"/>
                  <a:pt x="47467" y="45994"/>
                  <a:pt x="46836" y="46836"/>
                </a:cubicBezTo>
                <a:cubicBezTo>
                  <a:pt x="45994" y="47467"/>
                  <a:pt x="45574" y="48408"/>
                  <a:pt x="45574" y="49661"/>
                </a:cubicBezTo>
                <a:lnTo>
                  <a:pt x="45574" y="86438"/>
                </a:lnTo>
                <a:cubicBezTo>
                  <a:pt x="45574" y="87700"/>
                  <a:pt x="45994" y="88642"/>
                  <a:pt x="46836" y="89273"/>
                </a:cubicBezTo>
                <a:cubicBezTo>
                  <a:pt x="47467" y="90105"/>
                  <a:pt x="48408" y="90526"/>
                  <a:pt x="49661" y="90526"/>
                </a:cubicBezTo>
                <a:close/>
                <a:moveTo>
                  <a:pt x="122274" y="164391"/>
                </a:moveTo>
                <a:lnTo>
                  <a:pt x="179478" y="164391"/>
                </a:lnTo>
                <a:cubicBezTo>
                  <a:pt x="181362" y="164391"/>
                  <a:pt x="182935" y="163659"/>
                  <a:pt x="184197" y="162196"/>
                </a:cubicBezTo>
                <a:cubicBezTo>
                  <a:pt x="185449" y="160934"/>
                  <a:pt x="186080" y="159362"/>
                  <a:pt x="186080" y="157478"/>
                </a:cubicBezTo>
                <a:cubicBezTo>
                  <a:pt x="186080" y="155594"/>
                  <a:pt x="185449" y="154022"/>
                  <a:pt x="184197" y="152760"/>
                </a:cubicBezTo>
                <a:cubicBezTo>
                  <a:pt x="182935" y="151507"/>
                  <a:pt x="181362" y="150876"/>
                  <a:pt x="179478" y="150876"/>
                </a:cubicBezTo>
                <a:lnTo>
                  <a:pt x="122274" y="150876"/>
                </a:lnTo>
                <a:cubicBezTo>
                  <a:pt x="120390" y="150876"/>
                  <a:pt x="118817" y="151507"/>
                  <a:pt x="117555" y="152760"/>
                </a:cubicBezTo>
                <a:cubicBezTo>
                  <a:pt x="116303" y="154022"/>
                  <a:pt x="115672" y="155594"/>
                  <a:pt x="115672" y="157478"/>
                </a:cubicBezTo>
                <a:cubicBezTo>
                  <a:pt x="115672" y="159362"/>
                  <a:pt x="116303" y="161035"/>
                  <a:pt x="117555" y="162507"/>
                </a:cubicBezTo>
                <a:cubicBezTo>
                  <a:pt x="118817" y="163760"/>
                  <a:pt x="120390" y="164391"/>
                  <a:pt x="122274" y="164391"/>
                </a:cubicBezTo>
                <a:close/>
                <a:moveTo>
                  <a:pt x="150876" y="180420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圖說"/>
          <p:cNvSpPr/>
          <p:nvPr/>
        </p:nvSpPr>
        <p:spPr>
          <a:xfrm>
            <a:off x="11070046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</a:t>
            </a:r>
            <a:endParaRPr lang="en-US" sz="750" dirty="0"/>
          </a:p>
        </p:txBody>
      </p:sp>
      <p:sp>
        <p:nvSpPr>
          <p:cNvPr id="45" name="圖示 包裝"/>
          <p:cNvSpPr/>
          <p:nvPr/>
        </p:nvSpPr>
        <p:spPr>
          <a:xfrm>
            <a:off x="675124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3643" y="252722"/>
                </a:moveTo>
                <a:lnTo>
                  <a:pt x="143643" y="154963"/>
                </a:lnTo>
                <a:lnTo>
                  <a:pt x="58147" y="105613"/>
                </a:lnTo>
                <a:lnTo>
                  <a:pt x="58147" y="201168"/>
                </a:lnTo>
                <a:cubicBezTo>
                  <a:pt x="58147" y="201799"/>
                  <a:pt x="58357" y="202430"/>
                  <a:pt x="58778" y="203052"/>
                </a:cubicBezTo>
                <a:cubicBezTo>
                  <a:pt x="58988" y="203472"/>
                  <a:pt x="59509" y="203893"/>
                  <a:pt x="60350" y="204314"/>
                </a:cubicBezTo>
                <a:lnTo>
                  <a:pt x="143643" y="252722"/>
                </a:lnTo>
                <a:close/>
                <a:moveTo>
                  <a:pt x="158109" y="252722"/>
                </a:moveTo>
                <a:lnTo>
                  <a:pt x="241402" y="204314"/>
                </a:lnTo>
                <a:cubicBezTo>
                  <a:pt x="242243" y="203893"/>
                  <a:pt x="242764" y="203472"/>
                  <a:pt x="242974" y="203052"/>
                </a:cubicBezTo>
                <a:cubicBezTo>
                  <a:pt x="243395" y="202430"/>
                  <a:pt x="243605" y="201799"/>
                  <a:pt x="243605" y="201168"/>
                </a:cubicBezTo>
                <a:lnTo>
                  <a:pt x="243605" y="105302"/>
                </a:lnTo>
                <a:lnTo>
                  <a:pt x="158109" y="154963"/>
                </a:lnTo>
                <a:lnTo>
                  <a:pt x="158109" y="252722"/>
                </a:lnTo>
                <a:close/>
                <a:moveTo>
                  <a:pt x="141759" y="268120"/>
                </a:moveTo>
                <a:lnTo>
                  <a:pt x="53117" y="216887"/>
                </a:lnTo>
                <a:cubicBezTo>
                  <a:pt x="50191" y="215204"/>
                  <a:pt x="47988" y="212900"/>
                  <a:pt x="46525" y="209974"/>
                </a:cubicBezTo>
                <a:cubicBezTo>
                  <a:pt x="44842" y="207249"/>
                  <a:pt x="44010" y="204314"/>
                  <a:pt x="44010" y="201168"/>
                </a:cubicBezTo>
                <a:lnTo>
                  <a:pt x="44010" y="100584"/>
                </a:lnTo>
                <a:cubicBezTo>
                  <a:pt x="44010" y="97438"/>
                  <a:pt x="44842" y="94503"/>
                  <a:pt x="46525" y="91787"/>
                </a:cubicBezTo>
                <a:cubicBezTo>
                  <a:pt x="47988" y="88852"/>
                  <a:pt x="50191" y="86548"/>
                  <a:pt x="53117" y="84865"/>
                </a:cubicBezTo>
                <a:lnTo>
                  <a:pt x="141759" y="33632"/>
                </a:lnTo>
                <a:cubicBezTo>
                  <a:pt x="144695" y="32169"/>
                  <a:pt x="147730" y="31437"/>
                  <a:pt x="150876" y="31437"/>
                </a:cubicBezTo>
                <a:cubicBezTo>
                  <a:pt x="154022" y="31437"/>
                  <a:pt x="157057" y="32169"/>
                  <a:pt x="159993" y="33632"/>
                </a:cubicBezTo>
                <a:lnTo>
                  <a:pt x="248635" y="84865"/>
                </a:lnTo>
                <a:cubicBezTo>
                  <a:pt x="251561" y="86548"/>
                  <a:pt x="253764" y="88852"/>
                  <a:pt x="255236" y="91787"/>
                </a:cubicBezTo>
                <a:cubicBezTo>
                  <a:pt x="256910" y="94503"/>
                  <a:pt x="257751" y="97438"/>
                  <a:pt x="257751" y="100584"/>
                </a:cubicBezTo>
                <a:lnTo>
                  <a:pt x="257751" y="201168"/>
                </a:lnTo>
                <a:cubicBezTo>
                  <a:pt x="257751" y="204314"/>
                  <a:pt x="256910" y="207249"/>
                  <a:pt x="255236" y="209974"/>
                </a:cubicBezTo>
                <a:cubicBezTo>
                  <a:pt x="253764" y="212900"/>
                  <a:pt x="251561" y="215204"/>
                  <a:pt x="248635" y="216887"/>
                </a:cubicBezTo>
                <a:lnTo>
                  <a:pt x="159993" y="268120"/>
                </a:lnTo>
                <a:cubicBezTo>
                  <a:pt x="157057" y="269583"/>
                  <a:pt x="154022" y="270324"/>
                  <a:pt x="150876" y="270324"/>
                </a:cubicBezTo>
                <a:cubicBezTo>
                  <a:pt x="147730" y="270324"/>
                  <a:pt x="144695" y="269583"/>
                  <a:pt x="141759" y="268120"/>
                </a:cubicBezTo>
                <a:close/>
                <a:moveTo>
                  <a:pt x="200226" y="114099"/>
                </a:moveTo>
                <a:lnTo>
                  <a:pt x="235120" y="93671"/>
                </a:lnTo>
                <a:lnTo>
                  <a:pt x="152760" y="46205"/>
                </a:lnTo>
                <a:cubicBezTo>
                  <a:pt x="152138" y="45784"/>
                  <a:pt x="151507" y="45574"/>
                  <a:pt x="150876" y="45574"/>
                </a:cubicBezTo>
                <a:cubicBezTo>
                  <a:pt x="150245" y="45574"/>
                  <a:pt x="149623" y="45784"/>
                  <a:pt x="148992" y="46205"/>
                </a:cubicBezTo>
                <a:lnTo>
                  <a:pt x="116303" y="65069"/>
                </a:lnTo>
                <a:lnTo>
                  <a:pt x="200226" y="114099"/>
                </a:lnTo>
                <a:close/>
                <a:moveTo>
                  <a:pt x="150876" y="142701"/>
                </a:moveTo>
                <a:lnTo>
                  <a:pt x="186080" y="122274"/>
                </a:lnTo>
                <a:lnTo>
                  <a:pt x="101526" y="73554"/>
                </a:lnTo>
                <a:lnTo>
                  <a:pt x="66321" y="93671"/>
                </a:lnTo>
                <a:lnTo>
                  <a:pt x="150876" y="142701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圖說"/>
          <p:cNvSpPr/>
          <p:nvPr/>
        </p:nvSpPr>
        <p:spPr>
          <a:xfrm>
            <a:off x="530352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包裝</a:t>
            </a:r>
            <a:endParaRPr lang="en-US" sz="750" dirty="0"/>
          </a:p>
        </p:txBody>
      </p:sp>
      <p:sp>
        <p:nvSpPr>
          <p:cNvPr id="47" name="圖示 模組"/>
          <p:cNvSpPr/>
          <p:nvPr/>
        </p:nvSpPr>
        <p:spPr>
          <a:xfrm>
            <a:off x="1229845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3643" y="252722"/>
                </a:moveTo>
                <a:lnTo>
                  <a:pt x="143643" y="154963"/>
                </a:lnTo>
                <a:lnTo>
                  <a:pt x="58147" y="105613"/>
                </a:lnTo>
                <a:lnTo>
                  <a:pt x="58147" y="201168"/>
                </a:lnTo>
                <a:cubicBezTo>
                  <a:pt x="58147" y="201799"/>
                  <a:pt x="58357" y="202430"/>
                  <a:pt x="58778" y="203052"/>
                </a:cubicBezTo>
                <a:cubicBezTo>
                  <a:pt x="58988" y="203472"/>
                  <a:pt x="59509" y="203893"/>
                  <a:pt x="60350" y="204314"/>
                </a:cubicBezTo>
                <a:lnTo>
                  <a:pt x="143643" y="252722"/>
                </a:lnTo>
                <a:close/>
                <a:moveTo>
                  <a:pt x="158109" y="252722"/>
                </a:moveTo>
                <a:lnTo>
                  <a:pt x="241402" y="204314"/>
                </a:lnTo>
                <a:cubicBezTo>
                  <a:pt x="242243" y="203893"/>
                  <a:pt x="242764" y="203472"/>
                  <a:pt x="242974" y="203052"/>
                </a:cubicBezTo>
                <a:cubicBezTo>
                  <a:pt x="243395" y="202430"/>
                  <a:pt x="243605" y="201799"/>
                  <a:pt x="243605" y="201168"/>
                </a:cubicBezTo>
                <a:lnTo>
                  <a:pt x="243605" y="105302"/>
                </a:lnTo>
                <a:lnTo>
                  <a:pt x="158109" y="154963"/>
                </a:lnTo>
                <a:lnTo>
                  <a:pt x="158109" y="252722"/>
                </a:lnTo>
                <a:close/>
                <a:moveTo>
                  <a:pt x="150876" y="142701"/>
                </a:moveTo>
                <a:lnTo>
                  <a:pt x="235120" y="93671"/>
                </a:lnTo>
                <a:lnTo>
                  <a:pt x="152760" y="46205"/>
                </a:lnTo>
                <a:cubicBezTo>
                  <a:pt x="152138" y="45784"/>
                  <a:pt x="151507" y="45574"/>
                  <a:pt x="150876" y="45574"/>
                </a:cubicBezTo>
                <a:cubicBezTo>
                  <a:pt x="150245" y="45574"/>
                  <a:pt x="149623" y="45784"/>
                  <a:pt x="148992" y="46205"/>
                </a:cubicBezTo>
                <a:lnTo>
                  <a:pt x="66321" y="93671"/>
                </a:lnTo>
                <a:lnTo>
                  <a:pt x="150876" y="142701"/>
                </a:lnTo>
                <a:close/>
                <a:moveTo>
                  <a:pt x="53117" y="216887"/>
                </a:moveTo>
                <a:cubicBezTo>
                  <a:pt x="50191" y="215204"/>
                  <a:pt x="47878" y="212900"/>
                  <a:pt x="46205" y="209974"/>
                </a:cubicBezTo>
                <a:cubicBezTo>
                  <a:pt x="44742" y="207249"/>
                  <a:pt x="44010" y="204314"/>
                  <a:pt x="44010" y="201168"/>
                </a:cubicBezTo>
                <a:lnTo>
                  <a:pt x="44010" y="100584"/>
                </a:lnTo>
                <a:cubicBezTo>
                  <a:pt x="44010" y="97438"/>
                  <a:pt x="44742" y="94503"/>
                  <a:pt x="46205" y="91787"/>
                </a:cubicBezTo>
                <a:cubicBezTo>
                  <a:pt x="47878" y="88852"/>
                  <a:pt x="50191" y="86548"/>
                  <a:pt x="53117" y="84865"/>
                </a:cubicBezTo>
                <a:lnTo>
                  <a:pt x="141759" y="33632"/>
                </a:lnTo>
                <a:cubicBezTo>
                  <a:pt x="144695" y="32169"/>
                  <a:pt x="147730" y="31437"/>
                  <a:pt x="150876" y="31437"/>
                </a:cubicBezTo>
                <a:cubicBezTo>
                  <a:pt x="154022" y="31437"/>
                  <a:pt x="157057" y="32169"/>
                  <a:pt x="159993" y="33632"/>
                </a:cubicBezTo>
                <a:lnTo>
                  <a:pt x="248635" y="84865"/>
                </a:lnTo>
                <a:cubicBezTo>
                  <a:pt x="251561" y="86548"/>
                  <a:pt x="253874" y="88852"/>
                  <a:pt x="255547" y="91787"/>
                </a:cubicBezTo>
                <a:cubicBezTo>
                  <a:pt x="257010" y="94503"/>
                  <a:pt x="257751" y="97438"/>
                  <a:pt x="257751" y="100584"/>
                </a:cubicBezTo>
                <a:lnTo>
                  <a:pt x="257751" y="201168"/>
                </a:lnTo>
                <a:cubicBezTo>
                  <a:pt x="257751" y="204314"/>
                  <a:pt x="257010" y="207249"/>
                  <a:pt x="255547" y="209974"/>
                </a:cubicBezTo>
                <a:cubicBezTo>
                  <a:pt x="253874" y="212900"/>
                  <a:pt x="251561" y="215204"/>
                  <a:pt x="248635" y="216887"/>
                </a:cubicBezTo>
                <a:lnTo>
                  <a:pt x="159993" y="268120"/>
                </a:lnTo>
                <a:cubicBezTo>
                  <a:pt x="157057" y="269583"/>
                  <a:pt x="154022" y="270324"/>
                  <a:pt x="150876" y="270324"/>
                </a:cubicBezTo>
                <a:cubicBezTo>
                  <a:pt x="147730" y="270324"/>
                  <a:pt x="144695" y="269583"/>
                  <a:pt x="141759" y="268120"/>
                </a:cubicBezTo>
                <a:lnTo>
                  <a:pt x="53117" y="216887"/>
                </a:ln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圖說"/>
          <p:cNvSpPr/>
          <p:nvPr/>
        </p:nvSpPr>
        <p:spPr>
          <a:xfrm>
            <a:off x="1085073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</a:t>
            </a:r>
            <a:endParaRPr lang="en-US" sz="750" dirty="0"/>
          </a:p>
        </p:txBody>
      </p:sp>
      <p:sp>
        <p:nvSpPr>
          <p:cNvPr id="49" name="圖示 已驗證"/>
          <p:cNvSpPr/>
          <p:nvPr/>
        </p:nvSpPr>
        <p:spPr>
          <a:xfrm>
            <a:off x="1784566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7361" y="168789"/>
                </a:moveTo>
                <a:lnTo>
                  <a:pt x="113468" y="143963"/>
                </a:lnTo>
                <a:cubicBezTo>
                  <a:pt x="112215" y="142491"/>
                  <a:pt x="110542" y="141759"/>
                  <a:pt x="108439" y="141759"/>
                </a:cubicBezTo>
                <a:cubicBezTo>
                  <a:pt x="106345" y="141759"/>
                  <a:pt x="104461" y="142390"/>
                  <a:pt x="102788" y="143643"/>
                </a:cubicBezTo>
                <a:cubicBezTo>
                  <a:pt x="101105" y="145326"/>
                  <a:pt x="100273" y="147209"/>
                  <a:pt x="100273" y="149303"/>
                </a:cubicBezTo>
                <a:cubicBezTo>
                  <a:pt x="100273" y="151187"/>
                  <a:pt x="101105" y="152970"/>
                  <a:pt x="102788" y="154652"/>
                </a:cubicBezTo>
                <a:lnTo>
                  <a:pt x="131070" y="182624"/>
                </a:lnTo>
                <a:cubicBezTo>
                  <a:pt x="132963" y="184508"/>
                  <a:pt x="135057" y="185449"/>
                  <a:pt x="137361" y="185449"/>
                </a:cubicBezTo>
                <a:cubicBezTo>
                  <a:pt x="139876" y="185449"/>
                  <a:pt x="142079" y="184508"/>
                  <a:pt x="143963" y="182624"/>
                </a:cubicBezTo>
                <a:lnTo>
                  <a:pt x="198964" y="127934"/>
                </a:lnTo>
                <a:cubicBezTo>
                  <a:pt x="200226" y="126462"/>
                  <a:pt x="200857" y="124678"/>
                  <a:pt x="200857" y="122584"/>
                </a:cubicBezTo>
                <a:cubicBezTo>
                  <a:pt x="201067" y="120490"/>
                  <a:pt x="200327" y="118707"/>
                  <a:pt x="198653" y="117244"/>
                </a:cubicBezTo>
                <a:cubicBezTo>
                  <a:pt x="197190" y="115982"/>
                  <a:pt x="195508" y="115461"/>
                  <a:pt x="193624" y="115672"/>
                </a:cubicBezTo>
                <a:cubicBezTo>
                  <a:pt x="191530" y="115672"/>
                  <a:pt x="189857" y="116303"/>
                  <a:pt x="188595" y="117555"/>
                </a:cubicBezTo>
                <a:lnTo>
                  <a:pt x="137361" y="168789"/>
                </a:lnTo>
                <a:close/>
                <a:moveTo>
                  <a:pt x="107186" y="267809"/>
                </a:moveTo>
                <a:lnTo>
                  <a:pt x="88953" y="236683"/>
                </a:lnTo>
                <a:lnTo>
                  <a:pt x="52807" y="229460"/>
                </a:lnTo>
                <a:cubicBezTo>
                  <a:pt x="50502" y="229039"/>
                  <a:pt x="48619" y="227777"/>
                  <a:pt x="47146" y="225683"/>
                </a:cubicBezTo>
                <a:cubicBezTo>
                  <a:pt x="45683" y="223589"/>
                  <a:pt x="45162" y="221495"/>
                  <a:pt x="45574" y="219401"/>
                </a:cubicBezTo>
                <a:lnTo>
                  <a:pt x="49350" y="183877"/>
                </a:lnTo>
                <a:lnTo>
                  <a:pt x="26088" y="156847"/>
                </a:lnTo>
                <a:cubicBezTo>
                  <a:pt x="24625" y="155384"/>
                  <a:pt x="23893" y="153391"/>
                  <a:pt x="23893" y="150876"/>
                </a:cubicBezTo>
                <a:cubicBezTo>
                  <a:pt x="23893" y="148361"/>
                  <a:pt x="24625" y="146368"/>
                  <a:pt x="26088" y="144905"/>
                </a:cubicBezTo>
                <a:lnTo>
                  <a:pt x="49350" y="118186"/>
                </a:lnTo>
                <a:lnTo>
                  <a:pt x="45574" y="82671"/>
                </a:lnTo>
                <a:cubicBezTo>
                  <a:pt x="45162" y="80367"/>
                  <a:pt x="45683" y="78263"/>
                  <a:pt x="47146" y="76380"/>
                </a:cubicBezTo>
                <a:cubicBezTo>
                  <a:pt x="48619" y="74286"/>
                  <a:pt x="50502" y="73024"/>
                  <a:pt x="52807" y="72613"/>
                </a:cubicBezTo>
                <a:lnTo>
                  <a:pt x="88953" y="65380"/>
                </a:lnTo>
                <a:lnTo>
                  <a:pt x="107186" y="33952"/>
                </a:lnTo>
                <a:cubicBezTo>
                  <a:pt x="108228" y="32059"/>
                  <a:pt x="109911" y="30696"/>
                  <a:pt x="112215" y="29864"/>
                </a:cubicBezTo>
                <a:cubicBezTo>
                  <a:pt x="114309" y="29023"/>
                  <a:pt x="116513" y="29124"/>
                  <a:pt x="118817" y="30175"/>
                </a:cubicBezTo>
                <a:lnTo>
                  <a:pt x="150876" y="44632"/>
                </a:lnTo>
                <a:lnTo>
                  <a:pt x="182935" y="30175"/>
                </a:lnTo>
                <a:cubicBezTo>
                  <a:pt x="185239" y="29124"/>
                  <a:pt x="187443" y="29023"/>
                  <a:pt x="189537" y="29864"/>
                </a:cubicBezTo>
                <a:cubicBezTo>
                  <a:pt x="191841" y="30486"/>
                  <a:pt x="193524" y="31849"/>
                  <a:pt x="194566" y="33952"/>
                </a:cubicBezTo>
                <a:lnTo>
                  <a:pt x="213110" y="65380"/>
                </a:lnTo>
                <a:lnTo>
                  <a:pt x="248945" y="72613"/>
                </a:lnTo>
                <a:cubicBezTo>
                  <a:pt x="251250" y="73024"/>
                  <a:pt x="253133" y="74286"/>
                  <a:pt x="254606" y="76380"/>
                </a:cubicBezTo>
                <a:cubicBezTo>
                  <a:pt x="256069" y="78263"/>
                  <a:pt x="256590" y="80367"/>
                  <a:pt x="256178" y="82671"/>
                </a:cubicBezTo>
                <a:lnTo>
                  <a:pt x="252402" y="118186"/>
                </a:lnTo>
                <a:lnTo>
                  <a:pt x="275664" y="144905"/>
                </a:lnTo>
                <a:cubicBezTo>
                  <a:pt x="277127" y="146368"/>
                  <a:pt x="277868" y="148361"/>
                  <a:pt x="277868" y="150876"/>
                </a:cubicBezTo>
                <a:cubicBezTo>
                  <a:pt x="277868" y="153391"/>
                  <a:pt x="277127" y="155384"/>
                  <a:pt x="275664" y="156847"/>
                </a:cubicBezTo>
                <a:lnTo>
                  <a:pt x="252402" y="183877"/>
                </a:lnTo>
                <a:lnTo>
                  <a:pt x="256178" y="219401"/>
                </a:lnTo>
                <a:cubicBezTo>
                  <a:pt x="256590" y="221495"/>
                  <a:pt x="256069" y="223589"/>
                  <a:pt x="254606" y="225683"/>
                </a:cubicBezTo>
                <a:cubicBezTo>
                  <a:pt x="253133" y="227777"/>
                  <a:pt x="251250" y="229039"/>
                  <a:pt x="248945" y="229460"/>
                </a:cubicBezTo>
                <a:lnTo>
                  <a:pt x="213110" y="236683"/>
                </a:lnTo>
                <a:lnTo>
                  <a:pt x="194566" y="267809"/>
                </a:lnTo>
                <a:cubicBezTo>
                  <a:pt x="193524" y="269903"/>
                  <a:pt x="191841" y="271366"/>
                  <a:pt x="189537" y="272208"/>
                </a:cubicBezTo>
                <a:cubicBezTo>
                  <a:pt x="187443" y="272839"/>
                  <a:pt x="185239" y="272628"/>
                  <a:pt x="182935" y="271577"/>
                </a:cubicBezTo>
                <a:lnTo>
                  <a:pt x="150876" y="257120"/>
                </a:lnTo>
                <a:lnTo>
                  <a:pt x="118817" y="271577"/>
                </a:lnTo>
                <a:cubicBezTo>
                  <a:pt x="116513" y="272628"/>
                  <a:pt x="114309" y="272729"/>
                  <a:pt x="112215" y="271888"/>
                </a:cubicBezTo>
                <a:cubicBezTo>
                  <a:pt x="109911" y="271056"/>
                  <a:pt x="108228" y="269693"/>
                  <a:pt x="107186" y="267809"/>
                </a:cubicBezTo>
                <a:close/>
                <a:moveTo>
                  <a:pt x="117875" y="256178"/>
                </a:moveTo>
                <a:lnTo>
                  <a:pt x="150876" y="242343"/>
                </a:lnTo>
                <a:lnTo>
                  <a:pt x="184828" y="256178"/>
                </a:lnTo>
                <a:lnTo>
                  <a:pt x="204944" y="225061"/>
                </a:lnTo>
                <a:lnTo>
                  <a:pt x="241091" y="216256"/>
                </a:lnTo>
                <a:lnTo>
                  <a:pt x="237634" y="179168"/>
                </a:lnTo>
                <a:lnTo>
                  <a:pt x="262460" y="150876"/>
                </a:lnTo>
                <a:lnTo>
                  <a:pt x="237634" y="122274"/>
                </a:lnTo>
                <a:lnTo>
                  <a:pt x="241091" y="85186"/>
                </a:lnTo>
                <a:lnTo>
                  <a:pt x="204944" y="76700"/>
                </a:lnTo>
                <a:lnTo>
                  <a:pt x="184197" y="45574"/>
                </a:lnTo>
                <a:lnTo>
                  <a:pt x="150876" y="59409"/>
                </a:lnTo>
                <a:lnTo>
                  <a:pt x="116933" y="45574"/>
                </a:lnTo>
                <a:lnTo>
                  <a:pt x="96817" y="76700"/>
                </a:lnTo>
                <a:lnTo>
                  <a:pt x="60661" y="85186"/>
                </a:lnTo>
                <a:lnTo>
                  <a:pt x="64127" y="122274"/>
                </a:lnTo>
                <a:lnTo>
                  <a:pt x="39292" y="150876"/>
                </a:lnTo>
                <a:lnTo>
                  <a:pt x="64127" y="179168"/>
                </a:lnTo>
                <a:lnTo>
                  <a:pt x="60661" y="216566"/>
                </a:lnTo>
                <a:lnTo>
                  <a:pt x="96817" y="225061"/>
                </a:lnTo>
                <a:lnTo>
                  <a:pt x="117875" y="256178"/>
                </a:ln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圖說"/>
          <p:cNvSpPr/>
          <p:nvPr/>
        </p:nvSpPr>
        <p:spPr>
          <a:xfrm>
            <a:off x="1639794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</a:t>
            </a:r>
            <a:endParaRPr lang="en-US" sz="750" dirty="0"/>
          </a:p>
        </p:txBody>
      </p:sp>
      <p:sp>
        <p:nvSpPr>
          <p:cNvPr id="51" name="圖示 達成"/>
          <p:cNvSpPr/>
          <p:nvPr/>
        </p:nvSpPr>
        <p:spPr>
          <a:xfrm>
            <a:off x="2339287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70324"/>
                </a:moveTo>
                <a:cubicBezTo>
                  <a:pt x="134115" y="270324"/>
                  <a:pt x="118497" y="267279"/>
                  <a:pt x="104040" y="261208"/>
                </a:cubicBezTo>
                <a:cubicBezTo>
                  <a:pt x="89373" y="255127"/>
                  <a:pt x="76700" y="246641"/>
                  <a:pt x="66011" y="235741"/>
                </a:cubicBezTo>
                <a:cubicBezTo>
                  <a:pt x="55111" y="225061"/>
                  <a:pt x="46625" y="212379"/>
                  <a:pt x="40544" y="197712"/>
                </a:cubicBezTo>
                <a:cubicBezTo>
                  <a:pt x="34473" y="183255"/>
                  <a:pt x="31437" y="167637"/>
                  <a:pt x="31437" y="150876"/>
                </a:cubicBezTo>
                <a:cubicBezTo>
                  <a:pt x="31437" y="134325"/>
                  <a:pt x="34473" y="118707"/>
                  <a:pt x="40544" y="104040"/>
                </a:cubicBezTo>
                <a:cubicBezTo>
                  <a:pt x="46625" y="89584"/>
                  <a:pt x="55111" y="76901"/>
                  <a:pt x="66011" y="66011"/>
                </a:cubicBezTo>
                <a:cubicBezTo>
                  <a:pt x="76700" y="55321"/>
                  <a:pt x="89373" y="46836"/>
                  <a:pt x="104040" y="40544"/>
                </a:cubicBezTo>
                <a:cubicBezTo>
                  <a:pt x="118497" y="34473"/>
                  <a:pt x="134115" y="31437"/>
                  <a:pt x="150876" y="31437"/>
                </a:cubicBezTo>
                <a:cubicBezTo>
                  <a:pt x="163239" y="31437"/>
                  <a:pt x="175181" y="33321"/>
                  <a:pt x="186711" y="37088"/>
                </a:cubicBezTo>
                <a:cubicBezTo>
                  <a:pt x="198233" y="40654"/>
                  <a:pt x="209132" y="45994"/>
                  <a:pt x="219401" y="53117"/>
                </a:cubicBezTo>
                <a:cubicBezTo>
                  <a:pt x="221285" y="54169"/>
                  <a:pt x="222336" y="55632"/>
                  <a:pt x="222547" y="57525"/>
                </a:cubicBezTo>
                <a:cubicBezTo>
                  <a:pt x="222958" y="59619"/>
                  <a:pt x="222547" y="61402"/>
                  <a:pt x="221285" y="62865"/>
                </a:cubicBezTo>
                <a:cubicBezTo>
                  <a:pt x="220032" y="64538"/>
                  <a:pt x="218459" y="65480"/>
                  <a:pt x="216566" y="65690"/>
                </a:cubicBezTo>
                <a:cubicBezTo>
                  <a:pt x="214683" y="65690"/>
                  <a:pt x="212799" y="65069"/>
                  <a:pt x="210916" y="63807"/>
                </a:cubicBezTo>
                <a:cubicBezTo>
                  <a:pt x="202110" y="57936"/>
                  <a:pt x="192573" y="53438"/>
                  <a:pt x="182313" y="50292"/>
                </a:cubicBezTo>
                <a:cubicBezTo>
                  <a:pt x="172255" y="47146"/>
                  <a:pt x="161776" y="45574"/>
                  <a:pt x="150876" y="45574"/>
                </a:cubicBezTo>
                <a:cubicBezTo>
                  <a:pt x="121121" y="45574"/>
                  <a:pt x="96186" y="55742"/>
                  <a:pt x="76069" y="76069"/>
                </a:cubicBezTo>
                <a:cubicBezTo>
                  <a:pt x="55742" y="96186"/>
                  <a:pt x="45574" y="121121"/>
                  <a:pt x="45574" y="150876"/>
                </a:cubicBezTo>
                <a:cubicBezTo>
                  <a:pt x="45574" y="180631"/>
                  <a:pt x="55742" y="205566"/>
                  <a:pt x="76069" y="225683"/>
                </a:cubicBezTo>
                <a:cubicBezTo>
                  <a:pt x="96186" y="246010"/>
                  <a:pt x="121121" y="256178"/>
                  <a:pt x="150876" y="256178"/>
                </a:cubicBezTo>
                <a:cubicBezTo>
                  <a:pt x="180631" y="256178"/>
                  <a:pt x="205566" y="246010"/>
                  <a:pt x="225683" y="225683"/>
                </a:cubicBezTo>
                <a:cubicBezTo>
                  <a:pt x="246010" y="205566"/>
                  <a:pt x="256178" y="180631"/>
                  <a:pt x="256178" y="150876"/>
                </a:cubicBezTo>
                <a:cubicBezTo>
                  <a:pt x="256178" y="146688"/>
                  <a:pt x="255968" y="142701"/>
                  <a:pt x="255547" y="138934"/>
                </a:cubicBezTo>
                <a:cubicBezTo>
                  <a:pt x="255127" y="134947"/>
                  <a:pt x="254496" y="131070"/>
                  <a:pt x="253664" y="127303"/>
                </a:cubicBezTo>
                <a:cubicBezTo>
                  <a:pt x="253243" y="125209"/>
                  <a:pt x="253554" y="123316"/>
                  <a:pt x="254606" y="121643"/>
                </a:cubicBezTo>
                <a:cubicBezTo>
                  <a:pt x="255438" y="119759"/>
                  <a:pt x="256800" y="118707"/>
                  <a:pt x="258693" y="118497"/>
                </a:cubicBezTo>
                <a:cubicBezTo>
                  <a:pt x="260787" y="118086"/>
                  <a:pt x="262671" y="118497"/>
                  <a:pt x="264344" y="119759"/>
                </a:cubicBezTo>
                <a:cubicBezTo>
                  <a:pt x="266237" y="121222"/>
                  <a:pt x="267389" y="123005"/>
                  <a:pt x="267809" y="125099"/>
                </a:cubicBezTo>
                <a:cubicBezTo>
                  <a:pt x="268642" y="129086"/>
                  <a:pt x="269273" y="133274"/>
                  <a:pt x="269693" y="137672"/>
                </a:cubicBezTo>
                <a:cubicBezTo>
                  <a:pt x="270114" y="141869"/>
                  <a:pt x="270324" y="146267"/>
                  <a:pt x="270324" y="150876"/>
                </a:cubicBezTo>
                <a:cubicBezTo>
                  <a:pt x="270324" y="167637"/>
                  <a:pt x="267279" y="183255"/>
                  <a:pt x="261208" y="197712"/>
                </a:cubicBezTo>
                <a:cubicBezTo>
                  <a:pt x="254916" y="212379"/>
                  <a:pt x="246431" y="225061"/>
                  <a:pt x="235741" y="235741"/>
                </a:cubicBezTo>
                <a:cubicBezTo>
                  <a:pt x="224851" y="246641"/>
                  <a:pt x="212168" y="255127"/>
                  <a:pt x="197712" y="261208"/>
                </a:cubicBezTo>
                <a:cubicBezTo>
                  <a:pt x="183045" y="267279"/>
                  <a:pt x="167427" y="270324"/>
                  <a:pt x="150876" y="270324"/>
                </a:cubicBezTo>
                <a:close/>
                <a:moveTo>
                  <a:pt x="132332" y="182313"/>
                </a:moveTo>
                <a:lnTo>
                  <a:pt x="254285" y="60350"/>
                </a:lnTo>
                <a:cubicBezTo>
                  <a:pt x="255758" y="58887"/>
                  <a:pt x="257541" y="58147"/>
                  <a:pt x="259635" y="58147"/>
                </a:cubicBezTo>
                <a:cubicBezTo>
                  <a:pt x="261729" y="58147"/>
                  <a:pt x="263512" y="58887"/>
                  <a:pt x="264975" y="60350"/>
                </a:cubicBezTo>
                <a:cubicBezTo>
                  <a:pt x="266648" y="61813"/>
                  <a:pt x="267489" y="63597"/>
                  <a:pt x="267489" y="65690"/>
                </a:cubicBezTo>
                <a:cubicBezTo>
                  <a:pt x="267489" y="67794"/>
                  <a:pt x="266648" y="69677"/>
                  <a:pt x="264975" y="71351"/>
                </a:cubicBezTo>
                <a:lnTo>
                  <a:pt x="138614" y="197401"/>
                </a:lnTo>
                <a:cubicBezTo>
                  <a:pt x="136941" y="199284"/>
                  <a:pt x="134847" y="200226"/>
                  <a:pt x="132332" y="200226"/>
                </a:cubicBezTo>
                <a:cubicBezTo>
                  <a:pt x="129817" y="200226"/>
                  <a:pt x="127723" y="199284"/>
                  <a:pt x="126041" y="197401"/>
                </a:cubicBezTo>
                <a:lnTo>
                  <a:pt x="89584" y="160934"/>
                </a:lnTo>
                <a:cubicBezTo>
                  <a:pt x="88322" y="159682"/>
                  <a:pt x="87700" y="157899"/>
                  <a:pt x="87700" y="155594"/>
                </a:cubicBezTo>
                <a:cubicBezTo>
                  <a:pt x="87700" y="153491"/>
                  <a:pt x="88432" y="151717"/>
                  <a:pt x="89895" y="150245"/>
                </a:cubicBezTo>
                <a:cubicBezTo>
                  <a:pt x="91367" y="148782"/>
                  <a:pt x="93141" y="148051"/>
                  <a:pt x="95244" y="148051"/>
                </a:cubicBezTo>
                <a:cubicBezTo>
                  <a:pt x="97338" y="148051"/>
                  <a:pt x="99121" y="148782"/>
                  <a:pt x="100584" y="150245"/>
                </a:cubicBezTo>
                <a:lnTo>
                  <a:pt x="132332" y="182313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圖說"/>
          <p:cNvSpPr/>
          <p:nvPr/>
        </p:nvSpPr>
        <p:spPr>
          <a:xfrm>
            <a:off x="2194514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達成</a:t>
            </a:r>
            <a:endParaRPr lang="en-US" sz="750" dirty="0"/>
          </a:p>
        </p:txBody>
      </p:sp>
      <p:sp>
        <p:nvSpPr>
          <p:cNvPr id="53" name="圖示 查核"/>
          <p:cNvSpPr/>
          <p:nvPr/>
        </p:nvSpPr>
        <p:spPr>
          <a:xfrm>
            <a:off x="2894007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7777" y="257751"/>
                </a:moveTo>
                <a:cubicBezTo>
                  <a:pt x="42748" y="257751"/>
                  <a:pt x="38451" y="255968"/>
                  <a:pt x="34894" y="252402"/>
                </a:cubicBezTo>
                <a:cubicBezTo>
                  <a:pt x="31327" y="248845"/>
                  <a:pt x="29544" y="244547"/>
                  <a:pt x="29544" y="239518"/>
                </a:cubicBezTo>
                <a:lnTo>
                  <a:pt x="29544" y="62234"/>
                </a:lnTo>
                <a:cubicBezTo>
                  <a:pt x="29544" y="57205"/>
                  <a:pt x="31327" y="52907"/>
                  <a:pt x="34894" y="49350"/>
                </a:cubicBezTo>
                <a:cubicBezTo>
                  <a:pt x="38451" y="45784"/>
                  <a:pt x="42748" y="44010"/>
                  <a:pt x="47777" y="44010"/>
                </a:cubicBezTo>
                <a:lnTo>
                  <a:pt x="253975" y="44010"/>
                </a:lnTo>
                <a:cubicBezTo>
                  <a:pt x="259004" y="44010"/>
                  <a:pt x="263301" y="45784"/>
                  <a:pt x="266858" y="49350"/>
                </a:cubicBezTo>
                <a:cubicBezTo>
                  <a:pt x="270425" y="52907"/>
                  <a:pt x="272208" y="57205"/>
                  <a:pt x="272208" y="62234"/>
                </a:cubicBezTo>
                <a:lnTo>
                  <a:pt x="272208" y="239518"/>
                </a:lnTo>
                <a:cubicBezTo>
                  <a:pt x="272208" y="244547"/>
                  <a:pt x="270425" y="248845"/>
                  <a:pt x="266858" y="252402"/>
                </a:cubicBezTo>
                <a:cubicBezTo>
                  <a:pt x="263301" y="255968"/>
                  <a:pt x="259004" y="257751"/>
                  <a:pt x="253975" y="257751"/>
                </a:cubicBezTo>
                <a:lnTo>
                  <a:pt x="47777" y="257751"/>
                </a:lnTo>
                <a:close/>
                <a:moveTo>
                  <a:pt x="47777" y="243605"/>
                </a:moveTo>
                <a:lnTo>
                  <a:pt x="253975" y="243605"/>
                </a:lnTo>
                <a:cubicBezTo>
                  <a:pt x="255026" y="243605"/>
                  <a:pt x="255858" y="243185"/>
                  <a:pt x="256489" y="242343"/>
                </a:cubicBezTo>
                <a:cubicBezTo>
                  <a:pt x="257330" y="241502"/>
                  <a:pt x="257751" y="240560"/>
                  <a:pt x="257751" y="239518"/>
                </a:cubicBezTo>
                <a:lnTo>
                  <a:pt x="257751" y="62234"/>
                </a:lnTo>
                <a:cubicBezTo>
                  <a:pt x="257751" y="61192"/>
                  <a:pt x="257330" y="60250"/>
                  <a:pt x="256489" y="59409"/>
                </a:cubicBezTo>
                <a:cubicBezTo>
                  <a:pt x="255858" y="58567"/>
                  <a:pt x="255026" y="58147"/>
                  <a:pt x="253975" y="58147"/>
                </a:cubicBezTo>
                <a:lnTo>
                  <a:pt x="47777" y="58147"/>
                </a:lnTo>
                <a:cubicBezTo>
                  <a:pt x="46726" y="58147"/>
                  <a:pt x="45894" y="58567"/>
                  <a:pt x="45263" y="59409"/>
                </a:cubicBezTo>
                <a:cubicBezTo>
                  <a:pt x="44422" y="60250"/>
                  <a:pt x="44010" y="61192"/>
                  <a:pt x="44010" y="62234"/>
                </a:cubicBezTo>
                <a:lnTo>
                  <a:pt x="44010" y="239518"/>
                </a:lnTo>
                <a:cubicBezTo>
                  <a:pt x="44010" y="240560"/>
                  <a:pt x="44422" y="241502"/>
                  <a:pt x="45263" y="242343"/>
                </a:cubicBezTo>
                <a:cubicBezTo>
                  <a:pt x="45894" y="243185"/>
                  <a:pt x="46726" y="243605"/>
                  <a:pt x="47777" y="243605"/>
                </a:cubicBezTo>
                <a:close/>
                <a:moveTo>
                  <a:pt x="113157" y="210595"/>
                </a:moveTo>
                <a:cubicBezTo>
                  <a:pt x="115882" y="210595"/>
                  <a:pt x="118086" y="209654"/>
                  <a:pt x="119759" y="207770"/>
                </a:cubicBezTo>
                <a:cubicBezTo>
                  <a:pt x="121643" y="206097"/>
                  <a:pt x="122584" y="203893"/>
                  <a:pt x="122584" y="201168"/>
                </a:cubicBezTo>
                <a:cubicBezTo>
                  <a:pt x="122584" y="198443"/>
                  <a:pt x="121643" y="196239"/>
                  <a:pt x="119759" y="194566"/>
                </a:cubicBezTo>
                <a:cubicBezTo>
                  <a:pt x="118086" y="192682"/>
                  <a:pt x="115882" y="191741"/>
                  <a:pt x="113157" y="191741"/>
                </a:cubicBezTo>
                <a:lnTo>
                  <a:pt x="75438" y="191741"/>
                </a:lnTo>
                <a:cubicBezTo>
                  <a:pt x="72713" y="191741"/>
                  <a:pt x="70509" y="192682"/>
                  <a:pt x="68836" y="194566"/>
                </a:cubicBezTo>
                <a:cubicBezTo>
                  <a:pt x="66952" y="196239"/>
                  <a:pt x="66011" y="198443"/>
                  <a:pt x="66011" y="201168"/>
                </a:cubicBezTo>
                <a:cubicBezTo>
                  <a:pt x="66011" y="203893"/>
                  <a:pt x="66952" y="206097"/>
                  <a:pt x="68836" y="207770"/>
                </a:cubicBezTo>
                <a:cubicBezTo>
                  <a:pt x="70509" y="209654"/>
                  <a:pt x="72713" y="210595"/>
                  <a:pt x="75438" y="210595"/>
                </a:cubicBezTo>
                <a:lnTo>
                  <a:pt x="113157" y="210595"/>
                </a:lnTo>
                <a:close/>
                <a:moveTo>
                  <a:pt x="182935" y="157478"/>
                </a:moveTo>
                <a:lnTo>
                  <a:pt x="171624" y="146158"/>
                </a:lnTo>
                <a:cubicBezTo>
                  <a:pt x="169740" y="144274"/>
                  <a:pt x="167536" y="143433"/>
                  <a:pt x="165022" y="143643"/>
                </a:cubicBezTo>
                <a:cubicBezTo>
                  <a:pt x="162507" y="143643"/>
                  <a:pt x="160303" y="144594"/>
                  <a:pt x="158420" y="146478"/>
                </a:cubicBezTo>
                <a:cubicBezTo>
                  <a:pt x="156746" y="148361"/>
                  <a:pt x="155905" y="150565"/>
                  <a:pt x="155905" y="153080"/>
                </a:cubicBezTo>
                <a:cubicBezTo>
                  <a:pt x="155695" y="155594"/>
                  <a:pt x="156536" y="157789"/>
                  <a:pt x="158420" y="159682"/>
                </a:cubicBezTo>
                <a:lnTo>
                  <a:pt x="176653" y="177906"/>
                </a:lnTo>
                <a:cubicBezTo>
                  <a:pt x="178326" y="179588"/>
                  <a:pt x="180420" y="180420"/>
                  <a:pt x="182935" y="180420"/>
                </a:cubicBezTo>
                <a:cubicBezTo>
                  <a:pt x="185449" y="180420"/>
                  <a:pt x="187543" y="179588"/>
                  <a:pt x="189226" y="177906"/>
                </a:cubicBezTo>
                <a:lnTo>
                  <a:pt x="234169" y="132963"/>
                </a:lnTo>
                <a:cubicBezTo>
                  <a:pt x="236062" y="131070"/>
                  <a:pt x="237003" y="128876"/>
                  <a:pt x="237003" y="126361"/>
                </a:cubicBezTo>
                <a:cubicBezTo>
                  <a:pt x="237003" y="123846"/>
                  <a:pt x="236062" y="121643"/>
                  <a:pt x="234169" y="119759"/>
                </a:cubicBezTo>
                <a:cubicBezTo>
                  <a:pt x="232075" y="117875"/>
                  <a:pt x="229770" y="116933"/>
                  <a:pt x="227256" y="116933"/>
                </a:cubicBezTo>
                <a:cubicBezTo>
                  <a:pt x="224741" y="116933"/>
                  <a:pt x="222547" y="117875"/>
                  <a:pt x="220654" y="119759"/>
                </a:cubicBezTo>
                <a:lnTo>
                  <a:pt x="182935" y="157478"/>
                </a:lnTo>
                <a:close/>
                <a:moveTo>
                  <a:pt x="113157" y="160303"/>
                </a:moveTo>
                <a:cubicBezTo>
                  <a:pt x="115882" y="160303"/>
                  <a:pt x="118086" y="159362"/>
                  <a:pt x="119759" y="157478"/>
                </a:cubicBezTo>
                <a:cubicBezTo>
                  <a:pt x="121643" y="155805"/>
                  <a:pt x="122584" y="153601"/>
                  <a:pt x="122584" y="150876"/>
                </a:cubicBezTo>
                <a:cubicBezTo>
                  <a:pt x="122584" y="148151"/>
                  <a:pt x="121643" y="145947"/>
                  <a:pt x="119759" y="144274"/>
                </a:cubicBezTo>
                <a:cubicBezTo>
                  <a:pt x="118086" y="142390"/>
                  <a:pt x="115882" y="141449"/>
                  <a:pt x="113157" y="141449"/>
                </a:cubicBezTo>
                <a:lnTo>
                  <a:pt x="75438" y="141449"/>
                </a:lnTo>
                <a:cubicBezTo>
                  <a:pt x="72713" y="141449"/>
                  <a:pt x="70509" y="142390"/>
                  <a:pt x="68836" y="144274"/>
                </a:cubicBezTo>
                <a:cubicBezTo>
                  <a:pt x="66952" y="145947"/>
                  <a:pt x="66011" y="148151"/>
                  <a:pt x="66011" y="150876"/>
                </a:cubicBezTo>
                <a:cubicBezTo>
                  <a:pt x="66011" y="153601"/>
                  <a:pt x="66952" y="155805"/>
                  <a:pt x="68836" y="157478"/>
                </a:cubicBezTo>
                <a:cubicBezTo>
                  <a:pt x="70509" y="159362"/>
                  <a:pt x="72713" y="160303"/>
                  <a:pt x="75438" y="160303"/>
                </a:cubicBezTo>
                <a:lnTo>
                  <a:pt x="113157" y="160303"/>
                </a:lnTo>
                <a:close/>
                <a:moveTo>
                  <a:pt x="113157" y="110011"/>
                </a:moveTo>
                <a:cubicBezTo>
                  <a:pt x="115882" y="110011"/>
                  <a:pt x="118086" y="109070"/>
                  <a:pt x="119759" y="107186"/>
                </a:cubicBezTo>
                <a:cubicBezTo>
                  <a:pt x="121643" y="105513"/>
                  <a:pt x="122584" y="103309"/>
                  <a:pt x="122584" y="100584"/>
                </a:cubicBezTo>
                <a:cubicBezTo>
                  <a:pt x="122584" y="97859"/>
                  <a:pt x="121643" y="95655"/>
                  <a:pt x="119759" y="93982"/>
                </a:cubicBezTo>
                <a:cubicBezTo>
                  <a:pt x="118086" y="92098"/>
                  <a:pt x="115882" y="91157"/>
                  <a:pt x="113157" y="91157"/>
                </a:cubicBezTo>
                <a:lnTo>
                  <a:pt x="75438" y="91157"/>
                </a:lnTo>
                <a:cubicBezTo>
                  <a:pt x="72713" y="91157"/>
                  <a:pt x="70509" y="92098"/>
                  <a:pt x="68836" y="93982"/>
                </a:cubicBezTo>
                <a:cubicBezTo>
                  <a:pt x="66952" y="95655"/>
                  <a:pt x="66011" y="97859"/>
                  <a:pt x="66011" y="100584"/>
                </a:cubicBezTo>
                <a:cubicBezTo>
                  <a:pt x="66011" y="103309"/>
                  <a:pt x="66952" y="105513"/>
                  <a:pt x="68836" y="107186"/>
                </a:cubicBezTo>
                <a:cubicBezTo>
                  <a:pt x="70509" y="109070"/>
                  <a:pt x="72713" y="110011"/>
                  <a:pt x="75438" y="110011"/>
                </a:cubicBezTo>
                <a:lnTo>
                  <a:pt x="113157" y="110011"/>
                </a:lnTo>
                <a:close/>
                <a:moveTo>
                  <a:pt x="44010" y="243605"/>
                </a:moveTo>
                <a:lnTo>
                  <a:pt x="44010" y="58147"/>
                </a:lnTo>
                <a:lnTo>
                  <a:pt x="44010" y="243605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圖說"/>
          <p:cNvSpPr/>
          <p:nvPr/>
        </p:nvSpPr>
        <p:spPr>
          <a:xfrm>
            <a:off x="2749235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</a:t>
            </a:r>
            <a:endParaRPr lang="en-US" sz="750" dirty="0"/>
          </a:p>
        </p:txBody>
      </p:sp>
      <p:sp>
        <p:nvSpPr>
          <p:cNvPr id="55" name="圖示 檢核表"/>
          <p:cNvSpPr/>
          <p:nvPr/>
        </p:nvSpPr>
        <p:spPr>
          <a:xfrm>
            <a:off x="3448728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1351" y="208712"/>
                </a:moveTo>
                <a:lnTo>
                  <a:pt x="121963" y="158109"/>
                </a:lnTo>
                <a:cubicBezTo>
                  <a:pt x="123426" y="156847"/>
                  <a:pt x="125099" y="156216"/>
                  <a:pt x="126992" y="156216"/>
                </a:cubicBezTo>
                <a:cubicBezTo>
                  <a:pt x="128876" y="156216"/>
                  <a:pt x="130549" y="156957"/>
                  <a:pt x="132021" y="158420"/>
                </a:cubicBezTo>
                <a:cubicBezTo>
                  <a:pt x="133484" y="159682"/>
                  <a:pt x="134216" y="161355"/>
                  <a:pt x="134216" y="163449"/>
                </a:cubicBezTo>
                <a:cubicBezTo>
                  <a:pt x="134216" y="165333"/>
                  <a:pt x="133484" y="167015"/>
                  <a:pt x="132021" y="168478"/>
                </a:cubicBezTo>
                <a:lnTo>
                  <a:pt x="77953" y="222547"/>
                </a:lnTo>
                <a:cubicBezTo>
                  <a:pt x="76069" y="224220"/>
                  <a:pt x="73975" y="225061"/>
                  <a:pt x="71671" y="225061"/>
                </a:cubicBezTo>
                <a:cubicBezTo>
                  <a:pt x="69156" y="225061"/>
                  <a:pt x="67053" y="224220"/>
                  <a:pt x="65380" y="222547"/>
                </a:cubicBezTo>
                <a:lnTo>
                  <a:pt x="36466" y="193624"/>
                </a:lnTo>
                <a:cubicBezTo>
                  <a:pt x="34994" y="192161"/>
                  <a:pt x="34263" y="190479"/>
                  <a:pt x="34263" y="188595"/>
                </a:cubicBezTo>
                <a:cubicBezTo>
                  <a:pt x="34263" y="186711"/>
                  <a:pt x="34994" y="185029"/>
                  <a:pt x="36466" y="183566"/>
                </a:cubicBezTo>
                <a:cubicBezTo>
                  <a:pt x="37929" y="182103"/>
                  <a:pt x="39603" y="181472"/>
                  <a:pt x="41495" y="181682"/>
                </a:cubicBezTo>
                <a:cubicBezTo>
                  <a:pt x="43379" y="181682"/>
                  <a:pt x="45052" y="182313"/>
                  <a:pt x="46525" y="183566"/>
                </a:cubicBezTo>
                <a:lnTo>
                  <a:pt x="71351" y="208712"/>
                </a:lnTo>
                <a:close/>
                <a:moveTo>
                  <a:pt x="71351" y="112846"/>
                </a:moveTo>
                <a:lnTo>
                  <a:pt x="121963" y="62234"/>
                </a:lnTo>
                <a:cubicBezTo>
                  <a:pt x="123426" y="60981"/>
                  <a:pt x="125099" y="60350"/>
                  <a:pt x="126992" y="60350"/>
                </a:cubicBezTo>
                <a:cubicBezTo>
                  <a:pt x="128876" y="60350"/>
                  <a:pt x="130549" y="61082"/>
                  <a:pt x="132021" y="62554"/>
                </a:cubicBezTo>
                <a:cubicBezTo>
                  <a:pt x="133484" y="64017"/>
                  <a:pt x="134216" y="65690"/>
                  <a:pt x="134216" y="67583"/>
                </a:cubicBezTo>
                <a:cubicBezTo>
                  <a:pt x="134216" y="69467"/>
                  <a:pt x="133484" y="71140"/>
                  <a:pt x="132021" y="72613"/>
                </a:cubicBezTo>
                <a:lnTo>
                  <a:pt x="77953" y="126672"/>
                </a:lnTo>
                <a:cubicBezTo>
                  <a:pt x="76069" y="128555"/>
                  <a:pt x="73975" y="129506"/>
                  <a:pt x="71671" y="129506"/>
                </a:cubicBezTo>
                <a:cubicBezTo>
                  <a:pt x="69156" y="129506"/>
                  <a:pt x="67053" y="128555"/>
                  <a:pt x="65380" y="126672"/>
                </a:cubicBezTo>
                <a:lnTo>
                  <a:pt x="36466" y="97759"/>
                </a:lnTo>
                <a:cubicBezTo>
                  <a:pt x="34994" y="96286"/>
                  <a:pt x="34263" y="94613"/>
                  <a:pt x="34263" y="92729"/>
                </a:cubicBezTo>
                <a:cubicBezTo>
                  <a:pt x="34263" y="90836"/>
                  <a:pt x="34994" y="89273"/>
                  <a:pt x="36466" y="88011"/>
                </a:cubicBezTo>
                <a:cubicBezTo>
                  <a:pt x="37929" y="86548"/>
                  <a:pt x="39603" y="85807"/>
                  <a:pt x="41495" y="85807"/>
                </a:cubicBezTo>
                <a:cubicBezTo>
                  <a:pt x="43379" y="85807"/>
                  <a:pt x="45052" y="86548"/>
                  <a:pt x="46525" y="88011"/>
                </a:cubicBezTo>
                <a:lnTo>
                  <a:pt x="71351" y="112846"/>
                </a:lnTo>
                <a:close/>
                <a:moveTo>
                  <a:pt x="170682" y="205886"/>
                </a:moveTo>
                <a:cubicBezTo>
                  <a:pt x="168579" y="205886"/>
                  <a:pt x="166905" y="205146"/>
                  <a:pt x="165653" y="203683"/>
                </a:cubicBezTo>
                <a:cubicBezTo>
                  <a:pt x="164181" y="202430"/>
                  <a:pt x="163449" y="200747"/>
                  <a:pt x="163449" y="198653"/>
                </a:cubicBezTo>
                <a:cubicBezTo>
                  <a:pt x="163449" y="196559"/>
                  <a:pt x="164181" y="194886"/>
                  <a:pt x="165653" y="193624"/>
                </a:cubicBezTo>
                <a:cubicBezTo>
                  <a:pt x="166905" y="192371"/>
                  <a:pt x="168579" y="191741"/>
                  <a:pt x="170682" y="191741"/>
                </a:cubicBezTo>
                <a:lnTo>
                  <a:pt x="263402" y="191741"/>
                </a:lnTo>
                <a:cubicBezTo>
                  <a:pt x="265295" y="191741"/>
                  <a:pt x="266968" y="192371"/>
                  <a:pt x="268431" y="193624"/>
                </a:cubicBezTo>
                <a:cubicBezTo>
                  <a:pt x="269693" y="195087"/>
                  <a:pt x="270324" y="196770"/>
                  <a:pt x="270324" y="198653"/>
                </a:cubicBezTo>
                <a:cubicBezTo>
                  <a:pt x="270324" y="200747"/>
                  <a:pt x="269693" y="202530"/>
                  <a:pt x="268431" y="203993"/>
                </a:cubicBezTo>
                <a:cubicBezTo>
                  <a:pt x="266968" y="205255"/>
                  <a:pt x="265295" y="205886"/>
                  <a:pt x="263402" y="205886"/>
                </a:cubicBezTo>
                <a:lnTo>
                  <a:pt x="170682" y="205886"/>
                </a:lnTo>
                <a:close/>
                <a:moveTo>
                  <a:pt x="170682" y="110011"/>
                </a:moveTo>
                <a:cubicBezTo>
                  <a:pt x="168579" y="110011"/>
                  <a:pt x="166905" y="109390"/>
                  <a:pt x="165653" y="108128"/>
                </a:cubicBezTo>
                <a:cubicBezTo>
                  <a:pt x="164181" y="106665"/>
                  <a:pt x="163449" y="104982"/>
                  <a:pt x="163449" y="103099"/>
                </a:cubicBezTo>
                <a:cubicBezTo>
                  <a:pt x="163449" y="101005"/>
                  <a:pt x="164181" y="99222"/>
                  <a:pt x="165653" y="97759"/>
                </a:cubicBezTo>
                <a:cubicBezTo>
                  <a:pt x="166905" y="96497"/>
                  <a:pt x="168579" y="95866"/>
                  <a:pt x="170682" y="95866"/>
                </a:cubicBezTo>
                <a:lnTo>
                  <a:pt x="263402" y="95866"/>
                </a:lnTo>
                <a:cubicBezTo>
                  <a:pt x="265295" y="95866"/>
                  <a:pt x="266968" y="96606"/>
                  <a:pt x="268431" y="98069"/>
                </a:cubicBezTo>
                <a:cubicBezTo>
                  <a:pt x="269693" y="99331"/>
                  <a:pt x="270324" y="101005"/>
                  <a:pt x="270324" y="103099"/>
                </a:cubicBezTo>
                <a:cubicBezTo>
                  <a:pt x="270324" y="105193"/>
                  <a:pt x="269693" y="106875"/>
                  <a:pt x="268431" y="108128"/>
                </a:cubicBezTo>
                <a:cubicBezTo>
                  <a:pt x="266968" y="109390"/>
                  <a:pt x="265295" y="110011"/>
                  <a:pt x="263402" y="110011"/>
                </a:cubicBezTo>
                <a:lnTo>
                  <a:pt x="170682" y="110011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圖說"/>
          <p:cNvSpPr/>
          <p:nvPr/>
        </p:nvSpPr>
        <p:spPr>
          <a:xfrm>
            <a:off x="3303956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檢核表</a:t>
            </a:r>
            <a:endParaRPr lang="en-US" sz="750" dirty="0"/>
          </a:p>
        </p:txBody>
      </p:sp>
      <p:sp>
        <p:nvSpPr>
          <p:cNvPr id="57" name="圖示 檢測"/>
          <p:cNvSpPr/>
          <p:nvPr/>
        </p:nvSpPr>
        <p:spPr>
          <a:xfrm>
            <a:off x="4003449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4080" y="164080"/>
                </a:moveTo>
                <a:cubicBezTo>
                  <a:pt x="170572" y="157579"/>
                  <a:pt x="173818" y="149623"/>
                  <a:pt x="173818" y="140187"/>
                </a:cubicBezTo>
                <a:cubicBezTo>
                  <a:pt x="173818" y="130759"/>
                  <a:pt x="170572" y="122795"/>
                  <a:pt x="164080" y="116303"/>
                </a:cubicBezTo>
                <a:cubicBezTo>
                  <a:pt x="157579" y="109801"/>
                  <a:pt x="149623" y="106555"/>
                  <a:pt x="140187" y="106555"/>
                </a:cubicBezTo>
                <a:cubicBezTo>
                  <a:pt x="130759" y="106555"/>
                  <a:pt x="122795" y="109801"/>
                  <a:pt x="116303" y="116303"/>
                </a:cubicBezTo>
                <a:cubicBezTo>
                  <a:pt x="109801" y="122795"/>
                  <a:pt x="106555" y="130759"/>
                  <a:pt x="106555" y="140187"/>
                </a:cubicBezTo>
                <a:cubicBezTo>
                  <a:pt x="106555" y="149623"/>
                  <a:pt x="109801" y="157579"/>
                  <a:pt x="116303" y="164080"/>
                </a:cubicBezTo>
                <a:cubicBezTo>
                  <a:pt x="122795" y="170572"/>
                  <a:pt x="130759" y="173818"/>
                  <a:pt x="140187" y="173818"/>
                </a:cubicBezTo>
                <a:cubicBezTo>
                  <a:pt x="149623" y="173818"/>
                  <a:pt x="157579" y="170572"/>
                  <a:pt x="164080" y="164080"/>
                </a:cubicBezTo>
                <a:close/>
                <a:moveTo>
                  <a:pt x="140507" y="188284"/>
                </a:moveTo>
                <a:cubicBezTo>
                  <a:pt x="127092" y="188284"/>
                  <a:pt x="115672" y="183566"/>
                  <a:pt x="106244" y="174138"/>
                </a:cubicBezTo>
                <a:cubicBezTo>
                  <a:pt x="96817" y="164711"/>
                  <a:pt x="92098" y="153391"/>
                  <a:pt x="92098" y="140187"/>
                </a:cubicBezTo>
                <a:cubicBezTo>
                  <a:pt x="92098" y="126992"/>
                  <a:pt x="96817" y="115672"/>
                  <a:pt x="106244" y="106244"/>
                </a:cubicBezTo>
                <a:cubicBezTo>
                  <a:pt x="115672" y="96817"/>
                  <a:pt x="126992" y="92098"/>
                  <a:pt x="140187" y="92098"/>
                </a:cubicBezTo>
                <a:cubicBezTo>
                  <a:pt x="153391" y="92098"/>
                  <a:pt x="164711" y="96817"/>
                  <a:pt x="174138" y="106244"/>
                </a:cubicBezTo>
                <a:cubicBezTo>
                  <a:pt x="183566" y="115672"/>
                  <a:pt x="188284" y="127092"/>
                  <a:pt x="188284" y="140507"/>
                </a:cubicBezTo>
                <a:cubicBezTo>
                  <a:pt x="188284" y="145115"/>
                  <a:pt x="187443" y="149824"/>
                  <a:pt x="185770" y="154652"/>
                </a:cubicBezTo>
                <a:cubicBezTo>
                  <a:pt x="184087" y="159471"/>
                  <a:pt x="181682" y="164080"/>
                  <a:pt x="178537" y="168478"/>
                </a:cubicBezTo>
                <a:lnTo>
                  <a:pt x="207459" y="197401"/>
                </a:lnTo>
                <a:cubicBezTo>
                  <a:pt x="208922" y="198864"/>
                  <a:pt x="209654" y="200537"/>
                  <a:pt x="209654" y="202430"/>
                </a:cubicBezTo>
                <a:cubicBezTo>
                  <a:pt x="209443" y="204314"/>
                  <a:pt x="208611" y="205987"/>
                  <a:pt x="207139" y="207459"/>
                </a:cubicBezTo>
                <a:cubicBezTo>
                  <a:pt x="205676" y="208922"/>
                  <a:pt x="203993" y="209654"/>
                  <a:pt x="202110" y="209654"/>
                </a:cubicBezTo>
                <a:cubicBezTo>
                  <a:pt x="200226" y="209654"/>
                  <a:pt x="198553" y="208922"/>
                  <a:pt x="197081" y="207459"/>
                </a:cubicBezTo>
                <a:lnTo>
                  <a:pt x="168478" y="178847"/>
                </a:lnTo>
                <a:cubicBezTo>
                  <a:pt x="164080" y="181783"/>
                  <a:pt x="159471" y="184087"/>
                  <a:pt x="154652" y="185770"/>
                </a:cubicBezTo>
                <a:cubicBezTo>
                  <a:pt x="149824" y="187443"/>
                  <a:pt x="145115" y="188284"/>
                  <a:pt x="140507" y="188284"/>
                </a:cubicBezTo>
                <a:close/>
                <a:moveTo>
                  <a:pt x="62234" y="257751"/>
                </a:moveTo>
                <a:cubicBezTo>
                  <a:pt x="57205" y="257751"/>
                  <a:pt x="52907" y="255968"/>
                  <a:pt x="49350" y="252402"/>
                </a:cubicBezTo>
                <a:cubicBezTo>
                  <a:pt x="45784" y="248845"/>
                  <a:pt x="44010" y="244547"/>
                  <a:pt x="44010" y="239518"/>
                </a:cubicBezTo>
                <a:lnTo>
                  <a:pt x="44010" y="197401"/>
                </a:lnTo>
                <a:cubicBezTo>
                  <a:pt x="44010" y="195508"/>
                  <a:pt x="44742" y="193835"/>
                  <a:pt x="46205" y="192371"/>
                </a:cubicBezTo>
                <a:cubicBezTo>
                  <a:pt x="47467" y="191110"/>
                  <a:pt x="49140" y="190479"/>
                  <a:pt x="51234" y="190479"/>
                </a:cubicBezTo>
                <a:cubicBezTo>
                  <a:pt x="53328" y="190479"/>
                  <a:pt x="55010" y="191110"/>
                  <a:pt x="56263" y="192371"/>
                </a:cubicBezTo>
                <a:cubicBezTo>
                  <a:pt x="57525" y="193835"/>
                  <a:pt x="58147" y="195508"/>
                  <a:pt x="58147" y="197401"/>
                </a:cubicBezTo>
                <a:lnTo>
                  <a:pt x="58147" y="239518"/>
                </a:lnTo>
                <a:cubicBezTo>
                  <a:pt x="58147" y="240560"/>
                  <a:pt x="58567" y="241502"/>
                  <a:pt x="59409" y="242343"/>
                </a:cubicBezTo>
                <a:cubicBezTo>
                  <a:pt x="60250" y="243185"/>
                  <a:pt x="61192" y="243605"/>
                  <a:pt x="62234" y="243605"/>
                </a:cubicBezTo>
                <a:lnTo>
                  <a:pt x="104360" y="243605"/>
                </a:lnTo>
                <a:cubicBezTo>
                  <a:pt x="106244" y="243605"/>
                  <a:pt x="107917" y="244227"/>
                  <a:pt x="109390" y="245489"/>
                </a:cubicBezTo>
                <a:cubicBezTo>
                  <a:pt x="110642" y="246952"/>
                  <a:pt x="111273" y="248635"/>
                  <a:pt x="111273" y="250518"/>
                </a:cubicBezTo>
                <a:cubicBezTo>
                  <a:pt x="111273" y="252612"/>
                  <a:pt x="110642" y="254395"/>
                  <a:pt x="109390" y="255858"/>
                </a:cubicBezTo>
                <a:cubicBezTo>
                  <a:pt x="107917" y="257120"/>
                  <a:pt x="106244" y="257751"/>
                  <a:pt x="104360" y="257751"/>
                </a:cubicBezTo>
                <a:lnTo>
                  <a:pt x="62234" y="257751"/>
                </a:lnTo>
                <a:close/>
                <a:moveTo>
                  <a:pt x="239518" y="257751"/>
                </a:moveTo>
                <a:lnTo>
                  <a:pt x="197401" y="257751"/>
                </a:lnTo>
                <a:cubicBezTo>
                  <a:pt x="195508" y="257751"/>
                  <a:pt x="193835" y="257010"/>
                  <a:pt x="192371" y="255547"/>
                </a:cubicBezTo>
                <a:cubicBezTo>
                  <a:pt x="191110" y="254285"/>
                  <a:pt x="190479" y="252612"/>
                  <a:pt x="190479" y="250518"/>
                </a:cubicBezTo>
                <a:cubicBezTo>
                  <a:pt x="190479" y="248424"/>
                  <a:pt x="191110" y="246742"/>
                  <a:pt x="192371" y="245489"/>
                </a:cubicBezTo>
                <a:cubicBezTo>
                  <a:pt x="193835" y="244227"/>
                  <a:pt x="195508" y="243605"/>
                  <a:pt x="197401" y="243605"/>
                </a:cubicBezTo>
                <a:lnTo>
                  <a:pt x="239518" y="243605"/>
                </a:lnTo>
                <a:cubicBezTo>
                  <a:pt x="240560" y="243605"/>
                  <a:pt x="241502" y="243185"/>
                  <a:pt x="242343" y="242343"/>
                </a:cubicBezTo>
                <a:cubicBezTo>
                  <a:pt x="243185" y="241502"/>
                  <a:pt x="243605" y="240560"/>
                  <a:pt x="243605" y="239518"/>
                </a:cubicBezTo>
                <a:lnTo>
                  <a:pt x="243605" y="197401"/>
                </a:lnTo>
                <a:cubicBezTo>
                  <a:pt x="243605" y="195508"/>
                  <a:pt x="244227" y="193835"/>
                  <a:pt x="245489" y="192371"/>
                </a:cubicBezTo>
                <a:cubicBezTo>
                  <a:pt x="246952" y="191110"/>
                  <a:pt x="248635" y="190479"/>
                  <a:pt x="250518" y="190479"/>
                </a:cubicBezTo>
                <a:cubicBezTo>
                  <a:pt x="252612" y="190479"/>
                  <a:pt x="254395" y="191110"/>
                  <a:pt x="255858" y="192371"/>
                </a:cubicBezTo>
                <a:cubicBezTo>
                  <a:pt x="257120" y="193835"/>
                  <a:pt x="257751" y="195508"/>
                  <a:pt x="257751" y="197401"/>
                </a:cubicBezTo>
                <a:lnTo>
                  <a:pt x="257751" y="239518"/>
                </a:lnTo>
                <a:cubicBezTo>
                  <a:pt x="257751" y="244547"/>
                  <a:pt x="255968" y="248845"/>
                  <a:pt x="252402" y="252402"/>
                </a:cubicBezTo>
                <a:cubicBezTo>
                  <a:pt x="248845" y="255968"/>
                  <a:pt x="244547" y="257751"/>
                  <a:pt x="239518" y="257751"/>
                </a:cubicBezTo>
                <a:close/>
                <a:moveTo>
                  <a:pt x="44010" y="104360"/>
                </a:moveTo>
                <a:lnTo>
                  <a:pt x="44010" y="62234"/>
                </a:lnTo>
                <a:cubicBezTo>
                  <a:pt x="44010" y="57205"/>
                  <a:pt x="45784" y="52907"/>
                  <a:pt x="49350" y="49350"/>
                </a:cubicBezTo>
                <a:cubicBezTo>
                  <a:pt x="52907" y="45784"/>
                  <a:pt x="57205" y="44010"/>
                  <a:pt x="62234" y="44010"/>
                </a:cubicBezTo>
                <a:lnTo>
                  <a:pt x="104360" y="44010"/>
                </a:lnTo>
                <a:cubicBezTo>
                  <a:pt x="106244" y="44010"/>
                  <a:pt x="107917" y="44742"/>
                  <a:pt x="109390" y="46205"/>
                </a:cubicBezTo>
                <a:cubicBezTo>
                  <a:pt x="110642" y="47467"/>
                  <a:pt x="111273" y="49140"/>
                  <a:pt x="111273" y="51234"/>
                </a:cubicBezTo>
                <a:cubicBezTo>
                  <a:pt x="111273" y="53328"/>
                  <a:pt x="110642" y="55010"/>
                  <a:pt x="109390" y="56263"/>
                </a:cubicBezTo>
                <a:cubicBezTo>
                  <a:pt x="107917" y="57525"/>
                  <a:pt x="106244" y="58147"/>
                  <a:pt x="104360" y="58147"/>
                </a:cubicBezTo>
                <a:lnTo>
                  <a:pt x="62234" y="58147"/>
                </a:lnTo>
                <a:cubicBezTo>
                  <a:pt x="61192" y="58147"/>
                  <a:pt x="60250" y="58567"/>
                  <a:pt x="59409" y="59409"/>
                </a:cubicBezTo>
                <a:cubicBezTo>
                  <a:pt x="58567" y="60250"/>
                  <a:pt x="58147" y="61192"/>
                  <a:pt x="58147" y="62234"/>
                </a:cubicBezTo>
                <a:lnTo>
                  <a:pt x="58147" y="104360"/>
                </a:lnTo>
                <a:cubicBezTo>
                  <a:pt x="58147" y="106244"/>
                  <a:pt x="57525" y="107917"/>
                  <a:pt x="56263" y="109390"/>
                </a:cubicBezTo>
                <a:cubicBezTo>
                  <a:pt x="54800" y="110642"/>
                  <a:pt x="53117" y="111273"/>
                  <a:pt x="51234" y="111273"/>
                </a:cubicBezTo>
                <a:cubicBezTo>
                  <a:pt x="49140" y="111273"/>
                  <a:pt x="47357" y="110642"/>
                  <a:pt x="45894" y="109390"/>
                </a:cubicBezTo>
                <a:cubicBezTo>
                  <a:pt x="44632" y="107917"/>
                  <a:pt x="44010" y="106244"/>
                  <a:pt x="44010" y="104360"/>
                </a:cubicBezTo>
                <a:close/>
                <a:moveTo>
                  <a:pt x="243605" y="104360"/>
                </a:moveTo>
                <a:lnTo>
                  <a:pt x="243605" y="62234"/>
                </a:lnTo>
                <a:cubicBezTo>
                  <a:pt x="243605" y="61192"/>
                  <a:pt x="243185" y="60250"/>
                  <a:pt x="242343" y="59409"/>
                </a:cubicBezTo>
                <a:cubicBezTo>
                  <a:pt x="241502" y="58567"/>
                  <a:pt x="240560" y="58147"/>
                  <a:pt x="239518" y="58147"/>
                </a:cubicBezTo>
                <a:lnTo>
                  <a:pt x="197401" y="58147"/>
                </a:lnTo>
                <a:cubicBezTo>
                  <a:pt x="195508" y="58147"/>
                  <a:pt x="193835" y="57525"/>
                  <a:pt x="192371" y="56263"/>
                </a:cubicBezTo>
                <a:cubicBezTo>
                  <a:pt x="191110" y="54800"/>
                  <a:pt x="190479" y="53117"/>
                  <a:pt x="190479" y="51234"/>
                </a:cubicBezTo>
                <a:cubicBezTo>
                  <a:pt x="190479" y="49140"/>
                  <a:pt x="191110" y="47357"/>
                  <a:pt x="192371" y="45894"/>
                </a:cubicBezTo>
                <a:cubicBezTo>
                  <a:pt x="193835" y="44632"/>
                  <a:pt x="195508" y="44010"/>
                  <a:pt x="197401" y="44010"/>
                </a:cubicBezTo>
                <a:lnTo>
                  <a:pt x="239518" y="44010"/>
                </a:lnTo>
                <a:cubicBezTo>
                  <a:pt x="244547" y="44010"/>
                  <a:pt x="248845" y="45784"/>
                  <a:pt x="252402" y="49350"/>
                </a:cubicBezTo>
                <a:cubicBezTo>
                  <a:pt x="255968" y="52907"/>
                  <a:pt x="257751" y="57205"/>
                  <a:pt x="257751" y="62234"/>
                </a:cubicBezTo>
                <a:lnTo>
                  <a:pt x="257751" y="104360"/>
                </a:lnTo>
                <a:cubicBezTo>
                  <a:pt x="257751" y="106244"/>
                  <a:pt x="257010" y="107917"/>
                  <a:pt x="255547" y="109390"/>
                </a:cubicBezTo>
                <a:cubicBezTo>
                  <a:pt x="254285" y="110642"/>
                  <a:pt x="252612" y="111273"/>
                  <a:pt x="250518" y="111273"/>
                </a:cubicBezTo>
                <a:cubicBezTo>
                  <a:pt x="248424" y="111273"/>
                  <a:pt x="246742" y="110642"/>
                  <a:pt x="245489" y="109390"/>
                </a:cubicBezTo>
                <a:cubicBezTo>
                  <a:pt x="244227" y="107917"/>
                  <a:pt x="243605" y="106244"/>
                  <a:pt x="243605" y="104360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圖說"/>
          <p:cNvSpPr/>
          <p:nvPr/>
        </p:nvSpPr>
        <p:spPr>
          <a:xfrm>
            <a:off x="3858677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檢測</a:t>
            </a:r>
            <a:endParaRPr lang="en-US" sz="750" dirty="0"/>
          </a:p>
        </p:txBody>
      </p:sp>
      <p:sp>
        <p:nvSpPr>
          <p:cNvPr id="59" name="圖示 顯微分析"/>
          <p:cNvSpPr/>
          <p:nvPr/>
        </p:nvSpPr>
        <p:spPr>
          <a:xfrm>
            <a:off x="4558170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2963" y="246742"/>
                </a:moveTo>
                <a:lnTo>
                  <a:pt x="132963" y="209654"/>
                </a:lnTo>
                <a:lnTo>
                  <a:pt x="126672" y="209654"/>
                </a:lnTo>
                <a:cubicBezTo>
                  <a:pt x="110332" y="209654"/>
                  <a:pt x="96497" y="204103"/>
                  <a:pt x="85186" y="192993"/>
                </a:cubicBezTo>
                <a:cubicBezTo>
                  <a:pt x="74076" y="181682"/>
                  <a:pt x="68525" y="167847"/>
                  <a:pt x="68525" y="151507"/>
                </a:cubicBezTo>
                <a:cubicBezTo>
                  <a:pt x="68525" y="139355"/>
                  <a:pt x="71982" y="128245"/>
                  <a:pt x="78894" y="118186"/>
                </a:cubicBezTo>
                <a:cubicBezTo>
                  <a:pt x="86018" y="108338"/>
                  <a:pt x="95344" y="101316"/>
                  <a:pt x="106875" y="97128"/>
                </a:cubicBezTo>
                <a:cubicBezTo>
                  <a:pt x="107287" y="88322"/>
                  <a:pt x="110953" y="81308"/>
                  <a:pt x="117875" y="76069"/>
                </a:cubicBezTo>
                <a:cubicBezTo>
                  <a:pt x="124788" y="70829"/>
                  <a:pt x="132542" y="69156"/>
                  <a:pt x="141128" y="71040"/>
                </a:cubicBezTo>
                <a:lnTo>
                  <a:pt x="136730" y="59098"/>
                </a:lnTo>
                <a:cubicBezTo>
                  <a:pt x="135688" y="56784"/>
                  <a:pt x="135688" y="54590"/>
                  <a:pt x="136730" y="52496"/>
                </a:cubicBezTo>
                <a:cubicBezTo>
                  <a:pt x="137992" y="50191"/>
                  <a:pt x="139766" y="48619"/>
                  <a:pt x="142079" y="47777"/>
                </a:cubicBezTo>
                <a:lnTo>
                  <a:pt x="146158" y="45894"/>
                </a:lnTo>
                <a:lnTo>
                  <a:pt x="145216" y="42748"/>
                </a:lnTo>
                <a:cubicBezTo>
                  <a:pt x="144384" y="40444"/>
                  <a:pt x="144384" y="38140"/>
                  <a:pt x="145216" y="35835"/>
                </a:cubicBezTo>
                <a:cubicBezTo>
                  <a:pt x="146267" y="33531"/>
                  <a:pt x="147941" y="31958"/>
                  <a:pt x="150245" y="31117"/>
                </a:cubicBezTo>
                <a:cubicBezTo>
                  <a:pt x="152549" y="30276"/>
                  <a:pt x="154854" y="30276"/>
                  <a:pt x="157167" y="31117"/>
                </a:cubicBezTo>
                <a:cubicBezTo>
                  <a:pt x="159471" y="32169"/>
                  <a:pt x="161035" y="33842"/>
                  <a:pt x="161876" y="36146"/>
                </a:cubicBezTo>
                <a:lnTo>
                  <a:pt x="163138" y="39923"/>
                </a:lnTo>
                <a:lnTo>
                  <a:pt x="166595" y="38661"/>
                </a:lnTo>
                <a:cubicBezTo>
                  <a:pt x="168899" y="37820"/>
                  <a:pt x="171203" y="37929"/>
                  <a:pt x="173507" y="38981"/>
                </a:cubicBezTo>
                <a:cubicBezTo>
                  <a:pt x="175601" y="40023"/>
                  <a:pt x="177174" y="41596"/>
                  <a:pt x="178226" y="43690"/>
                </a:cubicBezTo>
                <a:lnTo>
                  <a:pt x="205566" y="115672"/>
                </a:lnTo>
                <a:cubicBezTo>
                  <a:pt x="206618" y="117976"/>
                  <a:pt x="206508" y="120280"/>
                  <a:pt x="205255" y="122584"/>
                </a:cubicBezTo>
                <a:cubicBezTo>
                  <a:pt x="204204" y="124678"/>
                  <a:pt x="202530" y="126251"/>
                  <a:pt x="200226" y="127303"/>
                </a:cubicBezTo>
                <a:lnTo>
                  <a:pt x="196139" y="128876"/>
                </a:lnTo>
                <a:lnTo>
                  <a:pt x="197401" y="132332"/>
                </a:lnTo>
                <a:cubicBezTo>
                  <a:pt x="198233" y="134636"/>
                  <a:pt x="198233" y="136840"/>
                  <a:pt x="197401" y="138934"/>
                </a:cubicBezTo>
                <a:cubicBezTo>
                  <a:pt x="196349" y="141238"/>
                  <a:pt x="194566" y="142811"/>
                  <a:pt x="192051" y="143643"/>
                </a:cubicBezTo>
                <a:cubicBezTo>
                  <a:pt x="189747" y="144484"/>
                  <a:pt x="187543" y="144384"/>
                  <a:pt x="185449" y="143332"/>
                </a:cubicBezTo>
                <a:cubicBezTo>
                  <a:pt x="183355" y="142281"/>
                  <a:pt x="181783" y="140607"/>
                  <a:pt x="180740" y="138303"/>
                </a:cubicBezTo>
                <a:lnTo>
                  <a:pt x="179478" y="134847"/>
                </a:lnTo>
                <a:lnTo>
                  <a:pt x="175080" y="136419"/>
                </a:lnTo>
                <a:cubicBezTo>
                  <a:pt x="172776" y="137462"/>
                  <a:pt x="170472" y="137462"/>
                  <a:pt x="168167" y="136419"/>
                </a:cubicBezTo>
                <a:cubicBezTo>
                  <a:pt x="165863" y="135368"/>
                  <a:pt x="164290" y="133585"/>
                  <a:pt x="163449" y="131070"/>
                </a:cubicBezTo>
                <a:lnTo>
                  <a:pt x="158420" y="117555"/>
                </a:lnTo>
                <a:cubicBezTo>
                  <a:pt x="155485" y="121121"/>
                  <a:pt x="152028" y="123846"/>
                  <a:pt x="148051" y="125730"/>
                </a:cubicBezTo>
                <a:cubicBezTo>
                  <a:pt x="143853" y="127614"/>
                  <a:pt x="139355" y="128455"/>
                  <a:pt x="134536" y="128245"/>
                </a:cubicBezTo>
                <a:cubicBezTo>
                  <a:pt x="128876" y="128245"/>
                  <a:pt x="123846" y="126672"/>
                  <a:pt x="119448" y="123526"/>
                </a:cubicBezTo>
                <a:cubicBezTo>
                  <a:pt x="114830" y="120180"/>
                  <a:pt x="111273" y="115982"/>
                  <a:pt x="108759" y="110953"/>
                </a:cubicBezTo>
                <a:cubicBezTo>
                  <a:pt x="100794" y="114519"/>
                  <a:pt x="94503" y="119969"/>
                  <a:pt x="89895" y="127303"/>
                </a:cubicBezTo>
                <a:cubicBezTo>
                  <a:pt x="85076" y="134636"/>
                  <a:pt x="82671" y="142701"/>
                  <a:pt x="82671" y="151507"/>
                </a:cubicBezTo>
                <a:cubicBezTo>
                  <a:pt x="82671" y="163870"/>
                  <a:pt x="86959" y="174239"/>
                  <a:pt x="95555" y="182624"/>
                </a:cubicBezTo>
                <a:cubicBezTo>
                  <a:pt x="103940" y="191210"/>
                  <a:pt x="114309" y="195508"/>
                  <a:pt x="126672" y="195508"/>
                </a:cubicBezTo>
                <a:lnTo>
                  <a:pt x="223168" y="195508"/>
                </a:lnTo>
                <a:cubicBezTo>
                  <a:pt x="225061" y="195508"/>
                  <a:pt x="226735" y="196139"/>
                  <a:pt x="228198" y="197401"/>
                </a:cubicBezTo>
                <a:cubicBezTo>
                  <a:pt x="229460" y="198864"/>
                  <a:pt x="230090" y="200647"/>
                  <a:pt x="230090" y="202741"/>
                </a:cubicBezTo>
                <a:cubicBezTo>
                  <a:pt x="230090" y="204624"/>
                  <a:pt x="229460" y="206298"/>
                  <a:pt x="228198" y="207770"/>
                </a:cubicBezTo>
                <a:cubicBezTo>
                  <a:pt x="226735" y="209023"/>
                  <a:pt x="225061" y="209654"/>
                  <a:pt x="223168" y="209654"/>
                </a:cubicBezTo>
                <a:lnTo>
                  <a:pt x="154963" y="209654"/>
                </a:lnTo>
                <a:lnTo>
                  <a:pt x="154963" y="246742"/>
                </a:lnTo>
                <a:lnTo>
                  <a:pt x="226314" y="246742"/>
                </a:lnTo>
                <a:cubicBezTo>
                  <a:pt x="228198" y="246742"/>
                  <a:pt x="229880" y="247373"/>
                  <a:pt x="231343" y="248635"/>
                </a:cubicBezTo>
                <a:cubicBezTo>
                  <a:pt x="232605" y="250098"/>
                  <a:pt x="233227" y="251881"/>
                  <a:pt x="233227" y="253975"/>
                </a:cubicBezTo>
                <a:cubicBezTo>
                  <a:pt x="233227" y="255858"/>
                  <a:pt x="232605" y="257541"/>
                  <a:pt x="231343" y="259004"/>
                </a:cubicBezTo>
                <a:cubicBezTo>
                  <a:pt x="229880" y="260266"/>
                  <a:pt x="228198" y="260887"/>
                  <a:pt x="226314" y="260887"/>
                </a:cubicBezTo>
                <a:lnTo>
                  <a:pt x="75438" y="260887"/>
                </a:lnTo>
                <a:cubicBezTo>
                  <a:pt x="73554" y="260887"/>
                  <a:pt x="71872" y="260156"/>
                  <a:pt x="70409" y="258693"/>
                </a:cubicBezTo>
                <a:cubicBezTo>
                  <a:pt x="69156" y="257431"/>
                  <a:pt x="68525" y="255758"/>
                  <a:pt x="68525" y="253664"/>
                </a:cubicBezTo>
                <a:cubicBezTo>
                  <a:pt x="68525" y="251561"/>
                  <a:pt x="69156" y="249887"/>
                  <a:pt x="70409" y="248635"/>
                </a:cubicBezTo>
                <a:cubicBezTo>
                  <a:pt x="71872" y="247373"/>
                  <a:pt x="73554" y="246742"/>
                  <a:pt x="75438" y="246742"/>
                </a:cubicBezTo>
                <a:lnTo>
                  <a:pt x="132963" y="246742"/>
                </a:lnTo>
                <a:close/>
                <a:moveTo>
                  <a:pt x="174769" y="123526"/>
                </a:moveTo>
                <a:lnTo>
                  <a:pt x="192371" y="116933"/>
                </a:lnTo>
                <a:lnTo>
                  <a:pt x="167536" y="50923"/>
                </a:lnTo>
                <a:lnTo>
                  <a:pt x="149623" y="57205"/>
                </a:lnTo>
                <a:lnTo>
                  <a:pt x="174769" y="123526"/>
                </a:lnTo>
                <a:close/>
                <a:moveTo>
                  <a:pt x="147420" y="110953"/>
                </a:moveTo>
                <a:cubicBezTo>
                  <a:pt x="150565" y="108027"/>
                  <a:pt x="152138" y="104251"/>
                  <a:pt x="152138" y="99642"/>
                </a:cubicBezTo>
                <a:cubicBezTo>
                  <a:pt x="152138" y="95034"/>
                  <a:pt x="150565" y="91047"/>
                  <a:pt x="147420" y="87700"/>
                </a:cubicBezTo>
                <a:cubicBezTo>
                  <a:pt x="144274" y="84555"/>
                  <a:pt x="140397" y="82982"/>
                  <a:pt x="135788" y="82982"/>
                </a:cubicBezTo>
                <a:cubicBezTo>
                  <a:pt x="131180" y="82982"/>
                  <a:pt x="127303" y="84555"/>
                  <a:pt x="124157" y="87700"/>
                </a:cubicBezTo>
                <a:cubicBezTo>
                  <a:pt x="121012" y="90836"/>
                  <a:pt x="119448" y="94714"/>
                  <a:pt x="119448" y="99331"/>
                </a:cubicBezTo>
                <a:cubicBezTo>
                  <a:pt x="119448" y="103940"/>
                  <a:pt x="121012" y="107817"/>
                  <a:pt x="124157" y="110953"/>
                </a:cubicBezTo>
                <a:cubicBezTo>
                  <a:pt x="127303" y="114099"/>
                  <a:pt x="131180" y="115672"/>
                  <a:pt x="135788" y="115672"/>
                </a:cubicBezTo>
                <a:cubicBezTo>
                  <a:pt x="140397" y="115672"/>
                  <a:pt x="144274" y="114099"/>
                  <a:pt x="147420" y="110953"/>
                </a:cubicBezTo>
                <a:close/>
                <a:moveTo>
                  <a:pt x="174769" y="123526"/>
                </a:moveTo>
                <a:close/>
                <a:moveTo>
                  <a:pt x="135788" y="99011"/>
                </a:moveTo>
                <a:close/>
                <a:moveTo>
                  <a:pt x="136099" y="9901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4413397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顯微分析</a:t>
            </a:r>
            <a:endParaRPr lang="en-US" sz="750" dirty="0"/>
          </a:p>
        </p:txBody>
      </p:sp>
      <p:sp>
        <p:nvSpPr>
          <p:cNvPr id="61" name="圖示 實驗"/>
          <p:cNvSpPr/>
          <p:nvPr/>
        </p:nvSpPr>
        <p:spPr>
          <a:xfrm>
            <a:off x="5112890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6583" y="257751"/>
                </a:moveTo>
                <a:cubicBezTo>
                  <a:pt x="49871" y="257751"/>
                  <a:pt x="45162" y="254706"/>
                  <a:pt x="42437" y="248635"/>
                </a:cubicBezTo>
                <a:cubicBezTo>
                  <a:pt x="39502" y="242343"/>
                  <a:pt x="40334" y="236683"/>
                  <a:pt x="44952" y="231654"/>
                </a:cubicBezTo>
                <a:lnTo>
                  <a:pt x="122274" y="142701"/>
                </a:lnTo>
                <a:lnTo>
                  <a:pt x="122274" y="58147"/>
                </a:lnTo>
                <a:lnTo>
                  <a:pt x="104360" y="58147"/>
                </a:lnTo>
                <a:cubicBezTo>
                  <a:pt x="102468" y="58147"/>
                  <a:pt x="100794" y="57525"/>
                  <a:pt x="99331" y="56263"/>
                </a:cubicBezTo>
                <a:cubicBezTo>
                  <a:pt x="98069" y="54800"/>
                  <a:pt x="97438" y="53117"/>
                  <a:pt x="97438" y="51234"/>
                </a:cubicBezTo>
                <a:cubicBezTo>
                  <a:pt x="97438" y="49140"/>
                  <a:pt x="98069" y="47357"/>
                  <a:pt x="99331" y="45894"/>
                </a:cubicBezTo>
                <a:cubicBezTo>
                  <a:pt x="100794" y="44632"/>
                  <a:pt x="102468" y="44010"/>
                  <a:pt x="104360" y="44010"/>
                </a:cubicBezTo>
                <a:lnTo>
                  <a:pt x="197401" y="44010"/>
                </a:lnTo>
                <a:cubicBezTo>
                  <a:pt x="199284" y="44010"/>
                  <a:pt x="200958" y="44742"/>
                  <a:pt x="202430" y="46205"/>
                </a:cubicBezTo>
                <a:cubicBezTo>
                  <a:pt x="203683" y="47467"/>
                  <a:pt x="204314" y="49140"/>
                  <a:pt x="204314" y="51234"/>
                </a:cubicBezTo>
                <a:cubicBezTo>
                  <a:pt x="204314" y="53328"/>
                  <a:pt x="203683" y="55010"/>
                  <a:pt x="202430" y="56263"/>
                </a:cubicBezTo>
                <a:cubicBezTo>
                  <a:pt x="200958" y="57525"/>
                  <a:pt x="199284" y="58147"/>
                  <a:pt x="197401" y="58147"/>
                </a:cubicBezTo>
                <a:lnTo>
                  <a:pt x="179478" y="58147"/>
                </a:lnTo>
                <a:lnTo>
                  <a:pt x="179478" y="142701"/>
                </a:lnTo>
                <a:lnTo>
                  <a:pt x="256800" y="231654"/>
                </a:lnTo>
                <a:cubicBezTo>
                  <a:pt x="261418" y="236683"/>
                  <a:pt x="262250" y="242343"/>
                  <a:pt x="259315" y="248635"/>
                </a:cubicBezTo>
                <a:cubicBezTo>
                  <a:pt x="256590" y="254706"/>
                  <a:pt x="251881" y="257751"/>
                  <a:pt x="245178" y="257751"/>
                </a:cubicBezTo>
                <a:lnTo>
                  <a:pt x="56583" y="257751"/>
                </a:lnTo>
                <a:close/>
                <a:moveTo>
                  <a:pt x="53748" y="243605"/>
                </a:moveTo>
                <a:lnTo>
                  <a:pt x="248004" y="243605"/>
                </a:lnTo>
                <a:lnTo>
                  <a:pt x="165333" y="148051"/>
                </a:lnTo>
                <a:lnTo>
                  <a:pt x="165333" y="58147"/>
                </a:lnTo>
                <a:lnTo>
                  <a:pt x="136419" y="58147"/>
                </a:lnTo>
                <a:lnTo>
                  <a:pt x="136419" y="148051"/>
                </a:lnTo>
                <a:lnTo>
                  <a:pt x="53748" y="243605"/>
                </a:lnTo>
                <a:close/>
                <a:moveTo>
                  <a:pt x="150245" y="15087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圖說"/>
          <p:cNvSpPr/>
          <p:nvPr/>
        </p:nvSpPr>
        <p:spPr>
          <a:xfrm>
            <a:off x="4968118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</a:t>
            </a:r>
            <a:endParaRPr lang="en-US" sz="750" dirty="0"/>
          </a:p>
        </p:txBody>
      </p:sp>
      <p:sp>
        <p:nvSpPr>
          <p:cNvPr id="63" name="圖示 問題追蹤"/>
          <p:cNvSpPr/>
          <p:nvPr/>
        </p:nvSpPr>
        <p:spPr>
          <a:xfrm>
            <a:off x="5667611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57751"/>
                </a:moveTo>
                <a:cubicBezTo>
                  <a:pt x="138303" y="257751"/>
                  <a:pt x="126672" y="254706"/>
                  <a:pt x="115982" y="248635"/>
                </a:cubicBezTo>
                <a:cubicBezTo>
                  <a:pt x="105302" y="242764"/>
                  <a:pt x="97338" y="234278"/>
                  <a:pt x="92098" y="223168"/>
                </a:cubicBezTo>
                <a:lnTo>
                  <a:pt x="63807" y="223168"/>
                </a:lnTo>
                <a:cubicBezTo>
                  <a:pt x="61713" y="223168"/>
                  <a:pt x="60040" y="222437"/>
                  <a:pt x="58778" y="220974"/>
                </a:cubicBezTo>
                <a:cubicBezTo>
                  <a:pt x="57315" y="219712"/>
                  <a:pt x="56583" y="218039"/>
                  <a:pt x="56583" y="215945"/>
                </a:cubicBezTo>
                <a:cubicBezTo>
                  <a:pt x="56583" y="213842"/>
                  <a:pt x="57315" y="212168"/>
                  <a:pt x="58778" y="210916"/>
                </a:cubicBezTo>
                <a:cubicBezTo>
                  <a:pt x="60040" y="209654"/>
                  <a:pt x="61713" y="209023"/>
                  <a:pt x="63807" y="209023"/>
                </a:cubicBezTo>
                <a:lnTo>
                  <a:pt x="85807" y="209023"/>
                </a:lnTo>
                <a:cubicBezTo>
                  <a:pt x="83924" y="202951"/>
                  <a:pt x="82982" y="196770"/>
                  <a:pt x="82982" y="190479"/>
                </a:cubicBezTo>
                <a:cubicBezTo>
                  <a:pt x="82982" y="184197"/>
                  <a:pt x="82982" y="177906"/>
                  <a:pt x="82982" y="171624"/>
                </a:cubicBezTo>
                <a:lnTo>
                  <a:pt x="63496" y="171624"/>
                </a:lnTo>
                <a:cubicBezTo>
                  <a:pt x="61402" y="171624"/>
                  <a:pt x="59719" y="170892"/>
                  <a:pt x="58467" y="169420"/>
                </a:cubicBezTo>
                <a:cubicBezTo>
                  <a:pt x="56995" y="167957"/>
                  <a:pt x="56263" y="166274"/>
                  <a:pt x="56263" y="164391"/>
                </a:cubicBezTo>
                <a:cubicBezTo>
                  <a:pt x="56263" y="162297"/>
                  <a:pt x="56995" y="160624"/>
                  <a:pt x="58467" y="159362"/>
                </a:cubicBezTo>
                <a:cubicBezTo>
                  <a:pt x="59719" y="157899"/>
                  <a:pt x="61402" y="157167"/>
                  <a:pt x="63496" y="157167"/>
                </a:cubicBezTo>
                <a:lnTo>
                  <a:pt x="82982" y="157167"/>
                </a:lnTo>
                <a:cubicBezTo>
                  <a:pt x="82982" y="150455"/>
                  <a:pt x="82982" y="143853"/>
                  <a:pt x="82982" y="137361"/>
                </a:cubicBezTo>
                <a:cubicBezTo>
                  <a:pt x="82982" y="130659"/>
                  <a:pt x="84033" y="124157"/>
                  <a:pt x="86127" y="117875"/>
                </a:cubicBezTo>
                <a:lnTo>
                  <a:pt x="63807" y="117875"/>
                </a:lnTo>
                <a:cubicBezTo>
                  <a:pt x="61713" y="117875"/>
                  <a:pt x="60040" y="117244"/>
                  <a:pt x="58778" y="115982"/>
                </a:cubicBezTo>
                <a:cubicBezTo>
                  <a:pt x="57315" y="114519"/>
                  <a:pt x="56583" y="112846"/>
                  <a:pt x="56583" y="110953"/>
                </a:cubicBezTo>
                <a:cubicBezTo>
                  <a:pt x="56583" y="108859"/>
                  <a:pt x="57315" y="107076"/>
                  <a:pt x="58778" y="105613"/>
                </a:cubicBezTo>
                <a:cubicBezTo>
                  <a:pt x="60040" y="104360"/>
                  <a:pt x="61713" y="103730"/>
                  <a:pt x="63807" y="103730"/>
                </a:cubicBezTo>
                <a:lnTo>
                  <a:pt x="92729" y="103730"/>
                </a:lnTo>
                <a:cubicBezTo>
                  <a:pt x="95866" y="97859"/>
                  <a:pt x="99953" y="92729"/>
                  <a:pt x="104982" y="88322"/>
                </a:cubicBezTo>
                <a:cubicBezTo>
                  <a:pt x="109801" y="83924"/>
                  <a:pt x="115251" y="80367"/>
                  <a:pt x="121332" y="77642"/>
                </a:cubicBezTo>
                <a:lnTo>
                  <a:pt x="101846" y="58147"/>
                </a:lnTo>
                <a:cubicBezTo>
                  <a:pt x="100584" y="56894"/>
                  <a:pt x="99953" y="55422"/>
                  <a:pt x="99953" y="53748"/>
                </a:cubicBezTo>
                <a:cubicBezTo>
                  <a:pt x="99953" y="51865"/>
                  <a:pt x="100584" y="50292"/>
                  <a:pt x="101846" y="49039"/>
                </a:cubicBezTo>
                <a:cubicBezTo>
                  <a:pt x="103099" y="47777"/>
                  <a:pt x="104671" y="47146"/>
                  <a:pt x="106555" y="47146"/>
                </a:cubicBezTo>
                <a:cubicBezTo>
                  <a:pt x="108228" y="47146"/>
                  <a:pt x="109701" y="47777"/>
                  <a:pt x="110953" y="49039"/>
                </a:cubicBezTo>
                <a:lnTo>
                  <a:pt x="135157" y="72923"/>
                </a:lnTo>
                <a:cubicBezTo>
                  <a:pt x="140397" y="71040"/>
                  <a:pt x="145746" y="70098"/>
                  <a:pt x="151187" y="70098"/>
                </a:cubicBezTo>
                <a:cubicBezTo>
                  <a:pt x="156637" y="70098"/>
                  <a:pt x="162087" y="71040"/>
                  <a:pt x="167536" y="72923"/>
                </a:cubicBezTo>
                <a:lnTo>
                  <a:pt x="191741" y="49039"/>
                </a:lnTo>
                <a:cubicBezTo>
                  <a:pt x="192993" y="47777"/>
                  <a:pt x="194465" y="47146"/>
                  <a:pt x="196139" y="47146"/>
                </a:cubicBezTo>
                <a:cubicBezTo>
                  <a:pt x="198022" y="47146"/>
                  <a:pt x="199705" y="47777"/>
                  <a:pt x="201168" y="49039"/>
                </a:cubicBezTo>
                <a:cubicBezTo>
                  <a:pt x="202220" y="50292"/>
                  <a:pt x="202741" y="51755"/>
                  <a:pt x="202741" y="53438"/>
                </a:cubicBezTo>
                <a:cubicBezTo>
                  <a:pt x="202741" y="55321"/>
                  <a:pt x="202110" y="56894"/>
                  <a:pt x="200857" y="58147"/>
                </a:cubicBezTo>
                <a:lnTo>
                  <a:pt x="181682" y="77642"/>
                </a:lnTo>
                <a:cubicBezTo>
                  <a:pt x="187754" y="80367"/>
                  <a:pt x="193103" y="83924"/>
                  <a:pt x="197712" y="88322"/>
                </a:cubicBezTo>
                <a:cubicBezTo>
                  <a:pt x="202320" y="92940"/>
                  <a:pt x="206298" y="98069"/>
                  <a:pt x="209654" y="103730"/>
                </a:cubicBezTo>
                <a:lnTo>
                  <a:pt x="238256" y="103730"/>
                </a:lnTo>
                <a:cubicBezTo>
                  <a:pt x="240350" y="103730"/>
                  <a:pt x="242033" y="104461"/>
                  <a:pt x="243285" y="105924"/>
                </a:cubicBezTo>
                <a:cubicBezTo>
                  <a:pt x="244757" y="107186"/>
                  <a:pt x="245489" y="108859"/>
                  <a:pt x="245489" y="110953"/>
                </a:cubicBezTo>
                <a:cubicBezTo>
                  <a:pt x="245489" y="113056"/>
                  <a:pt x="244757" y="114730"/>
                  <a:pt x="243285" y="115982"/>
                </a:cubicBezTo>
                <a:cubicBezTo>
                  <a:pt x="242033" y="117244"/>
                  <a:pt x="240350" y="117875"/>
                  <a:pt x="238256" y="117875"/>
                </a:cubicBezTo>
                <a:lnTo>
                  <a:pt x="215625" y="117875"/>
                </a:lnTo>
                <a:cubicBezTo>
                  <a:pt x="217929" y="124157"/>
                  <a:pt x="218981" y="130659"/>
                  <a:pt x="218770" y="137361"/>
                </a:cubicBezTo>
                <a:cubicBezTo>
                  <a:pt x="218770" y="144064"/>
                  <a:pt x="218770" y="150666"/>
                  <a:pt x="218770" y="157167"/>
                </a:cubicBezTo>
                <a:lnTo>
                  <a:pt x="238256" y="157167"/>
                </a:lnTo>
                <a:cubicBezTo>
                  <a:pt x="240350" y="157167"/>
                  <a:pt x="242033" y="157899"/>
                  <a:pt x="243285" y="159362"/>
                </a:cubicBezTo>
                <a:cubicBezTo>
                  <a:pt x="244757" y="160624"/>
                  <a:pt x="245489" y="162297"/>
                  <a:pt x="245489" y="164391"/>
                </a:cubicBezTo>
                <a:cubicBezTo>
                  <a:pt x="245489" y="166485"/>
                  <a:pt x="244757" y="168167"/>
                  <a:pt x="243285" y="169420"/>
                </a:cubicBezTo>
                <a:cubicBezTo>
                  <a:pt x="242033" y="170892"/>
                  <a:pt x="240350" y="171624"/>
                  <a:pt x="238256" y="171624"/>
                </a:cubicBezTo>
                <a:lnTo>
                  <a:pt x="218770" y="171624"/>
                </a:lnTo>
                <a:cubicBezTo>
                  <a:pt x="218770" y="177906"/>
                  <a:pt x="218770" y="184197"/>
                  <a:pt x="218770" y="190479"/>
                </a:cubicBezTo>
                <a:cubicBezTo>
                  <a:pt x="218770" y="196770"/>
                  <a:pt x="217828" y="202951"/>
                  <a:pt x="215945" y="209023"/>
                </a:cubicBezTo>
                <a:lnTo>
                  <a:pt x="238256" y="209023"/>
                </a:lnTo>
                <a:cubicBezTo>
                  <a:pt x="240350" y="209023"/>
                  <a:pt x="242033" y="209654"/>
                  <a:pt x="243285" y="210916"/>
                </a:cubicBezTo>
                <a:cubicBezTo>
                  <a:pt x="244757" y="212379"/>
                  <a:pt x="245489" y="214162"/>
                  <a:pt x="245489" y="216256"/>
                </a:cubicBezTo>
                <a:cubicBezTo>
                  <a:pt x="245489" y="218139"/>
                  <a:pt x="244757" y="219822"/>
                  <a:pt x="243285" y="221285"/>
                </a:cubicBezTo>
                <a:cubicBezTo>
                  <a:pt x="242033" y="222547"/>
                  <a:pt x="240350" y="223168"/>
                  <a:pt x="238256" y="223168"/>
                </a:cubicBezTo>
                <a:lnTo>
                  <a:pt x="209974" y="223168"/>
                </a:lnTo>
                <a:cubicBezTo>
                  <a:pt x="204734" y="234489"/>
                  <a:pt x="196770" y="243075"/>
                  <a:pt x="186080" y="248945"/>
                </a:cubicBezTo>
                <a:cubicBezTo>
                  <a:pt x="175181" y="254816"/>
                  <a:pt x="163449" y="257751"/>
                  <a:pt x="150876" y="257751"/>
                </a:cubicBezTo>
                <a:close/>
                <a:moveTo>
                  <a:pt x="150876" y="243605"/>
                </a:moveTo>
                <a:cubicBezTo>
                  <a:pt x="165543" y="243605"/>
                  <a:pt x="178116" y="238366"/>
                  <a:pt x="188595" y="227887"/>
                </a:cubicBezTo>
                <a:cubicBezTo>
                  <a:pt x="199074" y="217618"/>
                  <a:pt x="204314" y="205045"/>
                  <a:pt x="204314" y="190168"/>
                </a:cubicBezTo>
                <a:lnTo>
                  <a:pt x="204314" y="138303"/>
                </a:lnTo>
                <a:cubicBezTo>
                  <a:pt x="204314" y="123426"/>
                  <a:pt x="199074" y="110853"/>
                  <a:pt x="188595" y="100584"/>
                </a:cubicBezTo>
                <a:cubicBezTo>
                  <a:pt x="178116" y="90105"/>
                  <a:pt x="165543" y="84865"/>
                  <a:pt x="150876" y="84865"/>
                </a:cubicBezTo>
                <a:cubicBezTo>
                  <a:pt x="136209" y="84865"/>
                  <a:pt x="123636" y="90105"/>
                  <a:pt x="113157" y="100584"/>
                </a:cubicBezTo>
                <a:cubicBezTo>
                  <a:pt x="102678" y="110853"/>
                  <a:pt x="97438" y="123426"/>
                  <a:pt x="97438" y="138303"/>
                </a:cubicBezTo>
                <a:lnTo>
                  <a:pt x="97438" y="190168"/>
                </a:lnTo>
                <a:cubicBezTo>
                  <a:pt x="97438" y="205045"/>
                  <a:pt x="102678" y="217618"/>
                  <a:pt x="113157" y="227887"/>
                </a:cubicBezTo>
                <a:cubicBezTo>
                  <a:pt x="123636" y="238366"/>
                  <a:pt x="136209" y="243605"/>
                  <a:pt x="150876" y="243605"/>
                </a:cubicBezTo>
                <a:close/>
                <a:moveTo>
                  <a:pt x="134847" y="198022"/>
                </a:moveTo>
                <a:lnTo>
                  <a:pt x="166905" y="198022"/>
                </a:lnTo>
                <a:cubicBezTo>
                  <a:pt x="168999" y="198022"/>
                  <a:pt x="170682" y="197291"/>
                  <a:pt x="171935" y="195828"/>
                </a:cubicBezTo>
                <a:cubicBezTo>
                  <a:pt x="173407" y="194566"/>
                  <a:pt x="174138" y="192893"/>
                  <a:pt x="174138" y="190799"/>
                </a:cubicBezTo>
                <a:cubicBezTo>
                  <a:pt x="174138" y="188696"/>
                  <a:pt x="173407" y="187022"/>
                  <a:pt x="171935" y="185770"/>
                </a:cubicBezTo>
                <a:cubicBezTo>
                  <a:pt x="170682" y="184508"/>
                  <a:pt x="168999" y="183877"/>
                  <a:pt x="166905" y="183877"/>
                </a:cubicBezTo>
                <a:lnTo>
                  <a:pt x="134847" y="183877"/>
                </a:lnTo>
                <a:cubicBezTo>
                  <a:pt x="132753" y="183877"/>
                  <a:pt x="131070" y="184508"/>
                  <a:pt x="129817" y="185770"/>
                </a:cubicBezTo>
                <a:cubicBezTo>
                  <a:pt x="128345" y="187233"/>
                  <a:pt x="127614" y="189016"/>
                  <a:pt x="127614" y="191110"/>
                </a:cubicBezTo>
                <a:cubicBezTo>
                  <a:pt x="127614" y="192993"/>
                  <a:pt x="128345" y="194676"/>
                  <a:pt x="129817" y="196139"/>
                </a:cubicBezTo>
                <a:cubicBezTo>
                  <a:pt x="131070" y="197401"/>
                  <a:pt x="132753" y="198022"/>
                  <a:pt x="134847" y="198022"/>
                </a:cubicBezTo>
                <a:close/>
                <a:moveTo>
                  <a:pt x="134847" y="144594"/>
                </a:moveTo>
                <a:lnTo>
                  <a:pt x="166905" y="144594"/>
                </a:lnTo>
                <a:cubicBezTo>
                  <a:pt x="168999" y="144594"/>
                  <a:pt x="170682" y="143963"/>
                  <a:pt x="171935" y="142701"/>
                </a:cubicBezTo>
                <a:cubicBezTo>
                  <a:pt x="173407" y="141238"/>
                  <a:pt x="174138" y="139565"/>
                  <a:pt x="174138" y="137672"/>
                </a:cubicBezTo>
                <a:cubicBezTo>
                  <a:pt x="174138" y="135578"/>
                  <a:pt x="173407" y="133795"/>
                  <a:pt x="171935" y="132332"/>
                </a:cubicBezTo>
                <a:cubicBezTo>
                  <a:pt x="170682" y="131070"/>
                  <a:pt x="168999" y="130448"/>
                  <a:pt x="166905" y="130448"/>
                </a:cubicBezTo>
                <a:lnTo>
                  <a:pt x="134847" y="130448"/>
                </a:lnTo>
                <a:cubicBezTo>
                  <a:pt x="132753" y="130448"/>
                  <a:pt x="131070" y="131180"/>
                  <a:pt x="129817" y="132643"/>
                </a:cubicBezTo>
                <a:cubicBezTo>
                  <a:pt x="128345" y="133905"/>
                  <a:pt x="127614" y="135578"/>
                  <a:pt x="127614" y="137672"/>
                </a:cubicBezTo>
                <a:cubicBezTo>
                  <a:pt x="127614" y="139766"/>
                  <a:pt x="128345" y="141449"/>
                  <a:pt x="129817" y="142701"/>
                </a:cubicBezTo>
                <a:cubicBezTo>
                  <a:pt x="131070" y="143963"/>
                  <a:pt x="132753" y="144594"/>
                  <a:pt x="134847" y="144594"/>
                </a:cubicBezTo>
                <a:close/>
                <a:moveTo>
                  <a:pt x="150876" y="16439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圖說"/>
          <p:cNvSpPr/>
          <p:nvPr/>
        </p:nvSpPr>
        <p:spPr>
          <a:xfrm>
            <a:off x="5522839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問題追蹤</a:t>
            </a:r>
            <a:endParaRPr lang="en-US" sz="750" dirty="0"/>
          </a:p>
        </p:txBody>
      </p:sp>
      <p:sp>
        <p:nvSpPr>
          <p:cNvPr id="65" name="圖示 成果"/>
          <p:cNvSpPr/>
          <p:nvPr/>
        </p:nvSpPr>
        <p:spPr>
          <a:xfrm>
            <a:off x="6222332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3643" y="243605"/>
                </a:moveTo>
                <a:lnTo>
                  <a:pt x="143643" y="194886"/>
                </a:lnTo>
                <a:cubicBezTo>
                  <a:pt x="131911" y="193414"/>
                  <a:pt x="121643" y="188805"/>
                  <a:pt x="112846" y="181051"/>
                </a:cubicBezTo>
                <a:cubicBezTo>
                  <a:pt x="104040" y="173087"/>
                  <a:pt x="98280" y="163449"/>
                  <a:pt x="95555" y="152138"/>
                </a:cubicBezTo>
                <a:cubicBezTo>
                  <a:pt x="81308" y="150455"/>
                  <a:pt x="69156" y="144695"/>
                  <a:pt x="59098" y="134847"/>
                </a:cubicBezTo>
                <a:cubicBezTo>
                  <a:pt x="49039" y="124998"/>
                  <a:pt x="44010" y="112947"/>
                  <a:pt x="44010" y="98700"/>
                </a:cubicBezTo>
                <a:lnTo>
                  <a:pt x="44010" y="88953"/>
                </a:lnTo>
                <a:cubicBezTo>
                  <a:pt x="44010" y="84134"/>
                  <a:pt x="45784" y="79946"/>
                  <a:pt x="49350" y="76380"/>
                </a:cubicBezTo>
                <a:cubicBezTo>
                  <a:pt x="52907" y="72823"/>
                  <a:pt x="57205" y="71040"/>
                  <a:pt x="62234" y="71040"/>
                </a:cubicBezTo>
                <a:lnTo>
                  <a:pt x="93040" y="71040"/>
                </a:lnTo>
                <a:lnTo>
                  <a:pt x="93040" y="62234"/>
                </a:lnTo>
                <a:cubicBezTo>
                  <a:pt x="93040" y="57205"/>
                  <a:pt x="94823" y="52907"/>
                  <a:pt x="98380" y="49350"/>
                </a:cubicBezTo>
                <a:cubicBezTo>
                  <a:pt x="101946" y="45784"/>
                  <a:pt x="106244" y="44010"/>
                  <a:pt x="111273" y="44010"/>
                </a:cubicBezTo>
                <a:lnTo>
                  <a:pt x="190479" y="44010"/>
                </a:lnTo>
                <a:cubicBezTo>
                  <a:pt x="195508" y="44010"/>
                  <a:pt x="199806" y="45784"/>
                  <a:pt x="203372" y="49350"/>
                </a:cubicBezTo>
                <a:cubicBezTo>
                  <a:pt x="206929" y="52907"/>
                  <a:pt x="208712" y="57205"/>
                  <a:pt x="208712" y="62234"/>
                </a:cubicBezTo>
                <a:lnTo>
                  <a:pt x="208712" y="71040"/>
                </a:lnTo>
                <a:lnTo>
                  <a:pt x="239518" y="71040"/>
                </a:lnTo>
                <a:cubicBezTo>
                  <a:pt x="244547" y="71040"/>
                  <a:pt x="248845" y="72823"/>
                  <a:pt x="252402" y="76380"/>
                </a:cubicBezTo>
                <a:cubicBezTo>
                  <a:pt x="255968" y="79946"/>
                  <a:pt x="257751" y="84134"/>
                  <a:pt x="257751" y="88953"/>
                </a:cubicBezTo>
                <a:lnTo>
                  <a:pt x="257751" y="98700"/>
                </a:lnTo>
                <a:cubicBezTo>
                  <a:pt x="257751" y="112947"/>
                  <a:pt x="252722" y="124998"/>
                  <a:pt x="242663" y="134847"/>
                </a:cubicBezTo>
                <a:cubicBezTo>
                  <a:pt x="232605" y="144695"/>
                  <a:pt x="220444" y="150455"/>
                  <a:pt x="206197" y="152138"/>
                </a:cubicBezTo>
                <a:cubicBezTo>
                  <a:pt x="203472" y="163449"/>
                  <a:pt x="197712" y="172986"/>
                  <a:pt x="188906" y="180740"/>
                </a:cubicBezTo>
                <a:cubicBezTo>
                  <a:pt x="180109" y="188696"/>
                  <a:pt x="169841" y="193414"/>
                  <a:pt x="158109" y="194886"/>
                </a:cubicBezTo>
                <a:lnTo>
                  <a:pt x="158109" y="243605"/>
                </a:lnTo>
                <a:lnTo>
                  <a:pt x="193935" y="243605"/>
                </a:lnTo>
                <a:cubicBezTo>
                  <a:pt x="195828" y="243605"/>
                  <a:pt x="197501" y="244227"/>
                  <a:pt x="198964" y="245489"/>
                </a:cubicBezTo>
                <a:cubicBezTo>
                  <a:pt x="200226" y="246952"/>
                  <a:pt x="200857" y="248635"/>
                  <a:pt x="200857" y="250518"/>
                </a:cubicBezTo>
                <a:cubicBezTo>
                  <a:pt x="200857" y="252612"/>
                  <a:pt x="200226" y="254395"/>
                  <a:pt x="198964" y="255858"/>
                </a:cubicBezTo>
                <a:cubicBezTo>
                  <a:pt x="197501" y="257120"/>
                  <a:pt x="195828" y="257751"/>
                  <a:pt x="193935" y="257751"/>
                </a:cubicBezTo>
                <a:lnTo>
                  <a:pt x="107817" y="257751"/>
                </a:lnTo>
                <a:cubicBezTo>
                  <a:pt x="105924" y="257751"/>
                  <a:pt x="104251" y="257010"/>
                  <a:pt x="102788" y="255547"/>
                </a:cubicBezTo>
                <a:cubicBezTo>
                  <a:pt x="101526" y="254285"/>
                  <a:pt x="100895" y="252612"/>
                  <a:pt x="100895" y="250518"/>
                </a:cubicBezTo>
                <a:cubicBezTo>
                  <a:pt x="100895" y="248424"/>
                  <a:pt x="101526" y="246742"/>
                  <a:pt x="102788" y="245489"/>
                </a:cubicBezTo>
                <a:cubicBezTo>
                  <a:pt x="104251" y="244227"/>
                  <a:pt x="105924" y="243605"/>
                  <a:pt x="107817" y="243605"/>
                </a:cubicBezTo>
                <a:lnTo>
                  <a:pt x="143643" y="243605"/>
                </a:lnTo>
                <a:close/>
                <a:moveTo>
                  <a:pt x="93040" y="137050"/>
                </a:moveTo>
                <a:lnTo>
                  <a:pt x="93040" y="85186"/>
                </a:lnTo>
                <a:lnTo>
                  <a:pt x="62234" y="85186"/>
                </a:lnTo>
                <a:cubicBezTo>
                  <a:pt x="60981" y="85186"/>
                  <a:pt x="60040" y="85597"/>
                  <a:pt x="59409" y="86438"/>
                </a:cubicBezTo>
                <a:cubicBezTo>
                  <a:pt x="58567" y="87069"/>
                  <a:pt x="58147" y="87910"/>
                  <a:pt x="58147" y="88953"/>
                </a:cubicBezTo>
                <a:lnTo>
                  <a:pt x="58147" y="98700"/>
                </a:lnTo>
                <a:cubicBezTo>
                  <a:pt x="58147" y="108548"/>
                  <a:pt x="61503" y="117034"/>
                  <a:pt x="68205" y="124157"/>
                </a:cubicBezTo>
                <a:cubicBezTo>
                  <a:pt x="74917" y="131280"/>
                  <a:pt x="83192" y="135578"/>
                  <a:pt x="93040" y="137050"/>
                </a:cubicBezTo>
                <a:close/>
                <a:moveTo>
                  <a:pt x="181682" y="168478"/>
                </a:moveTo>
                <a:cubicBezTo>
                  <a:pt x="190058" y="159883"/>
                  <a:pt x="194255" y="149623"/>
                  <a:pt x="194255" y="137672"/>
                </a:cubicBezTo>
                <a:lnTo>
                  <a:pt x="194255" y="62234"/>
                </a:lnTo>
                <a:cubicBezTo>
                  <a:pt x="194255" y="60981"/>
                  <a:pt x="193835" y="60040"/>
                  <a:pt x="192993" y="59409"/>
                </a:cubicBezTo>
                <a:cubicBezTo>
                  <a:pt x="192371" y="58567"/>
                  <a:pt x="191530" y="58147"/>
                  <a:pt x="190479" y="58147"/>
                </a:cubicBezTo>
                <a:lnTo>
                  <a:pt x="111273" y="58147"/>
                </a:lnTo>
                <a:cubicBezTo>
                  <a:pt x="110222" y="58147"/>
                  <a:pt x="109390" y="58567"/>
                  <a:pt x="108759" y="59409"/>
                </a:cubicBezTo>
                <a:cubicBezTo>
                  <a:pt x="107917" y="60040"/>
                  <a:pt x="107497" y="60981"/>
                  <a:pt x="107497" y="62234"/>
                </a:cubicBezTo>
                <a:lnTo>
                  <a:pt x="107497" y="137672"/>
                </a:lnTo>
                <a:cubicBezTo>
                  <a:pt x="107497" y="149623"/>
                  <a:pt x="111694" y="159883"/>
                  <a:pt x="120070" y="168478"/>
                </a:cubicBezTo>
                <a:cubicBezTo>
                  <a:pt x="128665" y="176863"/>
                  <a:pt x="138934" y="181051"/>
                  <a:pt x="150876" y="181051"/>
                </a:cubicBezTo>
                <a:cubicBezTo>
                  <a:pt x="163028" y="181051"/>
                  <a:pt x="173297" y="176863"/>
                  <a:pt x="181682" y="168478"/>
                </a:cubicBezTo>
                <a:close/>
                <a:moveTo>
                  <a:pt x="208712" y="137050"/>
                </a:moveTo>
                <a:cubicBezTo>
                  <a:pt x="218560" y="135578"/>
                  <a:pt x="226835" y="131280"/>
                  <a:pt x="233547" y="124157"/>
                </a:cubicBezTo>
                <a:cubicBezTo>
                  <a:pt x="240249" y="117034"/>
                  <a:pt x="243605" y="108548"/>
                  <a:pt x="243605" y="98700"/>
                </a:cubicBezTo>
                <a:lnTo>
                  <a:pt x="243605" y="88953"/>
                </a:lnTo>
                <a:cubicBezTo>
                  <a:pt x="243605" y="87910"/>
                  <a:pt x="243185" y="87069"/>
                  <a:pt x="242343" y="86438"/>
                </a:cubicBezTo>
                <a:cubicBezTo>
                  <a:pt x="241712" y="85597"/>
                  <a:pt x="240771" y="85186"/>
                  <a:pt x="239518" y="85186"/>
                </a:cubicBezTo>
                <a:lnTo>
                  <a:pt x="208712" y="85186"/>
                </a:lnTo>
                <a:lnTo>
                  <a:pt x="208712" y="137050"/>
                </a:lnTo>
                <a:close/>
                <a:moveTo>
                  <a:pt x="150876" y="119448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圖說"/>
          <p:cNvSpPr/>
          <p:nvPr/>
        </p:nvSpPr>
        <p:spPr>
          <a:xfrm>
            <a:off x="6077560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</a:t>
            </a:r>
            <a:endParaRPr lang="en-US" sz="750" dirty="0"/>
          </a:p>
        </p:txBody>
      </p:sp>
      <p:sp>
        <p:nvSpPr>
          <p:cNvPr id="67" name="圖示 重點"/>
          <p:cNvSpPr/>
          <p:nvPr/>
        </p:nvSpPr>
        <p:spPr>
          <a:xfrm>
            <a:off x="6777053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04040" y="221285"/>
                </a:moveTo>
                <a:lnTo>
                  <a:pt x="150876" y="192993"/>
                </a:lnTo>
                <a:lnTo>
                  <a:pt x="197712" y="221596"/>
                </a:lnTo>
                <a:lnTo>
                  <a:pt x="185139" y="168478"/>
                </a:lnTo>
                <a:lnTo>
                  <a:pt x="226314" y="132643"/>
                </a:lnTo>
                <a:lnTo>
                  <a:pt x="172255" y="127934"/>
                </a:lnTo>
                <a:lnTo>
                  <a:pt x="150876" y="77953"/>
                </a:lnTo>
                <a:lnTo>
                  <a:pt x="129506" y="127614"/>
                </a:lnTo>
                <a:lnTo>
                  <a:pt x="75438" y="132332"/>
                </a:lnTo>
                <a:lnTo>
                  <a:pt x="116613" y="168167"/>
                </a:lnTo>
                <a:lnTo>
                  <a:pt x="104040" y="221285"/>
                </a:lnTo>
                <a:close/>
                <a:moveTo>
                  <a:pt x="150876" y="209974"/>
                </a:moveTo>
                <a:lnTo>
                  <a:pt x="97438" y="242033"/>
                </a:lnTo>
                <a:cubicBezTo>
                  <a:pt x="95975" y="242865"/>
                  <a:pt x="94613" y="243185"/>
                  <a:pt x="93351" y="242974"/>
                </a:cubicBezTo>
                <a:cubicBezTo>
                  <a:pt x="91888" y="242974"/>
                  <a:pt x="90526" y="242554"/>
                  <a:pt x="89273" y="241712"/>
                </a:cubicBezTo>
                <a:cubicBezTo>
                  <a:pt x="88221" y="240880"/>
                  <a:pt x="87380" y="239829"/>
                  <a:pt x="86758" y="238576"/>
                </a:cubicBezTo>
                <a:cubicBezTo>
                  <a:pt x="86338" y="237314"/>
                  <a:pt x="86338" y="235851"/>
                  <a:pt x="86758" y="234169"/>
                </a:cubicBezTo>
                <a:lnTo>
                  <a:pt x="100584" y="173507"/>
                </a:lnTo>
                <a:lnTo>
                  <a:pt x="53748" y="132332"/>
                </a:lnTo>
                <a:cubicBezTo>
                  <a:pt x="52285" y="131280"/>
                  <a:pt x="51444" y="130028"/>
                  <a:pt x="51234" y="128555"/>
                </a:cubicBezTo>
                <a:cubicBezTo>
                  <a:pt x="50813" y="127303"/>
                  <a:pt x="50813" y="126041"/>
                  <a:pt x="51234" y="124788"/>
                </a:cubicBezTo>
                <a:cubicBezTo>
                  <a:pt x="51654" y="123316"/>
                  <a:pt x="52386" y="122164"/>
                  <a:pt x="53438" y="121332"/>
                </a:cubicBezTo>
                <a:cubicBezTo>
                  <a:pt x="54690" y="120490"/>
                  <a:pt x="56053" y="119969"/>
                  <a:pt x="57525" y="119759"/>
                </a:cubicBezTo>
                <a:lnTo>
                  <a:pt x="119759" y="114419"/>
                </a:lnTo>
                <a:lnTo>
                  <a:pt x="144274" y="56894"/>
                </a:lnTo>
                <a:cubicBezTo>
                  <a:pt x="144905" y="55422"/>
                  <a:pt x="145847" y="54379"/>
                  <a:pt x="147109" y="53748"/>
                </a:cubicBezTo>
                <a:cubicBezTo>
                  <a:pt x="148361" y="52907"/>
                  <a:pt x="149623" y="52496"/>
                  <a:pt x="150876" y="52496"/>
                </a:cubicBezTo>
                <a:cubicBezTo>
                  <a:pt x="152138" y="52496"/>
                  <a:pt x="153391" y="52907"/>
                  <a:pt x="154652" y="53748"/>
                </a:cubicBezTo>
                <a:cubicBezTo>
                  <a:pt x="155905" y="54379"/>
                  <a:pt x="156847" y="55422"/>
                  <a:pt x="157478" y="56894"/>
                </a:cubicBezTo>
                <a:lnTo>
                  <a:pt x="181993" y="114419"/>
                </a:lnTo>
                <a:lnTo>
                  <a:pt x="244227" y="119759"/>
                </a:lnTo>
                <a:cubicBezTo>
                  <a:pt x="245699" y="119969"/>
                  <a:pt x="247062" y="120490"/>
                  <a:pt x="248314" y="121332"/>
                </a:cubicBezTo>
                <a:cubicBezTo>
                  <a:pt x="249366" y="122164"/>
                  <a:pt x="250098" y="123316"/>
                  <a:pt x="250518" y="124788"/>
                </a:cubicBezTo>
                <a:cubicBezTo>
                  <a:pt x="250939" y="126041"/>
                  <a:pt x="250939" y="127303"/>
                  <a:pt x="250518" y="128555"/>
                </a:cubicBezTo>
                <a:cubicBezTo>
                  <a:pt x="250308" y="130028"/>
                  <a:pt x="249467" y="131280"/>
                  <a:pt x="248004" y="132332"/>
                </a:cubicBezTo>
                <a:lnTo>
                  <a:pt x="201168" y="173507"/>
                </a:lnTo>
                <a:lnTo>
                  <a:pt x="215314" y="234169"/>
                </a:lnTo>
                <a:cubicBezTo>
                  <a:pt x="215524" y="235851"/>
                  <a:pt x="215414" y="237314"/>
                  <a:pt x="215003" y="238576"/>
                </a:cubicBezTo>
                <a:cubicBezTo>
                  <a:pt x="214372" y="239829"/>
                  <a:pt x="213531" y="240880"/>
                  <a:pt x="212488" y="241712"/>
                </a:cubicBezTo>
                <a:cubicBezTo>
                  <a:pt x="211226" y="242554"/>
                  <a:pt x="209864" y="242974"/>
                  <a:pt x="208401" y="242974"/>
                </a:cubicBezTo>
                <a:cubicBezTo>
                  <a:pt x="207139" y="243185"/>
                  <a:pt x="205777" y="242865"/>
                  <a:pt x="204314" y="242033"/>
                </a:cubicBezTo>
                <a:lnTo>
                  <a:pt x="150876" y="209974"/>
                </a:lnTo>
                <a:close/>
                <a:moveTo>
                  <a:pt x="150876" y="152760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圖說"/>
          <p:cNvSpPr/>
          <p:nvPr/>
        </p:nvSpPr>
        <p:spPr>
          <a:xfrm>
            <a:off x="6632280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750" dirty="0"/>
          </a:p>
        </p:txBody>
      </p:sp>
      <p:sp>
        <p:nvSpPr>
          <p:cNvPr id="69" name="圖示 資料庫"/>
          <p:cNvSpPr/>
          <p:nvPr/>
        </p:nvSpPr>
        <p:spPr>
          <a:xfrm>
            <a:off x="7331774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57751"/>
                </a:moveTo>
                <a:cubicBezTo>
                  <a:pt x="120280" y="257751"/>
                  <a:pt x="94823" y="253453"/>
                  <a:pt x="74496" y="244858"/>
                </a:cubicBezTo>
                <a:cubicBezTo>
                  <a:pt x="54169" y="236272"/>
                  <a:pt x="44010" y="225473"/>
                  <a:pt x="44010" y="212488"/>
                </a:cubicBezTo>
                <a:lnTo>
                  <a:pt x="44010" y="88011"/>
                </a:lnTo>
                <a:cubicBezTo>
                  <a:pt x="44010" y="75859"/>
                  <a:pt x="54480" y="65480"/>
                  <a:pt x="75438" y="56894"/>
                </a:cubicBezTo>
                <a:cubicBezTo>
                  <a:pt x="96186" y="48299"/>
                  <a:pt x="121332" y="44010"/>
                  <a:pt x="150876" y="44010"/>
                </a:cubicBezTo>
                <a:cubicBezTo>
                  <a:pt x="180420" y="44010"/>
                  <a:pt x="205566" y="48299"/>
                  <a:pt x="226314" y="56894"/>
                </a:cubicBezTo>
                <a:cubicBezTo>
                  <a:pt x="247272" y="65480"/>
                  <a:pt x="257751" y="75859"/>
                  <a:pt x="257751" y="88011"/>
                </a:cubicBezTo>
                <a:lnTo>
                  <a:pt x="257751" y="212488"/>
                </a:lnTo>
                <a:cubicBezTo>
                  <a:pt x="257751" y="225473"/>
                  <a:pt x="247583" y="236272"/>
                  <a:pt x="227256" y="244858"/>
                </a:cubicBezTo>
                <a:cubicBezTo>
                  <a:pt x="206929" y="253453"/>
                  <a:pt x="181472" y="257751"/>
                  <a:pt x="150876" y="257751"/>
                </a:cubicBezTo>
                <a:close/>
                <a:moveTo>
                  <a:pt x="150876" y="110642"/>
                </a:moveTo>
                <a:cubicBezTo>
                  <a:pt x="168689" y="110642"/>
                  <a:pt x="186922" y="107917"/>
                  <a:pt x="205566" y="102468"/>
                </a:cubicBezTo>
                <a:cubicBezTo>
                  <a:pt x="224430" y="97228"/>
                  <a:pt x="236372" y="91257"/>
                  <a:pt x="241402" y="84555"/>
                </a:cubicBezTo>
                <a:cubicBezTo>
                  <a:pt x="236162" y="77852"/>
                  <a:pt x="224220" y="71771"/>
                  <a:pt x="205566" y="66321"/>
                </a:cubicBezTo>
                <a:cubicBezTo>
                  <a:pt x="186922" y="60872"/>
                  <a:pt x="168689" y="58147"/>
                  <a:pt x="150876" y="58147"/>
                </a:cubicBezTo>
                <a:cubicBezTo>
                  <a:pt x="132643" y="58147"/>
                  <a:pt x="114309" y="60771"/>
                  <a:pt x="95866" y="66011"/>
                </a:cubicBezTo>
                <a:cubicBezTo>
                  <a:pt x="77221" y="71250"/>
                  <a:pt x="65169" y="77322"/>
                  <a:pt x="59719" y="84244"/>
                </a:cubicBezTo>
                <a:cubicBezTo>
                  <a:pt x="65169" y="91157"/>
                  <a:pt x="77011" y="97338"/>
                  <a:pt x="95244" y="102788"/>
                </a:cubicBezTo>
                <a:cubicBezTo>
                  <a:pt x="113468" y="108027"/>
                  <a:pt x="132021" y="110642"/>
                  <a:pt x="150876" y="110642"/>
                </a:cubicBezTo>
                <a:close/>
                <a:moveTo>
                  <a:pt x="150565" y="176964"/>
                </a:moveTo>
                <a:cubicBezTo>
                  <a:pt x="159362" y="176964"/>
                  <a:pt x="168167" y="176443"/>
                  <a:pt x="176964" y="175391"/>
                </a:cubicBezTo>
                <a:cubicBezTo>
                  <a:pt x="185559" y="174559"/>
                  <a:pt x="193835" y="173197"/>
                  <a:pt x="201799" y="171304"/>
                </a:cubicBezTo>
                <a:cubicBezTo>
                  <a:pt x="209763" y="169420"/>
                  <a:pt x="217307" y="167225"/>
                  <a:pt x="224430" y="164711"/>
                </a:cubicBezTo>
                <a:cubicBezTo>
                  <a:pt x="231554" y="161986"/>
                  <a:pt x="237945" y="158941"/>
                  <a:pt x="243605" y="155594"/>
                </a:cubicBezTo>
                <a:lnTo>
                  <a:pt x="243605" y="102788"/>
                </a:lnTo>
                <a:cubicBezTo>
                  <a:pt x="237735" y="106134"/>
                  <a:pt x="231243" y="109179"/>
                  <a:pt x="224110" y="111904"/>
                </a:cubicBezTo>
                <a:cubicBezTo>
                  <a:pt x="216987" y="114620"/>
                  <a:pt x="209443" y="116933"/>
                  <a:pt x="201479" y="118817"/>
                </a:cubicBezTo>
                <a:cubicBezTo>
                  <a:pt x="193524" y="120701"/>
                  <a:pt x="185239" y="122063"/>
                  <a:pt x="176653" y="122905"/>
                </a:cubicBezTo>
                <a:cubicBezTo>
                  <a:pt x="168058" y="123947"/>
                  <a:pt x="159362" y="124477"/>
                  <a:pt x="150565" y="124477"/>
                </a:cubicBezTo>
                <a:cubicBezTo>
                  <a:pt x="141759" y="124477"/>
                  <a:pt x="132963" y="123947"/>
                  <a:pt x="124157" y="122905"/>
                </a:cubicBezTo>
                <a:cubicBezTo>
                  <a:pt x="115361" y="121853"/>
                  <a:pt x="106976" y="120390"/>
                  <a:pt x="99011" y="118497"/>
                </a:cubicBezTo>
                <a:cubicBezTo>
                  <a:pt x="91257" y="116824"/>
                  <a:pt x="83823" y="114620"/>
                  <a:pt x="76700" y="111904"/>
                </a:cubicBezTo>
                <a:cubicBezTo>
                  <a:pt x="69778" y="109179"/>
                  <a:pt x="63597" y="106134"/>
                  <a:pt x="58147" y="102788"/>
                </a:cubicBezTo>
                <a:lnTo>
                  <a:pt x="58147" y="155594"/>
                </a:lnTo>
                <a:cubicBezTo>
                  <a:pt x="63597" y="158941"/>
                  <a:pt x="69778" y="161876"/>
                  <a:pt x="76700" y="164391"/>
                </a:cubicBezTo>
                <a:cubicBezTo>
                  <a:pt x="83613" y="167116"/>
                  <a:pt x="91047" y="169420"/>
                  <a:pt x="99011" y="171304"/>
                </a:cubicBezTo>
                <a:cubicBezTo>
                  <a:pt x="106976" y="173197"/>
                  <a:pt x="115251" y="174559"/>
                  <a:pt x="123846" y="175391"/>
                </a:cubicBezTo>
                <a:cubicBezTo>
                  <a:pt x="132643" y="176443"/>
                  <a:pt x="141549" y="176964"/>
                  <a:pt x="150565" y="176964"/>
                </a:cubicBezTo>
                <a:close/>
                <a:moveTo>
                  <a:pt x="150876" y="243605"/>
                </a:moveTo>
                <a:cubicBezTo>
                  <a:pt x="161355" y="243605"/>
                  <a:pt x="171834" y="242764"/>
                  <a:pt x="182313" y="241091"/>
                </a:cubicBezTo>
                <a:cubicBezTo>
                  <a:pt x="192573" y="239619"/>
                  <a:pt x="202009" y="237525"/>
                  <a:pt x="210595" y="234800"/>
                </a:cubicBezTo>
                <a:cubicBezTo>
                  <a:pt x="218981" y="232075"/>
                  <a:pt x="226104" y="228929"/>
                  <a:pt x="231974" y="225372"/>
                </a:cubicBezTo>
                <a:cubicBezTo>
                  <a:pt x="237835" y="222016"/>
                  <a:pt x="241712" y="218350"/>
                  <a:pt x="243605" y="214372"/>
                </a:cubicBezTo>
                <a:lnTo>
                  <a:pt x="243605" y="170051"/>
                </a:lnTo>
                <a:cubicBezTo>
                  <a:pt x="237945" y="173407"/>
                  <a:pt x="231554" y="176333"/>
                  <a:pt x="224430" y="178847"/>
                </a:cubicBezTo>
                <a:cubicBezTo>
                  <a:pt x="217307" y="181572"/>
                  <a:pt x="209763" y="183877"/>
                  <a:pt x="201799" y="185770"/>
                </a:cubicBezTo>
                <a:cubicBezTo>
                  <a:pt x="193835" y="187443"/>
                  <a:pt x="185559" y="188805"/>
                  <a:pt x="176964" y="189857"/>
                </a:cubicBezTo>
                <a:cubicBezTo>
                  <a:pt x="168378" y="190689"/>
                  <a:pt x="159572" y="191110"/>
                  <a:pt x="150565" y="191110"/>
                </a:cubicBezTo>
                <a:cubicBezTo>
                  <a:pt x="141549" y="191110"/>
                  <a:pt x="132643" y="190689"/>
                  <a:pt x="123846" y="189857"/>
                </a:cubicBezTo>
                <a:cubicBezTo>
                  <a:pt x="115251" y="188805"/>
                  <a:pt x="106976" y="187443"/>
                  <a:pt x="99011" y="185770"/>
                </a:cubicBezTo>
                <a:cubicBezTo>
                  <a:pt x="91047" y="183877"/>
                  <a:pt x="83613" y="181572"/>
                  <a:pt x="76700" y="178847"/>
                </a:cubicBezTo>
                <a:cubicBezTo>
                  <a:pt x="69778" y="176333"/>
                  <a:pt x="63597" y="173407"/>
                  <a:pt x="58147" y="170051"/>
                </a:cubicBezTo>
                <a:lnTo>
                  <a:pt x="58147" y="214683"/>
                </a:lnTo>
                <a:cubicBezTo>
                  <a:pt x="59829" y="218459"/>
                  <a:pt x="63597" y="222126"/>
                  <a:pt x="69467" y="225683"/>
                </a:cubicBezTo>
                <a:cubicBezTo>
                  <a:pt x="75337" y="229039"/>
                  <a:pt x="82461" y="232075"/>
                  <a:pt x="90836" y="234800"/>
                </a:cubicBezTo>
                <a:cubicBezTo>
                  <a:pt x="99432" y="237525"/>
                  <a:pt x="108969" y="239619"/>
                  <a:pt x="119448" y="241091"/>
                </a:cubicBezTo>
                <a:cubicBezTo>
                  <a:pt x="129708" y="242764"/>
                  <a:pt x="140187" y="243605"/>
                  <a:pt x="150876" y="243605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圖說"/>
          <p:cNvSpPr/>
          <p:nvPr/>
        </p:nvSpPr>
        <p:spPr>
          <a:xfrm>
            <a:off x="7187001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750" dirty="0"/>
          </a:p>
        </p:txBody>
      </p:sp>
      <p:sp>
        <p:nvSpPr>
          <p:cNvPr id="71" name="圖示 伺服器"/>
          <p:cNvSpPr/>
          <p:nvPr/>
        </p:nvSpPr>
        <p:spPr>
          <a:xfrm>
            <a:off x="7886494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91157" y="83293"/>
                </a:moveTo>
                <a:cubicBezTo>
                  <a:pt x="87590" y="83293"/>
                  <a:pt x="84445" y="84555"/>
                  <a:pt x="81729" y="87069"/>
                </a:cubicBezTo>
                <a:cubicBezTo>
                  <a:pt x="79214" y="89794"/>
                  <a:pt x="77953" y="92940"/>
                  <a:pt x="77953" y="96497"/>
                </a:cubicBezTo>
                <a:cubicBezTo>
                  <a:pt x="77953" y="100273"/>
                  <a:pt x="79214" y="103519"/>
                  <a:pt x="81729" y="106244"/>
                </a:cubicBezTo>
                <a:cubicBezTo>
                  <a:pt x="84445" y="108759"/>
                  <a:pt x="87700" y="110011"/>
                  <a:pt x="91467" y="110011"/>
                </a:cubicBezTo>
                <a:cubicBezTo>
                  <a:pt x="95034" y="110011"/>
                  <a:pt x="98170" y="108649"/>
                  <a:pt x="100895" y="105924"/>
                </a:cubicBezTo>
                <a:cubicBezTo>
                  <a:pt x="103409" y="103409"/>
                  <a:pt x="104671" y="100273"/>
                  <a:pt x="104671" y="96497"/>
                </a:cubicBezTo>
                <a:cubicBezTo>
                  <a:pt x="104671" y="92729"/>
                  <a:pt x="103409" y="89584"/>
                  <a:pt x="100895" y="87069"/>
                </a:cubicBezTo>
                <a:cubicBezTo>
                  <a:pt x="98170" y="84555"/>
                  <a:pt x="94924" y="83293"/>
                  <a:pt x="91157" y="83293"/>
                </a:cubicBezTo>
                <a:close/>
                <a:moveTo>
                  <a:pt x="91157" y="204314"/>
                </a:moveTo>
                <a:cubicBezTo>
                  <a:pt x="87590" y="204314"/>
                  <a:pt x="84445" y="205676"/>
                  <a:pt x="81729" y="208401"/>
                </a:cubicBezTo>
                <a:cubicBezTo>
                  <a:pt x="79214" y="210916"/>
                  <a:pt x="77953" y="214052"/>
                  <a:pt x="77953" y="217828"/>
                </a:cubicBezTo>
                <a:cubicBezTo>
                  <a:pt x="77953" y="221596"/>
                  <a:pt x="79214" y="224741"/>
                  <a:pt x="81729" y="227256"/>
                </a:cubicBezTo>
                <a:cubicBezTo>
                  <a:pt x="84445" y="229770"/>
                  <a:pt x="87700" y="231032"/>
                  <a:pt x="91467" y="231032"/>
                </a:cubicBezTo>
                <a:cubicBezTo>
                  <a:pt x="95034" y="231032"/>
                  <a:pt x="98170" y="229770"/>
                  <a:pt x="100895" y="227256"/>
                </a:cubicBezTo>
                <a:cubicBezTo>
                  <a:pt x="103409" y="224741"/>
                  <a:pt x="104671" y="221596"/>
                  <a:pt x="104671" y="217828"/>
                </a:cubicBezTo>
                <a:cubicBezTo>
                  <a:pt x="104671" y="214052"/>
                  <a:pt x="103409" y="210806"/>
                  <a:pt x="100895" y="208081"/>
                </a:cubicBezTo>
                <a:cubicBezTo>
                  <a:pt x="98170" y="205566"/>
                  <a:pt x="94924" y="204314"/>
                  <a:pt x="91157" y="204314"/>
                </a:cubicBezTo>
                <a:close/>
                <a:moveTo>
                  <a:pt x="53748" y="48088"/>
                </a:moveTo>
                <a:lnTo>
                  <a:pt x="248004" y="48088"/>
                </a:lnTo>
                <a:cubicBezTo>
                  <a:pt x="250939" y="48088"/>
                  <a:pt x="253243" y="49039"/>
                  <a:pt x="254916" y="50923"/>
                </a:cubicBezTo>
                <a:cubicBezTo>
                  <a:pt x="256800" y="52596"/>
                  <a:pt x="257751" y="55010"/>
                  <a:pt x="257751" y="58147"/>
                </a:cubicBezTo>
                <a:lnTo>
                  <a:pt x="257751" y="132963"/>
                </a:lnTo>
                <a:cubicBezTo>
                  <a:pt x="257751" y="136520"/>
                  <a:pt x="256800" y="139455"/>
                  <a:pt x="254916" y="141759"/>
                </a:cubicBezTo>
                <a:cubicBezTo>
                  <a:pt x="253243" y="144064"/>
                  <a:pt x="250939" y="145216"/>
                  <a:pt x="248004" y="145216"/>
                </a:cubicBezTo>
                <a:lnTo>
                  <a:pt x="53748" y="145216"/>
                </a:lnTo>
                <a:cubicBezTo>
                  <a:pt x="51024" y="145216"/>
                  <a:pt x="48719" y="144064"/>
                  <a:pt x="46836" y="141759"/>
                </a:cubicBezTo>
                <a:cubicBezTo>
                  <a:pt x="44952" y="139665"/>
                  <a:pt x="44010" y="136730"/>
                  <a:pt x="44010" y="132963"/>
                </a:cubicBezTo>
                <a:lnTo>
                  <a:pt x="44010" y="58147"/>
                </a:lnTo>
                <a:cubicBezTo>
                  <a:pt x="44010" y="55010"/>
                  <a:pt x="44952" y="52596"/>
                  <a:pt x="46836" y="50923"/>
                </a:cubicBezTo>
                <a:cubicBezTo>
                  <a:pt x="48719" y="49039"/>
                  <a:pt x="51024" y="48088"/>
                  <a:pt x="53748" y="48088"/>
                </a:cubicBezTo>
                <a:close/>
                <a:moveTo>
                  <a:pt x="58147" y="62234"/>
                </a:moveTo>
                <a:lnTo>
                  <a:pt x="58147" y="131070"/>
                </a:lnTo>
                <a:lnTo>
                  <a:pt x="243605" y="131070"/>
                </a:lnTo>
                <a:lnTo>
                  <a:pt x="243605" y="62234"/>
                </a:lnTo>
                <a:lnTo>
                  <a:pt x="58147" y="62234"/>
                </a:lnTo>
                <a:close/>
                <a:moveTo>
                  <a:pt x="53748" y="169109"/>
                </a:moveTo>
                <a:lnTo>
                  <a:pt x="246431" y="169109"/>
                </a:lnTo>
                <a:cubicBezTo>
                  <a:pt x="249576" y="169109"/>
                  <a:pt x="252192" y="170261"/>
                  <a:pt x="254285" y="172566"/>
                </a:cubicBezTo>
                <a:cubicBezTo>
                  <a:pt x="256590" y="175080"/>
                  <a:pt x="257751" y="177805"/>
                  <a:pt x="257751" y="180740"/>
                </a:cubicBezTo>
                <a:lnTo>
                  <a:pt x="257751" y="254285"/>
                </a:lnTo>
                <a:cubicBezTo>
                  <a:pt x="257751" y="258062"/>
                  <a:pt x="256590" y="261098"/>
                  <a:pt x="254285" y="263402"/>
                </a:cubicBezTo>
                <a:cubicBezTo>
                  <a:pt x="252192" y="265496"/>
                  <a:pt x="249576" y="266548"/>
                  <a:pt x="246431" y="266548"/>
                </a:cubicBezTo>
                <a:lnTo>
                  <a:pt x="55321" y="266548"/>
                </a:lnTo>
                <a:cubicBezTo>
                  <a:pt x="51965" y="266548"/>
                  <a:pt x="49240" y="265496"/>
                  <a:pt x="47146" y="263402"/>
                </a:cubicBezTo>
                <a:cubicBezTo>
                  <a:pt x="45052" y="261098"/>
                  <a:pt x="44010" y="258062"/>
                  <a:pt x="44010" y="254285"/>
                </a:cubicBezTo>
                <a:lnTo>
                  <a:pt x="44010" y="180740"/>
                </a:lnTo>
                <a:cubicBezTo>
                  <a:pt x="44010" y="177805"/>
                  <a:pt x="44842" y="175080"/>
                  <a:pt x="46525" y="172566"/>
                </a:cubicBezTo>
                <a:cubicBezTo>
                  <a:pt x="48408" y="170261"/>
                  <a:pt x="50813" y="169109"/>
                  <a:pt x="53748" y="169109"/>
                </a:cubicBezTo>
                <a:close/>
                <a:moveTo>
                  <a:pt x="58147" y="183255"/>
                </a:moveTo>
                <a:lnTo>
                  <a:pt x="58147" y="252091"/>
                </a:lnTo>
                <a:lnTo>
                  <a:pt x="243605" y="252091"/>
                </a:lnTo>
                <a:lnTo>
                  <a:pt x="243605" y="183255"/>
                </a:lnTo>
                <a:lnTo>
                  <a:pt x="58147" y="183255"/>
                </a:lnTo>
                <a:close/>
                <a:moveTo>
                  <a:pt x="58147" y="62234"/>
                </a:moveTo>
                <a:lnTo>
                  <a:pt x="58147" y="131070"/>
                </a:lnTo>
                <a:lnTo>
                  <a:pt x="58147" y="62234"/>
                </a:lnTo>
                <a:close/>
                <a:moveTo>
                  <a:pt x="58147" y="183255"/>
                </a:moveTo>
                <a:lnTo>
                  <a:pt x="58147" y="252091"/>
                </a:lnTo>
                <a:lnTo>
                  <a:pt x="58147" y="183255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圖說"/>
          <p:cNvSpPr/>
          <p:nvPr/>
        </p:nvSpPr>
        <p:spPr>
          <a:xfrm>
            <a:off x="7741722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</a:t>
            </a:r>
            <a:endParaRPr lang="en-US" sz="750" dirty="0"/>
          </a:p>
        </p:txBody>
      </p:sp>
      <p:sp>
        <p:nvSpPr>
          <p:cNvPr id="73" name="圖示 雲端"/>
          <p:cNvSpPr/>
          <p:nvPr/>
        </p:nvSpPr>
        <p:spPr>
          <a:xfrm>
            <a:off x="8441215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9525" y="245178"/>
                </a:moveTo>
                <a:cubicBezTo>
                  <a:pt x="62764" y="245178"/>
                  <a:pt x="48408" y="239308"/>
                  <a:pt x="36466" y="227576"/>
                </a:cubicBezTo>
                <a:cubicBezTo>
                  <a:pt x="24725" y="215625"/>
                  <a:pt x="18864" y="201168"/>
                  <a:pt x="18864" y="184197"/>
                </a:cubicBezTo>
                <a:cubicBezTo>
                  <a:pt x="18864" y="168899"/>
                  <a:pt x="23994" y="155384"/>
                  <a:pt x="34263" y="143643"/>
                </a:cubicBezTo>
                <a:cubicBezTo>
                  <a:pt x="44531" y="131911"/>
                  <a:pt x="57415" y="125309"/>
                  <a:pt x="72923" y="123846"/>
                </a:cubicBezTo>
                <a:cubicBezTo>
                  <a:pt x="76069" y="104360"/>
                  <a:pt x="85076" y="88322"/>
                  <a:pt x="99953" y="75749"/>
                </a:cubicBezTo>
                <a:cubicBezTo>
                  <a:pt x="114620" y="63176"/>
                  <a:pt x="131811" y="56894"/>
                  <a:pt x="151507" y="56894"/>
                </a:cubicBezTo>
                <a:cubicBezTo>
                  <a:pt x="173297" y="56894"/>
                  <a:pt x="191841" y="64749"/>
                  <a:pt x="207139" y="80467"/>
                </a:cubicBezTo>
                <a:cubicBezTo>
                  <a:pt x="222227" y="96396"/>
                  <a:pt x="229770" y="115461"/>
                  <a:pt x="229770" y="137672"/>
                </a:cubicBezTo>
                <a:lnTo>
                  <a:pt x="229770" y="149623"/>
                </a:lnTo>
                <a:lnTo>
                  <a:pt x="233547" y="149623"/>
                </a:lnTo>
                <a:cubicBezTo>
                  <a:pt x="247373" y="149203"/>
                  <a:pt x="259004" y="153601"/>
                  <a:pt x="268431" y="162818"/>
                </a:cubicBezTo>
                <a:cubicBezTo>
                  <a:pt x="278069" y="171834"/>
                  <a:pt x="282897" y="183355"/>
                  <a:pt x="282897" y="197401"/>
                </a:cubicBezTo>
                <a:cubicBezTo>
                  <a:pt x="282897" y="210385"/>
                  <a:pt x="278179" y="221596"/>
                  <a:pt x="268751" y="231032"/>
                </a:cubicBezTo>
                <a:cubicBezTo>
                  <a:pt x="259315" y="240460"/>
                  <a:pt x="248104" y="245178"/>
                  <a:pt x="235120" y="245178"/>
                </a:cubicBezTo>
                <a:lnTo>
                  <a:pt x="79525" y="245178"/>
                </a:lnTo>
                <a:close/>
                <a:moveTo>
                  <a:pt x="79525" y="231032"/>
                </a:moveTo>
                <a:lnTo>
                  <a:pt x="235120" y="231032"/>
                </a:lnTo>
                <a:cubicBezTo>
                  <a:pt x="244337" y="231032"/>
                  <a:pt x="252192" y="227676"/>
                  <a:pt x="258693" y="220974"/>
                </a:cubicBezTo>
                <a:cubicBezTo>
                  <a:pt x="265395" y="214473"/>
                  <a:pt x="268751" y="206618"/>
                  <a:pt x="268751" y="197401"/>
                </a:cubicBezTo>
                <a:cubicBezTo>
                  <a:pt x="268751" y="188174"/>
                  <a:pt x="265395" y="180320"/>
                  <a:pt x="258693" y="173818"/>
                </a:cubicBezTo>
                <a:cubicBezTo>
                  <a:pt x="252192" y="167326"/>
                  <a:pt x="244337" y="164080"/>
                  <a:pt x="235120" y="164080"/>
                </a:cubicBezTo>
                <a:lnTo>
                  <a:pt x="215625" y="164080"/>
                </a:lnTo>
                <a:lnTo>
                  <a:pt x="215625" y="137672"/>
                </a:lnTo>
                <a:cubicBezTo>
                  <a:pt x="215625" y="119238"/>
                  <a:pt x="209233" y="103519"/>
                  <a:pt x="196450" y="90526"/>
                </a:cubicBezTo>
                <a:cubicBezTo>
                  <a:pt x="183877" y="77532"/>
                  <a:pt x="168478" y="71040"/>
                  <a:pt x="150245" y="71040"/>
                </a:cubicBezTo>
                <a:cubicBezTo>
                  <a:pt x="132222" y="71040"/>
                  <a:pt x="116824" y="77532"/>
                  <a:pt x="104040" y="90526"/>
                </a:cubicBezTo>
                <a:cubicBezTo>
                  <a:pt x="91257" y="103519"/>
                  <a:pt x="84865" y="119238"/>
                  <a:pt x="84865" y="137672"/>
                </a:cubicBezTo>
                <a:lnTo>
                  <a:pt x="78894" y="137672"/>
                </a:lnTo>
                <a:cubicBezTo>
                  <a:pt x="66111" y="137672"/>
                  <a:pt x="55321" y="142180"/>
                  <a:pt x="46525" y="151187"/>
                </a:cubicBezTo>
                <a:cubicBezTo>
                  <a:pt x="37509" y="160203"/>
                  <a:pt x="33001" y="171304"/>
                  <a:pt x="33001" y="184508"/>
                </a:cubicBezTo>
                <a:cubicBezTo>
                  <a:pt x="33001" y="197291"/>
                  <a:pt x="37618" y="208191"/>
                  <a:pt x="46836" y="217197"/>
                </a:cubicBezTo>
                <a:cubicBezTo>
                  <a:pt x="55842" y="226415"/>
                  <a:pt x="66742" y="231032"/>
                  <a:pt x="79525" y="231032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圖說"/>
          <p:cNvSpPr/>
          <p:nvPr/>
        </p:nvSpPr>
        <p:spPr>
          <a:xfrm>
            <a:off x="8296443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750" dirty="0"/>
          </a:p>
        </p:txBody>
      </p:sp>
      <p:sp>
        <p:nvSpPr>
          <p:cNvPr id="75" name="圖示 電腦"/>
          <p:cNvSpPr/>
          <p:nvPr/>
        </p:nvSpPr>
        <p:spPr>
          <a:xfrm>
            <a:off x="8995936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4515" y="254285"/>
                </a:moveTo>
                <a:cubicBezTo>
                  <a:pt x="22421" y="254285"/>
                  <a:pt x="20748" y="253664"/>
                  <a:pt x="19486" y="252402"/>
                </a:cubicBezTo>
                <a:cubicBezTo>
                  <a:pt x="18023" y="250939"/>
                  <a:pt x="17291" y="249156"/>
                  <a:pt x="17291" y="247062"/>
                </a:cubicBezTo>
                <a:cubicBezTo>
                  <a:pt x="17291" y="245178"/>
                  <a:pt x="18023" y="243496"/>
                  <a:pt x="19486" y="242033"/>
                </a:cubicBezTo>
                <a:cubicBezTo>
                  <a:pt x="20748" y="240771"/>
                  <a:pt x="22421" y="240149"/>
                  <a:pt x="24515" y="240149"/>
                </a:cubicBezTo>
                <a:lnTo>
                  <a:pt x="277237" y="240149"/>
                </a:lnTo>
                <a:cubicBezTo>
                  <a:pt x="279331" y="240149"/>
                  <a:pt x="281004" y="240771"/>
                  <a:pt x="282266" y="242033"/>
                </a:cubicBezTo>
                <a:cubicBezTo>
                  <a:pt x="283729" y="243496"/>
                  <a:pt x="284461" y="245279"/>
                  <a:pt x="284461" y="247373"/>
                </a:cubicBezTo>
                <a:cubicBezTo>
                  <a:pt x="284461" y="249256"/>
                  <a:pt x="283729" y="250939"/>
                  <a:pt x="282266" y="252402"/>
                </a:cubicBezTo>
                <a:cubicBezTo>
                  <a:pt x="281004" y="253664"/>
                  <a:pt x="279331" y="254285"/>
                  <a:pt x="277237" y="254285"/>
                </a:cubicBezTo>
                <a:lnTo>
                  <a:pt x="24515" y="254285"/>
                </a:lnTo>
                <a:close/>
                <a:moveTo>
                  <a:pt x="49661" y="222858"/>
                </a:moveTo>
                <a:cubicBezTo>
                  <a:pt x="44632" y="222858"/>
                  <a:pt x="40334" y="221074"/>
                  <a:pt x="36777" y="217517"/>
                </a:cubicBezTo>
                <a:cubicBezTo>
                  <a:pt x="33211" y="213951"/>
                  <a:pt x="31437" y="209763"/>
                  <a:pt x="31437" y="204944"/>
                </a:cubicBezTo>
                <a:lnTo>
                  <a:pt x="31437" y="65069"/>
                </a:lnTo>
                <a:cubicBezTo>
                  <a:pt x="31437" y="60040"/>
                  <a:pt x="33211" y="55742"/>
                  <a:pt x="36777" y="52176"/>
                </a:cubicBezTo>
                <a:cubicBezTo>
                  <a:pt x="40334" y="48619"/>
                  <a:pt x="44632" y="46836"/>
                  <a:pt x="49661" y="46836"/>
                </a:cubicBezTo>
                <a:lnTo>
                  <a:pt x="252091" y="46836"/>
                </a:lnTo>
                <a:cubicBezTo>
                  <a:pt x="257120" y="46836"/>
                  <a:pt x="261418" y="48619"/>
                  <a:pt x="264975" y="52176"/>
                </a:cubicBezTo>
                <a:cubicBezTo>
                  <a:pt x="268541" y="55742"/>
                  <a:pt x="270324" y="60040"/>
                  <a:pt x="270324" y="65069"/>
                </a:cubicBezTo>
                <a:lnTo>
                  <a:pt x="270324" y="204944"/>
                </a:lnTo>
                <a:cubicBezTo>
                  <a:pt x="270324" y="209763"/>
                  <a:pt x="268541" y="213951"/>
                  <a:pt x="264975" y="217517"/>
                </a:cubicBezTo>
                <a:cubicBezTo>
                  <a:pt x="261418" y="221074"/>
                  <a:pt x="257120" y="222858"/>
                  <a:pt x="252091" y="222858"/>
                </a:cubicBezTo>
                <a:lnTo>
                  <a:pt x="49661" y="222858"/>
                </a:lnTo>
                <a:close/>
                <a:moveTo>
                  <a:pt x="49661" y="208712"/>
                </a:moveTo>
                <a:lnTo>
                  <a:pt x="252091" y="208712"/>
                </a:lnTo>
                <a:cubicBezTo>
                  <a:pt x="253133" y="208712"/>
                  <a:pt x="254075" y="208291"/>
                  <a:pt x="254916" y="207459"/>
                </a:cubicBezTo>
                <a:cubicBezTo>
                  <a:pt x="255758" y="206618"/>
                  <a:pt x="256178" y="205777"/>
                  <a:pt x="256178" y="204944"/>
                </a:cubicBezTo>
                <a:lnTo>
                  <a:pt x="256178" y="65069"/>
                </a:lnTo>
                <a:cubicBezTo>
                  <a:pt x="256178" y="64017"/>
                  <a:pt x="255758" y="63075"/>
                  <a:pt x="254916" y="62234"/>
                </a:cubicBezTo>
                <a:cubicBezTo>
                  <a:pt x="254075" y="61612"/>
                  <a:pt x="253133" y="61292"/>
                  <a:pt x="252091" y="61292"/>
                </a:cubicBezTo>
                <a:lnTo>
                  <a:pt x="49661" y="61292"/>
                </a:lnTo>
                <a:cubicBezTo>
                  <a:pt x="48619" y="61292"/>
                  <a:pt x="47677" y="61612"/>
                  <a:pt x="46836" y="62234"/>
                </a:cubicBezTo>
                <a:cubicBezTo>
                  <a:pt x="45994" y="63075"/>
                  <a:pt x="45574" y="64017"/>
                  <a:pt x="45574" y="65069"/>
                </a:cubicBezTo>
                <a:lnTo>
                  <a:pt x="45574" y="204944"/>
                </a:lnTo>
                <a:cubicBezTo>
                  <a:pt x="45574" y="205777"/>
                  <a:pt x="45994" y="206618"/>
                  <a:pt x="46836" y="207459"/>
                </a:cubicBezTo>
                <a:cubicBezTo>
                  <a:pt x="47677" y="208291"/>
                  <a:pt x="48619" y="208712"/>
                  <a:pt x="49661" y="208712"/>
                </a:cubicBezTo>
                <a:close/>
                <a:moveTo>
                  <a:pt x="45574" y="208712"/>
                </a:moveTo>
                <a:lnTo>
                  <a:pt x="45574" y="61292"/>
                </a:lnTo>
                <a:lnTo>
                  <a:pt x="45574" y="208712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圖說"/>
          <p:cNvSpPr/>
          <p:nvPr/>
        </p:nvSpPr>
        <p:spPr>
          <a:xfrm>
            <a:off x="8851163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</a:t>
            </a:r>
            <a:endParaRPr lang="en-US" sz="750" dirty="0"/>
          </a:p>
        </p:txBody>
      </p:sp>
      <p:sp>
        <p:nvSpPr>
          <p:cNvPr id="77" name="圖示 程式"/>
          <p:cNvSpPr/>
          <p:nvPr/>
        </p:nvSpPr>
        <p:spPr>
          <a:xfrm>
            <a:off x="9550657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9981" y="150245"/>
                </a:moveTo>
                <a:lnTo>
                  <a:pt x="105924" y="206197"/>
                </a:lnTo>
                <a:cubicBezTo>
                  <a:pt x="107186" y="207660"/>
                  <a:pt x="107817" y="209343"/>
                  <a:pt x="107817" y="211226"/>
                </a:cubicBezTo>
                <a:cubicBezTo>
                  <a:pt x="107817" y="213110"/>
                  <a:pt x="107076" y="214793"/>
                  <a:pt x="105613" y="216256"/>
                </a:cubicBezTo>
                <a:cubicBezTo>
                  <a:pt x="104150" y="217719"/>
                  <a:pt x="102468" y="218459"/>
                  <a:pt x="100584" y="218459"/>
                </a:cubicBezTo>
                <a:cubicBezTo>
                  <a:pt x="98490" y="218459"/>
                  <a:pt x="96707" y="217719"/>
                  <a:pt x="95244" y="216256"/>
                </a:cubicBezTo>
                <a:lnTo>
                  <a:pt x="35835" y="156847"/>
                </a:lnTo>
                <a:cubicBezTo>
                  <a:pt x="34784" y="155805"/>
                  <a:pt x="34052" y="154753"/>
                  <a:pt x="33632" y="153701"/>
                </a:cubicBezTo>
                <a:cubicBezTo>
                  <a:pt x="33211" y="152659"/>
                  <a:pt x="33001" y="151608"/>
                  <a:pt x="33001" y="150565"/>
                </a:cubicBezTo>
                <a:cubicBezTo>
                  <a:pt x="33001" y="149303"/>
                  <a:pt x="33211" y="148151"/>
                  <a:pt x="33632" y="147109"/>
                </a:cubicBezTo>
                <a:cubicBezTo>
                  <a:pt x="34052" y="146057"/>
                  <a:pt x="34784" y="145006"/>
                  <a:pt x="35835" y="143963"/>
                </a:cubicBezTo>
                <a:lnTo>
                  <a:pt x="96186" y="83924"/>
                </a:lnTo>
                <a:cubicBezTo>
                  <a:pt x="97438" y="82461"/>
                  <a:pt x="99121" y="81729"/>
                  <a:pt x="101215" y="81729"/>
                </a:cubicBezTo>
                <a:cubicBezTo>
                  <a:pt x="103099" y="81729"/>
                  <a:pt x="104772" y="82461"/>
                  <a:pt x="106244" y="83924"/>
                </a:cubicBezTo>
                <a:cubicBezTo>
                  <a:pt x="107707" y="85396"/>
                  <a:pt x="108439" y="87069"/>
                  <a:pt x="108439" y="88953"/>
                </a:cubicBezTo>
                <a:cubicBezTo>
                  <a:pt x="108439" y="91047"/>
                  <a:pt x="107707" y="92729"/>
                  <a:pt x="106244" y="93982"/>
                </a:cubicBezTo>
                <a:lnTo>
                  <a:pt x="49981" y="150245"/>
                </a:lnTo>
                <a:close/>
                <a:moveTo>
                  <a:pt x="251771" y="150565"/>
                </a:moveTo>
                <a:lnTo>
                  <a:pt x="195828" y="94613"/>
                </a:lnTo>
                <a:cubicBezTo>
                  <a:pt x="194566" y="93141"/>
                  <a:pt x="193935" y="91467"/>
                  <a:pt x="193935" y="89584"/>
                </a:cubicBezTo>
                <a:cubicBezTo>
                  <a:pt x="193935" y="87700"/>
                  <a:pt x="194676" y="86018"/>
                  <a:pt x="196139" y="84555"/>
                </a:cubicBezTo>
                <a:cubicBezTo>
                  <a:pt x="197602" y="83082"/>
                  <a:pt x="199284" y="82351"/>
                  <a:pt x="201168" y="82351"/>
                </a:cubicBezTo>
                <a:cubicBezTo>
                  <a:pt x="203262" y="82351"/>
                  <a:pt x="205045" y="83082"/>
                  <a:pt x="206508" y="84555"/>
                </a:cubicBezTo>
                <a:lnTo>
                  <a:pt x="265917" y="143963"/>
                </a:lnTo>
                <a:cubicBezTo>
                  <a:pt x="266968" y="145006"/>
                  <a:pt x="267700" y="146057"/>
                  <a:pt x="268120" y="147109"/>
                </a:cubicBezTo>
                <a:cubicBezTo>
                  <a:pt x="268541" y="148151"/>
                  <a:pt x="268751" y="149303"/>
                  <a:pt x="268751" y="150565"/>
                </a:cubicBezTo>
                <a:cubicBezTo>
                  <a:pt x="268751" y="151608"/>
                  <a:pt x="268541" y="152659"/>
                  <a:pt x="268120" y="153701"/>
                </a:cubicBezTo>
                <a:cubicBezTo>
                  <a:pt x="267700" y="154753"/>
                  <a:pt x="266968" y="155805"/>
                  <a:pt x="265917" y="156847"/>
                </a:cubicBezTo>
                <a:lnTo>
                  <a:pt x="205566" y="216887"/>
                </a:lnTo>
                <a:cubicBezTo>
                  <a:pt x="204314" y="218350"/>
                  <a:pt x="202741" y="219081"/>
                  <a:pt x="200857" y="219081"/>
                </a:cubicBezTo>
                <a:cubicBezTo>
                  <a:pt x="198754" y="219081"/>
                  <a:pt x="197081" y="218350"/>
                  <a:pt x="195828" y="216887"/>
                </a:cubicBezTo>
                <a:cubicBezTo>
                  <a:pt x="194356" y="215204"/>
                  <a:pt x="193624" y="213430"/>
                  <a:pt x="193624" y="211537"/>
                </a:cubicBezTo>
                <a:cubicBezTo>
                  <a:pt x="193624" y="209654"/>
                  <a:pt x="194356" y="207980"/>
                  <a:pt x="195828" y="206508"/>
                </a:cubicBezTo>
                <a:lnTo>
                  <a:pt x="251771" y="150565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圖說"/>
          <p:cNvSpPr/>
          <p:nvPr/>
        </p:nvSpPr>
        <p:spPr>
          <a:xfrm>
            <a:off x="9405884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</a:t>
            </a:r>
            <a:endParaRPr lang="en-US" sz="750" dirty="0"/>
          </a:p>
        </p:txBody>
      </p:sp>
      <p:sp>
        <p:nvSpPr>
          <p:cNvPr id="79" name="圖示 API"/>
          <p:cNvSpPr/>
          <p:nvPr/>
        </p:nvSpPr>
        <p:spPr>
          <a:xfrm>
            <a:off x="10105377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181682"/>
                </a:moveTo>
                <a:lnTo>
                  <a:pt x="120070" y="150876"/>
                </a:lnTo>
                <a:lnTo>
                  <a:pt x="150876" y="120070"/>
                </a:lnTo>
                <a:lnTo>
                  <a:pt x="181682" y="150876"/>
                </a:lnTo>
                <a:lnTo>
                  <a:pt x="150876" y="181682"/>
                </a:lnTo>
                <a:close/>
                <a:moveTo>
                  <a:pt x="124157" y="96497"/>
                </a:moveTo>
                <a:lnTo>
                  <a:pt x="101846" y="74185"/>
                </a:lnTo>
                <a:lnTo>
                  <a:pt x="138303" y="37408"/>
                </a:lnTo>
                <a:cubicBezTo>
                  <a:pt x="140187" y="35726"/>
                  <a:pt x="142180" y="34473"/>
                  <a:pt x="144274" y="33632"/>
                </a:cubicBezTo>
                <a:cubicBezTo>
                  <a:pt x="146368" y="32790"/>
                  <a:pt x="148572" y="32379"/>
                  <a:pt x="150876" y="32379"/>
                </a:cubicBezTo>
                <a:cubicBezTo>
                  <a:pt x="153180" y="32379"/>
                  <a:pt x="155384" y="32790"/>
                  <a:pt x="157478" y="33632"/>
                </a:cubicBezTo>
                <a:cubicBezTo>
                  <a:pt x="159572" y="34473"/>
                  <a:pt x="161565" y="35726"/>
                  <a:pt x="163449" y="37408"/>
                </a:cubicBezTo>
                <a:lnTo>
                  <a:pt x="199915" y="74185"/>
                </a:lnTo>
                <a:lnTo>
                  <a:pt x="177595" y="96497"/>
                </a:lnTo>
                <a:lnTo>
                  <a:pt x="150876" y="69778"/>
                </a:lnTo>
                <a:lnTo>
                  <a:pt x="124157" y="96497"/>
                </a:lnTo>
                <a:close/>
                <a:moveTo>
                  <a:pt x="74185" y="199915"/>
                </a:moveTo>
                <a:lnTo>
                  <a:pt x="37719" y="163449"/>
                </a:lnTo>
                <a:cubicBezTo>
                  <a:pt x="35835" y="161565"/>
                  <a:pt x="34473" y="159572"/>
                  <a:pt x="33632" y="157478"/>
                </a:cubicBezTo>
                <a:cubicBezTo>
                  <a:pt x="32790" y="155384"/>
                  <a:pt x="32379" y="153180"/>
                  <a:pt x="32379" y="150876"/>
                </a:cubicBezTo>
                <a:cubicBezTo>
                  <a:pt x="32379" y="148572"/>
                  <a:pt x="32790" y="146368"/>
                  <a:pt x="33632" y="144274"/>
                </a:cubicBezTo>
                <a:cubicBezTo>
                  <a:pt x="34473" y="142180"/>
                  <a:pt x="35835" y="140187"/>
                  <a:pt x="37719" y="138303"/>
                </a:cubicBezTo>
                <a:lnTo>
                  <a:pt x="74185" y="101846"/>
                </a:lnTo>
                <a:lnTo>
                  <a:pt x="96497" y="124157"/>
                </a:lnTo>
                <a:lnTo>
                  <a:pt x="69778" y="150876"/>
                </a:lnTo>
                <a:lnTo>
                  <a:pt x="96497" y="177595"/>
                </a:lnTo>
                <a:lnTo>
                  <a:pt x="74185" y="199915"/>
                </a:lnTo>
                <a:close/>
                <a:moveTo>
                  <a:pt x="227576" y="199915"/>
                </a:moveTo>
                <a:lnTo>
                  <a:pt x="205255" y="177595"/>
                </a:lnTo>
                <a:lnTo>
                  <a:pt x="231974" y="150876"/>
                </a:lnTo>
                <a:lnTo>
                  <a:pt x="205255" y="124157"/>
                </a:lnTo>
                <a:lnTo>
                  <a:pt x="227576" y="101846"/>
                </a:lnTo>
                <a:lnTo>
                  <a:pt x="264344" y="138303"/>
                </a:lnTo>
                <a:cubicBezTo>
                  <a:pt x="266026" y="140187"/>
                  <a:pt x="267279" y="142180"/>
                  <a:pt x="268120" y="144274"/>
                </a:cubicBezTo>
                <a:cubicBezTo>
                  <a:pt x="268962" y="146368"/>
                  <a:pt x="269373" y="148572"/>
                  <a:pt x="269373" y="150876"/>
                </a:cubicBezTo>
                <a:cubicBezTo>
                  <a:pt x="269373" y="153180"/>
                  <a:pt x="268962" y="155384"/>
                  <a:pt x="268120" y="157478"/>
                </a:cubicBezTo>
                <a:cubicBezTo>
                  <a:pt x="267279" y="159572"/>
                  <a:pt x="266026" y="161565"/>
                  <a:pt x="264344" y="163449"/>
                </a:cubicBezTo>
                <a:lnTo>
                  <a:pt x="227576" y="199915"/>
                </a:lnTo>
                <a:close/>
                <a:moveTo>
                  <a:pt x="138303" y="264033"/>
                </a:moveTo>
                <a:lnTo>
                  <a:pt x="101846" y="227576"/>
                </a:lnTo>
                <a:lnTo>
                  <a:pt x="124157" y="205255"/>
                </a:lnTo>
                <a:lnTo>
                  <a:pt x="150876" y="231974"/>
                </a:lnTo>
                <a:lnTo>
                  <a:pt x="177595" y="205255"/>
                </a:lnTo>
                <a:lnTo>
                  <a:pt x="199915" y="227576"/>
                </a:lnTo>
                <a:lnTo>
                  <a:pt x="163449" y="264033"/>
                </a:lnTo>
                <a:cubicBezTo>
                  <a:pt x="161565" y="265917"/>
                  <a:pt x="159572" y="267279"/>
                  <a:pt x="157478" y="268120"/>
                </a:cubicBezTo>
                <a:cubicBezTo>
                  <a:pt x="155384" y="268962"/>
                  <a:pt x="153180" y="269373"/>
                  <a:pt x="150876" y="269373"/>
                </a:cubicBezTo>
                <a:cubicBezTo>
                  <a:pt x="148572" y="269373"/>
                  <a:pt x="146368" y="268962"/>
                  <a:pt x="144274" y="268120"/>
                </a:cubicBezTo>
                <a:cubicBezTo>
                  <a:pt x="142180" y="267279"/>
                  <a:pt x="140187" y="265917"/>
                  <a:pt x="138303" y="264033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圖說"/>
          <p:cNvSpPr/>
          <p:nvPr/>
        </p:nvSpPr>
        <p:spPr>
          <a:xfrm>
            <a:off x="9960605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750" dirty="0"/>
          </a:p>
        </p:txBody>
      </p:sp>
      <p:sp>
        <p:nvSpPr>
          <p:cNvPr id="81" name="圖示 AI 機器人"/>
          <p:cNvSpPr/>
          <p:nvPr/>
        </p:nvSpPr>
        <p:spPr>
          <a:xfrm>
            <a:off x="10660098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3438" y="178537"/>
                </a:moveTo>
                <a:cubicBezTo>
                  <a:pt x="45473" y="178537"/>
                  <a:pt x="38771" y="175812"/>
                  <a:pt x="33321" y="170362"/>
                </a:cubicBezTo>
                <a:cubicBezTo>
                  <a:pt x="27871" y="164711"/>
                  <a:pt x="25146" y="157999"/>
                  <a:pt x="25146" y="150245"/>
                </a:cubicBezTo>
                <a:cubicBezTo>
                  <a:pt x="25146" y="142281"/>
                  <a:pt x="27871" y="135578"/>
                  <a:pt x="33321" y="130128"/>
                </a:cubicBezTo>
                <a:cubicBezTo>
                  <a:pt x="38981" y="124477"/>
                  <a:pt x="45683" y="121643"/>
                  <a:pt x="53438" y="121643"/>
                </a:cubicBezTo>
                <a:lnTo>
                  <a:pt x="53438" y="84244"/>
                </a:lnTo>
                <a:cubicBezTo>
                  <a:pt x="53438" y="79416"/>
                  <a:pt x="55321" y="75228"/>
                  <a:pt x="59098" y="71671"/>
                </a:cubicBezTo>
                <a:cubicBezTo>
                  <a:pt x="62655" y="67894"/>
                  <a:pt x="66843" y="66011"/>
                  <a:pt x="71671" y="66011"/>
                </a:cubicBezTo>
                <a:lnTo>
                  <a:pt x="122584" y="66011"/>
                </a:lnTo>
                <a:cubicBezTo>
                  <a:pt x="122584" y="58046"/>
                  <a:pt x="125309" y="51344"/>
                  <a:pt x="130759" y="45894"/>
                </a:cubicBezTo>
                <a:cubicBezTo>
                  <a:pt x="136209" y="40444"/>
                  <a:pt x="142912" y="37719"/>
                  <a:pt x="150876" y="37719"/>
                </a:cubicBezTo>
                <a:cubicBezTo>
                  <a:pt x="158840" y="37719"/>
                  <a:pt x="165543" y="40444"/>
                  <a:pt x="170993" y="45894"/>
                </a:cubicBezTo>
                <a:cubicBezTo>
                  <a:pt x="176443" y="51554"/>
                  <a:pt x="179168" y="58256"/>
                  <a:pt x="179168" y="66011"/>
                </a:cubicBezTo>
                <a:lnTo>
                  <a:pt x="230090" y="66011"/>
                </a:lnTo>
                <a:cubicBezTo>
                  <a:pt x="234909" y="66011"/>
                  <a:pt x="239097" y="67894"/>
                  <a:pt x="242663" y="71671"/>
                </a:cubicBezTo>
                <a:cubicBezTo>
                  <a:pt x="246431" y="75228"/>
                  <a:pt x="248314" y="79416"/>
                  <a:pt x="248314" y="84244"/>
                </a:cubicBezTo>
                <a:lnTo>
                  <a:pt x="248314" y="121643"/>
                </a:lnTo>
                <a:cubicBezTo>
                  <a:pt x="256279" y="121643"/>
                  <a:pt x="262981" y="124477"/>
                  <a:pt x="268431" y="130128"/>
                </a:cubicBezTo>
                <a:cubicBezTo>
                  <a:pt x="273881" y="135578"/>
                  <a:pt x="276606" y="142281"/>
                  <a:pt x="276606" y="150245"/>
                </a:cubicBezTo>
                <a:cubicBezTo>
                  <a:pt x="276606" y="157999"/>
                  <a:pt x="273881" y="164711"/>
                  <a:pt x="268431" y="170362"/>
                </a:cubicBezTo>
                <a:cubicBezTo>
                  <a:pt x="262780" y="175812"/>
                  <a:pt x="256069" y="178537"/>
                  <a:pt x="248314" y="178537"/>
                </a:cubicBezTo>
                <a:lnTo>
                  <a:pt x="248314" y="239518"/>
                </a:lnTo>
                <a:cubicBezTo>
                  <a:pt x="248314" y="244337"/>
                  <a:pt x="246431" y="248635"/>
                  <a:pt x="242663" y="252402"/>
                </a:cubicBezTo>
                <a:cubicBezTo>
                  <a:pt x="239097" y="255968"/>
                  <a:pt x="234909" y="257751"/>
                  <a:pt x="230090" y="257751"/>
                </a:cubicBezTo>
                <a:lnTo>
                  <a:pt x="71671" y="257751"/>
                </a:lnTo>
                <a:cubicBezTo>
                  <a:pt x="66843" y="257751"/>
                  <a:pt x="62655" y="255968"/>
                  <a:pt x="59098" y="252402"/>
                </a:cubicBezTo>
                <a:cubicBezTo>
                  <a:pt x="55321" y="248635"/>
                  <a:pt x="53438" y="244337"/>
                  <a:pt x="53438" y="239518"/>
                </a:cubicBezTo>
                <a:lnTo>
                  <a:pt x="53438" y="178537"/>
                </a:lnTo>
                <a:close/>
                <a:moveTo>
                  <a:pt x="117244" y="148672"/>
                </a:moveTo>
                <a:cubicBezTo>
                  <a:pt x="119338" y="146578"/>
                  <a:pt x="120390" y="143963"/>
                  <a:pt x="120390" y="140818"/>
                </a:cubicBezTo>
                <a:cubicBezTo>
                  <a:pt x="120390" y="137672"/>
                  <a:pt x="119338" y="135057"/>
                  <a:pt x="117244" y="132963"/>
                </a:cubicBezTo>
                <a:cubicBezTo>
                  <a:pt x="114940" y="130860"/>
                  <a:pt x="112215" y="129817"/>
                  <a:pt x="109070" y="129817"/>
                </a:cubicBezTo>
                <a:cubicBezTo>
                  <a:pt x="106134" y="129817"/>
                  <a:pt x="103519" y="130860"/>
                  <a:pt x="101215" y="132963"/>
                </a:cubicBezTo>
                <a:cubicBezTo>
                  <a:pt x="99121" y="135267"/>
                  <a:pt x="98069" y="137882"/>
                  <a:pt x="98069" y="140818"/>
                </a:cubicBezTo>
                <a:cubicBezTo>
                  <a:pt x="98069" y="143963"/>
                  <a:pt x="99222" y="146578"/>
                  <a:pt x="101526" y="148672"/>
                </a:cubicBezTo>
                <a:cubicBezTo>
                  <a:pt x="103620" y="150977"/>
                  <a:pt x="106244" y="152138"/>
                  <a:pt x="109390" y="152138"/>
                </a:cubicBezTo>
                <a:cubicBezTo>
                  <a:pt x="112526" y="152138"/>
                  <a:pt x="115150" y="150977"/>
                  <a:pt x="117244" y="148672"/>
                </a:cubicBezTo>
                <a:close/>
                <a:moveTo>
                  <a:pt x="200537" y="148672"/>
                </a:moveTo>
                <a:cubicBezTo>
                  <a:pt x="202631" y="146578"/>
                  <a:pt x="203683" y="143963"/>
                  <a:pt x="203683" y="140818"/>
                </a:cubicBezTo>
                <a:cubicBezTo>
                  <a:pt x="203683" y="137672"/>
                  <a:pt x="202530" y="135057"/>
                  <a:pt x="200226" y="132963"/>
                </a:cubicBezTo>
                <a:cubicBezTo>
                  <a:pt x="198132" y="130860"/>
                  <a:pt x="195508" y="129817"/>
                  <a:pt x="192371" y="129817"/>
                </a:cubicBezTo>
                <a:cubicBezTo>
                  <a:pt x="189226" y="129817"/>
                  <a:pt x="186602" y="130860"/>
                  <a:pt x="184508" y="132963"/>
                </a:cubicBezTo>
                <a:cubicBezTo>
                  <a:pt x="182414" y="135267"/>
                  <a:pt x="181362" y="137882"/>
                  <a:pt x="181362" y="140818"/>
                </a:cubicBezTo>
                <a:cubicBezTo>
                  <a:pt x="181362" y="143963"/>
                  <a:pt x="182414" y="146578"/>
                  <a:pt x="184508" y="148672"/>
                </a:cubicBezTo>
                <a:cubicBezTo>
                  <a:pt x="186812" y="150977"/>
                  <a:pt x="189537" y="152138"/>
                  <a:pt x="192682" y="152138"/>
                </a:cubicBezTo>
                <a:cubicBezTo>
                  <a:pt x="195618" y="152138"/>
                  <a:pt x="198233" y="150977"/>
                  <a:pt x="200537" y="148672"/>
                </a:cubicBezTo>
                <a:close/>
                <a:moveTo>
                  <a:pt x="109070" y="209343"/>
                </a:moveTo>
                <a:lnTo>
                  <a:pt x="192682" y="209343"/>
                </a:lnTo>
                <a:cubicBezTo>
                  <a:pt x="194776" y="209343"/>
                  <a:pt x="196450" y="208712"/>
                  <a:pt x="197712" y="207459"/>
                </a:cubicBezTo>
                <a:cubicBezTo>
                  <a:pt x="199175" y="205987"/>
                  <a:pt x="199915" y="204314"/>
                  <a:pt x="199915" y="202430"/>
                </a:cubicBezTo>
                <a:cubicBezTo>
                  <a:pt x="199915" y="200327"/>
                  <a:pt x="199175" y="198553"/>
                  <a:pt x="197712" y="197081"/>
                </a:cubicBezTo>
                <a:cubicBezTo>
                  <a:pt x="196450" y="195828"/>
                  <a:pt x="194776" y="195197"/>
                  <a:pt x="192682" y="195197"/>
                </a:cubicBezTo>
                <a:lnTo>
                  <a:pt x="109070" y="195197"/>
                </a:lnTo>
                <a:cubicBezTo>
                  <a:pt x="106976" y="195197"/>
                  <a:pt x="105302" y="195928"/>
                  <a:pt x="104040" y="197401"/>
                </a:cubicBezTo>
                <a:cubicBezTo>
                  <a:pt x="102577" y="198653"/>
                  <a:pt x="101846" y="200327"/>
                  <a:pt x="101846" y="202430"/>
                </a:cubicBezTo>
                <a:cubicBezTo>
                  <a:pt x="101846" y="204524"/>
                  <a:pt x="102577" y="206197"/>
                  <a:pt x="104040" y="207459"/>
                </a:cubicBezTo>
                <a:cubicBezTo>
                  <a:pt x="105302" y="208712"/>
                  <a:pt x="106976" y="209343"/>
                  <a:pt x="109070" y="209343"/>
                </a:cubicBezTo>
                <a:close/>
                <a:moveTo>
                  <a:pt x="71671" y="243605"/>
                </a:moveTo>
                <a:lnTo>
                  <a:pt x="230090" y="243605"/>
                </a:lnTo>
                <a:cubicBezTo>
                  <a:pt x="231133" y="243605"/>
                  <a:pt x="232075" y="243185"/>
                  <a:pt x="232916" y="242343"/>
                </a:cubicBezTo>
                <a:cubicBezTo>
                  <a:pt x="233547" y="241712"/>
                  <a:pt x="233858" y="240771"/>
                  <a:pt x="233858" y="239518"/>
                </a:cubicBezTo>
                <a:lnTo>
                  <a:pt x="233858" y="84244"/>
                </a:lnTo>
                <a:cubicBezTo>
                  <a:pt x="233858" y="83192"/>
                  <a:pt x="233547" y="82351"/>
                  <a:pt x="232916" y="81729"/>
                </a:cubicBezTo>
                <a:cubicBezTo>
                  <a:pt x="232075" y="80888"/>
                  <a:pt x="231133" y="80467"/>
                  <a:pt x="230090" y="80467"/>
                </a:cubicBezTo>
                <a:lnTo>
                  <a:pt x="71671" y="80467"/>
                </a:lnTo>
                <a:cubicBezTo>
                  <a:pt x="70619" y="80467"/>
                  <a:pt x="69778" y="80888"/>
                  <a:pt x="69156" y="81729"/>
                </a:cubicBezTo>
                <a:cubicBezTo>
                  <a:pt x="68315" y="82351"/>
                  <a:pt x="67894" y="83192"/>
                  <a:pt x="67894" y="84244"/>
                </a:cubicBezTo>
                <a:lnTo>
                  <a:pt x="67894" y="239518"/>
                </a:lnTo>
                <a:cubicBezTo>
                  <a:pt x="67894" y="240771"/>
                  <a:pt x="68315" y="241712"/>
                  <a:pt x="69156" y="242343"/>
                </a:cubicBezTo>
                <a:cubicBezTo>
                  <a:pt x="69778" y="243185"/>
                  <a:pt x="70619" y="243605"/>
                  <a:pt x="71671" y="243605"/>
                </a:cubicBezTo>
                <a:close/>
                <a:moveTo>
                  <a:pt x="150876" y="16187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圖說"/>
          <p:cNvSpPr/>
          <p:nvPr/>
        </p:nvSpPr>
        <p:spPr>
          <a:xfrm>
            <a:off x="10515326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機器人</a:t>
            </a:r>
            <a:endParaRPr lang="en-US" sz="750" dirty="0"/>
          </a:p>
        </p:txBody>
      </p:sp>
      <p:sp>
        <p:nvSpPr>
          <p:cNvPr id="83" name="圖示 AI"/>
          <p:cNvSpPr/>
          <p:nvPr/>
        </p:nvSpPr>
        <p:spPr>
          <a:xfrm>
            <a:off x="11214819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21643" y="259004"/>
                </a:moveTo>
                <a:cubicBezTo>
                  <a:pt x="111584" y="259004"/>
                  <a:pt x="102998" y="255337"/>
                  <a:pt x="95866" y="248004"/>
                </a:cubicBezTo>
                <a:cubicBezTo>
                  <a:pt x="88743" y="240670"/>
                  <a:pt x="84865" y="232184"/>
                  <a:pt x="84244" y="222547"/>
                </a:cubicBezTo>
                <a:cubicBezTo>
                  <a:pt x="72923" y="221285"/>
                  <a:pt x="63496" y="216256"/>
                  <a:pt x="55952" y="207459"/>
                </a:cubicBezTo>
                <a:cubicBezTo>
                  <a:pt x="48408" y="198864"/>
                  <a:pt x="44632" y="188385"/>
                  <a:pt x="44632" y="176022"/>
                </a:cubicBezTo>
                <a:cubicBezTo>
                  <a:pt x="44632" y="171834"/>
                  <a:pt x="45162" y="167637"/>
                  <a:pt x="46205" y="163449"/>
                </a:cubicBezTo>
                <a:cubicBezTo>
                  <a:pt x="47256" y="159471"/>
                  <a:pt x="48829" y="155695"/>
                  <a:pt x="50923" y="152138"/>
                </a:cubicBezTo>
                <a:cubicBezTo>
                  <a:pt x="48408" y="148361"/>
                  <a:pt x="46525" y="144274"/>
                  <a:pt x="45263" y="139876"/>
                </a:cubicBezTo>
                <a:cubicBezTo>
                  <a:pt x="44010" y="135688"/>
                  <a:pt x="43379" y="131180"/>
                  <a:pt x="43379" y="126361"/>
                </a:cubicBezTo>
                <a:cubicBezTo>
                  <a:pt x="43379" y="114419"/>
                  <a:pt x="47467" y="104150"/>
                  <a:pt x="55632" y="95555"/>
                </a:cubicBezTo>
                <a:cubicBezTo>
                  <a:pt x="63597" y="86959"/>
                  <a:pt x="73344" y="82040"/>
                  <a:pt x="84865" y="80778"/>
                </a:cubicBezTo>
                <a:cubicBezTo>
                  <a:pt x="84865" y="80367"/>
                  <a:pt x="84865" y="80047"/>
                  <a:pt x="84865" y="79836"/>
                </a:cubicBezTo>
                <a:cubicBezTo>
                  <a:pt x="84865" y="79416"/>
                  <a:pt x="84865" y="79004"/>
                  <a:pt x="84865" y="78584"/>
                </a:cubicBezTo>
                <a:cubicBezTo>
                  <a:pt x="85076" y="68525"/>
                  <a:pt x="88743" y="60040"/>
                  <a:pt x="95866" y="53117"/>
                </a:cubicBezTo>
                <a:cubicBezTo>
                  <a:pt x="102998" y="45994"/>
                  <a:pt x="111584" y="42437"/>
                  <a:pt x="121643" y="42437"/>
                </a:cubicBezTo>
                <a:cubicBezTo>
                  <a:pt x="127934" y="42437"/>
                  <a:pt x="133274" y="43589"/>
                  <a:pt x="137672" y="45894"/>
                </a:cubicBezTo>
                <a:cubicBezTo>
                  <a:pt x="142281" y="48408"/>
                  <a:pt x="146688" y="51865"/>
                  <a:pt x="150876" y="56263"/>
                </a:cubicBezTo>
                <a:cubicBezTo>
                  <a:pt x="155274" y="51865"/>
                  <a:pt x="159572" y="48408"/>
                  <a:pt x="163760" y="45894"/>
                </a:cubicBezTo>
                <a:cubicBezTo>
                  <a:pt x="168167" y="43589"/>
                  <a:pt x="173507" y="42437"/>
                  <a:pt x="179798" y="42437"/>
                </a:cubicBezTo>
                <a:cubicBezTo>
                  <a:pt x="189647" y="42437"/>
                  <a:pt x="198132" y="45994"/>
                  <a:pt x="205255" y="53117"/>
                </a:cubicBezTo>
                <a:cubicBezTo>
                  <a:pt x="212379" y="60250"/>
                  <a:pt x="216045" y="68735"/>
                  <a:pt x="216256" y="78584"/>
                </a:cubicBezTo>
                <a:lnTo>
                  <a:pt x="216256" y="79836"/>
                </a:lnTo>
                <a:cubicBezTo>
                  <a:pt x="216256" y="80257"/>
                  <a:pt x="216256" y="80568"/>
                  <a:pt x="216256" y="80778"/>
                </a:cubicBezTo>
                <a:cubicBezTo>
                  <a:pt x="227777" y="81830"/>
                  <a:pt x="237735" y="86649"/>
                  <a:pt x="246120" y="95244"/>
                </a:cubicBezTo>
                <a:cubicBezTo>
                  <a:pt x="254285" y="103830"/>
                  <a:pt x="258373" y="114209"/>
                  <a:pt x="258373" y="126361"/>
                </a:cubicBezTo>
                <a:cubicBezTo>
                  <a:pt x="258373" y="131180"/>
                  <a:pt x="257751" y="135788"/>
                  <a:pt x="256489" y="140187"/>
                </a:cubicBezTo>
                <a:cubicBezTo>
                  <a:pt x="255026" y="144594"/>
                  <a:pt x="253033" y="148572"/>
                  <a:pt x="250518" y="152138"/>
                </a:cubicBezTo>
                <a:cubicBezTo>
                  <a:pt x="252612" y="156116"/>
                  <a:pt x="254285" y="160203"/>
                  <a:pt x="255547" y="164391"/>
                </a:cubicBezTo>
                <a:cubicBezTo>
                  <a:pt x="256590" y="168579"/>
                  <a:pt x="257120" y="172776"/>
                  <a:pt x="257120" y="176964"/>
                </a:cubicBezTo>
                <a:cubicBezTo>
                  <a:pt x="257120" y="189327"/>
                  <a:pt x="253344" y="199705"/>
                  <a:pt x="245800" y="208081"/>
                </a:cubicBezTo>
                <a:cubicBezTo>
                  <a:pt x="238256" y="216466"/>
                  <a:pt x="228829" y="221285"/>
                  <a:pt x="217517" y="222547"/>
                </a:cubicBezTo>
                <a:cubicBezTo>
                  <a:pt x="216676" y="232184"/>
                  <a:pt x="212689" y="240670"/>
                  <a:pt x="205566" y="248004"/>
                </a:cubicBezTo>
                <a:cubicBezTo>
                  <a:pt x="198653" y="255337"/>
                  <a:pt x="190268" y="259004"/>
                  <a:pt x="180420" y="259004"/>
                </a:cubicBezTo>
                <a:cubicBezTo>
                  <a:pt x="173718" y="259004"/>
                  <a:pt x="168268" y="257852"/>
                  <a:pt x="164080" y="255547"/>
                </a:cubicBezTo>
                <a:cubicBezTo>
                  <a:pt x="159682" y="253243"/>
                  <a:pt x="155274" y="249787"/>
                  <a:pt x="150876" y="245178"/>
                </a:cubicBezTo>
                <a:cubicBezTo>
                  <a:pt x="146478" y="249787"/>
                  <a:pt x="142079" y="253243"/>
                  <a:pt x="137672" y="255547"/>
                </a:cubicBezTo>
                <a:cubicBezTo>
                  <a:pt x="133274" y="257852"/>
                  <a:pt x="127934" y="259004"/>
                  <a:pt x="121643" y="259004"/>
                </a:cubicBezTo>
                <a:close/>
                <a:moveTo>
                  <a:pt x="158109" y="77953"/>
                </a:moveTo>
                <a:lnTo>
                  <a:pt x="158109" y="223489"/>
                </a:lnTo>
                <a:cubicBezTo>
                  <a:pt x="158109" y="229350"/>
                  <a:pt x="160303" y="234379"/>
                  <a:pt x="164711" y="238576"/>
                </a:cubicBezTo>
                <a:cubicBezTo>
                  <a:pt x="169109" y="242554"/>
                  <a:pt x="174449" y="244547"/>
                  <a:pt x="180740" y="244547"/>
                </a:cubicBezTo>
                <a:cubicBezTo>
                  <a:pt x="186602" y="244547"/>
                  <a:pt x="191741" y="242133"/>
                  <a:pt x="196139" y="237314"/>
                </a:cubicBezTo>
                <a:cubicBezTo>
                  <a:pt x="200327" y="232495"/>
                  <a:pt x="202631" y="227366"/>
                  <a:pt x="203052" y="221916"/>
                </a:cubicBezTo>
                <a:cubicBezTo>
                  <a:pt x="197401" y="220654"/>
                  <a:pt x="192161" y="218560"/>
                  <a:pt x="187342" y="215625"/>
                </a:cubicBezTo>
                <a:cubicBezTo>
                  <a:pt x="182514" y="212689"/>
                  <a:pt x="178537" y="208922"/>
                  <a:pt x="175391" y="204314"/>
                </a:cubicBezTo>
                <a:cubicBezTo>
                  <a:pt x="173928" y="202631"/>
                  <a:pt x="173407" y="200857"/>
                  <a:pt x="173818" y="198964"/>
                </a:cubicBezTo>
                <a:cubicBezTo>
                  <a:pt x="174029" y="197291"/>
                  <a:pt x="175080" y="195718"/>
                  <a:pt x="176964" y="194255"/>
                </a:cubicBezTo>
                <a:cubicBezTo>
                  <a:pt x="178637" y="192993"/>
                  <a:pt x="180420" y="192573"/>
                  <a:pt x="182313" y="192993"/>
                </a:cubicBezTo>
                <a:cubicBezTo>
                  <a:pt x="184197" y="193204"/>
                  <a:pt x="185770" y="194255"/>
                  <a:pt x="187022" y="196139"/>
                </a:cubicBezTo>
                <a:cubicBezTo>
                  <a:pt x="189747" y="200327"/>
                  <a:pt x="193313" y="203472"/>
                  <a:pt x="197712" y="205566"/>
                </a:cubicBezTo>
                <a:cubicBezTo>
                  <a:pt x="202110" y="207660"/>
                  <a:pt x="206828" y="208712"/>
                  <a:pt x="211857" y="208712"/>
                </a:cubicBezTo>
                <a:cubicBezTo>
                  <a:pt x="220654" y="208712"/>
                  <a:pt x="227987" y="205777"/>
                  <a:pt x="233858" y="199915"/>
                </a:cubicBezTo>
                <a:cubicBezTo>
                  <a:pt x="239939" y="194045"/>
                  <a:pt x="242974" y="186391"/>
                  <a:pt x="242974" y="176964"/>
                </a:cubicBezTo>
                <a:cubicBezTo>
                  <a:pt x="242974" y="174660"/>
                  <a:pt x="242764" y="172456"/>
                  <a:pt x="242343" y="170362"/>
                </a:cubicBezTo>
                <a:cubicBezTo>
                  <a:pt x="241712" y="168058"/>
                  <a:pt x="241091" y="165753"/>
                  <a:pt x="240460" y="163449"/>
                </a:cubicBezTo>
                <a:cubicBezTo>
                  <a:pt x="236683" y="166384"/>
                  <a:pt x="232495" y="168579"/>
                  <a:pt x="227887" y="170051"/>
                </a:cubicBezTo>
                <a:cubicBezTo>
                  <a:pt x="223278" y="171514"/>
                  <a:pt x="218560" y="172255"/>
                  <a:pt x="213741" y="172255"/>
                </a:cubicBezTo>
                <a:cubicBezTo>
                  <a:pt x="211647" y="172255"/>
                  <a:pt x="209864" y="171624"/>
                  <a:pt x="208401" y="170362"/>
                </a:cubicBezTo>
                <a:cubicBezTo>
                  <a:pt x="207139" y="168899"/>
                  <a:pt x="206508" y="167116"/>
                  <a:pt x="206508" y="165022"/>
                </a:cubicBezTo>
                <a:cubicBezTo>
                  <a:pt x="206508" y="162928"/>
                  <a:pt x="207139" y="161245"/>
                  <a:pt x="208401" y="159993"/>
                </a:cubicBezTo>
                <a:cubicBezTo>
                  <a:pt x="209864" y="158731"/>
                  <a:pt x="211647" y="158109"/>
                  <a:pt x="213741" y="158109"/>
                </a:cubicBezTo>
                <a:cubicBezTo>
                  <a:pt x="222336" y="158109"/>
                  <a:pt x="229560" y="154963"/>
                  <a:pt x="235431" y="148672"/>
                </a:cubicBezTo>
                <a:cubicBezTo>
                  <a:pt x="241301" y="142601"/>
                  <a:pt x="244227" y="135157"/>
                  <a:pt x="244227" y="126361"/>
                </a:cubicBezTo>
                <a:cubicBezTo>
                  <a:pt x="244227" y="117766"/>
                  <a:pt x="241191" y="110432"/>
                  <a:pt x="235120" y="104360"/>
                </a:cubicBezTo>
                <a:cubicBezTo>
                  <a:pt x="229039" y="98280"/>
                  <a:pt x="221916" y="95034"/>
                  <a:pt x="213741" y="94613"/>
                </a:cubicBezTo>
                <a:cubicBezTo>
                  <a:pt x="211647" y="99432"/>
                  <a:pt x="208812" y="103730"/>
                  <a:pt x="205255" y="107497"/>
                </a:cubicBezTo>
                <a:cubicBezTo>
                  <a:pt x="201479" y="111063"/>
                  <a:pt x="197190" y="113788"/>
                  <a:pt x="192371" y="115672"/>
                </a:cubicBezTo>
                <a:cubicBezTo>
                  <a:pt x="190479" y="116303"/>
                  <a:pt x="188696" y="116193"/>
                  <a:pt x="187022" y="115361"/>
                </a:cubicBezTo>
                <a:cubicBezTo>
                  <a:pt x="185349" y="114519"/>
                  <a:pt x="184197" y="113157"/>
                  <a:pt x="183566" y="111273"/>
                </a:cubicBezTo>
                <a:cubicBezTo>
                  <a:pt x="182935" y="109390"/>
                  <a:pt x="183045" y="107607"/>
                  <a:pt x="183877" y="105924"/>
                </a:cubicBezTo>
                <a:cubicBezTo>
                  <a:pt x="184508" y="104040"/>
                  <a:pt x="185770" y="102788"/>
                  <a:pt x="187653" y="102157"/>
                </a:cubicBezTo>
                <a:cubicBezTo>
                  <a:pt x="192051" y="100685"/>
                  <a:pt x="195618" y="97859"/>
                  <a:pt x="198343" y="93671"/>
                </a:cubicBezTo>
                <a:cubicBezTo>
                  <a:pt x="200857" y="89684"/>
                  <a:pt x="202110" y="85186"/>
                  <a:pt x="202110" y="80156"/>
                </a:cubicBezTo>
                <a:cubicBezTo>
                  <a:pt x="202110" y="73655"/>
                  <a:pt x="199915" y="68105"/>
                  <a:pt x="195508" y="63496"/>
                </a:cubicBezTo>
                <a:cubicBezTo>
                  <a:pt x="191320" y="59098"/>
                  <a:pt x="186181" y="56894"/>
                  <a:pt x="180109" y="56894"/>
                </a:cubicBezTo>
                <a:cubicBezTo>
                  <a:pt x="174029" y="56894"/>
                  <a:pt x="168789" y="58887"/>
                  <a:pt x="164391" y="62865"/>
                </a:cubicBezTo>
                <a:cubicBezTo>
                  <a:pt x="160203" y="67053"/>
                  <a:pt x="158109" y="72082"/>
                  <a:pt x="158109" y="77953"/>
                </a:cubicBezTo>
                <a:close/>
                <a:moveTo>
                  <a:pt x="143643" y="223489"/>
                </a:moveTo>
                <a:lnTo>
                  <a:pt x="143643" y="77953"/>
                </a:lnTo>
                <a:cubicBezTo>
                  <a:pt x="143643" y="72082"/>
                  <a:pt x="141549" y="67053"/>
                  <a:pt x="137361" y="62865"/>
                </a:cubicBezTo>
                <a:cubicBezTo>
                  <a:pt x="132963" y="58887"/>
                  <a:pt x="127723" y="56894"/>
                  <a:pt x="121643" y="56894"/>
                </a:cubicBezTo>
                <a:cubicBezTo>
                  <a:pt x="115571" y="56894"/>
                  <a:pt x="110332" y="59098"/>
                  <a:pt x="105924" y="63496"/>
                </a:cubicBezTo>
                <a:cubicBezTo>
                  <a:pt x="101526" y="68105"/>
                  <a:pt x="99331" y="73655"/>
                  <a:pt x="99331" y="80156"/>
                </a:cubicBezTo>
                <a:cubicBezTo>
                  <a:pt x="99331" y="85186"/>
                  <a:pt x="100584" y="89684"/>
                  <a:pt x="103099" y="93671"/>
                </a:cubicBezTo>
                <a:cubicBezTo>
                  <a:pt x="105824" y="97649"/>
                  <a:pt x="109280" y="100374"/>
                  <a:pt x="113468" y="101846"/>
                </a:cubicBezTo>
                <a:cubicBezTo>
                  <a:pt x="115361" y="102468"/>
                  <a:pt x="116723" y="103730"/>
                  <a:pt x="117555" y="105613"/>
                </a:cubicBezTo>
                <a:cubicBezTo>
                  <a:pt x="118607" y="107287"/>
                  <a:pt x="118817" y="109070"/>
                  <a:pt x="118186" y="110953"/>
                </a:cubicBezTo>
                <a:cubicBezTo>
                  <a:pt x="117345" y="112846"/>
                  <a:pt x="115982" y="114209"/>
                  <a:pt x="114099" y="115041"/>
                </a:cubicBezTo>
                <a:cubicBezTo>
                  <a:pt x="112215" y="115882"/>
                  <a:pt x="110332" y="115982"/>
                  <a:pt x="108439" y="115361"/>
                </a:cubicBezTo>
                <a:cubicBezTo>
                  <a:pt x="103620" y="113678"/>
                  <a:pt x="99432" y="110953"/>
                  <a:pt x="95866" y="107186"/>
                </a:cubicBezTo>
                <a:cubicBezTo>
                  <a:pt x="92309" y="103620"/>
                  <a:pt x="89474" y="99432"/>
                  <a:pt x="87380" y="94613"/>
                </a:cubicBezTo>
                <a:cubicBezTo>
                  <a:pt x="79416" y="95244"/>
                  <a:pt x="72503" y="98591"/>
                  <a:pt x="66641" y="104671"/>
                </a:cubicBezTo>
                <a:cubicBezTo>
                  <a:pt x="60561" y="110542"/>
                  <a:pt x="57525" y="117766"/>
                  <a:pt x="57525" y="126361"/>
                </a:cubicBezTo>
                <a:cubicBezTo>
                  <a:pt x="57525" y="135157"/>
                  <a:pt x="60451" y="142601"/>
                  <a:pt x="66321" y="148672"/>
                </a:cubicBezTo>
                <a:cubicBezTo>
                  <a:pt x="72192" y="154963"/>
                  <a:pt x="79416" y="158109"/>
                  <a:pt x="88011" y="158109"/>
                </a:cubicBezTo>
                <a:cubicBezTo>
                  <a:pt x="90105" y="158109"/>
                  <a:pt x="91888" y="158731"/>
                  <a:pt x="93351" y="159993"/>
                </a:cubicBezTo>
                <a:cubicBezTo>
                  <a:pt x="94613" y="161245"/>
                  <a:pt x="95244" y="162928"/>
                  <a:pt x="95244" y="165022"/>
                </a:cubicBezTo>
                <a:cubicBezTo>
                  <a:pt x="95244" y="167116"/>
                  <a:pt x="94613" y="168899"/>
                  <a:pt x="93351" y="170362"/>
                </a:cubicBezTo>
                <a:cubicBezTo>
                  <a:pt x="91888" y="171624"/>
                  <a:pt x="90105" y="172255"/>
                  <a:pt x="88011" y="172255"/>
                </a:cubicBezTo>
                <a:cubicBezTo>
                  <a:pt x="83192" y="172255"/>
                  <a:pt x="78474" y="171514"/>
                  <a:pt x="73865" y="170051"/>
                </a:cubicBezTo>
                <a:cubicBezTo>
                  <a:pt x="69257" y="168378"/>
                  <a:pt x="65069" y="166174"/>
                  <a:pt x="61292" y="163449"/>
                </a:cubicBezTo>
                <a:cubicBezTo>
                  <a:pt x="60451" y="165543"/>
                  <a:pt x="59829" y="167637"/>
                  <a:pt x="59409" y="169740"/>
                </a:cubicBezTo>
                <a:cubicBezTo>
                  <a:pt x="58988" y="171834"/>
                  <a:pt x="58778" y="174029"/>
                  <a:pt x="58778" y="176333"/>
                </a:cubicBezTo>
                <a:cubicBezTo>
                  <a:pt x="58778" y="185559"/>
                  <a:pt x="61713" y="193313"/>
                  <a:pt x="67583" y="199595"/>
                </a:cubicBezTo>
                <a:cubicBezTo>
                  <a:pt x="73655" y="205676"/>
                  <a:pt x="80988" y="208712"/>
                  <a:pt x="89584" y="208712"/>
                </a:cubicBezTo>
                <a:cubicBezTo>
                  <a:pt x="94613" y="208712"/>
                  <a:pt x="99331" y="207560"/>
                  <a:pt x="103730" y="205255"/>
                </a:cubicBezTo>
                <a:cubicBezTo>
                  <a:pt x="107917" y="202951"/>
                  <a:pt x="111584" y="199915"/>
                  <a:pt x="114730" y="196139"/>
                </a:cubicBezTo>
                <a:cubicBezTo>
                  <a:pt x="115982" y="194465"/>
                  <a:pt x="117555" y="193414"/>
                  <a:pt x="119448" y="192993"/>
                </a:cubicBezTo>
                <a:cubicBezTo>
                  <a:pt x="121332" y="192573"/>
                  <a:pt x="123115" y="192993"/>
                  <a:pt x="124788" y="194255"/>
                </a:cubicBezTo>
                <a:cubicBezTo>
                  <a:pt x="126251" y="195508"/>
                  <a:pt x="127193" y="197190"/>
                  <a:pt x="127614" y="199284"/>
                </a:cubicBezTo>
                <a:cubicBezTo>
                  <a:pt x="128034" y="201168"/>
                  <a:pt x="127614" y="202841"/>
                  <a:pt x="126361" y="204314"/>
                </a:cubicBezTo>
                <a:cubicBezTo>
                  <a:pt x="123005" y="208922"/>
                  <a:pt x="118918" y="212689"/>
                  <a:pt x="114099" y="215625"/>
                </a:cubicBezTo>
                <a:cubicBezTo>
                  <a:pt x="109280" y="218560"/>
                  <a:pt x="104150" y="220553"/>
                  <a:pt x="98700" y="221596"/>
                </a:cubicBezTo>
                <a:cubicBezTo>
                  <a:pt x="98911" y="227256"/>
                  <a:pt x="101215" y="232495"/>
                  <a:pt x="105613" y="237314"/>
                </a:cubicBezTo>
                <a:cubicBezTo>
                  <a:pt x="110011" y="242133"/>
                  <a:pt x="115251" y="244547"/>
                  <a:pt x="121332" y="244547"/>
                </a:cubicBezTo>
                <a:cubicBezTo>
                  <a:pt x="127614" y="244547"/>
                  <a:pt x="132963" y="242554"/>
                  <a:pt x="137361" y="238576"/>
                </a:cubicBezTo>
                <a:cubicBezTo>
                  <a:pt x="141549" y="234379"/>
                  <a:pt x="143643" y="229350"/>
                  <a:pt x="143643" y="223489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圖說"/>
          <p:cNvSpPr/>
          <p:nvPr/>
        </p:nvSpPr>
        <p:spPr>
          <a:xfrm>
            <a:off x="11070046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750" dirty="0"/>
          </a:p>
        </p:txBody>
      </p:sp>
      <p:sp>
        <p:nvSpPr>
          <p:cNvPr id="85" name="圖示 樞紐"/>
          <p:cNvSpPr/>
          <p:nvPr/>
        </p:nvSpPr>
        <p:spPr>
          <a:xfrm>
            <a:off x="675124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0603" y="276295"/>
                </a:moveTo>
                <a:cubicBezTo>
                  <a:pt x="44111" y="270004"/>
                  <a:pt x="40865" y="262149"/>
                  <a:pt x="40865" y="252722"/>
                </a:cubicBezTo>
                <a:cubicBezTo>
                  <a:pt x="40865" y="243496"/>
                  <a:pt x="44111" y="235641"/>
                  <a:pt x="50603" y="229139"/>
                </a:cubicBezTo>
                <a:cubicBezTo>
                  <a:pt x="57104" y="222858"/>
                  <a:pt x="64959" y="219712"/>
                  <a:pt x="74185" y="219712"/>
                </a:cubicBezTo>
                <a:cubicBezTo>
                  <a:pt x="76901" y="219712"/>
                  <a:pt x="79416" y="220032"/>
                  <a:pt x="81729" y="220654"/>
                </a:cubicBezTo>
                <a:cubicBezTo>
                  <a:pt x="84033" y="221074"/>
                  <a:pt x="86338" y="221916"/>
                  <a:pt x="88642" y="223168"/>
                </a:cubicBezTo>
                <a:lnTo>
                  <a:pt x="120070" y="184197"/>
                </a:lnTo>
                <a:cubicBezTo>
                  <a:pt x="116303" y="179588"/>
                  <a:pt x="113468" y="174559"/>
                  <a:pt x="111584" y="169109"/>
                </a:cubicBezTo>
                <a:cubicBezTo>
                  <a:pt x="109701" y="163449"/>
                  <a:pt x="109280" y="157579"/>
                  <a:pt x="110332" y="151507"/>
                </a:cubicBezTo>
                <a:lnTo>
                  <a:pt x="65069" y="136419"/>
                </a:lnTo>
                <a:cubicBezTo>
                  <a:pt x="62133" y="141449"/>
                  <a:pt x="58147" y="145426"/>
                  <a:pt x="53117" y="148361"/>
                </a:cubicBezTo>
                <a:cubicBezTo>
                  <a:pt x="48299" y="151297"/>
                  <a:pt x="42648" y="152760"/>
                  <a:pt x="36146" y="152760"/>
                </a:cubicBezTo>
                <a:cubicBezTo>
                  <a:pt x="27139" y="152760"/>
                  <a:pt x="19385" y="149514"/>
                  <a:pt x="12884" y="143021"/>
                </a:cubicBezTo>
                <a:cubicBezTo>
                  <a:pt x="6392" y="136520"/>
                  <a:pt x="3146" y="128665"/>
                  <a:pt x="3146" y="119448"/>
                </a:cubicBezTo>
                <a:cubicBezTo>
                  <a:pt x="3146" y="110222"/>
                  <a:pt x="6392" y="102367"/>
                  <a:pt x="12884" y="95866"/>
                </a:cubicBezTo>
                <a:cubicBezTo>
                  <a:pt x="19385" y="89373"/>
                  <a:pt x="27240" y="86127"/>
                  <a:pt x="36466" y="86127"/>
                </a:cubicBezTo>
                <a:cubicBezTo>
                  <a:pt x="45683" y="86127"/>
                  <a:pt x="53438" y="89373"/>
                  <a:pt x="59719" y="95866"/>
                </a:cubicBezTo>
                <a:cubicBezTo>
                  <a:pt x="66221" y="102367"/>
                  <a:pt x="69467" y="110222"/>
                  <a:pt x="69467" y="119448"/>
                </a:cubicBezTo>
                <a:cubicBezTo>
                  <a:pt x="69467" y="119860"/>
                  <a:pt x="69467" y="120280"/>
                  <a:pt x="69467" y="120701"/>
                </a:cubicBezTo>
                <a:cubicBezTo>
                  <a:pt x="69467" y="121332"/>
                  <a:pt x="69467" y="121752"/>
                  <a:pt x="69467" y="121963"/>
                </a:cubicBezTo>
                <a:lnTo>
                  <a:pt x="115041" y="137672"/>
                </a:lnTo>
                <a:cubicBezTo>
                  <a:pt x="118186" y="131811"/>
                  <a:pt x="122164" y="127193"/>
                  <a:pt x="126992" y="123846"/>
                </a:cubicBezTo>
                <a:cubicBezTo>
                  <a:pt x="131811" y="120490"/>
                  <a:pt x="137251" y="118186"/>
                  <a:pt x="143332" y="116933"/>
                </a:cubicBezTo>
                <a:lnTo>
                  <a:pt x="143332" y="68525"/>
                </a:lnTo>
                <a:cubicBezTo>
                  <a:pt x="135368" y="66641"/>
                  <a:pt x="129086" y="62554"/>
                  <a:pt x="124477" y="56263"/>
                </a:cubicBezTo>
                <a:cubicBezTo>
                  <a:pt x="119860" y="49981"/>
                  <a:pt x="117555" y="43379"/>
                  <a:pt x="117555" y="36466"/>
                </a:cubicBezTo>
                <a:cubicBezTo>
                  <a:pt x="117555" y="27240"/>
                  <a:pt x="120801" y="19385"/>
                  <a:pt x="127303" y="12884"/>
                </a:cubicBezTo>
                <a:cubicBezTo>
                  <a:pt x="133795" y="6392"/>
                  <a:pt x="141659" y="3146"/>
                  <a:pt x="150876" y="3146"/>
                </a:cubicBezTo>
                <a:cubicBezTo>
                  <a:pt x="160303" y="3146"/>
                  <a:pt x="168167" y="6392"/>
                  <a:pt x="174449" y="12884"/>
                </a:cubicBezTo>
                <a:cubicBezTo>
                  <a:pt x="180951" y="19385"/>
                  <a:pt x="184197" y="27240"/>
                  <a:pt x="184197" y="36466"/>
                </a:cubicBezTo>
                <a:cubicBezTo>
                  <a:pt x="184197" y="43379"/>
                  <a:pt x="181892" y="49981"/>
                  <a:pt x="177284" y="56263"/>
                </a:cubicBezTo>
                <a:cubicBezTo>
                  <a:pt x="172666" y="62554"/>
                  <a:pt x="166384" y="66641"/>
                  <a:pt x="158420" y="68525"/>
                </a:cubicBezTo>
                <a:lnTo>
                  <a:pt x="158420" y="116933"/>
                </a:lnTo>
                <a:cubicBezTo>
                  <a:pt x="164501" y="118186"/>
                  <a:pt x="169941" y="120490"/>
                  <a:pt x="174769" y="123846"/>
                </a:cubicBezTo>
                <a:cubicBezTo>
                  <a:pt x="179798" y="127193"/>
                  <a:pt x="183877" y="131811"/>
                  <a:pt x="187022" y="137672"/>
                </a:cubicBezTo>
                <a:lnTo>
                  <a:pt x="232285" y="121963"/>
                </a:lnTo>
                <a:cubicBezTo>
                  <a:pt x="232285" y="121752"/>
                  <a:pt x="232285" y="121332"/>
                  <a:pt x="232285" y="120701"/>
                </a:cubicBezTo>
                <a:lnTo>
                  <a:pt x="232285" y="119448"/>
                </a:lnTo>
                <a:cubicBezTo>
                  <a:pt x="232285" y="110222"/>
                  <a:pt x="235531" y="102367"/>
                  <a:pt x="242033" y="95866"/>
                </a:cubicBezTo>
                <a:cubicBezTo>
                  <a:pt x="248314" y="89373"/>
                  <a:pt x="256069" y="86127"/>
                  <a:pt x="265295" y="86127"/>
                </a:cubicBezTo>
                <a:cubicBezTo>
                  <a:pt x="274512" y="86127"/>
                  <a:pt x="282367" y="89373"/>
                  <a:pt x="288868" y="95866"/>
                </a:cubicBezTo>
                <a:cubicBezTo>
                  <a:pt x="295360" y="102367"/>
                  <a:pt x="298606" y="110222"/>
                  <a:pt x="298606" y="119448"/>
                </a:cubicBezTo>
                <a:cubicBezTo>
                  <a:pt x="298606" y="128876"/>
                  <a:pt x="295360" y="136730"/>
                  <a:pt x="288868" y="143021"/>
                </a:cubicBezTo>
                <a:cubicBezTo>
                  <a:pt x="282367" y="149514"/>
                  <a:pt x="274613" y="152760"/>
                  <a:pt x="265606" y="152760"/>
                </a:cubicBezTo>
                <a:cubicBezTo>
                  <a:pt x="259104" y="152760"/>
                  <a:pt x="253453" y="151297"/>
                  <a:pt x="248635" y="148361"/>
                </a:cubicBezTo>
                <a:cubicBezTo>
                  <a:pt x="243605" y="145426"/>
                  <a:pt x="239619" y="141449"/>
                  <a:pt x="236683" y="136419"/>
                </a:cubicBezTo>
                <a:lnTo>
                  <a:pt x="191420" y="151507"/>
                </a:lnTo>
                <a:cubicBezTo>
                  <a:pt x="192472" y="157579"/>
                  <a:pt x="192051" y="163449"/>
                  <a:pt x="190168" y="169109"/>
                </a:cubicBezTo>
                <a:cubicBezTo>
                  <a:pt x="188494" y="174769"/>
                  <a:pt x="185660" y="179689"/>
                  <a:pt x="181682" y="183877"/>
                </a:cubicBezTo>
                <a:lnTo>
                  <a:pt x="213110" y="223168"/>
                </a:lnTo>
                <a:cubicBezTo>
                  <a:pt x="215414" y="221916"/>
                  <a:pt x="217719" y="221074"/>
                  <a:pt x="220032" y="220654"/>
                </a:cubicBezTo>
                <a:cubicBezTo>
                  <a:pt x="222336" y="220032"/>
                  <a:pt x="224851" y="219712"/>
                  <a:pt x="227576" y="219712"/>
                </a:cubicBezTo>
                <a:cubicBezTo>
                  <a:pt x="237003" y="219712"/>
                  <a:pt x="244858" y="222858"/>
                  <a:pt x="251149" y="229139"/>
                </a:cubicBezTo>
                <a:cubicBezTo>
                  <a:pt x="257641" y="235641"/>
                  <a:pt x="260887" y="243496"/>
                  <a:pt x="260887" y="252722"/>
                </a:cubicBezTo>
                <a:cubicBezTo>
                  <a:pt x="260887" y="262149"/>
                  <a:pt x="257641" y="270004"/>
                  <a:pt x="251149" y="276295"/>
                </a:cubicBezTo>
                <a:cubicBezTo>
                  <a:pt x="244858" y="282787"/>
                  <a:pt x="237003" y="286033"/>
                  <a:pt x="227576" y="286033"/>
                </a:cubicBezTo>
                <a:cubicBezTo>
                  <a:pt x="218350" y="286033"/>
                  <a:pt x="210495" y="282787"/>
                  <a:pt x="203993" y="276295"/>
                </a:cubicBezTo>
                <a:cubicBezTo>
                  <a:pt x="197712" y="269794"/>
                  <a:pt x="194566" y="261939"/>
                  <a:pt x="194566" y="252722"/>
                </a:cubicBezTo>
                <a:cubicBezTo>
                  <a:pt x="194566" y="248735"/>
                  <a:pt x="195087" y="245178"/>
                  <a:pt x="196139" y="242033"/>
                </a:cubicBezTo>
                <a:cubicBezTo>
                  <a:pt x="197401" y="238677"/>
                  <a:pt x="199175" y="235431"/>
                  <a:pt x="201479" y="232285"/>
                </a:cubicBezTo>
                <a:lnTo>
                  <a:pt x="170051" y="193313"/>
                </a:lnTo>
                <a:cubicBezTo>
                  <a:pt x="164181" y="196450"/>
                  <a:pt x="157789" y="198022"/>
                  <a:pt x="150876" y="198022"/>
                </a:cubicBezTo>
                <a:cubicBezTo>
                  <a:pt x="143753" y="198022"/>
                  <a:pt x="137251" y="196450"/>
                  <a:pt x="131390" y="193313"/>
                </a:cubicBezTo>
                <a:lnTo>
                  <a:pt x="100273" y="232605"/>
                </a:lnTo>
                <a:cubicBezTo>
                  <a:pt x="102577" y="235741"/>
                  <a:pt x="104360" y="238887"/>
                  <a:pt x="105613" y="242033"/>
                </a:cubicBezTo>
                <a:cubicBezTo>
                  <a:pt x="106665" y="245178"/>
                  <a:pt x="107186" y="248735"/>
                  <a:pt x="107186" y="252722"/>
                </a:cubicBezTo>
                <a:cubicBezTo>
                  <a:pt x="107186" y="261939"/>
                  <a:pt x="104040" y="269794"/>
                  <a:pt x="97759" y="276295"/>
                </a:cubicBezTo>
                <a:cubicBezTo>
                  <a:pt x="91257" y="282787"/>
                  <a:pt x="83402" y="286033"/>
                  <a:pt x="74185" y="286033"/>
                </a:cubicBezTo>
                <a:cubicBezTo>
                  <a:pt x="64749" y="286033"/>
                  <a:pt x="56894" y="282787"/>
                  <a:pt x="50603" y="276295"/>
                </a:cubicBezTo>
                <a:close/>
                <a:moveTo>
                  <a:pt x="36466" y="138303"/>
                </a:moveTo>
                <a:cubicBezTo>
                  <a:pt x="41697" y="138303"/>
                  <a:pt x="46104" y="136520"/>
                  <a:pt x="49661" y="132963"/>
                </a:cubicBezTo>
                <a:cubicBezTo>
                  <a:pt x="53438" y="129186"/>
                  <a:pt x="55321" y="124678"/>
                  <a:pt x="55321" y="119448"/>
                </a:cubicBezTo>
                <a:cubicBezTo>
                  <a:pt x="55321" y="114209"/>
                  <a:pt x="53438" y="109701"/>
                  <a:pt x="49661" y="105924"/>
                </a:cubicBezTo>
                <a:cubicBezTo>
                  <a:pt x="46104" y="102367"/>
                  <a:pt x="41596" y="100584"/>
                  <a:pt x="36146" y="100584"/>
                </a:cubicBezTo>
                <a:cubicBezTo>
                  <a:pt x="30907" y="100584"/>
                  <a:pt x="26508" y="102367"/>
                  <a:pt x="22942" y="105924"/>
                </a:cubicBezTo>
                <a:cubicBezTo>
                  <a:pt x="19175" y="109701"/>
                  <a:pt x="17291" y="114209"/>
                  <a:pt x="17291" y="119448"/>
                </a:cubicBezTo>
                <a:cubicBezTo>
                  <a:pt x="17291" y="124678"/>
                  <a:pt x="19175" y="129186"/>
                  <a:pt x="22942" y="132963"/>
                </a:cubicBezTo>
                <a:cubicBezTo>
                  <a:pt x="26508" y="136520"/>
                  <a:pt x="31016" y="138303"/>
                  <a:pt x="36466" y="138303"/>
                </a:cubicBezTo>
                <a:close/>
                <a:moveTo>
                  <a:pt x="87380" y="266237"/>
                </a:moveTo>
                <a:cubicBezTo>
                  <a:pt x="91157" y="262671"/>
                  <a:pt x="93040" y="258163"/>
                  <a:pt x="93040" y="252722"/>
                </a:cubicBezTo>
                <a:cubicBezTo>
                  <a:pt x="93040" y="247482"/>
                  <a:pt x="91157" y="243075"/>
                  <a:pt x="87380" y="239518"/>
                </a:cubicBezTo>
                <a:cubicBezTo>
                  <a:pt x="83823" y="235741"/>
                  <a:pt x="79315" y="233858"/>
                  <a:pt x="73865" y="233858"/>
                </a:cubicBezTo>
                <a:cubicBezTo>
                  <a:pt x="68626" y="233858"/>
                  <a:pt x="64227" y="235741"/>
                  <a:pt x="60661" y="239518"/>
                </a:cubicBezTo>
                <a:cubicBezTo>
                  <a:pt x="56894" y="243075"/>
                  <a:pt x="55010" y="247583"/>
                  <a:pt x="55010" y="253033"/>
                </a:cubicBezTo>
                <a:cubicBezTo>
                  <a:pt x="55010" y="258272"/>
                  <a:pt x="56894" y="262671"/>
                  <a:pt x="60661" y="266237"/>
                </a:cubicBezTo>
                <a:cubicBezTo>
                  <a:pt x="64227" y="270004"/>
                  <a:pt x="68735" y="271888"/>
                  <a:pt x="74185" y="271888"/>
                </a:cubicBezTo>
                <a:cubicBezTo>
                  <a:pt x="79416" y="271888"/>
                  <a:pt x="83823" y="270004"/>
                  <a:pt x="87380" y="266237"/>
                </a:cubicBezTo>
                <a:close/>
                <a:moveTo>
                  <a:pt x="164391" y="49661"/>
                </a:moveTo>
                <a:cubicBezTo>
                  <a:pt x="167957" y="46104"/>
                  <a:pt x="169740" y="41596"/>
                  <a:pt x="169740" y="36146"/>
                </a:cubicBezTo>
                <a:cubicBezTo>
                  <a:pt x="169740" y="30907"/>
                  <a:pt x="167957" y="26508"/>
                  <a:pt x="164391" y="22942"/>
                </a:cubicBezTo>
                <a:cubicBezTo>
                  <a:pt x="160624" y="19175"/>
                  <a:pt x="156116" y="17291"/>
                  <a:pt x="150876" y="17291"/>
                </a:cubicBezTo>
                <a:cubicBezTo>
                  <a:pt x="145636" y="17291"/>
                  <a:pt x="141128" y="19175"/>
                  <a:pt x="137361" y="22942"/>
                </a:cubicBezTo>
                <a:cubicBezTo>
                  <a:pt x="133795" y="26508"/>
                  <a:pt x="132021" y="31016"/>
                  <a:pt x="132021" y="36466"/>
                </a:cubicBezTo>
                <a:cubicBezTo>
                  <a:pt x="132021" y="41697"/>
                  <a:pt x="133795" y="46104"/>
                  <a:pt x="137361" y="49661"/>
                </a:cubicBezTo>
                <a:cubicBezTo>
                  <a:pt x="141128" y="53438"/>
                  <a:pt x="145636" y="55321"/>
                  <a:pt x="150876" y="55321"/>
                </a:cubicBezTo>
                <a:cubicBezTo>
                  <a:pt x="156116" y="55321"/>
                  <a:pt x="160624" y="53438"/>
                  <a:pt x="164391" y="49661"/>
                </a:cubicBezTo>
                <a:close/>
                <a:moveTo>
                  <a:pt x="150876" y="183877"/>
                </a:moveTo>
                <a:cubicBezTo>
                  <a:pt x="158420" y="183877"/>
                  <a:pt x="164711" y="181262"/>
                  <a:pt x="169740" y="176022"/>
                </a:cubicBezTo>
                <a:cubicBezTo>
                  <a:pt x="174970" y="170782"/>
                  <a:pt x="177595" y="164501"/>
                  <a:pt x="177595" y="157167"/>
                </a:cubicBezTo>
                <a:cubicBezTo>
                  <a:pt x="177595" y="149623"/>
                  <a:pt x="174970" y="143332"/>
                  <a:pt x="169740" y="138303"/>
                </a:cubicBezTo>
                <a:cubicBezTo>
                  <a:pt x="164501" y="133063"/>
                  <a:pt x="158209" y="130448"/>
                  <a:pt x="150876" y="130448"/>
                </a:cubicBezTo>
                <a:cubicBezTo>
                  <a:pt x="143543" y="130448"/>
                  <a:pt x="137251" y="133063"/>
                  <a:pt x="132021" y="138303"/>
                </a:cubicBezTo>
                <a:cubicBezTo>
                  <a:pt x="126782" y="143543"/>
                  <a:pt x="124157" y="149824"/>
                  <a:pt x="124157" y="157167"/>
                </a:cubicBezTo>
                <a:cubicBezTo>
                  <a:pt x="124157" y="164501"/>
                  <a:pt x="126782" y="170782"/>
                  <a:pt x="132021" y="176022"/>
                </a:cubicBezTo>
                <a:cubicBezTo>
                  <a:pt x="137251" y="181262"/>
                  <a:pt x="143543" y="183877"/>
                  <a:pt x="150876" y="183877"/>
                </a:cubicBezTo>
                <a:close/>
                <a:moveTo>
                  <a:pt x="241091" y="266237"/>
                </a:moveTo>
                <a:cubicBezTo>
                  <a:pt x="244858" y="262671"/>
                  <a:pt x="246742" y="258163"/>
                  <a:pt x="246742" y="252722"/>
                </a:cubicBezTo>
                <a:cubicBezTo>
                  <a:pt x="246742" y="247482"/>
                  <a:pt x="244858" y="243075"/>
                  <a:pt x="241091" y="239518"/>
                </a:cubicBezTo>
                <a:cubicBezTo>
                  <a:pt x="237525" y="235741"/>
                  <a:pt x="233017" y="233858"/>
                  <a:pt x="227576" y="233858"/>
                </a:cubicBezTo>
                <a:cubicBezTo>
                  <a:pt x="222336" y="233858"/>
                  <a:pt x="217929" y="235741"/>
                  <a:pt x="214372" y="239518"/>
                </a:cubicBezTo>
                <a:cubicBezTo>
                  <a:pt x="210595" y="243075"/>
                  <a:pt x="208712" y="247583"/>
                  <a:pt x="208712" y="253033"/>
                </a:cubicBezTo>
                <a:cubicBezTo>
                  <a:pt x="208712" y="258272"/>
                  <a:pt x="210595" y="262671"/>
                  <a:pt x="214372" y="266237"/>
                </a:cubicBezTo>
                <a:cubicBezTo>
                  <a:pt x="217929" y="270004"/>
                  <a:pt x="222437" y="271888"/>
                  <a:pt x="227887" y="271888"/>
                </a:cubicBezTo>
                <a:cubicBezTo>
                  <a:pt x="233126" y="271888"/>
                  <a:pt x="237525" y="270004"/>
                  <a:pt x="241091" y="266237"/>
                </a:cubicBezTo>
                <a:close/>
                <a:moveTo>
                  <a:pt x="278810" y="132963"/>
                </a:moveTo>
                <a:cubicBezTo>
                  <a:pt x="282577" y="129186"/>
                  <a:pt x="284461" y="124678"/>
                  <a:pt x="284461" y="119448"/>
                </a:cubicBezTo>
                <a:cubicBezTo>
                  <a:pt x="284461" y="114209"/>
                  <a:pt x="282577" y="109701"/>
                  <a:pt x="278810" y="105924"/>
                </a:cubicBezTo>
                <a:cubicBezTo>
                  <a:pt x="275244" y="102367"/>
                  <a:pt x="270736" y="100584"/>
                  <a:pt x="265295" y="100584"/>
                </a:cubicBezTo>
                <a:cubicBezTo>
                  <a:pt x="260055" y="100584"/>
                  <a:pt x="255648" y="102367"/>
                  <a:pt x="252091" y="105924"/>
                </a:cubicBezTo>
                <a:cubicBezTo>
                  <a:pt x="248314" y="109701"/>
                  <a:pt x="246431" y="114209"/>
                  <a:pt x="246431" y="119448"/>
                </a:cubicBezTo>
                <a:cubicBezTo>
                  <a:pt x="246431" y="124678"/>
                  <a:pt x="248314" y="129186"/>
                  <a:pt x="252091" y="132963"/>
                </a:cubicBezTo>
                <a:cubicBezTo>
                  <a:pt x="255648" y="136520"/>
                  <a:pt x="260156" y="138303"/>
                  <a:pt x="265606" y="138303"/>
                </a:cubicBezTo>
                <a:cubicBezTo>
                  <a:pt x="270845" y="138303"/>
                  <a:pt x="275244" y="136520"/>
                  <a:pt x="278810" y="132963"/>
                </a:cubicBezTo>
                <a:close/>
                <a:moveTo>
                  <a:pt x="150876" y="36466"/>
                </a:moveTo>
                <a:close/>
                <a:moveTo>
                  <a:pt x="36466" y="119448"/>
                </a:moveTo>
                <a:close/>
                <a:moveTo>
                  <a:pt x="150876" y="157167"/>
                </a:moveTo>
                <a:close/>
                <a:moveTo>
                  <a:pt x="265295" y="119448"/>
                </a:moveTo>
                <a:close/>
                <a:moveTo>
                  <a:pt x="74185" y="252722"/>
                </a:moveTo>
                <a:close/>
                <a:moveTo>
                  <a:pt x="227576" y="252722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圖說"/>
          <p:cNvSpPr/>
          <p:nvPr/>
        </p:nvSpPr>
        <p:spPr>
          <a:xfrm>
            <a:off x="530352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樞紐</a:t>
            </a:r>
            <a:endParaRPr lang="en-US" sz="750" dirty="0"/>
          </a:p>
        </p:txBody>
      </p:sp>
      <p:sp>
        <p:nvSpPr>
          <p:cNvPr id="87" name="圖示 網路"/>
          <p:cNvSpPr/>
          <p:nvPr/>
        </p:nvSpPr>
        <p:spPr>
          <a:xfrm>
            <a:off x="1229845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0865" y="259004"/>
                </a:moveTo>
                <a:lnTo>
                  <a:pt x="40865" y="208401"/>
                </a:lnTo>
                <a:cubicBezTo>
                  <a:pt x="40865" y="204414"/>
                  <a:pt x="42328" y="201067"/>
                  <a:pt x="45263" y="198343"/>
                </a:cubicBezTo>
                <a:cubicBezTo>
                  <a:pt x="47988" y="195407"/>
                  <a:pt x="51344" y="193935"/>
                  <a:pt x="55321" y="193935"/>
                </a:cubicBezTo>
                <a:lnTo>
                  <a:pt x="78584" y="193935"/>
                </a:lnTo>
                <a:lnTo>
                  <a:pt x="78584" y="161876"/>
                </a:lnTo>
                <a:cubicBezTo>
                  <a:pt x="78584" y="156847"/>
                  <a:pt x="80367" y="152549"/>
                  <a:pt x="83924" y="148992"/>
                </a:cubicBezTo>
                <a:cubicBezTo>
                  <a:pt x="87490" y="145426"/>
                  <a:pt x="91787" y="143643"/>
                  <a:pt x="96817" y="143643"/>
                </a:cubicBezTo>
                <a:lnTo>
                  <a:pt x="143643" y="143643"/>
                </a:lnTo>
                <a:lnTo>
                  <a:pt x="143643" y="107817"/>
                </a:lnTo>
                <a:lnTo>
                  <a:pt x="120390" y="107817"/>
                </a:lnTo>
                <a:cubicBezTo>
                  <a:pt x="116403" y="107817"/>
                  <a:pt x="113056" y="106345"/>
                  <a:pt x="110332" y="103409"/>
                </a:cubicBezTo>
                <a:cubicBezTo>
                  <a:pt x="107396" y="100685"/>
                  <a:pt x="105924" y="97338"/>
                  <a:pt x="105924" y="93351"/>
                </a:cubicBezTo>
                <a:lnTo>
                  <a:pt x="105924" y="42748"/>
                </a:lnTo>
                <a:cubicBezTo>
                  <a:pt x="105924" y="38771"/>
                  <a:pt x="107396" y="35415"/>
                  <a:pt x="110332" y="32690"/>
                </a:cubicBezTo>
                <a:cubicBezTo>
                  <a:pt x="113056" y="29755"/>
                  <a:pt x="116403" y="28292"/>
                  <a:pt x="120390" y="28292"/>
                </a:cubicBezTo>
                <a:lnTo>
                  <a:pt x="181362" y="28292"/>
                </a:lnTo>
                <a:cubicBezTo>
                  <a:pt x="185349" y="28292"/>
                  <a:pt x="188696" y="29755"/>
                  <a:pt x="191420" y="32690"/>
                </a:cubicBezTo>
                <a:cubicBezTo>
                  <a:pt x="194356" y="35415"/>
                  <a:pt x="195828" y="38771"/>
                  <a:pt x="195828" y="42748"/>
                </a:cubicBezTo>
                <a:lnTo>
                  <a:pt x="195828" y="93351"/>
                </a:lnTo>
                <a:cubicBezTo>
                  <a:pt x="195828" y="97338"/>
                  <a:pt x="194356" y="100685"/>
                  <a:pt x="191420" y="103409"/>
                </a:cubicBezTo>
                <a:cubicBezTo>
                  <a:pt x="188696" y="106345"/>
                  <a:pt x="185349" y="107817"/>
                  <a:pt x="181362" y="107817"/>
                </a:cubicBezTo>
                <a:lnTo>
                  <a:pt x="158109" y="107817"/>
                </a:lnTo>
                <a:lnTo>
                  <a:pt x="158109" y="143643"/>
                </a:lnTo>
                <a:lnTo>
                  <a:pt x="204944" y="143643"/>
                </a:lnTo>
                <a:cubicBezTo>
                  <a:pt x="209974" y="143643"/>
                  <a:pt x="214262" y="145426"/>
                  <a:pt x="217828" y="148992"/>
                </a:cubicBezTo>
                <a:cubicBezTo>
                  <a:pt x="221385" y="152549"/>
                  <a:pt x="223168" y="156847"/>
                  <a:pt x="223168" y="161876"/>
                </a:cubicBezTo>
                <a:lnTo>
                  <a:pt x="223168" y="193935"/>
                </a:lnTo>
                <a:lnTo>
                  <a:pt x="246431" y="193935"/>
                </a:lnTo>
                <a:cubicBezTo>
                  <a:pt x="250408" y="193935"/>
                  <a:pt x="253764" y="195407"/>
                  <a:pt x="256489" y="198343"/>
                </a:cubicBezTo>
                <a:cubicBezTo>
                  <a:pt x="259424" y="201067"/>
                  <a:pt x="260887" y="204414"/>
                  <a:pt x="260887" y="208401"/>
                </a:cubicBezTo>
                <a:lnTo>
                  <a:pt x="260887" y="259004"/>
                </a:lnTo>
                <a:cubicBezTo>
                  <a:pt x="260887" y="262981"/>
                  <a:pt x="259424" y="266337"/>
                  <a:pt x="256489" y="269062"/>
                </a:cubicBezTo>
                <a:cubicBezTo>
                  <a:pt x="253764" y="271997"/>
                  <a:pt x="250408" y="273460"/>
                  <a:pt x="246431" y="273460"/>
                </a:cubicBezTo>
                <a:lnTo>
                  <a:pt x="185770" y="273460"/>
                </a:lnTo>
                <a:cubicBezTo>
                  <a:pt x="181783" y="273460"/>
                  <a:pt x="178326" y="271997"/>
                  <a:pt x="175391" y="269062"/>
                </a:cubicBezTo>
                <a:cubicBezTo>
                  <a:pt x="172666" y="266337"/>
                  <a:pt x="171304" y="262981"/>
                  <a:pt x="171304" y="259004"/>
                </a:cubicBezTo>
                <a:lnTo>
                  <a:pt x="171304" y="208401"/>
                </a:lnTo>
                <a:cubicBezTo>
                  <a:pt x="171304" y="204414"/>
                  <a:pt x="172666" y="201067"/>
                  <a:pt x="175391" y="198343"/>
                </a:cubicBezTo>
                <a:cubicBezTo>
                  <a:pt x="178326" y="195407"/>
                  <a:pt x="181783" y="193935"/>
                  <a:pt x="185770" y="193935"/>
                </a:cubicBezTo>
                <a:lnTo>
                  <a:pt x="209023" y="193935"/>
                </a:lnTo>
                <a:lnTo>
                  <a:pt x="209023" y="161876"/>
                </a:lnTo>
                <a:cubicBezTo>
                  <a:pt x="209023" y="160834"/>
                  <a:pt x="208611" y="159883"/>
                  <a:pt x="207770" y="159051"/>
                </a:cubicBezTo>
                <a:cubicBezTo>
                  <a:pt x="207139" y="158420"/>
                  <a:pt x="206197" y="158109"/>
                  <a:pt x="204944" y="158109"/>
                </a:cubicBezTo>
                <a:lnTo>
                  <a:pt x="96817" y="158109"/>
                </a:lnTo>
                <a:cubicBezTo>
                  <a:pt x="95555" y="158109"/>
                  <a:pt x="94613" y="158420"/>
                  <a:pt x="93982" y="159051"/>
                </a:cubicBezTo>
                <a:cubicBezTo>
                  <a:pt x="93141" y="159883"/>
                  <a:pt x="92729" y="160834"/>
                  <a:pt x="92729" y="161876"/>
                </a:cubicBezTo>
                <a:lnTo>
                  <a:pt x="92729" y="193935"/>
                </a:lnTo>
                <a:lnTo>
                  <a:pt x="115982" y="193935"/>
                </a:lnTo>
                <a:cubicBezTo>
                  <a:pt x="119969" y="193935"/>
                  <a:pt x="123426" y="195407"/>
                  <a:pt x="126361" y="198343"/>
                </a:cubicBezTo>
                <a:cubicBezTo>
                  <a:pt x="129086" y="201067"/>
                  <a:pt x="130448" y="204414"/>
                  <a:pt x="130448" y="208401"/>
                </a:cubicBezTo>
                <a:lnTo>
                  <a:pt x="130448" y="259004"/>
                </a:lnTo>
                <a:cubicBezTo>
                  <a:pt x="130448" y="262981"/>
                  <a:pt x="129086" y="266337"/>
                  <a:pt x="126361" y="269062"/>
                </a:cubicBezTo>
                <a:cubicBezTo>
                  <a:pt x="123426" y="271997"/>
                  <a:pt x="119969" y="273460"/>
                  <a:pt x="115982" y="273460"/>
                </a:cubicBezTo>
                <a:lnTo>
                  <a:pt x="55321" y="273460"/>
                </a:lnTo>
                <a:cubicBezTo>
                  <a:pt x="51344" y="273460"/>
                  <a:pt x="47988" y="271997"/>
                  <a:pt x="45263" y="269062"/>
                </a:cubicBezTo>
                <a:cubicBezTo>
                  <a:pt x="42328" y="266337"/>
                  <a:pt x="40865" y="262981"/>
                  <a:pt x="40865" y="259004"/>
                </a:cubicBezTo>
                <a:close/>
                <a:moveTo>
                  <a:pt x="120390" y="93351"/>
                </a:moveTo>
                <a:lnTo>
                  <a:pt x="181362" y="93351"/>
                </a:lnTo>
                <a:lnTo>
                  <a:pt x="181362" y="42437"/>
                </a:lnTo>
                <a:lnTo>
                  <a:pt x="120390" y="42437"/>
                </a:lnTo>
                <a:lnTo>
                  <a:pt x="120390" y="93351"/>
                </a:lnTo>
                <a:close/>
                <a:moveTo>
                  <a:pt x="55010" y="259315"/>
                </a:moveTo>
                <a:lnTo>
                  <a:pt x="116303" y="259315"/>
                </a:lnTo>
                <a:lnTo>
                  <a:pt x="116303" y="208401"/>
                </a:lnTo>
                <a:lnTo>
                  <a:pt x="55010" y="208401"/>
                </a:lnTo>
                <a:lnTo>
                  <a:pt x="55010" y="259315"/>
                </a:lnTo>
                <a:close/>
                <a:moveTo>
                  <a:pt x="185449" y="259315"/>
                </a:moveTo>
                <a:lnTo>
                  <a:pt x="246742" y="259315"/>
                </a:lnTo>
                <a:lnTo>
                  <a:pt x="246742" y="208401"/>
                </a:lnTo>
                <a:lnTo>
                  <a:pt x="185449" y="208401"/>
                </a:lnTo>
                <a:lnTo>
                  <a:pt x="185449" y="259315"/>
                </a:lnTo>
                <a:close/>
                <a:moveTo>
                  <a:pt x="150876" y="93351"/>
                </a:moveTo>
                <a:close/>
                <a:moveTo>
                  <a:pt x="116303" y="208401"/>
                </a:moveTo>
                <a:close/>
                <a:moveTo>
                  <a:pt x="185449" y="2084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圖說"/>
          <p:cNvSpPr/>
          <p:nvPr/>
        </p:nvSpPr>
        <p:spPr>
          <a:xfrm>
            <a:off x="1085073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</a:t>
            </a:r>
            <a:endParaRPr lang="en-US" sz="750" dirty="0"/>
          </a:p>
        </p:txBody>
      </p:sp>
      <p:sp>
        <p:nvSpPr>
          <p:cNvPr id="89" name="圖示 同步"/>
          <p:cNvSpPr/>
          <p:nvPr/>
        </p:nvSpPr>
        <p:spPr>
          <a:xfrm>
            <a:off x="1784566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7583" y="151818"/>
                </a:moveTo>
                <a:cubicBezTo>
                  <a:pt x="67583" y="164601"/>
                  <a:pt x="69988" y="175921"/>
                  <a:pt x="74807" y="185770"/>
                </a:cubicBezTo>
                <a:cubicBezTo>
                  <a:pt x="79416" y="195618"/>
                  <a:pt x="86018" y="204314"/>
                  <a:pt x="94613" y="211857"/>
                </a:cubicBezTo>
                <a:lnTo>
                  <a:pt x="107186" y="222227"/>
                </a:lnTo>
                <a:lnTo>
                  <a:pt x="107186" y="189226"/>
                </a:lnTo>
                <a:cubicBezTo>
                  <a:pt x="107186" y="187132"/>
                  <a:pt x="107817" y="185349"/>
                  <a:pt x="109070" y="183877"/>
                </a:cubicBezTo>
                <a:cubicBezTo>
                  <a:pt x="110542" y="182624"/>
                  <a:pt x="112316" y="181993"/>
                  <a:pt x="114419" y="181993"/>
                </a:cubicBezTo>
                <a:cubicBezTo>
                  <a:pt x="116303" y="181993"/>
                  <a:pt x="117976" y="182624"/>
                  <a:pt x="119448" y="183877"/>
                </a:cubicBezTo>
                <a:cubicBezTo>
                  <a:pt x="120701" y="185349"/>
                  <a:pt x="121332" y="187132"/>
                  <a:pt x="121332" y="189226"/>
                </a:cubicBezTo>
                <a:lnTo>
                  <a:pt x="121332" y="238256"/>
                </a:lnTo>
                <a:cubicBezTo>
                  <a:pt x="121332" y="240981"/>
                  <a:pt x="120490" y="243185"/>
                  <a:pt x="118817" y="244858"/>
                </a:cubicBezTo>
                <a:cubicBezTo>
                  <a:pt x="117135" y="246531"/>
                  <a:pt x="114940" y="247373"/>
                  <a:pt x="112215" y="247373"/>
                </a:cubicBezTo>
                <a:lnTo>
                  <a:pt x="63176" y="247373"/>
                </a:lnTo>
                <a:cubicBezTo>
                  <a:pt x="61082" y="247373"/>
                  <a:pt x="59409" y="246742"/>
                  <a:pt x="58147" y="245489"/>
                </a:cubicBezTo>
                <a:cubicBezTo>
                  <a:pt x="56684" y="244017"/>
                  <a:pt x="55952" y="242243"/>
                  <a:pt x="55952" y="240149"/>
                </a:cubicBezTo>
                <a:cubicBezTo>
                  <a:pt x="55952" y="238046"/>
                  <a:pt x="56684" y="236372"/>
                  <a:pt x="58147" y="235120"/>
                </a:cubicBezTo>
                <a:cubicBezTo>
                  <a:pt x="59409" y="233858"/>
                  <a:pt x="61082" y="233227"/>
                  <a:pt x="63176" y="233227"/>
                </a:cubicBezTo>
                <a:lnTo>
                  <a:pt x="97438" y="233227"/>
                </a:lnTo>
                <a:lnTo>
                  <a:pt x="88322" y="224741"/>
                </a:lnTo>
                <a:cubicBezTo>
                  <a:pt x="76170" y="214473"/>
                  <a:pt x="67373" y="203372"/>
                  <a:pt x="61923" y="191420"/>
                </a:cubicBezTo>
                <a:cubicBezTo>
                  <a:pt x="56263" y="179268"/>
                  <a:pt x="53438" y="166064"/>
                  <a:pt x="53438" y="151818"/>
                </a:cubicBezTo>
                <a:cubicBezTo>
                  <a:pt x="53438" y="132963"/>
                  <a:pt x="58467" y="115672"/>
                  <a:pt x="68525" y="99953"/>
                </a:cubicBezTo>
                <a:cubicBezTo>
                  <a:pt x="78373" y="84244"/>
                  <a:pt x="91678" y="72192"/>
                  <a:pt x="108439" y="63807"/>
                </a:cubicBezTo>
                <a:cubicBezTo>
                  <a:pt x="110121" y="62966"/>
                  <a:pt x="111795" y="62966"/>
                  <a:pt x="113468" y="63807"/>
                </a:cubicBezTo>
                <a:cubicBezTo>
                  <a:pt x="115150" y="64438"/>
                  <a:pt x="116403" y="65590"/>
                  <a:pt x="117244" y="67263"/>
                </a:cubicBezTo>
                <a:cubicBezTo>
                  <a:pt x="118086" y="68946"/>
                  <a:pt x="118086" y="70720"/>
                  <a:pt x="117244" y="72613"/>
                </a:cubicBezTo>
                <a:cubicBezTo>
                  <a:pt x="116403" y="74496"/>
                  <a:pt x="115041" y="75959"/>
                  <a:pt x="113157" y="77011"/>
                </a:cubicBezTo>
                <a:cubicBezTo>
                  <a:pt x="99331" y="84344"/>
                  <a:pt x="88322" y="94714"/>
                  <a:pt x="80156" y="108128"/>
                </a:cubicBezTo>
                <a:cubicBezTo>
                  <a:pt x="71771" y="121542"/>
                  <a:pt x="67583" y="136099"/>
                  <a:pt x="67583" y="151818"/>
                </a:cubicBezTo>
                <a:close/>
                <a:moveTo>
                  <a:pt x="234169" y="149934"/>
                </a:moveTo>
                <a:cubicBezTo>
                  <a:pt x="234169" y="139665"/>
                  <a:pt x="231764" y="129296"/>
                  <a:pt x="226945" y="118817"/>
                </a:cubicBezTo>
                <a:cubicBezTo>
                  <a:pt x="222336" y="108338"/>
                  <a:pt x="215945" y="99121"/>
                  <a:pt x="207770" y="91157"/>
                </a:cubicBezTo>
                <a:lnTo>
                  <a:pt x="195197" y="79525"/>
                </a:lnTo>
                <a:lnTo>
                  <a:pt x="195197" y="112526"/>
                </a:lnTo>
                <a:cubicBezTo>
                  <a:pt x="195197" y="114620"/>
                  <a:pt x="194566" y="116403"/>
                  <a:pt x="193313" y="117875"/>
                </a:cubicBezTo>
                <a:cubicBezTo>
                  <a:pt x="192051" y="119128"/>
                  <a:pt x="190378" y="119759"/>
                  <a:pt x="188284" y="119759"/>
                </a:cubicBezTo>
                <a:cubicBezTo>
                  <a:pt x="186181" y="119759"/>
                  <a:pt x="184407" y="119128"/>
                  <a:pt x="182935" y="117875"/>
                </a:cubicBezTo>
                <a:cubicBezTo>
                  <a:pt x="181682" y="116403"/>
                  <a:pt x="181051" y="114620"/>
                  <a:pt x="181051" y="112526"/>
                </a:cubicBezTo>
                <a:lnTo>
                  <a:pt x="181051" y="63496"/>
                </a:lnTo>
                <a:cubicBezTo>
                  <a:pt x="181051" y="60771"/>
                  <a:pt x="181892" y="58567"/>
                  <a:pt x="183566" y="56894"/>
                </a:cubicBezTo>
                <a:cubicBezTo>
                  <a:pt x="185239" y="55221"/>
                  <a:pt x="187443" y="54379"/>
                  <a:pt x="190168" y="54379"/>
                </a:cubicBezTo>
                <a:lnTo>
                  <a:pt x="239198" y="54379"/>
                </a:lnTo>
                <a:cubicBezTo>
                  <a:pt x="241301" y="54379"/>
                  <a:pt x="243075" y="55010"/>
                  <a:pt x="244547" y="56263"/>
                </a:cubicBezTo>
                <a:cubicBezTo>
                  <a:pt x="245800" y="57735"/>
                  <a:pt x="246431" y="59509"/>
                  <a:pt x="246431" y="61612"/>
                </a:cubicBezTo>
                <a:cubicBezTo>
                  <a:pt x="246431" y="63706"/>
                  <a:pt x="245800" y="65380"/>
                  <a:pt x="244547" y="66641"/>
                </a:cubicBezTo>
                <a:cubicBezTo>
                  <a:pt x="243075" y="67894"/>
                  <a:pt x="241301" y="68525"/>
                  <a:pt x="239198" y="68525"/>
                </a:cubicBezTo>
                <a:lnTo>
                  <a:pt x="204944" y="68525"/>
                </a:lnTo>
                <a:lnTo>
                  <a:pt x="213741" y="77322"/>
                </a:lnTo>
                <a:cubicBezTo>
                  <a:pt x="225262" y="88432"/>
                  <a:pt x="233958" y="100273"/>
                  <a:pt x="239829" y="112846"/>
                </a:cubicBezTo>
                <a:cubicBezTo>
                  <a:pt x="245489" y="125629"/>
                  <a:pt x="248314" y="137992"/>
                  <a:pt x="248314" y="149934"/>
                </a:cubicBezTo>
                <a:cubicBezTo>
                  <a:pt x="248314" y="168579"/>
                  <a:pt x="243496" y="185660"/>
                  <a:pt x="233858" y="201168"/>
                </a:cubicBezTo>
                <a:cubicBezTo>
                  <a:pt x="224010" y="216887"/>
                  <a:pt x="210916" y="229039"/>
                  <a:pt x="194566" y="237634"/>
                </a:cubicBezTo>
                <a:cubicBezTo>
                  <a:pt x="192682" y="238466"/>
                  <a:pt x="190799" y="238677"/>
                  <a:pt x="188906" y="238256"/>
                </a:cubicBezTo>
                <a:cubicBezTo>
                  <a:pt x="187022" y="237634"/>
                  <a:pt x="185660" y="236372"/>
                  <a:pt x="184828" y="234489"/>
                </a:cubicBezTo>
                <a:cubicBezTo>
                  <a:pt x="183986" y="232806"/>
                  <a:pt x="183986" y="231032"/>
                  <a:pt x="184828" y="229139"/>
                </a:cubicBezTo>
                <a:cubicBezTo>
                  <a:pt x="185660" y="227046"/>
                  <a:pt x="187022" y="225582"/>
                  <a:pt x="188906" y="224741"/>
                </a:cubicBezTo>
                <a:cubicBezTo>
                  <a:pt x="202741" y="217618"/>
                  <a:pt x="213741" y="207349"/>
                  <a:pt x="221916" y="193935"/>
                </a:cubicBezTo>
                <a:cubicBezTo>
                  <a:pt x="230090" y="180320"/>
                  <a:pt x="234169" y="165653"/>
                  <a:pt x="234169" y="149934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圖說"/>
          <p:cNvSpPr/>
          <p:nvPr/>
        </p:nvSpPr>
        <p:spPr>
          <a:xfrm>
            <a:off x="1639794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</a:t>
            </a:r>
            <a:endParaRPr lang="en-US" sz="750" dirty="0"/>
          </a:p>
        </p:txBody>
      </p:sp>
      <p:sp>
        <p:nvSpPr>
          <p:cNvPr id="91" name="圖示 分析"/>
          <p:cNvSpPr/>
          <p:nvPr/>
        </p:nvSpPr>
        <p:spPr>
          <a:xfrm>
            <a:off x="2339287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95555" y="152449"/>
                </a:moveTo>
                <a:cubicBezTo>
                  <a:pt x="94092" y="153701"/>
                  <a:pt x="93351" y="155384"/>
                  <a:pt x="93351" y="157478"/>
                </a:cubicBezTo>
                <a:lnTo>
                  <a:pt x="93351" y="204314"/>
                </a:lnTo>
                <a:cubicBezTo>
                  <a:pt x="93351" y="206197"/>
                  <a:pt x="94092" y="207871"/>
                  <a:pt x="95555" y="209343"/>
                </a:cubicBezTo>
                <a:cubicBezTo>
                  <a:pt x="97018" y="210595"/>
                  <a:pt x="98700" y="211226"/>
                  <a:pt x="100584" y="211226"/>
                </a:cubicBezTo>
                <a:cubicBezTo>
                  <a:pt x="102678" y="211226"/>
                  <a:pt x="104360" y="210595"/>
                  <a:pt x="105613" y="209343"/>
                </a:cubicBezTo>
                <a:cubicBezTo>
                  <a:pt x="107076" y="207871"/>
                  <a:pt x="107817" y="206197"/>
                  <a:pt x="107817" y="204314"/>
                </a:cubicBezTo>
                <a:lnTo>
                  <a:pt x="107817" y="157478"/>
                </a:lnTo>
                <a:cubicBezTo>
                  <a:pt x="107817" y="155384"/>
                  <a:pt x="107076" y="153701"/>
                  <a:pt x="105613" y="152449"/>
                </a:cubicBezTo>
                <a:cubicBezTo>
                  <a:pt x="104360" y="150977"/>
                  <a:pt x="102678" y="150245"/>
                  <a:pt x="100584" y="150245"/>
                </a:cubicBezTo>
                <a:cubicBezTo>
                  <a:pt x="98490" y="150245"/>
                  <a:pt x="96817" y="150977"/>
                  <a:pt x="95555" y="152449"/>
                </a:cubicBezTo>
                <a:close/>
                <a:moveTo>
                  <a:pt x="196139" y="86127"/>
                </a:moveTo>
                <a:cubicBezTo>
                  <a:pt x="194676" y="87590"/>
                  <a:pt x="193935" y="89273"/>
                  <a:pt x="193935" y="91157"/>
                </a:cubicBezTo>
                <a:lnTo>
                  <a:pt x="193935" y="204314"/>
                </a:lnTo>
                <a:cubicBezTo>
                  <a:pt x="193935" y="206197"/>
                  <a:pt x="194676" y="207871"/>
                  <a:pt x="196139" y="209343"/>
                </a:cubicBezTo>
                <a:cubicBezTo>
                  <a:pt x="197401" y="210595"/>
                  <a:pt x="199074" y="211226"/>
                  <a:pt x="201168" y="211226"/>
                </a:cubicBezTo>
                <a:cubicBezTo>
                  <a:pt x="203262" y="211226"/>
                  <a:pt x="204944" y="210595"/>
                  <a:pt x="206197" y="209343"/>
                </a:cubicBezTo>
                <a:cubicBezTo>
                  <a:pt x="207660" y="207871"/>
                  <a:pt x="208401" y="206197"/>
                  <a:pt x="208401" y="204314"/>
                </a:cubicBezTo>
                <a:lnTo>
                  <a:pt x="208401" y="91157"/>
                </a:lnTo>
                <a:cubicBezTo>
                  <a:pt x="208401" y="89273"/>
                  <a:pt x="207660" y="87590"/>
                  <a:pt x="206197" y="86127"/>
                </a:cubicBezTo>
                <a:cubicBezTo>
                  <a:pt x="204734" y="84865"/>
                  <a:pt x="203052" y="84244"/>
                  <a:pt x="201168" y="84244"/>
                </a:cubicBezTo>
                <a:cubicBezTo>
                  <a:pt x="199074" y="84244"/>
                  <a:pt x="197401" y="84865"/>
                  <a:pt x="196139" y="86127"/>
                </a:cubicBezTo>
                <a:close/>
                <a:moveTo>
                  <a:pt x="145847" y="179168"/>
                </a:moveTo>
                <a:cubicBezTo>
                  <a:pt x="144384" y="180631"/>
                  <a:pt x="143643" y="182313"/>
                  <a:pt x="143643" y="184197"/>
                </a:cubicBezTo>
                <a:lnTo>
                  <a:pt x="143643" y="204314"/>
                </a:lnTo>
                <a:cubicBezTo>
                  <a:pt x="143643" y="206197"/>
                  <a:pt x="144384" y="207871"/>
                  <a:pt x="145847" y="209343"/>
                </a:cubicBezTo>
                <a:cubicBezTo>
                  <a:pt x="147109" y="210595"/>
                  <a:pt x="148782" y="211226"/>
                  <a:pt x="150876" y="211226"/>
                </a:cubicBezTo>
                <a:cubicBezTo>
                  <a:pt x="152970" y="211226"/>
                  <a:pt x="154652" y="210595"/>
                  <a:pt x="155905" y="209343"/>
                </a:cubicBezTo>
                <a:cubicBezTo>
                  <a:pt x="157368" y="207871"/>
                  <a:pt x="158109" y="206197"/>
                  <a:pt x="158109" y="204314"/>
                </a:cubicBezTo>
                <a:lnTo>
                  <a:pt x="158109" y="184197"/>
                </a:lnTo>
                <a:cubicBezTo>
                  <a:pt x="158109" y="182313"/>
                  <a:pt x="157368" y="180631"/>
                  <a:pt x="155905" y="179168"/>
                </a:cubicBezTo>
                <a:cubicBezTo>
                  <a:pt x="154652" y="177695"/>
                  <a:pt x="152970" y="176964"/>
                  <a:pt x="150876" y="176964"/>
                </a:cubicBezTo>
                <a:cubicBezTo>
                  <a:pt x="148782" y="176964"/>
                  <a:pt x="147109" y="177695"/>
                  <a:pt x="145847" y="179168"/>
                </a:cubicBezTo>
                <a:close/>
                <a:moveTo>
                  <a:pt x="62234" y="257751"/>
                </a:moveTo>
                <a:cubicBezTo>
                  <a:pt x="57205" y="257751"/>
                  <a:pt x="52907" y="255968"/>
                  <a:pt x="49350" y="252402"/>
                </a:cubicBezTo>
                <a:cubicBezTo>
                  <a:pt x="45784" y="248845"/>
                  <a:pt x="44010" y="244547"/>
                  <a:pt x="44010" y="239518"/>
                </a:cubicBezTo>
                <a:lnTo>
                  <a:pt x="44010" y="62234"/>
                </a:lnTo>
                <a:cubicBezTo>
                  <a:pt x="44010" y="57205"/>
                  <a:pt x="45784" y="52907"/>
                  <a:pt x="49350" y="49350"/>
                </a:cubicBezTo>
                <a:cubicBezTo>
                  <a:pt x="52907" y="45784"/>
                  <a:pt x="57205" y="44010"/>
                  <a:pt x="62234" y="44010"/>
                </a:cubicBezTo>
                <a:lnTo>
                  <a:pt x="239518" y="44010"/>
                </a:lnTo>
                <a:cubicBezTo>
                  <a:pt x="244547" y="44010"/>
                  <a:pt x="248845" y="45784"/>
                  <a:pt x="252402" y="49350"/>
                </a:cubicBezTo>
                <a:cubicBezTo>
                  <a:pt x="255968" y="52907"/>
                  <a:pt x="257751" y="57205"/>
                  <a:pt x="257751" y="62234"/>
                </a:cubicBezTo>
                <a:lnTo>
                  <a:pt x="257751" y="239518"/>
                </a:lnTo>
                <a:cubicBezTo>
                  <a:pt x="257751" y="244547"/>
                  <a:pt x="255968" y="248845"/>
                  <a:pt x="252402" y="252402"/>
                </a:cubicBezTo>
                <a:cubicBezTo>
                  <a:pt x="248845" y="255968"/>
                  <a:pt x="244547" y="257751"/>
                  <a:pt x="239518" y="257751"/>
                </a:cubicBezTo>
                <a:lnTo>
                  <a:pt x="62234" y="257751"/>
                </a:lnTo>
                <a:close/>
                <a:moveTo>
                  <a:pt x="62234" y="243605"/>
                </a:moveTo>
                <a:lnTo>
                  <a:pt x="239518" y="243605"/>
                </a:lnTo>
                <a:cubicBezTo>
                  <a:pt x="240560" y="243605"/>
                  <a:pt x="241502" y="243185"/>
                  <a:pt x="242343" y="242343"/>
                </a:cubicBezTo>
                <a:cubicBezTo>
                  <a:pt x="243185" y="241502"/>
                  <a:pt x="243605" y="240560"/>
                  <a:pt x="243605" y="239518"/>
                </a:cubicBezTo>
                <a:lnTo>
                  <a:pt x="243605" y="62234"/>
                </a:lnTo>
                <a:cubicBezTo>
                  <a:pt x="243605" y="61192"/>
                  <a:pt x="243185" y="60250"/>
                  <a:pt x="242343" y="59409"/>
                </a:cubicBezTo>
                <a:cubicBezTo>
                  <a:pt x="241502" y="58567"/>
                  <a:pt x="240560" y="58147"/>
                  <a:pt x="239518" y="58147"/>
                </a:cubicBezTo>
                <a:lnTo>
                  <a:pt x="62234" y="58147"/>
                </a:lnTo>
                <a:cubicBezTo>
                  <a:pt x="61192" y="58147"/>
                  <a:pt x="60250" y="58567"/>
                  <a:pt x="59409" y="59409"/>
                </a:cubicBezTo>
                <a:cubicBezTo>
                  <a:pt x="58567" y="60250"/>
                  <a:pt x="58147" y="61192"/>
                  <a:pt x="58147" y="62234"/>
                </a:cubicBezTo>
                <a:lnTo>
                  <a:pt x="58147" y="239518"/>
                </a:lnTo>
                <a:cubicBezTo>
                  <a:pt x="58147" y="240560"/>
                  <a:pt x="58567" y="241502"/>
                  <a:pt x="59409" y="242343"/>
                </a:cubicBezTo>
                <a:cubicBezTo>
                  <a:pt x="60250" y="243185"/>
                  <a:pt x="61192" y="243605"/>
                  <a:pt x="62234" y="243605"/>
                </a:cubicBezTo>
                <a:close/>
                <a:moveTo>
                  <a:pt x="58147" y="58147"/>
                </a:moveTo>
                <a:lnTo>
                  <a:pt x="58147" y="243605"/>
                </a:lnTo>
                <a:lnTo>
                  <a:pt x="58147" y="58147"/>
                </a:lnTo>
                <a:close/>
                <a:moveTo>
                  <a:pt x="155905" y="145216"/>
                </a:moveTo>
                <a:cubicBezTo>
                  <a:pt x="157368" y="143753"/>
                  <a:pt x="158109" y="142079"/>
                  <a:pt x="158109" y="140187"/>
                </a:cubicBezTo>
                <a:cubicBezTo>
                  <a:pt x="158109" y="138093"/>
                  <a:pt x="157368" y="136310"/>
                  <a:pt x="155905" y="134847"/>
                </a:cubicBezTo>
                <a:cubicBezTo>
                  <a:pt x="154652" y="133585"/>
                  <a:pt x="152970" y="132963"/>
                  <a:pt x="150876" y="132963"/>
                </a:cubicBezTo>
                <a:cubicBezTo>
                  <a:pt x="148782" y="132963"/>
                  <a:pt x="147109" y="133694"/>
                  <a:pt x="145847" y="135157"/>
                </a:cubicBezTo>
                <a:cubicBezTo>
                  <a:pt x="144384" y="136419"/>
                  <a:pt x="143643" y="138093"/>
                  <a:pt x="143643" y="140187"/>
                </a:cubicBezTo>
                <a:cubicBezTo>
                  <a:pt x="143643" y="142281"/>
                  <a:pt x="144384" y="143963"/>
                  <a:pt x="145847" y="145216"/>
                </a:cubicBezTo>
                <a:cubicBezTo>
                  <a:pt x="147109" y="146478"/>
                  <a:pt x="148782" y="147109"/>
                  <a:pt x="150876" y="147109"/>
                </a:cubicBezTo>
                <a:cubicBezTo>
                  <a:pt x="152970" y="147109"/>
                  <a:pt x="154652" y="146478"/>
                  <a:pt x="155905" y="145216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圖說"/>
          <p:cNvSpPr/>
          <p:nvPr/>
        </p:nvSpPr>
        <p:spPr>
          <a:xfrm>
            <a:off x="2194514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750" dirty="0"/>
          </a:p>
        </p:txBody>
      </p:sp>
      <p:sp>
        <p:nvSpPr>
          <p:cNvPr id="93" name="圖示 監控"/>
          <p:cNvSpPr/>
          <p:nvPr/>
        </p:nvSpPr>
        <p:spPr>
          <a:xfrm>
            <a:off x="2894007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2748" y="258693"/>
                </a:moveTo>
                <a:cubicBezTo>
                  <a:pt x="41495" y="257431"/>
                  <a:pt x="40865" y="255758"/>
                  <a:pt x="40865" y="253664"/>
                </a:cubicBezTo>
                <a:lnTo>
                  <a:pt x="40865" y="241091"/>
                </a:lnTo>
                <a:cubicBezTo>
                  <a:pt x="40865" y="238988"/>
                  <a:pt x="41596" y="237314"/>
                  <a:pt x="43059" y="236062"/>
                </a:cubicBezTo>
                <a:cubicBezTo>
                  <a:pt x="44321" y="234589"/>
                  <a:pt x="45994" y="233858"/>
                  <a:pt x="48088" y="233858"/>
                </a:cubicBezTo>
                <a:cubicBezTo>
                  <a:pt x="50191" y="233858"/>
                  <a:pt x="51865" y="234589"/>
                  <a:pt x="53117" y="236062"/>
                </a:cubicBezTo>
                <a:cubicBezTo>
                  <a:pt x="54379" y="237314"/>
                  <a:pt x="55010" y="238988"/>
                  <a:pt x="55010" y="241091"/>
                </a:cubicBezTo>
                <a:lnTo>
                  <a:pt x="55010" y="253664"/>
                </a:lnTo>
                <a:cubicBezTo>
                  <a:pt x="55010" y="255758"/>
                  <a:pt x="54379" y="257431"/>
                  <a:pt x="53117" y="258693"/>
                </a:cubicBezTo>
                <a:cubicBezTo>
                  <a:pt x="51654" y="260156"/>
                  <a:pt x="49871" y="260887"/>
                  <a:pt x="47777" y="260887"/>
                </a:cubicBezTo>
                <a:cubicBezTo>
                  <a:pt x="45894" y="260887"/>
                  <a:pt x="44211" y="260156"/>
                  <a:pt x="42748" y="258693"/>
                </a:cubicBezTo>
                <a:close/>
                <a:moveTo>
                  <a:pt x="94302" y="258693"/>
                </a:moveTo>
                <a:cubicBezTo>
                  <a:pt x="93040" y="257431"/>
                  <a:pt x="92409" y="255758"/>
                  <a:pt x="92409" y="253664"/>
                </a:cubicBezTo>
                <a:lnTo>
                  <a:pt x="92409" y="189226"/>
                </a:lnTo>
                <a:cubicBezTo>
                  <a:pt x="92409" y="187132"/>
                  <a:pt x="93040" y="185449"/>
                  <a:pt x="94302" y="184197"/>
                </a:cubicBezTo>
                <a:cubicBezTo>
                  <a:pt x="95765" y="182725"/>
                  <a:pt x="97438" y="181993"/>
                  <a:pt x="99331" y="181993"/>
                </a:cubicBezTo>
                <a:cubicBezTo>
                  <a:pt x="101425" y="181993"/>
                  <a:pt x="103199" y="182725"/>
                  <a:pt x="104671" y="184197"/>
                </a:cubicBezTo>
                <a:cubicBezTo>
                  <a:pt x="105924" y="185449"/>
                  <a:pt x="106555" y="187132"/>
                  <a:pt x="106555" y="189226"/>
                </a:cubicBezTo>
                <a:lnTo>
                  <a:pt x="106555" y="253664"/>
                </a:lnTo>
                <a:cubicBezTo>
                  <a:pt x="106555" y="255758"/>
                  <a:pt x="105824" y="257431"/>
                  <a:pt x="104360" y="258693"/>
                </a:cubicBezTo>
                <a:cubicBezTo>
                  <a:pt x="103099" y="260156"/>
                  <a:pt x="101425" y="260887"/>
                  <a:pt x="99331" y="260887"/>
                </a:cubicBezTo>
                <a:cubicBezTo>
                  <a:pt x="97228" y="260887"/>
                  <a:pt x="95555" y="260156"/>
                  <a:pt x="94302" y="258693"/>
                </a:cubicBezTo>
                <a:close/>
                <a:moveTo>
                  <a:pt x="145847" y="258693"/>
                </a:moveTo>
                <a:cubicBezTo>
                  <a:pt x="144384" y="257431"/>
                  <a:pt x="143643" y="255758"/>
                  <a:pt x="143643" y="253664"/>
                </a:cubicBezTo>
                <a:lnTo>
                  <a:pt x="143643" y="209654"/>
                </a:lnTo>
                <a:cubicBezTo>
                  <a:pt x="143643" y="207560"/>
                  <a:pt x="144384" y="205886"/>
                  <a:pt x="145847" y="204624"/>
                </a:cubicBezTo>
                <a:cubicBezTo>
                  <a:pt x="147109" y="203161"/>
                  <a:pt x="148782" y="202430"/>
                  <a:pt x="150876" y="202430"/>
                </a:cubicBezTo>
                <a:cubicBezTo>
                  <a:pt x="152970" y="202430"/>
                  <a:pt x="154652" y="203161"/>
                  <a:pt x="155905" y="204624"/>
                </a:cubicBezTo>
                <a:cubicBezTo>
                  <a:pt x="157368" y="205886"/>
                  <a:pt x="158109" y="207560"/>
                  <a:pt x="158109" y="209654"/>
                </a:cubicBezTo>
                <a:lnTo>
                  <a:pt x="158109" y="253664"/>
                </a:lnTo>
                <a:cubicBezTo>
                  <a:pt x="158109" y="255758"/>
                  <a:pt x="157368" y="257431"/>
                  <a:pt x="155905" y="258693"/>
                </a:cubicBezTo>
                <a:cubicBezTo>
                  <a:pt x="154652" y="260156"/>
                  <a:pt x="152970" y="260887"/>
                  <a:pt x="150876" y="260887"/>
                </a:cubicBezTo>
                <a:cubicBezTo>
                  <a:pt x="148782" y="260887"/>
                  <a:pt x="147109" y="260156"/>
                  <a:pt x="145847" y="258693"/>
                </a:cubicBezTo>
                <a:close/>
                <a:moveTo>
                  <a:pt x="197081" y="258693"/>
                </a:moveTo>
                <a:cubicBezTo>
                  <a:pt x="195828" y="257431"/>
                  <a:pt x="195197" y="255758"/>
                  <a:pt x="195197" y="253664"/>
                </a:cubicBezTo>
                <a:lnTo>
                  <a:pt x="195197" y="181682"/>
                </a:lnTo>
                <a:cubicBezTo>
                  <a:pt x="195197" y="179588"/>
                  <a:pt x="195928" y="177906"/>
                  <a:pt x="197401" y="176653"/>
                </a:cubicBezTo>
                <a:cubicBezTo>
                  <a:pt x="198653" y="175181"/>
                  <a:pt x="200327" y="174449"/>
                  <a:pt x="202430" y="174449"/>
                </a:cubicBezTo>
                <a:cubicBezTo>
                  <a:pt x="204314" y="174449"/>
                  <a:pt x="205987" y="175181"/>
                  <a:pt x="207459" y="176653"/>
                </a:cubicBezTo>
                <a:cubicBezTo>
                  <a:pt x="208922" y="177906"/>
                  <a:pt x="209654" y="179588"/>
                  <a:pt x="209654" y="181682"/>
                </a:cubicBezTo>
                <a:lnTo>
                  <a:pt x="209654" y="253664"/>
                </a:lnTo>
                <a:cubicBezTo>
                  <a:pt x="209654" y="255758"/>
                  <a:pt x="208922" y="257431"/>
                  <a:pt x="207459" y="258693"/>
                </a:cubicBezTo>
                <a:cubicBezTo>
                  <a:pt x="205987" y="260156"/>
                  <a:pt x="204204" y="260887"/>
                  <a:pt x="202110" y="260887"/>
                </a:cubicBezTo>
                <a:cubicBezTo>
                  <a:pt x="200226" y="260887"/>
                  <a:pt x="198553" y="260156"/>
                  <a:pt x="197081" y="258693"/>
                </a:cubicBezTo>
                <a:close/>
                <a:moveTo>
                  <a:pt x="248635" y="258693"/>
                </a:moveTo>
                <a:cubicBezTo>
                  <a:pt x="247373" y="257431"/>
                  <a:pt x="246742" y="255758"/>
                  <a:pt x="246742" y="253664"/>
                </a:cubicBezTo>
                <a:lnTo>
                  <a:pt x="246742" y="140507"/>
                </a:lnTo>
                <a:cubicBezTo>
                  <a:pt x="246742" y="138404"/>
                  <a:pt x="247373" y="136730"/>
                  <a:pt x="248635" y="135478"/>
                </a:cubicBezTo>
                <a:cubicBezTo>
                  <a:pt x="250098" y="134005"/>
                  <a:pt x="251771" y="133274"/>
                  <a:pt x="253664" y="133274"/>
                </a:cubicBezTo>
                <a:cubicBezTo>
                  <a:pt x="255758" y="133274"/>
                  <a:pt x="257541" y="134005"/>
                  <a:pt x="259004" y="135478"/>
                </a:cubicBezTo>
                <a:cubicBezTo>
                  <a:pt x="260266" y="136730"/>
                  <a:pt x="260887" y="138404"/>
                  <a:pt x="260887" y="140507"/>
                </a:cubicBezTo>
                <a:lnTo>
                  <a:pt x="260887" y="253664"/>
                </a:lnTo>
                <a:cubicBezTo>
                  <a:pt x="260887" y="255758"/>
                  <a:pt x="260156" y="257431"/>
                  <a:pt x="258693" y="258693"/>
                </a:cubicBezTo>
                <a:cubicBezTo>
                  <a:pt x="257431" y="260156"/>
                  <a:pt x="255758" y="260887"/>
                  <a:pt x="253664" y="260887"/>
                </a:cubicBezTo>
                <a:cubicBezTo>
                  <a:pt x="251561" y="260887"/>
                  <a:pt x="249887" y="260156"/>
                  <a:pt x="248635" y="258693"/>
                </a:cubicBezTo>
                <a:close/>
                <a:moveTo>
                  <a:pt x="176022" y="143021"/>
                </a:moveTo>
                <a:cubicBezTo>
                  <a:pt x="173718" y="143021"/>
                  <a:pt x="171413" y="142601"/>
                  <a:pt x="169109" y="141759"/>
                </a:cubicBezTo>
                <a:cubicBezTo>
                  <a:pt x="167015" y="140717"/>
                  <a:pt x="165022" y="139355"/>
                  <a:pt x="163138" y="137672"/>
                </a:cubicBezTo>
                <a:lnTo>
                  <a:pt x="128555" y="103099"/>
                </a:lnTo>
                <a:cubicBezTo>
                  <a:pt x="127723" y="102257"/>
                  <a:pt x="126782" y="101846"/>
                  <a:pt x="125730" y="101846"/>
                </a:cubicBezTo>
                <a:cubicBezTo>
                  <a:pt x="124678" y="101846"/>
                  <a:pt x="123737" y="102257"/>
                  <a:pt x="122905" y="103099"/>
                </a:cubicBezTo>
                <a:lnTo>
                  <a:pt x="53117" y="172566"/>
                </a:lnTo>
                <a:cubicBezTo>
                  <a:pt x="51865" y="173818"/>
                  <a:pt x="50191" y="174449"/>
                  <a:pt x="48088" y="174449"/>
                </a:cubicBezTo>
                <a:cubicBezTo>
                  <a:pt x="45994" y="174449"/>
                  <a:pt x="44321" y="173718"/>
                  <a:pt x="43059" y="172255"/>
                </a:cubicBezTo>
                <a:cubicBezTo>
                  <a:pt x="41806" y="170993"/>
                  <a:pt x="41175" y="169420"/>
                  <a:pt x="41175" y="167536"/>
                </a:cubicBezTo>
                <a:cubicBezTo>
                  <a:pt x="40965" y="165653"/>
                  <a:pt x="41596" y="163970"/>
                  <a:pt x="43059" y="162507"/>
                </a:cubicBezTo>
                <a:lnTo>
                  <a:pt x="113157" y="92729"/>
                </a:lnTo>
                <a:cubicBezTo>
                  <a:pt x="115041" y="91047"/>
                  <a:pt x="117034" y="89794"/>
                  <a:pt x="119128" y="88953"/>
                </a:cubicBezTo>
                <a:cubicBezTo>
                  <a:pt x="121222" y="88112"/>
                  <a:pt x="123426" y="87700"/>
                  <a:pt x="125730" y="87700"/>
                </a:cubicBezTo>
                <a:cubicBezTo>
                  <a:pt x="128034" y="87700"/>
                  <a:pt x="130238" y="88112"/>
                  <a:pt x="132332" y="88953"/>
                </a:cubicBezTo>
                <a:cubicBezTo>
                  <a:pt x="134636" y="89794"/>
                  <a:pt x="136630" y="91047"/>
                  <a:pt x="138303" y="92729"/>
                </a:cubicBezTo>
                <a:lnTo>
                  <a:pt x="173197" y="127614"/>
                </a:lnTo>
                <a:cubicBezTo>
                  <a:pt x="174029" y="128245"/>
                  <a:pt x="174970" y="128555"/>
                  <a:pt x="176022" y="128555"/>
                </a:cubicBezTo>
                <a:cubicBezTo>
                  <a:pt x="177074" y="128555"/>
                  <a:pt x="178015" y="128245"/>
                  <a:pt x="178847" y="127614"/>
                </a:cubicBezTo>
                <a:lnTo>
                  <a:pt x="248635" y="57836"/>
                </a:lnTo>
                <a:cubicBezTo>
                  <a:pt x="250098" y="56373"/>
                  <a:pt x="251771" y="55632"/>
                  <a:pt x="253664" y="55632"/>
                </a:cubicBezTo>
                <a:cubicBezTo>
                  <a:pt x="255758" y="55422"/>
                  <a:pt x="257431" y="56162"/>
                  <a:pt x="258693" y="57836"/>
                </a:cubicBezTo>
                <a:cubicBezTo>
                  <a:pt x="259946" y="59098"/>
                  <a:pt x="260577" y="60661"/>
                  <a:pt x="260577" y="62554"/>
                </a:cubicBezTo>
                <a:cubicBezTo>
                  <a:pt x="260787" y="64648"/>
                  <a:pt x="260156" y="66321"/>
                  <a:pt x="258693" y="67583"/>
                </a:cubicBezTo>
                <a:lnTo>
                  <a:pt x="188595" y="137672"/>
                </a:lnTo>
                <a:cubicBezTo>
                  <a:pt x="186922" y="139565"/>
                  <a:pt x="184928" y="140918"/>
                  <a:pt x="182624" y="141759"/>
                </a:cubicBezTo>
                <a:cubicBezTo>
                  <a:pt x="180530" y="142601"/>
                  <a:pt x="178326" y="143021"/>
                  <a:pt x="176022" y="143021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圖說"/>
          <p:cNvSpPr/>
          <p:nvPr/>
        </p:nvSpPr>
        <p:spPr>
          <a:xfrm>
            <a:off x="2749235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750" dirty="0"/>
          </a:p>
        </p:txBody>
      </p:sp>
      <p:sp>
        <p:nvSpPr>
          <p:cNvPr id="95" name="圖示 數據查詢"/>
          <p:cNvSpPr/>
          <p:nvPr/>
        </p:nvSpPr>
        <p:spPr>
          <a:xfrm>
            <a:off x="3448728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4515" y="164080"/>
                </a:moveTo>
                <a:cubicBezTo>
                  <a:pt x="22842" y="163028"/>
                  <a:pt x="21790" y="161565"/>
                  <a:pt x="21379" y="159682"/>
                </a:cubicBezTo>
                <a:cubicBezTo>
                  <a:pt x="21168" y="157579"/>
                  <a:pt x="21580" y="155805"/>
                  <a:pt x="22631" y="154332"/>
                </a:cubicBezTo>
                <a:lnTo>
                  <a:pt x="62234" y="89895"/>
                </a:lnTo>
                <a:cubicBezTo>
                  <a:pt x="65590" y="84655"/>
                  <a:pt x="70308" y="81830"/>
                  <a:pt x="76380" y="81409"/>
                </a:cubicBezTo>
                <a:cubicBezTo>
                  <a:pt x="82461" y="81199"/>
                  <a:pt x="87490" y="83402"/>
                  <a:pt x="91467" y="88011"/>
                </a:cubicBezTo>
                <a:lnTo>
                  <a:pt x="110011" y="109701"/>
                </a:lnTo>
                <a:cubicBezTo>
                  <a:pt x="110853" y="110743"/>
                  <a:pt x="112005" y="111164"/>
                  <a:pt x="113468" y="110953"/>
                </a:cubicBezTo>
                <a:cubicBezTo>
                  <a:pt x="114730" y="110953"/>
                  <a:pt x="115672" y="110332"/>
                  <a:pt x="116303" y="109070"/>
                </a:cubicBezTo>
                <a:lnTo>
                  <a:pt x="148992" y="55952"/>
                </a:lnTo>
                <a:cubicBezTo>
                  <a:pt x="152549" y="50292"/>
                  <a:pt x="157579" y="47467"/>
                  <a:pt x="164080" y="47467"/>
                </a:cubicBezTo>
                <a:cubicBezTo>
                  <a:pt x="170782" y="47256"/>
                  <a:pt x="175921" y="49871"/>
                  <a:pt x="179478" y="55321"/>
                </a:cubicBezTo>
                <a:lnTo>
                  <a:pt x="198343" y="84244"/>
                </a:lnTo>
                <a:cubicBezTo>
                  <a:pt x="199175" y="85286"/>
                  <a:pt x="200327" y="85807"/>
                  <a:pt x="201799" y="85807"/>
                </a:cubicBezTo>
                <a:cubicBezTo>
                  <a:pt x="203262" y="85807"/>
                  <a:pt x="204314" y="85186"/>
                  <a:pt x="204944" y="83924"/>
                </a:cubicBezTo>
                <a:lnTo>
                  <a:pt x="242033" y="25146"/>
                </a:lnTo>
                <a:cubicBezTo>
                  <a:pt x="243075" y="23473"/>
                  <a:pt x="244648" y="22421"/>
                  <a:pt x="246742" y="22000"/>
                </a:cubicBezTo>
                <a:cubicBezTo>
                  <a:pt x="248635" y="21790"/>
                  <a:pt x="250408" y="22321"/>
                  <a:pt x="252091" y="23573"/>
                </a:cubicBezTo>
                <a:cubicBezTo>
                  <a:pt x="253764" y="24625"/>
                  <a:pt x="254706" y="26088"/>
                  <a:pt x="254916" y="27971"/>
                </a:cubicBezTo>
                <a:cubicBezTo>
                  <a:pt x="255127" y="29654"/>
                  <a:pt x="254706" y="31227"/>
                  <a:pt x="253664" y="32690"/>
                </a:cubicBezTo>
                <a:lnTo>
                  <a:pt x="216887" y="91467"/>
                </a:lnTo>
                <a:cubicBezTo>
                  <a:pt x="213320" y="97128"/>
                  <a:pt x="208291" y="99953"/>
                  <a:pt x="201799" y="99953"/>
                </a:cubicBezTo>
                <a:cubicBezTo>
                  <a:pt x="195298" y="100163"/>
                  <a:pt x="190168" y="97548"/>
                  <a:pt x="186391" y="92098"/>
                </a:cubicBezTo>
                <a:lnTo>
                  <a:pt x="167536" y="63807"/>
                </a:lnTo>
                <a:cubicBezTo>
                  <a:pt x="166905" y="62554"/>
                  <a:pt x="165863" y="61923"/>
                  <a:pt x="164391" y="61923"/>
                </a:cubicBezTo>
                <a:cubicBezTo>
                  <a:pt x="162928" y="61923"/>
                  <a:pt x="161876" y="62554"/>
                  <a:pt x="161245" y="63807"/>
                </a:cubicBezTo>
                <a:lnTo>
                  <a:pt x="128555" y="116613"/>
                </a:lnTo>
                <a:cubicBezTo>
                  <a:pt x="125419" y="121853"/>
                  <a:pt x="120701" y="124678"/>
                  <a:pt x="114419" y="125099"/>
                </a:cubicBezTo>
                <a:cubicBezTo>
                  <a:pt x="108128" y="125520"/>
                  <a:pt x="102998" y="123426"/>
                  <a:pt x="99011" y="118817"/>
                </a:cubicBezTo>
                <a:lnTo>
                  <a:pt x="80778" y="97438"/>
                </a:lnTo>
                <a:cubicBezTo>
                  <a:pt x="79946" y="96396"/>
                  <a:pt x="78894" y="95866"/>
                  <a:pt x="77642" y="95866"/>
                </a:cubicBezTo>
                <a:cubicBezTo>
                  <a:pt x="76380" y="96076"/>
                  <a:pt x="75337" y="96707"/>
                  <a:pt x="74496" y="97759"/>
                </a:cubicBezTo>
                <a:lnTo>
                  <a:pt x="34573" y="161876"/>
                </a:lnTo>
                <a:cubicBezTo>
                  <a:pt x="33531" y="163760"/>
                  <a:pt x="31958" y="164912"/>
                  <a:pt x="29864" y="165333"/>
                </a:cubicBezTo>
                <a:cubicBezTo>
                  <a:pt x="27971" y="165753"/>
                  <a:pt x="26198" y="165333"/>
                  <a:pt x="24515" y="164080"/>
                </a:cubicBezTo>
                <a:close/>
                <a:moveTo>
                  <a:pt x="180420" y="231032"/>
                </a:moveTo>
                <a:cubicBezTo>
                  <a:pt x="190899" y="231032"/>
                  <a:pt x="199806" y="227366"/>
                  <a:pt x="207139" y="220032"/>
                </a:cubicBezTo>
                <a:cubicBezTo>
                  <a:pt x="214473" y="212900"/>
                  <a:pt x="218139" y="204103"/>
                  <a:pt x="218139" y="193624"/>
                </a:cubicBezTo>
                <a:cubicBezTo>
                  <a:pt x="218139" y="183145"/>
                  <a:pt x="214582" y="174239"/>
                  <a:pt x="207459" y="166905"/>
                </a:cubicBezTo>
                <a:cubicBezTo>
                  <a:pt x="200116" y="159572"/>
                  <a:pt x="191210" y="155905"/>
                  <a:pt x="180740" y="155905"/>
                </a:cubicBezTo>
                <a:cubicBezTo>
                  <a:pt x="170261" y="155905"/>
                  <a:pt x="161355" y="159682"/>
                  <a:pt x="154022" y="167225"/>
                </a:cubicBezTo>
                <a:cubicBezTo>
                  <a:pt x="146898" y="174559"/>
                  <a:pt x="143332" y="183355"/>
                  <a:pt x="143332" y="193624"/>
                </a:cubicBezTo>
                <a:cubicBezTo>
                  <a:pt x="143332" y="204103"/>
                  <a:pt x="146898" y="212900"/>
                  <a:pt x="154022" y="220032"/>
                </a:cubicBezTo>
                <a:cubicBezTo>
                  <a:pt x="161355" y="227366"/>
                  <a:pt x="170152" y="231032"/>
                  <a:pt x="180420" y="231032"/>
                </a:cubicBezTo>
                <a:close/>
                <a:moveTo>
                  <a:pt x="180740" y="245178"/>
                </a:moveTo>
                <a:cubicBezTo>
                  <a:pt x="166274" y="245178"/>
                  <a:pt x="154022" y="240149"/>
                  <a:pt x="143963" y="230090"/>
                </a:cubicBezTo>
                <a:cubicBezTo>
                  <a:pt x="134115" y="220032"/>
                  <a:pt x="129186" y="207871"/>
                  <a:pt x="129186" y="193624"/>
                </a:cubicBezTo>
                <a:cubicBezTo>
                  <a:pt x="129186" y="179378"/>
                  <a:pt x="134115" y="167225"/>
                  <a:pt x="143963" y="157167"/>
                </a:cubicBezTo>
                <a:cubicBezTo>
                  <a:pt x="154022" y="146898"/>
                  <a:pt x="166274" y="141759"/>
                  <a:pt x="180740" y="141759"/>
                </a:cubicBezTo>
                <a:cubicBezTo>
                  <a:pt x="194987" y="141759"/>
                  <a:pt x="207139" y="146789"/>
                  <a:pt x="217197" y="156847"/>
                </a:cubicBezTo>
                <a:cubicBezTo>
                  <a:pt x="227466" y="167116"/>
                  <a:pt x="232605" y="179378"/>
                  <a:pt x="232605" y="193624"/>
                </a:cubicBezTo>
                <a:cubicBezTo>
                  <a:pt x="232605" y="199705"/>
                  <a:pt x="231654" y="205356"/>
                  <a:pt x="229770" y="210595"/>
                </a:cubicBezTo>
                <a:cubicBezTo>
                  <a:pt x="227887" y="215835"/>
                  <a:pt x="225262" y="220654"/>
                  <a:pt x="221916" y="225061"/>
                </a:cubicBezTo>
                <a:lnTo>
                  <a:pt x="252402" y="255547"/>
                </a:lnTo>
                <a:cubicBezTo>
                  <a:pt x="253874" y="256800"/>
                  <a:pt x="254606" y="258373"/>
                  <a:pt x="254606" y="260266"/>
                </a:cubicBezTo>
                <a:cubicBezTo>
                  <a:pt x="254606" y="262149"/>
                  <a:pt x="253874" y="263823"/>
                  <a:pt x="252402" y="265295"/>
                </a:cubicBezTo>
                <a:cubicBezTo>
                  <a:pt x="250939" y="266758"/>
                  <a:pt x="249256" y="267489"/>
                  <a:pt x="247373" y="267489"/>
                </a:cubicBezTo>
                <a:cubicBezTo>
                  <a:pt x="245489" y="267489"/>
                  <a:pt x="243816" y="266758"/>
                  <a:pt x="242343" y="265295"/>
                </a:cubicBezTo>
                <a:lnTo>
                  <a:pt x="211857" y="234800"/>
                </a:lnTo>
                <a:cubicBezTo>
                  <a:pt x="207459" y="237945"/>
                  <a:pt x="202631" y="240460"/>
                  <a:pt x="197401" y="242343"/>
                </a:cubicBezTo>
                <a:cubicBezTo>
                  <a:pt x="192161" y="244227"/>
                  <a:pt x="186602" y="245178"/>
                  <a:pt x="180740" y="245178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3303956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數據查詢</a:t>
            </a:r>
            <a:endParaRPr lang="en-US" sz="750" dirty="0"/>
          </a:p>
        </p:txBody>
      </p:sp>
      <p:sp>
        <p:nvSpPr>
          <p:cNvPr id="97" name="圖示 長條圖"/>
          <p:cNvSpPr/>
          <p:nvPr/>
        </p:nvSpPr>
        <p:spPr>
          <a:xfrm>
            <a:off x="4003449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14683" y="245178"/>
                </a:moveTo>
                <a:cubicBezTo>
                  <a:pt x="212168" y="245178"/>
                  <a:pt x="210074" y="244337"/>
                  <a:pt x="208401" y="242663"/>
                </a:cubicBezTo>
                <a:cubicBezTo>
                  <a:pt x="206718" y="240771"/>
                  <a:pt x="205886" y="238576"/>
                  <a:pt x="205886" y="236062"/>
                </a:cubicBezTo>
                <a:lnTo>
                  <a:pt x="205886" y="180109"/>
                </a:lnTo>
                <a:cubicBezTo>
                  <a:pt x="205886" y="177384"/>
                  <a:pt x="206718" y="175181"/>
                  <a:pt x="208401" y="173507"/>
                </a:cubicBezTo>
                <a:cubicBezTo>
                  <a:pt x="210074" y="171834"/>
                  <a:pt x="212168" y="170993"/>
                  <a:pt x="214683" y="170993"/>
                </a:cubicBezTo>
                <a:lnTo>
                  <a:pt x="236062" y="170993"/>
                </a:lnTo>
                <a:cubicBezTo>
                  <a:pt x="238576" y="170993"/>
                  <a:pt x="240771" y="171834"/>
                  <a:pt x="242663" y="173507"/>
                </a:cubicBezTo>
                <a:cubicBezTo>
                  <a:pt x="244337" y="175181"/>
                  <a:pt x="245178" y="177384"/>
                  <a:pt x="245178" y="180109"/>
                </a:cubicBezTo>
                <a:lnTo>
                  <a:pt x="245178" y="236062"/>
                </a:lnTo>
                <a:cubicBezTo>
                  <a:pt x="245178" y="238576"/>
                  <a:pt x="244337" y="240771"/>
                  <a:pt x="242663" y="242663"/>
                </a:cubicBezTo>
                <a:cubicBezTo>
                  <a:pt x="240771" y="244337"/>
                  <a:pt x="238576" y="245178"/>
                  <a:pt x="236062" y="245178"/>
                </a:cubicBezTo>
                <a:lnTo>
                  <a:pt x="214683" y="245178"/>
                </a:lnTo>
                <a:close/>
                <a:moveTo>
                  <a:pt x="140187" y="245178"/>
                </a:moveTo>
                <a:cubicBezTo>
                  <a:pt x="137672" y="245178"/>
                  <a:pt x="135578" y="244337"/>
                  <a:pt x="133905" y="242663"/>
                </a:cubicBezTo>
                <a:cubicBezTo>
                  <a:pt x="132021" y="240771"/>
                  <a:pt x="131070" y="238576"/>
                  <a:pt x="131070" y="236062"/>
                </a:cubicBezTo>
                <a:lnTo>
                  <a:pt x="131070" y="65690"/>
                </a:lnTo>
                <a:cubicBezTo>
                  <a:pt x="131070" y="63176"/>
                  <a:pt x="132021" y="60981"/>
                  <a:pt x="133905" y="59098"/>
                </a:cubicBezTo>
                <a:cubicBezTo>
                  <a:pt x="135578" y="57415"/>
                  <a:pt x="137672" y="56583"/>
                  <a:pt x="140187" y="56583"/>
                </a:cubicBezTo>
                <a:lnTo>
                  <a:pt x="161565" y="56583"/>
                </a:lnTo>
                <a:cubicBezTo>
                  <a:pt x="164080" y="56583"/>
                  <a:pt x="166174" y="57415"/>
                  <a:pt x="167847" y="59098"/>
                </a:cubicBezTo>
                <a:cubicBezTo>
                  <a:pt x="169740" y="60981"/>
                  <a:pt x="170682" y="63176"/>
                  <a:pt x="170682" y="65690"/>
                </a:cubicBezTo>
                <a:lnTo>
                  <a:pt x="170682" y="236062"/>
                </a:lnTo>
                <a:cubicBezTo>
                  <a:pt x="170682" y="238576"/>
                  <a:pt x="169740" y="240771"/>
                  <a:pt x="167847" y="242663"/>
                </a:cubicBezTo>
                <a:cubicBezTo>
                  <a:pt x="166174" y="244337"/>
                  <a:pt x="164080" y="245178"/>
                  <a:pt x="161565" y="245178"/>
                </a:cubicBezTo>
                <a:lnTo>
                  <a:pt x="140187" y="245178"/>
                </a:lnTo>
                <a:close/>
                <a:moveTo>
                  <a:pt x="65690" y="245178"/>
                </a:moveTo>
                <a:cubicBezTo>
                  <a:pt x="63176" y="245178"/>
                  <a:pt x="60981" y="244337"/>
                  <a:pt x="59098" y="242663"/>
                </a:cubicBezTo>
                <a:cubicBezTo>
                  <a:pt x="57415" y="240771"/>
                  <a:pt x="56583" y="238576"/>
                  <a:pt x="56583" y="236062"/>
                </a:cubicBezTo>
                <a:lnTo>
                  <a:pt x="56583" y="127303"/>
                </a:lnTo>
                <a:cubicBezTo>
                  <a:pt x="56583" y="124788"/>
                  <a:pt x="57415" y="122584"/>
                  <a:pt x="59098" y="120701"/>
                </a:cubicBezTo>
                <a:cubicBezTo>
                  <a:pt x="60981" y="119027"/>
                  <a:pt x="63176" y="118186"/>
                  <a:pt x="65690" y="118186"/>
                </a:cubicBezTo>
                <a:lnTo>
                  <a:pt x="87069" y="118186"/>
                </a:lnTo>
                <a:cubicBezTo>
                  <a:pt x="89584" y="118186"/>
                  <a:pt x="91678" y="119027"/>
                  <a:pt x="93351" y="120701"/>
                </a:cubicBezTo>
                <a:cubicBezTo>
                  <a:pt x="95034" y="122584"/>
                  <a:pt x="95866" y="124788"/>
                  <a:pt x="95866" y="127303"/>
                </a:cubicBezTo>
                <a:lnTo>
                  <a:pt x="95866" y="236062"/>
                </a:lnTo>
                <a:cubicBezTo>
                  <a:pt x="95866" y="238786"/>
                  <a:pt x="95034" y="240981"/>
                  <a:pt x="93351" y="242663"/>
                </a:cubicBezTo>
                <a:cubicBezTo>
                  <a:pt x="91678" y="244337"/>
                  <a:pt x="89584" y="245178"/>
                  <a:pt x="87069" y="245178"/>
                </a:cubicBezTo>
                <a:lnTo>
                  <a:pt x="65690" y="245178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圖說"/>
          <p:cNvSpPr/>
          <p:nvPr/>
        </p:nvSpPr>
        <p:spPr>
          <a:xfrm>
            <a:off x="3858677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長條圖</a:t>
            </a:r>
            <a:endParaRPr lang="en-US" sz="750" dirty="0"/>
          </a:p>
        </p:txBody>
      </p:sp>
      <p:sp>
        <p:nvSpPr>
          <p:cNvPr id="99" name="圖示 排名"/>
          <p:cNvSpPr/>
          <p:nvPr/>
        </p:nvSpPr>
        <p:spPr>
          <a:xfrm>
            <a:off x="4558170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5574" y="243605"/>
                </a:moveTo>
                <a:lnTo>
                  <a:pt x="106555" y="243605"/>
                </a:lnTo>
                <a:lnTo>
                  <a:pt x="106555" y="133585"/>
                </a:lnTo>
                <a:lnTo>
                  <a:pt x="45574" y="133585"/>
                </a:lnTo>
                <a:lnTo>
                  <a:pt x="45574" y="243605"/>
                </a:lnTo>
                <a:close/>
                <a:moveTo>
                  <a:pt x="120701" y="243605"/>
                </a:moveTo>
                <a:lnTo>
                  <a:pt x="181051" y="243605"/>
                </a:lnTo>
                <a:lnTo>
                  <a:pt x="181051" y="58147"/>
                </a:lnTo>
                <a:lnTo>
                  <a:pt x="120701" y="58147"/>
                </a:lnTo>
                <a:lnTo>
                  <a:pt x="120701" y="243605"/>
                </a:lnTo>
                <a:close/>
                <a:moveTo>
                  <a:pt x="195197" y="243605"/>
                </a:moveTo>
                <a:lnTo>
                  <a:pt x="256178" y="243605"/>
                </a:lnTo>
                <a:lnTo>
                  <a:pt x="256178" y="158731"/>
                </a:lnTo>
                <a:lnTo>
                  <a:pt x="195197" y="158731"/>
                </a:lnTo>
                <a:lnTo>
                  <a:pt x="195197" y="243605"/>
                </a:lnTo>
                <a:close/>
                <a:moveTo>
                  <a:pt x="31437" y="239518"/>
                </a:moveTo>
                <a:lnTo>
                  <a:pt x="31437" y="137672"/>
                </a:lnTo>
                <a:cubicBezTo>
                  <a:pt x="31437" y="132643"/>
                  <a:pt x="33211" y="128345"/>
                  <a:pt x="36777" y="124788"/>
                </a:cubicBezTo>
                <a:cubicBezTo>
                  <a:pt x="40334" y="121222"/>
                  <a:pt x="44632" y="119448"/>
                  <a:pt x="49661" y="119448"/>
                </a:cubicBezTo>
                <a:lnTo>
                  <a:pt x="106555" y="119448"/>
                </a:lnTo>
                <a:lnTo>
                  <a:pt x="106555" y="62234"/>
                </a:lnTo>
                <a:cubicBezTo>
                  <a:pt x="106555" y="57205"/>
                  <a:pt x="108338" y="52907"/>
                  <a:pt x="111904" y="49350"/>
                </a:cubicBezTo>
                <a:cubicBezTo>
                  <a:pt x="115461" y="45784"/>
                  <a:pt x="119649" y="44010"/>
                  <a:pt x="124477" y="44010"/>
                </a:cubicBezTo>
                <a:lnTo>
                  <a:pt x="177284" y="44010"/>
                </a:lnTo>
                <a:cubicBezTo>
                  <a:pt x="182103" y="44010"/>
                  <a:pt x="186291" y="45784"/>
                  <a:pt x="189857" y="49350"/>
                </a:cubicBezTo>
                <a:cubicBezTo>
                  <a:pt x="193414" y="52907"/>
                  <a:pt x="195197" y="57205"/>
                  <a:pt x="195197" y="62234"/>
                </a:cubicBezTo>
                <a:lnTo>
                  <a:pt x="195197" y="144594"/>
                </a:lnTo>
                <a:lnTo>
                  <a:pt x="252091" y="144594"/>
                </a:lnTo>
                <a:cubicBezTo>
                  <a:pt x="257120" y="144594"/>
                  <a:pt x="261418" y="146368"/>
                  <a:pt x="264975" y="149934"/>
                </a:cubicBezTo>
                <a:cubicBezTo>
                  <a:pt x="268541" y="153491"/>
                  <a:pt x="270324" y="157789"/>
                  <a:pt x="270324" y="162818"/>
                </a:cubicBezTo>
                <a:lnTo>
                  <a:pt x="270324" y="239518"/>
                </a:lnTo>
                <a:cubicBezTo>
                  <a:pt x="270324" y="244547"/>
                  <a:pt x="268541" y="248845"/>
                  <a:pt x="264975" y="252402"/>
                </a:cubicBezTo>
                <a:cubicBezTo>
                  <a:pt x="261418" y="255968"/>
                  <a:pt x="257120" y="257751"/>
                  <a:pt x="252091" y="257751"/>
                </a:cubicBezTo>
                <a:lnTo>
                  <a:pt x="49661" y="257751"/>
                </a:lnTo>
                <a:cubicBezTo>
                  <a:pt x="44632" y="257751"/>
                  <a:pt x="40334" y="255968"/>
                  <a:pt x="36777" y="252402"/>
                </a:cubicBezTo>
                <a:cubicBezTo>
                  <a:pt x="33211" y="248845"/>
                  <a:pt x="31437" y="244547"/>
                  <a:pt x="31437" y="239518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圖說"/>
          <p:cNvSpPr/>
          <p:nvPr/>
        </p:nvSpPr>
        <p:spPr>
          <a:xfrm>
            <a:off x="4413397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排名</a:t>
            </a:r>
            <a:endParaRPr lang="en-US" sz="750" dirty="0"/>
          </a:p>
        </p:txBody>
      </p:sp>
      <p:sp>
        <p:nvSpPr>
          <p:cNvPr id="101" name="圖示 占比"/>
          <p:cNvSpPr/>
          <p:nvPr/>
        </p:nvSpPr>
        <p:spPr>
          <a:xfrm>
            <a:off x="5112890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8109" y="143643"/>
                </a:moveTo>
                <a:lnTo>
                  <a:pt x="255858" y="143643"/>
                </a:lnTo>
                <a:cubicBezTo>
                  <a:pt x="254185" y="117665"/>
                  <a:pt x="244017" y="95134"/>
                  <a:pt x="225372" y="76069"/>
                </a:cubicBezTo>
                <a:cubicBezTo>
                  <a:pt x="206718" y="57205"/>
                  <a:pt x="184297" y="47146"/>
                  <a:pt x="158109" y="45894"/>
                </a:cubicBezTo>
                <a:lnTo>
                  <a:pt x="158109" y="143643"/>
                </a:lnTo>
                <a:close/>
                <a:moveTo>
                  <a:pt x="143643" y="255858"/>
                </a:moveTo>
                <a:lnTo>
                  <a:pt x="143643" y="45894"/>
                </a:lnTo>
                <a:cubicBezTo>
                  <a:pt x="116193" y="47567"/>
                  <a:pt x="93040" y="58567"/>
                  <a:pt x="74185" y="78894"/>
                </a:cubicBezTo>
                <a:cubicBezTo>
                  <a:pt x="55111" y="99222"/>
                  <a:pt x="45574" y="123215"/>
                  <a:pt x="45574" y="150876"/>
                </a:cubicBezTo>
                <a:cubicBezTo>
                  <a:pt x="45574" y="178537"/>
                  <a:pt x="55111" y="202530"/>
                  <a:pt x="74185" y="222858"/>
                </a:cubicBezTo>
                <a:cubicBezTo>
                  <a:pt x="93040" y="243185"/>
                  <a:pt x="116193" y="254185"/>
                  <a:pt x="143643" y="255858"/>
                </a:cubicBezTo>
                <a:close/>
                <a:moveTo>
                  <a:pt x="158109" y="255858"/>
                </a:moveTo>
                <a:cubicBezTo>
                  <a:pt x="184297" y="254606"/>
                  <a:pt x="206718" y="244547"/>
                  <a:pt x="225372" y="225683"/>
                </a:cubicBezTo>
                <a:cubicBezTo>
                  <a:pt x="243816" y="206618"/>
                  <a:pt x="253975" y="184087"/>
                  <a:pt x="255858" y="158109"/>
                </a:cubicBezTo>
                <a:lnTo>
                  <a:pt x="158109" y="158109"/>
                </a:lnTo>
                <a:lnTo>
                  <a:pt x="158109" y="255858"/>
                </a:lnTo>
                <a:close/>
                <a:moveTo>
                  <a:pt x="150876" y="150876"/>
                </a:moveTo>
                <a:close/>
                <a:moveTo>
                  <a:pt x="150876" y="270324"/>
                </a:moveTo>
                <a:cubicBezTo>
                  <a:pt x="134325" y="270324"/>
                  <a:pt x="118817" y="267179"/>
                  <a:pt x="104360" y="260887"/>
                </a:cubicBezTo>
                <a:cubicBezTo>
                  <a:pt x="89684" y="254606"/>
                  <a:pt x="77011" y="246120"/>
                  <a:pt x="66321" y="235431"/>
                </a:cubicBezTo>
                <a:cubicBezTo>
                  <a:pt x="55632" y="224741"/>
                  <a:pt x="47146" y="212068"/>
                  <a:pt x="40865" y="197401"/>
                </a:cubicBezTo>
                <a:cubicBezTo>
                  <a:pt x="34573" y="182935"/>
                  <a:pt x="31437" y="167427"/>
                  <a:pt x="31437" y="150876"/>
                </a:cubicBezTo>
                <a:cubicBezTo>
                  <a:pt x="31437" y="134325"/>
                  <a:pt x="34573" y="118817"/>
                  <a:pt x="40865" y="104360"/>
                </a:cubicBezTo>
                <a:cubicBezTo>
                  <a:pt x="47146" y="89684"/>
                  <a:pt x="55632" y="77011"/>
                  <a:pt x="66321" y="66321"/>
                </a:cubicBezTo>
                <a:cubicBezTo>
                  <a:pt x="77011" y="55632"/>
                  <a:pt x="89684" y="47146"/>
                  <a:pt x="104360" y="40865"/>
                </a:cubicBezTo>
                <a:cubicBezTo>
                  <a:pt x="118817" y="34573"/>
                  <a:pt x="134325" y="31437"/>
                  <a:pt x="150876" y="31437"/>
                </a:cubicBezTo>
                <a:cubicBezTo>
                  <a:pt x="167427" y="31437"/>
                  <a:pt x="182935" y="34573"/>
                  <a:pt x="197401" y="40865"/>
                </a:cubicBezTo>
                <a:cubicBezTo>
                  <a:pt x="211857" y="47146"/>
                  <a:pt x="224531" y="55632"/>
                  <a:pt x="235431" y="66321"/>
                </a:cubicBezTo>
                <a:cubicBezTo>
                  <a:pt x="246120" y="77221"/>
                  <a:pt x="254606" y="89895"/>
                  <a:pt x="260887" y="104360"/>
                </a:cubicBezTo>
                <a:cubicBezTo>
                  <a:pt x="267179" y="118817"/>
                  <a:pt x="270324" y="134325"/>
                  <a:pt x="270324" y="150876"/>
                </a:cubicBezTo>
                <a:cubicBezTo>
                  <a:pt x="270324" y="167427"/>
                  <a:pt x="267179" y="182935"/>
                  <a:pt x="260887" y="197401"/>
                </a:cubicBezTo>
                <a:cubicBezTo>
                  <a:pt x="254606" y="211857"/>
                  <a:pt x="246120" y="224531"/>
                  <a:pt x="235431" y="235431"/>
                </a:cubicBezTo>
                <a:cubicBezTo>
                  <a:pt x="224741" y="246120"/>
                  <a:pt x="212068" y="254606"/>
                  <a:pt x="197401" y="260887"/>
                </a:cubicBezTo>
                <a:cubicBezTo>
                  <a:pt x="182935" y="267179"/>
                  <a:pt x="167427" y="270324"/>
                  <a:pt x="150876" y="270324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圖說"/>
          <p:cNvSpPr/>
          <p:nvPr/>
        </p:nvSpPr>
        <p:spPr>
          <a:xfrm>
            <a:off x="4968118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750" dirty="0"/>
          </a:p>
        </p:txBody>
      </p:sp>
      <p:sp>
        <p:nvSpPr>
          <p:cNvPr id="103" name="圖示 表格"/>
          <p:cNvSpPr/>
          <p:nvPr/>
        </p:nvSpPr>
        <p:spPr>
          <a:xfrm>
            <a:off x="5667611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39518" y="257431"/>
                </a:moveTo>
                <a:lnTo>
                  <a:pt x="62234" y="257431"/>
                </a:lnTo>
                <a:cubicBezTo>
                  <a:pt x="57205" y="257431"/>
                  <a:pt x="52907" y="255648"/>
                  <a:pt x="49350" y="252091"/>
                </a:cubicBezTo>
                <a:cubicBezTo>
                  <a:pt x="45784" y="248525"/>
                  <a:pt x="44010" y="244337"/>
                  <a:pt x="44010" y="239518"/>
                </a:cubicBezTo>
                <a:lnTo>
                  <a:pt x="44010" y="62234"/>
                </a:lnTo>
                <a:cubicBezTo>
                  <a:pt x="44010" y="57205"/>
                  <a:pt x="45784" y="52907"/>
                  <a:pt x="49350" y="49350"/>
                </a:cubicBezTo>
                <a:cubicBezTo>
                  <a:pt x="52907" y="45784"/>
                  <a:pt x="57205" y="44010"/>
                  <a:pt x="62234" y="44010"/>
                </a:cubicBezTo>
                <a:lnTo>
                  <a:pt x="239518" y="44010"/>
                </a:lnTo>
                <a:cubicBezTo>
                  <a:pt x="244547" y="44010"/>
                  <a:pt x="248845" y="45784"/>
                  <a:pt x="252402" y="49350"/>
                </a:cubicBezTo>
                <a:cubicBezTo>
                  <a:pt x="255968" y="52907"/>
                  <a:pt x="257751" y="57205"/>
                  <a:pt x="257751" y="62234"/>
                </a:cubicBezTo>
                <a:lnTo>
                  <a:pt x="257751" y="239518"/>
                </a:lnTo>
                <a:cubicBezTo>
                  <a:pt x="257751" y="244337"/>
                  <a:pt x="255968" y="248525"/>
                  <a:pt x="252402" y="252091"/>
                </a:cubicBezTo>
                <a:cubicBezTo>
                  <a:pt x="248845" y="255648"/>
                  <a:pt x="244547" y="257431"/>
                  <a:pt x="239518" y="257431"/>
                </a:cubicBezTo>
                <a:close/>
                <a:moveTo>
                  <a:pt x="58147" y="104040"/>
                </a:moveTo>
                <a:lnTo>
                  <a:pt x="243605" y="104040"/>
                </a:lnTo>
                <a:lnTo>
                  <a:pt x="243605" y="62234"/>
                </a:lnTo>
                <a:cubicBezTo>
                  <a:pt x="243605" y="61192"/>
                  <a:pt x="243185" y="60250"/>
                  <a:pt x="242343" y="59409"/>
                </a:cubicBezTo>
                <a:cubicBezTo>
                  <a:pt x="241502" y="58567"/>
                  <a:pt x="240560" y="58147"/>
                  <a:pt x="239518" y="58147"/>
                </a:cubicBezTo>
                <a:lnTo>
                  <a:pt x="62234" y="58147"/>
                </a:lnTo>
                <a:cubicBezTo>
                  <a:pt x="61192" y="58147"/>
                  <a:pt x="60250" y="58567"/>
                  <a:pt x="59409" y="59409"/>
                </a:cubicBezTo>
                <a:cubicBezTo>
                  <a:pt x="58567" y="60250"/>
                  <a:pt x="58147" y="61192"/>
                  <a:pt x="58147" y="62234"/>
                </a:cubicBezTo>
                <a:lnTo>
                  <a:pt x="58147" y="104040"/>
                </a:lnTo>
                <a:close/>
                <a:moveTo>
                  <a:pt x="99011" y="118186"/>
                </a:moveTo>
                <a:lnTo>
                  <a:pt x="58147" y="118186"/>
                </a:lnTo>
                <a:lnTo>
                  <a:pt x="58147" y="239518"/>
                </a:lnTo>
                <a:cubicBezTo>
                  <a:pt x="58147" y="240350"/>
                  <a:pt x="58567" y="241191"/>
                  <a:pt x="59409" y="242033"/>
                </a:cubicBezTo>
                <a:cubicBezTo>
                  <a:pt x="60250" y="242865"/>
                  <a:pt x="61192" y="243285"/>
                  <a:pt x="62234" y="243285"/>
                </a:cubicBezTo>
                <a:lnTo>
                  <a:pt x="99011" y="243285"/>
                </a:lnTo>
                <a:lnTo>
                  <a:pt x="99011" y="118186"/>
                </a:lnTo>
                <a:close/>
                <a:moveTo>
                  <a:pt x="202741" y="118186"/>
                </a:moveTo>
                <a:lnTo>
                  <a:pt x="202741" y="243285"/>
                </a:lnTo>
                <a:lnTo>
                  <a:pt x="239518" y="243285"/>
                </a:lnTo>
                <a:cubicBezTo>
                  <a:pt x="240560" y="243285"/>
                  <a:pt x="241502" y="242865"/>
                  <a:pt x="242343" y="242033"/>
                </a:cubicBezTo>
                <a:cubicBezTo>
                  <a:pt x="243185" y="241191"/>
                  <a:pt x="243605" y="240350"/>
                  <a:pt x="243605" y="239518"/>
                </a:cubicBezTo>
                <a:lnTo>
                  <a:pt x="243605" y="118186"/>
                </a:lnTo>
                <a:lnTo>
                  <a:pt x="202741" y="118186"/>
                </a:lnTo>
                <a:close/>
                <a:moveTo>
                  <a:pt x="188595" y="118186"/>
                </a:moveTo>
                <a:lnTo>
                  <a:pt x="113157" y="118186"/>
                </a:lnTo>
                <a:lnTo>
                  <a:pt x="113157" y="243285"/>
                </a:lnTo>
                <a:lnTo>
                  <a:pt x="188595" y="243285"/>
                </a:lnTo>
                <a:lnTo>
                  <a:pt x="188595" y="118186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圖說"/>
          <p:cNvSpPr/>
          <p:nvPr/>
        </p:nvSpPr>
        <p:spPr>
          <a:xfrm>
            <a:off x="5522839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</a:t>
            </a:r>
            <a:endParaRPr lang="en-US" sz="750" dirty="0"/>
          </a:p>
        </p:txBody>
      </p:sp>
      <p:sp>
        <p:nvSpPr>
          <p:cNvPr id="105" name="圖示 上升"/>
          <p:cNvSpPr/>
          <p:nvPr/>
        </p:nvSpPr>
        <p:spPr>
          <a:xfrm>
            <a:off x="6222332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36777" y="217517"/>
                </a:moveTo>
                <a:cubicBezTo>
                  <a:pt x="35305" y="216256"/>
                  <a:pt x="34573" y="214582"/>
                  <a:pt x="34573" y="212488"/>
                </a:cubicBezTo>
                <a:cubicBezTo>
                  <a:pt x="34573" y="210595"/>
                  <a:pt x="35305" y="208922"/>
                  <a:pt x="36777" y="207459"/>
                </a:cubicBezTo>
                <a:lnTo>
                  <a:pt x="104040" y="140187"/>
                </a:lnTo>
                <a:cubicBezTo>
                  <a:pt x="107396" y="136840"/>
                  <a:pt x="111584" y="135157"/>
                  <a:pt x="116613" y="135157"/>
                </a:cubicBezTo>
                <a:cubicBezTo>
                  <a:pt x="121643" y="135157"/>
                  <a:pt x="125940" y="136840"/>
                  <a:pt x="129506" y="140187"/>
                </a:cubicBezTo>
                <a:lnTo>
                  <a:pt x="165964" y="176653"/>
                </a:lnTo>
                <a:cubicBezTo>
                  <a:pt x="166595" y="177485"/>
                  <a:pt x="167427" y="177906"/>
                  <a:pt x="168478" y="177906"/>
                </a:cubicBezTo>
                <a:cubicBezTo>
                  <a:pt x="169530" y="177906"/>
                  <a:pt x="170472" y="177485"/>
                  <a:pt x="171304" y="176653"/>
                </a:cubicBezTo>
                <a:lnTo>
                  <a:pt x="246742" y="101846"/>
                </a:lnTo>
                <a:lnTo>
                  <a:pt x="211226" y="101846"/>
                </a:lnTo>
                <a:cubicBezTo>
                  <a:pt x="209343" y="101846"/>
                  <a:pt x="207660" y="101105"/>
                  <a:pt x="206197" y="99642"/>
                </a:cubicBezTo>
                <a:cubicBezTo>
                  <a:pt x="204944" y="98170"/>
                  <a:pt x="204314" y="96497"/>
                  <a:pt x="204314" y="94613"/>
                </a:cubicBezTo>
                <a:cubicBezTo>
                  <a:pt x="204314" y="92519"/>
                  <a:pt x="204944" y="90836"/>
                  <a:pt x="206197" y="89584"/>
                </a:cubicBezTo>
                <a:cubicBezTo>
                  <a:pt x="207660" y="88112"/>
                  <a:pt x="209343" y="87380"/>
                  <a:pt x="211226" y="87380"/>
                </a:cubicBezTo>
                <a:lnTo>
                  <a:pt x="261208" y="87380"/>
                </a:lnTo>
                <a:cubicBezTo>
                  <a:pt x="263932" y="87380"/>
                  <a:pt x="266127" y="88221"/>
                  <a:pt x="267809" y="89895"/>
                </a:cubicBezTo>
                <a:cubicBezTo>
                  <a:pt x="269483" y="91787"/>
                  <a:pt x="270324" y="93982"/>
                  <a:pt x="270324" y="96497"/>
                </a:cubicBezTo>
                <a:lnTo>
                  <a:pt x="270324" y="146478"/>
                </a:lnTo>
                <a:cubicBezTo>
                  <a:pt x="270324" y="148361"/>
                  <a:pt x="269693" y="150035"/>
                  <a:pt x="268431" y="151507"/>
                </a:cubicBezTo>
                <a:cubicBezTo>
                  <a:pt x="267179" y="152970"/>
                  <a:pt x="265496" y="153701"/>
                  <a:pt x="263402" y="153701"/>
                </a:cubicBezTo>
                <a:cubicBezTo>
                  <a:pt x="261518" y="153701"/>
                  <a:pt x="259845" y="152970"/>
                  <a:pt x="258373" y="151507"/>
                </a:cubicBezTo>
                <a:cubicBezTo>
                  <a:pt x="256910" y="150035"/>
                  <a:pt x="256178" y="148361"/>
                  <a:pt x="256178" y="146478"/>
                </a:cubicBezTo>
                <a:lnTo>
                  <a:pt x="256178" y="112215"/>
                </a:lnTo>
                <a:lnTo>
                  <a:pt x="181051" y="187342"/>
                </a:lnTo>
                <a:cubicBezTo>
                  <a:pt x="177695" y="190689"/>
                  <a:pt x="173507" y="192371"/>
                  <a:pt x="168478" y="192371"/>
                </a:cubicBezTo>
                <a:cubicBezTo>
                  <a:pt x="163449" y="192371"/>
                  <a:pt x="159151" y="190689"/>
                  <a:pt x="155594" y="187342"/>
                </a:cubicBezTo>
                <a:lnTo>
                  <a:pt x="119128" y="150876"/>
                </a:lnTo>
                <a:cubicBezTo>
                  <a:pt x="118497" y="150245"/>
                  <a:pt x="117555" y="149934"/>
                  <a:pt x="116303" y="149934"/>
                </a:cubicBezTo>
                <a:cubicBezTo>
                  <a:pt x="115251" y="149934"/>
                  <a:pt x="114419" y="150245"/>
                  <a:pt x="113788" y="150876"/>
                </a:cubicBezTo>
                <a:lnTo>
                  <a:pt x="46836" y="217828"/>
                </a:lnTo>
                <a:cubicBezTo>
                  <a:pt x="45363" y="219291"/>
                  <a:pt x="43690" y="220032"/>
                  <a:pt x="41806" y="220032"/>
                </a:cubicBezTo>
                <a:cubicBezTo>
                  <a:pt x="39923" y="220032"/>
                  <a:pt x="38240" y="219191"/>
                  <a:pt x="36777" y="217517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圖說"/>
          <p:cNvSpPr/>
          <p:nvPr/>
        </p:nvSpPr>
        <p:spPr>
          <a:xfrm>
            <a:off x="6077560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750" dirty="0"/>
          </a:p>
        </p:txBody>
      </p:sp>
      <p:sp>
        <p:nvSpPr>
          <p:cNvPr id="107" name="圖示 下降"/>
          <p:cNvSpPr/>
          <p:nvPr/>
        </p:nvSpPr>
        <p:spPr>
          <a:xfrm>
            <a:off x="6777053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46742" y="206508"/>
                </a:moveTo>
                <a:lnTo>
                  <a:pt x="171304" y="131070"/>
                </a:lnTo>
                <a:cubicBezTo>
                  <a:pt x="170472" y="130448"/>
                  <a:pt x="169530" y="130128"/>
                  <a:pt x="168478" y="130128"/>
                </a:cubicBezTo>
                <a:cubicBezTo>
                  <a:pt x="167427" y="130128"/>
                  <a:pt x="166595" y="130448"/>
                  <a:pt x="165964" y="131070"/>
                </a:cubicBezTo>
                <a:lnTo>
                  <a:pt x="129506" y="167847"/>
                </a:lnTo>
                <a:cubicBezTo>
                  <a:pt x="125940" y="171203"/>
                  <a:pt x="121643" y="172876"/>
                  <a:pt x="116613" y="172876"/>
                </a:cubicBezTo>
                <a:cubicBezTo>
                  <a:pt x="111584" y="172876"/>
                  <a:pt x="107396" y="171203"/>
                  <a:pt x="104040" y="167847"/>
                </a:cubicBezTo>
                <a:lnTo>
                  <a:pt x="36777" y="100273"/>
                </a:lnTo>
                <a:cubicBezTo>
                  <a:pt x="35305" y="99011"/>
                  <a:pt x="34573" y="97338"/>
                  <a:pt x="34573" y="95244"/>
                </a:cubicBezTo>
                <a:cubicBezTo>
                  <a:pt x="34573" y="93351"/>
                  <a:pt x="35305" y="91577"/>
                  <a:pt x="36777" y="89895"/>
                </a:cubicBezTo>
                <a:cubicBezTo>
                  <a:pt x="38240" y="88642"/>
                  <a:pt x="39923" y="88011"/>
                  <a:pt x="41806" y="88011"/>
                </a:cubicBezTo>
                <a:cubicBezTo>
                  <a:pt x="43690" y="88011"/>
                  <a:pt x="45363" y="88642"/>
                  <a:pt x="46836" y="89895"/>
                </a:cubicBezTo>
                <a:lnTo>
                  <a:pt x="113788" y="157167"/>
                </a:lnTo>
                <a:cubicBezTo>
                  <a:pt x="114419" y="157789"/>
                  <a:pt x="115251" y="158109"/>
                  <a:pt x="116303" y="158109"/>
                </a:cubicBezTo>
                <a:cubicBezTo>
                  <a:pt x="117555" y="158109"/>
                  <a:pt x="118497" y="157789"/>
                  <a:pt x="119128" y="157167"/>
                </a:cubicBezTo>
                <a:lnTo>
                  <a:pt x="155594" y="120390"/>
                </a:lnTo>
                <a:cubicBezTo>
                  <a:pt x="159151" y="117034"/>
                  <a:pt x="163449" y="115361"/>
                  <a:pt x="168478" y="115361"/>
                </a:cubicBezTo>
                <a:cubicBezTo>
                  <a:pt x="173507" y="115361"/>
                  <a:pt x="177695" y="117034"/>
                  <a:pt x="181051" y="120390"/>
                </a:cubicBezTo>
                <a:lnTo>
                  <a:pt x="256178" y="195828"/>
                </a:lnTo>
                <a:lnTo>
                  <a:pt x="256178" y="161565"/>
                </a:lnTo>
                <a:cubicBezTo>
                  <a:pt x="256178" y="159471"/>
                  <a:pt x="256910" y="157789"/>
                  <a:pt x="258373" y="156536"/>
                </a:cubicBezTo>
                <a:cubicBezTo>
                  <a:pt x="259845" y="155064"/>
                  <a:pt x="261518" y="154332"/>
                  <a:pt x="263402" y="154332"/>
                </a:cubicBezTo>
                <a:cubicBezTo>
                  <a:pt x="265496" y="154332"/>
                  <a:pt x="267179" y="155064"/>
                  <a:pt x="268431" y="156536"/>
                </a:cubicBezTo>
                <a:cubicBezTo>
                  <a:pt x="269693" y="157789"/>
                  <a:pt x="270324" y="159471"/>
                  <a:pt x="270324" y="161565"/>
                </a:cubicBezTo>
                <a:lnTo>
                  <a:pt x="270324" y="211537"/>
                </a:lnTo>
                <a:cubicBezTo>
                  <a:pt x="270324" y="214052"/>
                  <a:pt x="269483" y="216256"/>
                  <a:pt x="267809" y="218139"/>
                </a:cubicBezTo>
                <a:cubicBezTo>
                  <a:pt x="266127" y="219822"/>
                  <a:pt x="263932" y="220654"/>
                  <a:pt x="261208" y="220654"/>
                </a:cubicBezTo>
                <a:lnTo>
                  <a:pt x="211226" y="220654"/>
                </a:lnTo>
                <a:cubicBezTo>
                  <a:pt x="209343" y="220654"/>
                  <a:pt x="207660" y="219922"/>
                  <a:pt x="206197" y="218459"/>
                </a:cubicBezTo>
                <a:cubicBezTo>
                  <a:pt x="204944" y="217197"/>
                  <a:pt x="204314" y="215524"/>
                  <a:pt x="204314" y="213430"/>
                </a:cubicBezTo>
                <a:cubicBezTo>
                  <a:pt x="204314" y="211327"/>
                  <a:pt x="204944" y="209654"/>
                  <a:pt x="206197" y="208401"/>
                </a:cubicBezTo>
                <a:cubicBezTo>
                  <a:pt x="207660" y="207139"/>
                  <a:pt x="209343" y="206508"/>
                  <a:pt x="211226" y="206508"/>
                </a:cubicBezTo>
                <a:lnTo>
                  <a:pt x="246742" y="206508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圖說"/>
          <p:cNvSpPr/>
          <p:nvPr/>
        </p:nvSpPr>
        <p:spPr>
          <a:xfrm>
            <a:off x="6632280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下降</a:t>
            </a:r>
            <a:endParaRPr lang="en-US" sz="750" dirty="0"/>
          </a:p>
        </p:txBody>
      </p:sp>
      <p:sp>
        <p:nvSpPr>
          <p:cNvPr id="109" name="圖示 時間軸"/>
          <p:cNvSpPr/>
          <p:nvPr/>
        </p:nvSpPr>
        <p:spPr>
          <a:xfrm>
            <a:off x="7331774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35515" y="223168"/>
                </a:moveTo>
                <a:cubicBezTo>
                  <a:pt x="30075" y="223168"/>
                  <a:pt x="25356" y="221285"/>
                  <a:pt x="21379" y="217517"/>
                </a:cubicBezTo>
                <a:cubicBezTo>
                  <a:pt x="17602" y="213531"/>
                  <a:pt x="15719" y="208812"/>
                  <a:pt x="15719" y="203372"/>
                </a:cubicBezTo>
                <a:cubicBezTo>
                  <a:pt x="15719" y="197922"/>
                  <a:pt x="17602" y="193313"/>
                  <a:pt x="21379" y="189537"/>
                </a:cubicBezTo>
                <a:cubicBezTo>
                  <a:pt x="25356" y="185770"/>
                  <a:pt x="29965" y="183877"/>
                  <a:pt x="35204" y="183877"/>
                </a:cubicBezTo>
                <a:cubicBezTo>
                  <a:pt x="36466" y="183877"/>
                  <a:pt x="37719" y="183986"/>
                  <a:pt x="38981" y="184197"/>
                </a:cubicBezTo>
                <a:cubicBezTo>
                  <a:pt x="40234" y="184407"/>
                  <a:pt x="41697" y="184828"/>
                  <a:pt x="43379" y="185449"/>
                </a:cubicBezTo>
                <a:lnTo>
                  <a:pt x="107497" y="121012"/>
                </a:lnTo>
                <a:cubicBezTo>
                  <a:pt x="106875" y="119549"/>
                  <a:pt x="106454" y="118186"/>
                  <a:pt x="106244" y="116933"/>
                </a:cubicBezTo>
                <a:cubicBezTo>
                  <a:pt x="106034" y="115672"/>
                  <a:pt x="105924" y="114419"/>
                  <a:pt x="105924" y="113157"/>
                </a:cubicBezTo>
                <a:cubicBezTo>
                  <a:pt x="105924" y="107707"/>
                  <a:pt x="107917" y="102998"/>
                  <a:pt x="111904" y="99011"/>
                </a:cubicBezTo>
                <a:cubicBezTo>
                  <a:pt x="115672" y="95244"/>
                  <a:pt x="120280" y="93351"/>
                  <a:pt x="125730" y="93351"/>
                </a:cubicBezTo>
                <a:cubicBezTo>
                  <a:pt x="131180" y="93351"/>
                  <a:pt x="135889" y="95344"/>
                  <a:pt x="139876" y="99331"/>
                </a:cubicBezTo>
                <a:cubicBezTo>
                  <a:pt x="143643" y="103099"/>
                  <a:pt x="145536" y="107707"/>
                  <a:pt x="145536" y="113157"/>
                </a:cubicBezTo>
                <a:cubicBezTo>
                  <a:pt x="145536" y="113998"/>
                  <a:pt x="145115" y="116613"/>
                  <a:pt x="144274" y="121012"/>
                </a:cubicBezTo>
                <a:lnTo>
                  <a:pt x="180740" y="157478"/>
                </a:lnTo>
                <a:cubicBezTo>
                  <a:pt x="182414" y="157057"/>
                  <a:pt x="183877" y="156746"/>
                  <a:pt x="185139" y="156536"/>
                </a:cubicBezTo>
                <a:cubicBezTo>
                  <a:pt x="186181" y="156326"/>
                  <a:pt x="187342" y="156216"/>
                  <a:pt x="188595" y="156216"/>
                </a:cubicBezTo>
                <a:cubicBezTo>
                  <a:pt x="189857" y="156216"/>
                  <a:pt x="191110" y="156326"/>
                  <a:pt x="192371" y="156536"/>
                </a:cubicBezTo>
                <a:cubicBezTo>
                  <a:pt x="193414" y="156746"/>
                  <a:pt x="194776" y="157167"/>
                  <a:pt x="196450" y="157789"/>
                </a:cubicBezTo>
                <a:lnTo>
                  <a:pt x="248314" y="105924"/>
                </a:lnTo>
                <a:cubicBezTo>
                  <a:pt x="247693" y="104461"/>
                  <a:pt x="247272" y="103099"/>
                  <a:pt x="247062" y="101846"/>
                </a:cubicBezTo>
                <a:cubicBezTo>
                  <a:pt x="246851" y="100584"/>
                  <a:pt x="246742" y="99331"/>
                  <a:pt x="246742" y="98069"/>
                </a:cubicBezTo>
                <a:cubicBezTo>
                  <a:pt x="246742" y="92620"/>
                  <a:pt x="248635" y="88011"/>
                  <a:pt x="252402" y="84244"/>
                </a:cubicBezTo>
                <a:cubicBezTo>
                  <a:pt x="256389" y="80467"/>
                  <a:pt x="260997" y="78584"/>
                  <a:pt x="266237" y="78584"/>
                </a:cubicBezTo>
                <a:cubicBezTo>
                  <a:pt x="271888" y="78584"/>
                  <a:pt x="276606" y="80467"/>
                  <a:pt x="280382" y="84244"/>
                </a:cubicBezTo>
                <a:cubicBezTo>
                  <a:pt x="284150" y="88221"/>
                  <a:pt x="286033" y="92940"/>
                  <a:pt x="286033" y="98380"/>
                </a:cubicBezTo>
                <a:cubicBezTo>
                  <a:pt x="286033" y="103830"/>
                  <a:pt x="284150" y="108439"/>
                  <a:pt x="280382" y="112215"/>
                </a:cubicBezTo>
                <a:cubicBezTo>
                  <a:pt x="276606" y="115982"/>
                  <a:pt x="271997" y="117875"/>
                  <a:pt x="266548" y="117875"/>
                </a:cubicBezTo>
                <a:cubicBezTo>
                  <a:pt x="265295" y="117875"/>
                  <a:pt x="264033" y="117766"/>
                  <a:pt x="262780" y="117555"/>
                </a:cubicBezTo>
                <a:cubicBezTo>
                  <a:pt x="261518" y="117345"/>
                  <a:pt x="260156" y="116933"/>
                  <a:pt x="258693" y="116303"/>
                </a:cubicBezTo>
                <a:lnTo>
                  <a:pt x="206828" y="168167"/>
                </a:lnTo>
                <a:cubicBezTo>
                  <a:pt x="207459" y="169841"/>
                  <a:pt x="207871" y="171203"/>
                  <a:pt x="208081" y="172255"/>
                </a:cubicBezTo>
                <a:cubicBezTo>
                  <a:pt x="208291" y="173507"/>
                  <a:pt x="208401" y="174769"/>
                  <a:pt x="208401" y="176022"/>
                </a:cubicBezTo>
                <a:cubicBezTo>
                  <a:pt x="208401" y="181472"/>
                  <a:pt x="206408" y="186080"/>
                  <a:pt x="202430" y="189857"/>
                </a:cubicBezTo>
                <a:cubicBezTo>
                  <a:pt x="198653" y="193835"/>
                  <a:pt x="194045" y="195828"/>
                  <a:pt x="188595" y="195828"/>
                </a:cubicBezTo>
                <a:cubicBezTo>
                  <a:pt x="183145" y="195828"/>
                  <a:pt x="178537" y="193835"/>
                  <a:pt x="174769" y="189857"/>
                </a:cubicBezTo>
                <a:cubicBezTo>
                  <a:pt x="170782" y="186080"/>
                  <a:pt x="168789" y="181472"/>
                  <a:pt x="168789" y="176022"/>
                </a:cubicBezTo>
                <a:cubicBezTo>
                  <a:pt x="168789" y="174769"/>
                  <a:pt x="168899" y="173507"/>
                  <a:pt x="169109" y="172255"/>
                </a:cubicBezTo>
                <a:cubicBezTo>
                  <a:pt x="169319" y="170993"/>
                  <a:pt x="169740" y="169630"/>
                  <a:pt x="170362" y="168167"/>
                </a:cubicBezTo>
                <a:lnTo>
                  <a:pt x="133585" y="131390"/>
                </a:lnTo>
                <a:cubicBezTo>
                  <a:pt x="132122" y="132021"/>
                  <a:pt x="130759" y="132433"/>
                  <a:pt x="129506" y="132643"/>
                </a:cubicBezTo>
                <a:cubicBezTo>
                  <a:pt x="128245" y="132853"/>
                  <a:pt x="126992" y="132963"/>
                  <a:pt x="125730" y="132963"/>
                </a:cubicBezTo>
                <a:cubicBezTo>
                  <a:pt x="124889" y="132963"/>
                  <a:pt x="122274" y="132542"/>
                  <a:pt x="117875" y="131701"/>
                </a:cubicBezTo>
                <a:lnTo>
                  <a:pt x="53748" y="195828"/>
                </a:lnTo>
                <a:cubicBezTo>
                  <a:pt x="54379" y="197291"/>
                  <a:pt x="54800" y="198653"/>
                  <a:pt x="55010" y="199915"/>
                </a:cubicBezTo>
                <a:cubicBezTo>
                  <a:pt x="55010" y="201168"/>
                  <a:pt x="55010" y="202430"/>
                  <a:pt x="55010" y="203683"/>
                </a:cubicBezTo>
                <a:cubicBezTo>
                  <a:pt x="55010" y="208922"/>
                  <a:pt x="53117" y="213531"/>
                  <a:pt x="49350" y="217517"/>
                </a:cubicBezTo>
                <a:cubicBezTo>
                  <a:pt x="45574" y="221285"/>
                  <a:pt x="40965" y="223168"/>
                  <a:pt x="35515" y="223168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圖說"/>
          <p:cNvSpPr/>
          <p:nvPr/>
        </p:nvSpPr>
        <p:spPr>
          <a:xfrm>
            <a:off x="7187001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</a:t>
            </a:r>
            <a:endParaRPr lang="en-US" sz="750" dirty="0"/>
          </a:p>
        </p:txBody>
      </p:sp>
      <p:sp>
        <p:nvSpPr>
          <p:cNvPr id="111" name="圖示 效能"/>
          <p:cNvSpPr/>
          <p:nvPr/>
        </p:nvSpPr>
        <p:spPr>
          <a:xfrm>
            <a:off x="7886494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8992" y="202110"/>
                </a:moveTo>
                <a:cubicBezTo>
                  <a:pt x="156957" y="201900"/>
                  <a:pt x="162717" y="199074"/>
                  <a:pt x="166274" y="193624"/>
                </a:cubicBezTo>
                <a:lnTo>
                  <a:pt x="219401" y="113788"/>
                </a:lnTo>
                <a:cubicBezTo>
                  <a:pt x="220864" y="111694"/>
                  <a:pt x="220654" y="109801"/>
                  <a:pt x="218770" y="108128"/>
                </a:cubicBezTo>
                <a:cubicBezTo>
                  <a:pt x="217097" y="106244"/>
                  <a:pt x="215103" y="106034"/>
                  <a:pt x="212799" y="107497"/>
                </a:cubicBezTo>
                <a:lnTo>
                  <a:pt x="133905" y="160934"/>
                </a:lnTo>
                <a:cubicBezTo>
                  <a:pt x="128455" y="164501"/>
                  <a:pt x="125520" y="170261"/>
                  <a:pt x="125099" y="178226"/>
                </a:cubicBezTo>
                <a:cubicBezTo>
                  <a:pt x="124678" y="185980"/>
                  <a:pt x="126571" y="192051"/>
                  <a:pt x="130759" y="196450"/>
                </a:cubicBezTo>
                <a:cubicBezTo>
                  <a:pt x="135157" y="200647"/>
                  <a:pt x="141238" y="202530"/>
                  <a:pt x="148992" y="202110"/>
                </a:cubicBezTo>
                <a:close/>
                <a:moveTo>
                  <a:pt x="150245" y="56894"/>
                </a:moveTo>
                <a:cubicBezTo>
                  <a:pt x="160093" y="56894"/>
                  <a:pt x="169841" y="58046"/>
                  <a:pt x="179478" y="60350"/>
                </a:cubicBezTo>
                <a:cubicBezTo>
                  <a:pt x="189327" y="62865"/>
                  <a:pt x="198964" y="66742"/>
                  <a:pt x="208401" y="71982"/>
                </a:cubicBezTo>
                <a:cubicBezTo>
                  <a:pt x="210074" y="73024"/>
                  <a:pt x="211126" y="74597"/>
                  <a:pt x="211537" y="76700"/>
                </a:cubicBezTo>
                <a:cubicBezTo>
                  <a:pt x="211958" y="78584"/>
                  <a:pt x="211537" y="80467"/>
                  <a:pt x="210285" y="82351"/>
                </a:cubicBezTo>
                <a:cubicBezTo>
                  <a:pt x="209023" y="84033"/>
                  <a:pt x="207560" y="84975"/>
                  <a:pt x="205886" y="85186"/>
                </a:cubicBezTo>
                <a:cubicBezTo>
                  <a:pt x="204204" y="85396"/>
                  <a:pt x="202430" y="84975"/>
                  <a:pt x="200537" y="83924"/>
                </a:cubicBezTo>
                <a:cubicBezTo>
                  <a:pt x="192161" y="79525"/>
                  <a:pt x="183566" y="76279"/>
                  <a:pt x="174769" y="74185"/>
                </a:cubicBezTo>
                <a:cubicBezTo>
                  <a:pt x="166174" y="72082"/>
                  <a:pt x="157999" y="71040"/>
                  <a:pt x="150245" y="71040"/>
                </a:cubicBezTo>
                <a:cubicBezTo>
                  <a:pt x="121332" y="71040"/>
                  <a:pt x="96707" y="81308"/>
                  <a:pt x="76380" y="101846"/>
                </a:cubicBezTo>
                <a:cubicBezTo>
                  <a:pt x="55842" y="122584"/>
                  <a:pt x="45574" y="147630"/>
                  <a:pt x="45574" y="176964"/>
                </a:cubicBezTo>
                <a:cubicBezTo>
                  <a:pt x="45574" y="186181"/>
                  <a:pt x="46936" y="195508"/>
                  <a:pt x="49661" y="204944"/>
                </a:cubicBezTo>
                <a:cubicBezTo>
                  <a:pt x="52176" y="214162"/>
                  <a:pt x="55742" y="222858"/>
                  <a:pt x="60350" y="231032"/>
                </a:cubicBezTo>
                <a:lnTo>
                  <a:pt x="240149" y="231032"/>
                </a:lnTo>
                <a:cubicBezTo>
                  <a:pt x="244757" y="223278"/>
                  <a:pt x="248424" y="214582"/>
                  <a:pt x="251149" y="204944"/>
                </a:cubicBezTo>
                <a:cubicBezTo>
                  <a:pt x="253664" y="195298"/>
                  <a:pt x="254916" y="185660"/>
                  <a:pt x="254916" y="176022"/>
                </a:cubicBezTo>
                <a:cubicBezTo>
                  <a:pt x="254916" y="168689"/>
                  <a:pt x="253975" y="160724"/>
                  <a:pt x="252091" y="152138"/>
                </a:cubicBezTo>
                <a:cubicBezTo>
                  <a:pt x="250207" y="143543"/>
                  <a:pt x="247062" y="135368"/>
                  <a:pt x="242663" y="127614"/>
                </a:cubicBezTo>
                <a:cubicBezTo>
                  <a:pt x="241612" y="125940"/>
                  <a:pt x="241191" y="124057"/>
                  <a:pt x="241402" y="121963"/>
                </a:cubicBezTo>
                <a:cubicBezTo>
                  <a:pt x="241612" y="119860"/>
                  <a:pt x="242554" y="118287"/>
                  <a:pt x="244227" y="117244"/>
                </a:cubicBezTo>
                <a:cubicBezTo>
                  <a:pt x="245910" y="115982"/>
                  <a:pt x="247793" y="115672"/>
                  <a:pt x="249887" y="116303"/>
                </a:cubicBezTo>
                <a:cubicBezTo>
                  <a:pt x="251771" y="116933"/>
                  <a:pt x="253243" y="118287"/>
                  <a:pt x="254285" y="120390"/>
                </a:cubicBezTo>
                <a:cubicBezTo>
                  <a:pt x="259315" y="129817"/>
                  <a:pt x="262981" y="139035"/>
                  <a:pt x="265295" y="148051"/>
                </a:cubicBezTo>
                <a:cubicBezTo>
                  <a:pt x="267599" y="156847"/>
                  <a:pt x="268962" y="165753"/>
                  <a:pt x="269373" y="174769"/>
                </a:cubicBezTo>
                <a:cubicBezTo>
                  <a:pt x="269583" y="186711"/>
                  <a:pt x="268331" y="197812"/>
                  <a:pt x="265606" y="208081"/>
                </a:cubicBezTo>
                <a:cubicBezTo>
                  <a:pt x="262881" y="218350"/>
                  <a:pt x="258793" y="228097"/>
                  <a:pt x="253344" y="237314"/>
                </a:cubicBezTo>
                <a:cubicBezTo>
                  <a:pt x="251460" y="240880"/>
                  <a:pt x="249467" y="243075"/>
                  <a:pt x="247373" y="243916"/>
                </a:cubicBezTo>
                <a:cubicBezTo>
                  <a:pt x="245279" y="244757"/>
                  <a:pt x="242554" y="245178"/>
                  <a:pt x="239198" y="245178"/>
                </a:cubicBezTo>
                <a:lnTo>
                  <a:pt x="61292" y="245178"/>
                </a:lnTo>
                <a:cubicBezTo>
                  <a:pt x="58567" y="245178"/>
                  <a:pt x="55952" y="244437"/>
                  <a:pt x="53438" y="242974"/>
                </a:cubicBezTo>
                <a:cubicBezTo>
                  <a:pt x="50713" y="241502"/>
                  <a:pt x="48719" y="239518"/>
                  <a:pt x="47467" y="237003"/>
                </a:cubicBezTo>
                <a:cubicBezTo>
                  <a:pt x="42648" y="228198"/>
                  <a:pt x="38771" y="218871"/>
                  <a:pt x="35835" y="209023"/>
                </a:cubicBezTo>
                <a:cubicBezTo>
                  <a:pt x="32900" y="199385"/>
                  <a:pt x="31437" y="188696"/>
                  <a:pt x="31437" y="176964"/>
                </a:cubicBezTo>
                <a:cubicBezTo>
                  <a:pt x="31437" y="160413"/>
                  <a:pt x="34573" y="144905"/>
                  <a:pt x="40865" y="130448"/>
                </a:cubicBezTo>
                <a:cubicBezTo>
                  <a:pt x="46936" y="115772"/>
                  <a:pt x="55422" y="102998"/>
                  <a:pt x="66321" y="92098"/>
                </a:cubicBezTo>
                <a:cubicBezTo>
                  <a:pt x="77011" y="81409"/>
                  <a:pt x="89584" y="72823"/>
                  <a:pt x="104040" y="66321"/>
                </a:cubicBezTo>
                <a:cubicBezTo>
                  <a:pt x="118497" y="60040"/>
                  <a:pt x="133905" y="56894"/>
                  <a:pt x="150245" y="56894"/>
                </a:cubicBezTo>
                <a:close/>
                <a:moveTo>
                  <a:pt x="148051" y="154022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圖說"/>
          <p:cNvSpPr/>
          <p:nvPr/>
        </p:nvSpPr>
        <p:spPr>
          <a:xfrm>
            <a:off x="7741722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750" dirty="0"/>
          </a:p>
        </p:txBody>
      </p:sp>
      <p:sp>
        <p:nvSpPr>
          <p:cNvPr id="113" name="圖示 儀表板"/>
          <p:cNvSpPr/>
          <p:nvPr/>
        </p:nvSpPr>
        <p:spPr>
          <a:xfrm>
            <a:off x="8441215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4391" y="110953"/>
                </a:moveTo>
                <a:lnTo>
                  <a:pt x="164391" y="53117"/>
                </a:lnTo>
                <a:cubicBezTo>
                  <a:pt x="164391" y="50393"/>
                  <a:pt x="165232" y="48198"/>
                  <a:pt x="166905" y="46525"/>
                </a:cubicBezTo>
                <a:cubicBezTo>
                  <a:pt x="168579" y="44842"/>
                  <a:pt x="170782" y="44010"/>
                  <a:pt x="173507" y="44010"/>
                </a:cubicBezTo>
                <a:lnTo>
                  <a:pt x="248635" y="44010"/>
                </a:lnTo>
                <a:cubicBezTo>
                  <a:pt x="251359" y="44010"/>
                  <a:pt x="253554" y="44842"/>
                  <a:pt x="255236" y="46525"/>
                </a:cubicBezTo>
                <a:cubicBezTo>
                  <a:pt x="256910" y="48198"/>
                  <a:pt x="257751" y="50393"/>
                  <a:pt x="257751" y="53117"/>
                </a:cubicBezTo>
                <a:lnTo>
                  <a:pt x="257751" y="110953"/>
                </a:lnTo>
                <a:cubicBezTo>
                  <a:pt x="257751" y="113468"/>
                  <a:pt x="256910" y="115672"/>
                  <a:pt x="255236" y="117555"/>
                </a:cubicBezTo>
                <a:cubicBezTo>
                  <a:pt x="253344" y="119238"/>
                  <a:pt x="251149" y="120070"/>
                  <a:pt x="248635" y="120070"/>
                </a:cubicBezTo>
                <a:lnTo>
                  <a:pt x="173197" y="120070"/>
                </a:lnTo>
                <a:cubicBezTo>
                  <a:pt x="170682" y="120070"/>
                  <a:pt x="168579" y="119238"/>
                  <a:pt x="166905" y="117555"/>
                </a:cubicBezTo>
                <a:cubicBezTo>
                  <a:pt x="165232" y="115672"/>
                  <a:pt x="164391" y="113468"/>
                  <a:pt x="164391" y="110953"/>
                </a:cubicBezTo>
                <a:close/>
                <a:moveTo>
                  <a:pt x="44010" y="145847"/>
                </a:moveTo>
                <a:lnTo>
                  <a:pt x="44010" y="53117"/>
                </a:lnTo>
                <a:cubicBezTo>
                  <a:pt x="44010" y="50393"/>
                  <a:pt x="44842" y="48198"/>
                  <a:pt x="46525" y="46525"/>
                </a:cubicBezTo>
                <a:cubicBezTo>
                  <a:pt x="48408" y="44842"/>
                  <a:pt x="50603" y="44010"/>
                  <a:pt x="53117" y="44010"/>
                </a:cubicBezTo>
                <a:lnTo>
                  <a:pt x="128555" y="44010"/>
                </a:lnTo>
                <a:cubicBezTo>
                  <a:pt x="131070" y="44010"/>
                  <a:pt x="133173" y="44842"/>
                  <a:pt x="134847" y="46525"/>
                </a:cubicBezTo>
                <a:cubicBezTo>
                  <a:pt x="136520" y="48408"/>
                  <a:pt x="137361" y="50603"/>
                  <a:pt x="137361" y="53117"/>
                </a:cubicBezTo>
                <a:lnTo>
                  <a:pt x="137361" y="145847"/>
                </a:lnTo>
                <a:cubicBezTo>
                  <a:pt x="137361" y="148361"/>
                  <a:pt x="136520" y="150455"/>
                  <a:pt x="134847" y="152138"/>
                </a:cubicBezTo>
                <a:cubicBezTo>
                  <a:pt x="133173" y="154022"/>
                  <a:pt x="130970" y="154963"/>
                  <a:pt x="128245" y="154963"/>
                </a:cubicBezTo>
                <a:lnTo>
                  <a:pt x="53117" y="154963"/>
                </a:lnTo>
                <a:cubicBezTo>
                  <a:pt x="50393" y="154963"/>
                  <a:pt x="48198" y="154022"/>
                  <a:pt x="46525" y="152138"/>
                </a:cubicBezTo>
                <a:cubicBezTo>
                  <a:pt x="44842" y="150455"/>
                  <a:pt x="44010" y="148361"/>
                  <a:pt x="44010" y="145847"/>
                </a:cubicBezTo>
                <a:close/>
                <a:moveTo>
                  <a:pt x="164391" y="248635"/>
                </a:moveTo>
                <a:lnTo>
                  <a:pt x="164391" y="155905"/>
                </a:lnTo>
                <a:cubicBezTo>
                  <a:pt x="164391" y="153391"/>
                  <a:pt x="165232" y="151297"/>
                  <a:pt x="166905" y="149623"/>
                </a:cubicBezTo>
                <a:cubicBezTo>
                  <a:pt x="168579" y="147730"/>
                  <a:pt x="170782" y="146789"/>
                  <a:pt x="173507" y="146789"/>
                </a:cubicBezTo>
                <a:lnTo>
                  <a:pt x="248635" y="146789"/>
                </a:lnTo>
                <a:cubicBezTo>
                  <a:pt x="251359" y="146789"/>
                  <a:pt x="253554" y="147730"/>
                  <a:pt x="255236" y="149623"/>
                </a:cubicBezTo>
                <a:cubicBezTo>
                  <a:pt x="256910" y="151297"/>
                  <a:pt x="257751" y="153391"/>
                  <a:pt x="257751" y="155905"/>
                </a:cubicBezTo>
                <a:lnTo>
                  <a:pt x="257751" y="248635"/>
                </a:lnTo>
                <a:cubicBezTo>
                  <a:pt x="257751" y="251359"/>
                  <a:pt x="256910" y="253554"/>
                  <a:pt x="255236" y="255236"/>
                </a:cubicBezTo>
                <a:cubicBezTo>
                  <a:pt x="253344" y="256910"/>
                  <a:pt x="251149" y="257751"/>
                  <a:pt x="248635" y="257751"/>
                </a:cubicBezTo>
                <a:lnTo>
                  <a:pt x="173197" y="257751"/>
                </a:lnTo>
                <a:cubicBezTo>
                  <a:pt x="170682" y="257751"/>
                  <a:pt x="168579" y="256910"/>
                  <a:pt x="166905" y="255236"/>
                </a:cubicBezTo>
                <a:cubicBezTo>
                  <a:pt x="165232" y="253554"/>
                  <a:pt x="164391" y="251359"/>
                  <a:pt x="164391" y="248635"/>
                </a:cubicBezTo>
                <a:close/>
                <a:moveTo>
                  <a:pt x="44010" y="248635"/>
                </a:moveTo>
                <a:lnTo>
                  <a:pt x="44010" y="190799"/>
                </a:lnTo>
                <a:cubicBezTo>
                  <a:pt x="44010" y="188284"/>
                  <a:pt x="44842" y="186080"/>
                  <a:pt x="46525" y="184197"/>
                </a:cubicBezTo>
                <a:cubicBezTo>
                  <a:pt x="48408" y="182514"/>
                  <a:pt x="50603" y="181682"/>
                  <a:pt x="53117" y="181682"/>
                </a:cubicBezTo>
                <a:lnTo>
                  <a:pt x="128555" y="181682"/>
                </a:lnTo>
                <a:cubicBezTo>
                  <a:pt x="131070" y="181682"/>
                  <a:pt x="133173" y="182514"/>
                  <a:pt x="134847" y="184197"/>
                </a:cubicBezTo>
                <a:cubicBezTo>
                  <a:pt x="136520" y="186080"/>
                  <a:pt x="137361" y="188284"/>
                  <a:pt x="137361" y="190799"/>
                </a:cubicBezTo>
                <a:lnTo>
                  <a:pt x="137361" y="248635"/>
                </a:lnTo>
                <a:cubicBezTo>
                  <a:pt x="137361" y="251359"/>
                  <a:pt x="136520" y="253554"/>
                  <a:pt x="134847" y="255236"/>
                </a:cubicBezTo>
                <a:cubicBezTo>
                  <a:pt x="133173" y="256910"/>
                  <a:pt x="130970" y="257751"/>
                  <a:pt x="128245" y="257751"/>
                </a:cubicBezTo>
                <a:lnTo>
                  <a:pt x="53117" y="257751"/>
                </a:lnTo>
                <a:cubicBezTo>
                  <a:pt x="50393" y="257751"/>
                  <a:pt x="48198" y="256910"/>
                  <a:pt x="46525" y="255236"/>
                </a:cubicBezTo>
                <a:cubicBezTo>
                  <a:pt x="44842" y="253554"/>
                  <a:pt x="44010" y="251359"/>
                  <a:pt x="44010" y="248635"/>
                </a:cubicBezTo>
                <a:close/>
                <a:moveTo>
                  <a:pt x="58147" y="140507"/>
                </a:moveTo>
                <a:lnTo>
                  <a:pt x="123215" y="140507"/>
                </a:lnTo>
                <a:lnTo>
                  <a:pt x="123215" y="58147"/>
                </a:lnTo>
                <a:lnTo>
                  <a:pt x="58147" y="58147"/>
                </a:lnTo>
                <a:lnTo>
                  <a:pt x="58147" y="140507"/>
                </a:lnTo>
                <a:close/>
                <a:moveTo>
                  <a:pt x="178537" y="243605"/>
                </a:moveTo>
                <a:lnTo>
                  <a:pt x="243605" y="243605"/>
                </a:lnTo>
                <a:lnTo>
                  <a:pt x="243605" y="161245"/>
                </a:lnTo>
                <a:lnTo>
                  <a:pt x="178537" y="161245"/>
                </a:lnTo>
                <a:lnTo>
                  <a:pt x="178537" y="243605"/>
                </a:lnTo>
                <a:close/>
                <a:moveTo>
                  <a:pt x="178537" y="105924"/>
                </a:moveTo>
                <a:lnTo>
                  <a:pt x="243605" y="105924"/>
                </a:lnTo>
                <a:lnTo>
                  <a:pt x="243605" y="58147"/>
                </a:lnTo>
                <a:lnTo>
                  <a:pt x="178537" y="58147"/>
                </a:lnTo>
                <a:lnTo>
                  <a:pt x="178537" y="105924"/>
                </a:lnTo>
                <a:close/>
                <a:moveTo>
                  <a:pt x="58147" y="243605"/>
                </a:moveTo>
                <a:lnTo>
                  <a:pt x="123215" y="243605"/>
                </a:lnTo>
                <a:lnTo>
                  <a:pt x="123215" y="195828"/>
                </a:lnTo>
                <a:lnTo>
                  <a:pt x="58147" y="195828"/>
                </a:lnTo>
                <a:lnTo>
                  <a:pt x="58147" y="243605"/>
                </a:lnTo>
                <a:close/>
                <a:moveTo>
                  <a:pt x="123215" y="140507"/>
                </a:moveTo>
                <a:close/>
                <a:moveTo>
                  <a:pt x="178537" y="105924"/>
                </a:moveTo>
                <a:close/>
                <a:moveTo>
                  <a:pt x="178537" y="161245"/>
                </a:moveTo>
                <a:close/>
                <a:moveTo>
                  <a:pt x="123215" y="195828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圖說"/>
          <p:cNvSpPr/>
          <p:nvPr/>
        </p:nvSpPr>
        <p:spPr>
          <a:xfrm>
            <a:off x="8296443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</a:t>
            </a:r>
            <a:endParaRPr lang="en-US" sz="750" dirty="0"/>
          </a:p>
        </p:txBody>
      </p:sp>
      <p:sp>
        <p:nvSpPr>
          <p:cNvPr id="115" name="圖示 完成"/>
          <p:cNvSpPr/>
          <p:nvPr/>
        </p:nvSpPr>
        <p:spPr>
          <a:xfrm>
            <a:off x="8995936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2332" y="182313"/>
                </a:moveTo>
                <a:lnTo>
                  <a:pt x="100584" y="150245"/>
                </a:lnTo>
                <a:cubicBezTo>
                  <a:pt x="98911" y="148782"/>
                  <a:pt x="97128" y="148051"/>
                  <a:pt x="95244" y="148051"/>
                </a:cubicBezTo>
                <a:cubicBezTo>
                  <a:pt x="93141" y="148051"/>
                  <a:pt x="91257" y="148883"/>
                  <a:pt x="89584" y="150565"/>
                </a:cubicBezTo>
                <a:cubicBezTo>
                  <a:pt x="88112" y="152028"/>
                  <a:pt x="87380" y="153701"/>
                  <a:pt x="87380" y="155594"/>
                </a:cubicBezTo>
                <a:cubicBezTo>
                  <a:pt x="87380" y="157688"/>
                  <a:pt x="88112" y="159471"/>
                  <a:pt x="89584" y="160934"/>
                </a:cubicBezTo>
                <a:lnTo>
                  <a:pt x="126041" y="197401"/>
                </a:lnTo>
                <a:cubicBezTo>
                  <a:pt x="127723" y="199284"/>
                  <a:pt x="129817" y="200226"/>
                  <a:pt x="132332" y="200226"/>
                </a:cubicBezTo>
                <a:cubicBezTo>
                  <a:pt x="134847" y="200226"/>
                  <a:pt x="136941" y="199284"/>
                  <a:pt x="138614" y="197401"/>
                </a:cubicBezTo>
                <a:lnTo>
                  <a:pt x="211537" y="124788"/>
                </a:lnTo>
                <a:cubicBezTo>
                  <a:pt x="213220" y="123115"/>
                  <a:pt x="214052" y="121222"/>
                  <a:pt x="214052" y="119128"/>
                </a:cubicBezTo>
                <a:cubicBezTo>
                  <a:pt x="214052" y="117034"/>
                  <a:pt x="213220" y="115251"/>
                  <a:pt x="211537" y="113788"/>
                </a:cubicBezTo>
                <a:cubicBezTo>
                  <a:pt x="210074" y="112316"/>
                  <a:pt x="208291" y="111584"/>
                  <a:pt x="206197" y="111584"/>
                </a:cubicBezTo>
                <a:cubicBezTo>
                  <a:pt x="204103" y="111584"/>
                  <a:pt x="202220" y="112316"/>
                  <a:pt x="200537" y="113788"/>
                </a:cubicBezTo>
                <a:lnTo>
                  <a:pt x="132332" y="182313"/>
                </a:lnTo>
                <a:close/>
                <a:moveTo>
                  <a:pt x="150876" y="270324"/>
                </a:moveTo>
                <a:cubicBezTo>
                  <a:pt x="134536" y="270324"/>
                  <a:pt x="119128" y="267179"/>
                  <a:pt x="104671" y="260887"/>
                </a:cubicBezTo>
                <a:cubicBezTo>
                  <a:pt x="90004" y="254606"/>
                  <a:pt x="77322" y="246010"/>
                  <a:pt x="66641" y="235120"/>
                </a:cubicBezTo>
                <a:cubicBezTo>
                  <a:pt x="55742" y="224430"/>
                  <a:pt x="47146" y="211748"/>
                  <a:pt x="40865" y="197081"/>
                </a:cubicBezTo>
                <a:cubicBezTo>
                  <a:pt x="34573" y="182624"/>
                  <a:pt x="31437" y="167225"/>
                  <a:pt x="31437" y="150876"/>
                </a:cubicBezTo>
                <a:cubicBezTo>
                  <a:pt x="31437" y="134325"/>
                  <a:pt x="34573" y="118817"/>
                  <a:pt x="40865" y="104360"/>
                </a:cubicBezTo>
                <a:cubicBezTo>
                  <a:pt x="47146" y="89684"/>
                  <a:pt x="55742" y="77011"/>
                  <a:pt x="66641" y="66321"/>
                </a:cubicBezTo>
                <a:cubicBezTo>
                  <a:pt x="77322" y="55632"/>
                  <a:pt x="90004" y="47146"/>
                  <a:pt x="104671" y="40865"/>
                </a:cubicBezTo>
                <a:cubicBezTo>
                  <a:pt x="119128" y="34573"/>
                  <a:pt x="134536" y="31437"/>
                  <a:pt x="150876" y="31437"/>
                </a:cubicBezTo>
                <a:cubicBezTo>
                  <a:pt x="167427" y="31437"/>
                  <a:pt x="182935" y="34573"/>
                  <a:pt x="197401" y="40865"/>
                </a:cubicBezTo>
                <a:cubicBezTo>
                  <a:pt x="212068" y="47146"/>
                  <a:pt x="224741" y="55632"/>
                  <a:pt x="235431" y="66321"/>
                </a:cubicBezTo>
                <a:cubicBezTo>
                  <a:pt x="246120" y="77011"/>
                  <a:pt x="254606" y="89684"/>
                  <a:pt x="260887" y="104360"/>
                </a:cubicBezTo>
                <a:cubicBezTo>
                  <a:pt x="267179" y="118817"/>
                  <a:pt x="270324" y="134325"/>
                  <a:pt x="270324" y="150876"/>
                </a:cubicBezTo>
                <a:cubicBezTo>
                  <a:pt x="270324" y="167225"/>
                  <a:pt x="267179" y="182624"/>
                  <a:pt x="260887" y="197081"/>
                </a:cubicBezTo>
                <a:cubicBezTo>
                  <a:pt x="254606" y="211748"/>
                  <a:pt x="246120" y="224430"/>
                  <a:pt x="235431" y="235120"/>
                </a:cubicBezTo>
                <a:cubicBezTo>
                  <a:pt x="224741" y="246010"/>
                  <a:pt x="212068" y="254606"/>
                  <a:pt x="197401" y="260887"/>
                </a:cubicBezTo>
                <a:cubicBezTo>
                  <a:pt x="182935" y="267179"/>
                  <a:pt x="167427" y="270324"/>
                  <a:pt x="150876" y="270324"/>
                </a:cubicBezTo>
                <a:close/>
                <a:moveTo>
                  <a:pt x="150876" y="256178"/>
                </a:moveTo>
                <a:cubicBezTo>
                  <a:pt x="180210" y="256178"/>
                  <a:pt x="205045" y="245910"/>
                  <a:pt x="225372" y="225372"/>
                </a:cubicBezTo>
                <a:cubicBezTo>
                  <a:pt x="245910" y="204835"/>
                  <a:pt x="256178" y="180000"/>
                  <a:pt x="256178" y="150876"/>
                </a:cubicBezTo>
                <a:cubicBezTo>
                  <a:pt x="256178" y="121542"/>
                  <a:pt x="245910" y="96707"/>
                  <a:pt x="225372" y="76380"/>
                </a:cubicBezTo>
                <a:cubicBezTo>
                  <a:pt x="205045" y="55842"/>
                  <a:pt x="180210" y="45574"/>
                  <a:pt x="150876" y="45574"/>
                </a:cubicBezTo>
                <a:cubicBezTo>
                  <a:pt x="121752" y="45574"/>
                  <a:pt x="96917" y="55842"/>
                  <a:pt x="76380" y="76380"/>
                </a:cubicBezTo>
                <a:cubicBezTo>
                  <a:pt x="55842" y="96707"/>
                  <a:pt x="45574" y="121542"/>
                  <a:pt x="45574" y="150876"/>
                </a:cubicBezTo>
                <a:cubicBezTo>
                  <a:pt x="45574" y="180000"/>
                  <a:pt x="55842" y="204835"/>
                  <a:pt x="76380" y="225372"/>
                </a:cubicBezTo>
                <a:cubicBezTo>
                  <a:pt x="96917" y="245910"/>
                  <a:pt x="121752" y="256178"/>
                  <a:pt x="150876" y="256178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8851163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750" dirty="0"/>
          </a:p>
        </p:txBody>
      </p:sp>
      <p:sp>
        <p:nvSpPr>
          <p:cNvPr id="117" name="圖示 錯誤"/>
          <p:cNvSpPr/>
          <p:nvPr/>
        </p:nvSpPr>
        <p:spPr>
          <a:xfrm>
            <a:off x="9550657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160934"/>
                </a:moveTo>
                <a:lnTo>
                  <a:pt x="192371" y="202430"/>
                </a:lnTo>
                <a:cubicBezTo>
                  <a:pt x="193835" y="203893"/>
                  <a:pt x="195508" y="204624"/>
                  <a:pt x="197401" y="204624"/>
                </a:cubicBezTo>
                <a:cubicBezTo>
                  <a:pt x="199284" y="204835"/>
                  <a:pt x="200958" y="204103"/>
                  <a:pt x="202430" y="202430"/>
                </a:cubicBezTo>
                <a:cubicBezTo>
                  <a:pt x="204103" y="200958"/>
                  <a:pt x="204944" y="199284"/>
                  <a:pt x="204944" y="197401"/>
                </a:cubicBezTo>
                <a:cubicBezTo>
                  <a:pt x="204944" y="195718"/>
                  <a:pt x="204103" y="194045"/>
                  <a:pt x="202430" y="192371"/>
                </a:cubicBezTo>
                <a:lnTo>
                  <a:pt x="160934" y="150876"/>
                </a:lnTo>
                <a:lnTo>
                  <a:pt x="202430" y="109390"/>
                </a:lnTo>
                <a:cubicBezTo>
                  <a:pt x="203893" y="107917"/>
                  <a:pt x="204624" y="106244"/>
                  <a:pt x="204624" y="104360"/>
                </a:cubicBezTo>
                <a:cubicBezTo>
                  <a:pt x="204835" y="102468"/>
                  <a:pt x="204103" y="100794"/>
                  <a:pt x="202430" y="99331"/>
                </a:cubicBezTo>
                <a:cubicBezTo>
                  <a:pt x="200958" y="97649"/>
                  <a:pt x="199284" y="96817"/>
                  <a:pt x="197401" y="96817"/>
                </a:cubicBezTo>
                <a:cubicBezTo>
                  <a:pt x="195718" y="96817"/>
                  <a:pt x="194045" y="97649"/>
                  <a:pt x="192371" y="99331"/>
                </a:cubicBezTo>
                <a:lnTo>
                  <a:pt x="150876" y="140818"/>
                </a:lnTo>
                <a:lnTo>
                  <a:pt x="109390" y="99331"/>
                </a:lnTo>
                <a:cubicBezTo>
                  <a:pt x="107917" y="97859"/>
                  <a:pt x="106244" y="97128"/>
                  <a:pt x="104360" y="97128"/>
                </a:cubicBezTo>
                <a:cubicBezTo>
                  <a:pt x="102468" y="96917"/>
                  <a:pt x="100794" y="97649"/>
                  <a:pt x="99331" y="99331"/>
                </a:cubicBezTo>
                <a:cubicBezTo>
                  <a:pt x="97649" y="100794"/>
                  <a:pt x="96817" y="102468"/>
                  <a:pt x="96817" y="104360"/>
                </a:cubicBezTo>
                <a:cubicBezTo>
                  <a:pt x="96817" y="106034"/>
                  <a:pt x="97649" y="107707"/>
                  <a:pt x="99331" y="109390"/>
                </a:cubicBezTo>
                <a:lnTo>
                  <a:pt x="140818" y="150876"/>
                </a:lnTo>
                <a:lnTo>
                  <a:pt x="99331" y="192371"/>
                </a:lnTo>
                <a:cubicBezTo>
                  <a:pt x="97859" y="193835"/>
                  <a:pt x="97128" y="195508"/>
                  <a:pt x="97128" y="197401"/>
                </a:cubicBezTo>
                <a:cubicBezTo>
                  <a:pt x="96917" y="199284"/>
                  <a:pt x="97649" y="200958"/>
                  <a:pt x="99331" y="202430"/>
                </a:cubicBezTo>
                <a:cubicBezTo>
                  <a:pt x="100794" y="204103"/>
                  <a:pt x="102468" y="204944"/>
                  <a:pt x="104360" y="204944"/>
                </a:cubicBezTo>
                <a:cubicBezTo>
                  <a:pt x="106034" y="204944"/>
                  <a:pt x="107707" y="204103"/>
                  <a:pt x="109390" y="202430"/>
                </a:cubicBezTo>
                <a:lnTo>
                  <a:pt x="150876" y="160934"/>
                </a:lnTo>
                <a:close/>
                <a:moveTo>
                  <a:pt x="150876" y="270324"/>
                </a:moveTo>
                <a:cubicBezTo>
                  <a:pt x="134536" y="270324"/>
                  <a:pt x="119128" y="267179"/>
                  <a:pt x="104671" y="260887"/>
                </a:cubicBezTo>
                <a:cubicBezTo>
                  <a:pt x="90004" y="254606"/>
                  <a:pt x="77322" y="246010"/>
                  <a:pt x="66641" y="235120"/>
                </a:cubicBezTo>
                <a:cubicBezTo>
                  <a:pt x="55742" y="224430"/>
                  <a:pt x="47146" y="211748"/>
                  <a:pt x="40865" y="197081"/>
                </a:cubicBezTo>
                <a:cubicBezTo>
                  <a:pt x="34573" y="182624"/>
                  <a:pt x="31437" y="167225"/>
                  <a:pt x="31437" y="150876"/>
                </a:cubicBezTo>
                <a:cubicBezTo>
                  <a:pt x="31437" y="134325"/>
                  <a:pt x="34573" y="118817"/>
                  <a:pt x="40865" y="104360"/>
                </a:cubicBezTo>
                <a:cubicBezTo>
                  <a:pt x="47146" y="89684"/>
                  <a:pt x="55742" y="77011"/>
                  <a:pt x="66641" y="66321"/>
                </a:cubicBezTo>
                <a:cubicBezTo>
                  <a:pt x="77322" y="55632"/>
                  <a:pt x="90004" y="47146"/>
                  <a:pt x="104671" y="40865"/>
                </a:cubicBezTo>
                <a:cubicBezTo>
                  <a:pt x="119128" y="34573"/>
                  <a:pt x="134536" y="31437"/>
                  <a:pt x="150876" y="31437"/>
                </a:cubicBezTo>
                <a:cubicBezTo>
                  <a:pt x="167427" y="31437"/>
                  <a:pt x="182935" y="34573"/>
                  <a:pt x="197401" y="40865"/>
                </a:cubicBezTo>
                <a:cubicBezTo>
                  <a:pt x="212068" y="47146"/>
                  <a:pt x="224741" y="55632"/>
                  <a:pt x="235431" y="66321"/>
                </a:cubicBezTo>
                <a:cubicBezTo>
                  <a:pt x="246120" y="77011"/>
                  <a:pt x="254606" y="89684"/>
                  <a:pt x="260887" y="104360"/>
                </a:cubicBezTo>
                <a:cubicBezTo>
                  <a:pt x="267179" y="118817"/>
                  <a:pt x="270324" y="134325"/>
                  <a:pt x="270324" y="150876"/>
                </a:cubicBezTo>
                <a:cubicBezTo>
                  <a:pt x="270324" y="167225"/>
                  <a:pt x="267179" y="182624"/>
                  <a:pt x="260887" y="197081"/>
                </a:cubicBezTo>
                <a:cubicBezTo>
                  <a:pt x="254606" y="211748"/>
                  <a:pt x="246120" y="224430"/>
                  <a:pt x="235431" y="235120"/>
                </a:cubicBezTo>
                <a:cubicBezTo>
                  <a:pt x="224741" y="246010"/>
                  <a:pt x="212068" y="254606"/>
                  <a:pt x="197401" y="260887"/>
                </a:cubicBezTo>
                <a:cubicBezTo>
                  <a:pt x="182935" y="267179"/>
                  <a:pt x="167427" y="270324"/>
                  <a:pt x="150876" y="270324"/>
                </a:cubicBezTo>
                <a:close/>
                <a:moveTo>
                  <a:pt x="150876" y="256178"/>
                </a:moveTo>
                <a:cubicBezTo>
                  <a:pt x="180210" y="256178"/>
                  <a:pt x="205045" y="245910"/>
                  <a:pt x="225372" y="225372"/>
                </a:cubicBezTo>
                <a:cubicBezTo>
                  <a:pt x="245910" y="204835"/>
                  <a:pt x="256178" y="180000"/>
                  <a:pt x="256178" y="150876"/>
                </a:cubicBezTo>
                <a:cubicBezTo>
                  <a:pt x="256178" y="121542"/>
                  <a:pt x="245910" y="96707"/>
                  <a:pt x="225372" y="76380"/>
                </a:cubicBezTo>
                <a:cubicBezTo>
                  <a:pt x="205045" y="55842"/>
                  <a:pt x="180210" y="45574"/>
                  <a:pt x="150876" y="45574"/>
                </a:cubicBezTo>
                <a:cubicBezTo>
                  <a:pt x="121752" y="45574"/>
                  <a:pt x="96917" y="55842"/>
                  <a:pt x="76380" y="76380"/>
                </a:cubicBezTo>
                <a:cubicBezTo>
                  <a:pt x="55842" y="96707"/>
                  <a:pt x="45574" y="121542"/>
                  <a:pt x="45574" y="150876"/>
                </a:cubicBezTo>
                <a:cubicBezTo>
                  <a:pt x="45574" y="180000"/>
                  <a:pt x="55842" y="204835"/>
                  <a:pt x="76380" y="225372"/>
                </a:cubicBezTo>
                <a:cubicBezTo>
                  <a:pt x="96917" y="245910"/>
                  <a:pt x="121752" y="256178"/>
                  <a:pt x="150876" y="256178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9405884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750" dirty="0"/>
          </a:p>
        </p:txBody>
      </p:sp>
      <p:sp>
        <p:nvSpPr>
          <p:cNvPr id="119" name="圖示 阻擋"/>
          <p:cNvSpPr/>
          <p:nvPr/>
        </p:nvSpPr>
        <p:spPr>
          <a:xfrm>
            <a:off x="10105377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04360" y="260887"/>
                </a:moveTo>
                <a:cubicBezTo>
                  <a:pt x="89684" y="254606"/>
                  <a:pt x="77011" y="246120"/>
                  <a:pt x="66321" y="235431"/>
                </a:cubicBezTo>
                <a:cubicBezTo>
                  <a:pt x="55632" y="224741"/>
                  <a:pt x="47146" y="212068"/>
                  <a:pt x="40865" y="197401"/>
                </a:cubicBezTo>
                <a:cubicBezTo>
                  <a:pt x="34573" y="182935"/>
                  <a:pt x="31437" y="167427"/>
                  <a:pt x="31437" y="150876"/>
                </a:cubicBezTo>
                <a:cubicBezTo>
                  <a:pt x="31437" y="134325"/>
                  <a:pt x="34573" y="118817"/>
                  <a:pt x="40865" y="104360"/>
                </a:cubicBezTo>
                <a:cubicBezTo>
                  <a:pt x="47146" y="89684"/>
                  <a:pt x="55632" y="77011"/>
                  <a:pt x="66321" y="66321"/>
                </a:cubicBezTo>
                <a:cubicBezTo>
                  <a:pt x="77011" y="55632"/>
                  <a:pt x="89684" y="47146"/>
                  <a:pt x="104360" y="40865"/>
                </a:cubicBezTo>
                <a:cubicBezTo>
                  <a:pt x="118817" y="34573"/>
                  <a:pt x="134325" y="31437"/>
                  <a:pt x="150876" y="31437"/>
                </a:cubicBezTo>
                <a:cubicBezTo>
                  <a:pt x="167427" y="31437"/>
                  <a:pt x="182935" y="34573"/>
                  <a:pt x="197401" y="40865"/>
                </a:cubicBezTo>
                <a:cubicBezTo>
                  <a:pt x="212068" y="47146"/>
                  <a:pt x="224741" y="55632"/>
                  <a:pt x="235431" y="66321"/>
                </a:cubicBezTo>
                <a:cubicBezTo>
                  <a:pt x="246120" y="77011"/>
                  <a:pt x="254606" y="89684"/>
                  <a:pt x="260887" y="104360"/>
                </a:cubicBezTo>
                <a:cubicBezTo>
                  <a:pt x="267179" y="118817"/>
                  <a:pt x="270324" y="134325"/>
                  <a:pt x="270324" y="150876"/>
                </a:cubicBezTo>
                <a:cubicBezTo>
                  <a:pt x="270324" y="167427"/>
                  <a:pt x="267179" y="182935"/>
                  <a:pt x="260887" y="197401"/>
                </a:cubicBezTo>
                <a:cubicBezTo>
                  <a:pt x="254606" y="212068"/>
                  <a:pt x="246120" y="224741"/>
                  <a:pt x="235431" y="235431"/>
                </a:cubicBezTo>
                <a:cubicBezTo>
                  <a:pt x="224741" y="246120"/>
                  <a:pt x="212068" y="254606"/>
                  <a:pt x="197401" y="260887"/>
                </a:cubicBezTo>
                <a:cubicBezTo>
                  <a:pt x="182935" y="267179"/>
                  <a:pt x="167427" y="270324"/>
                  <a:pt x="150876" y="270324"/>
                </a:cubicBezTo>
                <a:cubicBezTo>
                  <a:pt x="134325" y="270324"/>
                  <a:pt x="118817" y="267179"/>
                  <a:pt x="104360" y="260887"/>
                </a:cubicBezTo>
                <a:close/>
                <a:moveTo>
                  <a:pt x="150876" y="256178"/>
                </a:moveTo>
                <a:cubicBezTo>
                  <a:pt x="163870" y="256178"/>
                  <a:pt x="176232" y="253874"/>
                  <a:pt x="187964" y="249256"/>
                </a:cubicBezTo>
                <a:cubicBezTo>
                  <a:pt x="199915" y="244858"/>
                  <a:pt x="210705" y="238466"/>
                  <a:pt x="220343" y="230090"/>
                </a:cubicBezTo>
                <a:lnTo>
                  <a:pt x="71671" y="81409"/>
                </a:lnTo>
                <a:cubicBezTo>
                  <a:pt x="63496" y="91257"/>
                  <a:pt x="57104" y="102047"/>
                  <a:pt x="52496" y="113788"/>
                </a:cubicBezTo>
                <a:cubicBezTo>
                  <a:pt x="47878" y="125730"/>
                  <a:pt x="45574" y="138093"/>
                  <a:pt x="45574" y="150876"/>
                </a:cubicBezTo>
                <a:cubicBezTo>
                  <a:pt x="45574" y="180210"/>
                  <a:pt x="55842" y="205045"/>
                  <a:pt x="76380" y="225372"/>
                </a:cubicBezTo>
                <a:cubicBezTo>
                  <a:pt x="96707" y="245910"/>
                  <a:pt x="121542" y="256178"/>
                  <a:pt x="150876" y="256178"/>
                </a:cubicBezTo>
                <a:close/>
                <a:moveTo>
                  <a:pt x="229770" y="220343"/>
                </a:moveTo>
                <a:cubicBezTo>
                  <a:pt x="237945" y="210705"/>
                  <a:pt x="244337" y="199915"/>
                  <a:pt x="248945" y="187964"/>
                </a:cubicBezTo>
                <a:cubicBezTo>
                  <a:pt x="253764" y="176232"/>
                  <a:pt x="256178" y="163870"/>
                  <a:pt x="256178" y="150876"/>
                </a:cubicBezTo>
                <a:cubicBezTo>
                  <a:pt x="256178" y="121542"/>
                  <a:pt x="245910" y="96707"/>
                  <a:pt x="225372" y="76380"/>
                </a:cubicBezTo>
                <a:cubicBezTo>
                  <a:pt x="205045" y="55842"/>
                  <a:pt x="180210" y="45574"/>
                  <a:pt x="150876" y="45574"/>
                </a:cubicBezTo>
                <a:cubicBezTo>
                  <a:pt x="137882" y="45574"/>
                  <a:pt x="125520" y="47878"/>
                  <a:pt x="113788" y="52496"/>
                </a:cubicBezTo>
                <a:cubicBezTo>
                  <a:pt x="101846" y="57104"/>
                  <a:pt x="91047" y="63597"/>
                  <a:pt x="81409" y="71982"/>
                </a:cubicBezTo>
                <a:lnTo>
                  <a:pt x="229770" y="220343"/>
                </a:ln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9960605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阻擋</a:t>
            </a:r>
            <a:endParaRPr lang="en-US" sz="750" dirty="0"/>
          </a:p>
        </p:txBody>
      </p:sp>
      <p:sp>
        <p:nvSpPr>
          <p:cNvPr id="121" name="圖示 警示"/>
          <p:cNvSpPr/>
          <p:nvPr/>
        </p:nvSpPr>
        <p:spPr>
          <a:xfrm>
            <a:off x="10660098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39292" y="257751"/>
                </a:moveTo>
                <a:cubicBezTo>
                  <a:pt x="37408" y="257751"/>
                  <a:pt x="35835" y="257330"/>
                  <a:pt x="34573" y="256489"/>
                </a:cubicBezTo>
                <a:cubicBezTo>
                  <a:pt x="33110" y="255648"/>
                  <a:pt x="31958" y="254496"/>
                  <a:pt x="31117" y="253033"/>
                </a:cubicBezTo>
                <a:cubicBezTo>
                  <a:pt x="30486" y="251771"/>
                  <a:pt x="30075" y="250408"/>
                  <a:pt x="29864" y="248945"/>
                </a:cubicBezTo>
                <a:cubicBezTo>
                  <a:pt x="29864" y="247272"/>
                  <a:pt x="30276" y="245699"/>
                  <a:pt x="31117" y="244227"/>
                </a:cubicBezTo>
                <a:lnTo>
                  <a:pt x="143021" y="51234"/>
                </a:lnTo>
                <a:cubicBezTo>
                  <a:pt x="144064" y="49771"/>
                  <a:pt x="145216" y="48619"/>
                  <a:pt x="146478" y="47777"/>
                </a:cubicBezTo>
                <a:cubicBezTo>
                  <a:pt x="147730" y="47146"/>
                  <a:pt x="149203" y="46836"/>
                  <a:pt x="150876" y="46836"/>
                </a:cubicBezTo>
                <a:cubicBezTo>
                  <a:pt x="152549" y="46836"/>
                  <a:pt x="154022" y="47146"/>
                  <a:pt x="155274" y="47777"/>
                </a:cubicBezTo>
                <a:cubicBezTo>
                  <a:pt x="156536" y="48619"/>
                  <a:pt x="157688" y="49771"/>
                  <a:pt x="158731" y="51234"/>
                </a:cubicBezTo>
                <a:lnTo>
                  <a:pt x="270635" y="244227"/>
                </a:lnTo>
                <a:cubicBezTo>
                  <a:pt x="271476" y="245699"/>
                  <a:pt x="271888" y="247162"/>
                  <a:pt x="271888" y="248635"/>
                </a:cubicBezTo>
                <a:cubicBezTo>
                  <a:pt x="271677" y="250308"/>
                  <a:pt x="271156" y="251881"/>
                  <a:pt x="270324" y="253344"/>
                </a:cubicBezTo>
                <a:cubicBezTo>
                  <a:pt x="269693" y="254606"/>
                  <a:pt x="268642" y="255648"/>
                  <a:pt x="267179" y="256489"/>
                </a:cubicBezTo>
                <a:cubicBezTo>
                  <a:pt x="265917" y="257330"/>
                  <a:pt x="264344" y="257751"/>
                  <a:pt x="262460" y="257751"/>
                </a:cubicBezTo>
                <a:lnTo>
                  <a:pt x="39292" y="257751"/>
                </a:lnTo>
                <a:close/>
                <a:moveTo>
                  <a:pt x="48088" y="243605"/>
                </a:moveTo>
                <a:lnTo>
                  <a:pt x="253664" y="243605"/>
                </a:lnTo>
                <a:lnTo>
                  <a:pt x="150876" y="66321"/>
                </a:lnTo>
                <a:lnTo>
                  <a:pt x="48088" y="243605"/>
                </a:lnTo>
                <a:close/>
                <a:moveTo>
                  <a:pt x="157478" y="222227"/>
                </a:moveTo>
                <a:cubicBezTo>
                  <a:pt x="158941" y="220764"/>
                  <a:pt x="159682" y="218981"/>
                  <a:pt x="159682" y="216887"/>
                </a:cubicBezTo>
                <a:cubicBezTo>
                  <a:pt x="159682" y="214582"/>
                  <a:pt x="158941" y="212689"/>
                  <a:pt x="157478" y="211226"/>
                </a:cubicBezTo>
                <a:cubicBezTo>
                  <a:pt x="156006" y="209763"/>
                  <a:pt x="154122" y="209023"/>
                  <a:pt x="151818" y="209023"/>
                </a:cubicBezTo>
                <a:cubicBezTo>
                  <a:pt x="149514" y="209023"/>
                  <a:pt x="147630" y="209763"/>
                  <a:pt x="146158" y="211226"/>
                </a:cubicBezTo>
                <a:cubicBezTo>
                  <a:pt x="144695" y="212689"/>
                  <a:pt x="143963" y="214582"/>
                  <a:pt x="143963" y="216887"/>
                </a:cubicBezTo>
                <a:cubicBezTo>
                  <a:pt x="143963" y="218981"/>
                  <a:pt x="144695" y="220764"/>
                  <a:pt x="146158" y="222227"/>
                </a:cubicBezTo>
                <a:cubicBezTo>
                  <a:pt x="147630" y="223900"/>
                  <a:pt x="149514" y="224741"/>
                  <a:pt x="151818" y="224741"/>
                </a:cubicBezTo>
                <a:cubicBezTo>
                  <a:pt x="154122" y="224741"/>
                  <a:pt x="156006" y="223900"/>
                  <a:pt x="157478" y="222227"/>
                </a:cubicBezTo>
                <a:close/>
                <a:moveTo>
                  <a:pt x="156847" y="191741"/>
                </a:moveTo>
                <a:cubicBezTo>
                  <a:pt x="158319" y="190479"/>
                  <a:pt x="159051" y="188805"/>
                  <a:pt x="159051" y="186711"/>
                </a:cubicBezTo>
                <a:lnTo>
                  <a:pt x="159051" y="132332"/>
                </a:lnTo>
                <a:cubicBezTo>
                  <a:pt x="159051" y="130448"/>
                  <a:pt x="158319" y="128766"/>
                  <a:pt x="156847" y="127303"/>
                </a:cubicBezTo>
                <a:cubicBezTo>
                  <a:pt x="155594" y="126041"/>
                  <a:pt x="153912" y="125419"/>
                  <a:pt x="151818" y="125419"/>
                </a:cubicBezTo>
                <a:cubicBezTo>
                  <a:pt x="149724" y="125419"/>
                  <a:pt x="148051" y="126041"/>
                  <a:pt x="146789" y="127303"/>
                </a:cubicBezTo>
                <a:cubicBezTo>
                  <a:pt x="145326" y="128766"/>
                  <a:pt x="144594" y="130448"/>
                  <a:pt x="144594" y="132332"/>
                </a:cubicBezTo>
                <a:lnTo>
                  <a:pt x="144594" y="186711"/>
                </a:lnTo>
                <a:cubicBezTo>
                  <a:pt x="144594" y="188805"/>
                  <a:pt x="145326" y="190479"/>
                  <a:pt x="146789" y="191741"/>
                </a:cubicBezTo>
                <a:cubicBezTo>
                  <a:pt x="148051" y="193204"/>
                  <a:pt x="149724" y="193935"/>
                  <a:pt x="151818" y="193935"/>
                </a:cubicBezTo>
                <a:cubicBezTo>
                  <a:pt x="153912" y="193935"/>
                  <a:pt x="155594" y="193204"/>
                  <a:pt x="156847" y="191741"/>
                </a:cubicBezTo>
                <a:close/>
                <a:moveTo>
                  <a:pt x="150876" y="154963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圖說"/>
          <p:cNvSpPr/>
          <p:nvPr/>
        </p:nvSpPr>
        <p:spPr>
          <a:xfrm>
            <a:off x="10515326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</a:t>
            </a:r>
            <a:endParaRPr lang="en-US" sz="750" dirty="0"/>
          </a:p>
        </p:txBody>
      </p:sp>
      <p:sp>
        <p:nvSpPr>
          <p:cNvPr id="123" name="圖示 異常"/>
          <p:cNvSpPr/>
          <p:nvPr/>
        </p:nvSpPr>
        <p:spPr>
          <a:xfrm>
            <a:off x="11214819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6847" y="207770"/>
                </a:moveTo>
                <a:cubicBezTo>
                  <a:pt x="158520" y="206298"/>
                  <a:pt x="159362" y="204314"/>
                  <a:pt x="159362" y="201799"/>
                </a:cubicBezTo>
                <a:cubicBezTo>
                  <a:pt x="159362" y="199284"/>
                  <a:pt x="158520" y="197291"/>
                  <a:pt x="156847" y="195828"/>
                </a:cubicBezTo>
                <a:cubicBezTo>
                  <a:pt x="155384" y="194145"/>
                  <a:pt x="153391" y="193313"/>
                  <a:pt x="150876" y="193313"/>
                </a:cubicBezTo>
                <a:cubicBezTo>
                  <a:pt x="148361" y="193313"/>
                  <a:pt x="146368" y="194145"/>
                  <a:pt x="144905" y="195828"/>
                </a:cubicBezTo>
                <a:cubicBezTo>
                  <a:pt x="143232" y="197291"/>
                  <a:pt x="142390" y="199284"/>
                  <a:pt x="142390" y="201799"/>
                </a:cubicBezTo>
                <a:cubicBezTo>
                  <a:pt x="142390" y="204314"/>
                  <a:pt x="143232" y="206298"/>
                  <a:pt x="144905" y="207770"/>
                </a:cubicBezTo>
                <a:cubicBezTo>
                  <a:pt x="146368" y="209443"/>
                  <a:pt x="148361" y="210285"/>
                  <a:pt x="150876" y="210285"/>
                </a:cubicBezTo>
                <a:cubicBezTo>
                  <a:pt x="153391" y="210285"/>
                  <a:pt x="155384" y="209443"/>
                  <a:pt x="156847" y="207770"/>
                </a:cubicBezTo>
                <a:close/>
                <a:moveTo>
                  <a:pt x="156847" y="164080"/>
                </a:moveTo>
                <a:cubicBezTo>
                  <a:pt x="158109" y="162608"/>
                  <a:pt x="158731" y="160834"/>
                  <a:pt x="158731" y="158731"/>
                </a:cubicBezTo>
                <a:lnTo>
                  <a:pt x="158731" y="94613"/>
                </a:lnTo>
                <a:cubicBezTo>
                  <a:pt x="158731" y="92729"/>
                  <a:pt x="157999" y="91047"/>
                  <a:pt x="156536" y="89584"/>
                </a:cubicBezTo>
                <a:cubicBezTo>
                  <a:pt x="155274" y="88322"/>
                  <a:pt x="153601" y="87700"/>
                  <a:pt x="151507" y="87700"/>
                </a:cubicBezTo>
                <a:cubicBezTo>
                  <a:pt x="149413" y="87700"/>
                  <a:pt x="147730" y="88322"/>
                  <a:pt x="146478" y="89584"/>
                </a:cubicBezTo>
                <a:cubicBezTo>
                  <a:pt x="145216" y="91047"/>
                  <a:pt x="144594" y="92729"/>
                  <a:pt x="144594" y="94613"/>
                </a:cubicBezTo>
                <a:lnTo>
                  <a:pt x="144594" y="158731"/>
                </a:lnTo>
                <a:cubicBezTo>
                  <a:pt x="144594" y="160834"/>
                  <a:pt x="145216" y="162608"/>
                  <a:pt x="146478" y="164080"/>
                </a:cubicBezTo>
                <a:cubicBezTo>
                  <a:pt x="147941" y="165333"/>
                  <a:pt x="149623" y="165964"/>
                  <a:pt x="151507" y="165964"/>
                </a:cubicBezTo>
                <a:cubicBezTo>
                  <a:pt x="153601" y="165964"/>
                  <a:pt x="155384" y="165333"/>
                  <a:pt x="156847" y="164080"/>
                </a:cubicBezTo>
                <a:close/>
                <a:moveTo>
                  <a:pt x="150876" y="270324"/>
                </a:moveTo>
                <a:cubicBezTo>
                  <a:pt x="134325" y="270324"/>
                  <a:pt x="118817" y="267179"/>
                  <a:pt x="104360" y="260887"/>
                </a:cubicBezTo>
                <a:cubicBezTo>
                  <a:pt x="89895" y="254606"/>
                  <a:pt x="77322" y="246010"/>
                  <a:pt x="66641" y="235120"/>
                </a:cubicBezTo>
                <a:cubicBezTo>
                  <a:pt x="55742" y="224430"/>
                  <a:pt x="47146" y="211857"/>
                  <a:pt x="40865" y="197401"/>
                </a:cubicBezTo>
                <a:cubicBezTo>
                  <a:pt x="34573" y="182935"/>
                  <a:pt x="31437" y="167427"/>
                  <a:pt x="31437" y="150876"/>
                </a:cubicBezTo>
                <a:cubicBezTo>
                  <a:pt x="31437" y="134325"/>
                  <a:pt x="34573" y="118817"/>
                  <a:pt x="40865" y="104360"/>
                </a:cubicBezTo>
                <a:cubicBezTo>
                  <a:pt x="47146" y="89684"/>
                  <a:pt x="55742" y="77011"/>
                  <a:pt x="66641" y="66321"/>
                </a:cubicBezTo>
                <a:cubicBezTo>
                  <a:pt x="77322" y="55632"/>
                  <a:pt x="89895" y="47146"/>
                  <a:pt x="104360" y="40865"/>
                </a:cubicBezTo>
                <a:cubicBezTo>
                  <a:pt x="118817" y="34573"/>
                  <a:pt x="134325" y="31437"/>
                  <a:pt x="150876" y="31437"/>
                </a:cubicBezTo>
                <a:cubicBezTo>
                  <a:pt x="167427" y="31437"/>
                  <a:pt x="182935" y="34573"/>
                  <a:pt x="197401" y="40865"/>
                </a:cubicBezTo>
                <a:cubicBezTo>
                  <a:pt x="212068" y="47146"/>
                  <a:pt x="224741" y="55632"/>
                  <a:pt x="235431" y="66321"/>
                </a:cubicBezTo>
                <a:cubicBezTo>
                  <a:pt x="246120" y="77011"/>
                  <a:pt x="254606" y="89684"/>
                  <a:pt x="260887" y="104360"/>
                </a:cubicBezTo>
                <a:cubicBezTo>
                  <a:pt x="267179" y="118817"/>
                  <a:pt x="270324" y="134325"/>
                  <a:pt x="270324" y="150876"/>
                </a:cubicBezTo>
                <a:cubicBezTo>
                  <a:pt x="270324" y="167427"/>
                  <a:pt x="267179" y="182935"/>
                  <a:pt x="260887" y="197401"/>
                </a:cubicBezTo>
                <a:cubicBezTo>
                  <a:pt x="254606" y="211857"/>
                  <a:pt x="246120" y="224430"/>
                  <a:pt x="235431" y="235120"/>
                </a:cubicBezTo>
                <a:cubicBezTo>
                  <a:pt x="224741" y="246010"/>
                  <a:pt x="212068" y="254606"/>
                  <a:pt x="197401" y="260887"/>
                </a:cubicBezTo>
                <a:cubicBezTo>
                  <a:pt x="182935" y="267179"/>
                  <a:pt x="167427" y="270324"/>
                  <a:pt x="150876" y="270324"/>
                </a:cubicBezTo>
                <a:close/>
                <a:moveTo>
                  <a:pt x="151187" y="256178"/>
                </a:moveTo>
                <a:cubicBezTo>
                  <a:pt x="180320" y="256178"/>
                  <a:pt x="205045" y="245910"/>
                  <a:pt x="225372" y="225372"/>
                </a:cubicBezTo>
                <a:cubicBezTo>
                  <a:pt x="245910" y="204835"/>
                  <a:pt x="256178" y="180000"/>
                  <a:pt x="256178" y="150876"/>
                </a:cubicBezTo>
                <a:cubicBezTo>
                  <a:pt x="256178" y="121542"/>
                  <a:pt x="245910" y="96707"/>
                  <a:pt x="225372" y="76380"/>
                </a:cubicBezTo>
                <a:cubicBezTo>
                  <a:pt x="205045" y="55842"/>
                  <a:pt x="180210" y="45574"/>
                  <a:pt x="150876" y="45574"/>
                </a:cubicBezTo>
                <a:cubicBezTo>
                  <a:pt x="121752" y="45574"/>
                  <a:pt x="96917" y="55842"/>
                  <a:pt x="76380" y="76380"/>
                </a:cubicBezTo>
                <a:cubicBezTo>
                  <a:pt x="55842" y="96707"/>
                  <a:pt x="45574" y="121542"/>
                  <a:pt x="45574" y="150876"/>
                </a:cubicBezTo>
                <a:cubicBezTo>
                  <a:pt x="45574" y="180000"/>
                  <a:pt x="55842" y="204835"/>
                  <a:pt x="76380" y="225372"/>
                </a:cubicBezTo>
                <a:cubicBezTo>
                  <a:pt x="96917" y="245910"/>
                  <a:pt x="121853" y="256178"/>
                  <a:pt x="151187" y="256178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4" name="圖說"/>
          <p:cNvSpPr/>
          <p:nvPr/>
        </p:nvSpPr>
        <p:spPr>
          <a:xfrm>
            <a:off x="11070046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</a:t>
            </a:r>
            <a:endParaRPr lang="en-US" sz="750" dirty="0"/>
          </a:p>
        </p:txBody>
      </p:sp>
      <p:sp>
        <p:nvSpPr>
          <p:cNvPr id="125" name="圖示 緊急"/>
          <p:cNvSpPr/>
          <p:nvPr/>
        </p:nvSpPr>
        <p:spPr>
          <a:xfrm>
            <a:off x="675124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50518"/>
                </a:moveTo>
                <a:cubicBezTo>
                  <a:pt x="146267" y="250518"/>
                  <a:pt x="142390" y="248845"/>
                  <a:pt x="139245" y="245489"/>
                </a:cubicBezTo>
                <a:cubicBezTo>
                  <a:pt x="135889" y="242343"/>
                  <a:pt x="134216" y="238466"/>
                  <a:pt x="134216" y="233858"/>
                </a:cubicBezTo>
                <a:cubicBezTo>
                  <a:pt x="134216" y="229249"/>
                  <a:pt x="135889" y="225372"/>
                  <a:pt x="139245" y="222227"/>
                </a:cubicBezTo>
                <a:cubicBezTo>
                  <a:pt x="142390" y="219081"/>
                  <a:pt x="146267" y="217517"/>
                  <a:pt x="150876" y="217517"/>
                </a:cubicBezTo>
                <a:cubicBezTo>
                  <a:pt x="155485" y="217517"/>
                  <a:pt x="159362" y="219081"/>
                  <a:pt x="162507" y="222227"/>
                </a:cubicBezTo>
                <a:cubicBezTo>
                  <a:pt x="165863" y="225582"/>
                  <a:pt x="167536" y="229460"/>
                  <a:pt x="167536" y="233858"/>
                </a:cubicBezTo>
                <a:cubicBezTo>
                  <a:pt x="167536" y="238466"/>
                  <a:pt x="165863" y="242453"/>
                  <a:pt x="162507" y="245800"/>
                </a:cubicBezTo>
                <a:cubicBezTo>
                  <a:pt x="159362" y="248945"/>
                  <a:pt x="155485" y="250518"/>
                  <a:pt x="150876" y="250518"/>
                </a:cubicBezTo>
                <a:close/>
                <a:moveTo>
                  <a:pt x="150876" y="188906"/>
                </a:moveTo>
                <a:cubicBezTo>
                  <a:pt x="146688" y="188906"/>
                  <a:pt x="143122" y="187443"/>
                  <a:pt x="140187" y="184508"/>
                </a:cubicBezTo>
                <a:cubicBezTo>
                  <a:pt x="137462" y="181572"/>
                  <a:pt x="136099" y="178015"/>
                  <a:pt x="136099" y="173818"/>
                </a:cubicBezTo>
                <a:lnTo>
                  <a:pt x="136099" y="59719"/>
                </a:lnTo>
                <a:cubicBezTo>
                  <a:pt x="136099" y="55742"/>
                  <a:pt x="137571" y="52285"/>
                  <a:pt x="140507" y="49350"/>
                </a:cubicBezTo>
                <a:cubicBezTo>
                  <a:pt x="143433" y="46415"/>
                  <a:pt x="146898" y="44952"/>
                  <a:pt x="150876" y="44952"/>
                </a:cubicBezTo>
                <a:cubicBezTo>
                  <a:pt x="155064" y="44952"/>
                  <a:pt x="158630" y="46415"/>
                  <a:pt x="161565" y="49350"/>
                </a:cubicBezTo>
                <a:cubicBezTo>
                  <a:pt x="164290" y="52285"/>
                  <a:pt x="165653" y="55742"/>
                  <a:pt x="165653" y="59719"/>
                </a:cubicBezTo>
                <a:lnTo>
                  <a:pt x="165653" y="173818"/>
                </a:lnTo>
                <a:cubicBezTo>
                  <a:pt x="165653" y="178015"/>
                  <a:pt x="164181" y="181572"/>
                  <a:pt x="161245" y="184508"/>
                </a:cubicBezTo>
                <a:cubicBezTo>
                  <a:pt x="158319" y="187443"/>
                  <a:pt x="154854" y="188906"/>
                  <a:pt x="150876" y="188906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圖說"/>
          <p:cNvSpPr/>
          <p:nvPr/>
        </p:nvSpPr>
        <p:spPr>
          <a:xfrm>
            <a:off x="530352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緊急</a:t>
            </a:r>
            <a:endParaRPr lang="en-US" sz="750" dirty="0"/>
          </a:p>
        </p:txBody>
      </p:sp>
      <p:sp>
        <p:nvSpPr>
          <p:cNvPr id="127" name="圖示 資訊"/>
          <p:cNvSpPr/>
          <p:nvPr/>
        </p:nvSpPr>
        <p:spPr>
          <a:xfrm>
            <a:off x="1229845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6847" y="208401"/>
                </a:moveTo>
                <a:cubicBezTo>
                  <a:pt x="158109" y="207139"/>
                  <a:pt x="158731" y="205466"/>
                  <a:pt x="158731" y="203372"/>
                </a:cubicBezTo>
                <a:lnTo>
                  <a:pt x="158731" y="145536"/>
                </a:lnTo>
                <a:cubicBezTo>
                  <a:pt x="158731" y="143433"/>
                  <a:pt x="157999" y="141759"/>
                  <a:pt x="156536" y="140507"/>
                </a:cubicBezTo>
                <a:cubicBezTo>
                  <a:pt x="155274" y="139035"/>
                  <a:pt x="153601" y="138303"/>
                  <a:pt x="151507" y="138303"/>
                </a:cubicBezTo>
                <a:cubicBezTo>
                  <a:pt x="149413" y="138303"/>
                  <a:pt x="147730" y="139035"/>
                  <a:pt x="146478" y="140507"/>
                </a:cubicBezTo>
                <a:cubicBezTo>
                  <a:pt x="145216" y="141759"/>
                  <a:pt x="144594" y="143433"/>
                  <a:pt x="144594" y="145536"/>
                </a:cubicBezTo>
                <a:lnTo>
                  <a:pt x="144594" y="203372"/>
                </a:lnTo>
                <a:cubicBezTo>
                  <a:pt x="144594" y="205466"/>
                  <a:pt x="145216" y="207139"/>
                  <a:pt x="146478" y="208401"/>
                </a:cubicBezTo>
                <a:cubicBezTo>
                  <a:pt x="147941" y="209864"/>
                  <a:pt x="149623" y="210595"/>
                  <a:pt x="151507" y="210595"/>
                </a:cubicBezTo>
                <a:cubicBezTo>
                  <a:pt x="153601" y="210595"/>
                  <a:pt x="155384" y="209864"/>
                  <a:pt x="156847" y="208401"/>
                </a:cubicBezTo>
                <a:close/>
                <a:moveTo>
                  <a:pt x="156847" y="115672"/>
                </a:moveTo>
                <a:cubicBezTo>
                  <a:pt x="158520" y="114209"/>
                  <a:pt x="159362" y="112316"/>
                  <a:pt x="159362" y="110011"/>
                </a:cubicBezTo>
                <a:cubicBezTo>
                  <a:pt x="159362" y="107287"/>
                  <a:pt x="158520" y="105092"/>
                  <a:pt x="156847" y="103409"/>
                </a:cubicBezTo>
                <a:cubicBezTo>
                  <a:pt x="155384" y="101946"/>
                  <a:pt x="153391" y="101215"/>
                  <a:pt x="150876" y="101215"/>
                </a:cubicBezTo>
                <a:cubicBezTo>
                  <a:pt x="148361" y="101215"/>
                  <a:pt x="146267" y="102047"/>
                  <a:pt x="144594" y="103730"/>
                </a:cubicBezTo>
                <a:cubicBezTo>
                  <a:pt x="143122" y="105403"/>
                  <a:pt x="142390" y="107396"/>
                  <a:pt x="142390" y="109701"/>
                </a:cubicBezTo>
                <a:cubicBezTo>
                  <a:pt x="142390" y="112215"/>
                  <a:pt x="143232" y="114209"/>
                  <a:pt x="144905" y="115672"/>
                </a:cubicBezTo>
                <a:cubicBezTo>
                  <a:pt x="146578" y="117345"/>
                  <a:pt x="148572" y="118186"/>
                  <a:pt x="150876" y="118186"/>
                </a:cubicBezTo>
                <a:cubicBezTo>
                  <a:pt x="153180" y="118186"/>
                  <a:pt x="155174" y="117345"/>
                  <a:pt x="156847" y="115672"/>
                </a:cubicBezTo>
                <a:close/>
                <a:moveTo>
                  <a:pt x="150876" y="270324"/>
                </a:moveTo>
                <a:cubicBezTo>
                  <a:pt x="134325" y="270324"/>
                  <a:pt x="118817" y="267179"/>
                  <a:pt x="104360" y="260887"/>
                </a:cubicBezTo>
                <a:cubicBezTo>
                  <a:pt x="89895" y="254606"/>
                  <a:pt x="77322" y="246010"/>
                  <a:pt x="66641" y="235120"/>
                </a:cubicBezTo>
                <a:cubicBezTo>
                  <a:pt x="55742" y="224430"/>
                  <a:pt x="47146" y="211857"/>
                  <a:pt x="40865" y="197401"/>
                </a:cubicBezTo>
                <a:cubicBezTo>
                  <a:pt x="34573" y="182935"/>
                  <a:pt x="31437" y="167427"/>
                  <a:pt x="31437" y="150876"/>
                </a:cubicBezTo>
                <a:cubicBezTo>
                  <a:pt x="31437" y="134325"/>
                  <a:pt x="34573" y="118817"/>
                  <a:pt x="40865" y="104360"/>
                </a:cubicBezTo>
                <a:cubicBezTo>
                  <a:pt x="47146" y="89684"/>
                  <a:pt x="55742" y="77011"/>
                  <a:pt x="66641" y="66321"/>
                </a:cubicBezTo>
                <a:cubicBezTo>
                  <a:pt x="77322" y="55632"/>
                  <a:pt x="89895" y="47146"/>
                  <a:pt x="104360" y="40865"/>
                </a:cubicBezTo>
                <a:cubicBezTo>
                  <a:pt x="118817" y="34573"/>
                  <a:pt x="134325" y="31437"/>
                  <a:pt x="150876" y="31437"/>
                </a:cubicBezTo>
                <a:cubicBezTo>
                  <a:pt x="167427" y="31437"/>
                  <a:pt x="182935" y="34573"/>
                  <a:pt x="197401" y="40865"/>
                </a:cubicBezTo>
                <a:cubicBezTo>
                  <a:pt x="212068" y="47146"/>
                  <a:pt x="224741" y="55632"/>
                  <a:pt x="235431" y="66321"/>
                </a:cubicBezTo>
                <a:cubicBezTo>
                  <a:pt x="246120" y="77011"/>
                  <a:pt x="254606" y="89684"/>
                  <a:pt x="260887" y="104360"/>
                </a:cubicBezTo>
                <a:cubicBezTo>
                  <a:pt x="267179" y="118817"/>
                  <a:pt x="270324" y="134325"/>
                  <a:pt x="270324" y="150876"/>
                </a:cubicBezTo>
                <a:cubicBezTo>
                  <a:pt x="270324" y="167427"/>
                  <a:pt x="267179" y="182935"/>
                  <a:pt x="260887" y="197401"/>
                </a:cubicBezTo>
                <a:cubicBezTo>
                  <a:pt x="254606" y="211857"/>
                  <a:pt x="246120" y="224430"/>
                  <a:pt x="235431" y="235120"/>
                </a:cubicBezTo>
                <a:cubicBezTo>
                  <a:pt x="224741" y="246010"/>
                  <a:pt x="212068" y="254606"/>
                  <a:pt x="197401" y="260887"/>
                </a:cubicBezTo>
                <a:cubicBezTo>
                  <a:pt x="182935" y="267179"/>
                  <a:pt x="167427" y="270324"/>
                  <a:pt x="150876" y="270324"/>
                </a:cubicBezTo>
                <a:close/>
                <a:moveTo>
                  <a:pt x="150876" y="256178"/>
                </a:moveTo>
                <a:cubicBezTo>
                  <a:pt x="180210" y="256178"/>
                  <a:pt x="205045" y="245910"/>
                  <a:pt x="225372" y="225372"/>
                </a:cubicBezTo>
                <a:cubicBezTo>
                  <a:pt x="245910" y="204835"/>
                  <a:pt x="256178" y="180000"/>
                  <a:pt x="256178" y="150876"/>
                </a:cubicBezTo>
                <a:cubicBezTo>
                  <a:pt x="256178" y="121542"/>
                  <a:pt x="245910" y="96707"/>
                  <a:pt x="225372" y="76380"/>
                </a:cubicBezTo>
                <a:cubicBezTo>
                  <a:pt x="205045" y="55842"/>
                  <a:pt x="180210" y="45574"/>
                  <a:pt x="150876" y="45574"/>
                </a:cubicBezTo>
                <a:cubicBezTo>
                  <a:pt x="121752" y="45574"/>
                  <a:pt x="96917" y="55842"/>
                  <a:pt x="76380" y="76380"/>
                </a:cubicBezTo>
                <a:cubicBezTo>
                  <a:pt x="55842" y="96707"/>
                  <a:pt x="45574" y="121542"/>
                  <a:pt x="45574" y="150876"/>
                </a:cubicBezTo>
                <a:cubicBezTo>
                  <a:pt x="45574" y="180000"/>
                  <a:pt x="55842" y="204835"/>
                  <a:pt x="76380" y="225372"/>
                </a:cubicBezTo>
                <a:cubicBezTo>
                  <a:pt x="96917" y="245910"/>
                  <a:pt x="121752" y="256178"/>
                  <a:pt x="150876" y="256178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圖說"/>
          <p:cNvSpPr/>
          <p:nvPr/>
        </p:nvSpPr>
        <p:spPr>
          <a:xfrm>
            <a:off x="1085073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750" dirty="0"/>
          </a:p>
        </p:txBody>
      </p:sp>
      <p:sp>
        <p:nvSpPr>
          <p:cNvPr id="129" name="圖示 問題"/>
          <p:cNvSpPr/>
          <p:nvPr/>
        </p:nvSpPr>
        <p:spPr>
          <a:xfrm>
            <a:off x="1784566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9362" y="216887"/>
                </a:moveTo>
                <a:cubicBezTo>
                  <a:pt x="161245" y="215003"/>
                  <a:pt x="162196" y="212589"/>
                  <a:pt x="162196" y="209654"/>
                </a:cubicBezTo>
                <a:cubicBezTo>
                  <a:pt x="162196" y="206929"/>
                  <a:pt x="161245" y="204624"/>
                  <a:pt x="159362" y="202741"/>
                </a:cubicBezTo>
                <a:cubicBezTo>
                  <a:pt x="157268" y="200647"/>
                  <a:pt x="154854" y="199595"/>
                  <a:pt x="152138" y="199595"/>
                </a:cubicBezTo>
                <a:cubicBezTo>
                  <a:pt x="149413" y="199595"/>
                  <a:pt x="146999" y="200647"/>
                  <a:pt x="144905" y="202741"/>
                </a:cubicBezTo>
                <a:cubicBezTo>
                  <a:pt x="143021" y="204624"/>
                  <a:pt x="142079" y="207038"/>
                  <a:pt x="142079" y="209974"/>
                </a:cubicBezTo>
                <a:cubicBezTo>
                  <a:pt x="142079" y="212689"/>
                  <a:pt x="143021" y="215003"/>
                  <a:pt x="144905" y="216887"/>
                </a:cubicBezTo>
                <a:cubicBezTo>
                  <a:pt x="146999" y="218981"/>
                  <a:pt x="149413" y="220032"/>
                  <a:pt x="152138" y="220032"/>
                </a:cubicBezTo>
                <a:cubicBezTo>
                  <a:pt x="154854" y="220032"/>
                  <a:pt x="157268" y="218981"/>
                  <a:pt x="159362" y="216887"/>
                </a:cubicBezTo>
                <a:close/>
                <a:moveTo>
                  <a:pt x="150876" y="270324"/>
                </a:moveTo>
                <a:cubicBezTo>
                  <a:pt x="134325" y="270324"/>
                  <a:pt x="118817" y="267179"/>
                  <a:pt x="104360" y="260887"/>
                </a:cubicBezTo>
                <a:cubicBezTo>
                  <a:pt x="89895" y="254606"/>
                  <a:pt x="77322" y="246010"/>
                  <a:pt x="66641" y="235120"/>
                </a:cubicBezTo>
                <a:cubicBezTo>
                  <a:pt x="55742" y="224430"/>
                  <a:pt x="47146" y="211857"/>
                  <a:pt x="40865" y="197401"/>
                </a:cubicBezTo>
                <a:cubicBezTo>
                  <a:pt x="34573" y="182935"/>
                  <a:pt x="31437" y="167427"/>
                  <a:pt x="31437" y="150876"/>
                </a:cubicBezTo>
                <a:cubicBezTo>
                  <a:pt x="31437" y="134325"/>
                  <a:pt x="34573" y="118817"/>
                  <a:pt x="40865" y="104360"/>
                </a:cubicBezTo>
                <a:cubicBezTo>
                  <a:pt x="47146" y="89684"/>
                  <a:pt x="55742" y="77011"/>
                  <a:pt x="66641" y="66321"/>
                </a:cubicBezTo>
                <a:cubicBezTo>
                  <a:pt x="77322" y="55632"/>
                  <a:pt x="89895" y="47146"/>
                  <a:pt x="104360" y="40865"/>
                </a:cubicBezTo>
                <a:cubicBezTo>
                  <a:pt x="118817" y="34573"/>
                  <a:pt x="134325" y="31437"/>
                  <a:pt x="150876" y="31437"/>
                </a:cubicBezTo>
                <a:cubicBezTo>
                  <a:pt x="167427" y="31437"/>
                  <a:pt x="182935" y="34573"/>
                  <a:pt x="197401" y="40865"/>
                </a:cubicBezTo>
                <a:cubicBezTo>
                  <a:pt x="212068" y="47146"/>
                  <a:pt x="224741" y="55632"/>
                  <a:pt x="235431" y="66321"/>
                </a:cubicBezTo>
                <a:cubicBezTo>
                  <a:pt x="246120" y="77011"/>
                  <a:pt x="254606" y="89684"/>
                  <a:pt x="260887" y="104360"/>
                </a:cubicBezTo>
                <a:cubicBezTo>
                  <a:pt x="267179" y="118817"/>
                  <a:pt x="270324" y="134325"/>
                  <a:pt x="270324" y="150876"/>
                </a:cubicBezTo>
                <a:cubicBezTo>
                  <a:pt x="270324" y="167427"/>
                  <a:pt x="267179" y="182935"/>
                  <a:pt x="260887" y="197401"/>
                </a:cubicBezTo>
                <a:cubicBezTo>
                  <a:pt x="254606" y="211857"/>
                  <a:pt x="246120" y="224430"/>
                  <a:pt x="235431" y="235120"/>
                </a:cubicBezTo>
                <a:cubicBezTo>
                  <a:pt x="224741" y="246010"/>
                  <a:pt x="212068" y="254606"/>
                  <a:pt x="197401" y="260887"/>
                </a:cubicBezTo>
                <a:cubicBezTo>
                  <a:pt x="182935" y="267179"/>
                  <a:pt x="167427" y="270324"/>
                  <a:pt x="150876" y="270324"/>
                </a:cubicBezTo>
                <a:close/>
                <a:moveTo>
                  <a:pt x="151187" y="256178"/>
                </a:moveTo>
                <a:cubicBezTo>
                  <a:pt x="180320" y="256178"/>
                  <a:pt x="205045" y="245910"/>
                  <a:pt x="225372" y="225372"/>
                </a:cubicBezTo>
                <a:cubicBezTo>
                  <a:pt x="245910" y="204835"/>
                  <a:pt x="256178" y="180000"/>
                  <a:pt x="256178" y="150876"/>
                </a:cubicBezTo>
                <a:cubicBezTo>
                  <a:pt x="256178" y="121542"/>
                  <a:pt x="245910" y="96707"/>
                  <a:pt x="225372" y="76380"/>
                </a:cubicBezTo>
                <a:cubicBezTo>
                  <a:pt x="205045" y="55842"/>
                  <a:pt x="180210" y="45574"/>
                  <a:pt x="150876" y="45574"/>
                </a:cubicBezTo>
                <a:cubicBezTo>
                  <a:pt x="121752" y="45574"/>
                  <a:pt x="96917" y="55842"/>
                  <a:pt x="76380" y="76380"/>
                </a:cubicBezTo>
                <a:cubicBezTo>
                  <a:pt x="55842" y="96707"/>
                  <a:pt x="45574" y="121542"/>
                  <a:pt x="45574" y="150876"/>
                </a:cubicBezTo>
                <a:cubicBezTo>
                  <a:pt x="45574" y="180000"/>
                  <a:pt x="55842" y="204835"/>
                  <a:pt x="76380" y="225372"/>
                </a:cubicBezTo>
                <a:cubicBezTo>
                  <a:pt x="96917" y="245910"/>
                  <a:pt x="121853" y="256178"/>
                  <a:pt x="151187" y="256178"/>
                </a:cubicBezTo>
                <a:close/>
                <a:moveTo>
                  <a:pt x="150876" y="150876"/>
                </a:moveTo>
                <a:close/>
                <a:moveTo>
                  <a:pt x="151507" y="95244"/>
                </a:moveTo>
                <a:cubicBezTo>
                  <a:pt x="158209" y="95244"/>
                  <a:pt x="163970" y="97228"/>
                  <a:pt x="168789" y="101215"/>
                </a:cubicBezTo>
                <a:cubicBezTo>
                  <a:pt x="173818" y="105193"/>
                  <a:pt x="176333" y="110332"/>
                  <a:pt x="176333" y="116613"/>
                </a:cubicBezTo>
                <a:cubicBezTo>
                  <a:pt x="176333" y="121853"/>
                  <a:pt x="174769" y="126462"/>
                  <a:pt x="171624" y="130448"/>
                </a:cubicBezTo>
                <a:cubicBezTo>
                  <a:pt x="168689" y="134426"/>
                  <a:pt x="165232" y="138202"/>
                  <a:pt x="161245" y="141759"/>
                </a:cubicBezTo>
                <a:cubicBezTo>
                  <a:pt x="156847" y="145746"/>
                  <a:pt x="152869" y="150035"/>
                  <a:pt x="149303" y="154652"/>
                </a:cubicBezTo>
                <a:cubicBezTo>
                  <a:pt x="145947" y="159471"/>
                  <a:pt x="144173" y="164811"/>
                  <a:pt x="143963" y="170682"/>
                </a:cubicBezTo>
                <a:cubicBezTo>
                  <a:pt x="143963" y="172566"/>
                  <a:pt x="144594" y="174029"/>
                  <a:pt x="145847" y="175080"/>
                </a:cubicBezTo>
                <a:cubicBezTo>
                  <a:pt x="147310" y="176123"/>
                  <a:pt x="148883" y="176653"/>
                  <a:pt x="150565" y="176653"/>
                </a:cubicBezTo>
                <a:cubicBezTo>
                  <a:pt x="152659" y="176653"/>
                  <a:pt x="154332" y="176022"/>
                  <a:pt x="155594" y="174769"/>
                </a:cubicBezTo>
                <a:cubicBezTo>
                  <a:pt x="156847" y="173507"/>
                  <a:pt x="157579" y="171935"/>
                  <a:pt x="157789" y="170051"/>
                </a:cubicBezTo>
                <a:cubicBezTo>
                  <a:pt x="158630" y="165653"/>
                  <a:pt x="160303" y="161776"/>
                  <a:pt x="162818" y="158420"/>
                </a:cubicBezTo>
                <a:cubicBezTo>
                  <a:pt x="165333" y="154854"/>
                  <a:pt x="168378" y="151608"/>
                  <a:pt x="171935" y="148672"/>
                </a:cubicBezTo>
                <a:cubicBezTo>
                  <a:pt x="176754" y="144484"/>
                  <a:pt x="180841" y="139665"/>
                  <a:pt x="184197" y="134216"/>
                </a:cubicBezTo>
                <a:cubicBezTo>
                  <a:pt x="187543" y="128976"/>
                  <a:pt x="189226" y="123115"/>
                  <a:pt x="189226" y="116613"/>
                </a:cubicBezTo>
                <a:cubicBezTo>
                  <a:pt x="189226" y="106765"/>
                  <a:pt x="185559" y="98591"/>
                  <a:pt x="178226" y="92098"/>
                </a:cubicBezTo>
                <a:cubicBezTo>
                  <a:pt x="171093" y="85396"/>
                  <a:pt x="162507" y="82040"/>
                  <a:pt x="152449" y="82040"/>
                </a:cubicBezTo>
                <a:cubicBezTo>
                  <a:pt x="145536" y="82040"/>
                  <a:pt x="138824" y="83613"/>
                  <a:pt x="132332" y="86758"/>
                </a:cubicBezTo>
                <a:cubicBezTo>
                  <a:pt x="125831" y="89895"/>
                  <a:pt x="120490" y="94403"/>
                  <a:pt x="116303" y="100273"/>
                </a:cubicBezTo>
                <a:cubicBezTo>
                  <a:pt x="115251" y="101736"/>
                  <a:pt x="114830" y="103409"/>
                  <a:pt x="115041" y="105302"/>
                </a:cubicBezTo>
                <a:cubicBezTo>
                  <a:pt x="115041" y="107186"/>
                  <a:pt x="115772" y="108649"/>
                  <a:pt x="117244" y="109701"/>
                </a:cubicBezTo>
                <a:cubicBezTo>
                  <a:pt x="119128" y="111164"/>
                  <a:pt x="121121" y="111584"/>
                  <a:pt x="123215" y="110953"/>
                </a:cubicBezTo>
                <a:cubicBezTo>
                  <a:pt x="125099" y="110542"/>
                  <a:pt x="126782" y="109390"/>
                  <a:pt x="128245" y="107497"/>
                </a:cubicBezTo>
                <a:cubicBezTo>
                  <a:pt x="130970" y="103730"/>
                  <a:pt x="134426" y="100794"/>
                  <a:pt x="138614" y="98700"/>
                </a:cubicBezTo>
                <a:cubicBezTo>
                  <a:pt x="142601" y="96396"/>
                  <a:pt x="146898" y="95244"/>
                  <a:pt x="151507" y="95244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0" name="圖說"/>
          <p:cNvSpPr/>
          <p:nvPr/>
        </p:nvSpPr>
        <p:spPr>
          <a:xfrm>
            <a:off x="1639794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750" dirty="0"/>
          </a:p>
        </p:txBody>
      </p:sp>
      <p:sp>
        <p:nvSpPr>
          <p:cNvPr id="131" name="圖示 進行中"/>
          <p:cNvSpPr/>
          <p:nvPr/>
        </p:nvSpPr>
        <p:spPr>
          <a:xfrm>
            <a:off x="2339287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94302" y="160303"/>
                </a:moveTo>
                <a:cubicBezTo>
                  <a:pt x="97018" y="157789"/>
                  <a:pt x="98380" y="154652"/>
                  <a:pt x="98380" y="150876"/>
                </a:cubicBezTo>
                <a:cubicBezTo>
                  <a:pt x="98380" y="147109"/>
                  <a:pt x="97018" y="143963"/>
                  <a:pt x="94302" y="141449"/>
                </a:cubicBezTo>
                <a:cubicBezTo>
                  <a:pt x="91787" y="138724"/>
                  <a:pt x="88642" y="137361"/>
                  <a:pt x="84865" y="137361"/>
                </a:cubicBezTo>
                <a:cubicBezTo>
                  <a:pt x="81098" y="137361"/>
                  <a:pt x="77953" y="138724"/>
                  <a:pt x="75438" y="141449"/>
                </a:cubicBezTo>
                <a:cubicBezTo>
                  <a:pt x="72713" y="143963"/>
                  <a:pt x="71351" y="147109"/>
                  <a:pt x="71351" y="150876"/>
                </a:cubicBezTo>
                <a:cubicBezTo>
                  <a:pt x="71351" y="154652"/>
                  <a:pt x="72713" y="157789"/>
                  <a:pt x="75438" y="160303"/>
                </a:cubicBezTo>
                <a:cubicBezTo>
                  <a:pt x="77953" y="163028"/>
                  <a:pt x="81098" y="164391"/>
                  <a:pt x="84865" y="164391"/>
                </a:cubicBezTo>
                <a:cubicBezTo>
                  <a:pt x="88642" y="164391"/>
                  <a:pt x="91787" y="163028"/>
                  <a:pt x="94302" y="160303"/>
                </a:cubicBezTo>
                <a:close/>
                <a:moveTo>
                  <a:pt x="160303" y="160303"/>
                </a:moveTo>
                <a:cubicBezTo>
                  <a:pt x="163028" y="157789"/>
                  <a:pt x="164391" y="154652"/>
                  <a:pt x="164391" y="150876"/>
                </a:cubicBezTo>
                <a:cubicBezTo>
                  <a:pt x="164391" y="147109"/>
                  <a:pt x="163028" y="143963"/>
                  <a:pt x="160303" y="141449"/>
                </a:cubicBezTo>
                <a:cubicBezTo>
                  <a:pt x="157789" y="138724"/>
                  <a:pt x="154652" y="137361"/>
                  <a:pt x="150876" y="137361"/>
                </a:cubicBezTo>
                <a:cubicBezTo>
                  <a:pt x="147109" y="137361"/>
                  <a:pt x="143963" y="138724"/>
                  <a:pt x="141449" y="141449"/>
                </a:cubicBezTo>
                <a:cubicBezTo>
                  <a:pt x="138724" y="143963"/>
                  <a:pt x="137361" y="147109"/>
                  <a:pt x="137361" y="150876"/>
                </a:cubicBezTo>
                <a:cubicBezTo>
                  <a:pt x="137361" y="154652"/>
                  <a:pt x="138724" y="157789"/>
                  <a:pt x="141449" y="160303"/>
                </a:cubicBezTo>
                <a:cubicBezTo>
                  <a:pt x="143963" y="163028"/>
                  <a:pt x="147109" y="164391"/>
                  <a:pt x="150876" y="164391"/>
                </a:cubicBezTo>
                <a:cubicBezTo>
                  <a:pt x="154652" y="164391"/>
                  <a:pt x="157789" y="163028"/>
                  <a:pt x="160303" y="160303"/>
                </a:cubicBezTo>
                <a:close/>
                <a:moveTo>
                  <a:pt x="226314" y="160303"/>
                </a:moveTo>
                <a:cubicBezTo>
                  <a:pt x="228829" y="157789"/>
                  <a:pt x="230090" y="154652"/>
                  <a:pt x="230090" y="150876"/>
                </a:cubicBezTo>
                <a:cubicBezTo>
                  <a:pt x="230090" y="147109"/>
                  <a:pt x="228829" y="143963"/>
                  <a:pt x="226314" y="141449"/>
                </a:cubicBezTo>
                <a:cubicBezTo>
                  <a:pt x="223589" y="138724"/>
                  <a:pt x="220343" y="137361"/>
                  <a:pt x="216566" y="137361"/>
                </a:cubicBezTo>
                <a:cubicBezTo>
                  <a:pt x="213009" y="137361"/>
                  <a:pt x="209864" y="138724"/>
                  <a:pt x="207139" y="141449"/>
                </a:cubicBezTo>
                <a:cubicBezTo>
                  <a:pt x="204624" y="143963"/>
                  <a:pt x="203372" y="147109"/>
                  <a:pt x="203372" y="150876"/>
                </a:cubicBezTo>
                <a:cubicBezTo>
                  <a:pt x="203372" y="154652"/>
                  <a:pt x="204624" y="157789"/>
                  <a:pt x="207139" y="160303"/>
                </a:cubicBezTo>
                <a:cubicBezTo>
                  <a:pt x="209864" y="163028"/>
                  <a:pt x="213110" y="164391"/>
                  <a:pt x="216887" y="164391"/>
                </a:cubicBezTo>
                <a:cubicBezTo>
                  <a:pt x="220444" y="164391"/>
                  <a:pt x="223589" y="163028"/>
                  <a:pt x="226314" y="160303"/>
                </a:cubicBezTo>
                <a:close/>
                <a:moveTo>
                  <a:pt x="150876" y="270324"/>
                </a:moveTo>
                <a:cubicBezTo>
                  <a:pt x="134325" y="270324"/>
                  <a:pt x="118817" y="267179"/>
                  <a:pt x="104360" y="260887"/>
                </a:cubicBezTo>
                <a:cubicBezTo>
                  <a:pt x="89895" y="254606"/>
                  <a:pt x="77322" y="246010"/>
                  <a:pt x="66641" y="235120"/>
                </a:cubicBezTo>
                <a:cubicBezTo>
                  <a:pt x="55742" y="224430"/>
                  <a:pt x="47146" y="211857"/>
                  <a:pt x="40865" y="197401"/>
                </a:cubicBezTo>
                <a:cubicBezTo>
                  <a:pt x="34573" y="182935"/>
                  <a:pt x="31437" y="167427"/>
                  <a:pt x="31437" y="150876"/>
                </a:cubicBezTo>
                <a:cubicBezTo>
                  <a:pt x="31437" y="134325"/>
                  <a:pt x="34573" y="118817"/>
                  <a:pt x="40865" y="104360"/>
                </a:cubicBezTo>
                <a:cubicBezTo>
                  <a:pt x="47146" y="89684"/>
                  <a:pt x="55742" y="77011"/>
                  <a:pt x="66641" y="66321"/>
                </a:cubicBezTo>
                <a:cubicBezTo>
                  <a:pt x="77322" y="55632"/>
                  <a:pt x="89895" y="47146"/>
                  <a:pt x="104360" y="40865"/>
                </a:cubicBezTo>
                <a:cubicBezTo>
                  <a:pt x="118817" y="34573"/>
                  <a:pt x="134325" y="31437"/>
                  <a:pt x="150876" y="31437"/>
                </a:cubicBezTo>
                <a:cubicBezTo>
                  <a:pt x="167427" y="31437"/>
                  <a:pt x="182935" y="34573"/>
                  <a:pt x="197401" y="40865"/>
                </a:cubicBezTo>
                <a:cubicBezTo>
                  <a:pt x="212068" y="47146"/>
                  <a:pt x="224741" y="55632"/>
                  <a:pt x="235431" y="66321"/>
                </a:cubicBezTo>
                <a:cubicBezTo>
                  <a:pt x="246120" y="77011"/>
                  <a:pt x="254606" y="89684"/>
                  <a:pt x="260887" y="104360"/>
                </a:cubicBezTo>
                <a:cubicBezTo>
                  <a:pt x="267179" y="118817"/>
                  <a:pt x="270324" y="134325"/>
                  <a:pt x="270324" y="150876"/>
                </a:cubicBezTo>
                <a:cubicBezTo>
                  <a:pt x="270324" y="167427"/>
                  <a:pt x="267179" y="182935"/>
                  <a:pt x="260887" y="197401"/>
                </a:cubicBezTo>
                <a:cubicBezTo>
                  <a:pt x="254606" y="211857"/>
                  <a:pt x="246120" y="224430"/>
                  <a:pt x="235431" y="235120"/>
                </a:cubicBezTo>
                <a:cubicBezTo>
                  <a:pt x="224741" y="246010"/>
                  <a:pt x="212068" y="254606"/>
                  <a:pt x="197401" y="260887"/>
                </a:cubicBezTo>
                <a:cubicBezTo>
                  <a:pt x="182935" y="267179"/>
                  <a:pt x="167427" y="270324"/>
                  <a:pt x="150876" y="270324"/>
                </a:cubicBezTo>
                <a:close/>
                <a:moveTo>
                  <a:pt x="150876" y="256178"/>
                </a:moveTo>
                <a:cubicBezTo>
                  <a:pt x="180210" y="256178"/>
                  <a:pt x="205045" y="245910"/>
                  <a:pt x="225372" y="225372"/>
                </a:cubicBezTo>
                <a:cubicBezTo>
                  <a:pt x="245910" y="204835"/>
                  <a:pt x="256178" y="180000"/>
                  <a:pt x="256178" y="150876"/>
                </a:cubicBezTo>
                <a:cubicBezTo>
                  <a:pt x="256178" y="121542"/>
                  <a:pt x="245910" y="96707"/>
                  <a:pt x="225372" y="76380"/>
                </a:cubicBezTo>
                <a:cubicBezTo>
                  <a:pt x="205045" y="55842"/>
                  <a:pt x="180210" y="45574"/>
                  <a:pt x="150876" y="45574"/>
                </a:cubicBezTo>
                <a:cubicBezTo>
                  <a:pt x="121752" y="45574"/>
                  <a:pt x="96917" y="55842"/>
                  <a:pt x="76380" y="76380"/>
                </a:cubicBezTo>
                <a:cubicBezTo>
                  <a:pt x="55842" y="96707"/>
                  <a:pt x="45574" y="121542"/>
                  <a:pt x="45574" y="150876"/>
                </a:cubicBezTo>
                <a:cubicBezTo>
                  <a:pt x="45574" y="180000"/>
                  <a:pt x="55842" y="204835"/>
                  <a:pt x="76380" y="225372"/>
                </a:cubicBezTo>
                <a:cubicBezTo>
                  <a:pt x="96917" y="245910"/>
                  <a:pt x="121752" y="256178"/>
                  <a:pt x="150876" y="256178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2" name="圖說"/>
          <p:cNvSpPr/>
          <p:nvPr/>
        </p:nvSpPr>
        <p:spPr>
          <a:xfrm>
            <a:off x="2194514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進行中</a:t>
            </a:r>
            <a:endParaRPr lang="en-US" sz="750" dirty="0"/>
          </a:p>
        </p:txBody>
      </p:sp>
      <p:sp>
        <p:nvSpPr>
          <p:cNvPr id="133" name="圖示 等待"/>
          <p:cNvSpPr/>
          <p:nvPr/>
        </p:nvSpPr>
        <p:spPr>
          <a:xfrm>
            <a:off x="2894007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96497" y="256178"/>
                </a:moveTo>
                <a:lnTo>
                  <a:pt x="205255" y="256178"/>
                </a:lnTo>
                <a:lnTo>
                  <a:pt x="205255" y="216887"/>
                </a:lnTo>
                <a:cubicBezTo>
                  <a:pt x="205255" y="201589"/>
                  <a:pt x="200016" y="188696"/>
                  <a:pt x="189537" y="178226"/>
                </a:cubicBezTo>
                <a:cubicBezTo>
                  <a:pt x="178847" y="167536"/>
                  <a:pt x="165964" y="162196"/>
                  <a:pt x="150876" y="162196"/>
                </a:cubicBezTo>
                <a:cubicBezTo>
                  <a:pt x="135788" y="162196"/>
                  <a:pt x="122905" y="167536"/>
                  <a:pt x="112215" y="178226"/>
                </a:cubicBezTo>
                <a:cubicBezTo>
                  <a:pt x="101736" y="188696"/>
                  <a:pt x="96497" y="201589"/>
                  <a:pt x="96497" y="216887"/>
                </a:cubicBezTo>
                <a:lnTo>
                  <a:pt x="96497" y="256178"/>
                </a:lnTo>
                <a:close/>
                <a:moveTo>
                  <a:pt x="189537" y="123526"/>
                </a:moveTo>
                <a:cubicBezTo>
                  <a:pt x="200016" y="112846"/>
                  <a:pt x="205255" y="99953"/>
                  <a:pt x="205255" y="84865"/>
                </a:cubicBezTo>
                <a:lnTo>
                  <a:pt x="205255" y="45574"/>
                </a:lnTo>
                <a:lnTo>
                  <a:pt x="96497" y="45574"/>
                </a:lnTo>
                <a:lnTo>
                  <a:pt x="96497" y="84865"/>
                </a:lnTo>
                <a:cubicBezTo>
                  <a:pt x="96497" y="99953"/>
                  <a:pt x="101736" y="112846"/>
                  <a:pt x="112215" y="123526"/>
                </a:cubicBezTo>
                <a:cubicBezTo>
                  <a:pt x="122905" y="134216"/>
                  <a:pt x="135788" y="139565"/>
                  <a:pt x="150876" y="139565"/>
                </a:cubicBezTo>
                <a:cubicBezTo>
                  <a:pt x="165964" y="139565"/>
                  <a:pt x="178847" y="134216"/>
                  <a:pt x="189537" y="123526"/>
                </a:cubicBezTo>
                <a:close/>
                <a:moveTo>
                  <a:pt x="63807" y="270324"/>
                </a:moveTo>
                <a:cubicBezTo>
                  <a:pt x="61713" y="270324"/>
                  <a:pt x="59930" y="269693"/>
                  <a:pt x="58467" y="268431"/>
                </a:cubicBezTo>
                <a:cubicBezTo>
                  <a:pt x="57205" y="266968"/>
                  <a:pt x="56583" y="265185"/>
                  <a:pt x="56583" y="263091"/>
                </a:cubicBezTo>
                <a:cubicBezTo>
                  <a:pt x="56583" y="260997"/>
                  <a:pt x="57205" y="259315"/>
                  <a:pt x="58467" y="258062"/>
                </a:cubicBezTo>
                <a:cubicBezTo>
                  <a:pt x="59930" y="256800"/>
                  <a:pt x="61713" y="256178"/>
                  <a:pt x="63807" y="256178"/>
                </a:cubicBezTo>
                <a:lnTo>
                  <a:pt x="82351" y="256178"/>
                </a:lnTo>
                <a:lnTo>
                  <a:pt x="82351" y="216887"/>
                </a:lnTo>
                <a:cubicBezTo>
                  <a:pt x="82351" y="200958"/>
                  <a:pt x="87069" y="186922"/>
                  <a:pt x="96497" y="174769"/>
                </a:cubicBezTo>
                <a:cubicBezTo>
                  <a:pt x="106134" y="162397"/>
                  <a:pt x="118497" y="154442"/>
                  <a:pt x="133585" y="150876"/>
                </a:cubicBezTo>
                <a:cubicBezTo>
                  <a:pt x="118497" y="147109"/>
                  <a:pt x="106134" y="139035"/>
                  <a:pt x="96497" y="126672"/>
                </a:cubicBezTo>
                <a:cubicBezTo>
                  <a:pt x="87069" y="114309"/>
                  <a:pt x="82351" y="100374"/>
                  <a:pt x="82351" y="84865"/>
                </a:cubicBezTo>
                <a:lnTo>
                  <a:pt x="82351" y="45574"/>
                </a:lnTo>
                <a:lnTo>
                  <a:pt x="63807" y="45574"/>
                </a:lnTo>
                <a:cubicBezTo>
                  <a:pt x="61713" y="45574"/>
                  <a:pt x="59930" y="44952"/>
                  <a:pt x="58467" y="43690"/>
                </a:cubicBezTo>
                <a:cubicBezTo>
                  <a:pt x="57205" y="42437"/>
                  <a:pt x="56583" y="40755"/>
                  <a:pt x="56583" y="38661"/>
                </a:cubicBezTo>
                <a:cubicBezTo>
                  <a:pt x="56583" y="36567"/>
                  <a:pt x="57205" y="34784"/>
                  <a:pt x="58467" y="33321"/>
                </a:cubicBezTo>
                <a:cubicBezTo>
                  <a:pt x="59930" y="32059"/>
                  <a:pt x="61713" y="31437"/>
                  <a:pt x="63807" y="31437"/>
                </a:cubicBezTo>
                <a:lnTo>
                  <a:pt x="237945" y="31437"/>
                </a:lnTo>
                <a:cubicBezTo>
                  <a:pt x="240039" y="31437"/>
                  <a:pt x="241822" y="32059"/>
                  <a:pt x="243285" y="33321"/>
                </a:cubicBezTo>
                <a:cubicBezTo>
                  <a:pt x="244547" y="34784"/>
                  <a:pt x="245178" y="36567"/>
                  <a:pt x="245178" y="38661"/>
                </a:cubicBezTo>
                <a:cubicBezTo>
                  <a:pt x="245178" y="40755"/>
                  <a:pt x="244547" y="42437"/>
                  <a:pt x="243285" y="43690"/>
                </a:cubicBezTo>
                <a:cubicBezTo>
                  <a:pt x="241822" y="44952"/>
                  <a:pt x="240039" y="45574"/>
                  <a:pt x="237945" y="45574"/>
                </a:cubicBezTo>
                <a:lnTo>
                  <a:pt x="219401" y="45574"/>
                </a:lnTo>
                <a:lnTo>
                  <a:pt x="219401" y="84865"/>
                </a:lnTo>
                <a:cubicBezTo>
                  <a:pt x="219401" y="100374"/>
                  <a:pt x="214683" y="114309"/>
                  <a:pt x="205255" y="126672"/>
                </a:cubicBezTo>
                <a:cubicBezTo>
                  <a:pt x="195618" y="139035"/>
                  <a:pt x="183255" y="147109"/>
                  <a:pt x="168167" y="150876"/>
                </a:cubicBezTo>
                <a:cubicBezTo>
                  <a:pt x="183255" y="154442"/>
                  <a:pt x="195618" y="162397"/>
                  <a:pt x="205255" y="174769"/>
                </a:cubicBezTo>
                <a:cubicBezTo>
                  <a:pt x="214683" y="186922"/>
                  <a:pt x="219401" y="200958"/>
                  <a:pt x="219401" y="216887"/>
                </a:cubicBezTo>
                <a:lnTo>
                  <a:pt x="219401" y="256178"/>
                </a:lnTo>
                <a:lnTo>
                  <a:pt x="237945" y="256178"/>
                </a:lnTo>
                <a:cubicBezTo>
                  <a:pt x="240039" y="256178"/>
                  <a:pt x="241822" y="256800"/>
                  <a:pt x="243285" y="258062"/>
                </a:cubicBezTo>
                <a:cubicBezTo>
                  <a:pt x="244547" y="259315"/>
                  <a:pt x="245178" y="260997"/>
                  <a:pt x="245178" y="263091"/>
                </a:cubicBezTo>
                <a:cubicBezTo>
                  <a:pt x="245178" y="265185"/>
                  <a:pt x="244547" y="266968"/>
                  <a:pt x="243285" y="268431"/>
                </a:cubicBezTo>
                <a:cubicBezTo>
                  <a:pt x="241822" y="269693"/>
                  <a:pt x="240039" y="270324"/>
                  <a:pt x="237945" y="270324"/>
                </a:cubicBezTo>
                <a:lnTo>
                  <a:pt x="63807" y="270324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4" name="圖說"/>
          <p:cNvSpPr/>
          <p:nvPr/>
        </p:nvSpPr>
        <p:spPr>
          <a:xfrm>
            <a:off x="2749235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</a:t>
            </a:r>
            <a:endParaRPr lang="en-US" sz="750" dirty="0"/>
          </a:p>
        </p:txBody>
      </p:sp>
      <p:sp>
        <p:nvSpPr>
          <p:cNvPr id="135" name="圖示 通知"/>
          <p:cNvSpPr/>
          <p:nvPr/>
        </p:nvSpPr>
        <p:spPr>
          <a:xfrm>
            <a:off x="3448728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3807" y="237314"/>
                </a:moveTo>
                <a:cubicBezTo>
                  <a:pt x="61713" y="237314"/>
                  <a:pt x="60040" y="236683"/>
                  <a:pt x="58778" y="235431"/>
                </a:cubicBezTo>
                <a:cubicBezTo>
                  <a:pt x="57315" y="233958"/>
                  <a:pt x="56583" y="232184"/>
                  <a:pt x="56583" y="230090"/>
                </a:cubicBezTo>
                <a:cubicBezTo>
                  <a:pt x="56583" y="228198"/>
                  <a:pt x="57315" y="226524"/>
                  <a:pt x="58778" y="225061"/>
                </a:cubicBezTo>
                <a:cubicBezTo>
                  <a:pt x="60040" y="223799"/>
                  <a:pt x="61713" y="223168"/>
                  <a:pt x="63807" y="223168"/>
                </a:cubicBezTo>
                <a:lnTo>
                  <a:pt x="79214" y="223168"/>
                </a:lnTo>
                <a:lnTo>
                  <a:pt x="79214" y="123846"/>
                </a:lnTo>
                <a:cubicBezTo>
                  <a:pt x="79214" y="106875"/>
                  <a:pt x="84445" y="91678"/>
                  <a:pt x="94924" y="78263"/>
                </a:cubicBezTo>
                <a:cubicBezTo>
                  <a:pt x="105193" y="65069"/>
                  <a:pt x="118607" y="56784"/>
                  <a:pt x="135157" y="53438"/>
                </a:cubicBezTo>
                <a:lnTo>
                  <a:pt x="135157" y="47146"/>
                </a:lnTo>
                <a:cubicBezTo>
                  <a:pt x="135157" y="42748"/>
                  <a:pt x="136730" y="39081"/>
                  <a:pt x="139876" y="36146"/>
                </a:cubicBezTo>
                <a:cubicBezTo>
                  <a:pt x="142811" y="33001"/>
                  <a:pt x="146478" y="31437"/>
                  <a:pt x="150876" y="31437"/>
                </a:cubicBezTo>
                <a:cubicBezTo>
                  <a:pt x="155274" y="31437"/>
                  <a:pt x="158941" y="33001"/>
                  <a:pt x="161876" y="36146"/>
                </a:cubicBezTo>
                <a:cubicBezTo>
                  <a:pt x="165022" y="39081"/>
                  <a:pt x="166595" y="42748"/>
                  <a:pt x="166595" y="47146"/>
                </a:cubicBezTo>
                <a:lnTo>
                  <a:pt x="166595" y="53438"/>
                </a:lnTo>
                <a:cubicBezTo>
                  <a:pt x="183145" y="56784"/>
                  <a:pt x="196559" y="65069"/>
                  <a:pt x="206828" y="78263"/>
                </a:cubicBezTo>
                <a:cubicBezTo>
                  <a:pt x="217307" y="91678"/>
                  <a:pt x="222547" y="106875"/>
                  <a:pt x="222547" y="123846"/>
                </a:cubicBezTo>
                <a:lnTo>
                  <a:pt x="222547" y="223168"/>
                </a:lnTo>
                <a:lnTo>
                  <a:pt x="237945" y="223168"/>
                </a:lnTo>
                <a:cubicBezTo>
                  <a:pt x="240039" y="223168"/>
                  <a:pt x="241712" y="223900"/>
                  <a:pt x="242974" y="225372"/>
                </a:cubicBezTo>
                <a:cubicBezTo>
                  <a:pt x="244437" y="226625"/>
                  <a:pt x="245178" y="228307"/>
                  <a:pt x="245178" y="230401"/>
                </a:cubicBezTo>
                <a:cubicBezTo>
                  <a:pt x="245178" y="232495"/>
                  <a:pt x="244437" y="234169"/>
                  <a:pt x="242974" y="235431"/>
                </a:cubicBezTo>
                <a:cubicBezTo>
                  <a:pt x="241712" y="236683"/>
                  <a:pt x="240039" y="237314"/>
                  <a:pt x="237945" y="237314"/>
                </a:cubicBezTo>
                <a:lnTo>
                  <a:pt x="63807" y="237314"/>
                </a:lnTo>
                <a:close/>
                <a:moveTo>
                  <a:pt x="150876" y="144905"/>
                </a:moveTo>
                <a:close/>
                <a:moveTo>
                  <a:pt x="150876" y="272839"/>
                </a:moveTo>
                <a:cubicBezTo>
                  <a:pt x="144594" y="272839"/>
                  <a:pt x="139245" y="270525"/>
                  <a:pt x="134847" y="265917"/>
                </a:cubicBezTo>
                <a:cubicBezTo>
                  <a:pt x="130448" y="261518"/>
                  <a:pt x="128245" y="256178"/>
                  <a:pt x="128245" y="249887"/>
                </a:cubicBezTo>
                <a:lnTo>
                  <a:pt x="173507" y="249887"/>
                </a:lnTo>
                <a:cubicBezTo>
                  <a:pt x="173507" y="256178"/>
                  <a:pt x="171304" y="261619"/>
                  <a:pt x="166905" y="266237"/>
                </a:cubicBezTo>
                <a:cubicBezTo>
                  <a:pt x="162507" y="270635"/>
                  <a:pt x="157167" y="272839"/>
                  <a:pt x="150876" y="272839"/>
                </a:cubicBezTo>
                <a:close/>
                <a:moveTo>
                  <a:pt x="93671" y="223168"/>
                </a:moveTo>
                <a:lnTo>
                  <a:pt x="208081" y="223168"/>
                </a:lnTo>
                <a:lnTo>
                  <a:pt x="208081" y="123846"/>
                </a:lnTo>
                <a:cubicBezTo>
                  <a:pt x="208081" y="107917"/>
                  <a:pt x="202530" y="94403"/>
                  <a:pt x="191420" y="83293"/>
                </a:cubicBezTo>
                <a:cubicBezTo>
                  <a:pt x="180320" y="72192"/>
                  <a:pt x="166805" y="66641"/>
                  <a:pt x="150876" y="66641"/>
                </a:cubicBezTo>
                <a:cubicBezTo>
                  <a:pt x="134947" y="66641"/>
                  <a:pt x="121432" y="72192"/>
                  <a:pt x="110332" y="83293"/>
                </a:cubicBezTo>
                <a:cubicBezTo>
                  <a:pt x="99222" y="94403"/>
                  <a:pt x="93671" y="107917"/>
                  <a:pt x="93671" y="123846"/>
                </a:cubicBezTo>
                <a:lnTo>
                  <a:pt x="93671" y="223168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6" name="圖說"/>
          <p:cNvSpPr/>
          <p:nvPr/>
        </p:nvSpPr>
        <p:spPr>
          <a:xfrm>
            <a:off x="3303956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</a:t>
            </a:r>
            <a:endParaRPr lang="en-US" sz="750" dirty="0"/>
          </a:p>
        </p:txBody>
      </p:sp>
      <p:sp>
        <p:nvSpPr>
          <p:cNvPr id="137" name="圖示 時間"/>
          <p:cNvSpPr/>
          <p:nvPr/>
        </p:nvSpPr>
        <p:spPr>
          <a:xfrm>
            <a:off x="4003449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8731" y="148051"/>
                </a:moveTo>
                <a:lnTo>
                  <a:pt x="158731" y="92098"/>
                </a:lnTo>
                <a:cubicBezTo>
                  <a:pt x="158731" y="90004"/>
                  <a:pt x="158109" y="88322"/>
                  <a:pt x="156847" y="87069"/>
                </a:cubicBezTo>
                <a:cubicBezTo>
                  <a:pt x="155384" y="85597"/>
                  <a:pt x="153601" y="84865"/>
                  <a:pt x="151507" y="84865"/>
                </a:cubicBezTo>
                <a:cubicBezTo>
                  <a:pt x="149413" y="84865"/>
                  <a:pt x="147730" y="85597"/>
                  <a:pt x="146478" y="87069"/>
                </a:cubicBezTo>
                <a:cubicBezTo>
                  <a:pt x="145216" y="88322"/>
                  <a:pt x="144594" y="90004"/>
                  <a:pt x="144594" y="92098"/>
                </a:cubicBezTo>
                <a:lnTo>
                  <a:pt x="144594" y="150245"/>
                </a:lnTo>
                <a:cubicBezTo>
                  <a:pt x="144594" y="151507"/>
                  <a:pt x="144795" y="152549"/>
                  <a:pt x="145216" y="153391"/>
                </a:cubicBezTo>
                <a:cubicBezTo>
                  <a:pt x="145636" y="154442"/>
                  <a:pt x="146267" y="155485"/>
                  <a:pt x="147109" y="156536"/>
                </a:cubicBezTo>
                <a:lnTo>
                  <a:pt x="192682" y="203372"/>
                </a:lnTo>
                <a:cubicBezTo>
                  <a:pt x="194145" y="205045"/>
                  <a:pt x="195928" y="205777"/>
                  <a:pt x="198022" y="205566"/>
                </a:cubicBezTo>
                <a:cubicBezTo>
                  <a:pt x="200116" y="205566"/>
                  <a:pt x="201900" y="204835"/>
                  <a:pt x="203372" y="203372"/>
                </a:cubicBezTo>
                <a:cubicBezTo>
                  <a:pt x="204835" y="201900"/>
                  <a:pt x="205566" y="200116"/>
                  <a:pt x="205566" y="198022"/>
                </a:cubicBezTo>
                <a:cubicBezTo>
                  <a:pt x="205566" y="196139"/>
                  <a:pt x="204835" y="194465"/>
                  <a:pt x="203372" y="192993"/>
                </a:cubicBezTo>
                <a:lnTo>
                  <a:pt x="158731" y="148051"/>
                </a:lnTo>
                <a:close/>
                <a:moveTo>
                  <a:pt x="150876" y="270324"/>
                </a:moveTo>
                <a:cubicBezTo>
                  <a:pt x="134536" y="270324"/>
                  <a:pt x="119128" y="267179"/>
                  <a:pt x="104671" y="260887"/>
                </a:cubicBezTo>
                <a:cubicBezTo>
                  <a:pt x="90004" y="254606"/>
                  <a:pt x="77322" y="246010"/>
                  <a:pt x="66641" y="235120"/>
                </a:cubicBezTo>
                <a:cubicBezTo>
                  <a:pt x="55742" y="224430"/>
                  <a:pt x="47146" y="211748"/>
                  <a:pt x="40865" y="197081"/>
                </a:cubicBezTo>
                <a:cubicBezTo>
                  <a:pt x="34573" y="182624"/>
                  <a:pt x="31437" y="167225"/>
                  <a:pt x="31437" y="150876"/>
                </a:cubicBezTo>
                <a:cubicBezTo>
                  <a:pt x="31437" y="134536"/>
                  <a:pt x="34573" y="119128"/>
                  <a:pt x="40865" y="104671"/>
                </a:cubicBezTo>
                <a:cubicBezTo>
                  <a:pt x="47146" y="90004"/>
                  <a:pt x="55742" y="77322"/>
                  <a:pt x="66641" y="66641"/>
                </a:cubicBezTo>
                <a:cubicBezTo>
                  <a:pt x="77322" y="55742"/>
                  <a:pt x="90004" y="47146"/>
                  <a:pt x="104671" y="40865"/>
                </a:cubicBezTo>
                <a:cubicBezTo>
                  <a:pt x="119128" y="34573"/>
                  <a:pt x="134536" y="31437"/>
                  <a:pt x="150876" y="31437"/>
                </a:cubicBezTo>
                <a:cubicBezTo>
                  <a:pt x="167225" y="31437"/>
                  <a:pt x="182624" y="34573"/>
                  <a:pt x="197081" y="40865"/>
                </a:cubicBezTo>
                <a:cubicBezTo>
                  <a:pt x="211748" y="47146"/>
                  <a:pt x="224430" y="55742"/>
                  <a:pt x="235120" y="66641"/>
                </a:cubicBezTo>
                <a:cubicBezTo>
                  <a:pt x="246010" y="77322"/>
                  <a:pt x="254606" y="90004"/>
                  <a:pt x="260887" y="104671"/>
                </a:cubicBezTo>
                <a:cubicBezTo>
                  <a:pt x="267179" y="119128"/>
                  <a:pt x="270324" y="134536"/>
                  <a:pt x="270324" y="150876"/>
                </a:cubicBezTo>
                <a:cubicBezTo>
                  <a:pt x="270324" y="167225"/>
                  <a:pt x="267179" y="182624"/>
                  <a:pt x="260887" y="197081"/>
                </a:cubicBezTo>
                <a:cubicBezTo>
                  <a:pt x="254606" y="211748"/>
                  <a:pt x="246010" y="224430"/>
                  <a:pt x="235120" y="235120"/>
                </a:cubicBezTo>
                <a:cubicBezTo>
                  <a:pt x="224430" y="246010"/>
                  <a:pt x="211748" y="254606"/>
                  <a:pt x="197081" y="260887"/>
                </a:cubicBezTo>
                <a:cubicBezTo>
                  <a:pt x="182624" y="267179"/>
                  <a:pt x="167225" y="270324"/>
                  <a:pt x="150876" y="270324"/>
                </a:cubicBezTo>
                <a:close/>
                <a:moveTo>
                  <a:pt x="150876" y="150876"/>
                </a:moveTo>
                <a:close/>
                <a:moveTo>
                  <a:pt x="150876" y="256178"/>
                </a:moveTo>
                <a:cubicBezTo>
                  <a:pt x="179798" y="256178"/>
                  <a:pt x="204524" y="245800"/>
                  <a:pt x="225061" y="225061"/>
                </a:cubicBezTo>
                <a:cubicBezTo>
                  <a:pt x="245800" y="204524"/>
                  <a:pt x="256178" y="179798"/>
                  <a:pt x="256178" y="150876"/>
                </a:cubicBezTo>
                <a:cubicBezTo>
                  <a:pt x="256178" y="121963"/>
                  <a:pt x="245800" y="97228"/>
                  <a:pt x="225061" y="76700"/>
                </a:cubicBezTo>
                <a:cubicBezTo>
                  <a:pt x="204524" y="55952"/>
                  <a:pt x="179798" y="45574"/>
                  <a:pt x="150876" y="45574"/>
                </a:cubicBezTo>
                <a:cubicBezTo>
                  <a:pt x="121963" y="45574"/>
                  <a:pt x="97228" y="55952"/>
                  <a:pt x="76700" y="76700"/>
                </a:cubicBezTo>
                <a:cubicBezTo>
                  <a:pt x="55952" y="97228"/>
                  <a:pt x="45574" y="121963"/>
                  <a:pt x="45574" y="150876"/>
                </a:cubicBezTo>
                <a:cubicBezTo>
                  <a:pt x="45574" y="179798"/>
                  <a:pt x="55952" y="204524"/>
                  <a:pt x="76700" y="225061"/>
                </a:cubicBezTo>
                <a:cubicBezTo>
                  <a:pt x="97228" y="245800"/>
                  <a:pt x="121963" y="256178"/>
                  <a:pt x="150876" y="256178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8" name="圖說"/>
          <p:cNvSpPr/>
          <p:nvPr/>
        </p:nvSpPr>
        <p:spPr>
          <a:xfrm>
            <a:off x="3858677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750" dirty="0"/>
          </a:p>
        </p:txBody>
      </p:sp>
      <p:sp>
        <p:nvSpPr>
          <p:cNvPr id="139" name="圖示 計時"/>
          <p:cNvSpPr/>
          <p:nvPr/>
        </p:nvSpPr>
        <p:spPr>
          <a:xfrm>
            <a:off x="4558170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22584" y="29864"/>
                </a:moveTo>
                <a:cubicBezTo>
                  <a:pt x="120490" y="29864"/>
                  <a:pt x="118817" y="29233"/>
                  <a:pt x="117555" y="27971"/>
                </a:cubicBezTo>
                <a:cubicBezTo>
                  <a:pt x="116303" y="26719"/>
                  <a:pt x="115672" y="25045"/>
                  <a:pt x="115672" y="22942"/>
                </a:cubicBezTo>
                <a:cubicBezTo>
                  <a:pt x="115672" y="20848"/>
                  <a:pt x="116303" y="19065"/>
                  <a:pt x="117555" y="17602"/>
                </a:cubicBezTo>
                <a:cubicBezTo>
                  <a:pt x="118817" y="16349"/>
                  <a:pt x="120490" y="15719"/>
                  <a:pt x="122584" y="15719"/>
                </a:cubicBezTo>
                <a:lnTo>
                  <a:pt x="179168" y="15719"/>
                </a:lnTo>
                <a:cubicBezTo>
                  <a:pt x="181262" y="15719"/>
                  <a:pt x="182935" y="16349"/>
                  <a:pt x="184197" y="17602"/>
                </a:cubicBezTo>
                <a:cubicBezTo>
                  <a:pt x="185449" y="19065"/>
                  <a:pt x="186080" y="20848"/>
                  <a:pt x="186080" y="22942"/>
                </a:cubicBezTo>
                <a:cubicBezTo>
                  <a:pt x="186080" y="25045"/>
                  <a:pt x="185449" y="26719"/>
                  <a:pt x="184197" y="27971"/>
                </a:cubicBezTo>
                <a:cubicBezTo>
                  <a:pt x="182935" y="29233"/>
                  <a:pt x="181262" y="29864"/>
                  <a:pt x="179168" y="29864"/>
                </a:cubicBezTo>
                <a:lnTo>
                  <a:pt x="122584" y="29864"/>
                </a:lnTo>
                <a:close/>
                <a:moveTo>
                  <a:pt x="155905" y="168478"/>
                </a:moveTo>
                <a:cubicBezTo>
                  <a:pt x="157368" y="167225"/>
                  <a:pt x="158109" y="165543"/>
                  <a:pt x="158109" y="163449"/>
                </a:cubicBezTo>
                <a:lnTo>
                  <a:pt x="158109" y="109390"/>
                </a:lnTo>
                <a:cubicBezTo>
                  <a:pt x="158109" y="107287"/>
                  <a:pt x="157368" y="105613"/>
                  <a:pt x="155905" y="104360"/>
                </a:cubicBezTo>
                <a:cubicBezTo>
                  <a:pt x="154652" y="102888"/>
                  <a:pt x="152970" y="102157"/>
                  <a:pt x="150876" y="102157"/>
                </a:cubicBezTo>
                <a:cubicBezTo>
                  <a:pt x="148782" y="102157"/>
                  <a:pt x="147109" y="102888"/>
                  <a:pt x="145847" y="104360"/>
                </a:cubicBezTo>
                <a:cubicBezTo>
                  <a:pt x="144384" y="105613"/>
                  <a:pt x="143643" y="107287"/>
                  <a:pt x="143643" y="109390"/>
                </a:cubicBezTo>
                <a:lnTo>
                  <a:pt x="143643" y="163449"/>
                </a:lnTo>
                <a:cubicBezTo>
                  <a:pt x="143643" y="165543"/>
                  <a:pt x="144384" y="167225"/>
                  <a:pt x="145847" y="168478"/>
                </a:cubicBezTo>
                <a:cubicBezTo>
                  <a:pt x="147109" y="169941"/>
                  <a:pt x="148782" y="170682"/>
                  <a:pt x="150876" y="170682"/>
                </a:cubicBezTo>
                <a:cubicBezTo>
                  <a:pt x="152970" y="170682"/>
                  <a:pt x="154652" y="169941"/>
                  <a:pt x="155905" y="168478"/>
                </a:cubicBezTo>
                <a:close/>
                <a:moveTo>
                  <a:pt x="109390" y="261518"/>
                </a:moveTo>
                <a:cubicBezTo>
                  <a:pt x="96396" y="255858"/>
                  <a:pt x="85076" y="248214"/>
                  <a:pt x="75438" y="238576"/>
                </a:cubicBezTo>
                <a:cubicBezTo>
                  <a:pt x="65800" y="228929"/>
                  <a:pt x="58147" y="217618"/>
                  <a:pt x="52496" y="204624"/>
                </a:cubicBezTo>
                <a:cubicBezTo>
                  <a:pt x="46836" y="191631"/>
                  <a:pt x="44010" y="177805"/>
                  <a:pt x="44010" y="163138"/>
                </a:cubicBezTo>
                <a:cubicBezTo>
                  <a:pt x="44010" y="148462"/>
                  <a:pt x="46836" y="134636"/>
                  <a:pt x="52496" y="121643"/>
                </a:cubicBezTo>
                <a:cubicBezTo>
                  <a:pt x="58147" y="108859"/>
                  <a:pt x="65800" y="97548"/>
                  <a:pt x="75438" y="87700"/>
                </a:cubicBezTo>
                <a:cubicBezTo>
                  <a:pt x="85076" y="78053"/>
                  <a:pt x="96396" y="70409"/>
                  <a:pt x="109390" y="64749"/>
                </a:cubicBezTo>
                <a:cubicBezTo>
                  <a:pt x="122374" y="59098"/>
                  <a:pt x="136209" y="56263"/>
                  <a:pt x="150876" y="56263"/>
                </a:cubicBezTo>
                <a:cubicBezTo>
                  <a:pt x="164290" y="56263"/>
                  <a:pt x="176964" y="58677"/>
                  <a:pt x="188906" y="63496"/>
                </a:cubicBezTo>
                <a:cubicBezTo>
                  <a:pt x="200857" y="68105"/>
                  <a:pt x="211537" y="74496"/>
                  <a:pt x="220974" y="82671"/>
                </a:cubicBezTo>
                <a:lnTo>
                  <a:pt x="230401" y="73234"/>
                </a:lnTo>
                <a:cubicBezTo>
                  <a:pt x="231864" y="71771"/>
                  <a:pt x="233547" y="71040"/>
                  <a:pt x="235431" y="71040"/>
                </a:cubicBezTo>
                <a:cubicBezTo>
                  <a:pt x="237314" y="71040"/>
                  <a:pt x="238988" y="71771"/>
                  <a:pt x="240460" y="73234"/>
                </a:cubicBezTo>
                <a:cubicBezTo>
                  <a:pt x="241923" y="74706"/>
                  <a:pt x="242663" y="76380"/>
                  <a:pt x="242663" y="78263"/>
                </a:cubicBezTo>
                <a:cubicBezTo>
                  <a:pt x="242663" y="80156"/>
                  <a:pt x="241923" y="81830"/>
                  <a:pt x="240460" y="83293"/>
                </a:cubicBezTo>
                <a:lnTo>
                  <a:pt x="231032" y="92729"/>
                </a:lnTo>
                <a:cubicBezTo>
                  <a:pt x="238576" y="101105"/>
                  <a:pt x="244968" y="111164"/>
                  <a:pt x="250207" y="122905"/>
                </a:cubicBezTo>
                <a:cubicBezTo>
                  <a:pt x="255236" y="134636"/>
                  <a:pt x="257751" y="148051"/>
                  <a:pt x="257751" y="163138"/>
                </a:cubicBezTo>
                <a:cubicBezTo>
                  <a:pt x="257751" y="177805"/>
                  <a:pt x="254916" y="191631"/>
                  <a:pt x="249256" y="204624"/>
                </a:cubicBezTo>
                <a:cubicBezTo>
                  <a:pt x="243605" y="217618"/>
                  <a:pt x="235952" y="228929"/>
                  <a:pt x="226314" y="238576"/>
                </a:cubicBezTo>
                <a:cubicBezTo>
                  <a:pt x="216676" y="248214"/>
                  <a:pt x="205356" y="255858"/>
                  <a:pt x="192371" y="261518"/>
                </a:cubicBezTo>
                <a:cubicBezTo>
                  <a:pt x="179378" y="267179"/>
                  <a:pt x="165543" y="270004"/>
                  <a:pt x="150876" y="270004"/>
                </a:cubicBezTo>
                <a:cubicBezTo>
                  <a:pt x="136209" y="270004"/>
                  <a:pt x="122374" y="267179"/>
                  <a:pt x="109390" y="261518"/>
                </a:cubicBezTo>
                <a:close/>
                <a:moveTo>
                  <a:pt x="216566" y="228829"/>
                </a:moveTo>
                <a:cubicBezTo>
                  <a:pt x="234589" y="210806"/>
                  <a:pt x="243605" y="188906"/>
                  <a:pt x="243605" y="163138"/>
                </a:cubicBezTo>
                <a:cubicBezTo>
                  <a:pt x="243605" y="137571"/>
                  <a:pt x="234589" y="115772"/>
                  <a:pt x="216566" y="97759"/>
                </a:cubicBezTo>
                <a:cubicBezTo>
                  <a:pt x="198553" y="79736"/>
                  <a:pt x="176653" y="70720"/>
                  <a:pt x="150876" y="70720"/>
                </a:cubicBezTo>
                <a:cubicBezTo>
                  <a:pt x="125099" y="70720"/>
                  <a:pt x="103199" y="79736"/>
                  <a:pt x="85186" y="97759"/>
                </a:cubicBezTo>
                <a:cubicBezTo>
                  <a:pt x="67163" y="115772"/>
                  <a:pt x="58147" y="137571"/>
                  <a:pt x="58147" y="163138"/>
                </a:cubicBezTo>
                <a:cubicBezTo>
                  <a:pt x="58147" y="188906"/>
                  <a:pt x="67163" y="210806"/>
                  <a:pt x="85186" y="228829"/>
                </a:cubicBezTo>
                <a:cubicBezTo>
                  <a:pt x="103199" y="246851"/>
                  <a:pt x="125099" y="255858"/>
                  <a:pt x="150876" y="255858"/>
                </a:cubicBezTo>
                <a:cubicBezTo>
                  <a:pt x="176653" y="255858"/>
                  <a:pt x="198553" y="246851"/>
                  <a:pt x="216566" y="228829"/>
                </a:cubicBezTo>
                <a:close/>
                <a:moveTo>
                  <a:pt x="150876" y="163449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0" name="圖說"/>
          <p:cNvSpPr/>
          <p:nvPr/>
        </p:nvSpPr>
        <p:spPr>
          <a:xfrm>
            <a:off x="4413397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計時</a:t>
            </a:r>
            <a:endParaRPr lang="en-US" sz="750" dirty="0"/>
          </a:p>
        </p:txBody>
      </p:sp>
      <p:sp>
        <p:nvSpPr>
          <p:cNvPr id="141" name="圖示 行事曆"/>
          <p:cNvSpPr/>
          <p:nvPr/>
        </p:nvSpPr>
        <p:spPr>
          <a:xfrm>
            <a:off x="5112890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2234" y="270324"/>
                </a:moveTo>
                <a:cubicBezTo>
                  <a:pt x="57205" y="270324"/>
                  <a:pt x="52907" y="268541"/>
                  <a:pt x="49350" y="264975"/>
                </a:cubicBezTo>
                <a:cubicBezTo>
                  <a:pt x="45784" y="261418"/>
                  <a:pt x="44010" y="257120"/>
                  <a:pt x="44010" y="252091"/>
                </a:cubicBezTo>
                <a:lnTo>
                  <a:pt x="44010" y="70098"/>
                </a:lnTo>
                <a:cubicBezTo>
                  <a:pt x="44010" y="65279"/>
                  <a:pt x="45784" y="60981"/>
                  <a:pt x="49350" y="57205"/>
                </a:cubicBezTo>
                <a:cubicBezTo>
                  <a:pt x="52907" y="53648"/>
                  <a:pt x="57205" y="51865"/>
                  <a:pt x="62234" y="51865"/>
                </a:cubicBezTo>
                <a:lnTo>
                  <a:pt x="85496" y="51865"/>
                </a:lnTo>
                <a:lnTo>
                  <a:pt x="85496" y="37719"/>
                </a:lnTo>
                <a:cubicBezTo>
                  <a:pt x="85496" y="35625"/>
                  <a:pt x="86127" y="33842"/>
                  <a:pt x="87380" y="32379"/>
                </a:cubicBezTo>
                <a:cubicBezTo>
                  <a:pt x="88852" y="30696"/>
                  <a:pt x="90736" y="29864"/>
                  <a:pt x="93040" y="29864"/>
                </a:cubicBezTo>
                <a:cubicBezTo>
                  <a:pt x="95344" y="29864"/>
                  <a:pt x="97338" y="30696"/>
                  <a:pt x="99011" y="32379"/>
                </a:cubicBezTo>
                <a:cubicBezTo>
                  <a:pt x="100483" y="33842"/>
                  <a:pt x="101215" y="35625"/>
                  <a:pt x="101215" y="37719"/>
                </a:cubicBezTo>
                <a:lnTo>
                  <a:pt x="101215" y="51865"/>
                </a:lnTo>
                <a:lnTo>
                  <a:pt x="201168" y="51865"/>
                </a:lnTo>
                <a:lnTo>
                  <a:pt x="201168" y="37719"/>
                </a:lnTo>
                <a:cubicBezTo>
                  <a:pt x="201168" y="35415"/>
                  <a:pt x="201799" y="33531"/>
                  <a:pt x="203052" y="32059"/>
                </a:cubicBezTo>
                <a:cubicBezTo>
                  <a:pt x="204524" y="30596"/>
                  <a:pt x="206408" y="29864"/>
                  <a:pt x="208712" y="29864"/>
                </a:cubicBezTo>
                <a:cubicBezTo>
                  <a:pt x="211016" y="29864"/>
                  <a:pt x="212900" y="30596"/>
                  <a:pt x="214372" y="32059"/>
                </a:cubicBezTo>
                <a:cubicBezTo>
                  <a:pt x="215835" y="33531"/>
                  <a:pt x="216566" y="35415"/>
                  <a:pt x="216566" y="37719"/>
                </a:cubicBezTo>
                <a:lnTo>
                  <a:pt x="216566" y="51865"/>
                </a:lnTo>
                <a:lnTo>
                  <a:pt x="239518" y="51865"/>
                </a:lnTo>
                <a:cubicBezTo>
                  <a:pt x="244547" y="51865"/>
                  <a:pt x="248845" y="53648"/>
                  <a:pt x="252402" y="57205"/>
                </a:cubicBezTo>
                <a:cubicBezTo>
                  <a:pt x="255968" y="60981"/>
                  <a:pt x="257751" y="65279"/>
                  <a:pt x="257751" y="70098"/>
                </a:cubicBezTo>
                <a:lnTo>
                  <a:pt x="257751" y="252091"/>
                </a:lnTo>
                <a:cubicBezTo>
                  <a:pt x="257751" y="257120"/>
                  <a:pt x="255968" y="261418"/>
                  <a:pt x="252402" y="264975"/>
                </a:cubicBezTo>
                <a:cubicBezTo>
                  <a:pt x="248845" y="268541"/>
                  <a:pt x="244547" y="270324"/>
                  <a:pt x="239518" y="270324"/>
                </a:cubicBezTo>
                <a:lnTo>
                  <a:pt x="62234" y="270324"/>
                </a:lnTo>
                <a:close/>
                <a:moveTo>
                  <a:pt x="62234" y="256178"/>
                </a:moveTo>
                <a:lnTo>
                  <a:pt x="239518" y="256178"/>
                </a:lnTo>
                <a:cubicBezTo>
                  <a:pt x="240560" y="256178"/>
                  <a:pt x="241502" y="255758"/>
                  <a:pt x="242343" y="254916"/>
                </a:cubicBezTo>
                <a:cubicBezTo>
                  <a:pt x="243185" y="254075"/>
                  <a:pt x="243605" y="253133"/>
                  <a:pt x="243605" y="252091"/>
                </a:cubicBezTo>
                <a:lnTo>
                  <a:pt x="243605" y="127303"/>
                </a:lnTo>
                <a:lnTo>
                  <a:pt x="58147" y="127303"/>
                </a:lnTo>
                <a:lnTo>
                  <a:pt x="58147" y="252091"/>
                </a:lnTo>
                <a:cubicBezTo>
                  <a:pt x="58147" y="253133"/>
                  <a:pt x="58567" y="254075"/>
                  <a:pt x="59409" y="254916"/>
                </a:cubicBezTo>
                <a:cubicBezTo>
                  <a:pt x="60250" y="255758"/>
                  <a:pt x="61192" y="256178"/>
                  <a:pt x="62234" y="256178"/>
                </a:cubicBezTo>
                <a:close/>
                <a:moveTo>
                  <a:pt x="58147" y="113157"/>
                </a:moveTo>
                <a:lnTo>
                  <a:pt x="243605" y="113157"/>
                </a:lnTo>
                <a:lnTo>
                  <a:pt x="243605" y="70098"/>
                </a:lnTo>
                <a:cubicBezTo>
                  <a:pt x="243605" y="69046"/>
                  <a:pt x="243185" y="68205"/>
                  <a:pt x="242343" y="67583"/>
                </a:cubicBezTo>
                <a:cubicBezTo>
                  <a:pt x="241502" y="66742"/>
                  <a:pt x="240560" y="66321"/>
                  <a:pt x="239518" y="66321"/>
                </a:cubicBezTo>
                <a:lnTo>
                  <a:pt x="62234" y="66321"/>
                </a:lnTo>
                <a:cubicBezTo>
                  <a:pt x="61192" y="66321"/>
                  <a:pt x="60250" y="66742"/>
                  <a:pt x="59409" y="67583"/>
                </a:cubicBezTo>
                <a:cubicBezTo>
                  <a:pt x="58567" y="68205"/>
                  <a:pt x="58147" y="69046"/>
                  <a:pt x="58147" y="70098"/>
                </a:cubicBezTo>
                <a:lnTo>
                  <a:pt x="58147" y="113157"/>
                </a:lnTo>
                <a:close/>
                <a:moveTo>
                  <a:pt x="58147" y="113157"/>
                </a:moveTo>
                <a:lnTo>
                  <a:pt x="58147" y="66321"/>
                </a:lnTo>
                <a:lnTo>
                  <a:pt x="58147" y="113157"/>
                </a:lnTo>
                <a:close/>
                <a:moveTo>
                  <a:pt x="150876" y="176964"/>
                </a:moveTo>
                <a:cubicBezTo>
                  <a:pt x="147730" y="176964"/>
                  <a:pt x="145115" y="175921"/>
                  <a:pt x="143021" y="173818"/>
                </a:cubicBezTo>
                <a:cubicBezTo>
                  <a:pt x="140918" y="171514"/>
                  <a:pt x="139876" y="168899"/>
                  <a:pt x="139876" y="165964"/>
                </a:cubicBezTo>
                <a:cubicBezTo>
                  <a:pt x="139876" y="162818"/>
                  <a:pt x="140918" y="160203"/>
                  <a:pt x="143021" y="158109"/>
                </a:cubicBezTo>
                <a:cubicBezTo>
                  <a:pt x="145115" y="155805"/>
                  <a:pt x="147730" y="154652"/>
                  <a:pt x="150876" y="154652"/>
                </a:cubicBezTo>
                <a:cubicBezTo>
                  <a:pt x="154022" y="154652"/>
                  <a:pt x="156637" y="155805"/>
                  <a:pt x="158731" y="158109"/>
                </a:cubicBezTo>
                <a:cubicBezTo>
                  <a:pt x="160834" y="160203"/>
                  <a:pt x="161876" y="162818"/>
                  <a:pt x="161876" y="165964"/>
                </a:cubicBezTo>
                <a:cubicBezTo>
                  <a:pt x="161876" y="168899"/>
                  <a:pt x="160834" y="171514"/>
                  <a:pt x="158731" y="173818"/>
                </a:cubicBezTo>
                <a:cubicBezTo>
                  <a:pt x="156637" y="175921"/>
                  <a:pt x="154022" y="176964"/>
                  <a:pt x="150876" y="176964"/>
                </a:cubicBezTo>
                <a:close/>
                <a:moveTo>
                  <a:pt x="92729" y="173818"/>
                </a:moveTo>
                <a:cubicBezTo>
                  <a:pt x="90626" y="171514"/>
                  <a:pt x="89584" y="168899"/>
                  <a:pt x="89584" y="165964"/>
                </a:cubicBezTo>
                <a:cubicBezTo>
                  <a:pt x="89584" y="162818"/>
                  <a:pt x="90626" y="160203"/>
                  <a:pt x="92729" y="158109"/>
                </a:cubicBezTo>
                <a:cubicBezTo>
                  <a:pt x="94823" y="155805"/>
                  <a:pt x="97438" y="154652"/>
                  <a:pt x="100584" y="154652"/>
                </a:cubicBezTo>
                <a:cubicBezTo>
                  <a:pt x="103730" y="154652"/>
                  <a:pt x="106345" y="155805"/>
                  <a:pt x="108439" y="158109"/>
                </a:cubicBezTo>
                <a:cubicBezTo>
                  <a:pt x="110542" y="160203"/>
                  <a:pt x="111584" y="162818"/>
                  <a:pt x="111584" y="165964"/>
                </a:cubicBezTo>
                <a:cubicBezTo>
                  <a:pt x="111584" y="168899"/>
                  <a:pt x="110542" y="171514"/>
                  <a:pt x="108439" y="173818"/>
                </a:cubicBezTo>
                <a:cubicBezTo>
                  <a:pt x="106345" y="175921"/>
                  <a:pt x="103730" y="176964"/>
                  <a:pt x="100584" y="176964"/>
                </a:cubicBezTo>
                <a:cubicBezTo>
                  <a:pt x="97438" y="176964"/>
                  <a:pt x="94823" y="175921"/>
                  <a:pt x="92729" y="173818"/>
                </a:cubicBezTo>
                <a:close/>
                <a:moveTo>
                  <a:pt x="201168" y="176964"/>
                </a:moveTo>
                <a:cubicBezTo>
                  <a:pt x="198022" y="176964"/>
                  <a:pt x="195407" y="175921"/>
                  <a:pt x="193313" y="173818"/>
                </a:cubicBezTo>
                <a:cubicBezTo>
                  <a:pt x="191210" y="171514"/>
                  <a:pt x="190168" y="168899"/>
                  <a:pt x="190168" y="165964"/>
                </a:cubicBezTo>
                <a:cubicBezTo>
                  <a:pt x="190168" y="162818"/>
                  <a:pt x="191210" y="160203"/>
                  <a:pt x="193313" y="158109"/>
                </a:cubicBezTo>
                <a:cubicBezTo>
                  <a:pt x="195407" y="155805"/>
                  <a:pt x="198022" y="154652"/>
                  <a:pt x="201168" y="154652"/>
                </a:cubicBezTo>
                <a:cubicBezTo>
                  <a:pt x="204314" y="154652"/>
                  <a:pt x="206929" y="155805"/>
                  <a:pt x="209023" y="158109"/>
                </a:cubicBezTo>
                <a:cubicBezTo>
                  <a:pt x="211126" y="160203"/>
                  <a:pt x="212168" y="162818"/>
                  <a:pt x="212168" y="165964"/>
                </a:cubicBezTo>
                <a:cubicBezTo>
                  <a:pt x="212168" y="168899"/>
                  <a:pt x="211126" y="171514"/>
                  <a:pt x="209023" y="173818"/>
                </a:cubicBezTo>
                <a:cubicBezTo>
                  <a:pt x="206929" y="175921"/>
                  <a:pt x="204314" y="176964"/>
                  <a:pt x="201168" y="176964"/>
                </a:cubicBezTo>
                <a:close/>
                <a:moveTo>
                  <a:pt x="150876" y="226314"/>
                </a:moveTo>
                <a:cubicBezTo>
                  <a:pt x="147730" y="226314"/>
                  <a:pt x="145115" y="225262"/>
                  <a:pt x="143021" y="223168"/>
                </a:cubicBezTo>
                <a:cubicBezTo>
                  <a:pt x="140918" y="220864"/>
                  <a:pt x="139876" y="218249"/>
                  <a:pt x="139876" y="215314"/>
                </a:cubicBezTo>
                <a:cubicBezTo>
                  <a:pt x="139876" y="212168"/>
                  <a:pt x="140918" y="209553"/>
                  <a:pt x="143021" y="207459"/>
                </a:cubicBezTo>
                <a:cubicBezTo>
                  <a:pt x="145115" y="205146"/>
                  <a:pt x="147730" y="203993"/>
                  <a:pt x="150876" y="203993"/>
                </a:cubicBezTo>
                <a:cubicBezTo>
                  <a:pt x="154022" y="203993"/>
                  <a:pt x="156637" y="205146"/>
                  <a:pt x="158731" y="207459"/>
                </a:cubicBezTo>
                <a:cubicBezTo>
                  <a:pt x="160834" y="209553"/>
                  <a:pt x="161876" y="212168"/>
                  <a:pt x="161876" y="215314"/>
                </a:cubicBezTo>
                <a:cubicBezTo>
                  <a:pt x="161876" y="218249"/>
                  <a:pt x="160834" y="220864"/>
                  <a:pt x="158731" y="223168"/>
                </a:cubicBezTo>
                <a:cubicBezTo>
                  <a:pt x="156637" y="225262"/>
                  <a:pt x="154022" y="226314"/>
                  <a:pt x="150876" y="226314"/>
                </a:cubicBezTo>
                <a:close/>
                <a:moveTo>
                  <a:pt x="92729" y="223168"/>
                </a:moveTo>
                <a:cubicBezTo>
                  <a:pt x="90626" y="220864"/>
                  <a:pt x="89584" y="218249"/>
                  <a:pt x="89584" y="215314"/>
                </a:cubicBezTo>
                <a:cubicBezTo>
                  <a:pt x="89584" y="212168"/>
                  <a:pt x="90626" y="209553"/>
                  <a:pt x="92729" y="207459"/>
                </a:cubicBezTo>
                <a:cubicBezTo>
                  <a:pt x="94823" y="205146"/>
                  <a:pt x="97438" y="203993"/>
                  <a:pt x="100584" y="203993"/>
                </a:cubicBezTo>
                <a:cubicBezTo>
                  <a:pt x="103730" y="203993"/>
                  <a:pt x="106345" y="205146"/>
                  <a:pt x="108439" y="207459"/>
                </a:cubicBezTo>
                <a:cubicBezTo>
                  <a:pt x="110542" y="209553"/>
                  <a:pt x="111584" y="212168"/>
                  <a:pt x="111584" y="215314"/>
                </a:cubicBezTo>
                <a:cubicBezTo>
                  <a:pt x="111584" y="218249"/>
                  <a:pt x="110542" y="220864"/>
                  <a:pt x="108439" y="223168"/>
                </a:cubicBezTo>
                <a:cubicBezTo>
                  <a:pt x="106345" y="225262"/>
                  <a:pt x="103730" y="226314"/>
                  <a:pt x="100584" y="226314"/>
                </a:cubicBezTo>
                <a:cubicBezTo>
                  <a:pt x="97438" y="226314"/>
                  <a:pt x="94823" y="225262"/>
                  <a:pt x="92729" y="223168"/>
                </a:cubicBezTo>
                <a:close/>
                <a:moveTo>
                  <a:pt x="201168" y="226314"/>
                </a:moveTo>
                <a:cubicBezTo>
                  <a:pt x="198022" y="226314"/>
                  <a:pt x="195407" y="225262"/>
                  <a:pt x="193313" y="223168"/>
                </a:cubicBezTo>
                <a:cubicBezTo>
                  <a:pt x="191210" y="220864"/>
                  <a:pt x="190168" y="218249"/>
                  <a:pt x="190168" y="215314"/>
                </a:cubicBezTo>
                <a:cubicBezTo>
                  <a:pt x="190168" y="212168"/>
                  <a:pt x="191210" y="209553"/>
                  <a:pt x="193313" y="207459"/>
                </a:cubicBezTo>
                <a:cubicBezTo>
                  <a:pt x="195407" y="205146"/>
                  <a:pt x="198022" y="203993"/>
                  <a:pt x="201168" y="203993"/>
                </a:cubicBezTo>
                <a:cubicBezTo>
                  <a:pt x="204314" y="203993"/>
                  <a:pt x="206929" y="205146"/>
                  <a:pt x="209023" y="207459"/>
                </a:cubicBezTo>
                <a:cubicBezTo>
                  <a:pt x="211126" y="209553"/>
                  <a:pt x="212168" y="212168"/>
                  <a:pt x="212168" y="215314"/>
                </a:cubicBezTo>
                <a:cubicBezTo>
                  <a:pt x="212168" y="218249"/>
                  <a:pt x="211126" y="220864"/>
                  <a:pt x="209023" y="223168"/>
                </a:cubicBezTo>
                <a:cubicBezTo>
                  <a:pt x="206929" y="225262"/>
                  <a:pt x="204314" y="226314"/>
                  <a:pt x="201168" y="226314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2" name="圖說"/>
          <p:cNvSpPr/>
          <p:nvPr/>
        </p:nvSpPr>
        <p:spPr>
          <a:xfrm>
            <a:off x="4968118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</a:t>
            </a:r>
            <a:endParaRPr lang="en-US" sz="750" dirty="0"/>
          </a:p>
        </p:txBody>
      </p:sp>
      <p:sp>
        <p:nvSpPr>
          <p:cNvPr id="143" name="圖示 事件"/>
          <p:cNvSpPr/>
          <p:nvPr/>
        </p:nvSpPr>
        <p:spPr>
          <a:xfrm>
            <a:off x="5667611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8478" y="222547"/>
                </a:moveTo>
                <a:cubicBezTo>
                  <a:pt x="163028" y="217097"/>
                  <a:pt x="160303" y="210385"/>
                  <a:pt x="160303" y="202430"/>
                </a:cubicBezTo>
                <a:cubicBezTo>
                  <a:pt x="160303" y="194676"/>
                  <a:pt x="163028" y="188074"/>
                  <a:pt x="168478" y="182624"/>
                </a:cubicBezTo>
                <a:cubicBezTo>
                  <a:pt x="174138" y="176964"/>
                  <a:pt x="180841" y="174138"/>
                  <a:pt x="188595" y="174138"/>
                </a:cubicBezTo>
                <a:cubicBezTo>
                  <a:pt x="196559" y="174138"/>
                  <a:pt x="203262" y="176964"/>
                  <a:pt x="208712" y="182624"/>
                </a:cubicBezTo>
                <a:cubicBezTo>
                  <a:pt x="214162" y="188074"/>
                  <a:pt x="216887" y="194776"/>
                  <a:pt x="216887" y="202741"/>
                </a:cubicBezTo>
                <a:cubicBezTo>
                  <a:pt x="216887" y="210495"/>
                  <a:pt x="214162" y="217197"/>
                  <a:pt x="208712" y="222858"/>
                </a:cubicBezTo>
                <a:cubicBezTo>
                  <a:pt x="203262" y="228307"/>
                  <a:pt x="196559" y="231032"/>
                  <a:pt x="188595" y="231032"/>
                </a:cubicBezTo>
                <a:cubicBezTo>
                  <a:pt x="180631" y="231032"/>
                  <a:pt x="173928" y="228198"/>
                  <a:pt x="168478" y="222547"/>
                </a:cubicBezTo>
                <a:close/>
                <a:moveTo>
                  <a:pt x="62234" y="270324"/>
                </a:moveTo>
                <a:cubicBezTo>
                  <a:pt x="57205" y="270324"/>
                  <a:pt x="52907" y="268541"/>
                  <a:pt x="49350" y="264975"/>
                </a:cubicBezTo>
                <a:cubicBezTo>
                  <a:pt x="45784" y="261418"/>
                  <a:pt x="44010" y="257120"/>
                  <a:pt x="44010" y="252091"/>
                </a:cubicBezTo>
                <a:lnTo>
                  <a:pt x="44010" y="70098"/>
                </a:lnTo>
                <a:cubicBezTo>
                  <a:pt x="44010" y="65279"/>
                  <a:pt x="45784" y="60981"/>
                  <a:pt x="49350" y="57205"/>
                </a:cubicBezTo>
                <a:cubicBezTo>
                  <a:pt x="52907" y="53648"/>
                  <a:pt x="57205" y="51865"/>
                  <a:pt x="62234" y="51865"/>
                </a:cubicBezTo>
                <a:lnTo>
                  <a:pt x="85496" y="51865"/>
                </a:lnTo>
                <a:lnTo>
                  <a:pt x="85496" y="37719"/>
                </a:lnTo>
                <a:cubicBezTo>
                  <a:pt x="85496" y="35625"/>
                  <a:pt x="86127" y="33842"/>
                  <a:pt x="87380" y="32379"/>
                </a:cubicBezTo>
                <a:cubicBezTo>
                  <a:pt x="88852" y="30696"/>
                  <a:pt x="90736" y="29864"/>
                  <a:pt x="93040" y="29864"/>
                </a:cubicBezTo>
                <a:cubicBezTo>
                  <a:pt x="95344" y="29864"/>
                  <a:pt x="97338" y="30696"/>
                  <a:pt x="99011" y="32379"/>
                </a:cubicBezTo>
                <a:cubicBezTo>
                  <a:pt x="100483" y="33842"/>
                  <a:pt x="101215" y="35625"/>
                  <a:pt x="101215" y="37719"/>
                </a:cubicBezTo>
                <a:lnTo>
                  <a:pt x="101215" y="51865"/>
                </a:lnTo>
                <a:lnTo>
                  <a:pt x="201168" y="51865"/>
                </a:lnTo>
                <a:lnTo>
                  <a:pt x="201168" y="37719"/>
                </a:lnTo>
                <a:cubicBezTo>
                  <a:pt x="201168" y="35415"/>
                  <a:pt x="201799" y="33531"/>
                  <a:pt x="203052" y="32059"/>
                </a:cubicBezTo>
                <a:cubicBezTo>
                  <a:pt x="204524" y="30596"/>
                  <a:pt x="206408" y="29864"/>
                  <a:pt x="208712" y="29864"/>
                </a:cubicBezTo>
                <a:cubicBezTo>
                  <a:pt x="211016" y="29864"/>
                  <a:pt x="212900" y="30596"/>
                  <a:pt x="214372" y="32059"/>
                </a:cubicBezTo>
                <a:cubicBezTo>
                  <a:pt x="215835" y="33531"/>
                  <a:pt x="216566" y="35415"/>
                  <a:pt x="216566" y="37719"/>
                </a:cubicBezTo>
                <a:lnTo>
                  <a:pt x="216566" y="51865"/>
                </a:lnTo>
                <a:lnTo>
                  <a:pt x="239518" y="51865"/>
                </a:lnTo>
                <a:cubicBezTo>
                  <a:pt x="244547" y="51865"/>
                  <a:pt x="248845" y="53648"/>
                  <a:pt x="252402" y="57205"/>
                </a:cubicBezTo>
                <a:cubicBezTo>
                  <a:pt x="255968" y="60981"/>
                  <a:pt x="257751" y="65279"/>
                  <a:pt x="257751" y="70098"/>
                </a:cubicBezTo>
                <a:lnTo>
                  <a:pt x="257751" y="252091"/>
                </a:lnTo>
                <a:cubicBezTo>
                  <a:pt x="257751" y="257120"/>
                  <a:pt x="255968" y="261418"/>
                  <a:pt x="252402" y="264975"/>
                </a:cubicBezTo>
                <a:cubicBezTo>
                  <a:pt x="248845" y="268541"/>
                  <a:pt x="244547" y="270324"/>
                  <a:pt x="239518" y="270324"/>
                </a:cubicBezTo>
                <a:lnTo>
                  <a:pt x="62234" y="270324"/>
                </a:lnTo>
                <a:close/>
                <a:moveTo>
                  <a:pt x="62234" y="256178"/>
                </a:moveTo>
                <a:lnTo>
                  <a:pt x="239518" y="256178"/>
                </a:lnTo>
                <a:cubicBezTo>
                  <a:pt x="240560" y="256178"/>
                  <a:pt x="241502" y="255758"/>
                  <a:pt x="242343" y="254916"/>
                </a:cubicBezTo>
                <a:cubicBezTo>
                  <a:pt x="243185" y="254075"/>
                  <a:pt x="243605" y="253133"/>
                  <a:pt x="243605" y="252091"/>
                </a:cubicBezTo>
                <a:lnTo>
                  <a:pt x="243605" y="127303"/>
                </a:lnTo>
                <a:lnTo>
                  <a:pt x="58147" y="127303"/>
                </a:lnTo>
                <a:lnTo>
                  <a:pt x="58147" y="252091"/>
                </a:lnTo>
                <a:cubicBezTo>
                  <a:pt x="58147" y="253133"/>
                  <a:pt x="58567" y="254075"/>
                  <a:pt x="59409" y="254916"/>
                </a:cubicBezTo>
                <a:cubicBezTo>
                  <a:pt x="60250" y="255758"/>
                  <a:pt x="61192" y="256178"/>
                  <a:pt x="62234" y="256178"/>
                </a:cubicBezTo>
                <a:close/>
                <a:moveTo>
                  <a:pt x="58147" y="113157"/>
                </a:moveTo>
                <a:lnTo>
                  <a:pt x="243605" y="113157"/>
                </a:lnTo>
                <a:lnTo>
                  <a:pt x="243605" y="70098"/>
                </a:lnTo>
                <a:cubicBezTo>
                  <a:pt x="243605" y="69046"/>
                  <a:pt x="243185" y="68205"/>
                  <a:pt x="242343" y="67583"/>
                </a:cubicBezTo>
                <a:cubicBezTo>
                  <a:pt x="241502" y="66742"/>
                  <a:pt x="240560" y="66321"/>
                  <a:pt x="239518" y="66321"/>
                </a:cubicBezTo>
                <a:lnTo>
                  <a:pt x="62234" y="66321"/>
                </a:lnTo>
                <a:cubicBezTo>
                  <a:pt x="61192" y="66321"/>
                  <a:pt x="60250" y="66742"/>
                  <a:pt x="59409" y="67583"/>
                </a:cubicBezTo>
                <a:cubicBezTo>
                  <a:pt x="58567" y="68205"/>
                  <a:pt x="58147" y="69046"/>
                  <a:pt x="58147" y="70098"/>
                </a:cubicBezTo>
                <a:lnTo>
                  <a:pt x="58147" y="113157"/>
                </a:lnTo>
                <a:close/>
                <a:moveTo>
                  <a:pt x="58147" y="113157"/>
                </a:moveTo>
                <a:lnTo>
                  <a:pt x="58147" y="66321"/>
                </a:lnTo>
                <a:lnTo>
                  <a:pt x="58147" y="11315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4" name="圖說"/>
          <p:cNvSpPr/>
          <p:nvPr/>
        </p:nvSpPr>
        <p:spPr>
          <a:xfrm>
            <a:off x="5522839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</a:t>
            </a:r>
            <a:endParaRPr lang="en-US" sz="750" dirty="0"/>
          </a:p>
        </p:txBody>
      </p:sp>
      <p:sp>
        <p:nvSpPr>
          <p:cNvPr id="145" name="圖示 已排程"/>
          <p:cNvSpPr/>
          <p:nvPr/>
        </p:nvSpPr>
        <p:spPr>
          <a:xfrm>
            <a:off x="6222332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6730" y="205566"/>
                </a:moveTo>
                <a:lnTo>
                  <a:pt x="188284" y="153701"/>
                </a:lnTo>
                <a:cubicBezTo>
                  <a:pt x="189747" y="152449"/>
                  <a:pt x="191420" y="151818"/>
                  <a:pt x="193313" y="151818"/>
                </a:cubicBezTo>
                <a:cubicBezTo>
                  <a:pt x="195197" y="151818"/>
                  <a:pt x="196870" y="152549"/>
                  <a:pt x="198343" y="154022"/>
                </a:cubicBezTo>
                <a:cubicBezTo>
                  <a:pt x="199806" y="155485"/>
                  <a:pt x="200537" y="157167"/>
                  <a:pt x="200537" y="159051"/>
                </a:cubicBezTo>
                <a:cubicBezTo>
                  <a:pt x="200537" y="160934"/>
                  <a:pt x="199806" y="162608"/>
                  <a:pt x="198343" y="164080"/>
                </a:cubicBezTo>
                <a:lnTo>
                  <a:pt x="142701" y="219401"/>
                </a:lnTo>
                <a:cubicBezTo>
                  <a:pt x="141028" y="221285"/>
                  <a:pt x="138934" y="222227"/>
                  <a:pt x="136419" y="222227"/>
                </a:cubicBezTo>
                <a:cubicBezTo>
                  <a:pt x="134115" y="222227"/>
                  <a:pt x="132021" y="221285"/>
                  <a:pt x="130128" y="219401"/>
                </a:cubicBezTo>
                <a:lnTo>
                  <a:pt x="102157" y="191420"/>
                </a:lnTo>
                <a:cubicBezTo>
                  <a:pt x="100685" y="190168"/>
                  <a:pt x="99953" y="188595"/>
                  <a:pt x="99953" y="186711"/>
                </a:cubicBezTo>
                <a:cubicBezTo>
                  <a:pt x="99953" y="184828"/>
                  <a:pt x="100685" y="183145"/>
                  <a:pt x="102157" y="181682"/>
                </a:cubicBezTo>
                <a:cubicBezTo>
                  <a:pt x="103620" y="180210"/>
                  <a:pt x="105302" y="179478"/>
                  <a:pt x="107186" y="179478"/>
                </a:cubicBezTo>
                <a:cubicBezTo>
                  <a:pt x="109070" y="179478"/>
                  <a:pt x="110743" y="180109"/>
                  <a:pt x="112215" y="181362"/>
                </a:cubicBezTo>
                <a:lnTo>
                  <a:pt x="136730" y="205566"/>
                </a:lnTo>
                <a:close/>
                <a:moveTo>
                  <a:pt x="62234" y="270324"/>
                </a:moveTo>
                <a:cubicBezTo>
                  <a:pt x="57205" y="270324"/>
                  <a:pt x="52907" y="268541"/>
                  <a:pt x="49350" y="264975"/>
                </a:cubicBezTo>
                <a:cubicBezTo>
                  <a:pt x="45784" y="261418"/>
                  <a:pt x="44010" y="257120"/>
                  <a:pt x="44010" y="252091"/>
                </a:cubicBezTo>
                <a:lnTo>
                  <a:pt x="44010" y="70098"/>
                </a:lnTo>
                <a:cubicBezTo>
                  <a:pt x="44010" y="65279"/>
                  <a:pt x="45784" y="60981"/>
                  <a:pt x="49350" y="57205"/>
                </a:cubicBezTo>
                <a:cubicBezTo>
                  <a:pt x="52907" y="53648"/>
                  <a:pt x="57205" y="51865"/>
                  <a:pt x="62234" y="51865"/>
                </a:cubicBezTo>
                <a:lnTo>
                  <a:pt x="85496" y="51865"/>
                </a:lnTo>
                <a:lnTo>
                  <a:pt x="85496" y="37719"/>
                </a:lnTo>
                <a:cubicBezTo>
                  <a:pt x="85496" y="35625"/>
                  <a:pt x="86127" y="33842"/>
                  <a:pt x="87380" y="32379"/>
                </a:cubicBezTo>
                <a:cubicBezTo>
                  <a:pt x="88852" y="30696"/>
                  <a:pt x="90736" y="29864"/>
                  <a:pt x="93040" y="29864"/>
                </a:cubicBezTo>
                <a:cubicBezTo>
                  <a:pt x="95344" y="29864"/>
                  <a:pt x="97338" y="30696"/>
                  <a:pt x="99011" y="32379"/>
                </a:cubicBezTo>
                <a:cubicBezTo>
                  <a:pt x="100483" y="33842"/>
                  <a:pt x="101215" y="35625"/>
                  <a:pt x="101215" y="37719"/>
                </a:cubicBezTo>
                <a:lnTo>
                  <a:pt x="101215" y="51865"/>
                </a:lnTo>
                <a:lnTo>
                  <a:pt x="201168" y="51865"/>
                </a:lnTo>
                <a:lnTo>
                  <a:pt x="201168" y="37719"/>
                </a:lnTo>
                <a:cubicBezTo>
                  <a:pt x="201168" y="35415"/>
                  <a:pt x="201799" y="33531"/>
                  <a:pt x="203052" y="32059"/>
                </a:cubicBezTo>
                <a:cubicBezTo>
                  <a:pt x="204524" y="30596"/>
                  <a:pt x="206408" y="29864"/>
                  <a:pt x="208712" y="29864"/>
                </a:cubicBezTo>
                <a:cubicBezTo>
                  <a:pt x="211016" y="29864"/>
                  <a:pt x="212900" y="30596"/>
                  <a:pt x="214372" y="32059"/>
                </a:cubicBezTo>
                <a:cubicBezTo>
                  <a:pt x="215835" y="33531"/>
                  <a:pt x="216566" y="35415"/>
                  <a:pt x="216566" y="37719"/>
                </a:cubicBezTo>
                <a:lnTo>
                  <a:pt x="216566" y="51865"/>
                </a:lnTo>
                <a:lnTo>
                  <a:pt x="239518" y="51865"/>
                </a:lnTo>
                <a:cubicBezTo>
                  <a:pt x="244547" y="51865"/>
                  <a:pt x="248845" y="53648"/>
                  <a:pt x="252402" y="57205"/>
                </a:cubicBezTo>
                <a:cubicBezTo>
                  <a:pt x="255968" y="60981"/>
                  <a:pt x="257751" y="65279"/>
                  <a:pt x="257751" y="70098"/>
                </a:cubicBezTo>
                <a:lnTo>
                  <a:pt x="257751" y="252091"/>
                </a:lnTo>
                <a:cubicBezTo>
                  <a:pt x="257751" y="257120"/>
                  <a:pt x="255968" y="261418"/>
                  <a:pt x="252402" y="264975"/>
                </a:cubicBezTo>
                <a:cubicBezTo>
                  <a:pt x="248845" y="268541"/>
                  <a:pt x="244547" y="270324"/>
                  <a:pt x="239518" y="270324"/>
                </a:cubicBezTo>
                <a:lnTo>
                  <a:pt x="62234" y="270324"/>
                </a:lnTo>
                <a:close/>
                <a:moveTo>
                  <a:pt x="62234" y="256178"/>
                </a:moveTo>
                <a:lnTo>
                  <a:pt x="239518" y="256178"/>
                </a:lnTo>
                <a:cubicBezTo>
                  <a:pt x="240560" y="256178"/>
                  <a:pt x="241502" y="255758"/>
                  <a:pt x="242343" y="254916"/>
                </a:cubicBezTo>
                <a:cubicBezTo>
                  <a:pt x="243185" y="254075"/>
                  <a:pt x="243605" y="253133"/>
                  <a:pt x="243605" y="252091"/>
                </a:cubicBezTo>
                <a:lnTo>
                  <a:pt x="243605" y="127303"/>
                </a:lnTo>
                <a:lnTo>
                  <a:pt x="58147" y="127303"/>
                </a:lnTo>
                <a:lnTo>
                  <a:pt x="58147" y="252091"/>
                </a:lnTo>
                <a:cubicBezTo>
                  <a:pt x="58147" y="253133"/>
                  <a:pt x="58567" y="254075"/>
                  <a:pt x="59409" y="254916"/>
                </a:cubicBezTo>
                <a:cubicBezTo>
                  <a:pt x="60250" y="255758"/>
                  <a:pt x="61192" y="256178"/>
                  <a:pt x="62234" y="256178"/>
                </a:cubicBezTo>
                <a:close/>
                <a:moveTo>
                  <a:pt x="58147" y="113157"/>
                </a:moveTo>
                <a:lnTo>
                  <a:pt x="243605" y="113157"/>
                </a:lnTo>
                <a:lnTo>
                  <a:pt x="243605" y="70098"/>
                </a:lnTo>
                <a:cubicBezTo>
                  <a:pt x="243605" y="69046"/>
                  <a:pt x="243185" y="68205"/>
                  <a:pt x="242343" y="67583"/>
                </a:cubicBezTo>
                <a:cubicBezTo>
                  <a:pt x="241502" y="66742"/>
                  <a:pt x="240560" y="66321"/>
                  <a:pt x="239518" y="66321"/>
                </a:cubicBezTo>
                <a:lnTo>
                  <a:pt x="62234" y="66321"/>
                </a:lnTo>
                <a:cubicBezTo>
                  <a:pt x="61192" y="66321"/>
                  <a:pt x="60250" y="66742"/>
                  <a:pt x="59409" y="67583"/>
                </a:cubicBezTo>
                <a:cubicBezTo>
                  <a:pt x="58567" y="68205"/>
                  <a:pt x="58147" y="69046"/>
                  <a:pt x="58147" y="70098"/>
                </a:cubicBezTo>
                <a:lnTo>
                  <a:pt x="58147" y="113157"/>
                </a:lnTo>
                <a:close/>
                <a:moveTo>
                  <a:pt x="58147" y="113157"/>
                </a:moveTo>
                <a:lnTo>
                  <a:pt x="58147" y="66321"/>
                </a:lnTo>
                <a:lnTo>
                  <a:pt x="58147" y="11315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6" name="圖說"/>
          <p:cNvSpPr/>
          <p:nvPr/>
        </p:nvSpPr>
        <p:spPr>
          <a:xfrm>
            <a:off x="6077560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已排程</a:t>
            </a:r>
            <a:endParaRPr lang="en-US" sz="750" dirty="0"/>
          </a:p>
        </p:txBody>
      </p:sp>
      <p:sp>
        <p:nvSpPr>
          <p:cNvPr id="147" name="圖示 文件"/>
          <p:cNvSpPr/>
          <p:nvPr/>
        </p:nvSpPr>
        <p:spPr>
          <a:xfrm>
            <a:off x="6777053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10642" y="220974"/>
                </a:moveTo>
                <a:lnTo>
                  <a:pt x="191110" y="220974"/>
                </a:lnTo>
                <a:cubicBezTo>
                  <a:pt x="193204" y="220974"/>
                  <a:pt x="194886" y="220233"/>
                  <a:pt x="196139" y="218770"/>
                </a:cubicBezTo>
                <a:cubicBezTo>
                  <a:pt x="197602" y="217517"/>
                  <a:pt x="198343" y="215835"/>
                  <a:pt x="198343" y="213741"/>
                </a:cubicBezTo>
                <a:cubicBezTo>
                  <a:pt x="198343" y="211647"/>
                  <a:pt x="197602" y="209974"/>
                  <a:pt x="196139" y="208712"/>
                </a:cubicBezTo>
                <a:cubicBezTo>
                  <a:pt x="194886" y="207249"/>
                  <a:pt x="193204" y="206508"/>
                  <a:pt x="191110" y="206508"/>
                </a:cubicBezTo>
                <a:lnTo>
                  <a:pt x="110642" y="206508"/>
                </a:lnTo>
                <a:cubicBezTo>
                  <a:pt x="108548" y="206508"/>
                  <a:pt x="106875" y="207249"/>
                  <a:pt x="105613" y="208712"/>
                </a:cubicBezTo>
                <a:cubicBezTo>
                  <a:pt x="104150" y="209974"/>
                  <a:pt x="103409" y="211647"/>
                  <a:pt x="103409" y="213741"/>
                </a:cubicBezTo>
                <a:cubicBezTo>
                  <a:pt x="103409" y="215835"/>
                  <a:pt x="104150" y="217517"/>
                  <a:pt x="105613" y="218770"/>
                </a:cubicBezTo>
                <a:cubicBezTo>
                  <a:pt x="106875" y="220233"/>
                  <a:pt x="108548" y="220974"/>
                  <a:pt x="110642" y="220974"/>
                </a:cubicBezTo>
                <a:close/>
                <a:moveTo>
                  <a:pt x="110642" y="168167"/>
                </a:moveTo>
                <a:lnTo>
                  <a:pt x="191110" y="168167"/>
                </a:lnTo>
                <a:cubicBezTo>
                  <a:pt x="193204" y="168167"/>
                  <a:pt x="194886" y="167536"/>
                  <a:pt x="196139" y="166274"/>
                </a:cubicBezTo>
                <a:cubicBezTo>
                  <a:pt x="197602" y="164811"/>
                  <a:pt x="198343" y="163138"/>
                  <a:pt x="198343" y="161245"/>
                </a:cubicBezTo>
                <a:cubicBezTo>
                  <a:pt x="198343" y="159151"/>
                  <a:pt x="197602" y="157368"/>
                  <a:pt x="196139" y="155905"/>
                </a:cubicBezTo>
                <a:cubicBezTo>
                  <a:pt x="194886" y="154652"/>
                  <a:pt x="193204" y="154022"/>
                  <a:pt x="191110" y="154022"/>
                </a:cubicBezTo>
                <a:lnTo>
                  <a:pt x="110642" y="154022"/>
                </a:lnTo>
                <a:cubicBezTo>
                  <a:pt x="108548" y="154022"/>
                  <a:pt x="106875" y="154753"/>
                  <a:pt x="105613" y="156216"/>
                </a:cubicBezTo>
                <a:cubicBezTo>
                  <a:pt x="104150" y="157478"/>
                  <a:pt x="103409" y="159151"/>
                  <a:pt x="103409" y="161245"/>
                </a:cubicBezTo>
                <a:cubicBezTo>
                  <a:pt x="103409" y="163348"/>
                  <a:pt x="104150" y="165022"/>
                  <a:pt x="105613" y="166274"/>
                </a:cubicBezTo>
                <a:cubicBezTo>
                  <a:pt x="106875" y="167536"/>
                  <a:pt x="108548" y="168167"/>
                  <a:pt x="110642" y="168167"/>
                </a:cubicBezTo>
                <a:close/>
                <a:moveTo>
                  <a:pt x="74807" y="270324"/>
                </a:moveTo>
                <a:cubicBezTo>
                  <a:pt x="69778" y="270324"/>
                  <a:pt x="65480" y="268541"/>
                  <a:pt x="61923" y="264975"/>
                </a:cubicBezTo>
                <a:cubicBezTo>
                  <a:pt x="58357" y="261418"/>
                  <a:pt x="56583" y="257120"/>
                  <a:pt x="56583" y="252091"/>
                </a:cubicBezTo>
                <a:lnTo>
                  <a:pt x="56583" y="49661"/>
                </a:lnTo>
                <a:cubicBezTo>
                  <a:pt x="56583" y="44632"/>
                  <a:pt x="58357" y="40334"/>
                  <a:pt x="61923" y="36777"/>
                </a:cubicBezTo>
                <a:cubicBezTo>
                  <a:pt x="65480" y="33211"/>
                  <a:pt x="69778" y="31437"/>
                  <a:pt x="74807" y="31437"/>
                </a:cubicBezTo>
                <a:lnTo>
                  <a:pt x="176333" y="31437"/>
                </a:lnTo>
                <a:cubicBezTo>
                  <a:pt x="178847" y="31437"/>
                  <a:pt x="181262" y="31958"/>
                  <a:pt x="183566" y="33001"/>
                </a:cubicBezTo>
                <a:cubicBezTo>
                  <a:pt x="185870" y="34052"/>
                  <a:pt x="187863" y="35305"/>
                  <a:pt x="189537" y="36777"/>
                </a:cubicBezTo>
                <a:lnTo>
                  <a:pt x="239829" y="87069"/>
                </a:lnTo>
                <a:cubicBezTo>
                  <a:pt x="241301" y="88743"/>
                  <a:pt x="242554" y="90736"/>
                  <a:pt x="243605" y="93040"/>
                </a:cubicBezTo>
                <a:cubicBezTo>
                  <a:pt x="244648" y="95344"/>
                  <a:pt x="245178" y="97759"/>
                  <a:pt x="245178" y="100273"/>
                </a:cubicBezTo>
                <a:lnTo>
                  <a:pt x="245178" y="252091"/>
                </a:lnTo>
                <a:cubicBezTo>
                  <a:pt x="245178" y="257120"/>
                  <a:pt x="243395" y="261418"/>
                  <a:pt x="239829" y="264975"/>
                </a:cubicBezTo>
                <a:cubicBezTo>
                  <a:pt x="236272" y="268541"/>
                  <a:pt x="231974" y="270324"/>
                  <a:pt x="226945" y="270324"/>
                </a:cubicBezTo>
                <a:lnTo>
                  <a:pt x="74807" y="270324"/>
                </a:lnTo>
                <a:close/>
                <a:moveTo>
                  <a:pt x="176964" y="89895"/>
                </a:moveTo>
                <a:lnTo>
                  <a:pt x="176964" y="45574"/>
                </a:lnTo>
                <a:lnTo>
                  <a:pt x="74807" y="45574"/>
                </a:lnTo>
                <a:cubicBezTo>
                  <a:pt x="73765" y="45574"/>
                  <a:pt x="72823" y="45994"/>
                  <a:pt x="71982" y="46836"/>
                </a:cubicBezTo>
                <a:cubicBezTo>
                  <a:pt x="71140" y="47677"/>
                  <a:pt x="70720" y="48619"/>
                  <a:pt x="70720" y="49661"/>
                </a:cubicBezTo>
                <a:lnTo>
                  <a:pt x="70720" y="252091"/>
                </a:lnTo>
                <a:cubicBezTo>
                  <a:pt x="70720" y="253133"/>
                  <a:pt x="71140" y="254075"/>
                  <a:pt x="71982" y="254916"/>
                </a:cubicBezTo>
                <a:cubicBezTo>
                  <a:pt x="72823" y="255758"/>
                  <a:pt x="73765" y="256178"/>
                  <a:pt x="74807" y="256178"/>
                </a:cubicBezTo>
                <a:lnTo>
                  <a:pt x="226945" y="256178"/>
                </a:lnTo>
                <a:cubicBezTo>
                  <a:pt x="227987" y="256178"/>
                  <a:pt x="228929" y="255758"/>
                  <a:pt x="229770" y="254916"/>
                </a:cubicBezTo>
                <a:cubicBezTo>
                  <a:pt x="230612" y="254075"/>
                  <a:pt x="231032" y="253133"/>
                  <a:pt x="231032" y="252091"/>
                </a:cubicBezTo>
                <a:lnTo>
                  <a:pt x="231032" y="99011"/>
                </a:lnTo>
                <a:lnTo>
                  <a:pt x="185770" y="99011"/>
                </a:lnTo>
                <a:cubicBezTo>
                  <a:pt x="183255" y="99011"/>
                  <a:pt x="181152" y="98170"/>
                  <a:pt x="179478" y="96497"/>
                </a:cubicBezTo>
                <a:cubicBezTo>
                  <a:pt x="177805" y="94613"/>
                  <a:pt x="176964" y="92409"/>
                  <a:pt x="176964" y="89895"/>
                </a:cubicBezTo>
                <a:close/>
                <a:moveTo>
                  <a:pt x="70720" y="45574"/>
                </a:moveTo>
                <a:lnTo>
                  <a:pt x="70720" y="99011"/>
                </a:lnTo>
                <a:lnTo>
                  <a:pt x="70720" y="45574"/>
                </a:lnTo>
                <a:lnTo>
                  <a:pt x="70720" y="256178"/>
                </a:lnTo>
                <a:lnTo>
                  <a:pt x="70720" y="45574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8" name="圖說"/>
          <p:cNvSpPr/>
          <p:nvPr/>
        </p:nvSpPr>
        <p:spPr>
          <a:xfrm>
            <a:off x="6632280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750" dirty="0"/>
          </a:p>
        </p:txBody>
      </p:sp>
      <p:sp>
        <p:nvSpPr>
          <p:cNvPr id="149" name="圖示 報告"/>
          <p:cNvSpPr/>
          <p:nvPr/>
        </p:nvSpPr>
        <p:spPr>
          <a:xfrm>
            <a:off x="7331774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2234" y="257751"/>
                </a:moveTo>
                <a:cubicBezTo>
                  <a:pt x="57205" y="257751"/>
                  <a:pt x="52907" y="255968"/>
                  <a:pt x="49350" y="252402"/>
                </a:cubicBezTo>
                <a:cubicBezTo>
                  <a:pt x="45784" y="248845"/>
                  <a:pt x="44010" y="244547"/>
                  <a:pt x="44010" y="239518"/>
                </a:cubicBezTo>
                <a:lnTo>
                  <a:pt x="44010" y="62234"/>
                </a:lnTo>
                <a:cubicBezTo>
                  <a:pt x="44010" y="57205"/>
                  <a:pt x="45784" y="52907"/>
                  <a:pt x="49350" y="49350"/>
                </a:cubicBezTo>
                <a:cubicBezTo>
                  <a:pt x="52907" y="45784"/>
                  <a:pt x="57205" y="44010"/>
                  <a:pt x="62234" y="44010"/>
                </a:cubicBezTo>
                <a:lnTo>
                  <a:pt x="239518" y="44010"/>
                </a:lnTo>
                <a:cubicBezTo>
                  <a:pt x="244547" y="44010"/>
                  <a:pt x="248845" y="45784"/>
                  <a:pt x="252402" y="49350"/>
                </a:cubicBezTo>
                <a:cubicBezTo>
                  <a:pt x="255968" y="52907"/>
                  <a:pt x="257751" y="57205"/>
                  <a:pt x="257751" y="62234"/>
                </a:cubicBezTo>
                <a:lnTo>
                  <a:pt x="257751" y="239518"/>
                </a:lnTo>
                <a:cubicBezTo>
                  <a:pt x="257751" y="244547"/>
                  <a:pt x="255968" y="248845"/>
                  <a:pt x="252402" y="252402"/>
                </a:cubicBezTo>
                <a:cubicBezTo>
                  <a:pt x="248845" y="255968"/>
                  <a:pt x="244547" y="257751"/>
                  <a:pt x="239518" y="257751"/>
                </a:cubicBezTo>
                <a:lnTo>
                  <a:pt x="62234" y="257751"/>
                </a:lnTo>
                <a:close/>
                <a:moveTo>
                  <a:pt x="62234" y="243605"/>
                </a:moveTo>
                <a:lnTo>
                  <a:pt x="239518" y="243605"/>
                </a:lnTo>
                <a:cubicBezTo>
                  <a:pt x="240560" y="243605"/>
                  <a:pt x="241502" y="243185"/>
                  <a:pt x="242343" y="242343"/>
                </a:cubicBezTo>
                <a:cubicBezTo>
                  <a:pt x="243185" y="241502"/>
                  <a:pt x="243605" y="240560"/>
                  <a:pt x="243605" y="239518"/>
                </a:cubicBezTo>
                <a:lnTo>
                  <a:pt x="243605" y="62234"/>
                </a:lnTo>
                <a:cubicBezTo>
                  <a:pt x="243605" y="61192"/>
                  <a:pt x="243185" y="60250"/>
                  <a:pt x="242343" y="59409"/>
                </a:cubicBezTo>
                <a:cubicBezTo>
                  <a:pt x="241502" y="58567"/>
                  <a:pt x="240560" y="58147"/>
                  <a:pt x="239518" y="58147"/>
                </a:cubicBezTo>
                <a:lnTo>
                  <a:pt x="62234" y="58147"/>
                </a:lnTo>
                <a:cubicBezTo>
                  <a:pt x="61192" y="58147"/>
                  <a:pt x="60250" y="58567"/>
                  <a:pt x="59409" y="59409"/>
                </a:cubicBezTo>
                <a:cubicBezTo>
                  <a:pt x="58567" y="60250"/>
                  <a:pt x="58147" y="61192"/>
                  <a:pt x="58147" y="62234"/>
                </a:cubicBezTo>
                <a:lnTo>
                  <a:pt x="58147" y="239518"/>
                </a:lnTo>
                <a:cubicBezTo>
                  <a:pt x="58147" y="240560"/>
                  <a:pt x="58567" y="241502"/>
                  <a:pt x="59409" y="242343"/>
                </a:cubicBezTo>
                <a:cubicBezTo>
                  <a:pt x="60250" y="243185"/>
                  <a:pt x="61192" y="243605"/>
                  <a:pt x="62234" y="243605"/>
                </a:cubicBezTo>
                <a:close/>
                <a:moveTo>
                  <a:pt x="58147" y="58147"/>
                </a:moveTo>
                <a:lnTo>
                  <a:pt x="58147" y="243605"/>
                </a:lnTo>
                <a:lnTo>
                  <a:pt x="58147" y="58147"/>
                </a:lnTo>
                <a:close/>
                <a:moveTo>
                  <a:pt x="97438" y="210916"/>
                </a:moveTo>
                <a:lnTo>
                  <a:pt x="164080" y="210916"/>
                </a:lnTo>
                <a:cubicBezTo>
                  <a:pt x="165964" y="210916"/>
                  <a:pt x="167637" y="210175"/>
                  <a:pt x="169109" y="208712"/>
                </a:cubicBezTo>
                <a:cubicBezTo>
                  <a:pt x="170362" y="207249"/>
                  <a:pt x="170993" y="205566"/>
                  <a:pt x="170993" y="203683"/>
                </a:cubicBezTo>
                <a:cubicBezTo>
                  <a:pt x="170993" y="201589"/>
                  <a:pt x="170362" y="199915"/>
                  <a:pt x="169109" y="198653"/>
                </a:cubicBezTo>
                <a:cubicBezTo>
                  <a:pt x="167637" y="197190"/>
                  <a:pt x="165964" y="196450"/>
                  <a:pt x="164080" y="196450"/>
                </a:cubicBezTo>
                <a:lnTo>
                  <a:pt x="97438" y="196450"/>
                </a:lnTo>
                <a:cubicBezTo>
                  <a:pt x="95555" y="196450"/>
                  <a:pt x="93881" y="197190"/>
                  <a:pt x="92409" y="198653"/>
                </a:cubicBezTo>
                <a:cubicBezTo>
                  <a:pt x="91157" y="199915"/>
                  <a:pt x="90526" y="201589"/>
                  <a:pt x="90526" y="203683"/>
                </a:cubicBezTo>
                <a:cubicBezTo>
                  <a:pt x="90526" y="205777"/>
                  <a:pt x="91157" y="207459"/>
                  <a:pt x="92409" y="208712"/>
                </a:cubicBezTo>
                <a:cubicBezTo>
                  <a:pt x="93881" y="210175"/>
                  <a:pt x="95555" y="210916"/>
                  <a:pt x="97438" y="210916"/>
                </a:cubicBezTo>
                <a:close/>
                <a:moveTo>
                  <a:pt x="97438" y="158109"/>
                </a:moveTo>
                <a:lnTo>
                  <a:pt x="204314" y="158109"/>
                </a:lnTo>
                <a:cubicBezTo>
                  <a:pt x="206197" y="158109"/>
                  <a:pt x="207871" y="157368"/>
                  <a:pt x="209343" y="155905"/>
                </a:cubicBezTo>
                <a:cubicBezTo>
                  <a:pt x="210595" y="154652"/>
                  <a:pt x="211226" y="152970"/>
                  <a:pt x="211226" y="150876"/>
                </a:cubicBezTo>
                <a:cubicBezTo>
                  <a:pt x="211226" y="148782"/>
                  <a:pt x="210595" y="147109"/>
                  <a:pt x="209343" y="145847"/>
                </a:cubicBezTo>
                <a:cubicBezTo>
                  <a:pt x="207871" y="144384"/>
                  <a:pt x="206197" y="143643"/>
                  <a:pt x="204314" y="143643"/>
                </a:cubicBezTo>
                <a:lnTo>
                  <a:pt x="97438" y="143643"/>
                </a:lnTo>
                <a:cubicBezTo>
                  <a:pt x="95555" y="143643"/>
                  <a:pt x="93881" y="144384"/>
                  <a:pt x="92409" y="145847"/>
                </a:cubicBezTo>
                <a:cubicBezTo>
                  <a:pt x="91157" y="147109"/>
                  <a:pt x="90526" y="148782"/>
                  <a:pt x="90526" y="150876"/>
                </a:cubicBezTo>
                <a:cubicBezTo>
                  <a:pt x="90526" y="152970"/>
                  <a:pt x="91157" y="154652"/>
                  <a:pt x="92409" y="155905"/>
                </a:cubicBezTo>
                <a:cubicBezTo>
                  <a:pt x="93881" y="157368"/>
                  <a:pt x="95555" y="158109"/>
                  <a:pt x="97438" y="158109"/>
                </a:cubicBezTo>
                <a:close/>
                <a:moveTo>
                  <a:pt x="97438" y="105302"/>
                </a:moveTo>
                <a:lnTo>
                  <a:pt x="204314" y="105302"/>
                </a:lnTo>
                <a:cubicBezTo>
                  <a:pt x="206197" y="105302"/>
                  <a:pt x="207871" y="104562"/>
                  <a:pt x="209343" y="103099"/>
                </a:cubicBezTo>
                <a:cubicBezTo>
                  <a:pt x="210595" y="101846"/>
                  <a:pt x="211226" y="100163"/>
                  <a:pt x="211226" y="98069"/>
                </a:cubicBezTo>
                <a:cubicBezTo>
                  <a:pt x="211226" y="95975"/>
                  <a:pt x="210595" y="94302"/>
                  <a:pt x="209343" y="93040"/>
                </a:cubicBezTo>
                <a:cubicBezTo>
                  <a:pt x="207871" y="91577"/>
                  <a:pt x="206197" y="90836"/>
                  <a:pt x="204314" y="90836"/>
                </a:cubicBezTo>
                <a:lnTo>
                  <a:pt x="97438" y="90836"/>
                </a:lnTo>
                <a:cubicBezTo>
                  <a:pt x="95555" y="90836"/>
                  <a:pt x="93881" y="91577"/>
                  <a:pt x="92409" y="93040"/>
                </a:cubicBezTo>
                <a:cubicBezTo>
                  <a:pt x="91157" y="94503"/>
                  <a:pt x="90526" y="96186"/>
                  <a:pt x="90526" y="98069"/>
                </a:cubicBezTo>
                <a:cubicBezTo>
                  <a:pt x="90526" y="100163"/>
                  <a:pt x="91157" y="101846"/>
                  <a:pt x="92409" y="103099"/>
                </a:cubicBezTo>
                <a:cubicBezTo>
                  <a:pt x="93881" y="104562"/>
                  <a:pt x="95555" y="105302"/>
                  <a:pt x="97438" y="105302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0" name="圖說"/>
          <p:cNvSpPr/>
          <p:nvPr/>
        </p:nvSpPr>
        <p:spPr>
          <a:xfrm>
            <a:off x="7187001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</a:t>
            </a:r>
            <a:endParaRPr lang="en-US" sz="750" dirty="0"/>
          </a:p>
        </p:txBody>
      </p:sp>
      <p:sp>
        <p:nvSpPr>
          <p:cNvPr id="151" name="圖示 筆記"/>
          <p:cNvSpPr/>
          <p:nvPr/>
        </p:nvSpPr>
        <p:spPr>
          <a:xfrm>
            <a:off x="7886494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3807" y="173818"/>
                </a:moveTo>
                <a:cubicBezTo>
                  <a:pt x="61713" y="173818"/>
                  <a:pt x="60040" y="173087"/>
                  <a:pt x="58778" y="171624"/>
                </a:cubicBezTo>
                <a:cubicBezTo>
                  <a:pt x="57315" y="170362"/>
                  <a:pt x="56583" y="168689"/>
                  <a:pt x="56583" y="166595"/>
                </a:cubicBezTo>
                <a:cubicBezTo>
                  <a:pt x="56583" y="164501"/>
                  <a:pt x="57315" y="162818"/>
                  <a:pt x="58778" y="161565"/>
                </a:cubicBezTo>
                <a:cubicBezTo>
                  <a:pt x="60040" y="160093"/>
                  <a:pt x="61713" y="159362"/>
                  <a:pt x="63807" y="159362"/>
                </a:cubicBezTo>
                <a:lnTo>
                  <a:pt x="142079" y="159362"/>
                </a:lnTo>
                <a:cubicBezTo>
                  <a:pt x="144173" y="159362"/>
                  <a:pt x="145847" y="160093"/>
                  <a:pt x="147109" y="161565"/>
                </a:cubicBezTo>
                <a:cubicBezTo>
                  <a:pt x="148572" y="162818"/>
                  <a:pt x="149303" y="164501"/>
                  <a:pt x="149303" y="166595"/>
                </a:cubicBezTo>
                <a:cubicBezTo>
                  <a:pt x="149303" y="168689"/>
                  <a:pt x="148572" y="170362"/>
                  <a:pt x="147109" y="171624"/>
                </a:cubicBezTo>
                <a:cubicBezTo>
                  <a:pt x="145847" y="173087"/>
                  <a:pt x="144173" y="173818"/>
                  <a:pt x="142079" y="173818"/>
                </a:cubicBezTo>
                <a:lnTo>
                  <a:pt x="63807" y="173818"/>
                </a:lnTo>
                <a:close/>
                <a:moveTo>
                  <a:pt x="63807" y="122274"/>
                </a:moveTo>
                <a:cubicBezTo>
                  <a:pt x="61713" y="122274"/>
                  <a:pt x="60040" y="121542"/>
                  <a:pt x="58778" y="120070"/>
                </a:cubicBezTo>
                <a:cubicBezTo>
                  <a:pt x="57315" y="118817"/>
                  <a:pt x="56583" y="117135"/>
                  <a:pt x="56583" y="115041"/>
                </a:cubicBezTo>
                <a:cubicBezTo>
                  <a:pt x="56583" y="113157"/>
                  <a:pt x="57315" y="111484"/>
                  <a:pt x="58778" y="110011"/>
                </a:cubicBezTo>
                <a:cubicBezTo>
                  <a:pt x="60040" y="108548"/>
                  <a:pt x="61713" y="107817"/>
                  <a:pt x="63807" y="107817"/>
                </a:cubicBezTo>
                <a:lnTo>
                  <a:pt x="194566" y="107817"/>
                </a:lnTo>
                <a:cubicBezTo>
                  <a:pt x="196660" y="107817"/>
                  <a:pt x="198343" y="108548"/>
                  <a:pt x="199595" y="110011"/>
                </a:cubicBezTo>
                <a:cubicBezTo>
                  <a:pt x="201067" y="111484"/>
                  <a:pt x="201799" y="113258"/>
                  <a:pt x="201799" y="115361"/>
                </a:cubicBezTo>
                <a:cubicBezTo>
                  <a:pt x="201799" y="117244"/>
                  <a:pt x="201067" y="118918"/>
                  <a:pt x="199595" y="120390"/>
                </a:cubicBezTo>
                <a:cubicBezTo>
                  <a:pt x="198343" y="121643"/>
                  <a:pt x="196660" y="122274"/>
                  <a:pt x="194566" y="122274"/>
                </a:cubicBezTo>
                <a:lnTo>
                  <a:pt x="63807" y="122274"/>
                </a:lnTo>
                <a:close/>
                <a:moveTo>
                  <a:pt x="63807" y="70720"/>
                </a:moveTo>
                <a:cubicBezTo>
                  <a:pt x="61713" y="70720"/>
                  <a:pt x="60040" y="70098"/>
                  <a:pt x="58778" y="68836"/>
                </a:cubicBezTo>
                <a:cubicBezTo>
                  <a:pt x="57315" y="67373"/>
                  <a:pt x="56583" y="65690"/>
                  <a:pt x="56583" y="63807"/>
                </a:cubicBezTo>
                <a:cubicBezTo>
                  <a:pt x="56583" y="61713"/>
                  <a:pt x="57315" y="59930"/>
                  <a:pt x="58778" y="58467"/>
                </a:cubicBezTo>
                <a:cubicBezTo>
                  <a:pt x="60040" y="57205"/>
                  <a:pt x="61713" y="56583"/>
                  <a:pt x="63807" y="56583"/>
                </a:cubicBezTo>
                <a:lnTo>
                  <a:pt x="194566" y="56583"/>
                </a:lnTo>
                <a:cubicBezTo>
                  <a:pt x="196660" y="56583"/>
                  <a:pt x="198343" y="57315"/>
                  <a:pt x="199595" y="58778"/>
                </a:cubicBezTo>
                <a:cubicBezTo>
                  <a:pt x="201067" y="60040"/>
                  <a:pt x="201799" y="61713"/>
                  <a:pt x="201799" y="63807"/>
                </a:cubicBezTo>
                <a:cubicBezTo>
                  <a:pt x="201799" y="65901"/>
                  <a:pt x="201067" y="67583"/>
                  <a:pt x="199595" y="68836"/>
                </a:cubicBezTo>
                <a:cubicBezTo>
                  <a:pt x="198343" y="70098"/>
                  <a:pt x="196660" y="70720"/>
                  <a:pt x="194566" y="70720"/>
                </a:cubicBezTo>
                <a:lnTo>
                  <a:pt x="63807" y="70720"/>
                </a:lnTo>
                <a:close/>
                <a:moveTo>
                  <a:pt x="165022" y="236062"/>
                </a:moveTo>
                <a:lnTo>
                  <a:pt x="165022" y="215625"/>
                </a:lnTo>
                <a:cubicBezTo>
                  <a:pt x="165022" y="214582"/>
                  <a:pt x="165232" y="213430"/>
                  <a:pt x="165653" y="212168"/>
                </a:cubicBezTo>
                <a:cubicBezTo>
                  <a:pt x="166064" y="211126"/>
                  <a:pt x="166695" y="210175"/>
                  <a:pt x="167536" y="209343"/>
                </a:cubicBezTo>
                <a:lnTo>
                  <a:pt x="233227" y="143963"/>
                </a:lnTo>
                <a:cubicBezTo>
                  <a:pt x="234699" y="142491"/>
                  <a:pt x="236372" y="141449"/>
                  <a:pt x="238256" y="140818"/>
                </a:cubicBezTo>
                <a:cubicBezTo>
                  <a:pt x="240149" y="140187"/>
                  <a:pt x="241923" y="139876"/>
                  <a:pt x="243605" y="139876"/>
                </a:cubicBezTo>
                <a:cubicBezTo>
                  <a:pt x="245699" y="139876"/>
                  <a:pt x="247583" y="140187"/>
                  <a:pt x="249256" y="140818"/>
                </a:cubicBezTo>
                <a:cubicBezTo>
                  <a:pt x="251149" y="141659"/>
                  <a:pt x="252822" y="142811"/>
                  <a:pt x="254285" y="144274"/>
                </a:cubicBezTo>
                <a:lnTo>
                  <a:pt x="265917" y="155905"/>
                </a:lnTo>
                <a:cubicBezTo>
                  <a:pt x="267599" y="157579"/>
                  <a:pt x="268751" y="159261"/>
                  <a:pt x="269373" y="160934"/>
                </a:cubicBezTo>
                <a:cubicBezTo>
                  <a:pt x="270004" y="162818"/>
                  <a:pt x="270324" y="164711"/>
                  <a:pt x="270324" y="166595"/>
                </a:cubicBezTo>
                <a:cubicBezTo>
                  <a:pt x="270324" y="168268"/>
                  <a:pt x="269903" y="170051"/>
                  <a:pt x="269062" y="171935"/>
                </a:cubicBezTo>
                <a:cubicBezTo>
                  <a:pt x="268431" y="173818"/>
                  <a:pt x="267389" y="175601"/>
                  <a:pt x="265917" y="177284"/>
                </a:cubicBezTo>
                <a:lnTo>
                  <a:pt x="200857" y="242343"/>
                </a:lnTo>
                <a:cubicBezTo>
                  <a:pt x="199806" y="243395"/>
                  <a:pt x="198754" y="244127"/>
                  <a:pt x="197712" y="244547"/>
                </a:cubicBezTo>
                <a:cubicBezTo>
                  <a:pt x="196660" y="244968"/>
                  <a:pt x="195618" y="245178"/>
                  <a:pt x="194566" y="245178"/>
                </a:cubicBezTo>
                <a:lnTo>
                  <a:pt x="173818" y="245178"/>
                </a:lnTo>
                <a:cubicBezTo>
                  <a:pt x="171304" y="245178"/>
                  <a:pt x="169210" y="244337"/>
                  <a:pt x="167536" y="242663"/>
                </a:cubicBezTo>
                <a:cubicBezTo>
                  <a:pt x="165863" y="240771"/>
                  <a:pt x="165022" y="238576"/>
                  <a:pt x="165022" y="236062"/>
                </a:cubicBezTo>
                <a:close/>
                <a:moveTo>
                  <a:pt x="255236" y="166595"/>
                </a:moveTo>
                <a:lnTo>
                  <a:pt x="243605" y="154652"/>
                </a:lnTo>
                <a:lnTo>
                  <a:pt x="255236" y="166595"/>
                </a:lnTo>
                <a:close/>
                <a:moveTo>
                  <a:pt x="179798" y="230090"/>
                </a:moveTo>
                <a:lnTo>
                  <a:pt x="191741" y="230090"/>
                </a:lnTo>
                <a:lnTo>
                  <a:pt x="232605" y="189226"/>
                </a:lnTo>
                <a:lnTo>
                  <a:pt x="226945" y="183255"/>
                </a:lnTo>
                <a:lnTo>
                  <a:pt x="220974" y="177284"/>
                </a:lnTo>
                <a:lnTo>
                  <a:pt x="179798" y="218139"/>
                </a:lnTo>
                <a:lnTo>
                  <a:pt x="179798" y="230090"/>
                </a:lnTo>
                <a:close/>
                <a:moveTo>
                  <a:pt x="226945" y="183255"/>
                </a:moveTo>
                <a:lnTo>
                  <a:pt x="220974" y="177284"/>
                </a:lnTo>
                <a:lnTo>
                  <a:pt x="232605" y="189226"/>
                </a:lnTo>
                <a:lnTo>
                  <a:pt x="226945" y="183255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2" name="圖說"/>
          <p:cNvSpPr/>
          <p:nvPr/>
        </p:nvSpPr>
        <p:spPr>
          <a:xfrm>
            <a:off x="7741722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</a:t>
            </a:r>
            <a:endParaRPr lang="en-US" sz="750" dirty="0"/>
          </a:p>
        </p:txBody>
      </p:sp>
      <p:sp>
        <p:nvSpPr>
          <p:cNvPr id="153" name="圖示 任務"/>
          <p:cNvSpPr/>
          <p:nvPr/>
        </p:nvSpPr>
        <p:spPr>
          <a:xfrm>
            <a:off x="8441215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2234" y="257751"/>
                </a:moveTo>
                <a:cubicBezTo>
                  <a:pt x="57205" y="257751"/>
                  <a:pt x="52907" y="255968"/>
                  <a:pt x="49350" y="252402"/>
                </a:cubicBezTo>
                <a:cubicBezTo>
                  <a:pt x="45784" y="248845"/>
                  <a:pt x="44010" y="244547"/>
                  <a:pt x="44010" y="239518"/>
                </a:cubicBezTo>
                <a:lnTo>
                  <a:pt x="44010" y="62234"/>
                </a:lnTo>
                <a:cubicBezTo>
                  <a:pt x="44010" y="57205"/>
                  <a:pt x="45784" y="52907"/>
                  <a:pt x="49350" y="49350"/>
                </a:cubicBezTo>
                <a:cubicBezTo>
                  <a:pt x="52907" y="45784"/>
                  <a:pt x="57205" y="44010"/>
                  <a:pt x="62234" y="44010"/>
                </a:cubicBezTo>
                <a:lnTo>
                  <a:pt x="126672" y="44010"/>
                </a:lnTo>
                <a:cubicBezTo>
                  <a:pt x="126251" y="37298"/>
                  <a:pt x="128455" y="31437"/>
                  <a:pt x="133274" y="26408"/>
                </a:cubicBezTo>
                <a:cubicBezTo>
                  <a:pt x="137882" y="21379"/>
                  <a:pt x="143753" y="18864"/>
                  <a:pt x="150876" y="18864"/>
                </a:cubicBezTo>
                <a:cubicBezTo>
                  <a:pt x="157999" y="18864"/>
                  <a:pt x="163970" y="21379"/>
                  <a:pt x="168789" y="26408"/>
                </a:cubicBezTo>
                <a:cubicBezTo>
                  <a:pt x="173608" y="31437"/>
                  <a:pt x="175711" y="37298"/>
                  <a:pt x="175080" y="44010"/>
                </a:cubicBezTo>
                <a:lnTo>
                  <a:pt x="239518" y="44010"/>
                </a:lnTo>
                <a:cubicBezTo>
                  <a:pt x="244547" y="44010"/>
                  <a:pt x="248845" y="45784"/>
                  <a:pt x="252402" y="49350"/>
                </a:cubicBezTo>
                <a:cubicBezTo>
                  <a:pt x="255968" y="52907"/>
                  <a:pt x="257751" y="57205"/>
                  <a:pt x="257751" y="62234"/>
                </a:cubicBezTo>
                <a:lnTo>
                  <a:pt x="257751" y="239518"/>
                </a:lnTo>
                <a:cubicBezTo>
                  <a:pt x="257751" y="244547"/>
                  <a:pt x="255968" y="248845"/>
                  <a:pt x="252402" y="252402"/>
                </a:cubicBezTo>
                <a:cubicBezTo>
                  <a:pt x="248845" y="255968"/>
                  <a:pt x="244547" y="257751"/>
                  <a:pt x="239518" y="257751"/>
                </a:cubicBezTo>
                <a:lnTo>
                  <a:pt x="62234" y="257751"/>
                </a:lnTo>
                <a:close/>
                <a:moveTo>
                  <a:pt x="62234" y="243605"/>
                </a:moveTo>
                <a:lnTo>
                  <a:pt x="239518" y="243605"/>
                </a:lnTo>
                <a:cubicBezTo>
                  <a:pt x="240560" y="243605"/>
                  <a:pt x="241502" y="243185"/>
                  <a:pt x="242343" y="242343"/>
                </a:cubicBezTo>
                <a:cubicBezTo>
                  <a:pt x="243185" y="241502"/>
                  <a:pt x="243605" y="240560"/>
                  <a:pt x="243605" y="239518"/>
                </a:cubicBezTo>
                <a:lnTo>
                  <a:pt x="243605" y="62234"/>
                </a:lnTo>
                <a:cubicBezTo>
                  <a:pt x="243605" y="61192"/>
                  <a:pt x="243185" y="60250"/>
                  <a:pt x="242343" y="59409"/>
                </a:cubicBezTo>
                <a:cubicBezTo>
                  <a:pt x="241502" y="58567"/>
                  <a:pt x="240560" y="58147"/>
                  <a:pt x="239518" y="58147"/>
                </a:cubicBezTo>
                <a:lnTo>
                  <a:pt x="62234" y="58147"/>
                </a:lnTo>
                <a:cubicBezTo>
                  <a:pt x="61192" y="58147"/>
                  <a:pt x="60250" y="58567"/>
                  <a:pt x="59409" y="59409"/>
                </a:cubicBezTo>
                <a:cubicBezTo>
                  <a:pt x="58567" y="60250"/>
                  <a:pt x="58147" y="61192"/>
                  <a:pt x="58147" y="62234"/>
                </a:cubicBezTo>
                <a:lnTo>
                  <a:pt x="58147" y="239518"/>
                </a:lnTo>
                <a:cubicBezTo>
                  <a:pt x="58147" y="240560"/>
                  <a:pt x="58567" y="241502"/>
                  <a:pt x="59409" y="242343"/>
                </a:cubicBezTo>
                <a:cubicBezTo>
                  <a:pt x="60250" y="243185"/>
                  <a:pt x="61192" y="243605"/>
                  <a:pt x="62234" y="243605"/>
                </a:cubicBezTo>
                <a:close/>
                <a:moveTo>
                  <a:pt x="98380" y="209023"/>
                </a:moveTo>
                <a:lnTo>
                  <a:pt x="164080" y="209023"/>
                </a:lnTo>
                <a:cubicBezTo>
                  <a:pt x="166174" y="209023"/>
                  <a:pt x="167847" y="208401"/>
                  <a:pt x="169109" y="207139"/>
                </a:cubicBezTo>
                <a:cubicBezTo>
                  <a:pt x="170572" y="205676"/>
                  <a:pt x="171304" y="203993"/>
                  <a:pt x="171304" y="202110"/>
                </a:cubicBezTo>
                <a:cubicBezTo>
                  <a:pt x="171304" y="200016"/>
                  <a:pt x="170572" y="198233"/>
                  <a:pt x="169109" y="196770"/>
                </a:cubicBezTo>
                <a:cubicBezTo>
                  <a:pt x="167847" y="195508"/>
                  <a:pt x="166174" y="194886"/>
                  <a:pt x="164080" y="194886"/>
                </a:cubicBezTo>
                <a:lnTo>
                  <a:pt x="98380" y="194886"/>
                </a:lnTo>
                <a:cubicBezTo>
                  <a:pt x="96286" y="194886"/>
                  <a:pt x="94613" y="195618"/>
                  <a:pt x="93351" y="197081"/>
                </a:cubicBezTo>
                <a:cubicBezTo>
                  <a:pt x="91888" y="198343"/>
                  <a:pt x="91157" y="200016"/>
                  <a:pt x="91157" y="202110"/>
                </a:cubicBezTo>
                <a:cubicBezTo>
                  <a:pt x="91157" y="204204"/>
                  <a:pt x="91888" y="205886"/>
                  <a:pt x="93351" y="207139"/>
                </a:cubicBezTo>
                <a:cubicBezTo>
                  <a:pt x="94613" y="208401"/>
                  <a:pt x="96286" y="209023"/>
                  <a:pt x="98380" y="209023"/>
                </a:cubicBezTo>
                <a:close/>
                <a:moveTo>
                  <a:pt x="98380" y="158109"/>
                </a:moveTo>
                <a:lnTo>
                  <a:pt x="203372" y="158109"/>
                </a:lnTo>
                <a:cubicBezTo>
                  <a:pt x="205466" y="158109"/>
                  <a:pt x="207139" y="157368"/>
                  <a:pt x="208401" y="155905"/>
                </a:cubicBezTo>
                <a:cubicBezTo>
                  <a:pt x="209864" y="154652"/>
                  <a:pt x="210595" y="152970"/>
                  <a:pt x="210595" y="150876"/>
                </a:cubicBezTo>
                <a:cubicBezTo>
                  <a:pt x="210595" y="148782"/>
                  <a:pt x="209864" y="147109"/>
                  <a:pt x="208401" y="145847"/>
                </a:cubicBezTo>
                <a:cubicBezTo>
                  <a:pt x="207139" y="144384"/>
                  <a:pt x="205466" y="143643"/>
                  <a:pt x="203372" y="143643"/>
                </a:cubicBezTo>
                <a:lnTo>
                  <a:pt x="98380" y="143643"/>
                </a:lnTo>
                <a:cubicBezTo>
                  <a:pt x="96286" y="143643"/>
                  <a:pt x="94613" y="144384"/>
                  <a:pt x="93351" y="145847"/>
                </a:cubicBezTo>
                <a:cubicBezTo>
                  <a:pt x="91888" y="147109"/>
                  <a:pt x="91157" y="148782"/>
                  <a:pt x="91157" y="150876"/>
                </a:cubicBezTo>
                <a:cubicBezTo>
                  <a:pt x="91157" y="152970"/>
                  <a:pt x="91888" y="154652"/>
                  <a:pt x="93351" y="155905"/>
                </a:cubicBezTo>
                <a:cubicBezTo>
                  <a:pt x="94613" y="157368"/>
                  <a:pt x="96286" y="158109"/>
                  <a:pt x="98380" y="158109"/>
                </a:cubicBezTo>
                <a:close/>
                <a:moveTo>
                  <a:pt x="98380" y="106875"/>
                </a:moveTo>
                <a:lnTo>
                  <a:pt x="203372" y="106875"/>
                </a:lnTo>
                <a:cubicBezTo>
                  <a:pt x="205466" y="106875"/>
                  <a:pt x="207139" y="106134"/>
                  <a:pt x="208401" y="104671"/>
                </a:cubicBezTo>
                <a:cubicBezTo>
                  <a:pt x="209864" y="103409"/>
                  <a:pt x="210595" y="101736"/>
                  <a:pt x="210595" y="99642"/>
                </a:cubicBezTo>
                <a:cubicBezTo>
                  <a:pt x="210595" y="97548"/>
                  <a:pt x="209864" y="95866"/>
                  <a:pt x="208401" y="94613"/>
                </a:cubicBezTo>
                <a:cubicBezTo>
                  <a:pt x="207139" y="93351"/>
                  <a:pt x="205466" y="92729"/>
                  <a:pt x="203372" y="92729"/>
                </a:cubicBezTo>
                <a:lnTo>
                  <a:pt x="98380" y="92729"/>
                </a:lnTo>
                <a:cubicBezTo>
                  <a:pt x="96286" y="92729"/>
                  <a:pt x="94613" y="93351"/>
                  <a:pt x="93351" y="94613"/>
                </a:cubicBezTo>
                <a:cubicBezTo>
                  <a:pt x="91888" y="96076"/>
                  <a:pt x="91157" y="97859"/>
                  <a:pt x="91157" y="99953"/>
                </a:cubicBezTo>
                <a:cubicBezTo>
                  <a:pt x="91157" y="101846"/>
                  <a:pt x="91888" y="103519"/>
                  <a:pt x="93351" y="104982"/>
                </a:cubicBezTo>
                <a:cubicBezTo>
                  <a:pt x="94613" y="106244"/>
                  <a:pt x="96286" y="106875"/>
                  <a:pt x="98380" y="106875"/>
                </a:cubicBezTo>
                <a:close/>
                <a:moveTo>
                  <a:pt x="158420" y="49981"/>
                </a:moveTo>
                <a:cubicBezTo>
                  <a:pt x="160514" y="47878"/>
                  <a:pt x="161565" y="45363"/>
                  <a:pt x="161565" y="42437"/>
                </a:cubicBezTo>
                <a:cubicBezTo>
                  <a:pt x="161565" y="39502"/>
                  <a:pt x="160514" y="36987"/>
                  <a:pt x="158420" y="34894"/>
                </a:cubicBezTo>
                <a:cubicBezTo>
                  <a:pt x="156116" y="32790"/>
                  <a:pt x="153601" y="31748"/>
                  <a:pt x="150876" y="31748"/>
                </a:cubicBezTo>
                <a:cubicBezTo>
                  <a:pt x="147941" y="31748"/>
                  <a:pt x="145426" y="32790"/>
                  <a:pt x="143332" y="34894"/>
                </a:cubicBezTo>
                <a:cubicBezTo>
                  <a:pt x="141449" y="36987"/>
                  <a:pt x="140507" y="39502"/>
                  <a:pt x="140507" y="42437"/>
                </a:cubicBezTo>
                <a:cubicBezTo>
                  <a:pt x="140507" y="45363"/>
                  <a:pt x="141449" y="47878"/>
                  <a:pt x="143332" y="49981"/>
                </a:cubicBezTo>
                <a:cubicBezTo>
                  <a:pt x="145426" y="52075"/>
                  <a:pt x="147941" y="53117"/>
                  <a:pt x="150876" y="53117"/>
                </a:cubicBezTo>
                <a:cubicBezTo>
                  <a:pt x="153601" y="53117"/>
                  <a:pt x="156116" y="52075"/>
                  <a:pt x="158420" y="49981"/>
                </a:cubicBezTo>
                <a:close/>
                <a:moveTo>
                  <a:pt x="58147" y="243605"/>
                </a:moveTo>
                <a:lnTo>
                  <a:pt x="58147" y="58147"/>
                </a:lnTo>
                <a:lnTo>
                  <a:pt x="58147" y="243605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4" name="圖說"/>
          <p:cNvSpPr/>
          <p:nvPr/>
        </p:nvSpPr>
        <p:spPr>
          <a:xfrm>
            <a:off x="8296443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endParaRPr lang="en-US" sz="750" dirty="0"/>
          </a:p>
        </p:txBody>
      </p:sp>
      <p:sp>
        <p:nvSpPr>
          <p:cNvPr id="155" name="圖示 已交付"/>
          <p:cNvSpPr/>
          <p:nvPr/>
        </p:nvSpPr>
        <p:spPr>
          <a:xfrm>
            <a:off x="8995936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2963" y="174449"/>
                </a:moveTo>
                <a:lnTo>
                  <a:pt x="100584" y="142079"/>
                </a:lnTo>
                <a:cubicBezTo>
                  <a:pt x="98911" y="140818"/>
                  <a:pt x="97228" y="140086"/>
                  <a:pt x="95555" y="139876"/>
                </a:cubicBezTo>
                <a:cubicBezTo>
                  <a:pt x="93671" y="139876"/>
                  <a:pt x="91989" y="140607"/>
                  <a:pt x="90526" y="142079"/>
                </a:cubicBezTo>
                <a:cubicBezTo>
                  <a:pt x="88852" y="143543"/>
                  <a:pt x="88112" y="145216"/>
                  <a:pt x="88322" y="147109"/>
                </a:cubicBezTo>
                <a:cubicBezTo>
                  <a:pt x="88322" y="148992"/>
                  <a:pt x="89063" y="150666"/>
                  <a:pt x="90526" y="152138"/>
                </a:cubicBezTo>
                <a:lnTo>
                  <a:pt x="126361" y="188906"/>
                </a:lnTo>
                <a:cubicBezTo>
                  <a:pt x="128245" y="190588"/>
                  <a:pt x="130339" y="191420"/>
                  <a:pt x="132643" y="191420"/>
                </a:cubicBezTo>
                <a:cubicBezTo>
                  <a:pt x="135157" y="191420"/>
                  <a:pt x="137361" y="190588"/>
                  <a:pt x="139245" y="188906"/>
                </a:cubicBezTo>
                <a:lnTo>
                  <a:pt x="211226" y="116933"/>
                </a:lnTo>
                <a:cubicBezTo>
                  <a:pt x="212488" y="115461"/>
                  <a:pt x="213220" y="113678"/>
                  <a:pt x="213430" y="111584"/>
                </a:cubicBezTo>
                <a:cubicBezTo>
                  <a:pt x="213430" y="109701"/>
                  <a:pt x="212689" y="108027"/>
                  <a:pt x="211226" y="106555"/>
                </a:cubicBezTo>
                <a:cubicBezTo>
                  <a:pt x="209763" y="105092"/>
                  <a:pt x="207980" y="104360"/>
                  <a:pt x="205886" y="104360"/>
                </a:cubicBezTo>
                <a:cubicBezTo>
                  <a:pt x="203993" y="104360"/>
                  <a:pt x="202320" y="105092"/>
                  <a:pt x="200857" y="106555"/>
                </a:cubicBezTo>
                <a:lnTo>
                  <a:pt x="132963" y="174449"/>
                </a:lnTo>
                <a:close/>
                <a:moveTo>
                  <a:pt x="62234" y="257751"/>
                </a:moveTo>
                <a:cubicBezTo>
                  <a:pt x="57205" y="257751"/>
                  <a:pt x="52907" y="255968"/>
                  <a:pt x="49350" y="252402"/>
                </a:cubicBezTo>
                <a:cubicBezTo>
                  <a:pt x="45784" y="248845"/>
                  <a:pt x="44010" y="244547"/>
                  <a:pt x="44010" y="239518"/>
                </a:cubicBezTo>
                <a:lnTo>
                  <a:pt x="44010" y="62234"/>
                </a:lnTo>
                <a:cubicBezTo>
                  <a:pt x="44010" y="57205"/>
                  <a:pt x="45784" y="52907"/>
                  <a:pt x="49350" y="49350"/>
                </a:cubicBezTo>
                <a:cubicBezTo>
                  <a:pt x="52907" y="45784"/>
                  <a:pt x="57205" y="44010"/>
                  <a:pt x="62234" y="44010"/>
                </a:cubicBezTo>
                <a:lnTo>
                  <a:pt x="126672" y="44010"/>
                </a:lnTo>
                <a:cubicBezTo>
                  <a:pt x="126251" y="37298"/>
                  <a:pt x="128455" y="31437"/>
                  <a:pt x="133274" y="26408"/>
                </a:cubicBezTo>
                <a:cubicBezTo>
                  <a:pt x="137882" y="21379"/>
                  <a:pt x="143753" y="18864"/>
                  <a:pt x="150876" y="18864"/>
                </a:cubicBezTo>
                <a:cubicBezTo>
                  <a:pt x="157999" y="18864"/>
                  <a:pt x="163970" y="21379"/>
                  <a:pt x="168789" y="26408"/>
                </a:cubicBezTo>
                <a:cubicBezTo>
                  <a:pt x="173608" y="31437"/>
                  <a:pt x="175711" y="37298"/>
                  <a:pt x="175080" y="44010"/>
                </a:cubicBezTo>
                <a:lnTo>
                  <a:pt x="239518" y="44010"/>
                </a:lnTo>
                <a:cubicBezTo>
                  <a:pt x="244547" y="44010"/>
                  <a:pt x="248845" y="45784"/>
                  <a:pt x="252402" y="49350"/>
                </a:cubicBezTo>
                <a:cubicBezTo>
                  <a:pt x="255968" y="52907"/>
                  <a:pt x="257751" y="57205"/>
                  <a:pt x="257751" y="62234"/>
                </a:cubicBezTo>
                <a:lnTo>
                  <a:pt x="257751" y="239518"/>
                </a:lnTo>
                <a:cubicBezTo>
                  <a:pt x="257751" y="244547"/>
                  <a:pt x="255968" y="248845"/>
                  <a:pt x="252402" y="252402"/>
                </a:cubicBezTo>
                <a:cubicBezTo>
                  <a:pt x="248845" y="255968"/>
                  <a:pt x="244547" y="257751"/>
                  <a:pt x="239518" y="257751"/>
                </a:cubicBezTo>
                <a:lnTo>
                  <a:pt x="62234" y="257751"/>
                </a:lnTo>
                <a:close/>
                <a:moveTo>
                  <a:pt x="62234" y="243605"/>
                </a:moveTo>
                <a:lnTo>
                  <a:pt x="239518" y="243605"/>
                </a:lnTo>
                <a:cubicBezTo>
                  <a:pt x="240560" y="243605"/>
                  <a:pt x="241502" y="243185"/>
                  <a:pt x="242343" y="242343"/>
                </a:cubicBezTo>
                <a:cubicBezTo>
                  <a:pt x="243185" y="241502"/>
                  <a:pt x="243605" y="240560"/>
                  <a:pt x="243605" y="239518"/>
                </a:cubicBezTo>
                <a:lnTo>
                  <a:pt x="243605" y="62234"/>
                </a:lnTo>
                <a:cubicBezTo>
                  <a:pt x="243605" y="61192"/>
                  <a:pt x="243185" y="60250"/>
                  <a:pt x="242343" y="59409"/>
                </a:cubicBezTo>
                <a:cubicBezTo>
                  <a:pt x="241502" y="58567"/>
                  <a:pt x="240560" y="58147"/>
                  <a:pt x="239518" y="58147"/>
                </a:cubicBezTo>
                <a:lnTo>
                  <a:pt x="62234" y="58147"/>
                </a:lnTo>
                <a:cubicBezTo>
                  <a:pt x="61192" y="58147"/>
                  <a:pt x="60250" y="58567"/>
                  <a:pt x="59409" y="59409"/>
                </a:cubicBezTo>
                <a:cubicBezTo>
                  <a:pt x="58567" y="60250"/>
                  <a:pt x="58147" y="61192"/>
                  <a:pt x="58147" y="62234"/>
                </a:cubicBezTo>
                <a:lnTo>
                  <a:pt x="58147" y="239518"/>
                </a:lnTo>
                <a:cubicBezTo>
                  <a:pt x="58147" y="240560"/>
                  <a:pt x="58567" y="241502"/>
                  <a:pt x="59409" y="242343"/>
                </a:cubicBezTo>
                <a:cubicBezTo>
                  <a:pt x="60250" y="243185"/>
                  <a:pt x="61192" y="243605"/>
                  <a:pt x="62234" y="243605"/>
                </a:cubicBezTo>
                <a:close/>
                <a:moveTo>
                  <a:pt x="158420" y="49981"/>
                </a:moveTo>
                <a:cubicBezTo>
                  <a:pt x="160514" y="47878"/>
                  <a:pt x="161565" y="45363"/>
                  <a:pt x="161565" y="42437"/>
                </a:cubicBezTo>
                <a:cubicBezTo>
                  <a:pt x="161565" y="39502"/>
                  <a:pt x="160514" y="36987"/>
                  <a:pt x="158420" y="34894"/>
                </a:cubicBezTo>
                <a:cubicBezTo>
                  <a:pt x="156116" y="32790"/>
                  <a:pt x="153601" y="31748"/>
                  <a:pt x="150876" y="31748"/>
                </a:cubicBezTo>
                <a:cubicBezTo>
                  <a:pt x="147941" y="31748"/>
                  <a:pt x="145426" y="32790"/>
                  <a:pt x="143332" y="34894"/>
                </a:cubicBezTo>
                <a:cubicBezTo>
                  <a:pt x="141449" y="36987"/>
                  <a:pt x="140507" y="39502"/>
                  <a:pt x="140507" y="42437"/>
                </a:cubicBezTo>
                <a:cubicBezTo>
                  <a:pt x="140507" y="45363"/>
                  <a:pt x="141449" y="47878"/>
                  <a:pt x="143332" y="49981"/>
                </a:cubicBezTo>
                <a:cubicBezTo>
                  <a:pt x="145426" y="52075"/>
                  <a:pt x="147941" y="53117"/>
                  <a:pt x="150876" y="53117"/>
                </a:cubicBezTo>
                <a:cubicBezTo>
                  <a:pt x="153601" y="53117"/>
                  <a:pt x="156116" y="52075"/>
                  <a:pt x="158420" y="49981"/>
                </a:cubicBezTo>
                <a:close/>
                <a:moveTo>
                  <a:pt x="58147" y="243605"/>
                </a:moveTo>
                <a:lnTo>
                  <a:pt x="58147" y="58147"/>
                </a:lnTo>
                <a:lnTo>
                  <a:pt x="58147" y="243605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6" name="圖說"/>
          <p:cNvSpPr/>
          <p:nvPr/>
        </p:nvSpPr>
        <p:spPr>
          <a:xfrm>
            <a:off x="8851163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已交付</a:t>
            </a:r>
            <a:endParaRPr lang="en-US" sz="750" dirty="0"/>
          </a:p>
        </p:txBody>
      </p:sp>
      <p:sp>
        <p:nvSpPr>
          <p:cNvPr id="157" name="圖示 報價"/>
          <p:cNvSpPr/>
          <p:nvPr/>
        </p:nvSpPr>
        <p:spPr>
          <a:xfrm>
            <a:off x="9550657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5847" y="221285"/>
                </a:moveTo>
                <a:lnTo>
                  <a:pt x="145847" y="229770"/>
                </a:lnTo>
                <a:cubicBezTo>
                  <a:pt x="145847" y="230822"/>
                  <a:pt x="146267" y="231764"/>
                  <a:pt x="147109" y="232605"/>
                </a:cubicBezTo>
                <a:cubicBezTo>
                  <a:pt x="147941" y="233437"/>
                  <a:pt x="148992" y="233858"/>
                  <a:pt x="150245" y="233858"/>
                </a:cubicBezTo>
                <a:lnTo>
                  <a:pt x="155594" y="233858"/>
                </a:lnTo>
                <a:cubicBezTo>
                  <a:pt x="156847" y="233858"/>
                  <a:pt x="157899" y="233437"/>
                  <a:pt x="158731" y="232605"/>
                </a:cubicBezTo>
                <a:cubicBezTo>
                  <a:pt x="159782" y="231764"/>
                  <a:pt x="160303" y="230712"/>
                  <a:pt x="160303" y="229460"/>
                </a:cubicBezTo>
                <a:lnTo>
                  <a:pt x="160303" y="221285"/>
                </a:lnTo>
                <a:lnTo>
                  <a:pt x="180420" y="221285"/>
                </a:lnTo>
                <a:cubicBezTo>
                  <a:pt x="182514" y="221285"/>
                  <a:pt x="184197" y="220654"/>
                  <a:pt x="185449" y="219401"/>
                </a:cubicBezTo>
                <a:cubicBezTo>
                  <a:pt x="186922" y="217929"/>
                  <a:pt x="187653" y="216256"/>
                  <a:pt x="187653" y="214372"/>
                </a:cubicBezTo>
                <a:lnTo>
                  <a:pt x="187653" y="174138"/>
                </a:lnTo>
                <a:cubicBezTo>
                  <a:pt x="187653" y="172255"/>
                  <a:pt x="186922" y="170572"/>
                  <a:pt x="185449" y="169109"/>
                </a:cubicBezTo>
                <a:cubicBezTo>
                  <a:pt x="184197" y="167847"/>
                  <a:pt x="182514" y="167225"/>
                  <a:pt x="180420" y="167225"/>
                </a:cubicBezTo>
                <a:lnTo>
                  <a:pt x="132643" y="167225"/>
                </a:lnTo>
                <a:lnTo>
                  <a:pt x="132643" y="141449"/>
                </a:lnTo>
                <a:lnTo>
                  <a:pt x="180420" y="141449"/>
                </a:lnTo>
                <a:cubicBezTo>
                  <a:pt x="182514" y="141449"/>
                  <a:pt x="184197" y="140717"/>
                  <a:pt x="185449" y="139245"/>
                </a:cubicBezTo>
                <a:cubicBezTo>
                  <a:pt x="186922" y="137992"/>
                  <a:pt x="187653" y="136310"/>
                  <a:pt x="187653" y="134216"/>
                </a:cubicBezTo>
                <a:cubicBezTo>
                  <a:pt x="187653" y="132122"/>
                  <a:pt x="186922" y="130448"/>
                  <a:pt x="185449" y="129186"/>
                </a:cubicBezTo>
                <a:cubicBezTo>
                  <a:pt x="184197" y="127723"/>
                  <a:pt x="182514" y="126992"/>
                  <a:pt x="180420" y="126992"/>
                </a:cubicBezTo>
                <a:lnTo>
                  <a:pt x="160303" y="126992"/>
                </a:lnTo>
                <a:lnTo>
                  <a:pt x="160303" y="118817"/>
                </a:lnTo>
                <a:cubicBezTo>
                  <a:pt x="160303" y="117555"/>
                  <a:pt x="159883" y="116513"/>
                  <a:pt x="159051" y="115672"/>
                </a:cubicBezTo>
                <a:cubicBezTo>
                  <a:pt x="157999" y="114830"/>
                  <a:pt x="156957" y="114419"/>
                  <a:pt x="155905" y="114419"/>
                </a:cubicBezTo>
                <a:lnTo>
                  <a:pt x="150565" y="114419"/>
                </a:lnTo>
                <a:cubicBezTo>
                  <a:pt x="149303" y="114419"/>
                  <a:pt x="148261" y="114940"/>
                  <a:pt x="147420" y="115982"/>
                </a:cubicBezTo>
                <a:cubicBezTo>
                  <a:pt x="146368" y="116824"/>
                  <a:pt x="145847" y="117875"/>
                  <a:pt x="145847" y="119128"/>
                </a:cubicBezTo>
                <a:lnTo>
                  <a:pt x="145847" y="126992"/>
                </a:lnTo>
                <a:lnTo>
                  <a:pt x="125730" y="126992"/>
                </a:lnTo>
                <a:cubicBezTo>
                  <a:pt x="123636" y="126992"/>
                  <a:pt x="121853" y="127723"/>
                  <a:pt x="120390" y="129186"/>
                </a:cubicBezTo>
                <a:cubicBezTo>
                  <a:pt x="119128" y="130448"/>
                  <a:pt x="118497" y="132122"/>
                  <a:pt x="118497" y="134216"/>
                </a:cubicBezTo>
                <a:lnTo>
                  <a:pt x="118497" y="174138"/>
                </a:lnTo>
                <a:cubicBezTo>
                  <a:pt x="118497" y="176232"/>
                  <a:pt x="119128" y="178015"/>
                  <a:pt x="120390" y="179478"/>
                </a:cubicBezTo>
                <a:cubicBezTo>
                  <a:pt x="121853" y="180740"/>
                  <a:pt x="123636" y="181362"/>
                  <a:pt x="125730" y="181362"/>
                </a:cubicBezTo>
                <a:lnTo>
                  <a:pt x="173507" y="181362"/>
                </a:lnTo>
                <a:lnTo>
                  <a:pt x="173507" y="207139"/>
                </a:lnTo>
                <a:lnTo>
                  <a:pt x="125730" y="207139"/>
                </a:lnTo>
                <a:cubicBezTo>
                  <a:pt x="123636" y="207139"/>
                  <a:pt x="121853" y="207871"/>
                  <a:pt x="120390" y="209343"/>
                </a:cubicBezTo>
                <a:cubicBezTo>
                  <a:pt x="119128" y="210595"/>
                  <a:pt x="118497" y="212278"/>
                  <a:pt x="118497" y="214372"/>
                </a:cubicBezTo>
                <a:cubicBezTo>
                  <a:pt x="118497" y="216466"/>
                  <a:pt x="119128" y="218139"/>
                  <a:pt x="120390" y="219401"/>
                </a:cubicBezTo>
                <a:cubicBezTo>
                  <a:pt x="121853" y="220654"/>
                  <a:pt x="123636" y="221285"/>
                  <a:pt x="125730" y="221285"/>
                </a:cubicBezTo>
                <a:lnTo>
                  <a:pt x="145847" y="221285"/>
                </a:lnTo>
                <a:close/>
                <a:moveTo>
                  <a:pt x="74807" y="270324"/>
                </a:moveTo>
                <a:cubicBezTo>
                  <a:pt x="69778" y="270324"/>
                  <a:pt x="65480" y="268541"/>
                  <a:pt x="61923" y="264975"/>
                </a:cubicBezTo>
                <a:cubicBezTo>
                  <a:pt x="58357" y="261418"/>
                  <a:pt x="56583" y="257120"/>
                  <a:pt x="56583" y="252091"/>
                </a:cubicBezTo>
                <a:lnTo>
                  <a:pt x="56583" y="49661"/>
                </a:lnTo>
                <a:cubicBezTo>
                  <a:pt x="56583" y="44632"/>
                  <a:pt x="58357" y="40334"/>
                  <a:pt x="61923" y="36777"/>
                </a:cubicBezTo>
                <a:cubicBezTo>
                  <a:pt x="65480" y="33211"/>
                  <a:pt x="69778" y="31437"/>
                  <a:pt x="74807" y="31437"/>
                </a:cubicBezTo>
                <a:lnTo>
                  <a:pt x="182624" y="31437"/>
                </a:lnTo>
                <a:lnTo>
                  <a:pt x="245178" y="93982"/>
                </a:lnTo>
                <a:lnTo>
                  <a:pt x="245178" y="252091"/>
                </a:lnTo>
                <a:cubicBezTo>
                  <a:pt x="245178" y="257120"/>
                  <a:pt x="243395" y="261418"/>
                  <a:pt x="239829" y="264975"/>
                </a:cubicBezTo>
                <a:cubicBezTo>
                  <a:pt x="236272" y="268541"/>
                  <a:pt x="231974" y="270324"/>
                  <a:pt x="226945" y="270324"/>
                </a:cubicBezTo>
                <a:lnTo>
                  <a:pt x="74807" y="270324"/>
                </a:lnTo>
                <a:close/>
                <a:moveTo>
                  <a:pt x="74807" y="256178"/>
                </a:moveTo>
                <a:lnTo>
                  <a:pt x="226945" y="256178"/>
                </a:lnTo>
                <a:cubicBezTo>
                  <a:pt x="227987" y="256178"/>
                  <a:pt x="228929" y="255758"/>
                  <a:pt x="229770" y="254916"/>
                </a:cubicBezTo>
                <a:cubicBezTo>
                  <a:pt x="230612" y="254075"/>
                  <a:pt x="231032" y="253133"/>
                  <a:pt x="231032" y="252091"/>
                </a:cubicBezTo>
                <a:lnTo>
                  <a:pt x="231032" y="100584"/>
                </a:lnTo>
                <a:lnTo>
                  <a:pt x="185139" y="100584"/>
                </a:lnTo>
                <a:cubicBezTo>
                  <a:pt x="182624" y="100584"/>
                  <a:pt x="180530" y="99642"/>
                  <a:pt x="178847" y="97759"/>
                </a:cubicBezTo>
                <a:cubicBezTo>
                  <a:pt x="176964" y="96076"/>
                  <a:pt x="176022" y="93982"/>
                  <a:pt x="176022" y="91467"/>
                </a:cubicBezTo>
                <a:lnTo>
                  <a:pt x="176022" y="45574"/>
                </a:lnTo>
                <a:lnTo>
                  <a:pt x="74807" y="45574"/>
                </a:lnTo>
                <a:cubicBezTo>
                  <a:pt x="73765" y="45574"/>
                  <a:pt x="72823" y="45994"/>
                  <a:pt x="71982" y="46836"/>
                </a:cubicBezTo>
                <a:cubicBezTo>
                  <a:pt x="71140" y="47677"/>
                  <a:pt x="70720" y="48619"/>
                  <a:pt x="70720" y="49661"/>
                </a:cubicBezTo>
                <a:lnTo>
                  <a:pt x="70720" y="252091"/>
                </a:lnTo>
                <a:cubicBezTo>
                  <a:pt x="70720" y="253133"/>
                  <a:pt x="71140" y="254075"/>
                  <a:pt x="71982" y="254916"/>
                </a:cubicBezTo>
                <a:cubicBezTo>
                  <a:pt x="72823" y="255758"/>
                  <a:pt x="73765" y="256178"/>
                  <a:pt x="74807" y="256178"/>
                </a:cubicBezTo>
                <a:close/>
                <a:moveTo>
                  <a:pt x="70720" y="45574"/>
                </a:moveTo>
                <a:lnTo>
                  <a:pt x="70720" y="100584"/>
                </a:lnTo>
                <a:lnTo>
                  <a:pt x="70720" y="45574"/>
                </a:lnTo>
                <a:lnTo>
                  <a:pt x="70720" y="256178"/>
                </a:lnTo>
                <a:lnTo>
                  <a:pt x="70720" y="45574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8" name="圖說"/>
          <p:cNvSpPr/>
          <p:nvPr/>
        </p:nvSpPr>
        <p:spPr>
          <a:xfrm>
            <a:off x="9405884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</a:t>
            </a:r>
            <a:endParaRPr lang="en-US" sz="750" dirty="0"/>
          </a:p>
        </p:txBody>
      </p:sp>
      <p:sp>
        <p:nvSpPr>
          <p:cNvPr id="159" name="圖示 資料夾"/>
          <p:cNvSpPr/>
          <p:nvPr/>
        </p:nvSpPr>
        <p:spPr>
          <a:xfrm>
            <a:off x="10105377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9661" y="245178"/>
                </a:moveTo>
                <a:cubicBezTo>
                  <a:pt x="44632" y="245178"/>
                  <a:pt x="40334" y="243395"/>
                  <a:pt x="36777" y="239829"/>
                </a:cubicBezTo>
                <a:cubicBezTo>
                  <a:pt x="33211" y="236062"/>
                  <a:pt x="31437" y="231764"/>
                  <a:pt x="31437" y="226945"/>
                </a:cubicBezTo>
                <a:lnTo>
                  <a:pt x="31437" y="74807"/>
                </a:lnTo>
                <a:cubicBezTo>
                  <a:pt x="31437" y="69988"/>
                  <a:pt x="33211" y="65690"/>
                  <a:pt x="36777" y="61923"/>
                </a:cubicBezTo>
                <a:cubicBezTo>
                  <a:pt x="40334" y="58357"/>
                  <a:pt x="44632" y="56583"/>
                  <a:pt x="49661" y="56583"/>
                </a:cubicBezTo>
                <a:lnTo>
                  <a:pt x="120390" y="56583"/>
                </a:lnTo>
                <a:cubicBezTo>
                  <a:pt x="122905" y="56583"/>
                  <a:pt x="125309" y="57104"/>
                  <a:pt x="127614" y="58147"/>
                </a:cubicBezTo>
                <a:cubicBezTo>
                  <a:pt x="129918" y="59198"/>
                  <a:pt x="131911" y="60451"/>
                  <a:pt x="133585" y="61923"/>
                </a:cubicBezTo>
                <a:lnTo>
                  <a:pt x="148672" y="77011"/>
                </a:lnTo>
                <a:lnTo>
                  <a:pt x="252091" y="77011"/>
                </a:lnTo>
                <a:cubicBezTo>
                  <a:pt x="256910" y="77011"/>
                  <a:pt x="261208" y="78894"/>
                  <a:pt x="264975" y="82671"/>
                </a:cubicBezTo>
                <a:cubicBezTo>
                  <a:pt x="268541" y="86228"/>
                  <a:pt x="270324" y="90425"/>
                  <a:pt x="270324" y="95244"/>
                </a:cubicBezTo>
                <a:lnTo>
                  <a:pt x="270324" y="226945"/>
                </a:lnTo>
                <a:cubicBezTo>
                  <a:pt x="270324" y="231764"/>
                  <a:pt x="268541" y="236062"/>
                  <a:pt x="264975" y="239829"/>
                </a:cubicBezTo>
                <a:cubicBezTo>
                  <a:pt x="261208" y="243395"/>
                  <a:pt x="256910" y="245178"/>
                  <a:pt x="252091" y="245178"/>
                </a:cubicBezTo>
                <a:lnTo>
                  <a:pt x="49661" y="245178"/>
                </a:lnTo>
                <a:close/>
                <a:moveTo>
                  <a:pt x="49661" y="231032"/>
                </a:moveTo>
                <a:lnTo>
                  <a:pt x="252091" y="231032"/>
                </a:lnTo>
                <a:cubicBezTo>
                  <a:pt x="253344" y="231032"/>
                  <a:pt x="254285" y="230612"/>
                  <a:pt x="254916" y="229770"/>
                </a:cubicBezTo>
                <a:cubicBezTo>
                  <a:pt x="255758" y="229139"/>
                  <a:pt x="256178" y="228198"/>
                  <a:pt x="256178" y="226945"/>
                </a:cubicBezTo>
                <a:lnTo>
                  <a:pt x="256178" y="95244"/>
                </a:lnTo>
                <a:cubicBezTo>
                  <a:pt x="256178" y="94192"/>
                  <a:pt x="255758" y="93251"/>
                  <a:pt x="254916" y="92409"/>
                </a:cubicBezTo>
                <a:cubicBezTo>
                  <a:pt x="254285" y="91787"/>
                  <a:pt x="253344" y="91467"/>
                  <a:pt x="252091" y="91467"/>
                </a:cubicBezTo>
                <a:lnTo>
                  <a:pt x="142701" y="91467"/>
                </a:lnTo>
                <a:lnTo>
                  <a:pt x="123215" y="71982"/>
                </a:lnTo>
                <a:cubicBezTo>
                  <a:pt x="122795" y="71561"/>
                  <a:pt x="122374" y="71250"/>
                  <a:pt x="121963" y="71040"/>
                </a:cubicBezTo>
                <a:cubicBezTo>
                  <a:pt x="121542" y="70829"/>
                  <a:pt x="121121" y="70720"/>
                  <a:pt x="120701" y="70720"/>
                </a:cubicBezTo>
                <a:lnTo>
                  <a:pt x="49661" y="70720"/>
                </a:lnTo>
                <a:cubicBezTo>
                  <a:pt x="48408" y="70720"/>
                  <a:pt x="47467" y="71140"/>
                  <a:pt x="46836" y="71982"/>
                </a:cubicBezTo>
                <a:cubicBezTo>
                  <a:pt x="45994" y="72613"/>
                  <a:pt x="45574" y="73554"/>
                  <a:pt x="45574" y="74807"/>
                </a:cubicBezTo>
                <a:lnTo>
                  <a:pt x="45574" y="226945"/>
                </a:lnTo>
                <a:cubicBezTo>
                  <a:pt x="45574" y="228198"/>
                  <a:pt x="45994" y="229139"/>
                  <a:pt x="46836" y="229770"/>
                </a:cubicBezTo>
                <a:cubicBezTo>
                  <a:pt x="47467" y="230612"/>
                  <a:pt x="48408" y="231032"/>
                  <a:pt x="49661" y="231032"/>
                </a:cubicBezTo>
                <a:close/>
                <a:moveTo>
                  <a:pt x="45574" y="231032"/>
                </a:moveTo>
                <a:lnTo>
                  <a:pt x="45574" y="70720"/>
                </a:lnTo>
                <a:lnTo>
                  <a:pt x="45574" y="231032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0" name="圖說"/>
          <p:cNvSpPr/>
          <p:nvPr/>
        </p:nvSpPr>
        <p:spPr>
          <a:xfrm>
            <a:off x="9960605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</a:t>
            </a:r>
            <a:endParaRPr lang="en-US" sz="750" dirty="0"/>
          </a:p>
        </p:txBody>
      </p:sp>
      <p:sp>
        <p:nvSpPr>
          <p:cNvPr id="161" name="圖示 手冊"/>
          <p:cNvSpPr/>
          <p:nvPr/>
        </p:nvSpPr>
        <p:spPr>
          <a:xfrm>
            <a:off x="10660098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8894" y="205886"/>
                </a:moveTo>
                <a:cubicBezTo>
                  <a:pt x="90425" y="205886"/>
                  <a:pt x="101526" y="207249"/>
                  <a:pt x="112215" y="209974"/>
                </a:cubicBezTo>
                <a:cubicBezTo>
                  <a:pt x="123115" y="212689"/>
                  <a:pt x="133795" y="216887"/>
                  <a:pt x="144274" y="222547"/>
                </a:cubicBezTo>
                <a:lnTo>
                  <a:pt x="144274" y="91157"/>
                </a:lnTo>
                <a:cubicBezTo>
                  <a:pt x="134847" y="84445"/>
                  <a:pt x="124477" y="79416"/>
                  <a:pt x="113157" y="76069"/>
                </a:cubicBezTo>
                <a:cubicBezTo>
                  <a:pt x="101846" y="72503"/>
                  <a:pt x="90425" y="70720"/>
                  <a:pt x="78894" y="70720"/>
                </a:cubicBezTo>
                <a:cubicBezTo>
                  <a:pt x="70930" y="70720"/>
                  <a:pt x="63706" y="71460"/>
                  <a:pt x="57205" y="72923"/>
                </a:cubicBezTo>
                <a:cubicBezTo>
                  <a:pt x="50502" y="74386"/>
                  <a:pt x="43379" y="76490"/>
                  <a:pt x="35835" y="79214"/>
                </a:cubicBezTo>
                <a:cubicBezTo>
                  <a:pt x="34784" y="79626"/>
                  <a:pt x="34052" y="80156"/>
                  <a:pt x="33632" y="80778"/>
                </a:cubicBezTo>
                <a:cubicBezTo>
                  <a:pt x="33211" y="81409"/>
                  <a:pt x="33001" y="82040"/>
                  <a:pt x="33001" y="82671"/>
                </a:cubicBezTo>
                <a:lnTo>
                  <a:pt x="33001" y="210285"/>
                </a:lnTo>
                <a:cubicBezTo>
                  <a:pt x="33001" y="211327"/>
                  <a:pt x="33421" y="212168"/>
                  <a:pt x="34263" y="212799"/>
                </a:cubicBezTo>
                <a:cubicBezTo>
                  <a:pt x="35104" y="213220"/>
                  <a:pt x="36046" y="213320"/>
                  <a:pt x="37088" y="213110"/>
                </a:cubicBezTo>
                <a:cubicBezTo>
                  <a:pt x="42328" y="210595"/>
                  <a:pt x="48619" y="208812"/>
                  <a:pt x="55952" y="207770"/>
                </a:cubicBezTo>
                <a:cubicBezTo>
                  <a:pt x="63286" y="206508"/>
                  <a:pt x="70930" y="205886"/>
                  <a:pt x="78894" y="205886"/>
                </a:cubicBezTo>
                <a:close/>
                <a:moveTo>
                  <a:pt x="158420" y="222547"/>
                </a:moveTo>
                <a:cubicBezTo>
                  <a:pt x="169109" y="216887"/>
                  <a:pt x="179588" y="212689"/>
                  <a:pt x="189857" y="209974"/>
                </a:cubicBezTo>
                <a:cubicBezTo>
                  <a:pt x="200327" y="207249"/>
                  <a:pt x="211327" y="205886"/>
                  <a:pt x="222858" y="205886"/>
                </a:cubicBezTo>
                <a:cubicBezTo>
                  <a:pt x="230822" y="205886"/>
                  <a:pt x="238466" y="206508"/>
                  <a:pt x="245800" y="207770"/>
                </a:cubicBezTo>
                <a:cubicBezTo>
                  <a:pt x="253344" y="208812"/>
                  <a:pt x="259635" y="210175"/>
                  <a:pt x="264664" y="211857"/>
                </a:cubicBezTo>
                <a:cubicBezTo>
                  <a:pt x="265706" y="212278"/>
                  <a:pt x="266648" y="212168"/>
                  <a:pt x="267489" y="211537"/>
                </a:cubicBezTo>
                <a:cubicBezTo>
                  <a:pt x="268331" y="211126"/>
                  <a:pt x="268751" y="210285"/>
                  <a:pt x="268751" y="209023"/>
                </a:cubicBezTo>
                <a:lnTo>
                  <a:pt x="268751" y="82671"/>
                </a:lnTo>
                <a:cubicBezTo>
                  <a:pt x="268751" y="82040"/>
                  <a:pt x="268541" y="81409"/>
                  <a:pt x="268120" y="80778"/>
                </a:cubicBezTo>
                <a:cubicBezTo>
                  <a:pt x="267700" y="80156"/>
                  <a:pt x="266968" y="79626"/>
                  <a:pt x="265917" y="79214"/>
                </a:cubicBezTo>
                <a:cubicBezTo>
                  <a:pt x="259004" y="76279"/>
                  <a:pt x="252091" y="74076"/>
                  <a:pt x="245178" y="72613"/>
                </a:cubicBezTo>
                <a:cubicBezTo>
                  <a:pt x="238256" y="71351"/>
                  <a:pt x="230822" y="70720"/>
                  <a:pt x="222858" y="70720"/>
                </a:cubicBezTo>
                <a:cubicBezTo>
                  <a:pt x="211327" y="70720"/>
                  <a:pt x="200016" y="72503"/>
                  <a:pt x="188906" y="76069"/>
                </a:cubicBezTo>
                <a:cubicBezTo>
                  <a:pt x="178015" y="79416"/>
                  <a:pt x="167847" y="84445"/>
                  <a:pt x="158420" y="91157"/>
                </a:cubicBezTo>
                <a:lnTo>
                  <a:pt x="158420" y="222547"/>
                </a:lnTo>
                <a:close/>
                <a:moveTo>
                  <a:pt x="147109" y="240149"/>
                </a:moveTo>
                <a:cubicBezTo>
                  <a:pt x="146057" y="239939"/>
                  <a:pt x="145006" y="239518"/>
                  <a:pt x="143963" y="238887"/>
                </a:cubicBezTo>
                <a:cubicBezTo>
                  <a:pt x="134115" y="233017"/>
                  <a:pt x="123636" y="228518"/>
                  <a:pt x="112526" y="225372"/>
                </a:cubicBezTo>
                <a:cubicBezTo>
                  <a:pt x="101636" y="222016"/>
                  <a:pt x="90425" y="220343"/>
                  <a:pt x="78894" y="220343"/>
                </a:cubicBezTo>
                <a:cubicBezTo>
                  <a:pt x="72192" y="220343"/>
                  <a:pt x="65480" y="221074"/>
                  <a:pt x="58778" y="222547"/>
                </a:cubicBezTo>
                <a:cubicBezTo>
                  <a:pt x="52285" y="224010"/>
                  <a:pt x="45683" y="225793"/>
                  <a:pt x="38981" y="227887"/>
                </a:cubicBezTo>
                <a:cubicBezTo>
                  <a:pt x="34153" y="230191"/>
                  <a:pt x="29654" y="229770"/>
                  <a:pt x="25457" y="226625"/>
                </a:cubicBezTo>
                <a:cubicBezTo>
                  <a:pt x="21059" y="223699"/>
                  <a:pt x="18864" y="219502"/>
                  <a:pt x="18864" y="214052"/>
                </a:cubicBezTo>
                <a:lnTo>
                  <a:pt x="18864" y="81729"/>
                </a:lnTo>
                <a:cubicBezTo>
                  <a:pt x="18864" y="78373"/>
                  <a:pt x="19696" y="75337"/>
                  <a:pt x="21379" y="72613"/>
                </a:cubicBezTo>
                <a:cubicBezTo>
                  <a:pt x="23052" y="69888"/>
                  <a:pt x="25356" y="67794"/>
                  <a:pt x="28292" y="66321"/>
                </a:cubicBezTo>
                <a:cubicBezTo>
                  <a:pt x="36256" y="62966"/>
                  <a:pt x="44531" y="60451"/>
                  <a:pt x="53117" y="58778"/>
                </a:cubicBezTo>
                <a:cubicBezTo>
                  <a:pt x="61503" y="57104"/>
                  <a:pt x="70098" y="56263"/>
                  <a:pt x="78894" y="56263"/>
                </a:cubicBezTo>
                <a:cubicBezTo>
                  <a:pt x="91888" y="56263"/>
                  <a:pt x="104562" y="58147"/>
                  <a:pt x="116933" y="61923"/>
                </a:cubicBezTo>
                <a:cubicBezTo>
                  <a:pt x="129086" y="65480"/>
                  <a:pt x="140607" y="70930"/>
                  <a:pt x="151507" y="78263"/>
                </a:cubicBezTo>
                <a:cubicBezTo>
                  <a:pt x="161986" y="70930"/>
                  <a:pt x="173297" y="65480"/>
                  <a:pt x="185449" y="61923"/>
                </a:cubicBezTo>
                <a:cubicBezTo>
                  <a:pt x="197602" y="58147"/>
                  <a:pt x="210074" y="56263"/>
                  <a:pt x="222858" y="56263"/>
                </a:cubicBezTo>
                <a:cubicBezTo>
                  <a:pt x="231444" y="56263"/>
                  <a:pt x="240039" y="57104"/>
                  <a:pt x="248635" y="58778"/>
                </a:cubicBezTo>
                <a:cubicBezTo>
                  <a:pt x="257010" y="60451"/>
                  <a:pt x="265185" y="62966"/>
                  <a:pt x="273150" y="66321"/>
                </a:cubicBezTo>
                <a:cubicBezTo>
                  <a:pt x="276295" y="67794"/>
                  <a:pt x="278700" y="69888"/>
                  <a:pt x="280382" y="72613"/>
                </a:cubicBezTo>
                <a:cubicBezTo>
                  <a:pt x="282056" y="75337"/>
                  <a:pt x="282897" y="78373"/>
                  <a:pt x="282897" y="81729"/>
                </a:cubicBezTo>
                <a:lnTo>
                  <a:pt x="282897" y="214052"/>
                </a:lnTo>
                <a:cubicBezTo>
                  <a:pt x="282897" y="219712"/>
                  <a:pt x="280584" y="224010"/>
                  <a:pt x="275975" y="226945"/>
                </a:cubicBezTo>
                <a:cubicBezTo>
                  <a:pt x="271156" y="230090"/>
                  <a:pt x="266447" y="230401"/>
                  <a:pt x="261829" y="227887"/>
                </a:cubicBezTo>
                <a:cubicBezTo>
                  <a:pt x="255337" y="225582"/>
                  <a:pt x="248845" y="223799"/>
                  <a:pt x="242343" y="222547"/>
                </a:cubicBezTo>
                <a:cubicBezTo>
                  <a:pt x="235851" y="221074"/>
                  <a:pt x="229350" y="220343"/>
                  <a:pt x="222858" y="220343"/>
                </a:cubicBezTo>
                <a:cubicBezTo>
                  <a:pt x="211537" y="220343"/>
                  <a:pt x="200436" y="222016"/>
                  <a:pt x="189537" y="225372"/>
                </a:cubicBezTo>
                <a:cubicBezTo>
                  <a:pt x="178637" y="228518"/>
                  <a:pt x="168378" y="233017"/>
                  <a:pt x="158731" y="238887"/>
                </a:cubicBezTo>
                <a:cubicBezTo>
                  <a:pt x="157688" y="239518"/>
                  <a:pt x="156536" y="239939"/>
                  <a:pt x="155274" y="240149"/>
                </a:cubicBezTo>
                <a:cubicBezTo>
                  <a:pt x="154022" y="240560"/>
                  <a:pt x="152659" y="240771"/>
                  <a:pt x="151187" y="240771"/>
                </a:cubicBezTo>
                <a:cubicBezTo>
                  <a:pt x="149724" y="240771"/>
                  <a:pt x="148361" y="240560"/>
                  <a:pt x="147109" y="240149"/>
                </a:cubicBezTo>
                <a:close/>
                <a:moveTo>
                  <a:pt x="88642" y="146789"/>
                </a:moveTo>
                <a:close/>
                <a:moveTo>
                  <a:pt x="175391" y="111584"/>
                </a:moveTo>
                <a:cubicBezTo>
                  <a:pt x="175391" y="110743"/>
                  <a:pt x="175711" y="109911"/>
                  <a:pt x="176333" y="109070"/>
                </a:cubicBezTo>
                <a:cubicBezTo>
                  <a:pt x="176754" y="108027"/>
                  <a:pt x="177485" y="107396"/>
                  <a:pt x="178537" y="107186"/>
                </a:cubicBezTo>
                <a:cubicBezTo>
                  <a:pt x="184828" y="104461"/>
                  <a:pt x="191420" y="102367"/>
                  <a:pt x="198343" y="100895"/>
                </a:cubicBezTo>
                <a:cubicBezTo>
                  <a:pt x="205255" y="99432"/>
                  <a:pt x="212488" y="98700"/>
                  <a:pt x="220032" y="98700"/>
                </a:cubicBezTo>
                <a:cubicBezTo>
                  <a:pt x="224430" y="98700"/>
                  <a:pt x="228618" y="99011"/>
                  <a:pt x="232605" y="99642"/>
                </a:cubicBezTo>
                <a:cubicBezTo>
                  <a:pt x="236793" y="100063"/>
                  <a:pt x="240880" y="100685"/>
                  <a:pt x="244858" y="101526"/>
                </a:cubicBezTo>
                <a:cubicBezTo>
                  <a:pt x="245910" y="101946"/>
                  <a:pt x="246851" y="102577"/>
                  <a:pt x="247693" y="103409"/>
                </a:cubicBezTo>
                <a:cubicBezTo>
                  <a:pt x="248525" y="104461"/>
                  <a:pt x="248945" y="105513"/>
                  <a:pt x="248945" y="106555"/>
                </a:cubicBezTo>
                <a:cubicBezTo>
                  <a:pt x="248945" y="108649"/>
                  <a:pt x="248314" y="110121"/>
                  <a:pt x="247062" y="110953"/>
                </a:cubicBezTo>
                <a:cubicBezTo>
                  <a:pt x="245800" y="112005"/>
                  <a:pt x="244227" y="112316"/>
                  <a:pt x="242343" y="111904"/>
                </a:cubicBezTo>
                <a:cubicBezTo>
                  <a:pt x="238988" y="111063"/>
                  <a:pt x="235431" y="110332"/>
                  <a:pt x="231654" y="109701"/>
                </a:cubicBezTo>
                <a:cubicBezTo>
                  <a:pt x="227887" y="109280"/>
                  <a:pt x="224010" y="109070"/>
                  <a:pt x="220032" y="109070"/>
                </a:cubicBezTo>
                <a:cubicBezTo>
                  <a:pt x="213531" y="109070"/>
                  <a:pt x="207139" y="109701"/>
                  <a:pt x="200857" y="110953"/>
                </a:cubicBezTo>
                <a:cubicBezTo>
                  <a:pt x="194776" y="112215"/>
                  <a:pt x="188906" y="114099"/>
                  <a:pt x="183255" y="116613"/>
                </a:cubicBezTo>
                <a:cubicBezTo>
                  <a:pt x="180951" y="117455"/>
                  <a:pt x="179058" y="117455"/>
                  <a:pt x="177595" y="116613"/>
                </a:cubicBezTo>
                <a:cubicBezTo>
                  <a:pt x="176123" y="115571"/>
                  <a:pt x="175391" y="113889"/>
                  <a:pt x="175391" y="111584"/>
                </a:cubicBezTo>
                <a:close/>
                <a:moveTo>
                  <a:pt x="175391" y="180420"/>
                </a:moveTo>
                <a:cubicBezTo>
                  <a:pt x="175391" y="179378"/>
                  <a:pt x="175711" y="178326"/>
                  <a:pt x="176333" y="177284"/>
                </a:cubicBezTo>
                <a:cubicBezTo>
                  <a:pt x="176754" y="176443"/>
                  <a:pt x="177485" y="175812"/>
                  <a:pt x="178537" y="175391"/>
                </a:cubicBezTo>
                <a:cubicBezTo>
                  <a:pt x="184617" y="172666"/>
                  <a:pt x="191210" y="170682"/>
                  <a:pt x="198343" y="169420"/>
                </a:cubicBezTo>
                <a:cubicBezTo>
                  <a:pt x="205466" y="168167"/>
                  <a:pt x="212689" y="167536"/>
                  <a:pt x="220032" y="167536"/>
                </a:cubicBezTo>
                <a:cubicBezTo>
                  <a:pt x="224430" y="167536"/>
                  <a:pt x="228618" y="167747"/>
                  <a:pt x="232605" y="168167"/>
                </a:cubicBezTo>
                <a:cubicBezTo>
                  <a:pt x="236793" y="168579"/>
                  <a:pt x="240880" y="169319"/>
                  <a:pt x="244858" y="170362"/>
                </a:cubicBezTo>
                <a:cubicBezTo>
                  <a:pt x="245910" y="170782"/>
                  <a:pt x="246851" y="171413"/>
                  <a:pt x="247693" y="172255"/>
                </a:cubicBezTo>
                <a:cubicBezTo>
                  <a:pt x="248525" y="173087"/>
                  <a:pt x="248945" y="174138"/>
                  <a:pt x="248945" y="175391"/>
                </a:cubicBezTo>
                <a:cubicBezTo>
                  <a:pt x="248945" y="177284"/>
                  <a:pt x="248314" y="178747"/>
                  <a:pt x="247062" y="179798"/>
                </a:cubicBezTo>
                <a:cubicBezTo>
                  <a:pt x="245800" y="180631"/>
                  <a:pt x="244227" y="180841"/>
                  <a:pt x="242343" y="180420"/>
                </a:cubicBezTo>
                <a:cubicBezTo>
                  <a:pt x="238988" y="179588"/>
                  <a:pt x="235431" y="178957"/>
                  <a:pt x="231654" y="178537"/>
                </a:cubicBezTo>
                <a:cubicBezTo>
                  <a:pt x="227887" y="178116"/>
                  <a:pt x="224010" y="177906"/>
                  <a:pt x="220032" y="177906"/>
                </a:cubicBezTo>
                <a:cubicBezTo>
                  <a:pt x="213531" y="177906"/>
                  <a:pt x="207249" y="178537"/>
                  <a:pt x="201168" y="179798"/>
                </a:cubicBezTo>
                <a:cubicBezTo>
                  <a:pt x="194886" y="181051"/>
                  <a:pt x="188906" y="182834"/>
                  <a:pt x="183255" y="185139"/>
                </a:cubicBezTo>
                <a:cubicBezTo>
                  <a:pt x="180951" y="186181"/>
                  <a:pt x="179058" y="186291"/>
                  <a:pt x="177595" y="185449"/>
                </a:cubicBezTo>
                <a:cubicBezTo>
                  <a:pt x="176123" y="184407"/>
                  <a:pt x="175391" y="182725"/>
                  <a:pt x="175391" y="180420"/>
                </a:cubicBezTo>
                <a:close/>
                <a:moveTo>
                  <a:pt x="175391" y="146158"/>
                </a:moveTo>
                <a:cubicBezTo>
                  <a:pt x="175391" y="145326"/>
                  <a:pt x="175711" y="144384"/>
                  <a:pt x="176333" y="143332"/>
                </a:cubicBezTo>
                <a:cubicBezTo>
                  <a:pt x="176754" y="142491"/>
                  <a:pt x="177485" y="141869"/>
                  <a:pt x="178537" y="141449"/>
                </a:cubicBezTo>
                <a:cubicBezTo>
                  <a:pt x="184828" y="138724"/>
                  <a:pt x="191420" y="136730"/>
                  <a:pt x="198343" y="135478"/>
                </a:cubicBezTo>
                <a:cubicBezTo>
                  <a:pt x="205255" y="134005"/>
                  <a:pt x="212488" y="133274"/>
                  <a:pt x="220032" y="133274"/>
                </a:cubicBezTo>
                <a:cubicBezTo>
                  <a:pt x="224430" y="133274"/>
                  <a:pt x="228618" y="133484"/>
                  <a:pt x="232605" y="133905"/>
                </a:cubicBezTo>
                <a:cubicBezTo>
                  <a:pt x="236793" y="134325"/>
                  <a:pt x="240880" y="135057"/>
                  <a:pt x="244858" y="136099"/>
                </a:cubicBezTo>
                <a:cubicBezTo>
                  <a:pt x="245910" y="136520"/>
                  <a:pt x="246851" y="137151"/>
                  <a:pt x="247693" y="137992"/>
                </a:cubicBezTo>
                <a:cubicBezTo>
                  <a:pt x="248525" y="138824"/>
                  <a:pt x="248945" y="139876"/>
                  <a:pt x="248945" y="141128"/>
                </a:cubicBezTo>
                <a:cubicBezTo>
                  <a:pt x="248945" y="143021"/>
                  <a:pt x="248314" y="144484"/>
                  <a:pt x="247062" y="145536"/>
                </a:cubicBezTo>
                <a:cubicBezTo>
                  <a:pt x="245800" y="146578"/>
                  <a:pt x="244227" y="146789"/>
                  <a:pt x="242343" y="146158"/>
                </a:cubicBezTo>
                <a:cubicBezTo>
                  <a:pt x="238988" y="145326"/>
                  <a:pt x="235431" y="144695"/>
                  <a:pt x="231654" y="144274"/>
                </a:cubicBezTo>
                <a:cubicBezTo>
                  <a:pt x="227887" y="143853"/>
                  <a:pt x="224010" y="143643"/>
                  <a:pt x="220032" y="143643"/>
                </a:cubicBezTo>
                <a:cubicBezTo>
                  <a:pt x="213531" y="143643"/>
                  <a:pt x="207139" y="144274"/>
                  <a:pt x="200857" y="145536"/>
                </a:cubicBezTo>
                <a:cubicBezTo>
                  <a:pt x="194776" y="146789"/>
                  <a:pt x="188906" y="148572"/>
                  <a:pt x="183255" y="150876"/>
                </a:cubicBezTo>
                <a:cubicBezTo>
                  <a:pt x="180951" y="151928"/>
                  <a:pt x="179058" y="151928"/>
                  <a:pt x="177595" y="150876"/>
                </a:cubicBezTo>
                <a:cubicBezTo>
                  <a:pt x="176123" y="150035"/>
                  <a:pt x="175391" y="148462"/>
                  <a:pt x="175391" y="146158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2" name="圖說"/>
          <p:cNvSpPr/>
          <p:nvPr/>
        </p:nvSpPr>
        <p:spPr>
          <a:xfrm>
            <a:off x="10515326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手冊</a:t>
            </a:r>
            <a:endParaRPr lang="en-US" sz="750" dirty="0"/>
          </a:p>
        </p:txBody>
      </p:sp>
      <p:sp>
        <p:nvSpPr>
          <p:cNvPr id="163" name="圖示 稽核"/>
          <p:cNvSpPr/>
          <p:nvPr/>
        </p:nvSpPr>
        <p:spPr>
          <a:xfrm>
            <a:off x="11214819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7730" y="268431"/>
                </a:moveTo>
                <a:cubicBezTo>
                  <a:pt x="146688" y="268221"/>
                  <a:pt x="145636" y="267910"/>
                  <a:pt x="144594" y="267489"/>
                </a:cubicBezTo>
                <a:cubicBezTo>
                  <a:pt x="117555" y="257852"/>
                  <a:pt x="96076" y="241091"/>
                  <a:pt x="80156" y="217197"/>
                </a:cubicBezTo>
                <a:cubicBezTo>
                  <a:pt x="64438" y="193103"/>
                  <a:pt x="56583" y="166805"/>
                  <a:pt x="56583" y="138303"/>
                </a:cubicBezTo>
                <a:lnTo>
                  <a:pt x="56583" y="79836"/>
                </a:lnTo>
                <a:cubicBezTo>
                  <a:pt x="56583" y="76069"/>
                  <a:pt x="57625" y="72613"/>
                  <a:pt x="59719" y="69467"/>
                </a:cubicBezTo>
                <a:cubicBezTo>
                  <a:pt x="62024" y="66321"/>
                  <a:pt x="64858" y="64017"/>
                  <a:pt x="68205" y="62554"/>
                </a:cubicBezTo>
                <a:lnTo>
                  <a:pt x="144594" y="34263"/>
                </a:lnTo>
                <a:cubicBezTo>
                  <a:pt x="146898" y="33632"/>
                  <a:pt x="148992" y="33321"/>
                  <a:pt x="150876" y="33321"/>
                </a:cubicBezTo>
                <a:cubicBezTo>
                  <a:pt x="152760" y="33321"/>
                  <a:pt x="154854" y="33632"/>
                  <a:pt x="157167" y="34263"/>
                </a:cubicBezTo>
                <a:lnTo>
                  <a:pt x="233547" y="62554"/>
                </a:lnTo>
                <a:cubicBezTo>
                  <a:pt x="236894" y="64017"/>
                  <a:pt x="239728" y="66321"/>
                  <a:pt x="242033" y="69467"/>
                </a:cubicBezTo>
                <a:cubicBezTo>
                  <a:pt x="244127" y="72613"/>
                  <a:pt x="245178" y="76069"/>
                  <a:pt x="245178" y="79836"/>
                </a:cubicBezTo>
                <a:lnTo>
                  <a:pt x="245178" y="138303"/>
                </a:lnTo>
                <a:cubicBezTo>
                  <a:pt x="245178" y="151507"/>
                  <a:pt x="243605" y="164811"/>
                  <a:pt x="240460" y="178226"/>
                </a:cubicBezTo>
                <a:cubicBezTo>
                  <a:pt x="237104" y="191420"/>
                  <a:pt x="231444" y="204103"/>
                  <a:pt x="223489" y="216256"/>
                </a:cubicBezTo>
                <a:cubicBezTo>
                  <a:pt x="222016" y="218560"/>
                  <a:pt x="219922" y="219822"/>
                  <a:pt x="217197" y="220032"/>
                </a:cubicBezTo>
                <a:cubicBezTo>
                  <a:pt x="214683" y="220233"/>
                  <a:pt x="212379" y="219502"/>
                  <a:pt x="210285" y="217828"/>
                </a:cubicBezTo>
                <a:lnTo>
                  <a:pt x="175391" y="183877"/>
                </a:lnTo>
                <a:cubicBezTo>
                  <a:pt x="171624" y="186181"/>
                  <a:pt x="167637" y="188074"/>
                  <a:pt x="163449" y="189537"/>
                </a:cubicBezTo>
                <a:cubicBezTo>
                  <a:pt x="159471" y="191009"/>
                  <a:pt x="155274" y="191741"/>
                  <a:pt x="150876" y="191741"/>
                </a:cubicBezTo>
                <a:cubicBezTo>
                  <a:pt x="139355" y="191741"/>
                  <a:pt x="129506" y="187754"/>
                  <a:pt x="121332" y="179798"/>
                </a:cubicBezTo>
                <a:cubicBezTo>
                  <a:pt x="113367" y="171624"/>
                  <a:pt x="109390" y="161776"/>
                  <a:pt x="109390" y="150245"/>
                </a:cubicBezTo>
                <a:cubicBezTo>
                  <a:pt x="109390" y="138724"/>
                  <a:pt x="113367" y="128876"/>
                  <a:pt x="121332" y="120701"/>
                </a:cubicBezTo>
                <a:cubicBezTo>
                  <a:pt x="129506" y="112736"/>
                  <a:pt x="139355" y="108759"/>
                  <a:pt x="150876" y="108759"/>
                </a:cubicBezTo>
                <a:cubicBezTo>
                  <a:pt x="162397" y="108759"/>
                  <a:pt x="172255" y="112736"/>
                  <a:pt x="180420" y="120701"/>
                </a:cubicBezTo>
                <a:cubicBezTo>
                  <a:pt x="188385" y="128876"/>
                  <a:pt x="192371" y="138724"/>
                  <a:pt x="192371" y="150245"/>
                </a:cubicBezTo>
                <a:cubicBezTo>
                  <a:pt x="192371" y="154442"/>
                  <a:pt x="191741" y="158520"/>
                  <a:pt x="190479" y="162507"/>
                </a:cubicBezTo>
                <a:cubicBezTo>
                  <a:pt x="189226" y="166485"/>
                  <a:pt x="187443" y="170152"/>
                  <a:pt x="185139" y="173507"/>
                </a:cubicBezTo>
                <a:lnTo>
                  <a:pt x="215003" y="202430"/>
                </a:lnTo>
                <a:cubicBezTo>
                  <a:pt x="220032" y="193414"/>
                  <a:pt x="223900" y="183355"/>
                  <a:pt x="226625" y="172255"/>
                </a:cubicBezTo>
                <a:cubicBezTo>
                  <a:pt x="229560" y="161355"/>
                  <a:pt x="231032" y="150035"/>
                  <a:pt x="231032" y="138303"/>
                </a:cubicBezTo>
                <a:lnTo>
                  <a:pt x="231032" y="79214"/>
                </a:lnTo>
                <a:cubicBezTo>
                  <a:pt x="231032" y="78373"/>
                  <a:pt x="230712" y="77642"/>
                  <a:pt x="230090" y="77011"/>
                </a:cubicBezTo>
                <a:cubicBezTo>
                  <a:pt x="229670" y="76380"/>
                  <a:pt x="229139" y="75859"/>
                  <a:pt x="228518" y="75438"/>
                </a:cubicBezTo>
                <a:lnTo>
                  <a:pt x="152138" y="47777"/>
                </a:lnTo>
                <a:cubicBezTo>
                  <a:pt x="151717" y="47777"/>
                  <a:pt x="151297" y="47777"/>
                  <a:pt x="150876" y="47777"/>
                </a:cubicBezTo>
                <a:cubicBezTo>
                  <a:pt x="150455" y="47777"/>
                  <a:pt x="150035" y="47777"/>
                  <a:pt x="149623" y="47777"/>
                </a:cubicBezTo>
                <a:lnTo>
                  <a:pt x="73234" y="75438"/>
                </a:lnTo>
                <a:cubicBezTo>
                  <a:pt x="72613" y="75859"/>
                  <a:pt x="71982" y="76380"/>
                  <a:pt x="71351" y="77011"/>
                </a:cubicBezTo>
                <a:cubicBezTo>
                  <a:pt x="70930" y="77642"/>
                  <a:pt x="70720" y="78373"/>
                  <a:pt x="70720" y="79214"/>
                </a:cubicBezTo>
                <a:lnTo>
                  <a:pt x="70720" y="138303"/>
                </a:lnTo>
                <a:cubicBezTo>
                  <a:pt x="70720" y="165122"/>
                  <a:pt x="78263" y="189436"/>
                  <a:pt x="93351" y="211226"/>
                </a:cubicBezTo>
                <a:cubicBezTo>
                  <a:pt x="108228" y="232806"/>
                  <a:pt x="127403" y="247482"/>
                  <a:pt x="150876" y="255236"/>
                </a:cubicBezTo>
                <a:cubicBezTo>
                  <a:pt x="155695" y="253764"/>
                  <a:pt x="161245" y="251460"/>
                  <a:pt x="167536" y="248314"/>
                </a:cubicBezTo>
                <a:cubicBezTo>
                  <a:pt x="173608" y="244968"/>
                  <a:pt x="179268" y="241301"/>
                  <a:pt x="184508" y="237314"/>
                </a:cubicBezTo>
                <a:cubicBezTo>
                  <a:pt x="185980" y="236062"/>
                  <a:pt x="187653" y="235431"/>
                  <a:pt x="189537" y="235431"/>
                </a:cubicBezTo>
                <a:cubicBezTo>
                  <a:pt x="191631" y="235641"/>
                  <a:pt x="193313" y="236583"/>
                  <a:pt x="194566" y="238256"/>
                </a:cubicBezTo>
                <a:cubicBezTo>
                  <a:pt x="195828" y="239939"/>
                  <a:pt x="196239" y="241822"/>
                  <a:pt x="195828" y="243916"/>
                </a:cubicBezTo>
                <a:cubicBezTo>
                  <a:pt x="195618" y="245800"/>
                  <a:pt x="194676" y="247373"/>
                  <a:pt x="192993" y="248635"/>
                </a:cubicBezTo>
                <a:cubicBezTo>
                  <a:pt x="187342" y="252822"/>
                  <a:pt x="181572" y="256389"/>
                  <a:pt x="175711" y="259315"/>
                </a:cubicBezTo>
                <a:cubicBezTo>
                  <a:pt x="169841" y="262460"/>
                  <a:pt x="163760" y="265295"/>
                  <a:pt x="157478" y="267809"/>
                </a:cubicBezTo>
                <a:cubicBezTo>
                  <a:pt x="156216" y="268011"/>
                  <a:pt x="155064" y="268221"/>
                  <a:pt x="154022" y="268431"/>
                </a:cubicBezTo>
                <a:cubicBezTo>
                  <a:pt x="152970" y="268642"/>
                  <a:pt x="151928" y="268751"/>
                  <a:pt x="150876" y="268751"/>
                </a:cubicBezTo>
                <a:cubicBezTo>
                  <a:pt x="149824" y="268751"/>
                  <a:pt x="148782" y="268642"/>
                  <a:pt x="147730" y="268431"/>
                </a:cubicBezTo>
                <a:close/>
                <a:moveTo>
                  <a:pt x="170051" y="169740"/>
                </a:moveTo>
                <a:cubicBezTo>
                  <a:pt x="175501" y="164501"/>
                  <a:pt x="178226" y="157999"/>
                  <a:pt x="178226" y="150245"/>
                </a:cubicBezTo>
                <a:cubicBezTo>
                  <a:pt x="178226" y="142701"/>
                  <a:pt x="175501" y="136310"/>
                  <a:pt x="170051" y="131070"/>
                </a:cubicBezTo>
                <a:cubicBezTo>
                  <a:pt x="164601" y="125629"/>
                  <a:pt x="158209" y="122905"/>
                  <a:pt x="150876" y="122905"/>
                </a:cubicBezTo>
                <a:cubicBezTo>
                  <a:pt x="143332" y="122905"/>
                  <a:pt x="136941" y="125629"/>
                  <a:pt x="131701" y="131070"/>
                </a:cubicBezTo>
                <a:cubicBezTo>
                  <a:pt x="126251" y="136310"/>
                  <a:pt x="123526" y="142701"/>
                  <a:pt x="123526" y="150245"/>
                </a:cubicBezTo>
                <a:cubicBezTo>
                  <a:pt x="123526" y="157999"/>
                  <a:pt x="126251" y="164501"/>
                  <a:pt x="131701" y="169740"/>
                </a:cubicBezTo>
                <a:cubicBezTo>
                  <a:pt x="137151" y="174769"/>
                  <a:pt x="143543" y="177284"/>
                  <a:pt x="150876" y="177284"/>
                </a:cubicBezTo>
                <a:cubicBezTo>
                  <a:pt x="158420" y="177284"/>
                  <a:pt x="164811" y="174769"/>
                  <a:pt x="170051" y="169740"/>
                </a:cubicBezTo>
                <a:close/>
                <a:moveTo>
                  <a:pt x="150565" y="151187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4" name="圖說"/>
          <p:cNvSpPr/>
          <p:nvPr/>
        </p:nvSpPr>
        <p:spPr>
          <a:xfrm>
            <a:off x="11070046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750" dirty="0"/>
          </a:p>
        </p:txBody>
      </p:sp>
      <p:sp>
        <p:nvSpPr>
          <p:cNvPr id="165" name="圖示 里程碑"/>
          <p:cNvSpPr/>
          <p:nvPr/>
        </p:nvSpPr>
        <p:spPr>
          <a:xfrm>
            <a:off x="675124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83293" y="163138"/>
                </a:moveTo>
                <a:lnTo>
                  <a:pt x="83293" y="253664"/>
                </a:lnTo>
                <a:cubicBezTo>
                  <a:pt x="83293" y="255758"/>
                  <a:pt x="82671" y="257431"/>
                  <a:pt x="81409" y="258693"/>
                </a:cubicBezTo>
                <a:cubicBezTo>
                  <a:pt x="79946" y="260156"/>
                  <a:pt x="78263" y="260887"/>
                  <a:pt x="76380" y="260887"/>
                </a:cubicBezTo>
                <a:cubicBezTo>
                  <a:pt x="74286" y="260887"/>
                  <a:pt x="72503" y="260156"/>
                  <a:pt x="71040" y="258693"/>
                </a:cubicBezTo>
                <a:cubicBezTo>
                  <a:pt x="69778" y="257431"/>
                  <a:pt x="69156" y="255758"/>
                  <a:pt x="69156" y="253664"/>
                </a:cubicBezTo>
                <a:lnTo>
                  <a:pt x="69156" y="65690"/>
                </a:lnTo>
                <a:cubicBezTo>
                  <a:pt x="69156" y="63176"/>
                  <a:pt x="69988" y="60981"/>
                  <a:pt x="71671" y="59098"/>
                </a:cubicBezTo>
                <a:cubicBezTo>
                  <a:pt x="73554" y="57415"/>
                  <a:pt x="75749" y="56583"/>
                  <a:pt x="78263" y="56583"/>
                </a:cubicBezTo>
                <a:lnTo>
                  <a:pt x="159682" y="56583"/>
                </a:lnTo>
                <a:cubicBezTo>
                  <a:pt x="161776" y="56583"/>
                  <a:pt x="163659" y="57205"/>
                  <a:pt x="165333" y="58467"/>
                </a:cubicBezTo>
                <a:cubicBezTo>
                  <a:pt x="167015" y="59930"/>
                  <a:pt x="168058" y="61713"/>
                  <a:pt x="168478" y="63807"/>
                </a:cubicBezTo>
                <a:lnTo>
                  <a:pt x="172876" y="82982"/>
                </a:lnTo>
                <a:lnTo>
                  <a:pt x="236062" y="82982"/>
                </a:lnTo>
                <a:cubicBezTo>
                  <a:pt x="238576" y="82982"/>
                  <a:pt x="240771" y="83924"/>
                  <a:pt x="242663" y="85807"/>
                </a:cubicBezTo>
                <a:cubicBezTo>
                  <a:pt x="244337" y="87490"/>
                  <a:pt x="245178" y="89584"/>
                  <a:pt x="245178" y="92098"/>
                </a:cubicBezTo>
                <a:lnTo>
                  <a:pt x="245178" y="180420"/>
                </a:lnTo>
                <a:cubicBezTo>
                  <a:pt x="245178" y="182935"/>
                  <a:pt x="244337" y="185029"/>
                  <a:pt x="242663" y="186711"/>
                </a:cubicBezTo>
                <a:cubicBezTo>
                  <a:pt x="240771" y="188595"/>
                  <a:pt x="238576" y="189537"/>
                  <a:pt x="236062" y="189537"/>
                </a:cubicBezTo>
                <a:lnTo>
                  <a:pt x="181362" y="189537"/>
                </a:lnTo>
                <a:cubicBezTo>
                  <a:pt x="179268" y="189537"/>
                  <a:pt x="177384" y="188906"/>
                  <a:pt x="175711" y="187653"/>
                </a:cubicBezTo>
                <a:cubicBezTo>
                  <a:pt x="174029" y="186391"/>
                  <a:pt x="172986" y="184617"/>
                  <a:pt x="172566" y="182313"/>
                </a:cubicBezTo>
                <a:lnTo>
                  <a:pt x="168167" y="163138"/>
                </a:lnTo>
                <a:lnTo>
                  <a:pt x="83293" y="163138"/>
                </a:lnTo>
                <a:close/>
                <a:moveTo>
                  <a:pt x="186391" y="175080"/>
                </a:moveTo>
                <a:lnTo>
                  <a:pt x="231032" y="175080"/>
                </a:lnTo>
                <a:lnTo>
                  <a:pt x="231032" y="97438"/>
                </a:lnTo>
                <a:lnTo>
                  <a:pt x="167847" y="97438"/>
                </a:lnTo>
                <a:cubicBezTo>
                  <a:pt x="165753" y="97438"/>
                  <a:pt x="163870" y="96817"/>
                  <a:pt x="162196" y="95555"/>
                </a:cubicBezTo>
                <a:cubicBezTo>
                  <a:pt x="160514" y="94092"/>
                  <a:pt x="159471" y="92309"/>
                  <a:pt x="159051" y="90215"/>
                </a:cubicBezTo>
                <a:lnTo>
                  <a:pt x="154652" y="70720"/>
                </a:lnTo>
                <a:lnTo>
                  <a:pt x="83293" y="70720"/>
                </a:lnTo>
                <a:lnTo>
                  <a:pt x="83293" y="148672"/>
                </a:lnTo>
                <a:lnTo>
                  <a:pt x="173197" y="148672"/>
                </a:lnTo>
                <a:cubicBezTo>
                  <a:pt x="175290" y="148672"/>
                  <a:pt x="177174" y="149303"/>
                  <a:pt x="178847" y="150565"/>
                </a:cubicBezTo>
                <a:cubicBezTo>
                  <a:pt x="180530" y="151818"/>
                  <a:pt x="181572" y="153601"/>
                  <a:pt x="181993" y="155905"/>
                </a:cubicBezTo>
                <a:lnTo>
                  <a:pt x="186391" y="175080"/>
                </a:lnTo>
                <a:close/>
                <a:moveTo>
                  <a:pt x="157167" y="12290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6" name="圖說"/>
          <p:cNvSpPr/>
          <p:nvPr/>
        </p:nvSpPr>
        <p:spPr>
          <a:xfrm>
            <a:off x="530352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750" dirty="0"/>
          </a:p>
        </p:txBody>
      </p:sp>
      <p:sp>
        <p:nvSpPr>
          <p:cNvPr id="167" name="圖示 循環"/>
          <p:cNvSpPr/>
          <p:nvPr/>
        </p:nvSpPr>
        <p:spPr>
          <a:xfrm>
            <a:off x="1229845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7583" y="151507"/>
                </a:moveTo>
                <a:cubicBezTo>
                  <a:pt x="67583" y="155695"/>
                  <a:pt x="67894" y="159993"/>
                  <a:pt x="68525" y="164391"/>
                </a:cubicBezTo>
                <a:cubicBezTo>
                  <a:pt x="69156" y="168579"/>
                  <a:pt x="70098" y="172566"/>
                  <a:pt x="71351" y="176333"/>
                </a:cubicBezTo>
                <a:cubicBezTo>
                  <a:pt x="71771" y="178226"/>
                  <a:pt x="71671" y="180109"/>
                  <a:pt x="71040" y="181993"/>
                </a:cubicBezTo>
                <a:cubicBezTo>
                  <a:pt x="70198" y="183877"/>
                  <a:pt x="68946" y="185239"/>
                  <a:pt x="67263" y="186080"/>
                </a:cubicBezTo>
                <a:cubicBezTo>
                  <a:pt x="65380" y="186711"/>
                  <a:pt x="63597" y="186711"/>
                  <a:pt x="61923" y="186080"/>
                </a:cubicBezTo>
                <a:cubicBezTo>
                  <a:pt x="60040" y="185239"/>
                  <a:pt x="58778" y="183877"/>
                  <a:pt x="58147" y="181993"/>
                </a:cubicBezTo>
                <a:cubicBezTo>
                  <a:pt x="56473" y="176964"/>
                  <a:pt x="55321" y="171935"/>
                  <a:pt x="54690" y="166905"/>
                </a:cubicBezTo>
                <a:cubicBezTo>
                  <a:pt x="53858" y="161876"/>
                  <a:pt x="53438" y="156746"/>
                  <a:pt x="53438" y="151507"/>
                </a:cubicBezTo>
                <a:cubicBezTo>
                  <a:pt x="53438" y="124678"/>
                  <a:pt x="62966" y="101736"/>
                  <a:pt x="82040" y="82671"/>
                </a:cubicBezTo>
                <a:cubicBezTo>
                  <a:pt x="101105" y="63597"/>
                  <a:pt x="124057" y="54068"/>
                  <a:pt x="150876" y="54068"/>
                </a:cubicBezTo>
                <a:lnTo>
                  <a:pt x="169109" y="54068"/>
                </a:lnTo>
                <a:lnTo>
                  <a:pt x="146478" y="31437"/>
                </a:lnTo>
                <a:cubicBezTo>
                  <a:pt x="145216" y="30175"/>
                  <a:pt x="144594" y="28712"/>
                  <a:pt x="144594" y="27030"/>
                </a:cubicBezTo>
                <a:cubicBezTo>
                  <a:pt x="144594" y="25356"/>
                  <a:pt x="145216" y="23784"/>
                  <a:pt x="146478" y="22321"/>
                </a:cubicBezTo>
                <a:cubicBezTo>
                  <a:pt x="147941" y="21059"/>
                  <a:pt x="149514" y="20428"/>
                  <a:pt x="151187" y="20428"/>
                </a:cubicBezTo>
                <a:cubicBezTo>
                  <a:pt x="153080" y="20428"/>
                  <a:pt x="154652" y="21059"/>
                  <a:pt x="155905" y="22321"/>
                </a:cubicBezTo>
                <a:lnTo>
                  <a:pt x="188595" y="54690"/>
                </a:lnTo>
                <a:cubicBezTo>
                  <a:pt x="190268" y="56583"/>
                  <a:pt x="191110" y="58677"/>
                  <a:pt x="191110" y="60981"/>
                </a:cubicBezTo>
                <a:cubicBezTo>
                  <a:pt x="191110" y="63496"/>
                  <a:pt x="190268" y="65590"/>
                  <a:pt x="188595" y="67263"/>
                </a:cubicBezTo>
                <a:lnTo>
                  <a:pt x="156216" y="99642"/>
                </a:lnTo>
                <a:cubicBezTo>
                  <a:pt x="154963" y="100895"/>
                  <a:pt x="153391" y="101526"/>
                  <a:pt x="151507" y="101526"/>
                </a:cubicBezTo>
                <a:cubicBezTo>
                  <a:pt x="149623" y="101526"/>
                  <a:pt x="147941" y="100895"/>
                  <a:pt x="146478" y="99642"/>
                </a:cubicBezTo>
                <a:cubicBezTo>
                  <a:pt x="145216" y="98380"/>
                  <a:pt x="144594" y="96817"/>
                  <a:pt x="144594" y="94924"/>
                </a:cubicBezTo>
                <a:cubicBezTo>
                  <a:pt x="144594" y="93040"/>
                  <a:pt x="145216" y="91367"/>
                  <a:pt x="146478" y="89895"/>
                </a:cubicBezTo>
                <a:lnTo>
                  <a:pt x="168478" y="68205"/>
                </a:lnTo>
                <a:lnTo>
                  <a:pt x="150876" y="68205"/>
                </a:lnTo>
                <a:cubicBezTo>
                  <a:pt x="128034" y="68205"/>
                  <a:pt x="108439" y="76380"/>
                  <a:pt x="92098" y="92729"/>
                </a:cubicBezTo>
                <a:cubicBezTo>
                  <a:pt x="75749" y="109070"/>
                  <a:pt x="67583" y="128665"/>
                  <a:pt x="67583" y="151507"/>
                </a:cubicBezTo>
                <a:close/>
                <a:moveTo>
                  <a:pt x="234169" y="150876"/>
                </a:moveTo>
                <a:cubicBezTo>
                  <a:pt x="234169" y="146688"/>
                  <a:pt x="233858" y="142491"/>
                  <a:pt x="233227" y="138303"/>
                </a:cubicBezTo>
                <a:cubicBezTo>
                  <a:pt x="232605" y="134115"/>
                  <a:pt x="231654" y="130028"/>
                  <a:pt x="230401" y="126041"/>
                </a:cubicBezTo>
                <a:cubicBezTo>
                  <a:pt x="229770" y="123947"/>
                  <a:pt x="229880" y="122063"/>
                  <a:pt x="230712" y="120390"/>
                </a:cubicBezTo>
                <a:cubicBezTo>
                  <a:pt x="231343" y="118497"/>
                  <a:pt x="232605" y="117135"/>
                  <a:pt x="234489" y="116303"/>
                </a:cubicBezTo>
                <a:cubicBezTo>
                  <a:pt x="236162" y="115461"/>
                  <a:pt x="237835" y="115461"/>
                  <a:pt x="239518" y="116303"/>
                </a:cubicBezTo>
                <a:cubicBezTo>
                  <a:pt x="241191" y="117135"/>
                  <a:pt x="242343" y="118397"/>
                  <a:pt x="242974" y="120070"/>
                </a:cubicBezTo>
                <a:cubicBezTo>
                  <a:pt x="244858" y="125099"/>
                  <a:pt x="246220" y="130128"/>
                  <a:pt x="247062" y="135157"/>
                </a:cubicBezTo>
                <a:cubicBezTo>
                  <a:pt x="247894" y="140397"/>
                  <a:pt x="248314" y="145636"/>
                  <a:pt x="248314" y="150876"/>
                </a:cubicBezTo>
                <a:cubicBezTo>
                  <a:pt x="248314" y="177695"/>
                  <a:pt x="238786" y="200647"/>
                  <a:pt x="219712" y="219712"/>
                </a:cubicBezTo>
                <a:cubicBezTo>
                  <a:pt x="200647" y="238988"/>
                  <a:pt x="177695" y="248635"/>
                  <a:pt x="150876" y="248635"/>
                </a:cubicBezTo>
                <a:lnTo>
                  <a:pt x="132332" y="248635"/>
                </a:lnTo>
                <a:lnTo>
                  <a:pt x="154652" y="270946"/>
                </a:lnTo>
                <a:cubicBezTo>
                  <a:pt x="155905" y="272208"/>
                  <a:pt x="156536" y="273671"/>
                  <a:pt x="156536" y="275353"/>
                </a:cubicBezTo>
                <a:cubicBezTo>
                  <a:pt x="156746" y="277237"/>
                  <a:pt x="156116" y="278810"/>
                  <a:pt x="154652" y="280062"/>
                </a:cubicBezTo>
                <a:cubicBezTo>
                  <a:pt x="153391" y="281324"/>
                  <a:pt x="151818" y="281946"/>
                  <a:pt x="149934" y="281946"/>
                </a:cubicBezTo>
                <a:cubicBezTo>
                  <a:pt x="148261" y="281946"/>
                  <a:pt x="146688" y="281324"/>
                  <a:pt x="145216" y="280062"/>
                </a:cubicBezTo>
                <a:lnTo>
                  <a:pt x="112846" y="247693"/>
                </a:lnTo>
                <a:cubicBezTo>
                  <a:pt x="111164" y="246010"/>
                  <a:pt x="110332" y="243916"/>
                  <a:pt x="110332" y="241402"/>
                </a:cubicBezTo>
                <a:cubicBezTo>
                  <a:pt x="110332" y="239097"/>
                  <a:pt x="111164" y="237003"/>
                  <a:pt x="112846" y="235120"/>
                </a:cubicBezTo>
                <a:lnTo>
                  <a:pt x="145216" y="202430"/>
                </a:lnTo>
                <a:cubicBezTo>
                  <a:pt x="146478" y="201168"/>
                  <a:pt x="148051" y="200537"/>
                  <a:pt x="149934" y="200537"/>
                </a:cubicBezTo>
                <a:cubicBezTo>
                  <a:pt x="151818" y="200537"/>
                  <a:pt x="153391" y="201168"/>
                  <a:pt x="154652" y="202430"/>
                </a:cubicBezTo>
                <a:cubicBezTo>
                  <a:pt x="156116" y="203893"/>
                  <a:pt x="156847" y="205466"/>
                  <a:pt x="156847" y="207139"/>
                </a:cubicBezTo>
                <a:cubicBezTo>
                  <a:pt x="156847" y="209023"/>
                  <a:pt x="156116" y="210595"/>
                  <a:pt x="154652" y="211857"/>
                </a:cubicBezTo>
                <a:lnTo>
                  <a:pt x="132332" y="234169"/>
                </a:lnTo>
                <a:lnTo>
                  <a:pt x="150876" y="234169"/>
                </a:lnTo>
                <a:cubicBezTo>
                  <a:pt x="173718" y="234169"/>
                  <a:pt x="193313" y="226003"/>
                  <a:pt x="209654" y="209654"/>
                </a:cubicBezTo>
                <a:cubicBezTo>
                  <a:pt x="226003" y="193524"/>
                  <a:pt x="234169" y="173928"/>
                  <a:pt x="234169" y="150876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8" name="圖說"/>
          <p:cNvSpPr/>
          <p:nvPr/>
        </p:nvSpPr>
        <p:spPr>
          <a:xfrm>
            <a:off x="1085073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循環</a:t>
            </a:r>
            <a:endParaRPr lang="en-US" sz="750" dirty="0"/>
          </a:p>
        </p:txBody>
      </p:sp>
      <p:sp>
        <p:nvSpPr>
          <p:cNvPr id="169" name="圖示 目標"/>
          <p:cNvSpPr/>
          <p:nvPr/>
        </p:nvSpPr>
        <p:spPr>
          <a:xfrm>
            <a:off x="1784566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04360" y="260887"/>
                </a:moveTo>
                <a:cubicBezTo>
                  <a:pt x="89684" y="254606"/>
                  <a:pt x="77011" y="246120"/>
                  <a:pt x="66321" y="235431"/>
                </a:cubicBezTo>
                <a:cubicBezTo>
                  <a:pt x="55632" y="224741"/>
                  <a:pt x="47146" y="212068"/>
                  <a:pt x="40865" y="197401"/>
                </a:cubicBezTo>
                <a:cubicBezTo>
                  <a:pt x="34573" y="182935"/>
                  <a:pt x="31437" y="167427"/>
                  <a:pt x="31437" y="150876"/>
                </a:cubicBezTo>
                <a:cubicBezTo>
                  <a:pt x="31437" y="134325"/>
                  <a:pt x="34573" y="118817"/>
                  <a:pt x="40865" y="104360"/>
                </a:cubicBezTo>
                <a:cubicBezTo>
                  <a:pt x="47146" y="89684"/>
                  <a:pt x="55632" y="77011"/>
                  <a:pt x="66321" y="66321"/>
                </a:cubicBezTo>
                <a:cubicBezTo>
                  <a:pt x="77011" y="55632"/>
                  <a:pt x="89684" y="47146"/>
                  <a:pt x="104360" y="40865"/>
                </a:cubicBezTo>
                <a:cubicBezTo>
                  <a:pt x="118817" y="34573"/>
                  <a:pt x="134325" y="31437"/>
                  <a:pt x="150876" y="31437"/>
                </a:cubicBezTo>
                <a:cubicBezTo>
                  <a:pt x="167427" y="31437"/>
                  <a:pt x="182935" y="34573"/>
                  <a:pt x="197401" y="40865"/>
                </a:cubicBezTo>
                <a:cubicBezTo>
                  <a:pt x="212068" y="47146"/>
                  <a:pt x="224741" y="55632"/>
                  <a:pt x="235431" y="66321"/>
                </a:cubicBezTo>
                <a:cubicBezTo>
                  <a:pt x="246120" y="77011"/>
                  <a:pt x="254606" y="89684"/>
                  <a:pt x="260887" y="104360"/>
                </a:cubicBezTo>
                <a:cubicBezTo>
                  <a:pt x="267179" y="118817"/>
                  <a:pt x="270324" y="134325"/>
                  <a:pt x="270324" y="150876"/>
                </a:cubicBezTo>
                <a:cubicBezTo>
                  <a:pt x="270324" y="167427"/>
                  <a:pt x="267179" y="182935"/>
                  <a:pt x="260887" y="197401"/>
                </a:cubicBezTo>
                <a:cubicBezTo>
                  <a:pt x="254606" y="212068"/>
                  <a:pt x="246120" y="224741"/>
                  <a:pt x="235431" y="235431"/>
                </a:cubicBezTo>
                <a:cubicBezTo>
                  <a:pt x="224741" y="246120"/>
                  <a:pt x="212068" y="254606"/>
                  <a:pt x="197401" y="260887"/>
                </a:cubicBezTo>
                <a:cubicBezTo>
                  <a:pt x="182935" y="267179"/>
                  <a:pt x="167427" y="270324"/>
                  <a:pt x="150876" y="270324"/>
                </a:cubicBezTo>
                <a:cubicBezTo>
                  <a:pt x="134325" y="270324"/>
                  <a:pt x="118817" y="267179"/>
                  <a:pt x="104360" y="260887"/>
                </a:cubicBezTo>
                <a:close/>
                <a:moveTo>
                  <a:pt x="225372" y="225372"/>
                </a:moveTo>
                <a:cubicBezTo>
                  <a:pt x="245910" y="205045"/>
                  <a:pt x="256178" y="180210"/>
                  <a:pt x="256178" y="150876"/>
                </a:cubicBezTo>
                <a:cubicBezTo>
                  <a:pt x="256178" y="121542"/>
                  <a:pt x="245910" y="96707"/>
                  <a:pt x="225372" y="76380"/>
                </a:cubicBezTo>
                <a:cubicBezTo>
                  <a:pt x="205045" y="55842"/>
                  <a:pt x="180210" y="45574"/>
                  <a:pt x="150876" y="45574"/>
                </a:cubicBezTo>
                <a:cubicBezTo>
                  <a:pt x="121542" y="45574"/>
                  <a:pt x="96707" y="55842"/>
                  <a:pt x="76380" y="76380"/>
                </a:cubicBezTo>
                <a:cubicBezTo>
                  <a:pt x="55842" y="96707"/>
                  <a:pt x="45574" y="121542"/>
                  <a:pt x="45574" y="150876"/>
                </a:cubicBezTo>
                <a:cubicBezTo>
                  <a:pt x="45574" y="180210"/>
                  <a:pt x="55842" y="205045"/>
                  <a:pt x="76380" y="225372"/>
                </a:cubicBezTo>
                <a:cubicBezTo>
                  <a:pt x="96707" y="245910"/>
                  <a:pt x="121542" y="256178"/>
                  <a:pt x="150876" y="256178"/>
                </a:cubicBezTo>
                <a:cubicBezTo>
                  <a:pt x="180210" y="256178"/>
                  <a:pt x="205045" y="245910"/>
                  <a:pt x="225372" y="225372"/>
                </a:cubicBezTo>
                <a:close/>
                <a:moveTo>
                  <a:pt x="101846" y="199915"/>
                </a:moveTo>
                <a:cubicBezTo>
                  <a:pt x="88432" y="186501"/>
                  <a:pt x="81729" y="170152"/>
                  <a:pt x="81729" y="150876"/>
                </a:cubicBezTo>
                <a:cubicBezTo>
                  <a:pt x="81729" y="131600"/>
                  <a:pt x="88432" y="115251"/>
                  <a:pt x="101846" y="101846"/>
                </a:cubicBezTo>
                <a:cubicBezTo>
                  <a:pt x="115251" y="88432"/>
                  <a:pt x="131600" y="81729"/>
                  <a:pt x="150876" y="81729"/>
                </a:cubicBezTo>
                <a:cubicBezTo>
                  <a:pt x="170152" y="81729"/>
                  <a:pt x="186501" y="88432"/>
                  <a:pt x="199915" y="101846"/>
                </a:cubicBezTo>
                <a:cubicBezTo>
                  <a:pt x="213320" y="115251"/>
                  <a:pt x="220032" y="131600"/>
                  <a:pt x="220032" y="150876"/>
                </a:cubicBezTo>
                <a:cubicBezTo>
                  <a:pt x="220032" y="170152"/>
                  <a:pt x="213320" y="186501"/>
                  <a:pt x="199915" y="199915"/>
                </a:cubicBezTo>
                <a:cubicBezTo>
                  <a:pt x="186501" y="213320"/>
                  <a:pt x="170152" y="220032"/>
                  <a:pt x="150876" y="220032"/>
                </a:cubicBezTo>
                <a:cubicBezTo>
                  <a:pt x="131600" y="220032"/>
                  <a:pt x="115251" y="213320"/>
                  <a:pt x="101846" y="199915"/>
                </a:cubicBezTo>
                <a:close/>
                <a:moveTo>
                  <a:pt x="189857" y="189857"/>
                </a:moveTo>
                <a:cubicBezTo>
                  <a:pt x="200537" y="179168"/>
                  <a:pt x="205886" y="166174"/>
                  <a:pt x="205886" y="150876"/>
                </a:cubicBezTo>
                <a:cubicBezTo>
                  <a:pt x="205886" y="135578"/>
                  <a:pt x="200537" y="122584"/>
                  <a:pt x="189857" y="111904"/>
                </a:cubicBezTo>
                <a:cubicBezTo>
                  <a:pt x="179168" y="101215"/>
                  <a:pt x="166174" y="95866"/>
                  <a:pt x="150876" y="95866"/>
                </a:cubicBezTo>
                <a:cubicBezTo>
                  <a:pt x="135578" y="95866"/>
                  <a:pt x="122584" y="101215"/>
                  <a:pt x="111904" y="111904"/>
                </a:cubicBezTo>
                <a:cubicBezTo>
                  <a:pt x="101215" y="122584"/>
                  <a:pt x="95866" y="135578"/>
                  <a:pt x="95866" y="150876"/>
                </a:cubicBezTo>
                <a:cubicBezTo>
                  <a:pt x="95866" y="166174"/>
                  <a:pt x="101215" y="179168"/>
                  <a:pt x="111904" y="189857"/>
                </a:cubicBezTo>
                <a:cubicBezTo>
                  <a:pt x="122584" y="200537"/>
                  <a:pt x="135578" y="205886"/>
                  <a:pt x="150876" y="205886"/>
                </a:cubicBezTo>
                <a:cubicBezTo>
                  <a:pt x="166174" y="205886"/>
                  <a:pt x="179168" y="200537"/>
                  <a:pt x="189857" y="189857"/>
                </a:cubicBezTo>
                <a:close/>
                <a:moveTo>
                  <a:pt x="137672" y="164080"/>
                </a:moveTo>
                <a:cubicBezTo>
                  <a:pt x="133905" y="160514"/>
                  <a:pt x="132021" y="156116"/>
                  <a:pt x="132021" y="150876"/>
                </a:cubicBezTo>
                <a:cubicBezTo>
                  <a:pt x="132021" y="145636"/>
                  <a:pt x="133905" y="141238"/>
                  <a:pt x="137672" y="137672"/>
                </a:cubicBezTo>
                <a:cubicBezTo>
                  <a:pt x="141238" y="133905"/>
                  <a:pt x="145636" y="132021"/>
                  <a:pt x="150876" y="132021"/>
                </a:cubicBezTo>
                <a:cubicBezTo>
                  <a:pt x="156116" y="132021"/>
                  <a:pt x="160514" y="133905"/>
                  <a:pt x="164080" y="137672"/>
                </a:cubicBezTo>
                <a:cubicBezTo>
                  <a:pt x="167847" y="141238"/>
                  <a:pt x="169740" y="145636"/>
                  <a:pt x="169740" y="150876"/>
                </a:cubicBezTo>
                <a:cubicBezTo>
                  <a:pt x="169740" y="156116"/>
                  <a:pt x="167847" y="160514"/>
                  <a:pt x="164080" y="164080"/>
                </a:cubicBezTo>
                <a:cubicBezTo>
                  <a:pt x="160514" y="167847"/>
                  <a:pt x="156116" y="169740"/>
                  <a:pt x="150876" y="169740"/>
                </a:cubicBezTo>
                <a:cubicBezTo>
                  <a:pt x="145636" y="169740"/>
                  <a:pt x="141238" y="167847"/>
                  <a:pt x="137672" y="164080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0" name="圖說"/>
          <p:cNvSpPr/>
          <p:nvPr/>
        </p:nvSpPr>
        <p:spPr>
          <a:xfrm>
            <a:off x="1639794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750" dirty="0"/>
          </a:p>
        </p:txBody>
      </p:sp>
      <p:sp>
        <p:nvSpPr>
          <p:cNvPr id="171" name="圖示 想法"/>
          <p:cNvSpPr/>
          <p:nvPr/>
        </p:nvSpPr>
        <p:spPr>
          <a:xfrm>
            <a:off x="2339287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4216" y="264664"/>
                </a:moveTo>
                <a:cubicBezTo>
                  <a:pt x="129607" y="260266"/>
                  <a:pt x="127092" y="254816"/>
                  <a:pt x="126672" y="248314"/>
                </a:cubicBezTo>
                <a:lnTo>
                  <a:pt x="175080" y="248314"/>
                </a:lnTo>
                <a:cubicBezTo>
                  <a:pt x="174660" y="254816"/>
                  <a:pt x="172145" y="260266"/>
                  <a:pt x="167536" y="264664"/>
                </a:cubicBezTo>
                <a:cubicBezTo>
                  <a:pt x="162928" y="269062"/>
                  <a:pt x="157368" y="271266"/>
                  <a:pt x="150876" y="271266"/>
                </a:cubicBezTo>
                <a:cubicBezTo>
                  <a:pt x="144384" y="271266"/>
                  <a:pt x="138824" y="269062"/>
                  <a:pt x="134216" y="264664"/>
                </a:cubicBezTo>
                <a:close/>
                <a:moveTo>
                  <a:pt x="110332" y="226003"/>
                </a:moveTo>
                <a:cubicBezTo>
                  <a:pt x="108228" y="226003"/>
                  <a:pt x="106555" y="225262"/>
                  <a:pt x="105302" y="223799"/>
                </a:cubicBezTo>
                <a:cubicBezTo>
                  <a:pt x="103830" y="222547"/>
                  <a:pt x="103099" y="220864"/>
                  <a:pt x="103099" y="218770"/>
                </a:cubicBezTo>
                <a:cubicBezTo>
                  <a:pt x="103099" y="216676"/>
                  <a:pt x="103830" y="215003"/>
                  <a:pt x="105302" y="213741"/>
                </a:cubicBezTo>
                <a:cubicBezTo>
                  <a:pt x="106555" y="212278"/>
                  <a:pt x="108228" y="211537"/>
                  <a:pt x="110332" y="211537"/>
                </a:cubicBezTo>
                <a:lnTo>
                  <a:pt x="191420" y="211537"/>
                </a:lnTo>
                <a:cubicBezTo>
                  <a:pt x="193524" y="211537"/>
                  <a:pt x="195197" y="212278"/>
                  <a:pt x="196450" y="213741"/>
                </a:cubicBezTo>
                <a:cubicBezTo>
                  <a:pt x="197922" y="215003"/>
                  <a:pt x="198653" y="216676"/>
                  <a:pt x="198653" y="218770"/>
                </a:cubicBezTo>
                <a:cubicBezTo>
                  <a:pt x="198653" y="220864"/>
                  <a:pt x="197922" y="222547"/>
                  <a:pt x="196450" y="223799"/>
                </a:cubicBezTo>
                <a:cubicBezTo>
                  <a:pt x="195197" y="225262"/>
                  <a:pt x="193524" y="226003"/>
                  <a:pt x="191420" y="226003"/>
                </a:cubicBezTo>
                <a:lnTo>
                  <a:pt x="110332" y="226003"/>
                </a:lnTo>
                <a:close/>
                <a:moveTo>
                  <a:pt x="104040" y="189537"/>
                </a:moveTo>
                <a:cubicBezTo>
                  <a:pt x="91257" y="180951"/>
                  <a:pt x="81199" y="170362"/>
                  <a:pt x="73865" y="157789"/>
                </a:cubicBezTo>
                <a:cubicBezTo>
                  <a:pt x="66532" y="145216"/>
                  <a:pt x="62865" y="131180"/>
                  <a:pt x="62865" y="115672"/>
                </a:cubicBezTo>
                <a:cubicBezTo>
                  <a:pt x="62865" y="91577"/>
                  <a:pt x="71561" y="70829"/>
                  <a:pt x="88953" y="53438"/>
                </a:cubicBezTo>
                <a:cubicBezTo>
                  <a:pt x="106134" y="36256"/>
                  <a:pt x="126782" y="27661"/>
                  <a:pt x="150876" y="27661"/>
                </a:cubicBezTo>
                <a:cubicBezTo>
                  <a:pt x="174970" y="27661"/>
                  <a:pt x="195618" y="36256"/>
                  <a:pt x="212799" y="53438"/>
                </a:cubicBezTo>
                <a:cubicBezTo>
                  <a:pt x="230191" y="70829"/>
                  <a:pt x="238887" y="91577"/>
                  <a:pt x="238887" y="115672"/>
                </a:cubicBezTo>
                <a:cubicBezTo>
                  <a:pt x="238887" y="131180"/>
                  <a:pt x="235220" y="145216"/>
                  <a:pt x="227887" y="157789"/>
                </a:cubicBezTo>
                <a:cubicBezTo>
                  <a:pt x="220553" y="170362"/>
                  <a:pt x="210495" y="180951"/>
                  <a:pt x="197712" y="189537"/>
                </a:cubicBezTo>
                <a:lnTo>
                  <a:pt x="104040" y="189537"/>
                </a:lnTo>
                <a:close/>
                <a:moveTo>
                  <a:pt x="109070" y="175080"/>
                </a:moveTo>
                <a:lnTo>
                  <a:pt x="192682" y="175080"/>
                </a:lnTo>
                <a:cubicBezTo>
                  <a:pt x="202741" y="168378"/>
                  <a:pt x="210595" y="159782"/>
                  <a:pt x="216256" y="149303"/>
                </a:cubicBezTo>
                <a:cubicBezTo>
                  <a:pt x="221916" y="138824"/>
                  <a:pt x="224741" y="127614"/>
                  <a:pt x="224741" y="115672"/>
                </a:cubicBezTo>
                <a:cubicBezTo>
                  <a:pt x="224741" y="95344"/>
                  <a:pt x="217517" y="77953"/>
                  <a:pt x="203052" y="63496"/>
                </a:cubicBezTo>
                <a:cubicBezTo>
                  <a:pt x="188595" y="49039"/>
                  <a:pt x="171203" y="41806"/>
                  <a:pt x="150876" y="41806"/>
                </a:cubicBezTo>
                <a:cubicBezTo>
                  <a:pt x="130549" y="41806"/>
                  <a:pt x="113157" y="49039"/>
                  <a:pt x="98700" y="63496"/>
                </a:cubicBezTo>
                <a:cubicBezTo>
                  <a:pt x="84244" y="77953"/>
                  <a:pt x="77011" y="95344"/>
                  <a:pt x="77011" y="115672"/>
                </a:cubicBezTo>
                <a:cubicBezTo>
                  <a:pt x="77011" y="127614"/>
                  <a:pt x="79836" y="138824"/>
                  <a:pt x="85496" y="149303"/>
                </a:cubicBezTo>
                <a:cubicBezTo>
                  <a:pt x="91157" y="159782"/>
                  <a:pt x="99011" y="168378"/>
                  <a:pt x="109070" y="175080"/>
                </a:cubicBezTo>
                <a:close/>
                <a:moveTo>
                  <a:pt x="150876" y="175080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2" name="圖說"/>
          <p:cNvSpPr/>
          <p:nvPr/>
        </p:nvSpPr>
        <p:spPr>
          <a:xfrm>
            <a:off x="2194514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想法</a:t>
            </a:r>
            <a:endParaRPr lang="en-US" sz="750" dirty="0"/>
          </a:p>
        </p:txBody>
      </p:sp>
      <p:sp>
        <p:nvSpPr>
          <p:cNvPr id="173" name="圖示 啟動"/>
          <p:cNvSpPr/>
          <p:nvPr/>
        </p:nvSpPr>
        <p:spPr>
          <a:xfrm>
            <a:off x="2894007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93671" y="148992"/>
                </a:moveTo>
                <a:cubicBezTo>
                  <a:pt x="97649" y="141028"/>
                  <a:pt x="102047" y="133173"/>
                  <a:pt x="106875" y="125419"/>
                </a:cubicBezTo>
                <a:cubicBezTo>
                  <a:pt x="111484" y="117665"/>
                  <a:pt x="116513" y="110222"/>
                  <a:pt x="121963" y="103099"/>
                </a:cubicBezTo>
                <a:lnTo>
                  <a:pt x="98380" y="98380"/>
                </a:lnTo>
                <a:cubicBezTo>
                  <a:pt x="97759" y="98170"/>
                  <a:pt x="97128" y="98170"/>
                  <a:pt x="96497" y="98380"/>
                </a:cubicBezTo>
                <a:cubicBezTo>
                  <a:pt x="95866" y="98591"/>
                  <a:pt x="95344" y="98911"/>
                  <a:pt x="94924" y="99331"/>
                </a:cubicBezTo>
                <a:lnTo>
                  <a:pt x="60661" y="133585"/>
                </a:lnTo>
                <a:cubicBezTo>
                  <a:pt x="60250" y="133795"/>
                  <a:pt x="60140" y="134115"/>
                  <a:pt x="60350" y="134536"/>
                </a:cubicBezTo>
                <a:cubicBezTo>
                  <a:pt x="60350" y="134737"/>
                  <a:pt x="60561" y="134947"/>
                  <a:pt x="60981" y="135157"/>
                </a:cubicBezTo>
                <a:lnTo>
                  <a:pt x="93671" y="148992"/>
                </a:lnTo>
                <a:close/>
                <a:moveTo>
                  <a:pt x="248945" y="50292"/>
                </a:moveTo>
                <a:cubicBezTo>
                  <a:pt x="227155" y="51755"/>
                  <a:pt x="208191" y="56263"/>
                  <a:pt x="192051" y="63807"/>
                </a:cubicBezTo>
                <a:cubicBezTo>
                  <a:pt x="175921" y="71351"/>
                  <a:pt x="160203" y="82771"/>
                  <a:pt x="144905" y="98069"/>
                </a:cubicBezTo>
                <a:cubicBezTo>
                  <a:pt x="137571" y="105403"/>
                  <a:pt x="130448" y="114209"/>
                  <a:pt x="123526" y="124477"/>
                </a:cubicBezTo>
                <a:cubicBezTo>
                  <a:pt x="116613" y="134947"/>
                  <a:pt x="110432" y="146057"/>
                  <a:pt x="104982" y="157789"/>
                </a:cubicBezTo>
                <a:lnTo>
                  <a:pt x="144905" y="197712"/>
                </a:lnTo>
                <a:cubicBezTo>
                  <a:pt x="156637" y="192262"/>
                  <a:pt x="167747" y="186080"/>
                  <a:pt x="178226" y="179168"/>
                </a:cubicBezTo>
                <a:cubicBezTo>
                  <a:pt x="188696" y="172255"/>
                  <a:pt x="197602" y="165122"/>
                  <a:pt x="204944" y="157789"/>
                </a:cubicBezTo>
                <a:cubicBezTo>
                  <a:pt x="220233" y="142491"/>
                  <a:pt x="231654" y="126882"/>
                  <a:pt x="239198" y="110953"/>
                </a:cubicBezTo>
                <a:cubicBezTo>
                  <a:pt x="246742" y="94823"/>
                  <a:pt x="251149" y="75859"/>
                  <a:pt x="252402" y="54068"/>
                </a:cubicBezTo>
                <a:cubicBezTo>
                  <a:pt x="252402" y="53648"/>
                  <a:pt x="252402" y="53117"/>
                  <a:pt x="252402" y="52496"/>
                </a:cubicBezTo>
                <a:cubicBezTo>
                  <a:pt x="252192" y="52075"/>
                  <a:pt x="251881" y="51654"/>
                  <a:pt x="251460" y="51234"/>
                </a:cubicBezTo>
                <a:cubicBezTo>
                  <a:pt x="251250" y="50813"/>
                  <a:pt x="250939" y="50603"/>
                  <a:pt x="250518" y="50603"/>
                </a:cubicBezTo>
                <a:cubicBezTo>
                  <a:pt x="250098" y="50393"/>
                  <a:pt x="249576" y="50292"/>
                  <a:pt x="248945" y="50292"/>
                </a:cubicBezTo>
                <a:close/>
                <a:moveTo>
                  <a:pt x="171304" y="112215"/>
                </a:moveTo>
                <a:cubicBezTo>
                  <a:pt x="171304" y="106765"/>
                  <a:pt x="173197" y="102157"/>
                  <a:pt x="176964" y="98380"/>
                </a:cubicBezTo>
                <a:cubicBezTo>
                  <a:pt x="180740" y="94613"/>
                  <a:pt x="185349" y="92729"/>
                  <a:pt x="190799" y="92729"/>
                </a:cubicBezTo>
                <a:cubicBezTo>
                  <a:pt x="196239" y="92729"/>
                  <a:pt x="200857" y="94613"/>
                  <a:pt x="204624" y="98380"/>
                </a:cubicBezTo>
                <a:cubicBezTo>
                  <a:pt x="208401" y="102157"/>
                  <a:pt x="210285" y="106765"/>
                  <a:pt x="210285" y="112215"/>
                </a:cubicBezTo>
                <a:cubicBezTo>
                  <a:pt x="210285" y="117875"/>
                  <a:pt x="208401" y="122584"/>
                  <a:pt x="204624" y="126361"/>
                </a:cubicBezTo>
                <a:cubicBezTo>
                  <a:pt x="200857" y="129918"/>
                  <a:pt x="196239" y="131701"/>
                  <a:pt x="190799" y="131701"/>
                </a:cubicBezTo>
                <a:cubicBezTo>
                  <a:pt x="185349" y="131701"/>
                  <a:pt x="180740" y="129918"/>
                  <a:pt x="176964" y="126361"/>
                </a:cubicBezTo>
                <a:cubicBezTo>
                  <a:pt x="173197" y="122584"/>
                  <a:pt x="171304" y="117875"/>
                  <a:pt x="171304" y="112215"/>
                </a:cubicBezTo>
                <a:close/>
                <a:moveTo>
                  <a:pt x="153701" y="209343"/>
                </a:moveTo>
                <a:lnTo>
                  <a:pt x="167536" y="242033"/>
                </a:lnTo>
                <a:cubicBezTo>
                  <a:pt x="167747" y="242243"/>
                  <a:pt x="167957" y="242343"/>
                  <a:pt x="168167" y="242343"/>
                </a:cubicBezTo>
                <a:cubicBezTo>
                  <a:pt x="168579" y="242554"/>
                  <a:pt x="168899" y="242453"/>
                  <a:pt x="169109" y="242033"/>
                </a:cubicBezTo>
                <a:lnTo>
                  <a:pt x="203372" y="208081"/>
                </a:lnTo>
                <a:cubicBezTo>
                  <a:pt x="203783" y="207660"/>
                  <a:pt x="204103" y="207139"/>
                  <a:pt x="204314" y="206508"/>
                </a:cubicBezTo>
                <a:cubicBezTo>
                  <a:pt x="204524" y="205886"/>
                  <a:pt x="204524" y="205255"/>
                  <a:pt x="204314" y="204624"/>
                </a:cubicBezTo>
                <a:lnTo>
                  <a:pt x="199915" y="181051"/>
                </a:lnTo>
                <a:cubicBezTo>
                  <a:pt x="192783" y="186291"/>
                  <a:pt x="185349" y="191320"/>
                  <a:pt x="177595" y="196139"/>
                </a:cubicBezTo>
                <a:cubicBezTo>
                  <a:pt x="169841" y="200958"/>
                  <a:pt x="161876" y="205356"/>
                  <a:pt x="153701" y="209343"/>
                </a:cubicBezTo>
                <a:close/>
                <a:moveTo>
                  <a:pt x="267179" y="44952"/>
                </a:moveTo>
                <a:cubicBezTo>
                  <a:pt x="267179" y="69257"/>
                  <a:pt x="262881" y="91367"/>
                  <a:pt x="254285" y="111273"/>
                </a:cubicBezTo>
                <a:cubicBezTo>
                  <a:pt x="245910" y="131390"/>
                  <a:pt x="232916" y="150245"/>
                  <a:pt x="215314" y="167847"/>
                </a:cubicBezTo>
                <a:cubicBezTo>
                  <a:pt x="214893" y="168268"/>
                  <a:pt x="214372" y="168689"/>
                  <a:pt x="213741" y="169109"/>
                </a:cubicBezTo>
                <a:cubicBezTo>
                  <a:pt x="213320" y="169530"/>
                  <a:pt x="212799" y="170051"/>
                  <a:pt x="212168" y="170682"/>
                </a:cubicBezTo>
                <a:lnTo>
                  <a:pt x="218459" y="201799"/>
                </a:lnTo>
                <a:cubicBezTo>
                  <a:pt x="219081" y="204734"/>
                  <a:pt x="218981" y="207660"/>
                  <a:pt x="218139" y="210595"/>
                </a:cubicBezTo>
                <a:cubicBezTo>
                  <a:pt x="217097" y="213320"/>
                  <a:pt x="215524" y="215734"/>
                  <a:pt x="213430" y="217828"/>
                </a:cubicBezTo>
                <a:lnTo>
                  <a:pt x="172876" y="258693"/>
                </a:lnTo>
                <a:cubicBezTo>
                  <a:pt x="170572" y="260997"/>
                  <a:pt x="167847" y="261829"/>
                  <a:pt x="164711" y="261208"/>
                </a:cubicBezTo>
                <a:cubicBezTo>
                  <a:pt x="161565" y="260577"/>
                  <a:pt x="159362" y="258693"/>
                  <a:pt x="158109" y="255547"/>
                </a:cubicBezTo>
                <a:lnTo>
                  <a:pt x="139565" y="212168"/>
                </a:lnTo>
                <a:lnTo>
                  <a:pt x="90526" y="163138"/>
                </a:lnTo>
                <a:lnTo>
                  <a:pt x="47146" y="144594"/>
                </a:lnTo>
                <a:cubicBezTo>
                  <a:pt x="44010" y="143332"/>
                  <a:pt x="42227" y="141128"/>
                  <a:pt x="41806" y="137992"/>
                </a:cubicBezTo>
                <a:cubicBezTo>
                  <a:pt x="41175" y="134847"/>
                  <a:pt x="42017" y="132122"/>
                  <a:pt x="44321" y="129817"/>
                </a:cubicBezTo>
                <a:lnTo>
                  <a:pt x="84865" y="89273"/>
                </a:lnTo>
                <a:cubicBezTo>
                  <a:pt x="86959" y="87170"/>
                  <a:pt x="89474" y="85707"/>
                  <a:pt x="92409" y="84865"/>
                </a:cubicBezTo>
                <a:cubicBezTo>
                  <a:pt x="95134" y="83823"/>
                  <a:pt x="98069" y="83613"/>
                  <a:pt x="101215" y="84244"/>
                </a:cubicBezTo>
                <a:lnTo>
                  <a:pt x="132332" y="90526"/>
                </a:lnTo>
                <a:cubicBezTo>
                  <a:pt x="132753" y="90105"/>
                  <a:pt x="133173" y="89684"/>
                  <a:pt x="133585" y="89273"/>
                </a:cubicBezTo>
                <a:cubicBezTo>
                  <a:pt x="134216" y="88642"/>
                  <a:pt x="134737" y="88112"/>
                  <a:pt x="135157" y="87700"/>
                </a:cubicBezTo>
                <a:cubicBezTo>
                  <a:pt x="152760" y="70098"/>
                  <a:pt x="171514" y="57104"/>
                  <a:pt x="191420" y="48719"/>
                </a:cubicBezTo>
                <a:cubicBezTo>
                  <a:pt x="211327" y="40133"/>
                  <a:pt x="233437" y="35835"/>
                  <a:pt x="257751" y="35835"/>
                </a:cubicBezTo>
                <a:cubicBezTo>
                  <a:pt x="259004" y="35835"/>
                  <a:pt x="260156" y="36046"/>
                  <a:pt x="261208" y="36466"/>
                </a:cubicBezTo>
                <a:cubicBezTo>
                  <a:pt x="262250" y="37088"/>
                  <a:pt x="263301" y="37820"/>
                  <a:pt x="264344" y="38661"/>
                </a:cubicBezTo>
                <a:cubicBezTo>
                  <a:pt x="265185" y="39712"/>
                  <a:pt x="265917" y="40755"/>
                  <a:pt x="266548" y="41806"/>
                </a:cubicBezTo>
                <a:cubicBezTo>
                  <a:pt x="266968" y="42648"/>
                  <a:pt x="267179" y="43690"/>
                  <a:pt x="267179" y="44952"/>
                </a:cubicBezTo>
                <a:close/>
                <a:moveTo>
                  <a:pt x="55010" y="201168"/>
                </a:moveTo>
                <a:cubicBezTo>
                  <a:pt x="61082" y="194886"/>
                  <a:pt x="68525" y="191741"/>
                  <a:pt x="77322" y="191741"/>
                </a:cubicBezTo>
                <a:cubicBezTo>
                  <a:pt x="86127" y="191741"/>
                  <a:pt x="93671" y="194886"/>
                  <a:pt x="99953" y="201168"/>
                </a:cubicBezTo>
                <a:cubicBezTo>
                  <a:pt x="106034" y="207249"/>
                  <a:pt x="109070" y="214683"/>
                  <a:pt x="109070" y="223489"/>
                </a:cubicBezTo>
                <a:cubicBezTo>
                  <a:pt x="108859" y="232285"/>
                  <a:pt x="105714" y="239728"/>
                  <a:pt x="99642" y="245800"/>
                </a:cubicBezTo>
                <a:cubicBezTo>
                  <a:pt x="91257" y="254185"/>
                  <a:pt x="81308" y="259315"/>
                  <a:pt x="69778" y="261208"/>
                </a:cubicBezTo>
                <a:cubicBezTo>
                  <a:pt x="58046" y="263301"/>
                  <a:pt x="46314" y="264975"/>
                  <a:pt x="34573" y="266237"/>
                </a:cubicBezTo>
                <a:cubicBezTo>
                  <a:pt x="36046" y="254496"/>
                  <a:pt x="37719" y="242764"/>
                  <a:pt x="39603" y="231032"/>
                </a:cubicBezTo>
                <a:cubicBezTo>
                  <a:pt x="41495" y="219502"/>
                  <a:pt x="46625" y="209553"/>
                  <a:pt x="55010" y="201168"/>
                </a:cubicBezTo>
                <a:close/>
                <a:moveTo>
                  <a:pt x="65069" y="211537"/>
                </a:moveTo>
                <a:cubicBezTo>
                  <a:pt x="60250" y="216566"/>
                  <a:pt x="57104" y="222336"/>
                  <a:pt x="55632" y="228829"/>
                </a:cubicBezTo>
                <a:cubicBezTo>
                  <a:pt x="54169" y="235531"/>
                  <a:pt x="52907" y="242243"/>
                  <a:pt x="51865" y="248945"/>
                </a:cubicBezTo>
                <a:cubicBezTo>
                  <a:pt x="58778" y="247894"/>
                  <a:pt x="65480" y="246641"/>
                  <a:pt x="71982" y="245178"/>
                </a:cubicBezTo>
                <a:cubicBezTo>
                  <a:pt x="78474" y="243496"/>
                  <a:pt x="84244" y="240350"/>
                  <a:pt x="89273" y="235741"/>
                </a:cubicBezTo>
                <a:cubicBezTo>
                  <a:pt x="93040" y="232395"/>
                  <a:pt x="94924" y="228307"/>
                  <a:pt x="94924" y="223489"/>
                </a:cubicBezTo>
                <a:cubicBezTo>
                  <a:pt x="94924" y="218670"/>
                  <a:pt x="93251" y="214473"/>
                  <a:pt x="89895" y="210916"/>
                </a:cubicBezTo>
                <a:cubicBezTo>
                  <a:pt x="86338" y="207560"/>
                  <a:pt x="82141" y="205886"/>
                  <a:pt x="77322" y="205886"/>
                </a:cubicBezTo>
                <a:cubicBezTo>
                  <a:pt x="72503" y="205886"/>
                  <a:pt x="68415" y="207770"/>
                  <a:pt x="65069" y="211537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4" name="圖說"/>
          <p:cNvSpPr/>
          <p:nvPr/>
        </p:nvSpPr>
        <p:spPr>
          <a:xfrm>
            <a:off x="2749235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750" dirty="0"/>
          </a:p>
        </p:txBody>
      </p:sp>
      <p:sp>
        <p:nvSpPr>
          <p:cNvPr id="175" name="圖示 快速"/>
          <p:cNvSpPr/>
          <p:nvPr/>
        </p:nvSpPr>
        <p:spPr>
          <a:xfrm>
            <a:off x="3448728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26041" y="244227"/>
                </a:moveTo>
                <a:lnTo>
                  <a:pt x="207459" y="146158"/>
                </a:lnTo>
                <a:lnTo>
                  <a:pt x="152760" y="146158"/>
                </a:lnTo>
                <a:lnTo>
                  <a:pt x="163449" y="61292"/>
                </a:lnTo>
                <a:lnTo>
                  <a:pt x="89584" y="168167"/>
                </a:lnTo>
                <a:lnTo>
                  <a:pt x="136730" y="168167"/>
                </a:lnTo>
                <a:lnTo>
                  <a:pt x="126041" y="244227"/>
                </a:lnTo>
                <a:close/>
                <a:moveTo>
                  <a:pt x="120390" y="182313"/>
                </a:moveTo>
                <a:lnTo>
                  <a:pt x="77642" y="182313"/>
                </a:lnTo>
                <a:cubicBezTo>
                  <a:pt x="74496" y="182313"/>
                  <a:pt x="72192" y="180841"/>
                  <a:pt x="70720" y="177906"/>
                </a:cubicBezTo>
                <a:cubicBezTo>
                  <a:pt x="69046" y="175181"/>
                  <a:pt x="69257" y="172456"/>
                  <a:pt x="71351" y="169740"/>
                </a:cubicBezTo>
                <a:lnTo>
                  <a:pt x="162818" y="37408"/>
                </a:lnTo>
                <a:cubicBezTo>
                  <a:pt x="164080" y="35515"/>
                  <a:pt x="165753" y="34263"/>
                  <a:pt x="167847" y="33632"/>
                </a:cubicBezTo>
                <a:cubicBezTo>
                  <a:pt x="169740" y="33001"/>
                  <a:pt x="171724" y="33110"/>
                  <a:pt x="173818" y="33952"/>
                </a:cubicBezTo>
                <a:cubicBezTo>
                  <a:pt x="175921" y="34784"/>
                  <a:pt x="177485" y="36146"/>
                  <a:pt x="178537" y="38030"/>
                </a:cubicBezTo>
                <a:cubicBezTo>
                  <a:pt x="179798" y="39923"/>
                  <a:pt x="180210" y="41907"/>
                  <a:pt x="179798" y="44010"/>
                </a:cubicBezTo>
                <a:lnTo>
                  <a:pt x="168789" y="132021"/>
                </a:lnTo>
                <a:lnTo>
                  <a:pt x="220654" y="132021"/>
                </a:lnTo>
                <a:cubicBezTo>
                  <a:pt x="224010" y="132021"/>
                  <a:pt x="226415" y="133585"/>
                  <a:pt x="227887" y="136730"/>
                </a:cubicBezTo>
                <a:cubicBezTo>
                  <a:pt x="229350" y="139665"/>
                  <a:pt x="229039" y="142491"/>
                  <a:pt x="226945" y="145216"/>
                </a:cubicBezTo>
                <a:lnTo>
                  <a:pt x="126041" y="266237"/>
                </a:lnTo>
                <a:cubicBezTo>
                  <a:pt x="124788" y="267910"/>
                  <a:pt x="123115" y="268962"/>
                  <a:pt x="121012" y="269373"/>
                </a:cubicBezTo>
                <a:cubicBezTo>
                  <a:pt x="118918" y="270004"/>
                  <a:pt x="116933" y="269903"/>
                  <a:pt x="115041" y="269062"/>
                </a:cubicBezTo>
                <a:cubicBezTo>
                  <a:pt x="113157" y="268221"/>
                  <a:pt x="111694" y="266858"/>
                  <a:pt x="110642" y="264975"/>
                </a:cubicBezTo>
                <a:cubicBezTo>
                  <a:pt x="109591" y="263091"/>
                  <a:pt x="109179" y="260997"/>
                  <a:pt x="109390" y="258693"/>
                </a:cubicBezTo>
                <a:lnTo>
                  <a:pt x="120390" y="182313"/>
                </a:lnTo>
                <a:close/>
                <a:moveTo>
                  <a:pt x="148672" y="152760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6" name="圖說"/>
          <p:cNvSpPr/>
          <p:nvPr/>
        </p:nvSpPr>
        <p:spPr>
          <a:xfrm>
            <a:off x="3303956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</a:t>
            </a:r>
            <a:endParaRPr lang="en-US" sz="750" dirty="0"/>
          </a:p>
        </p:txBody>
      </p:sp>
      <p:sp>
        <p:nvSpPr>
          <p:cNvPr id="177" name="圖示 設定"/>
          <p:cNvSpPr/>
          <p:nvPr/>
        </p:nvSpPr>
        <p:spPr>
          <a:xfrm>
            <a:off x="4003449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4216" y="270324"/>
                </a:moveTo>
                <a:cubicBezTo>
                  <a:pt x="131911" y="270324"/>
                  <a:pt x="129817" y="269583"/>
                  <a:pt x="127934" y="268120"/>
                </a:cubicBezTo>
                <a:cubicBezTo>
                  <a:pt x="126041" y="266648"/>
                  <a:pt x="124998" y="264765"/>
                  <a:pt x="124788" y="262460"/>
                </a:cubicBezTo>
                <a:lnTo>
                  <a:pt x="120390" y="232605"/>
                </a:lnTo>
                <a:cubicBezTo>
                  <a:pt x="115982" y="231133"/>
                  <a:pt x="111273" y="228929"/>
                  <a:pt x="106244" y="226003"/>
                </a:cubicBezTo>
                <a:cubicBezTo>
                  <a:pt x="101425" y="223278"/>
                  <a:pt x="97228" y="220343"/>
                  <a:pt x="93671" y="217197"/>
                </a:cubicBezTo>
                <a:lnTo>
                  <a:pt x="66321" y="229770"/>
                </a:lnTo>
                <a:cubicBezTo>
                  <a:pt x="64017" y="230822"/>
                  <a:pt x="61713" y="230923"/>
                  <a:pt x="59409" y="230090"/>
                </a:cubicBezTo>
                <a:cubicBezTo>
                  <a:pt x="57104" y="229460"/>
                  <a:pt x="55321" y="228097"/>
                  <a:pt x="54068" y="226003"/>
                </a:cubicBezTo>
                <a:lnTo>
                  <a:pt x="37408" y="196139"/>
                </a:lnTo>
                <a:cubicBezTo>
                  <a:pt x="35936" y="194045"/>
                  <a:pt x="35515" y="191841"/>
                  <a:pt x="36146" y="189537"/>
                </a:cubicBezTo>
                <a:cubicBezTo>
                  <a:pt x="36777" y="187233"/>
                  <a:pt x="38030" y="185349"/>
                  <a:pt x="39923" y="183877"/>
                </a:cubicBezTo>
                <a:lnTo>
                  <a:pt x="65069" y="165333"/>
                </a:lnTo>
                <a:cubicBezTo>
                  <a:pt x="64648" y="163239"/>
                  <a:pt x="64328" y="160834"/>
                  <a:pt x="64127" y="158109"/>
                </a:cubicBezTo>
                <a:cubicBezTo>
                  <a:pt x="63917" y="155594"/>
                  <a:pt x="63807" y="153180"/>
                  <a:pt x="63807" y="150876"/>
                </a:cubicBezTo>
                <a:cubicBezTo>
                  <a:pt x="63807" y="148782"/>
                  <a:pt x="63917" y="146478"/>
                  <a:pt x="64127" y="143963"/>
                </a:cubicBezTo>
                <a:cubicBezTo>
                  <a:pt x="64328" y="141238"/>
                  <a:pt x="64648" y="138724"/>
                  <a:pt x="65069" y="136419"/>
                </a:cubicBezTo>
                <a:lnTo>
                  <a:pt x="39923" y="117875"/>
                </a:lnTo>
                <a:cubicBezTo>
                  <a:pt x="38030" y="116403"/>
                  <a:pt x="36777" y="114519"/>
                  <a:pt x="36146" y="112215"/>
                </a:cubicBezTo>
                <a:cubicBezTo>
                  <a:pt x="35726" y="109911"/>
                  <a:pt x="36146" y="107607"/>
                  <a:pt x="37408" y="105302"/>
                </a:cubicBezTo>
                <a:lnTo>
                  <a:pt x="54068" y="76069"/>
                </a:lnTo>
                <a:cubicBezTo>
                  <a:pt x="55321" y="73975"/>
                  <a:pt x="57104" y="72613"/>
                  <a:pt x="59409" y="71982"/>
                </a:cubicBezTo>
                <a:cubicBezTo>
                  <a:pt x="61713" y="71140"/>
                  <a:pt x="64017" y="71250"/>
                  <a:pt x="66321" y="72292"/>
                </a:cubicBezTo>
                <a:lnTo>
                  <a:pt x="93351" y="84555"/>
                </a:lnTo>
                <a:cubicBezTo>
                  <a:pt x="97128" y="81409"/>
                  <a:pt x="101425" y="78474"/>
                  <a:pt x="106244" y="75749"/>
                </a:cubicBezTo>
                <a:cubicBezTo>
                  <a:pt x="111063" y="73024"/>
                  <a:pt x="115672" y="70930"/>
                  <a:pt x="120070" y="69467"/>
                </a:cubicBezTo>
                <a:lnTo>
                  <a:pt x="124788" y="39292"/>
                </a:lnTo>
                <a:cubicBezTo>
                  <a:pt x="124998" y="36987"/>
                  <a:pt x="126041" y="35104"/>
                  <a:pt x="127934" y="33632"/>
                </a:cubicBezTo>
                <a:cubicBezTo>
                  <a:pt x="129817" y="32169"/>
                  <a:pt x="131911" y="31437"/>
                  <a:pt x="134216" y="31437"/>
                </a:cubicBezTo>
                <a:lnTo>
                  <a:pt x="167536" y="31437"/>
                </a:lnTo>
                <a:cubicBezTo>
                  <a:pt x="169841" y="31437"/>
                  <a:pt x="171935" y="32169"/>
                  <a:pt x="173818" y="33632"/>
                </a:cubicBezTo>
                <a:cubicBezTo>
                  <a:pt x="175711" y="35104"/>
                  <a:pt x="176754" y="36987"/>
                  <a:pt x="176964" y="39292"/>
                </a:cubicBezTo>
                <a:lnTo>
                  <a:pt x="181362" y="69467"/>
                </a:lnTo>
                <a:cubicBezTo>
                  <a:pt x="185980" y="71140"/>
                  <a:pt x="190689" y="73234"/>
                  <a:pt x="195508" y="75749"/>
                </a:cubicBezTo>
                <a:cubicBezTo>
                  <a:pt x="200116" y="78263"/>
                  <a:pt x="204204" y="81199"/>
                  <a:pt x="207770" y="84555"/>
                </a:cubicBezTo>
                <a:lnTo>
                  <a:pt x="235741" y="72292"/>
                </a:lnTo>
                <a:cubicBezTo>
                  <a:pt x="238046" y="71250"/>
                  <a:pt x="240249" y="71140"/>
                  <a:pt x="242343" y="71982"/>
                </a:cubicBezTo>
                <a:cubicBezTo>
                  <a:pt x="244648" y="72613"/>
                  <a:pt x="246431" y="73975"/>
                  <a:pt x="247693" y="76069"/>
                </a:cubicBezTo>
                <a:lnTo>
                  <a:pt x="264344" y="105613"/>
                </a:lnTo>
                <a:cubicBezTo>
                  <a:pt x="265816" y="107707"/>
                  <a:pt x="266237" y="109911"/>
                  <a:pt x="265606" y="112215"/>
                </a:cubicBezTo>
                <a:cubicBezTo>
                  <a:pt x="264975" y="114730"/>
                  <a:pt x="263722" y="116613"/>
                  <a:pt x="261829" y="117875"/>
                </a:cubicBezTo>
                <a:lnTo>
                  <a:pt x="236372" y="136099"/>
                </a:lnTo>
                <a:cubicBezTo>
                  <a:pt x="236793" y="138614"/>
                  <a:pt x="237104" y="141128"/>
                  <a:pt x="237314" y="143643"/>
                </a:cubicBezTo>
                <a:cubicBezTo>
                  <a:pt x="237525" y="146158"/>
                  <a:pt x="237634" y="148572"/>
                  <a:pt x="237634" y="150876"/>
                </a:cubicBezTo>
                <a:cubicBezTo>
                  <a:pt x="237634" y="152970"/>
                  <a:pt x="237525" y="155274"/>
                  <a:pt x="237314" y="157789"/>
                </a:cubicBezTo>
                <a:cubicBezTo>
                  <a:pt x="237104" y="160303"/>
                  <a:pt x="236793" y="162928"/>
                  <a:pt x="236372" y="165653"/>
                </a:cubicBezTo>
                <a:lnTo>
                  <a:pt x="261518" y="183877"/>
                </a:lnTo>
                <a:cubicBezTo>
                  <a:pt x="263402" y="185139"/>
                  <a:pt x="264664" y="187022"/>
                  <a:pt x="265295" y="189537"/>
                </a:cubicBezTo>
                <a:cubicBezTo>
                  <a:pt x="265917" y="191841"/>
                  <a:pt x="265606" y="194045"/>
                  <a:pt x="264344" y="196139"/>
                </a:cubicBezTo>
                <a:lnTo>
                  <a:pt x="247693" y="225683"/>
                </a:lnTo>
                <a:cubicBezTo>
                  <a:pt x="246431" y="227987"/>
                  <a:pt x="244547" y="229460"/>
                  <a:pt x="242033" y="230090"/>
                </a:cubicBezTo>
                <a:cubicBezTo>
                  <a:pt x="239728" y="230712"/>
                  <a:pt x="237525" y="230612"/>
                  <a:pt x="235431" y="229770"/>
                </a:cubicBezTo>
                <a:lnTo>
                  <a:pt x="207770" y="217197"/>
                </a:lnTo>
                <a:cubicBezTo>
                  <a:pt x="203993" y="220343"/>
                  <a:pt x="199806" y="223379"/>
                  <a:pt x="195197" y="226314"/>
                </a:cubicBezTo>
                <a:cubicBezTo>
                  <a:pt x="190588" y="229039"/>
                  <a:pt x="185980" y="231032"/>
                  <a:pt x="181362" y="232285"/>
                </a:cubicBezTo>
                <a:lnTo>
                  <a:pt x="176964" y="262460"/>
                </a:lnTo>
                <a:cubicBezTo>
                  <a:pt x="176754" y="264765"/>
                  <a:pt x="175711" y="266648"/>
                  <a:pt x="173818" y="268120"/>
                </a:cubicBezTo>
                <a:cubicBezTo>
                  <a:pt x="171935" y="269583"/>
                  <a:pt x="169841" y="270324"/>
                  <a:pt x="167536" y="270324"/>
                </a:cubicBezTo>
                <a:lnTo>
                  <a:pt x="134216" y="270324"/>
                </a:lnTo>
                <a:close/>
                <a:moveTo>
                  <a:pt x="137361" y="256178"/>
                </a:moveTo>
                <a:lnTo>
                  <a:pt x="164080" y="256178"/>
                </a:lnTo>
                <a:lnTo>
                  <a:pt x="168789" y="220974"/>
                </a:lnTo>
                <a:cubicBezTo>
                  <a:pt x="175501" y="219291"/>
                  <a:pt x="181682" y="216777"/>
                  <a:pt x="187342" y="213430"/>
                </a:cubicBezTo>
                <a:cubicBezTo>
                  <a:pt x="193204" y="210074"/>
                  <a:pt x="198754" y="205886"/>
                  <a:pt x="203993" y="200857"/>
                </a:cubicBezTo>
                <a:lnTo>
                  <a:pt x="236683" y="215003"/>
                </a:lnTo>
                <a:lnTo>
                  <a:pt x="249256" y="192682"/>
                </a:lnTo>
                <a:lnTo>
                  <a:pt x="220343" y="171304"/>
                </a:lnTo>
                <a:cubicBezTo>
                  <a:pt x="221184" y="167536"/>
                  <a:pt x="221806" y="164080"/>
                  <a:pt x="222227" y="160934"/>
                </a:cubicBezTo>
                <a:cubicBezTo>
                  <a:pt x="222858" y="157579"/>
                  <a:pt x="223168" y="154232"/>
                  <a:pt x="223168" y="150876"/>
                </a:cubicBezTo>
                <a:cubicBezTo>
                  <a:pt x="223168" y="147310"/>
                  <a:pt x="222958" y="143963"/>
                  <a:pt x="222547" y="140818"/>
                </a:cubicBezTo>
                <a:cubicBezTo>
                  <a:pt x="222126" y="137672"/>
                  <a:pt x="221385" y="134325"/>
                  <a:pt x="220343" y="130759"/>
                </a:cubicBezTo>
                <a:lnTo>
                  <a:pt x="249576" y="109070"/>
                </a:lnTo>
                <a:lnTo>
                  <a:pt x="237003" y="86758"/>
                </a:lnTo>
                <a:lnTo>
                  <a:pt x="203993" y="100895"/>
                </a:lnTo>
                <a:cubicBezTo>
                  <a:pt x="199595" y="95866"/>
                  <a:pt x="194255" y="91467"/>
                  <a:pt x="187964" y="87700"/>
                </a:cubicBezTo>
                <a:cubicBezTo>
                  <a:pt x="181682" y="83924"/>
                  <a:pt x="175181" y="81619"/>
                  <a:pt x="168478" y="80778"/>
                </a:cubicBezTo>
                <a:lnTo>
                  <a:pt x="164391" y="45574"/>
                </a:lnTo>
                <a:lnTo>
                  <a:pt x="137361" y="45574"/>
                </a:lnTo>
                <a:lnTo>
                  <a:pt x="133274" y="80778"/>
                </a:lnTo>
                <a:cubicBezTo>
                  <a:pt x="126361" y="82040"/>
                  <a:pt x="119969" y="84344"/>
                  <a:pt x="114099" y="87700"/>
                </a:cubicBezTo>
                <a:cubicBezTo>
                  <a:pt x="108228" y="91047"/>
                  <a:pt x="102788" y="95454"/>
                  <a:pt x="97759" y="100895"/>
                </a:cubicBezTo>
                <a:lnTo>
                  <a:pt x="64749" y="86758"/>
                </a:lnTo>
                <a:lnTo>
                  <a:pt x="52176" y="109070"/>
                </a:lnTo>
                <a:lnTo>
                  <a:pt x="81098" y="130448"/>
                </a:lnTo>
                <a:cubicBezTo>
                  <a:pt x="80257" y="133585"/>
                  <a:pt x="79626" y="136941"/>
                  <a:pt x="79214" y="140507"/>
                </a:cubicBezTo>
                <a:cubicBezTo>
                  <a:pt x="78584" y="143853"/>
                  <a:pt x="78263" y="147310"/>
                  <a:pt x="78263" y="150876"/>
                </a:cubicBezTo>
                <a:cubicBezTo>
                  <a:pt x="78263" y="154442"/>
                  <a:pt x="78584" y="157899"/>
                  <a:pt x="79214" y="161245"/>
                </a:cubicBezTo>
                <a:cubicBezTo>
                  <a:pt x="79626" y="164601"/>
                  <a:pt x="80257" y="167957"/>
                  <a:pt x="81098" y="171304"/>
                </a:cubicBezTo>
                <a:lnTo>
                  <a:pt x="52176" y="192682"/>
                </a:lnTo>
                <a:lnTo>
                  <a:pt x="64749" y="215003"/>
                </a:lnTo>
                <a:lnTo>
                  <a:pt x="97438" y="200857"/>
                </a:lnTo>
                <a:cubicBezTo>
                  <a:pt x="102468" y="206097"/>
                  <a:pt x="107917" y="210385"/>
                  <a:pt x="113788" y="213741"/>
                </a:cubicBezTo>
                <a:cubicBezTo>
                  <a:pt x="119860" y="216887"/>
                  <a:pt x="126361" y="219291"/>
                  <a:pt x="133274" y="220974"/>
                </a:cubicBezTo>
                <a:lnTo>
                  <a:pt x="137361" y="256178"/>
                </a:lnTo>
                <a:close/>
                <a:moveTo>
                  <a:pt x="150565" y="186391"/>
                </a:moveTo>
                <a:cubicBezTo>
                  <a:pt x="160413" y="186391"/>
                  <a:pt x="168789" y="182935"/>
                  <a:pt x="175711" y="176022"/>
                </a:cubicBezTo>
                <a:cubicBezTo>
                  <a:pt x="182624" y="169109"/>
                  <a:pt x="186080" y="160724"/>
                  <a:pt x="186080" y="150876"/>
                </a:cubicBezTo>
                <a:cubicBezTo>
                  <a:pt x="186080" y="141028"/>
                  <a:pt x="182624" y="132643"/>
                  <a:pt x="175711" y="125730"/>
                </a:cubicBezTo>
                <a:cubicBezTo>
                  <a:pt x="168789" y="118817"/>
                  <a:pt x="160413" y="115361"/>
                  <a:pt x="150565" y="115361"/>
                </a:cubicBezTo>
                <a:cubicBezTo>
                  <a:pt x="140717" y="115361"/>
                  <a:pt x="132332" y="118817"/>
                  <a:pt x="125419" y="125730"/>
                </a:cubicBezTo>
                <a:cubicBezTo>
                  <a:pt x="118497" y="132643"/>
                  <a:pt x="115041" y="141028"/>
                  <a:pt x="115041" y="150876"/>
                </a:cubicBezTo>
                <a:cubicBezTo>
                  <a:pt x="115041" y="160724"/>
                  <a:pt x="118497" y="169109"/>
                  <a:pt x="125419" y="176022"/>
                </a:cubicBezTo>
                <a:cubicBezTo>
                  <a:pt x="132332" y="182935"/>
                  <a:pt x="140717" y="186391"/>
                  <a:pt x="150565" y="186391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8" name="圖說"/>
          <p:cNvSpPr/>
          <p:nvPr/>
        </p:nvSpPr>
        <p:spPr>
          <a:xfrm>
            <a:off x="3858677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750" dirty="0"/>
          </a:p>
        </p:txBody>
      </p:sp>
      <p:sp>
        <p:nvSpPr>
          <p:cNvPr id="179" name="圖示 參數"/>
          <p:cNvSpPr/>
          <p:nvPr/>
        </p:nvSpPr>
        <p:spPr>
          <a:xfrm>
            <a:off x="4558170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0507" y="258693"/>
                </a:moveTo>
                <a:cubicBezTo>
                  <a:pt x="139035" y="257431"/>
                  <a:pt x="138303" y="255758"/>
                  <a:pt x="138303" y="253664"/>
                </a:cubicBezTo>
                <a:lnTo>
                  <a:pt x="138303" y="202110"/>
                </a:lnTo>
                <a:cubicBezTo>
                  <a:pt x="138303" y="200226"/>
                  <a:pt x="139035" y="198553"/>
                  <a:pt x="140507" y="197081"/>
                </a:cubicBezTo>
                <a:cubicBezTo>
                  <a:pt x="141970" y="195828"/>
                  <a:pt x="143643" y="195197"/>
                  <a:pt x="145536" y="195197"/>
                </a:cubicBezTo>
                <a:cubicBezTo>
                  <a:pt x="147630" y="195197"/>
                  <a:pt x="149303" y="195828"/>
                  <a:pt x="150565" y="197081"/>
                </a:cubicBezTo>
                <a:cubicBezTo>
                  <a:pt x="152028" y="198553"/>
                  <a:pt x="152760" y="200226"/>
                  <a:pt x="152760" y="202110"/>
                </a:cubicBezTo>
                <a:lnTo>
                  <a:pt x="152760" y="220974"/>
                </a:lnTo>
                <a:lnTo>
                  <a:pt x="253664" y="220974"/>
                </a:lnTo>
                <a:cubicBezTo>
                  <a:pt x="255758" y="220974"/>
                  <a:pt x="257431" y="221705"/>
                  <a:pt x="258693" y="223168"/>
                </a:cubicBezTo>
                <a:cubicBezTo>
                  <a:pt x="260156" y="224430"/>
                  <a:pt x="260887" y="226104"/>
                  <a:pt x="260887" y="228198"/>
                </a:cubicBezTo>
                <a:cubicBezTo>
                  <a:pt x="260887" y="230292"/>
                  <a:pt x="260156" y="231974"/>
                  <a:pt x="258693" y="233227"/>
                </a:cubicBezTo>
                <a:cubicBezTo>
                  <a:pt x="257431" y="234489"/>
                  <a:pt x="255758" y="235120"/>
                  <a:pt x="253664" y="235120"/>
                </a:cubicBezTo>
                <a:lnTo>
                  <a:pt x="152760" y="235120"/>
                </a:lnTo>
                <a:lnTo>
                  <a:pt x="152760" y="253664"/>
                </a:lnTo>
                <a:cubicBezTo>
                  <a:pt x="152760" y="255758"/>
                  <a:pt x="152028" y="257431"/>
                  <a:pt x="150565" y="258693"/>
                </a:cubicBezTo>
                <a:cubicBezTo>
                  <a:pt x="149303" y="260156"/>
                  <a:pt x="147630" y="260887"/>
                  <a:pt x="145536" y="260887"/>
                </a:cubicBezTo>
                <a:cubicBezTo>
                  <a:pt x="143433" y="260887"/>
                  <a:pt x="141759" y="260156"/>
                  <a:pt x="140507" y="258693"/>
                </a:cubicBezTo>
                <a:close/>
                <a:moveTo>
                  <a:pt x="48088" y="235120"/>
                </a:moveTo>
                <a:cubicBezTo>
                  <a:pt x="45994" y="235120"/>
                  <a:pt x="44321" y="234489"/>
                  <a:pt x="43059" y="233227"/>
                </a:cubicBezTo>
                <a:cubicBezTo>
                  <a:pt x="41596" y="231764"/>
                  <a:pt x="40865" y="229981"/>
                  <a:pt x="40865" y="227887"/>
                </a:cubicBezTo>
                <a:cubicBezTo>
                  <a:pt x="40865" y="226003"/>
                  <a:pt x="41596" y="224321"/>
                  <a:pt x="43059" y="222858"/>
                </a:cubicBezTo>
                <a:cubicBezTo>
                  <a:pt x="44321" y="221596"/>
                  <a:pt x="45994" y="220974"/>
                  <a:pt x="48088" y="220974"/>
                </a:cubicBezTo>
                <a:lnTo>
                  <a:pt x="104360" y="220974"/>
                </a:lnTo>
                <a:cubicBezTo>
                  <a:pt x="106454" y="220974"/>
                  <a:pt x="108228" y="221705"/>
                  <a:pt x="109701" y="223168"/>
                </a:cubicBezTo>
                <a:cubicBezTo>
                  <a:pt x="110953" y="224430"/>
                  <a:pt x="111584" y="226104"/>
                  <a:pt x="111584" y="228198"/>
                </a:cubicBezTo>
                <a:cubicBezTo>
                  <a:pt x="111584" y="230292"/>
                  <a:pt x="110953" y="231974"/>
                  <a:pt x="109701" y="233227"/>
                </a:cubicBezTo>
                <a:cubicBezTo>
                  <a:pt x="108228" y="234489"/>
                  <a:pt x="106454" y="235120"/>
                  <a:pt x="104360" y="235120"/>
                </a:cubicBezTo>
                <a:lnTo>
                  <a:pt x="48088" y="235120"/>
                </a:lnTo>
                <a:close/>
                <a:moveTo>
                  <a:pt x="99331" y="181682"/>
                </a:moveTo>
                <a:cubicBezTo>
                  <a:pt x="98069" y="180210"/>
                  <a:pt x="97438" y="178537"/>
                  <a:pt x="97438" y="176653"/>
                </a:cubicBezTo>
                <a:lnTo>
                  <a:pt x="97438" y="158109"/>
                </a:lnTo>
                <a:lnTo>
                  <a:pt x="48088" y="158109"/>
                </a:lnTo>
                <a:cubicBezTo>
                  <a:pt x="45994" y="158109"/>
                  <a:pt x="44321" y="157368"/>
                  <a:pt x="43059" y="155905"/>
                </a:cubicBezTo>
                <a:cubicBezTo>
                  <a:pt x="41596" y="154652"/>
                  <a:pt x="40865" y="152970"/>
                  <a:pt x="40865" y="150876"/>
                </a:cubicBezTo>
                <a:cubicBezTo>
                  <a:pt x="40865" y="148782"/>
                  <a:pt x="41596" y="147109"/>
                  <a:pt x="43059" y="145847"/>
                </a:cubicBezTo>
                <a:cubicBezTo>
                  <a:pt x="44321" y="144384"/>
                  <a:pt x="45994" y="143643"/>
                  <a:pt x="48088" y="143643"/>
                </a:cubicBezTo>
                <a:lnTo>
                  <a:pt x="97438" y="143643"/>
                </a:lnTo>
                <a:lnTo>
                  <a:pt x="97438" y="124788"/>
                </a:lnTo>
                <a:cubicBezTo>
                  <a:pt x="97438" y="122905"/>
                  <a:pt x="98069" y="121222"/>
                  <a:pt x="99331" y="119759"/>
                </a:cubicBezTo>
                <a:cubicBezTo>
                  <a:pt x="100794" y="118287"/>
                  <a:pt x="102577" y="117555"/>
                  <a:pt x="104671" y="117555"/>
                </a:cubicBezTo>
                <a:cubicBezTo>
                  <a:pt x="106555" y="117555"/>
                  <a:pt x="108228" y="118287"/>
                  <a:pt x="109701" y="119759"/>
                </a:cubicBezTo>
                <a:cubicBezTo>
                  <a:pt x="110953" y="121222"/>
                  <a:pt x="111584" y="122905"/>
                  <a:pt x="111584" y="124788"/>
                </a:cubicBezTo>
                <a:lnTo>
                  <a:pt x="111584" y="176653"/>
                </a:lnTo>
                <a:cubicBezTo>
                  <a:pt x="111584" y="178537"/>
                  <a:pt x="110953" y="180210"/>
                  <a:pt x="109701" y="181682"/>
                </a:cubicBezTo>
                <a:cubicBezTo>
                  <a:pt x="108228" y="182935"/>
                  <a:pt x="106454" y="183566"/>
                  <a:pt x="104360" y="183566"/>
                </a:cubicBezTo>
                <a:cubicBezTo>
                  <a:pt x="102257" y="183566"/>
                  <a:pt x="100584" y="182935"/>
                  <a:pt x="99331" y="181682"/>
                </a:cubicBezTo>
                <a:close/>
                <a:moveTo>
                  <a:pt x="145536" y="158109"/>
                </a:moveTo>
                <a:cubicBezTo>
                  <a:pt x="143643" y="158109"/>
                  <a:pt x="141970" y="157368"/>
                  <a:pt x="140507" y="155905"/>
                </a:cubicBezTo>
                <a:cubicBezTo>
                  <a:pt x="139035" y="154652"/>
                  <a:pt x="138303" y="152970"/>
                  <a:pt x="138303" y="150876"/>
                </a:cubicBezTo>
                <a:cubicBezTo>
                  <a:pt x="138303" y="148782"/>
                  <a:pt x="139035" y="147109"/>
                  <a:pt x="140507" y="145847"/>
                </a:cubicBezTo>
                <a:cubicBezTo>
                  <a:pt x="141970" y="144384"/>
                  <a:pt x="143643" y="143643"/>
                  <a:pt x="145536" y="143643"/>
                </a:cubicBezTo>
                <a:lnTo>
                  <a:pt x="253664" y="143643"/>
                </a:lnTo>
                <a:cubicBezTo>
                  <a:pt x="255758" y="143643"/>
                  <a:pt x="257431" y="144384"/>
                  <a:pt x="258693" y="145847"/>
                </a:cubicBezTo>
                <a:cubicBezTo>
                  <a:pt x="260156" y="147109"/>
                  <a:pt x="260887" y="148782"/>
                  <a:pt x="260887" y="150876"/>
                </a:cubicBezTo>
                <a:cubicBezTo>
                  <a:pt x="260887" y="152970"/>
                  <a:pt x="260156" y="154652"/>
                  <a:pt x="258693" y="155905"/>
                </a:cubicBezTo>
                <a:cubicBezTo>
                  <a:pt x="257431" y="157368"/>
                  <a:pt x="255758" y="158109"/>
                  <a:pt x="253664" y="158109"/>
                </a:cubicBezTo>
                <a:lnTo>
                  <a:pt x="145536" y="158109"/>
                </a:lnTo>
                <a:close/>
                <a:moveTo>
                  <a:pt x="192051" y="104360"/>
                </a:moveTo>
                <a:cubicBezTo>
                  <a:pt x="190799" y="103099"/>
                  <a:pt x="190168" y="101425"/>
                  <a:pt x="190168" y="99331"/>
                </a:cubicBezTo>
                <a:lnTo>
                  <a:pt x="190168" y="48088"/>
                </a:lnTo>
                <a:cubicBezTo>
                  <a:pt x="190168" y="45994"/>
                  <a:pt x="190899" y="44321"/>
                  <a:pt x="192371" y="43059"/>
                </a:cubicBezTo>
                <a:cubicBezTo>
                  <a:pt x="193624" y="41596"/>
                  <a:pt x="195298" y="40865"/>
                  <a:pt x="197401" y="40865"/>
                </a:cubicBezTo>
                <a:cubicBezTo>
                  <a:pt x="199495" y="40865"/>
                  <a:pt x="201168" y="41596"/>
                  <a:pt x="202430" y="43059"/>
                </a:cubicBezTo>
                <a:cubicBezTo>
                  <a:pt x="203683" y="44321"/>
                  <a:pt x="204314" y="45994"/>
                  <a:pt x="204314" y="48088"/>
                </a:cubicBezTo>
                <a:lnTo>
                  <a:pt x="204314" y="66641"/>
                </a:lnTo>
                <a:lnTo>
                  <a:pt x="253664" y="66641"/>
                </a:lnTo>
                <a:cubicBezTo>
                  <a:pt x="255758" y="66641"/>
                  <a:pt x="257431" y="67263"/>
                  <a:pt x="258693" y="68525"/>
                </a:cubicBezTo>
                <a:cubicBezTo>
                  <a:pt x="260156" y="69988"/>
                  <a:pt x="260887" y="71671"/>
                  <a:pt x="260887" y="73554"/>
                </a:cubicBezTo>
                <a:cubicBezTo>
                  <a:pt x="260887" y="75648"/>
                  <a:pt x="260156" y="77431"/>
                  <a:pt x="258693" y="78894"/>
                </a:cubicBezTo>
                <a:cubicBezTo>
                  <a:pt x="257431" y="80156"/>
                  <a:pt x="255758" y="80778"/>
                  <a:pt x="253664" y="80778"/>
                </a:cubicBezTo>
                <a:lnTo>
                  <a:pt x="204314" y="80778"/>
                </a:lnTo>
                <a:lnTo>
                  <a:pt x="204314" y="99331"/>
                </a:lnTo>
                <a:cubicBezTo>
                  <a:pt x="204314" y="101425"/>
                  <a:pt x="203683" y="103099"/>
                  <a:pt x="202430" y="104360"/>
                </a:cubicBezTo>
                <a:cubicBezTo>
                  <a:pt x="200958" y="105824"/>
                  <a:pt x="199175" y="106555"/>
                  <a:pt x="197081" y="106555"/>
                </a:cubicBezTo>
                <a:cubicBezTo>
                  <a:pt x="195197" y="106555"/>
                  <a:pt x="193524" y="105824"/>
                  <a:pt x="192051" y="104360"/>
                </a:cubicBezTo>
                <a:close/>
                <a:moveTo>
                  <a:pt x="48088" y="80778"/>
                </a:moveTo>
                <a:cubicBezTo>
                  <a:pt x="45994" y="80778"/>
                  <a:pt x="44321" y="80047"/>
                  <a:pt x="43059" y="78584"/>
                </a:cubicBezTo>
                <a:cubicBezTo>
                  <a:pt x="41596" y="77322"/>
                  <a:pt x="40865" y="75648"/>
                  <a:pt x="40865" y="73554"/>
                </a:cubicBezTo>
                <a:cubicBezTo>
                  <a:pt x="40865" y="71460"/>
                  <a:pt x="41596" y="69778"/>
                  <a:pt x="43059" y="68525"/>
                </a:cubicBezTo>
                <a:cubicBezTo>
                  <a:pt x="44321" y="67263"/>
                  <a:pt x="45994" y="66641"/>
                  <a:pt x="48088" y="66641"/>
                </a:cubicBezTo>
                <a:lnTo>
                  <a:pt x="156216" y="66641"/>
                </a:lnTo>
                <a:cubicBezTo>
                  <a:pt x="158109" y="66641"/>
                  <a:pt x="159782" y="67263"/>
                  <a:pt x="161245" y="68525"/>
                </a:cubicBezTo>
                <a:cubicBezTo>
                  <a:pt x="162717" y="69988"/>
                  <a:pt x="163449" y="71771"/>
                  <a:pt x="163449" y="73865"/>
                </a:cubicBezTo>
                <a:cubicBezTo>
                  <a:pt x="163449" y="75749"/>
                  <a:pt x="162717" y="77431"/>
                  <a:pt x="161245" y="78894"/>
                </a:cubicBezTo>
                <a:cubicBezTo>
                  <a:pt x="159782" y="80156"/>
                  <a:pt x="158109" y="80778"/>
                  <a:pt x="156216" y="80778"/>
                </a:cubicBezTo>
                <a:lnTo>
                  <a:pt x="48088" y="80778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0" name="圖說"/>
          <p:cNvSpPr/>
          <p:nvPr/>
        </p:nvSpPr>
        <p:spPr>
          <a:xfrm>
            <a:off x="4413397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</a:t>
            </a:r>
            <a:endParaRPr lang="en-US" sz="750" dirty="0"/>
          </a:p>
        </p:txBody>
      </p:sp>
      <p:sp>
        <p:nvSpPr>
          <p:cNvPr id="181" name="圖示 篩選"/>
          <p:cNvSpPr/>
          <p:nvPr/>
        </p:nvSpPr>
        <p:spPr>
          <a:xfrm>
            <a:off x="5112890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3021" y="245178"/>
                </a:moveTo>
                <a:cubicBezTo>
                  <a:pt x="139876" y="245178"/>
                  <a:pt x="137251" y="244127"/>
                  <a:pt x="135157" y="242033"/>
                </a:cubicBezTo>
                <a:cubicBezTo>
                  <a:pt x="133063" y="239939"/>
                  <a:pt x="132021" y="237314"/>
                  <a:pt x="132021" y="234169"/>
                </a:cubicBezTo>
                <a:lnTo>
                  <a:pt x="132021" y="161245"/>
                </a:lnTo>
                <a:lnTo>
                  <a:pt x="60040" y="69778"/>
                </a:lnTo>
                <a:cubicBezTo>
                  <a:pt x="57735" y="67053"/>
                  <a:pt x="57415" y="64227"/>
                  <a:pt x="59098" y="61292"/>
                </a:cubicBezTo>
                <a:cubicBezTo>
                  <a:pt x="60771" y="58147"/>
                  <a:pt x="63176" y="56583"/>
                  <a:pt x="66321" y="56583"/>
                </a:cubicBezTo>
                <a:lnTo>
                  <a:pt x="235431" y="56583"/>
                </a:lnTo>
                <a:cubicBezTo>
                  <a:pt x="238576" y="56583"/>
                  <a:pt x="240981" y="58147"/>
                  <a:pt x="242663" y="61292"/>
                </a:cubicBezTo>
                <a:cubicBezTo>
                  <a:pt x="244337" y="64227"/>
                  <a:pt x="244017" y="67053"/>
                  <a:pt x="241712" y="69778"/>
                </a:cubicBezTo>
                <a:lnTo>
                  <a:pt x="169740" y="161245"/>
                </a:lnTo>
                <a:lnTo>
                  <a:pt x="169740" y="234169"/>
                </a:lnTo>
                <a:cubicBezTo>
                  <a:pt x="169740" y="237314"/>
                  <a:pt x="168689" y="239939"/>
                  <a:pt x="166595" y="242033"/>
                </a:cubicBezTo>
                <a:cubicBezTo>
                  <a:pt x="164501" y="244127"/>
                  <a:pt x="161876" y="245178"/>
                  <a:pt x="158731" y="245178"/>
                </a:cubicBezTo>
                <a:lnTo>
                  <a:pt x="143021" y="245178"/>
                </a:lnTo>
                <a:close/>
                <a:moveTo>
                  <a:pt x="150876" y="162196"/>
                </a:moveTo>
                <a:lnTo>
                  <a:pt x="222858" y="70720"/>
                </a:lnTo>
                <a:lnTo>
                  <a:pt x="78894" y="70720"/>
                </a:lnTo>
                <a:lnTo>
                  <a:pt x="150876" y="162196"/>
                </a:lnTo>
                <a:close/>
                <a:moveTo>
                  <a:pt x="150876" y="16219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2" name="圖說"/>
          <p:cNvSpPr/>
          <p:nvPr/>
        </p:nvSpPr>
        <p:spPr>
          <a:xfrm>
            <a:off x="4968118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750" dirty="0"/>
          </a:p>
        </p:txBody>
      </p:sp>
      <p:sp>
        <p:nvSpPr>
          <p:cNvPr id="183" name="圖示 搜尋"/>
          <p:cNvSpPr/>
          <p:nvPr/>
        </p:nvSpPr>
        <p:spPr>
          <a:xfrm>
            <a:off x="5667611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19128" y="194255"/>
                </a:moveTo>
                <a:cubicBezTo>
                  <a:pt x="97759" y="194255"/>
                  <a:pt x="79736" y="186812"/>
                  <a:pt x="65069" y="171935"/>
                </a:cubicBezTo>
                <a:cubicBezTo>
                  <a:pt x="50191" y="157268"/>
                  <a:pt x="42748" y="139355"/>
                  <a:pt x="42748" y="118186"/>
                </a:cubicBezTo>
                <a:cubicBezTo>
                  <a:pt x="42748" y="97228"/>
                  <a:pt x="50191" y="79315"/>
                  <a:pt x="65069" y="64438"/>
                </a:cubicBezTo>
                <a:cubicBezTo>
                  <a:pt x="79736" y="49771"/>
                  <a:pt x="97649" y="42437"/>
                  <a:pt x="118817" y="42437"/>
                </a:cubicBezTo>
                <a:cubicBezTo>
                  <a:pt x="139976" y="42437"/>
                  <a:pt x="157899" y="49771"/>
                  <a:pt x="172566" y="64438"/>
                </a:cubicBezTo>
                <a:cubicBezTo>
                  <a:pt x="187443" y="79315"/>
                  <a:pt x="194886" y="97228"/>
                  <a:pt x="194886" y="118186"/>
                </a:cubicBezTo>
                <a:cubicBezTo>
                  <a:pt x="194886" y="126992"/>
                  <a:pt x="193313" y="135578"/>
                  <a:pt x="190168" y="143963"/>
                </a:cubicBezTo>
                <a:cubicBezTo>
                  <a:pt x="187233" y="152339"/>
                  <a:pt x="182935" y="159883"/>
                  <a:pt x="177284" y="166595"/>
                </a:cubicBezTo>
                <a:lnTo>
                  <a:pt x="253664" y="242663"/>
                </a:lnTo>
                <a:cubicBezTo>
                  <a:pt x="255127" y="243916"/>
                  <a:pt x="255858" y="245699"/>
                  <a:pt x="255858" y="248004"/>
                </a:cubicBezTo>
                <a:cubicBezTo>
                  <a:pt x="255858" y="250098"/>
                  <a:pt x="255127" y="251881"/>
                  <a:pt x="253664" y="253344"/>
                </a:cubicBezTo>
                <a:cubicBezTo>
                  <a:pt x="252192" y="254816"/>
                  <a:pt x="250408" y="255547"/>
                  <a:pt x="248314" y="255547"/>
                </a:cubicBezTo>
                <a:cubicBezTo>
                  <a:pt x="246220" y="255547"/>
                  <a:pt x="244547" y="254706"/>
                  <a:pt x="243285" y="253033"/>
                </a:cubicBezTo>
                <a:lnTo>
                  <a:pt x="166905" y="176964"/>
                </a:lnTo>
                <a:cubicBezTo>
                  <a:pt x="160624" y="182414"/>
                  <a:pt x="153290" y="186711"/>
                  <a:pt x="144905" y="189857"/>
                </a:cubicBezTo>
                <a:cubicBezTo>
                  <a:pt x="136730" y="192783"/>
                  <a:pt x="128144" y="194255"/>
                  <a:pt x="119128" y="194255"/>
                </a:cubicBezTo>
                <a:close/>
                <a:moveTo>
                  <a:pt x="119128" y="180109"/>
                </a:moveTo>
                <a:cubicBezTo>
                  <a:pt x="136099" y="180109"/>
                  <a:pt x="150565" y="174029"/>
                  <a:pt x="162507" y="161876"/>
                </a:cubicBezTo>
                <a:cubicBezTo>
                  <a:pt x="174449" y="149934"/>
                  <a:pt x="180420" y="135368"/>
                  <a:pt x="180420" y="118186"/>
                </a:cubicBezTo>
                <a:cubicBezTo>
                  <a:pt x="180420" y="101005"/>
                  <a:pt x="174449" y="86438"/>
                  <a:pt x="162507" y="74496"/>
                </a:cubicBezTo>
                <a:cubicBezTo>
                  <a:pt x="150565" y="62554"/>
                  <a:pt x="136099" y="56583"/>
                  <a:pt x="119128" y="56583"/>
                </a:cubicBezTo>
                <a:cubicBezTo>
                  <a:pt x="101736" y="56583"/>
                  <a:pt x="87069" y="62554"/>
                  <a:pt x="75127" y="74496"/>
                </a:cubicBezTo>
                <a:cubicBezTo>
                  <a:pt x="63176" y="86438"/>
                  <a:pt x="57205" y="101005"/>
                  <a:pt x="57205" y="118186"/>
                </a:cubicBezTo>
                <a:cubicBezTo>
                  <a:pt x="57205" y="135368"/>
                  <a:pt x="63176" y="149934"/>
                  <a:pt x="75127" y="161876"/>
                </a:cubicBezTo>
                <a:cubicBezTo>
                  <a:pt x="87069" y="174029"/>
                  <a:pt x="101736" y="180109"/>
                  <a:pt x="119128" y="180109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4" name="圖說"/>
          <p:cNvSpPr/>
          <p:nvPr/>
        </p:nvSpPr>
        <p:spPr>
          <a:xfrm>
            <a:off x="5522839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750" dirty="0"/>
          </a:p>
        </p:txBody>
      </p:sp>
      <p:sp>
        <p:nvSpPr>
          <p:cNvPr id="185" name="圖示 鎖定"/>
          <p:cNvSpPr/>
          <p:nvPr/>
        </p:nvSpPr>
        <p:spPr>
          <a:xfrm>
            <a:off x="6222332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4807" y="270324"/>
                </a:moveTo>
                <a:cubicBezTo>
                  <a:pt x="69778" y="270324"/>
                  <a:pt x="65480" y="268541"/>
                  <a:pt x="61923" y="264975"/>
                </a:cubicBezTo>
                <a:cubicBezTo>
                  <a:pt x="58357" y="261418"/>
                  <a:pt x="56583" y="257120"/>
                  <a:pt x="56583" y="252091"/>
                </a:cubicBezTo>
                <a:lnTo>
                  <a:pt x="56583" y="126361"/>
                </a:lnTo>
                <a:cubicBezTo>
                  <a:pt x="56583" y="121332"/>
                  <a:pt x="58357" y="117034"/>
                  <a:pt x="61923" y="113468"/>
                </a:cubicBezTo>
                <a:cubicBezTo>
                  <a:pt x="65480" y="109911"/>
                  <a:pt x="69778" y="108128"/>
                  <a:pt x="74807" y="108128"/>
                </a:cubicBezTo>
                <a:lnTo>
                  <a:pt x="96497" y="108128"/>
                </a:lnTo>
                <a:lnTo>
                  <a:pt x="96497" y="79525"/>
                </a:lnTo>
                <a:cubicBezTo>
                  <a:pt x="96497" y="64438"/>
                  <a:pt x="101846" y="51554"/>
                  <a:pt x="112526" y="40865"/>
                </a:cubicBezTo>
                <a:cubicBezTo>
                  <a:pt x="123005" y="30386"/>
                  <a:pt x="135788" y="25146"/>
                  <a:pt x="150876" y="25146"/>
                </a:cubicBezTo>
                <a:cubicBezTo>
                  <a:pt x="165964" y="25146"/>
                  <a:pt x="178747" y="30386"/>
                  <a:pt x="189226" y="40865"/>
                </a:cubicBezTo>
                <a:cubicBezTo>
                  <a:pt x="199915" y="51554"/>
                  <a:pt x="205255" y="64438"/>
                  <a:pt x="205255" y="79525"/>
                </a:cubicBezTo>
                <a:lnTo>
                  <a:pt x="205255" y="108128"/>
                </a:lnTo>
                <a:lnTo>
                  <a:pt x="226945" y="108128"/>
                </a:lnTo>
                <a:cubicBezTo>
                  <a:pt x="231974" y="108128"/>
                  <a:pt x="236272" y="109911"/>
                  <a:pt x="239829" y="113468"/>
                </a:cubicBezTo>
                <a:cubicBezTo>
                  <a:pt x="243395" y="117034"/>
                  <a:pt x="245178" y="121332"/>
                  <a:pt x="245178" y="126361"/>
                </a:cubicBezTo>
                <a:lnTo>
                  <a:pt x="245178" y="252091"/>
                </a:lnTo>
                <a:cubicBezTo>
                  <a:pt x="245178" y="257120"/>
                  <a:pt x="243395" y="261418"/>
                  <a:pt x="239829" y="264975"/>
                </a:cubicBezTo>
                <a:cubicBezTo>
                  <a:pt x="236272" y="268541"/>
                  <a:pt x="231974" y="270324"/>
                  <a:pt x="226945" y="270324"/>
                </a:cubicBezTo>
                <a:lnTo>
                  <a:pt x="74807" y="270324"/>
                </a:lnTo>
                <a:close/>
                <a:moveTo>
                  <a:pt x="74807" y="256178"/>
                </a:moveTo>
                <a:lnTo>
                  <a:pt x="226945" y="256178"/>
                </a:lnTo>
                <a:cubicBezTo>
                  <a:pt x="228198" y="256178"/>
                  <a:pt x="229139" y="255758"/>
                  <a:pt x="229770" y="254916"/>
                </a:cubicBezTo>
                <a:cubicBezTo>
                  <a:pt x="230612" y="254285"/>
                  <a:pt x="231032" y="253344"/>
                  <a:pt x="231032" y="252091"/>
                </a:cubicBezTo>
                <a:lnTo>
                  <a:pt x="231032" y="126361"/>
                </a:lnTo>
                <a:cubicBezTo>
                  <a:pt x="231032" y="125309"/>
                  <a:pt x="230612" y="124368"/>
                  <a:pt x="229770" y="123526"/>
                </a:cubicBezTo>
                <a:cubicBezTo>
                  <a:pt x="229139" y="122905"/>
                  <a:pt x="228198" y="122584"/>
                  <a:pt x="226945" y="122584"/>
                </a:cubicBezTo>
                <a:lnTo>
                  <a:pt x="74807" y="122584"/>
                </a:lnTo>
                <a:cubicBezTo>
                  <a:pt x="73554" y="122584"/>
                  <a:pt x="72613" y="122905"/>
                  <a:pt x="71982" y="123526"/>
                </a:cubicBezTo>
                <a:cubicBezTo>
                  <a:pt x="71140" y="124368"/>
                  <a:pt x="70720" y="125309"/>
                  <a:pt x="70720" y="126361"/>
                </a:cubicBezTo>
                <a:lnTo>
                  <a:pt x="70720" y="252091"/>
                </a:lnTo>
                <a:cubicBezTo>
                  <a:pt x="70720" y="253344"/>
                  <a:pt x="71140" y="254285"/>
                  <a:pt x="71982" y="254916"/>
                </a:cubicBezTo>
                <a:cubicBezTo>
                  <a:pt x="72613" y="255758"/>
                  <a:pt x="73554" y="256178"/>
                  <a:pt x="74807" y="256178"/>
                </a:cubicBezTo>
                <a:close/>
                <a:moveTo>
                  <a:pt x="165964" y="204314"/>
                </a:moveTo>
                <a:cubicBezTo>
                  <a:pt x="170152" y="200327"/>
                  <a:pt x="172255" y="195407"/>
                  <a:pt x="172255" y="189537"/>
                </a:cubicBezTo>
                <a:cubicBezTo>
                  <a:pt x="172255" y="184087"/>
                  <a:pt x="170152" y="179168"/>
                  <a:pt x="165964" y="174769"/>
                </a:cubicBezTo>
                <a:cubicBezTo>
                  <a:pt x="161776" y="170152"/>
                  <a:pt x="156746" y="167847"/>
                  <a:pt x="150876" y="167847"/>
                </a:cubicBezTo>
                <a:cubicBezTo>
                  <a:pt x="145006" y="167847"/>
                  <a:pt x="139976" y="170152"/>
                  <a:pt x="135788" y="174769"/>
                </a:cubicBezTo>
                <a:cubicBezTo>
                  <a:pt x="131600" y="179168"/>
                  <a:pt x="129506" y="184197"/>
                  <a:pt x="129506" y="189857"/>
                </a:cubicBezTo>
                <a:cubicBezTo>
                  <a:pt x="129506" y="195508"/>
                  <a:pt x="131600" y="200436"/>
                  <a:pt x="135788" y="204624"/>
                </a:cubicBezTo>
                <a:cubicBezTo>
                  <a:pt x="139976" y="208611"/>
                  <a:pt x="145006" y="210595"/>
                  <a:pt x="150876" y="210595"/>
                </a:cubicBezTo>
                <a:cubicBezTo>
                  <a:pt x="156746" y="210595"/>
                  <a:pt x="161776" y="208501"/>
                  <a:pt x="165964" y="204314"/>
                </a:cubicBezTo>
                <a:close/>
                <a:moveTo>
                  <a:pt x="110953" y="108128"/>
                </a:moveTo>
                <a:lnTo>
                  <a:pt x="190799" y="108128"/>
                </a:lnTo>
                <a:lnTo>
                  <a:pt x="190799" y="79525"/>
                </a:lnTo>
                <a:cubicBezTo>
                  <a:pt x="190799" y="68415"/>
                  <a:pt x="186922" y="58988"/>
                  <a:pt x="179168" y="51234"/>
                </a:cubicBezTo>
                <a:cubicBezTo>
                  <a:pt x="171413" y="43269"/>
                  <a:pt x="161986" y="39292"/>
                  <a:pt x="150876" y="39292"/>
                </a:cubicBezTo>
                <a:cubicBezTo>
                  <a:pt x="139766" y="39292"/>
                  <a:pt x="130339" y="43269"/>
                  <a:pt x="122584" y="51234"/>
                </a:cubicBezTo>
                <a:cubicBezTo>
                  <a:pt x="114830" y="58988"/>
                  <a:pt x="110953" y="68415"/>
                  <a:pt x="110953" y="79525"/>
                </a:cubicBezTo>
                <a:lnTo>
                  <a:pt x="110953" y="108128"/>
                </a:lnTo>
                <a:close/>
                <a:moveTo>
                  <a:pt x="70720" y="256178"/>
                </a:moveTo>
                <a:lnTo>
                  <a:pt x="70720" y="122584"/>
                </a:lnTo>
                <a:lnTo>
                  <a:pt x="70720" y="256178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6" name="圖說"/>
          <p:cNvSpPr/>
          <p:nvPr/>
        </p:nvSpPr>
        <p:spPr>
          <a:xfrm>
            <a:off x="6077560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</a:t>
            </a:r>
            <a:endParaRPr lang="en-US" sz="750" dirty="0"/>
          </a:p>
        </p:txBody>
      </p:sp>
      <p:sp>
        <p:nvSpPr>
          <p:cNvPr id="187" name="圖示 資安"/>
          <p:cNvSpPr/>
          <p:nvPr/>
        </p:nvSpPr>
        <p:spPr>
          <a:xfrm>
            <a:off x="6777053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55236"/>
                </a:moveTo>
                <a:cubicBezTo>
                  <a:pt x="172456" y="248104"/>
                  <a:pt x="190479" y="234909"/>
                  <a:pt x="204944" y="215625"/>
                </a:cubicBezTo>
                <a:cubicBezTo>
                  <a:pt x="219191" y="196349"/>
                  <a:pt x="227576" y="174769"/>
                  <a:pt x="230090" y="150876"/>
                </a:cubicBezTo>
                <a:lnTo>
                  <a:pt x="150876" y="150876"/>
                </a:lnTo>
                <a:lnTo>
                  <a:pt x="150876" y="47467"/>
                </a:lnTo>
                <a:lnTo>
                  <a:pt x="73234" y="76069"/>
                </a:lnTo>
                <a:cubicBezTo>
                  <a:pt x="72613" y="76490"/>
                  <a:pt x="72082" y="77011"/>
                  <a:pt x="71671" y="77642"/>
                </a:cubicBezTo>
                <a:cubicBezTo>
                  <a:pt x="71040" y="78263"/>
                  <a:pt x="70720" y="79004"/>
                  <a:pt x="70720" y="79836"/>
                </a:cubicBezTo>
                <a:lnTo>
                  <a:pt x="70720" y="138303"/>
                </a:lnTo>
                <a:cubicBezTo>
                  <a:pt x="70720" y="140607"/>
                  <a:pt x="70829" y="142601"/>
                  <a:pt x="71040" y="144274"/>
                </a:cubicBezTo>
                <a:cubicBezTo>
                  <a:pt x="71040" y="146158"/>
                  <a:pt x="71250" y="148361"/>
                  <a:pt x="71671" y="150876"/>
                </a:cubicBezTo>
                <a:lnTo>
                  <a:pt x="150876" y="150876"/>
                </a:lnTo>
                <a:lnTo>
                  <a:pt x="150876" y="255236"/>
                </a:lnTo>
                <a:close/>
                <a:moveTo>
                  <a:pt x="147730" y="268431"/>
                </a:moveTo>
                <a:cubicBezTo>
                  <a:pt x="146898" y="268221"/>
                  <a:pt x="145947" y="267910"/>
                  <a:pt x="144905" y="267489"/>
                </a:cubicBezTo>
                <a:cubicBezTo>
                  <a:pt x="117665" y="257852"/>
                  <a:pt x="96076" y="240981"/>
                  <a:pt x="80156" y="216887"/>
                </a:cubicBezTo>
                <a:cubicBezTo>
                  <a:pt x="64438" y="192783"/>
                  <a:pt x="56583" y="166485"/>
                  <a:pt x="56583" y="137992"/>
                </a:cubicBezTo>
                <a:lnTo>
                  <a:pt x="56583" y="79836"/>
                </a:lnTo>
                <a:cubicBezTo>
                  <a:pt x="56583" y="75859"/>
                  <a:pt x="57735" y="72292"/>
                  <a:pt x="60040" y="69156"/>
                </a:cubicBezTo>
                <a:cubicBezTo>
                  <a:pt x="62133" y="66011"/>
                  <a:pt x="64858" y="63807"/>
                  <a:pt x="68205" y="62554"/>
                </a:cubicBezTo>
                <a:lnTo>
                  <a:pt x="144594" y="34263"/>
                </a:lnTo>
                <a:cubicBezTo>
                  <a:pt x="146688" y="33421"/>
                  <a:pt x="148782" y="33001"/>
                  <a:pt x="150876" y="33001"/>
                </a:cubicBezTo>
                <a:cubicBezTo>
                  <a:pt x="152970" y="33001"/>
                  <a:pt x="155064" y="33421"/>
                  <a:pt x="157167" y="34263"/>
                </a:cubicBezTo>
                <a:lnTo>
                  <a:pt x="233547" y="62554"/>
                </a:lnTo>
                <a:cubicBezTo>
                  <a:pt x="236894" y="63807"/>
                  <a:pt x="239619" y="66011"/>
                  <a:pt x="241712" y="69156"/>
                </a:cubicBezTo>
                <a:cubicBezTo>
                  <a:pt x="244017" y="72292"/>
                  <a:pt x="245178" y="75859"/>
                  <a:pt x="245178" y="79836"/>
                </a:cubicBezTo>
                <a:lnTo>
                  <a:pt x="245178" y="137992"/>
                </a:lnTo>
                <a:cubicBezTo>
                  <a:pt x="245178" y="166485"/>
                  <a:pt x="237314" y="192783"/>
                  <a:pt x="221596" y="216887"/>
                </a:cubicBezTo>
                <a:cubicBezTo>
                  <a:pt x="205676" y="240981"/>
                  <a:pt x="184087" y="257852"/>
                  <a:pt x="156847" y="267489"/>
                </a:cubicBezTo>
                <a:cubicBezTo>
                  <a:pt x="155805" y="267910"/>
                  <a:pt x="154854" y="268221"/>
                  <a:pt x="154022" y="268431"/>
                </a:cubicBezTo>
                <a:cubicBezTo>
                  <a:pt x="152970" y="268642"/>
                  <a:pt x="151928" y="268751"/>
                  <a:pt x="150876" y="268751"/>
                </a:cubicBezTo>
                <a:cubicBezTo>
                  <a:pt x="149824" y="268751"/>
                  <a:pt x="148782" y="268642"/>
                  <a:pt x="147730" y="268431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8" name="圖說"/>
          <p:cNvSpPr/>
          <p:nvPr/>
        </p:nvSpPr>
        <p:spPr>
          <a:xfrm>
            <a:off x="6632280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</a:t>
            </a:r>
            <a:endParaRPr lang="en-US" sz="750" dirty="0"/>
          </a:p>
        </p:txBody>
      </p:sp>
      <p:sp>
        <p:nvSpPr>
          <p:cNvPr id="189" name="圖示 認證"/>
          <p:cNvSpPr/>
          <p:nvPr/>
        </p:nvSpPr>
        <p:spPr>
          <a:xfrm>
            <a:off x="7331774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7992" y="168789"/>
                </a:moveTo>
                <a:lnTo>
                  <a:pt x="112526" y="143332"/>
                </a:lnTo>
                <a:cubicBezTo>
                  <a:pt x="111273" y="141869"/>
                  <a:pt x="109591" y="141128"/>
                  <a:pt x="107497" y="141128"/>
                </a:cubicBezTo>
                <a:cubicBezTo>
                  <a:pt x="105403" y="141128"/>
                  <a:pt x="103620" y="141869"/>
                  <a:pt x="102157" y="143332"/>
                </a:cubicBezTo>
                <a:cubicBezTo>
                  <a:pt x="100685" y="144795"/>
                  <a:pt x="99953" y="146478"/>
                  <a:pt x="99953" y="148361"/>
                </a:cubicBezTo>
                <a:cubicBezTo>
                  <a:pt x="99953" y="150455"/>
                  <a:pt x="100685" y="152238"/>
                  <a:pt x="102157" y="153701"/>
                </a:cubicBezTo>
                <a:lnTo>
                  <a:pt x="131070" y="182624"/>
                </a:lnTo>
                <a:cubicBezTo>
                  <a:pt x="132753" y="184508"/>
                  <a:pt x="134847" y="185449"/>
                  <a:pt x="137361" y="185449"/>
                </a:cubicBezTo>
                <a:cubicBezTo>
                  <a:pt x="139665" y="185449"/>
                  <a:pt x="141759" y="184508"/>
                  <a:pt x="143643" y="182624"/>
                </a:cubicBezTo>
                <a:lnTo>
                  <a:pt x="199284" y="126992"/>
                </a:lnTo>
                <a:cubicBezTo>
                  <a:pt x="200747" y="125520"/>
                  <a:pt x="201479" y="123846"/>
                  <a:pt x="201479" y="121963"/>
                </a:cubicBezTo>
                <a:cubicBezTo>
                  <a:pt x="201479" y="119860"/>
                  <a:pt x="200857" y="118186"/>
                  <a:pt x="199595" y="116933"/>
                </a:cubicBezTo>
                <a:cubicBezTo>
                  <a:pt x="198132" y="115672"/>
                  <a:pt x="196349" y="115041"/>
                  <a:pt x="194255" y="115041"/>
                </a:cubicBezTo>
                <a:cubicBezTo>
                  <a:pt x="192371" y="115251"/>
                  <a:pt x="190799" y="115982"/>
                  <a:pt x="189537" y="117244"/>
                </a:cubicBezTo>
                <a:lnTo>
                  <a:pt x="137992" y="168789"/>
                </a:lnTo>
                <a:close/>
                <a:moveTo>
                  <a:pt x="147730" y="268431"/>
                </a:moveTo>
                <a:cubicBezTo>
                  <a:pt x="146688" y="268221"/>
                  <a:pt x="145746" y="267910"/>
                  <a:pt x="144905" y="267489"/>
                </a:cubicBezTo>
                <a:cubicBezTo>
                  <a:pt x="117665" y="257852"/>
                  <a:pt x="96076" y="240981"/>
                  <a:pt x="80156" y="216887"/>
                </a:cubicBezTo>
                <a:cubicBezTo>
                  <a:pt x="64438" y="192783"/>
                  <a:pt x="56583" y="166485"/>
                  <a:pt x="56583" y="137992"/>
                </a:cubicBezTo>
                <a:lnTo>
                  <a:pt x="56583" y="79836"/>
                </a:lnTo>
                <a:cubicBezTo>
                  <a:pt x="56583" y="75859"/>
                  <a:pt x="57625" y="72292"/>
                  <a:pt x="59719" y="69156"/>
                </a:cubicBezTo>
                <a:cubicBezTo>
                  <a:pt x="62024" y="66011"/>
                  <a:pt x="64858" y="63807"/>
                  <a:pt x="68205" y="62554"/>
                </a:cubicBezTo>
                <a:lnTo>
                  <a:pt x="144594" y="34263"/>
                </a:lnTo>
                <a:cubicBezTo>
                  <a:pt x="146688" y="33421"/>
                  <a:pt x="148782" y="33001"/>
                  <a:pt x="150876" y="33001"/>
                </a:cubicBezTo>
                <a:cubicBezTo>
                  <a:pt x="152970" y="33001"/>
                  <a:pt x="155064" y="33421"/>
                  <a:pt x="157167" y="34263"/>
                </a:cubicBezTo>
                <a:lnTo>
                  <a:pt x="233547" y="62554"/>
                </a:lnTo>
                <a:cubicBezTo>
                  <a:pt x="236894" y="63807"/>
                  <a:pt x="239728" y="66011"/>
                  <a:pt x="242033" y="69156"/>
                </a:cubicBezTo>
                <a:cubicBezTo>
                  <a:pt x="244127" y="72292"/>
                  <a:pt x="245178" y="75859"/>
                  <a:pt x="245178" y="79836"/>
                </a:cubicBezTo>
                <a:lnTo>
                  <a:pt x="245178" y="137992"/>
                </a:lnTo>
                <a:cubicBezTo>
                  <a:pt x="245178" y="166485"/>
                  <a:pt x="237314" y="192783"/>
                  <a:pt x="221596" y="216887"/>
                </a:cubicBezTo>
                <a:cubicBezTo>
                  <a:pt x="205676" y="240981"/>
                  <a:pt x="184087" y="257852"/>
                  <a:pt x="156847" y="267489"/>
                </a:cubicBezTo>
                <a:cubicBezTo>
                  <a:pt x="156006" y="267910"/>
                  <a:pt x="155064" y="268221"/>
                  <a:pt x="154022" y="268431"/>
                </a:cubicBezTo>
                <a:cubicBezTo>
                  <a:pt x="152970" y="268642"/>
                  <a:pt x="151928" y="268751"/>
                  <a:pt x="150876" y="268751"/>
                </a:cubicBezTo>
                <a:cubicBezTo>
                  <a:pt x="149824" y="268751"/>
                  <a:pt x="148782" y="268642"/>
                  <a:pt x="147730" y="268431"/>
                </a:cubicBezTo>
                <a:close/>
                <a:moveTo>
                  <a:pt x="150876" y="254916"/>
                </a:moveTo>
                <a:cubicBezTo>
                  <a:pt x="174349" y="247373"/>
                  <a:pt x="193524" y="232706"/>
                  <a:pt x="208401" y="210916"/>
                </a:cubicBezTo>
                <a:cubicBezTo>
                  <a:pt x="223489" y="189116"/>
                  <a:pt x="231032" y="164811"/>
                  <a:pt x="231032" y="137992"/>
                </a:cubicBezTo>
                <a:lnTo>
                  <a:pt x="231032" y="79525"/>
                </a:lnTo>
                <a:cubicBezTo>
                  <a:pt x="231032" y="78684"/>
                  <a:pt x="230822" y="77953"/>
                  <a:pt x="230401" y="77322"/>
                </a:cubicBezTo>
                <a:cubicBezTo>
                  <a:pt x="229770" y="76700"/>
                  <a:pt x="229139" y="76279"/>
                  <a:pt x="228518" y="76069"/>
                </a:cubicBezTo>
                <a:lnTo>
                  <a:pt x="152138" y="47467"/>
                </a:lnTo>
                <a:cubicBezTo>
                  <a:pt x="151717" y="47256"/>
                  <a:pt x="151297" y="47146"/>
                  <a:pt x="150876" y="47146"/>
                </a:cubicBezTo>
                <a:cubicBezTo>
                  <a:pt x="150455" y="47146"/>
                  <a:pt x="150035" y="47256"/>
                  <a:pt x="149623" y="47467"/>
                </a:cubicBezTo>
                <a:lnTo>
                  <a:pt x="73234" y="76069"/>
                </a:lnTo>
                <a:cubicBezTo>
                  <a:pt x="72613" y="76279"/>
                  <a:pt x="71982" y="76700"/>
                  <a:pt x="71351" y="77322"/>
                </a:cubicBezTo>
                <a:cubicBezTo>
                  <a:pt x="70930" y="77953"/>
                  <a:pt x="70720" y="78684"/>
                  <a:pt x="70720" y="79525"/>
                </a:cubicBezTo>
                <a:lnTo>
                  <a:pt x="70720" y="137992"/>
                </a:lnTo>
                <a:cubicBezTo>
                  <a:pt x="70720" y="164811"/>
                  <a:pt x="78263" y="189116"/>
                  <a:pt x="93351" y="210916"/>
                </a:cubicBezTo>
                <a:cubicBezTo>
                  <a:pt x="108228" y="232706"/>
                  <a:pt x="127403" y="247373"/>
                  <a:pt x="150876" y="254916"/>
                </a:cubicBezTo>
                <a:close/>
                <a:moveTo>
                  <a:pt x="150876" y="151187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0" name="圖說"/>
          <p:cNvSpPr/>
          <p:nvPr/>
        </p:nvSpPr>
        <p:spPr>
          <a:xfrm>
            <a:off x="7187001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</a:t>
            </a:r>
            <a:endParaRPr lang="en-US" sz="750" dirty="0"/>
          </a:p>
        </p:txBody>
      </p:sp>
      <p:sp>
        <p:nvSpPr>
          <p:cNvPr id="191" name="圖示 金鑰"/>
          <p:cNvSpPr/>
          <p:nvPr/>
        </p:nvSpPr>
        <p:spPr>
          <a:xfrm>
            <a:off x="7886494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5749" y="163138"/>
                </a:moveTo>
                <a:cubicBezTo>
                  <a:pt x="72192" y="159782"/>
                  <a:pt x="70409" y="155695"/>
                  <a:pt x="70409" y="150876"/>
                </a:cubicBezTo>
                <a:cubicBezTo>
                  <a:pt x="70409" y="146057"/>
                  <a:pt x="72192" y="141970"/>
                  <a:pt x="75749" y="138614"/>
                </a:cubicBezTo>
                <a:cubicBezTo>
                  <a:pt x="79105" y="135057"/>
                  <a:pt x="83192" y="133274"/>
                  <a:pt x="88011" y="133274"/>
                </a:cubicBezTo>
                <a:cubicBezTo>
                  <a:pt x="92830" y="133274"/>
                  <a:pt x="96917" y="135057"/>
                  <a:pt x="100273" y="138614"/>
                </a:cubicBezTo>
                <a:cubicBezTo>
                  <a:pt x="103830" y="141970"/>
                  <a:pt x="105613" y="146057"/>
                  <a:pt x="105613" y="150876"/>
                </a:cubicBezTo>
                <a:cubicBezTo>
                  <a:pt x="105613" y="155695"/>
                  <a:pt x="103830" y="159782"/>
                  <a:pt x="100273" y="163138"/>
                </a:cubicBezTo>
                <a:cubicBezTo>
                  <a:pt x="96917" y="166695"/>
                  <a:pt x="92830" y="168478"/>
                  <a:pt x="88011" y="168478"/>
                </a:cubicBezTo>
                <a:cubicBezTo>
                  <a:pt x="83192" y="168478"/>
                  <a:pt x="79105" y="166695"/>
                  <a:pt x="75749" y="163138"/>
                </a:cubicBezTo>
                <a:close/>
                <a:moveTo>
                  <a:pt x="88011" y="220032"/>
                </a:moveTo>
                <a:cubicBezTo>
                  <a:pt x="68735" y="220032"/>
                  <a:pt x="52386" y="213320"/>
                  <a:pt x="38981" y="199915"/>
                </a:cubicBezTo>
                <a:cubicBezTo>
                  <a:pt x="25567" y="186501"/>
                  <a:pt x="18864" y="170152"/>
                  <a:pt x="18864" y="150876"/>
                </a:cubicBezTo>
                <a:cubicBezTo>
                  <a:pt x="18864" y="131600"/>
                  <a:pt x="25567" y="115251"/>
                  <a:pt x="38981" y="101846"/>
                </a:cubicBezTo>
                <a:cubicBezTo>
                  <a:pt x="52386" y="88432"/>
                  <a:pt x="68735" y="81729"/>
                  <a:pt x="88011" y="81729"/>
                </a:cubicBezTo>
                <a:cubicBezTo>
                  <a:pt x="102257" y="81729"/>
                  <a:pt x="114830" y="85286"/>
                  <a:pt x="125730" y="92409"/>
                </a:cubicBezTo>
                <a:cubicBezTo>
                  <a:pt x="136630" y="99532"/>
                  <a:pt x="144795" y="109801"/>
                  <a:pt x="150245" y="123215"/>
                </a:cubicBezTo>
                <a:lnTo>
                  <a:pt x="260887" y="123215"/>
                </a:lnTo>
                <a:cubicBezTo>
                  <a:pt x="261939" y="123215"/>
                  <a:pt x="262981" y="123426"/>
                  <a:pt x="264033" y="123846"/>
                </a:cubicBezTo>
                <a:cubicBezTo>
                  <a:pt x="265085" y="124267"/>
                  <a:pt x="266026" y="124998"/>
                  <a:pt x="266858" y="126041"/>
                </a:cubicBezTo>
                <a:lnTo>
                  <a:pt x="287606" y="146478"/>
                </a:lnTo>
                <a:cubicBezTo>
                  <a:pt x="288658" y="147520"/>
                  <a:pt x="289389" y="148572"/>
                  <a:pt x="289810" y="149623"/>
                </a:cubicBezTo>
                <a:cubicBezTo>
                  <a:pt x="290231" y="150666"/>
                  <a:pt x="290441" y="151818"/>
                  <a:pt x="290441" y="153080"/>
                </a:cubicBezTo>
                <a:cubicBezTo>
                  <a:pt x="290441" y="154332"/>
                  <a:pt x="290121" y="155485"/>
                  <a:pt x="289490" y="156536"/>
                </a:cubicBezTo>
                <a:cubicBezTo>
                  <a:pt x="289078" y="157579"/>
                  <a:pt x="288338" y="158630"/>
                  <a:pt x="287295" y="159682"/>
                </a:cubicBezTo>
                <a:lnTo>
                  <a:pt x="254606" y="189857"/>
                </a:lnTo>
                <a:cubicBezTo>
                  <a:pt x="253764" y="190689"/>
                  <a:pt x="252822" y="191320"/>
                  <a:pt x="251771" y="191741"/>
                </a:cubicBezTo>
                <a:cubicBezTo>
                  <a:pt x="250728" y="192161"/>
                  <a:pt x="249677" y="192371"/>
                  <a:pt x="248635" y="192371"/>
                </a:cubicBezTo>
                <a:cubicBezTo>
                  <a:pt x="247583" y="192371"/>
                  <a:pt x="246641" y="192262"/>
                  <a:pt x="245800" y="192051"/>
                </a:cubicBezTo>
                <a:cubicBezTo>
                  <a:pt x="244968" y="191841"/>
                  <a:pt x="244017" y="191420"/>
                  <a:pt x="242974" y="190799"/>
                </a:cubicBezTo>
                <a:lnTo>
                  <a:pt x="223799" y="176653"/>
                </a:lnTo>
                <a:lnTo>
                  <a:pt x="203052" y="191420"/>
                </a:lnTo>
                <a:cubicBezTo>
                  <a:pt x="202220" y="192051"/>
                  <a:pt x="201378" y="192472"/>
                  <a:pt x="200537" y="192682"/>
                </a:cubicBezTo>
                <a:cubicBezTo>
                  <a:pt x="199705" y="192893"/>
                  <a:pt x="198754" y="192993"/>
                  <a:pt x="197712" y="192993"/>
                </a:cubicBezTo>
                <a:cubicBezTo>
                  <a:pt x="196660" y="192993"/>
                  <a:pt x="195718" y="192893"/>
                  <a:pt x="194886" y="192682"/>
                </a:cubicBezTo>
                <a:cubicBezTo>
                  <a:pt x="194045" y="192262"/>
                  <a:pt x="193204" y="191841"/>
                  <a:pt x="192371" y="191420"/>
                </a:cubicBezTo>
                <a:lnTo>
                  <a:pt x="175711" y="178537"/>
                </a:lnTo>
                <a:lnTo>
                  <a:pt x="150245" y="178537"/>
                </a:lnTo>
                <a:cubicBezTo>
                  <a:pt x="145636" y="190479"/>
                  <a:pt x="137882" y="200436"/>
                  <a:pt x="126992" y="208401"/>
                </a:cubicBezTo>
                <a:cubicBezTo>
                  <a:pt x="116303" y="216155"/>
                  <a:pt x="103309" y="220032"/>
                  <a:pt x="88011" y="220032"/>
                </a:cubicBezTo>
                <a:close/>
                <a:moveTo>
                  <a:pt x="88011" y="205886"/>
                </a:moveTo>
                <a:cubicBezTo>
                  <a:pt x="100374" y="205886"/>
                  <a:pt x="111484" y="201900"/>
                  <a:pt x="121332" y="193935"/>
                </a:cubicBezTo>
                <a:cubicBezTo>
                  <a:pt x="131180" y="185770"/>
                  <a:pt x="137462" y="175812"/>
                  <a:pt x="140187" y="164080"/>
                </a:cubicBezTo>
                <a:lnTo>
                  <a:pt x="180740" y="164080"/>
                </a:lnTo>
                <a:lnTo>
                  <a:pt x="198022" y="177595"/>
                </a:lnTo>
                <a:lnTo>
                  <a:pt x="224110" y="159051"/>
                </a:lnTo>
                <a:lnTo>
                  <a:pt x="247693" y="177284"/>
                </a:lnTo>
                <a:lnTo>
                  <a:pt x="247693" y="176964"/>
                </a:lnTo>
                <a:lnTo>
                  <a:pt x="247693" y="177284"/>
                </a:lnTo>
                <a:lnTo>
                  <a:pt x="273460" y="152760"/>
                </a:lnTo>
                <a:lnTo>
                  <a:pt x="273781" y="152760"/>
                </a:lnTo>
                <a:cubicBezTo>
                  <a:pt x="273781" y="152970"/>
                  <a:pt x="273671" y="152970"/>
                  <a:pt x="273460" y="152760"/>
                </a:cubicBezTo>
                <a:lnTo>
                  <a:pt x="273781" y="152760"/>
                </a:lnTo>
                <a:lnTo>
                  <a:pt x="273460" y="152760"/>
                </a:lnTo>
                <a:lnTo>
                  <a:pt x="258373" y="137672"/>
                </a:lnTo>
                <a:lnTo>
                  <a:pt x="140187" y="137672"/>
                </a:lnTo>
                <a:cubicBezTo>
                  <a:pt x="137672" y="126361"/>
                  <a:pt x="131600" y="116613"/>
                  <a:pt x="121963" y="108439"/>
                </a:cubicBezTo>
                <a:cubicBezTo>
                  <a:pt x="112316" y="100063"/>
                  <a:pt x="101005" y="95866"/>
                  <a:pt x="88011" y="95866"/>
                </a:cubicBezTo>
                <a:cubicBezTo>
                  <a:pt x="72713" y="95866"/>
                  <a:pt x="59719" y="101215"/>
                  <a:pt x="49039" y="111904"/>
                </a:cubicBezTo>
                <a:cubicBezTo>
                  <a:pt x="38350" y="122584"/>
                  <a:pt x="33001" y="135578"/>
                  <a:pt x="33001" y="150876"/>
                </a:cubicBezTo>
                <a:cubicBezTo>
                  <a:pt x="33001" y="166174"/>
                  <a:pt x="38350" y="179168"/>
                  <a:pt x="49039" y="189857"/>
                </a:cubicBezTo>
                <a:cubicBezTo>
                  <a:pt x="59719" y="200537"/>
                  <a:pt x="72713" y="205886"/>
                  <a:pt x="88011" y="205886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2" name="圖說"/>
          <p:cNvSpPr/>
          <p:nvPr/>
        </p:nvSpPr>
        <p:spPr>
          <a:xfrm>
            <a:off x="7741722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</a:t>
            </a:r>
            <a:endParaRPr lang="en-US" sz="750" dirty="0"/>
          </a:p>
        </p:txBody>
      </p:sp>
      <p:sp>
        <p:nvSpPr>
          <p:cNvPr id="193" name="圖示 交換"/>
          <p:cNvSpPr/>
          <p:nvPr/>
        </p:nvSpPr>
        <p:spPr>
          <a:xfrm>
            <a:off x="8441215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8467" y="195197"/>
                </a:moveTo>
                <a:lnTo>
                  <a:pt x="93351" y="230090"/>
                </a:lnTo>
                <a:cubicBezTo>
                  <a:pt x="94823" y="231554"/>
                  <a:pt x="95555" y="233227"/>
                  <a:pt x="95555" y="235120"/>
                </a:cubicBezTo>
                <a:cubicBezTo>
                  <a:pt x="95555" y="237003"/>
                  <a:pt x="94823" y="238677"/>
                  <a:pt x="93351" y="240149"/>
                </a:cubicBezTo>
                <a:cubicBezTo>
                  <a:pt x="91888" y="241612"/>
                  <a:pt x="90215" y="242343"/>
                  <a:pt x="88322" y="242343"/>
                </a:cubicBezTo>
                <a:cubicBezTo>
                  <a:pt x="86438" y="242343"/>
                  <a:pt x="84765" y="241612"/>
                  <a:pt x="83293" y="240149"/>
                </a:cubicBezTo>
                <a:lnTo>
                  <a:pt x="37719" y="194566"/>
                </a:lnTo>
                <a:cubicBezTo>
                  <a:pt x="36878" y="193524"/>
                  <a:pt x="36256" y="192472"/>
                  <a:pt x="35835" y="191420"/>
                </a:cubicBezTo>
                <a:cubicBezTo>
                  <a:pt x="35415" y="190588"/>
                  <a:pt x="35204" y="189537"/>
                  <a:pt x="35204" y="188284"/>
                </a:cubicBezTo>
                <a:cubicBezTo>
                  <a:pt x="35204" y="187022"/>
                  <a:pt x="35415" y="185870"/>
                  <a:pt x="35835" y="184828"/>
                </a:cubicBezTo>
                <a:cubicBezTo>
                  <a:pt x="36256" y="183776"/>
                  <a:pt x="36878" y="182725"/>
                  <a:pt x="37719" y="181682"/>
                </a:cubicBezTo>
                <a:lnTo>
                  <a:pt x="83293" y="136099"/>
                </a:lnTo>
                <a:cubicBezTo>
                  <a:pt x="84765" y="134847"/>
                  <a:pt x="86438" y="134216"/>
                  <a:pt x="88322" y="134216"/>
                </a:cubicBezTo>
                <a:cubicBezTo>
                  <a:pt x="90215" y="134005"/>
                  <a:pt x="91888" y="134636"/>
                  <a:pt x="93351" y="136099"/>
                </a:cubicBezTo>
                <a:cubicBezTo>
                  <a:pt x="94823" y="137571"/>
                  <a:pt x="95555" y="139245"/>
                  <a:pt x="95555" y="141128"/>
                </a:cubicBezTo>
                <a:cubicBezTo>
                  <a:pt x="95555" y="143021"/>
                  <a:pt x="94823" y="144695"/>
                  <a:pt x="93351" y="146158"/>
                </a:cubicBezTo>
                <a:lnTo>
                  <a:pt x="58467" y="181051"/>
                </a:lnTo>
                <a:lnTo>
                  <a:pt x="149623" y="181051"/>
                </a:lnTo>
                <a:cubicBezTo>
                  <a:pt x="151717" y="181051"/>
                  <a:pt x="153391" y="181682"/>
                  <a:pt x="154652" y="182935"/>
                </a:cubicBezTo>
                <a:cubicBezTo>
                  <a:pt x="156116" y="184407"/>
                  <a:pt x="156847" y="186181"/>
                  <a:pt x="156847" y="188284"/>
                </a:cubicBezTo>
                <a:cubicBezTo>
                  <a:pt x="156847" y="190168"/>
                  <a:pt x="156116" y="191841"/>
                  <a:pt x="154652" y="193313"/>
                </a:cubicBezTo>
                <a:cubicBezTo>
                  <a:pt x="153391" y="194566"/>
                  <a:pt x="151717" y="195197"/>
                  <a:pt x="149623" y="195197"/>
                </a:cubicBezTo>
                <a:lnTo>
                  <a:pt x="58467" y="195197"/>
                </a:lnTo>
                <a:close/>
                <a:moveTo>
                  <a:pt x="243285" y="120701"/>
                </a:moveTo>
                <a:lnTo>
                  <a:pt x="152138" y="120701"/>
                </a:lnTo>
                <a:cubicBezTo>
                  <a:pt x="150035" y="120701"/>
                  <a:pt x="148361" y="119969"/>
                  <a:pt x="147109" y="118497"/>
                </a:cubicBezTo>
                <a:cubicBezTo>
                  <a:pt x="145636" y="117244"/>
                  <a:pt x="144905" y="115571"/>
                  <a:pt x="144905" y="113468"/>
                </a:cubicBezTo>
                <a:cubicBezTo>
                  <a:pt x="144905" y="111374"/>
                  <a:pt x="145636" y="109701"/>
                  <a:pt x="147109" y="108439"/>
                </a:cubicBezTo>
                <a:cubicBezTo>
                  <a:pt x="148361" y="106976"/>
                  <a:pt x="150035" y="106244"/>
                  <a:pt x="152138" y="106244"/>
                </a:cubicBezTo>
                <a:lnTo>
                  <a:pt x="243285" y="106244"/>
                </a:lnTo>
                <a:lnTo>
                  <a:pt x="208401" y="71671"/>
                </a:lnTo>
                <a:cubicBezTo>
                  <a:pt x="206929" y="70198"/>
                  <a:pt x="206197" y="68525"/>
                  <a:pt x="206197" y="66641"/>
                </a:cubicBezTo>
                <a:cubicBezTo>
                  <a:pt x="206197" y="64749"/>
                  <a:pt x="206929" y="63075"/>
                  <a:pt x="208401" y="61612"/>
                </a:cubicBezTo>
                <a:cubicBezTo>
                  <a:pt x="209864" y="60140"/>
                  <a:pt x="211537" y="59409"/>
                  <a:pt x="213430" y="59409"/>
                </a:cubicBezTo>
                <a:cubicBezTo>
                  <a:pt x="215314" y="59409"/>
                  <a:pt x="216987" y="60140"/>
                  <a:pt x="218459" y="61612"/>
                </a:cubicBezTo>
                <a:lnTo>
                  <a:pt x="264033" y="107186"/>
                </a:lnTo>
                <a:cubicBezTo>
                  <a:pt x="264874" y="108027"/>
                  <a:pt x="265606" y="108969"/>
                  <a:pt x="266237" y="110011"/>
                </a:cubicBezTo>
                <a:cubicBezTo>
                  <a:pt x="266648" y="111063"/>
                  <a:pt x="266858" y="112215"/>
                  <a:pt x="266858" y="113468"/>
                </a:cubicBezTo>
                <a:cubicBezTo>
                  <a:pt x="266858" y="114730"/>
                  <a:pt x="266648" y="115882"/>
                  <a:pt x="266237" y="116933"/>
                </a:cubicBezTo>
                <a:cubicBezTo>
                  <a:pt x="265606" y="117976"/>
                  <a:pt x="264874" y="118918"/>
                  <a:pt x="264033" y="119759"/>
                </a:cubicBezTo>
                <a:lnTo>
                  <a:pt x="218459" y="165333"/>
                </a:lnTo>
                <a:cubicBezTo>
                  <a:pt x="216987" y="166805"/>
                  <a:pt x="215314" y="167536"/>
                  <a:pt x="213430" y="167536"/>
                </a:cubicBezTo>
                <a:cubicBezTo>
                  <a:pt x="211537" y="167536"/>
                  <a:pt x="209864" y="166805"/>
                  <a:pt x="208401" y="165333"/>
                </a:cubicBezTo>
                <a:cubicBezTo>
                  <a:pt x="206929" y="163870"/>
                  <a:pt x="206197" y="162196"/>
                  <a:pt x="206197" y="160303"/>
                </a:cubicBezTo>
                <a:cubicBezTo>
                  <a:pt x="206197" y="158420"/>
                  <a:pt x="206929" y="156746"/>
                  <a:pt x="208401" y="155274"/>
                </a:cubicBezTo>
                <a:lnTo>
                  <a:pt x="243285" y="120701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4" name="圖說"/>
          <p:cNvSpPr/>
          <p:nvPr/>
        </p:nvSpPr>
        <p:spPr>
          <a:xfrm>
            <a:off x="8296443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</a:t>
            </a:r>
            <a:endParaRPr lang="en-US" sz="750" dirty="0"/>
          </a:p>
        </p:txBody>
      </p:sp>
      <p:sp>
        <p:nvSpPr>
          <p:cNvPr id="195" name="圖示 分流"/>
          <p:cNvSpPr/>
          <p:nvPr/>
        </p:nvSpPr>
        <p:spPr>
          <a:xfrm>
            <a:off x="8995936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3643" y="263091"/>
                </a:moveTo>
                <a:lnTo>
                  <a:pt x="143643" y="215625"/>
                </a:lnTo>
                <a:cubicBezTo>
                  <a:pt x="143643" y="205356"/>
                  <a:pt x="142079" y="196770"/>
                  <a:pt x="138934" y="189857"/>
                </a:cubicBezTo>
                <a:cubicBezTo>
                  <a:pt x="135578" y="183145"/>
                  <a:pt x="130448" y="176443"/>
                  <a:pt x="123526" y="169740"/>
                </a:cubicBezTo>
                <a:lnTo>
                  <a:pt x="133905" y="159682"/>
                </a:lnTo>
                <a:cubicBezTo>
                  <a:pt x="136630" y="162196"/>
                  <a:pt x="139665" y="165543"/>
                  <a:pt x="143021" y="169740"/>
                </a:cubicBezTo>
                <a:cubicBezTo>
                  <a:pt x="146158" y="173928"/>
                  <a:pt x="148782" y="178015"/>
                  <a:pt x="150876" y="181993"/>
                </a:cubicBezTo>
                <a:cubicBezTo>
                  <a:pt x="154022" y="176333"/>
                  <a:pt x="157478" y="171304"/>
                  <a:pt x="161245" y="166905"/>
                </a:cubicBezTo>
                <a:cubicBezTo>
                  <a:pt x="165232" y="162297"/>
                  <a:pt x="169109" y="158420"/>
                  <a:pt x="172876" y="155274"/>
                </a:cubicBezTo>
                <a:cubicBezTo>
                  <a:pt x="185029" y="145006"/>
                  <a:pt x="193835" y="132542"/>
                  <a:pt x="199284" y="117875"/>
                </a:cubicBezTo>
                <a:cubicBezTo>
                  <a:pt x="204944" y="102998"/>
                  <a:pt x="207139" y="83293"/>
                  <a:pt x="205886" y="58778"/>
                </a:cubicBezTo>
                <a:lnTo>
                  <a:pt x="181993" y="82671"/>
                </a:lnTo>
                <a:cubicBezTo>
                  <a:pt x="180530" y="84134"/>
                  <a:pt x="178847" y="84865"/>
                  <a:pt x="176964" y="84865"/>
                </a:cubicBezTo>
                <a:cubicBezTo>
                  <a:pt x="175080" y="84865"/>
                  <a:pt x="173407" y="84134"/>
                  <a:pt x="171935" y="82671"/>
                </a:cubicBezTo>
                <a:cubicBezTo>
                  <a:pt x="170472" y="81409"/>
                  <a:pt x="169740" y="79836"/>
                  <a:pt x="169740" y="77953"/>
                </a:cubicBezTo>
                <a:cubicBezTo>
                  <a:pt x="169740" y="76069"/>
                  <a:pt x="170472" y="74386"/>
                  <a:pt x="171935" y="72923"/>
                </a:cubicBezTo>
                <a:lnTo>
                  <a:pt x="207139" y="37719"/>
                </a:lnTo>
                <a:cubicBezTo>
                  <a:pt x="207980" y="36878"/>
                  <a:pt x="208922" y="36146"/>
                  <a:pt x="209974" y="35515"/>
                </a:cubicBezTo>
                <a:cubicBezTo>
                  <a:pt x="211016" y="35104"/>
                  <a:pt x="212168" y="34894"/>
                  <a:pt x="213430" y="34894"/>
                </a:cubicBezTo>
                <a:cubicBezTo>
                  <a:pt x="214473" y="34894"/>
                  <a:pt x="215524" y="35104"/>
                  <a:pt x="216566" y="35515"/>
                </a:cubicBezTo>
                <a:cubicBezTo>
                  <a:pt x="217618" y="36146"/>
                  <a:pt x="218670" y="36878"/>
                  <a:pt x="219712" y="37719"/>
                </a:cubicBezTo>
                <a:lnTo>
                  <a:pt x="254606" y="72923"/>
                </a:lnTo>
                <a:cubicBezTo>
                  <a:pt x="256069" y="74185"/>
                  <a:pt x="256800" y="75859"/>
                  <a:pt x="256800" y="77953"/>
                </a:cubicBezTo>
                <a:cubicBezTo>
                  <a:pt x="256800" y="79836"/>
                  <a:pt x="256069" y="81409"/>
                  <a:pt x="254606" y="82671"/>
                </a:cubicBezTo>
                <a:cubicBezTo>
                  <a:pt x="253133" y="84134"/>
                  <a:pt x="251460" y="84865"/>
                  <a:pt x="249576" y="84865"/>
                </a:cubicBezTo>
                <a:cubicBezTo>
                  <a:pt x="247693" y="84865"/>
                  <a:pt x="246010" y="84134"/>
                  <a:pt x="244547" y="82671"/>
                </a:cubicBezTo>
                <a:lnTo>
                  <a:pt x="220343" y="58467"/>
                </a:lnTo>
                <a:cubicBezTo>
                  <a:pt x="221385" y="84865"/>
                  <a:pt x="218981" y="106034"/>
                  <a:pt x="213110" y="121963"/>
                </a:cubicBezTo>
                <a:cubicBezTo>
                  <a:pt x="207038" y="138093"/>
                  <a:pt x="196770" y="152760"/>
                  <a:pt x="182313" y="165964"/>
                </a:cubicBezTo>
                <a:cubicBezTo>
                  <a:pt x="173507" y="173928"/>
                  <a:pt x="167326" y="181362"/>
                  <a:pt x="163760" y="188284"/>
                </a:cubicBezTo>
                <a:cubicBezTo>
                  <a:pt x="159993" y="195197"/>
                  <a:pt x="158109" y="204314"/>
                  <a:pt x="158109" y="215625"/>
                </a:cubicBezTo>
                <a:lnTo>
                  <a:pt x="158109" y="263091"/>
                </a:lnTo>
                <a:cubicBezTo>
                  <a:pt x="158109" y="265185"/>
                  <a:pt x="157368" y="266968"/>
                  <a:pt x="155905" y="268431"/>
                </a:cubicBezTo>
                <a:cubicBezTo>
                  <a:pt x="154652" y="269693"/>
                  <a:pt x="152970" y="270324"/>
                  <a:pt x="150876" y="270324"/>
                </a:cubicBezTo>
                <a:cubicBezTo>
                  <a:pt x="148782" y="270324"/>
                  <a:pt x="147109" y="269693"/>
                  <a:pt x="145847" y="268431"/>
                </a:cubicBezTo>
                <a:cubicBezTo>
                  <a:pt x="144384" y="266968"/>
                  <a:pt x="143643" y="265185"/>
                  <a:pt x="143643" y="263091"/>
                </a:cubicBezTo>
                <a:close/>
                <a:moveTo>
                  <a:pt x="83613" y="101846"/>
                </a:moveTo>
                <a:cubicBezTo>
                  <a:pt x="82771" y="97859"/>
                  <a:pt x="82141" y="91888"/>
                  <a:pt x="81729" y="83924"/>
                </a:cubicBezTo>
                <a:cubicBezTo>
                  <a:pt x="81098" y="75959"/>
                  <a:pt x="80888" y="67583"/>
                  <a:pt x="81098" y="58778"/>
                </a:cubicBezTo>
                <a:lnTo>
                  <a:pt x="57205" y="82671"/>
                </a:lnTo>
                <a:cubicBezTo>
                  <a:pt x="55742" y="84134"/>
                  <a:pt x="54068" y="84865"/>
                  <a:pt x="52176" y="84865"/>
                </a:cubicBezTo>
                <a:cubicBezTo>
                  <a:pt x="50292" y="84865"/>
                  <a:pt x="48619" y="84134"/>
                  <a:pt x="47146" y="82671"/>
                </a:cubicBezTo>
                <a:cubicBezTo>
                  <a:pt x="45683" y="81409"/>
                  <a:pt x="44952" y="79836"/>
                  <a:pt x="44952" y="77953"/>
                </a:cubicBezTo>
                <a:cubicBezTo>
                  <a:pt x="44952" y="76069"/>
                  <a:pt x="45683" y="74386"/>
                  <a:pt x="47146" y="72923"/>
                </a:cubicBezTo>
                <a:lnTo>
                  <a:pt x="82040" y="37719"/>
                </a:lnTo>
                <a:cubicBezTo>
                  <a:pt x="83082" y="36878"/>
                  <a:pt x="84134" y="36146"/>
                  <a:pt x="85186" y="35515"/>
                </a:cubicBezTo>
                <a:cubicBezTo>
                  <a:pt x="86228" y="35104"/>
                  <a:pt x="87279" y="34894"/>
                  <a:pt x="88322" y="34894"/>
                </a:cubicBezTo>
                <a:cubicBezTo>
                  <a:pt x="89584" y="34894"/>
                  <a:pt x="90736" y="35104"/>
                  <a:pt x="91787" y="35515"/>
                </a:cubicBezTo>
                <a:cubicBezTo>
                  <a:pt x="92830" y="36146"/>
                  <a:pt x="93881" y="36878"/>
                  <a:pt x="94924" y="37719"/>
                </a:cubicBezTo>
                <a:lnTo>
                  <a:pt x="129817" y="72923"/>
                </a:lnTo>
                <a:cubicBezTo>
                  <a:pt x="131280" y="74185"/>
                  <a:pt x="132021" y="75859"/>
                  <a:pt x="132021" y="77953"/>
                </a:cubicBezTo>
                <a:cubicBezTo>
                  <a:pt x="132021" y="79836"/>
                  <a:pt x="131280" y="81409"/>
                  <a:pt x="129817" y="82671"/>
                </a:cubicBezTo>
                <a:cubicBezTo>
                  <a:pt x="128345" y="84134"/>
                  <a:pt x="126672" y="84865"/>
                  <a:pt x="124788" y="84865"/>
                </a:cubicBezTo>
                <a:cubicBezTo>
                  <a:pt x="122905" y="84865"/>
                  <a:pt x="121222" y="84134"/>
                  <a:pt x="119759" y="82671"/>
                </a:cubicBezTo>
                <a:lnTo>
                  <a:pt x="95866" y="58778"/>
                </a:lnTo>
                <a:cubicBezTo>
                  <a:pt x="95454" y="66952"/>
                  <a:pt x="95344" y="74496"/>
                  <a:pt x="95555" y="81409"/>
                </a:cubicBezTo>
                <a:cubicBezTo>
                  <a:pt x="95975" y="88112"/>
                  <a:pt x="96606" y="93772"/>
                  <a:pt x="97438" y="98380"/>
                </a:cubicBezTo>
                <a:lnTo>
                  <a:pt x="83613" y="101846"/>
                </a:lnTo>
                <a:close/>
                <a:moveTo>
                  <a:pt x="108439" y="154963"/>
                </a:moveTo>
                <a:cubicBezTo>
                  <a:pt x="105092" y="151187"/>
                  <a:pt x="101526" y="146267"/>
                  <a:pt x="97759" y="140187"/>
                </a:cubicBezTo>
                <a:cubicBezTo>
                  <a:pt x="93772" y="134325"/>
                  <a:pt x="90836" y="128455"/>
                  <a:pt x="88953" y="122584"/>
                </a:cubicBezTo>
                <a:lnTo>
                  <a:pt x="103099" y="118817"/>
                </a:lnTo>
                <a:cubicBezTo>
                  <a:pt x="104772" y="123426"/>
                  <a:pt x="106976" y="128144"/>
                  <a:pt x="109701" y="132963"/>
                </a:cubicBezTo>
                <a:cubicBezTo>
                  <a:pt x="112636" y="137782"/>
                  <a:pt x="115571" y="141759"/>
                  <a:pt x="118497" y="144905"/>
                </a:cubicBezTo>
                <a:lnTo>
                  <a:pt x="108439" y="154963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6" name="圖說"/>
          <p:cNvSpPr/>
          <p:nvPr/>
        </p:nvSpPr>
        <p:spPr>
          <a:xfrm>
            <a:off x="8851163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分流</a:t>
            </a:r>
            <a:endParaRPr lang="en-US" sz="750" dirty="0"/>
          </a:p>
        </p:txBody>
      </p:sp>
      <p:sp>
        <p:nvSpPr>
          <p:cNvPr id="197" name="圖示 分歧"/>
          <p:cNvSpPr/>
          <p:nvPr/>
        </p:nvSpPr>
        <p:spPr>
          <a:xfrm>
            <a:off x="9550657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0720" y="80778"/>
                </a:moveTo>
                <a:lnTo>
                  <a:pt x="70720" y="115041"/>
                </a:lnTo>
                <a:cubicBezTo>
                  <a:pt x="70720" y="117135"/>
                  <a:pt x="70098" y="118817"/>
                  <a:pt x="68836" y="120070"/>
                </a:cubicBezTo>
                <a:cubicBezTo>
                  <a:pt x="67373" y="121542"/>
                  <a:pt x="65690" y="122274"/>
                  <a:pt x="63807" y="122274"/>
                </a:cubicBezTo>
                <a:cubicBezTo>
                  <a:pt x="61713" y="122274"/>
                  <a:pt x="59930" y="121542"/>
                  <a:pt x="58467" y="120070"/>
                </a:cubicBezTo>
                <a:cubicBezTo>
                  <a:pt x="57205" y="118817"/>
                  <a:pt x="56583" y="117135"/>
                  <a:pt x="56583" y="115041"/>
                </a:cubicBezTo>
                <a:lnTo>
                  <a:pt x="56583" y="65690"/>
                </a:lnTo>
                <a:cubicBezTo>
                  <a:pt x="56583" y="62966"/>
                  <a:pt x="57415" y="60771"/>
                  <a:pt x="59098" y="59098"/>
                </a:cubicBezTo>
                <a:cubicBezTo>
                  <a:pt x="60771" y="57415"/>
                  <a:pt x="62966" y="56583"/>
                  <a:pt x="65690" y="56583"/>
                </a:cubicBezTo>
                <a:lnTo>
                  <a:pt x="115361" y="56583"/>
                </a:lnTo>
                <a:cubicBezTo>
                  <a:pt x="117244" y="56583"/>
                  <a:pt x="118918" y="57315"/>
                  <a:pt x="120390" y="58778"/>
                </a:cubicBezTo>
                <a:cubicBezTo>
                  <a:pt x="121643" y="60040"/>
                  <a:pt x="122274" y="61713"/>
                  <a:pt x="122274" y="63807"/>
                </a:cubicBezTo>
                <a:cubicBezTo>
                  <a:pt x="122274" y="65901"/>
                  <a:pt x="121643" y="67583"/>
                  <a:pt x="120390" y="68836"/>
                </a:cubicBezTo>
                <a:cubicBezTo>
                  <a:pt x="118918" y="70098"/>
                  <a:pt x="117244" y="70720"/>
                  <a:pt x="115361" y="70720"/>
                </a:cubicBezTo>
                <a:lnTo>
                  <a:pt x="81098" y="70720"/>
                </a:lnTo>
                <a:lnTo>
                  <a:pt x="153080" y="142701"/>
                </a:lnTo>
                <a:cubicBezTo>
                  <a:pt x="154543" y="144384"/>
                  <a:pt x="155805" y="146368"/>
                  <a:pt x="156847" y="148672"/>
                </a:cubicBezTo>
                <a:cubicBezTo>
                  <a:pt x="157899" y="150977"/>
                  <a:pt x="158420" y="153391"/>
                  <a:pt x="158420" y="155905"/>
                </a:cubicBezTo>
                <a:lnTo>
                  <a:pt x="158420" y="237945"/>
                </a:lnTo>
                <a:cubicBezTo>
                  <a:pt x="158420" y="240039"/>
                  <a:pt x="157789" y="241712"/>
                  <a:pt x="156536" y="242974"/>
                </a:cubicBezTo>
                <a:cubicBezTo>
                  <a:pt x="155064" y="244437"/>
                  <a:pt x="153290" y="245178"/>
                  <a:pt x="151187" y="245178"/>
                </a:cubicBezTo>
                <a:cubicBezTo>
                  <a:pt x="149303" y="245178"/>
                  <a:pt x="147630" y="244437"/>
                  <a:pt x="146158" y="242974"/>
                </a:cubicBezTo>
                <a:cubicBezTo>
                  <a:pt x="144905" y="241712"/>
                  <a:pt x="144274" y="240039"/>
                  <a:pt x="144274" y="237945"/>
                </a:cubicBezTo>
                <a:lnTo>
                  <a:pt x="144274" y="155905"/>
                </a:lnTo>
                <a:cubicBezTo>
                  <a:pt x="144274" y="155274"/>
                  <a:pt x="144173" y="154753"/>
                  <a:pt x="143963" y="154332"/>
                </a:cubicBezTo>
                <a:cubicBezTo>
                  <a:pt x="143753" y="153912"/>
                  <a:pt x="143433" y="153491"/>
                  <a:pt x="143021" y="153080"/>
                </a:cubicBezTo>
                <a:lnTo>
                  <a:pt x="70720" y="80778"/>
                </a:lnTo>
                <a:close/>
                <a:moveTo>
                  <a:pt x="231032" y="80778"/>
                </a:moveTo>
                <a:lnTo>
                  <a:pt x="180740" y="130759"/>
                </a:lnTo>
                <a:cubicBezTo>
                  <a:pt x="179268" y="132222"/>
                  <a:pt x="177595" y="132963"/>
                  <a:pt x="175711" y="132963"/>
                </a:cubicBezTo>
                <a:cubicBezTo>
                  <a:pt x="173818" y="132963"/>
                  <a:pt x="172145" y="132222"/>
                  <a:pt x="170682" y="130759"/>
                </a:cubicBezTo>
                <a:cubicBezTo>
                  <a:pt x="169210" y="129296"/>
                  <a:pt x="168478" y="127614"/>
                  <a:pt x="168478" y="125730"/>
                </a:cubicBezTo>
                <a:cubicBezTo>
                  <a:pt x="168478" y="123846"/>
                  <a:pt x="169210" y="122274"/>
                  <a:pt x="170682" y="121012"/>
                </a:cubicBezTo>
                <a:lnTo>
                  <a:pt x="220654" y="70720"/>
                </a:lnTo>
                <a:lnTo>
                  <a:pt x="186711" y="70720"/>
                </a:lnTo>
                <a:cubicBezTo>
                  <a:pt x="184617" y="70720"/>
                  <a:pt x="182935" y="70098"/>
                  <a:pt x="181682" y="68836"/>
                </a:cubicBezTo>
                <a:cubicBezTo>
                  <a:pt x="180210" y="67373"/>
                  <a:pt x="179478" y="65690"/>
                  <a:pt x="179478" y="63807"/>
                </a:cubicBezTo>
                <a:cubicBezTo>
                  <a:pt x="179478" y="61713"/>
                  <a:pt x="180210" y="59930"/>
                  <a:pt x="181682" y="58467"/>
                </a:cubicBezTo>
                <a:cubicBezTo>
                  <a:pt x="182935" y="57205"/>
                  <a:pt x="184617" y="56583"/>
                  <a:pt x="186711" y="56583"/>
                </a:cubicBezTo>
                <a:lnTo>
                  <a:pt x="236062" y="56583"/>
                </a:lnTo>
                <a:cubicBezTo>
                  <a:pt x="238786" y="56583"/>
                  <a:pt x="240981" y="57415"/>
                  <a:pt x="242663" y="59098"/>
                </a:cubicBezTo>
                <a:cubicBezTo>
                  <a:pt x="244337" y="60771"/>
                  <a:pt x="245178" y="62966"/>
                  <a:pt x="245178" y="65690"/>
                </a:cubicBezTo>
                <a:lnTo>
                  <a:pt x="245178" y="115041"/>
                </a:lnTo>
                <a:cubicBezTo>
                  <a:pt x="245178" y="117135"/>
                  <a:pt x="244437" y="118817"/>
                  <a:pt x="242974" y="120070"/>
                </a:cubicBezTo>
                <a:cubicBezTo>
                  <a:pt x="241712" y="121542"/>
                  <a:pt x="240039" y="122274"/>
                  <a:pt x="237945" y="122274"/>
                </a:cubicBezTo>
                <a:cubicBezTo>
                  <a:pt x="235851" y="122274"/>
                  <a:pt x="234169" y="121542"/>
                  <a:pt x="232916" y="120070"/>
                </a:cubicBezTo>
                <a:cubicBezTo>
                  <a:pt x="231654" y="118817"/>
                  <a:pt x="231032" y="117135"/>
                  <a:pt x="231032" y="115041"/>
                </a:cubicBezTo>
                <a:lnTo>
                  <a:pt x="231032" y="80778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8" name="圖說"/>
          <p:cNvSpPr/>
          <p:nvPr/>
        </p:nvSpPr>
        <p:spPr>
          <a:xfrm>
            <a:off x="9405884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分歧</a:t>
            </a:r>
            <a:endParaRPr lang="en-US" sz="750" dirty="0"/>
          </a:p>
        </p:txBody>
      </p:sp>
      <p:sp>
        <p:nvSpPr>
          <p:cNvPr id="199" name="圖示 合併"/>
          <p:cNvSpPr/>
          <p:nvPr/>
        </p:nvSpPr>
        <p:spPr>
          <a:xfrm>
            <a:off x="10105377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187342"/>
                </a:moveTo>
                <a:lnTo>
                  <a:pt x="85496" y="252722"/>
                </a:lnTo>
                <a:cubicBezTo>
                  <a:pt x="84033" y="254185"/>
                  <a:pt x="82351" y="254916"/>
                  <a:pt x="80467" y="254916"/>
                </a:cubicBezTo>
                <a:cubicBezTo>
                  <a:pt x="78584" y="254916"/>
                  <a:pt x="76901" y="254185"/>
                  <a:pt x="75438" y="252722"/>
                </a:cubicBezTo>
                <a:cubicBezTo>
                  <a:pt x="74185" y="251250"/>
                  <a:pt x="73554" y="249576"/>
                  <a:pt x="73554" y="247693"/>
                </a:cubicBezTo>
                <a:cubicBezTo>
                  <a:pt x="73554" y="245800"/>
                  <a:pt x="74185" y="244127"/>
                  <a:pt x="75438" y="242663"/>
                </a:cubicBezTo>
                <a:lnTo>
                  <a:pt x="131070" y="187342"/>
                </a:lnTo>
                <a:cubicBezTo>
                  <a:pt x="136310" y="182103"/>
                  <a:pt x="139766" y="177595"/>
                  <a:pt x="141449" y="173818"/>
                </a:cubicBezTo>
                <a:cubicBezTo>
                  <a:pt x="142912" y="169841"/>
                  <a:pt x="143643" y="163760"/>
                  <a:pt x="143643" y="155594"/>
                </a:cubicBezTo>
                <a:lnTo>
                  <a:pt x="143643" y="71040"/>
                </a:lnTo>
                <a:lnTo>
                  <a:pt x="119128" y="95244"/>
                </a:lnTo>
                <a:cubicBezTo>
                  <a:pt x="117875" y="96707"/>
                  <a:pt x="116303" y="97438"/>
                  <a:pt x="114419" y="97438"/>
                </a:cubicBezTo>
                <a:cubicBezTo>
                  <a:pt x="112526" y="97438"/>
                  <a:pt x="110853" y="96707"/>
                  <a:pt x="109390" y="95244"/>
                </a:cubicBezTo>
                <a:cubicBezTo>
                  <a:pt x="108128" y="93982"/>
                  <a:pt x="107497" y="92409"/>
                  <a:pt x="107497" y="90526"/>
                </a:cubicBezTo>
                <a:cubicBezTo>
                  <a:pt x="107497" y="88642"/>
                  <a:pt x="108128" y="86959"/>
                  <a:pt x="109390" y="85496"/>
                </a:cubicBezTo>
                <a:lnTo>
                  <a:pt x="144594" y="50292"/>
                </a:lnTo>
                <a:cubicBezTo>
                  <a:pt x="146267" y="48619"/>
                  <a:pt x="148361" y="47777"/>
                  <a:pt x="150876" y="47777"/>
                </a:cubicBezTo>
                <a:cubicBezTo>
                  <a:pt x="153391" y="47777"/>
                  <a:pt x="155485" y="48619"/>
                  <a:pt x="157167" y="50292"/>
                </a:cubicBezTo>
                <a:lnTo>
                  <a:pt x="192371" y="85496"/>
                </a:lnTo>
                <a:cubicBezTo>
                  <a:pt x="193835" y="86959"/>
                  <a:pt x="194566" y="88642"/>
                  <a:pt x="194566" y="90526"/>
                </a:cubicBezTo>
                <a:cubicBezTo>
                  <a:pt x="194566" y="92409"/>
                  <a:pt x="193835" y="93982"/>
                  <a:pt x="192371" y="95244"/>
                </a:cubicBezTo>
                <a:cubicBezTo>
                  <a:pt x="190899" y="96707"/>
                  <a:pt x="189226" y="97438"/>
                  <a:pt x="187342" y="97438"/>
                </a:cubicBezTo>
                <a:cubicBezTo>
                  <a:pt x="185449" y="97438"/>
                  <a:pt x="183877" y="96707"/>
                  <a:pt x="182624" y="95244"/>
                </a:cubicBezTo>
                <a:lnTo>
                  <a:pt x="158109" y="71040"/>
                </a:lnTo>
                <a:lnTo>
                  <a:pt x="158109" y="155594"/>
                </a:lnTo>
                <a:cubicBezTo>
                  <a:pt x="158109" y="163760"/>
                  <a:pt x="158941" y="169841"/>
                  <a:pt x="160624" y="173818"/>
                </a:cubicBezTo>
                <a:cubicBezTo>
                  <a:pt x="162297" y="177805"/>
                  <a:pt x="165753" y="182414"/>
                  <a:pt x="170993" y="187653"/>
                </a:cubicBezTo>
                <a:lnTo>
                  <a:pt x="226314" y="242974"/>
                </a:lnTo>
                <a:cubicBezTo>
                  <a:pt x="227777" y="244227"/>
                  <a:pt x="228518" y="245800"/>
                  <a:pt x="228518" y="247693"/>
                </a:cubicBezTo>
                <a:cubicBezTo>
                  <a:pt x="228518" y="249576"/>
                  <a:pt x="227777" y="251250"/>
                  <a:pt x="226314" y="252722"/>
                </a:cubicBezTo>
                <a:cubicBezTo>
                  <a:pt x="224851" y="254185"/>
                  <a:pt x="223168" y="254916"/>
                  <a:pt x="221285" y="254916"/>
                </a:cubicBezTo>
                <a:cubicBezTo>
                  <a:pt x="219401" y="254916"/>
                  <a:pt x="217719" y="254185"/>
                  <a:pt x="216256" y="252722"/>
                </a:cubicBezTo>
                <a:lnTo>
                  <a:pt x="150876" y="187342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" name="圖說"/>
          <p:cNvSpPr/>
          <p:nvPr/>
        </p:nvSpPr>
        <p:spPr>
          <a:xfrm>
            <a:off x="9960605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</a:t>
            </a:r>
            <a:endParaRPr lang="en-US" sz="750" dirty="0"/>
          </a:p>
        </p:txBody>
      </p:sp>
      <p:sp>
        <p:nvSpPr>
          <p:cNvPr id="201" name="圖示 路徑"/>
          <p:cNvSpPr/>
          <p:nvPr/>
        </p:nvSpPr>
        <p:spPr>
          <a:xfrm>
            <a:off x="10660098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9525" y="247373"/>
                </a:moveTo>
                <a:cubicBezTo>
                  <a:pt x="70509" y="238366"/>
                  <a:pt x="66011" y="227466"/>
                  <a:pt x="66011" y="214683"/>
                </a:cubicBezTo>
                <a:lnTo>
                  <a:pt x="66011" y="104982"/>
                </a:lnTo>
                <a:cubicBezTo>
                  <a:pt x="58677" y="102257"/>
                  <a:pt x="52706" y="98069"/>
                  <a:pt x="48088" y="92409"/>
                </a:cubicBezTo>
                <a:cubicBezTo>
                  <a:pt x="43269" y="86758"/>
                  <a:pt x="40865" y="80367"/>
                  <a:pt x="40865" y="73234"/>
                </a:cubicBezTo>
                <a:cubicBezTo>
                  <a:pt x="40865" y="64227"/>
                  <a:pt x="44010" y="56583"/>
                  <a:pt x="50292" y="50292"/>
                </a:cubicBezTo>
                <a:cubicBezTo>
                  <a:pt x="56583" y="44010"/>
                  <a:pt x="64227" y="40865"/>
                  <a:pt x="73234" y="40865"/>
                </a:cubicBezTo>
                <a:cubicBezTo>
                  <a:pt x="82250" y="40865"/>
                  <a:pt x="89895" y="44010"/>
                  <a:pt x="96186" y="50292"/>
                </a:cubicBezTo>
                <a:cubicBezTo>
                  <a:pt x="102257" y="56583"/>
                  <a:pt x="105302" y="64227"/>
                  <a:pt x="105302" y="73234"/>
                </a:cubicBezTo>
                <a:cubicBezTo>
                  <a:pt x="105302" y="80156"/>
                  <a:pt x="102998" y="86438"/>
                  <a:pt x="98380" y="92098"/>
                </a:cubicBezTo>
                <a:cubicBezTo>
                  <a:pt x="93561" y="97969"/>
                  <a:pt x="87490" y="102257"/>
                  <a:pt x="80156" y="104982"/>
                </a:cubicBezTo>
                <a:lnTo>
                  <a:pt x="80156" y="214683"/>
                </a:lnTo>
                <a:cubicBezTo>
                  <a:pt x="80156" y="223489"/>
                  <a:pt x="83293" y="231032"/>
                  <a:pt x="89584" y="237314"/>
                </a:cubicBezTo>
                <a:cubicBezTo>
                  <a:pt x="95655" y="243605"/>
                  <a:pt x="103199" y="246742"/>
                  <a:pt x="112215" y="246742"/>
                </a:cubicBezTo>
                <a:cubicBezTo>
                  <a:pt x="121012" y="246742"/>
                  <a:pt x="128455" y="243605"/>
                  <a:pt x="134536" y="237314"/>
                </a:cubicBezTo>
                <a:cubicBezTo>
                  <a:pt x="140607" y="231032"/>
                  <a:pt x="143643" y="223489"/>
                  <a:pt x="143643" y="214683"/>
                </a:cubicBezTo>
                <a:lnTo>
                  <a:pt x="143643" y="86758"/>
                </a:lnTo>
                <a:cubicBezTo>
                  <a:pt x="143643" y="73975"/>
                  <a:pt x="148151" y="63176"/>
                  <a:pt x="157167" y="54379"/>
                </a:cubicBezTo>
                <a:cubicBezTo>
                  <a:pt x="165964" y="45363"/>
                  <a:pt x="176863" y="40865"/>
                  <a:pt x="189857" y="40865"/>
                </a:cubicBezTo>
                <a:cubicBezTo>
                  <a:pt x="202631" y="40865"/>
                  <a:pt x="213531" y="45363"/>
                  <a:pt x="222547" y="54379"/>
                </a:cubicBezTo>
                <a:cubicBezTo>
                  <a:pt x="231343" y="63176"/>
                  <a:pt x="235741" y="73975"/>
                  <a:pt x="235741" y="86758"/>
                </a:cubicBezTo>
                <a:lnTo>
                  <a:pt x="235741" y="196770"/>
                </a:lnTo>
                <a:cubicBezTo>
                  <a:pt x="243075" y="199495"/>
                  <a:pt x="249156" y="203683"/>
                  <a:pt x="253975" y="209343"/>
                </a:cubicBezTo>
                <a:cubicBezTo>
                  <a:pt x="258583" y="215003"/>
                  <a:pt x="260887" y="221385"/>
                  <a:pt x="260887" y="228518"/>
                </a:cubicBezTo>
                <a:cubicBezTo>
                  <a:pt x="260887" y="237525"/>
                  <a:pt x="257751" y="245178"/>
                  <a:pt x="251460" y="251460"/>
                </a:cubicBezTo>
                <a:cubicBezTo>
                  <a:pt x="245178" y="257751"/>
                  <a:pt x="237525" y="260887"/>
                  <a:pt x="228518" y="260887"/>
                </a:cubicBezTo>
                <a:cubicBezTo>
                  <a:pt x="219712" y="260887"/>
                  <a:pt x="212168" y="257751"/>
                  <a:pt x="205886" y="251460"/>
                </a:cubicBezTo>
                <a:cubicBezTo>
                  <a:pt x="199595" y="245178"/>
                  <a:pt x="196450" y="237525"/>
                  <a:pt x="196450" y="228518"/>
                </a:cubicBezTo>
                <a:cubicBezTo>
                  <a:pt x="196450" y="221385"/>
                  <a:pt x="198754" y="215003"/>
                  <a:pt x="203372" y="209343"/>
                </a:cubicBezTo>
                <a:cubicBezTo>
                  <a:pt x="208191" y="203472"/>
                  <a:pt x="214262" y="199284"/>
                  <a:pt x="221596" y="196770"/>
                </a:cubicBezTo>
                <a:lnTo>
                  <a:pt x="221596" y="86758"/>
                </a:lnTo>
                <a:cubicBezTo>
                  <a:pt x="221596" y="77953"/>
                  <a:pt x="218459" y="70509"/>
                  <a:pt x="212168" y="64438"/>
                </a:cubicBezTo>
                <a:cubicBezTo>
                  <a:pt x="206097" y="58147"/>
                  <a:pt x="198653" y="55010"/>
                  <a:pt x="189857" y="55010"/>
                </a:cubicBezTo>
                <a:cubicBezTo>
                  <a:pt x="181051" y="55010"/>
                  <a:pt x="173507" y="58147"/>
                  <a:pt x="167225" y="64438"/>
                </a:cubicBezTo>
                <a:cubicBezTo>
                  <a:pt x="161145" y="70509"/>
                  <a:pt x="158109" y="77953"/>
                  <a:pt x="158109" y="86758"/>
                </a:cubicBezTo>
                <a:lnTo>
                  <a:pt x="158109" y="214683"/>
                </a:lnTo>
                <a:cubicBezTo>
                  <a:pt x="158109" y="227466"/>
                  <a:pt x="153601" y="238366"/>
                  <a:pt x="144594" y="247373"/>
                </a:cubicBezTo>
                <a:cubicBezTo>
                  <a:pt x="135788" y="256389"/>
                  <a:pt x="124889" y="260887"/>
                  <a:pt x="111904" y="260887"/>
                </a:cubicBezTo>
                <a:cubicBezTo>
                  <a:pt x="99121" y="260887"/>
                  <a:pt x="88322" y="256389"/>
                  <a:pt x="79525" y="247373"/>
                </a:cubicBezTo>
                <a:close/>
                <a:moveTo>
                  <a:pt x="73234" y="91157"/>
                </a:moveTo>
                <a:cubicBezTo>
                  <a:pt x="78263" y="91157"/>
                  <a:pt x="82461" y="89373"/>
                  <a:pt x="85807" y="85807"/>
                </a:cubicBezTo>
                <a:cubicBezTo>
                  <a:pt x="89373" y="82250"/>
                  <a:pt x="91157" y="77953"/>
                  <a:pt x="91157" y="72923"/>
                </a:cubicBezTo>
                <a:cubicBezTo>
                  <a:pt x="91157" y="68105"/>
                  <a:pt x="89474" y="63917"/>
                  <a:pt x="86127" y="60350"/>
                </a:cubicBezTo>
                <a:cubicBezTo>
                  <a:pt x="82561" y="56784"/>
                  <a:pt x="78263" y="55010"/>
                  <a:pt x="73234" y="55010"/>
                </a:cubicBezTo>
                <a:cubicBezTo>
                  <a:pt x="68415" y="55010"/>
                  <a:pt x="64227" y="56784"/>
                  <a:pt x="60661" y="60350"/>
                </a:cubicBezTo>
                <a:cubicBezTo>
                  <a:pt x="56894" y="63706"/>
                  <a:pt x="55010" y="67995"/>
                  <a:pt x="55010" y="73234"/>
                </a:cubicBezTo>
                <a:cubicBezTo>
                  <a:pt x="55010" y="78053"/>
                  <a:pt x="56894" y="82250"/>
                  <a:pt x="60661" y="85807"/>
                </a:cubicBezTo>
                <a:cubicBezTo>
                  <a:pt x="64227" y="89373"/>
                  <a:pt x="68415" y="91157"/>
                  <a:pt x="73234" y="91157"/>
                </a:cubicBezTo>
                <a:close/>
                <a:moveTo>
                  <a:pt x="228829" y="246742"/>
                </a:moveTo>
                <a:cubicBezTo>
                  <a:pt x="233647" y="246742"/>
                  <a:pt x="237835" y="244968"/>
                  <a:pt x="241402" y="241402"/>
                </a:cubicBezTo>
                <a:cubicBezTo>
                  <a:pt x="244968" y="237634"/>
                  <a:pt x="246742" y="233337"/>
                  <a:pt x="246742" y="228518"/>
                </a:cubicBezTo>
                <a:cubicBezTo>
                  <a:pt x="246742" y="223489"/>
                  <a:pt x="244968" y="219291"/>
                  <a:pt x="241402" y="215945"/>
                </a:cubicBezTo>
                <a:cubicBezTo>
                  <a:pt x="238046" y="212379"/>
                  <a:pt x="233757" y="210595"/>
                  <a:pt x="228518" y="210595"/>
                </a:cubicBezTo>
                <a:cubicBezTo>
                  <a:pt x="223699" y="210595"/>
                  <a:pt x="219502" y="212278"/>
                  <a:pt x="215945" y="215625"/>
                </a:cubicBezTo>
                <a:cubicBezTo>
                  <a:pt x="212379" y="219191"/>
                  <a:pt x="210595" y="223489"/>
                  <a:pt x="210595" y="228518"/>
                </a:cubicBezTo>
                <a:cubicBezTo>
                  <a:pt x="210595" y="233337"/>
                  <a:pt x="212379" y="237634"/>
                  <a:pt x="215945" y="241402"/>
                </a:cubicBezTo>
                <a:cubicBezTo>
                  <a:pt x="219502" y="244968"/>
                  <a:pt x="223799" y="246742"/>
                  <a:pt x="228829" y="246742"/>
                </a:cubicBezTo>
                <a:close/>
                <a:moveTo>
                  <a:pt x="73234" y="73234"/>
                </a:moveTo>
                <a:close/>
                <a:moveTo>
                  <a:pt x="228518" y="228518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2" name="圖說"/>
          <p:cNvSpPr/>
          <p:nvPr/>
        </p:nvSpPr>
        <p:spPr>
          <a:xfrm>
            <a:off x="10515326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</a:t>
            </a:r>
            <a:endParaRPr lang="en-US" sz="750" dirty="0"/>
          </a:p>
        </p:txBody>
      </p:sp>
      <p:sp>
        <p:nvSpPr>
          <p:cNvPr id="203" name="圖示 付款"/>
          <p:cNvSpPr/>
          <p:nvPr/>
        </p:nvSpPr>
        <p:spPr>
          <a:xfrm>
            <a:off x="11214819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8167" y="164391"/>
                </a:moveTo>
                <a:cubicBezTo>
                  <a:pt x="159362" y="164391"/>
                  <a:pt x="151928" y="161355"/>
                  <a:pt x="145847" y="155274"/>
                </a:cubicBezTo>
                <a:cubicBezTo>
                  <a:pt x="139766" y="149203"/>
                  <a:pt x="136730" y="141759"/>
                  <a:pt x="136730" y="132963"/>
                </a:cubicBezTo>
                <a:cubicBezTo>
                  <a:pt x="136730" y="124157"/>
                  <a:pt x="139766" y="116723"/>
                  <a:pt x="145847" y="110642"/>
                </a:cubicBezTo>
                <a:cubicBezTo>
                  <a:pt x="151928" y="104562"/>
                  <a:pt x="159362" y="101526"/>
                  <a:pt x="168167" y="101526"/>
                </a:cubicBezTo>
                <a:cubicBezTo>
                  <a:pt x="176964" y="101526"/>
                  <a:pt x="184407" y="104562"/>
                  <a:pt x="190479" y="110642"/>
                </a:cubicBezTo>
                <a:cubicBezTo>
                  <a:pt x="196559" y="116723"/>
                  <a:pt x="199595" y="124157"/>
                  <a:pt x="199595" y="132963"/>
                </a:cubicBezTo>
                <a:cubicBezTo>
                  <a:pt x="199595" y="141759"/>
                  <a:pt x="196559" y="149203"/>
                  <a:pt x="190479" y="155274"/>
                </a:cubicBezTo>
                <a:cubicBezTo>
                  <a:pt x="184407" y="161355"/>
                  <a:pt x="176964" y="164391"/>
                  <a:pt x="168167" y="164391"/>
                </a:cubicBezTo>
                <a:close/>
                <a:moveTo>
                  <a:pt x="76069" y="208081"/>
                </a:moveTo>
                <a:cubicBezTo>
                  <a:pt x="71250" y="208081"/>
                  <a:pt x="67053" y="206197"/>
                  <a:pt x="63496" y="202430"/>
                </a:cubicBezTo>
                <a:cubicBezTo>
                  <a:pt x="59930" y="198864"/>
                  <a:pt x="58147" y="194676"/>
                  <a:pt x="58147" y="189857"/>
                </a:cubicBezTo>
                <a:lnTo>
                  <a:pt x="58147" y="76069"/>
                </a:lnTo>
                <a:cubicBezTo>
                  <a:pt x="58147" y="71250"/>
                  <a:pt x="59930" y="67053"/>
                  <a:pt x="63496" y="63496"/>
                </a:cubicBezTo>
                <a:cubicBezTo>
                  <a:pt x="67053" y="59930"/>
                  <a:pt x="71250" y="58147"/>
                  <a:pt x="76069" y="58147"/>
                </a:cubicBezTo>
                <a:lnTo>
                  <a:pt x="260266" y="58147"/>
                </a:lnTo>
                <a:cubicBezTo>
                  <a:pt x="265295" y="58147"/>
                  <a:pt x="269583" y="59930"/>
                  <a:pt x="273150" y="63496"/>
                </a:cubicBezTo>
                <a:cubicBezTo>
                  <a:pt x="276707" y="67053"/>
                  <a:pt x="278490" y="71250"/>
                  <a:pt x="278490" y="76069"/>
                </a:cubicBezTo>
                <a:lnTo>
                  <a:pt x="278490" y="189857"/>
                </a:lnTo>
                <a:cubicBezTo>
                  <a:pt x="278490" y="194676"/>
                  <a:pt x="276707" y="198864"/>
                  <a:pt x="273150" y="202430"/>
                </a:cubicBezTo>
                <a:cubicBezTo>
                  <a:pt x="269583" y="206197"/>
                  <a:pt x="265295" y="208081"/>
                  <a:pt x="260266" y="208081"/>
                </a:cubicBezTo>
                <a:lnTo>
                  <a:pt x="76069" y="208081"/>
                </a:lnTo>
                <a:close/>
                <a:moveTo>
                  <a:pt x="99642" y="193624"/>
                </a:moveTo>
                <a:lnTo>
                  <a:pt x="237003" y="193624"/>
                </a:lnTo>
                <a:cubicBezTo>
                  <a:pt x="237003" y="186080"/>
                  <a:pt x="239619" y="179689"/>
                  <a:pt x="244858" y="174449"/>
                </a:cubicBezTo>
                <a:cubicBezTo>
                  <a:pt x="250308" y="168999"/>
                  <a:pt x="256800" y="166274"/>
                  <a:pt x="264344" y="166274"/>
                </a:cubicBezTo>
                <a:lnTo>
                  <a:pt x="264344" y="99642"/>
                </a:lnTo>
                <a:cubicBezTo>
                  <a:pt x="256800" y="99642"/>
                  <a:pt x="250308" y="97018"/>
                  <a:pt x="244858" y="91787"/>
                </a:cubicBezTo>
                <a:cubicBezTo>
                  <a:pt x="239619" y="86338"/>
                  <a:pt x="237003" y="79836"/>
                  <a:pt x="237003" y="72292"/>
                </a:cubicBezTo>
                <a:lnTo>
                  <a:pt x="99642" y="72292"/>
                </a:lnTo>
                <a:cubicBezTo>
                  <a:pt x="99642" y="79836"/>
                  <a:pt x="97018" y="86338"/>
                  <a:pt x="91787" y="91787"/>
                </a:cubicBezTo>
                <a:cubicBezTo>
                  <a:pt x="86338" y="97018"/>
                  <a:pt x="79836" y="99642"/>
                  <a:pt x="72292" y="99642"/>
                </a:cubicBezTo>
                <a:lnTo>
                  <a:pt x="72292" y="166274"/>
                </a:lnTo>
                <a:cubicBezTo>
                  <a:pt x="79836" y="166274"/>
                  <a:pt x="86338" y="168999"/>
                  <a:pt x="91787" y="174449"/>
                </a:cubicBezTo>
                <a:cubicBezTo>
                  <a:pt x="97018" y="179689"/>
                  <a:pt x="99642" y="186080"/>
                  <a:pt x="99642" y="193624"/>
                </a:cubicBezTo>
                <a:close/>
                <a:moveTo>
                  <a:pt x="233858" y="242663"/>
                </a:moveTo>
                <a:lnTo>
                  <a:pt x="41495" y="242663"/>
                </a:lnTo>
                <a:cubicBezTo>
                  <a:pt x="36466" y="242663"/>
                  <a:pt x="32169" y="240880"/>
                  <a:pt x="28602" y="237314"/>
                </a:cubicBezTo>
                <a:cubicBezTo>
                  <a:pt x="25045" y="233757"/>
                  <a:pt x="23262" y="229560"/>
                  <a:pt x="23262" y="224741"/>
                </a:cubicBezTo>
                <a:lnTo>
                  <a:pt x="23262" y="102788"/>
                </a:lnTo>
                <a:cubicBezTo>
                  <a:pt x="23262" y="100685"/>
                  <a:pt x="23893" y="98911"/>
                  <a:pt x="25146" y="97438"/>
                </a:cubicBezTo>
                <a:cubicBezTo>
                  <a:pt x="26609" y="96186"/>
                  <a:pt x="28392" y="95555"/>
                  <a:pt x="30486" y="95555"/>
                </a:cubicBezTo>
                <a:cubicBezTo>
                  <a:pt x="32379" y="95555"/>
                  <a:pt x="34052" y="96186"/>
                  <a:pt x="35515" y="97438"/>
                </a:cubicBezTo>
                <a:cubicBezTo>
                  <a:pt x="36777" y="98911"/>
                  <a:pt x="37408" y="100685"/>
                  <a:pt x="37408" y="102788"/>
                </a:cubicBezTo>
                <a:lnTo>
                  <a:pt x="37408" y="224741"/>
                </a:lnTo>
                <a:cubicBezTo>
                  <a:pt x="37408" y="225582"/>
                  <a:pt x="37820" y="226415"/>
                  <a:pt x="38661" y="227256"/>
                </a:cubicBezTo>
                <a:cubicBezTo>
                  <a:pt x="39502" y="228097"/>
                  <a:pt x="40444" y="228518"/>
                  <a:pt x="41495" y="228518"/>
                </a:cubicBezTo>
                <a:lnTo>
                  <a:pt x="233858" y="228518"/>
                </a:lnTo>
                <a:cubicBezTo>
                  <a:pt x="235952" y="228518"/>
                  <a:pt x="237634" y="229249"/>
                  <a:pt x="238887" y="230712"/>
                </a:cubicBezTo>
                <a:cubicBezTo>
                  <a:pt x="240350" y="231974"/>
                  <a:pt x="241091" y="233647"/>
                  <a:pt x="241091" y="235741"/>
                </a:cubicBezTo>
                <a:cubicBezTo>
                  <a:pt x="241091" y="237835"/>
                  <a:pt x="240350" y="239518"/>
                  <a:pt x="238887" y="240771"/>
                </a:cubicBezTo>
                <a:cubicBezTo>
                  <a:pt x="237634" y="242033"/>
                  <a:pt x="235952" y="242663"/>
                  <a:pt x="233858" y="242663"/>
                </a:cubicBezTo>
                <a:close/>
                <a:moveTo>
                  <a:pt x="76069" y="193624"/>
                </a:moveTo>
                <a:lnTo>
                  <a:pt x="72292" y="193624"/>
                </a:lnTo>
                <a:lnTo>
                  <a:pt x="72292" y="72292"/>
                </a:lnTo>
                <a:lnTo>
                  <a:pt x="76069" y="72292"/>
                </a:lnTo>
                <a:cubicBezTo>
                  <a:pt x="75017" y="72292"/>
                  <a:pt x="74185" y="72713"/>
                  <a:pt x="73554" y="73554"/>
                </a:cubicBezTo>
                <a:cubicBezTo>
                  <a:pt x="72713" y="74185"/>
                  <a:pt x="72292" y="75017"/>
                  <a:pt x="72292" y="76069"/>
                </a:cubicBezTo>
                <a:lnTo>
                  <a:pt x="72292" y="189857"/>
                </a:lnTo>
                <a:cubicBezTo>
                  <a:pt x="72292" y="190899"/>
                  <a:pt x="72713" y="191741"/>
                  <a:pt x="73554" y="192371"/>
                </a:cubicBezTo>
                <a:cubicBezTo>
                  <a:pt x="74185" y="193204"/>
                  <a:pt x="75017" y="193624"/>
                  <a:pt x="76069" y="193624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4" name="圖說"/>
          <p:cNvSpPr/>
          <p:nvPr/>
        </p:nvSpPr>
        <p:spPr>
          <a:xfrm>
            <a:off x="11070046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</a:t>
            </a:r>
            <a:endParaRPr lang="en-US" sz="750" dirty="0"/>
          </a:p>
        </p:txBody>
      </p:sp>
      <p:sp>
        <p:nvSpPr>
          <p:cNvPr id="205" name="圖示 金額"/>
          <p:cNvSpPr/>
          <p:nvPr/>
        </p:nvSpPr>
        <p:spPr>
          <a:xfrm>
            <a:off x="675124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60887"/>
                </a:moveTo>
                <a:cubicBezTo>
                  <a:pt x="148782" y="260887"/>
                  <a:pt x="147109" y="260266"/>
                  <a:pt x="145847" y="259004"/>
                </a:cubicBezTo>
                <a:cubicBezTo>
                  <a:pt x="144594" y="257541"/>
                  <a:pt x="143963" y="255758"/>
                  <a:pt x="143963" y="253664"/>
                </a:cubicBezTo>
                <a:lnTo>
                  <a:pt x="143963" y="235120"/>
                </a:lnTo>
                <a:cubicBezTo>
                  <a:pt x="133694" y="233647"/>
                  <a:pt x="124998" y="230292"/>
                  <a:pt x="117875" y="225061"/>
                </a:cubicBezTo>
                <a:cubicBezTo>
                  <a:pt x="110743" y="219822"/>
                  <a:pt x="105193" y="212900"/>
                  <a:pt x="101215" y="204314"/>
                </a:cubicBezTo>
                <a:cubicBezTo>
                  <a:pt x="100374" y="202631"/>
                  <a:pt x="100374" y="200857"/>
                  <a:pt x="101215" y="198964"/>
                </a:cubicBezTo>
                <a:cubicBezTo>
                  <a:pt x="102047" y="197081"/>
                  <a:pt x="103409" y="195718"/>
                  <a:pt x="105302" y="194886"/>
                </a:cubicBezTo>
                <a:cubicBezTo>
                  <a:pt x="106976" y="194045"/>
                  <a:pt x="108759" y="194045"/>
                  <a:pt x="110642" y="194886"/>
                </a:cubicBezTo>
                <a:cubicBezTo>
                  <a:pt x="112526" y="195508"/>
                  <a:pt x="113889" y="196770"/>
                  <a:pt x="114730" y="198653"/>
                </a:cubicBezTo>
                <a:cubicBezTo>
                  <a:pt x="118497" y="206197"/>
                  <a:pt x="123526" y="211857"/>
                  <a:pt x="129817" y="215625"/>
                </a:cubicBezTo>
                <a:cubicBezTo>
                  <a:pt x="135889" y="219611"/>
                  <a:pt x="143332" y="221596"/>
                  <a:pt x="152138" y="221596"/>
                </a:cubicBezTo>
                <a:cubicBezTo>
                  <a:pt x="162397" y="221596"/>
                  <a:pt x="171203" y="218981"/>
                  <a:pt x="178537" y="213741"/>
                </a:cubicBezTo>
                <a:cubicBezTo>
                  <a:pt x="185870" y="208501"/>
                  <a:pt x="189537" y="200958"/>
                  <a:pt x="189537" y="191110"/>
                </a:cubicBezTo>
                <a:cubicBezTo>
                  <a:pt x="189537" y="181682"/>
                  <a:pt x="186501" y="174239"/>
                  <a:pt x="180420" y="168789"/>
                </a:cubicBezTo>
                <a:cubicBezTo>
                  <a:pt x="174349" y="163348"/>
                  <a:pt x="163449" y="158109"/>
                  <a:pt x="147730" y="153080"/>
                </a:cubicBezTo>
                <a:cubicBezTo>
                  <a:pt x="132643" y="148261"/>
                  <a:pt x="121542" y="142180"/>
                  <a:pt x="114419" y="134847"/>
                </a:cubicBezTo>
                <a:cubicBezTo>
                  <a:pt x="107287" y="127513"/>
                  <a:pt x="103730" y="118086"/>
                  <a:pt x="103730" y="106555"/>
                </a:cubicBezTo>
                <a:cubicBezTo>
                  <a:pt x="103730" y="95454"/>
                  <a:pt x="107607" y="86228"/>
                  <a:pt x="115361" y="78894"/>
                </a:cubicBezTo>
                <a:cubicBezTo>
                  <a:pt x="123316" y="71351"/>
                  <a:pt x="132853" y="67263"/>
                  <a:pt x="143963" y="66641"/>
                </a:cubicBezTo>
                <a:lnTo>
                  <a:pt x="143963" y="48088"/>
                </a:lnTo>
                <a:cubicBezTo>
                  <a:pt x="143963" y="45994"/>
                  <a:pt x="144594" y="44211"/>
                  <a:pt x="145847" y="42748"/>
                </a:cubicBezTo>
                <a:cubicBezTo>
                  <a:pt x="147109" y="41495"/>
                  <a:pt x="148782" y="40865"/>
                  <a:pt x="150876" y="40865"/>
                </a:cubicBezTo>
                <a:cubicBezTo>
                  <a:pt x="152970" y="40865"/>
                  <a:pt x="154753" y="41495"/>
                  <a:pt x="156216" y="42748"/>
                </a:cubicBezTo>
                <a:cubicBezTo>
                  <a:pt x="157478" y="44211"/>
                  <a:pt x="158109" y="45994"/>
                  <a:pt x="158109" y="48088"/>
                </a:cubicBezTo>
                <a:lnTo>
                  <a:pt x="158109" y="66641"/>
                </a:lnTo>
                <a:cubicBezTo>
                  <a:pt x="165653" y="67474"/>
                  <a:pt x="172255" y="69467"/>
                  <a:pt x="177906" y="72613"/>
                </a:cubicBezTo>
                <a:cubicBezTo>
                  <a:pt x="183776" y="75959"/>
                  <a:pt x="188805" y="80467"/>
                  <a:pt x="192993" y="86127"/>
                </a:cubicBezTo>
                <a:cubicBezTo>
                  <a:pt x="194045" y="87590"/>
                  <a:pt x="194356" y="89273"/>
                  <a:pt x="193935" y="91157"/>
                </a:cubicBezTo>
                <a:cubicBezTo>
                  <a:pt x="193313" y="93040"/>
                  <a:pt x="192051" y="94302"/>
                  <a:pt x="190168" y="94924"/>
                </a:cubicBezTo>
                <a:cubicBezTo>
                  <a:pt x="188494" y="95975"/>
                  <a:pt x="186711" y="96186"/>
                  <a:pt x="184828" y="95555"/>
                </a:cubicBezTo>
                <a:cubicBezTo>
                  <a:pt x="182725" y="94924"/>
                  <a:pt x="181152" y="93772"/>
                  <a:pt x="180109" y="92098"/>
                </a:cubicBezTo>
                <a:cubicBezTo>
                  <a:pt x="176964" y="88112"/>
                  <a:pt x="173087" y="85076"/>
                  <a:pt x="168478" y="82982"/>
                </a:cubicBezTo>
                <a:cubicBezTo>
                  <a:pt x="163870" y="80678"/>
                  <a:pt x="158209" y="79525"/>
                  <a:pt x="151507" y="79525"/>
                </a:cubicBezTo>
                <a:cubicBezTo>
                  <a:pt x="141869" y="79525"/>
                  <a:pt x="133795" y="81930"/>
                  <a:pt x="127303" y="86758"/>
                </a:cubicBezTo>
                <a:cubicBezTo>
                  <a:pt x="121012" y="91577"/>
                  <a:pt x="117875" y="98170"/>
                  <a:pt x="117875" y="106555"/>
                </a:cubicBezTo>
                <a:cubicBezTo>
                  <a:pt x="117875" y="114519"/>
                  <a:pt x="120801" y="121121"/>
                  <a:pt x="126672" y="126361"/>
                </a:cubicBezTo>
                <a:cubicBezTo>
                  <a:pt x="132542" y="131390"/>
                  <a:pt x="143963" y="136520"/>
                  <a:pt x="160934" y="141759"/>
                </a:cubicBezTo>
                <a:cubicBezTo>
                  <a:pt x="175812" y="146578"/>
                  <a:pt x="186602" y="152869"/>
                  <a:pt x="193313" y="160624"/>
                </a:cubicBezTo>
                <a:cubicBezTo>
                  <a:pt x="200226" y="168378"/>
                  <a:pt x="203683" y="178326"/>
                  <a:pt x="203683" y="190479"/>
                </a:cubicBezTo>
                <a:cubicBezTo>
                  <a:pt x="203683" y="203052"/>
                  <a:pt x="199705" y="213220"/>
                  <a:pt x="191741" y="220974"/>
                </a:cubicBezTo>
                <a:cubicBezTo>
                  <a:pt x="183566" y="228728"/>
                  <a:pt x="172355" y="233437"/>
                  <a:pt x="158109" y="235120"/>
                </a:cubicBezTo>
                <a:lnTo>
                  <a:pt x="158109" y="253664"/>
                </a:lnTo>
                <a:cubicBezTo>
                  <a:pt x="158109" y="255758"/>
                  <a:pt x="157478" y="257541"/>
                  <a:pt x="156216" y="259004"/>
                </a:cubicBezTo>
                <a:cubicBezTo>
                  <a:pt x="154753" y="260266"/>
                  <a:pt x="152970" y="260887"/>
                  <a:pt x="150876" y="260887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6" name="圖說"/>
          <p:cNvSpPr/>
          <p:nvPr/>
        </p:nvSpPr>
        <p:spPr>
          <a:xfrm>
            <a:off x="530352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</a:t>
            </a:r>
            <a:endParaRPr lang="en-US" sz="750" dirty="0"/>
          </a:p>
        </p:txBody>
      </p:sp>
      <p:sp>
        <p:nvSpPr>
          <p:cNvPr id="207" name="圖示 收益"/>
          <p:cNvSpPr/>
          <p:nvPr/>
        </p:nvSpPr>
        <p:spPr>
          <a:xfrm>
            <a:off x="1229845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70324"/>
                </a:moveTo>
                <a:cubicBezTo>
                  <a:pt x="134536" y="270324"/>
                  <a:pt x="119128" y="267179"/>
                  <a:pt x="104671" y="260887"/>
                </a:cubicBezTo>
                <a:cubicBezTo>
                  <a:pt x="90004" y="254606"/>
                  <a:pt x="77322" y="246010"/>
                  <a:pt x="66641" y="235120"/>
                </a:cubicBezTo>
                <a:cubicBezTo>
                  <a:pt x="55742" y="224430"/>
                  <a:pt x="47146" y="211748"/>
                  <a:pt x="40865" y="197081"/>
                </a:cubicBezTo>
                <a:cubicBezTo>
                  <a:pt x="34573" y="182624"/>
                  <a:pt x="31437" y="167225"/>
                  <a:pt x="31437" y="150876"/>
                </a:cubicBezTo>
                <a:cubicBezTo>
                  <a:pt x="31437" y="134325"/>
                  <a:pt x="34573" y="118817"/>
                  <a:pt x="40865" y="104360"/>
                </a:cubicBezTo>
                <a:cubicBezTo>
                  <a:pt x="47146" y="89684"/>
                  <a:pt x="55742" y="77011"/>
                  <a:pt x="66641" y="66321"/>
                </a:cubicBezTo>
                <a:cubicBezTo>
                  <a:pt x="77322" y="55632"/>
                  <a:pt x="90004" y="47146"/>
                  <a:pt x="104671" y="40865"/>
                </a:cubicBezTo>
                <a:cubicBezTo>
                  <a:pt x="119128" y="34573"/>
                  <a:pt x="134536" y="31437"/>
                  <a:pt x="150876" y="31437"/>
                </a:cubicBezTo>
                <a:cubicBezTo>
                  <a:pt x="167427" y="31437"/>
                  <a:pt x="182935" y="34573"/>
                  <a:pt x="197401" y="40865"/>
                </a:cubicBezTo>
                <a:cubicBezTo>
                  <a:pt x="212068" y="47146"/>
                  <a:pt x="224741" y="55632"/>
                  <a:pt x="235431" y="66321"/>
                </a:cubicBezTo>
                <a:cubicBezTo>
                  <a:pt x="246120" y="77011"/>
                  <a:pt x="254606" y="89684"/>
                  <a:pt x="260887" y="104360"/>
                </a:cubicBezTo>
                <a:cubicBezTo>
                  <a:pt x="267179" y="118817"/>
                  <a:pt x="270324" y="134325"/>
                  <a:pt x="270324" y="150876"/>
                </a:cubicBezTo>
                <a:cubicBezTo>
                  <a:pt x="270324" y="167225"/>
                  <a:pt x="267179" y="182624"/>
                  <a:pt x="260887" y="197081"/>
                </a:cubicBezTo>
                <a:cubicBezTo>
                  <a:pt x="254606" y="211748"/>
                  <a:pt x="246120" y="224430"/>
                  <a:pt x="235431" y="235120"/>
                </a:cubicBezTo>
                <a:cubicBezTo>
                  <a:pt x="224741" y="246010"/>
                  <a:pt x="212068" y="254606"/>
                  <a:pt x="197401" y="260887"/>
                </a:cubicBezTo>
                <a:cubicBezTo>
                  <a:pt x="182935" y="267179"/>
                  <a:pt x="167427" y="270324"/>
                  <a:pt x="150876" y="270324"/>
                </a:cubicBezTo>
                <a:close/>
                <a:moveTo>
                  <a:pt x="150876" y="256178"/>
                </a:moveTo>
                <a:cubicBezTo>
                  <a:pt x="180210" y="256178"/>
                  <a:pt x="205045" y="245910"/>
                  <a:pt x="225372" y="225372"/>
                </a:cubicBezTo>
                <a:cubicBezTo>
                  <a:pt x="245910" y="204835"/>
                  <a:pt x="256178" y="180000"/>
                  <a:pt x="256178" y="150876"/>
                </a:cubicBezTo>
                <a:cubicBezTo>
                  <a:pt x="256178" y="121542"/>
                  <a:pt x="245910" y="96707"/>
                  <a:pt x="225372" y="76380"/>
                </a:cubicBezTo>
                <a:cubicBezTo>
                  <a:pt x="205045" y="55842"/>
                  <a:pt x="180210" y="45574"/>
                  <a:pt x="150876" y="45574"/>
                </a:cubicBezTo>
                <a:cubicBezTo>
                  <a:pt x="121752" y="45574"/>
                  <a:pt x="96917" y="55842"/>
                  <a:pt x="76380" y="76380"/>
                </a:cubicBezTo>
                <a:cubicBezTo>
                  <a:pt x="55842" y="96707"/>
                  <a:pt x="45574" y="121542"/>
                  <a:pt x="45574" y="150876"/>
                </a:cubicBezTo>
                <a:cubicBezTo>
                  <a:pt x="45574" y="180000"/>
                  <a:pt x="55842" y="204835"/>
                  <a:pt x="76380" y="225372"/>
                </a:cubicBezTo>
                <a:cubicBezTo>
                  <a:pt x="96917" y="245910"/>
                  <a:pt x="121752" y="256178"/>
                  <a:pt x="150876" y="256178"/>
                </a:cubicBezTo>
                <a:close/>
                <a:moveTo>
                  <a:pt x="150876" y="150876"/>
                </a:moveTo>
                <a:close/>
                <a:moveTo>
                  <a:pt x="155274" y="236062"/>
                </a:moveTo>
                <a:cubicBezTo>
                  <a:pt x="156746" y="234589"/>
                  <a:pt x="157478" y="232916"/>
                  <a:pt x="157478" y="231032"/>
                </a:cubicBezTo>
                <a:lnTo>
                  <a:pt x="157478" y="222227"/>
                </a:lnTo>
                <a:cubicBezTo>
                  <a:pt x="168579" y="221385"/>
                  <a:pt x="178015" y="217719"/>
                  <a:pt x="185770" y="211226"/>
                </a:cubicBezTo>
                <a:cubicBezTo>
                  <a:pt x="193524" y="204524"/>
                  <a:pt x="197401" y="195618"/>
                  <a:pt x="197401" y="184508"/>
                </a:cubicBezTo>
                <a:cubicBezTo>
                  <a:pt x="197401" y="174239"/>
                  <a:pt x="194465" y="165964"/>
                  <a:pt x="188595" y="159682"/>
                </a:cubicBezTo>
                <a:cubicBezTo>
                  <a:pt x="182514" y="153601"/>
                  <a:pt x="172145" y="148051"/>
                  <a:pt x="157478" y="143021"/>
                </a:cubicBezTo>
                <a:cubicBezTo>
                  <a:pt x="143853" y="138404"/>
                  <a:pt x="134847" y="134005"/>
                  <a:pt x="130448" y="129817"/>
                </a:cubicBezTo>
                <a:cubicBezTo>
                  <a:pt x="125831" y="125629"/>
                  <a:pt x="123526" y="120070"/>
                  <a:pt x="123526" y="113157"/>
                </a:cubicBezTo>
                <a:cubicBezTo>
                  <a:pt x="123526" y="106454"/>
                  <a:pt x="126151" y="101005"/>
                  <a:pt x="131390" y="96817"/>
                </a:cubicBezTo>
                <a:cubicBezTo>
                  <a:pt x="136419" y="92830"/>
                  <a:pt x="143122" y="90836"/>
                  <a:pt x="151507" y="90836"/>
                </a:cubicBezTo>
                <a:cubicBezTo>
                  <a:pt x="156957" y="90836"/>
                  <a:pt x="161666" y="91888"/>
                  <a:pt x="165653" y="93982"/>
                </a:cubicBezTo>
                <a:cubicBezTo>
                  <a:pt x="169841" y="96076"/>
                  <a:pt x="173407" y="99011"/>
                  <a:pt x="176333" y="102788"/>
                </a:cubicBezTo>
                <a:cubicBezTo>
                  <a:pt x="177384" y="104040"/>
                  <a:pt x="178747" y="104882"/>
                  <a:pt x="180420" y="105302"/>
                </a:cubicBezTo>
                <a:cubicBezTo>
                  <a:pt x="182103" y="105924"/>
                  <a:pt x="183666" y="105824"/>
                  <a:pt x="185139" y="104982"/>
                </a:cubicBezTo>
                <a:cubicBezTo>
                  <a:pt x="187022" y="104150"/>
                  <a:pt x="188174" y="102788"/>
                  <a:pt x="188595" y="100895"/>
                </a:cubicBezTo>
                <a:cubicBezTo>
                  <a:pt x="189226" y="99222"/>
                  <a:pt x="189016" y="97649"/>
                  <a:pt x="187964" y="96186"/>
                </a:cubicBezTo>
                <a:cubicBezTo>
                  <a:pt x="184407" y="91367"/>
                  <a:pt x="180000" y="87490"/>
                  <a:pt x="174769" y="84555"/>
                </a:cubicBezTo>
                <a:cubicBezTo>
                  <a:pt x="169740" y="81619"/>
                  <a:pt x="164181" y="79836"/>
                  <a:pt x="158109" y="79214"/>
                </a:cubicBezTo>
                <a:lnTo>
                  <a:pt x="158109" y="70720"/>
                </a:lnTo>
                <a:cubicBezTo>
                  <a:pt x="158109" y="68836"/>
                  <a:pt x="157368" y="67263"/>
                  <a:pt x="155905" y="66011"/>
                </a:cubicBezTo>
                <a:cubicBezTo>
                  <a:pt x="154652" y="64538"/>
                  <a:pt x="153080" y="63807"/>
                  <a:pt x="151187" y="63807"/>
                </a:cubicBezTo>
                <a:cubicBezTo>
                  <a:pt x="149303" y="63807"/>
                  <a:pt x="147730" y="64538"/>
                  <a:pt x="146478" y="66011"/>
                </a:cubicBezTo>
                <a:cubicBezTo>
                  <a:pt x="145006" y="67263"/>
                  <a:pt x="144274" y="68836"/>
                  <a:pt x="144274" y="70720"/>
                </a:cubicBezTo>
                <a:lnTo>
                  <a:pt x="144274" y="79214"/>
                </a:lnTo>
                <a:cubicBezTo>
                  <a:pt x="133374" y="80678"/>
                  <a:pt x="124889" y="84555"/>
                  <a:pt x="118817" y="90836"/>
                </a:cubicBezTo>
                <a:cubicBezTo>
                  <a:pt x="112947" y="97128"/>
                  <a:pt x="110011" y="104562"/>
                  <a:pt x="110011" y="113157"/>
                </a:cubicBezTo>
                <a:cubicBezTo>
                  <a:pt x="110011" y="123005"/>
                  <a:pt x="112736" y="130759"/>
                  <a:pt x="118186" y="136419"/>
                </a:cubicBezTo>
                <a:cubicBezTo>
                  <a:pt x="123426" y="142079"/>
                  <a:pt x="133374" y="147630"/>
                  <a:pt x="148051" y="153080"/>
                </a:cubicBezTo>
                <a:cubicBezTo>
                  <a:pt x="162507" y="158731"/>
                  <a:pt x="172044" y="163659"/>
                  <a:pt x="176653" y="167847"/>
                </a:cubicBezTo>
                <a:cubicBezTo>
                  <a:pt x="181472" y="172044"/>
                  <a:pt x="183877" y="177595"/>
                  <a:pt x="183877" y="184508"/>
                </a:cubicBezTo>
                <a:cubicBezTo>
                  <a:pt x="183877" y="192472"/>
                  <a:pt x="180740" y="198754"/>
                  <a:pt x="174449" y="203372"/>
                </a:cubicBezTo>
                <a:cubicBezTo>
                  <a:pt x="168167" y="207980"/>
                  <a:pt x="161035" y="210285"/>
                  <a:pt x="153080" y="210285"/>
                </a:cubicBezTo>
                <a:cubicBezTo>
                  <a:pt x="145947" y="210285"/>
                  <a:pt x="139455" y="208501"/>
                  <a:pt x="133585" y="204944"/>
                </a:cubicBezTo>
                <a:cubicBezTo>
                  <a:pt x="127723" y="201378"/>
                  <a:pt x="123115" y="196559"/>
                  <a:pt x="119759" y="190479"/>
                </a:cubicBezTo>
                <a:cubicBezTo>
                  <a:pt x="118918" y="189016"/>
                  <a:pt x="117766" y="187964"/>
                  <a:pt x="116303" y="187342"/>
                </a:cubicBezTo>
                <a:cubicBezTo>
                  <a:pt x="115041" y="186711"/>
                  <a:pt x="113678" y="186602"/>
                  <a:pt x="112215" y="187022"/>
                </a:cubicBezTo>
                <a:cubicBezTo>
                  <a:pt x="109911" y="187863"/>
                  <a:pt x="108439" y="189226"/>
                  <a:pt x="107817" y="191110"/>
                </a:cubicBezTo>
                <a:cubicBezTo>
                  <a:pt x="106976" y="192783"/>
                  <a:pt x="107186" y="194465"/>
                  <a:pt x="108439" y="196139"/>
                </a:cubicBezTo>
                <a:cubicBezTo>
                  <a:pt x="112636" y="203052"/>
                  <a:pt x="117555" y="208611"/>
                  <a:pt x="123215" y="212799"/>
                </a:cubicBezTo>
                <a:cubicBezTo>
                  <a:pt x="129086" y="216777"/>
                  <a:pt x="135889" y="219712"/>
                  <a:pt x="143643" y="221596"/>
                </a:cubicBezTo>
                <a:lnTo>
                  <a:pt x="143643" y="231343"/>
                </a:lnTo>
                <a:cubicBezTo>
                  <a:pt x="143643" y="233227"/>
                  <a:pt x="144384" y="234800"/>
                  <a:pt x="145847" y="236062"/>
                </a:cubicBezTo>
                <a:cubicBezTo>
                  <a:pt x="147109" y="237314"/>
                  <a:pt x="148672" y="237945"/>
                  <a:pt x="150565" y="237945"/>
                </a:cubicBezTo>
                <a:cubicBezTo>
                  <a:pt x="152449" y="237945"/>
                  <a:pt x="154022" y="237314"/>
                  <a:pt x="155274" y="236062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8" name="圖說"/>
          <p:cNvSpPr/>
          <p:nvPr/>
        </p:nvSpPr>
        <p:spPr>
          <a:xfrm>
            <a:off x="1085073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收益</a:t>
            </a:r>
            <a:endParaRPr lang="en-US" sz="750" dirty="0"/>
          </a:p>
        </p:txBody>
      </p:sp>
      <p:sp>
        <p:nvSpPr>
          <p:cNvPr id="209" name="圖示 節省"/>
          <p:cNvSpPr/>
          <p:nvPr/>
        </p:nvSpPr>
        <p:spPr>
          <a:xfrm>
            <a:off x="1784566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6380" y="257751"/>
                </a:moveTo>
                <a:cubicBezTo>
                  <a:pt x="72192" y="257751"/>
                  <a:pt x="68205" y="256389"/>
                  <a:pt x="64438" y="253664"/>
                </a:cubicBezTo>
                <a:cubicBezTo>
                  <a:pt x="60872" y="250728"/>
                  <a:pt x="58467" y="247272"/>
                  <a:pt x="57205" y="243285"/>
                </a:cubicBezTo>
                <a:cubicBezTo>
                  <a:pt x="51965" y="224851"/>
                  <a:pt x="47677" y="209343"/>
                  <a:pt x="44321" y="196770"/>
                </a:cubicBezTo>
                <a:cubicBezTo>
                  <a:pt x="40965" y="183986"/>
                  <a:pt x="38350" y="172986"/>
                  <a:pt x="36466" y="163760"/>
                </a:cubicBezTo>
                <a:cubicBezTo>
                  <a:pt x="34573" y="154543"/>
                  <a:pt x="33321" y="146478"/>
                  <a:pt x="32690" y="139565"/>
                </a:cubicBezTo>
                <a:cubicBezTo>
                  <a:pt x="31849" y="132643"/>
                  <a:pt x="31437" y="125940"/>
                  <a:pt x="31437" y="119448"/>
                </a:cubicBezTo>
                <a:cubicBezTo>
                  <a:pt x="31437" y="101846"/>
                  <a:pt x="37509" y="86959"/>
                  <a:pt x="49661" y="74807"/>
                </a:cubicBezTo>
                <a:cubicBezTo>
                  <a:pt x="61813" y="62655"/>
                  <a:pt x="76700" y="56583"/>
                  <a:pt x="94302" y="56583"/>
                </a:cubicBezTo>
                <a:lnTo>
                  <a:pt x="160303" y="56583"/>
                </a:lnTo>
                <a:cubicBezTo>
                  <a:pt x="165964" y="49039"/>
                  <a:pt x="172876" y="42959"/>
                  <a:pt x="181051" y="38350"/>
                </a:cubicBezTo>
                <a:cubicBezTo>
                  <a:pt x="189226" y="33741"/>
                  <a:pt x="198022" y="31437"/>
                  <a:pt x="207459" y="31437"/>
                </a:cubicBezTo>
                <a:cubicBezTo>
                  <a:pt x="211016" y="31437"/>
                  <a:pt x="213951" y="32690"/>
                  <a:pt x="216256" y="35204"/>
                </a:cubicBezTo>
                <a:cubicBezTo>
                  <a:pt x="218770" y="37509"/>
                  <a:pt x="220032" y="40444"/>
                  <a:pt x="220032" y="44010"/>
                </a:cubicBezTo>
                <a:cubicBezTo>
                  <a:pt x="220032" y="44842"/>
                  <a:pt x="219922" y="45683"/>
                  <a:pt x="219712" y="46525"/>
                </a:cubicBezTo>
                <a:cubicBezTo>
                  <a:pt x="219502" y="47357"/>
                  <a:pt x="219291" y="48198"/>
                  <a:pt x="219081" y="49039"/>
                </a:cubicBezTo>
                <a:cubicBezTo>
                  <a:pt x="218039" y="51344"/>
                  <a:pt x="217097" y="53959"/>
                  <a:pt x="216256" y="56894"/>
                </a:cubicBezTo>
                <a:cubicBezTo>
                  <a:pt x="215414" y="59829"/>
                  <a:pt x="214582" y="63496"/>
                  <a:pt x="213741" y="67894"/>
                </a:cubicBezTo>
                <a:lnTo>
                  <a:pt x="246742" y="100584"/>
                </a:lnTo>
                <a:lnTo>
                  <a:pt x="261208" y="100584"/>
                </a:lnTo>
                <a:cubicBezTo>
                  <a:pt x="263932" y="100584"/>
                  <a:pt x="266127" y="101425"/>
                  <a:pt x="267809" y="103099"/>
                </a:cubicBezTo>
                <a:cubicBezTo>
                  <a:pt x="269483" y="104772"/>
                  <a:pt x="270324" y="106976"/>
                  <a:pt x="270324" y="109701"/>
                </a:cubicBezTo>
                <a:lnTo>
                  <a:pt x="270324" y="170682"/>
                </a:lnTo>
                <a:cubicBezTo>
                  <a:pt x="270324" y="172776"/>
                  <a:pt x="269794" y="174660"/>
                  <a:pt x="268751" y="176333"/>
                </a:cubicBezTo>
                <a:cubicBezTo>
                  <a:pt x="267700" y="177805"/>
                  <a:pt x="266127" y="178847"/>
                  <a:pt x="264033" y="179478"/>
                </a:cubicBezTo>
                <a:lnTo>
                  <a:pt x="236062" y="188906"/>
                </a:lnTo>
                <a:lnTo>
                  <a:pt x="219401" y="244858"/>
                </a:lnTo>
                <a:cubicBezTo>
                  <a:pt x="218139" y="248635"/>
                  <a:pt x="215945" y="251771"/>
                  <a:pt x="212799" y="254285"/>
                </a:cubicBezTo>
                <a:cubicBezTo>
                  <a:pt x="209443" y="256590"/>
                  <a:pt x="205777" y="257751"/>
                  <a:pt x="201799" y="257751"/>
                </a:cubicBezTo>
                <a:lnTo>
                  <a:pt x="175391" y="257751"/>
                </a:lnTo>
                <a:cubicBezTo>
                  <a:pt x="170362" y="257751"/>
                  <a:pt x="166064" y="255968"/>
                  <a:pt x="162507" y="252402"/>
                </a:cubicBezTo>
                <a:cubicBezTo>
                  <a:pt x="158941" y="248845"/>
                  <a:pt x="157167" y="244547"/>
                  <a:pt x="157167" y="239518"/>
                </a:cubicBezTo>
                <a:lnTo>
                  <a:pt x="157167" y="232605"/>
                </a:lnTo>
                <a:lnTo>
                  <a:pt x="119448" y="232605"/>
                </a:lnTo>
                <a:lnTo>
                  <a:pt x="119448" y="239518"/>
                </a:lnTo>
                <a:cubicBezTo>
                  <a:pt x="119448" y="244547"/>
                  <a:pt x="117665" y="248845"/>
                  <a:pt x="114099" y="252402"/>
                </a:cubicBezTo>
                <a:cubicBezTo>
                  <a:pt x="110542" y="255968"/>
                  <a:pt x="106244" y="257751"/>
                  <a:pt x="101215" y="257751"/>
                </a:cubicBezTo>
                <a:lnTo>
                  <a:pt x="76380" y="257751"/>
                </a:lnTo>
                <a:close/>
                <a:moveTo>
                  <a:pt x="75127" y="243605"/>
                </a:moveTo>
                <a:lnTo>
                  <a:pt x="101215" y="243605"/>
                </a:lnTo>
                <a:cubicBezTo>
                  <a:pt x="102468" y="243605"/>
                  <a:pt x="103409" y="243185"/>
                  <a:pt x="104040" y="242343"/>
                </a:cubicBezTo>
                <a:cubicBezTo>
                  <a:pt x="104882" y="241712"/>
                  <a:pt x="105302" y="240771"/>
                  <a:pt x="105302" y="239518"/>
                </a:cubicBezTo>
                <a:lnTo>
                  <a:pt x="105302" y="218459"/>
                </a:lnTo>
                <a:lnTo>
                  <a:pt x="171304" y="218459"/>
                </a:lnTo>
                <a:lnTo>
                  <a:pt x="171304" y="239518"/>
                </a:lnTo>
                <a:cubicBezTo>
                  <a:pt x="171304" y="240771"/>
                  <a:pt x="171724" y="241712"/>
                  <a:pt x="172566" y="242343"/>
                </a:cubicBezTo>
                <a:cubicBezTo>
                  <a:pt x="173197" y="243185"/>
                  <a:pt x="174138" y="243605"/>
                  <a:pt x="175391" y="243605"/>
                </a:cubicBezTo>
                <a:lnTo>
                  <a:pt x="201799" y="243605"/>
                </a:lnTo>
                <a:cubicBezTo>
                  <a:pt x="202631" y="243605"/>
                  <a:pt x="203372" y="243285"/>
                  <a:pt x="203993" y="242663"/>
                </a:cubicBezTo>
                <a:cubicBezTo>
                  <a:pt x="204624" y="242243"/>
                  <a:pt x="205146" y="241612"/>
                  <a:pt x="205566" y="240771"/>
                </a:cubicBezTo>
                <a:lnTo>
                  <a:pt x="224430" y="177906"/>
                </a:lnTo>
                <a:lnTo>
                  <a:pt x="256178" y="166905"/>
                </a:lnTo>
                <a:lnTo>
                  <a:pt x="256178" y="114730"/>
                </a:lnTo>
                <a:lnTo>
                  <a:pt x="240771" y="114730"/>
                </a:lnTo>
                <a:lnTo>
                  <a:pt x="199595" y="73554"/>
                </a:lnTo>
                <a:cubicBezTo>
                  <a:pt x="199595" y="69988"/>
                  <a:pt x="200016" y="65800"/>
                  <a:pt x="200857" y="60981"/>
                </a:cubicBezTo>
                <a:cubicBezTo>
                  <a:pt x="201689" y="55952"/>
                  <a:pt x="202951" y="50713"/>
                  <a:pt x="204624" y="45263"/>
                </a:cubicBezTo>
                <a:cubicBezTo>
                  <a:pt x="196660" y="47357"/>
                  <a:pt x="189537" y="50713"/>
                  <a:pt x="183255" y="55321"/>
                </a:cubicBezTo>
                <a:cubicBezTo>
                  <a:pt x="176754" y="59930"/>
                  <a:pt x="171935" y="65069"/>
                  <a:pt x="168789" y="70720"/>
                </a:cubicBezTo>
                <a:lnTo>
                  <a:pt x="94302" y="70720"/>
                </a:lnTo>
                <a:cubicBezTo>
                  <a:pt x="80888" y="70720"/>
                  <a:pt x="69467" y="75539"/>
                  <a:pt x="60040" y="85186"/>
                </a:cubicBezTo>
                <a:cubicBezTo>
                  <a:pt x="50393" y="94613"/>
                  <a:pt x="45574" y="106034"/>
                  <a:pt x="45574" y="119448"/>
                </a:cubicBezTo>
                <a:cubicBezTo>
                  <a:pt x="45574" y="128034"/>
                  <a:pt x="47777" y="142912"/>
                  <a:pt x="52176" y="164080"/>
                </a:cubicBezTo>
                <a:cubicBezTo>
                  <a:pt x="56583" y="185029"/>
                  <a:pt x="62966" y="210495"/>
                  <a:pt x="71351" y="240460"/>
                </a:cubicBezTo>
                <a:cubicBezTo>
                  <a:pt x="71561" y="241301"/>
                  <a:pt x="71982" y="242033"/>
                  <a:pt x="72613" y="242663"/>
                </a:cubicBezTo>
                <a:cubicBezTo>
                  <a:pt x="73445" y="243285"/>
                  <a:pt x="74286" y="243605"/>
                  <a:pt x="75127" y="243605"/>
                </a:cubicBezTo>
                <a:close/>
                <a:moveTo>
                  <a:pt x="209023" y="133585"/>
                </a:moveTo>
                <a:cubicBezTo>
                  <a:pt x="211126" y="131491"/>
                  <a:pt x="212168" y="128876"/>
                  <a:pt x="212168" y="125730"/>
                </a:cubicBezTo>
                <a:cubicBezTo>
                  <a:pt x="212168" y="122584"/>
                  <a:pt x="211126" y="119969"/>
                  <a:pt x="209023" y="117875"/>
                </a:cubicBezTo>
                <a:cubicBezTo>
                  <a:pt x="206929" y="115772"/>
                  <a:pt x="204314" y="114730"/>
                  <a:pt x="201168" y="114730"/>
                </a:cubicBezTo>
                <a:cubicBezTo>
                  <a:pt x="198022" y="114730"/>
                  <a:pt x="195407" y="115772"/>
                  <a:pt x="193313" y="117875"/>
                </a:cubicBezTo>
                <a:cubicBezTo>
                  <a:pt x="191210" y="119969"/>
                  <a:pt x="190168" y="122584"/>
                  <a:pt x="190168" y="125730"/>
                </a:cubicBezTo>
                <a:cubicBezTo>
                  <a:pt x="190168" y="128876"/>
                  <a:pt x="191210" y="131491"/>
                  <a:pt x="193313" y="133585"/>
                </a:cubicBezTo>
                <a:cubicBezTo>
                  <a:pt x="195407" y="135688"/>
                  <a:pt x="198022" y="136730"/>
                  <a:pt x="201168" y="136730"/>
                </a:cubicBezTo>
                <a:cubicBezTo>
                  <a:pt x="204314" y="136730"/>
                  <a:pt x="206929" y="135688"/>
                  <a:pt x="209023" y="133585"/>
                </a:cubicBezTo>
                <a:close/>
                <a:moveTo>
                  <a:pt x="156216" y="105302"/>
                </a:moveTo>
                <a:cubicBezTo>
                  <a:pt x="158319" y="105302"/>
                  <a:pt x="159993" y="104671"/>
                  <a:pt x="161245" y="103409"/>
                </a:cubicBezTo>
                <a:cubicBezTo>
                  <a:pt x="162717" y="101946"/>
                  <a:pt x="163449" y="100273"/>
                  <a:pt x="163449" y="98380"/>
                </a:cubicBezTo>
                <a:cubicBezTo>
                  <a:pt x="163449" y="96286"/>
                  <a:pt x="162717" y="94503"/>
                  <a:pt x="161245" y="93040"/>
                </a:cubicBezTo>
                <a:cubicBezTo>
                  <a:pt x="159993" y="91787"/>
                  <a:pt x="158319" y="91157"/>
                  <a:pt x="156216" y="91157"/>
                </a:cubicBezTo>
                <a:lnTo>
                  <a:pt x="107817" y="91157"/>
                </a:lnTo>
                <a:cubicBezTo>
                  <a:pt x="105714" y="91157"/>
                  <a:pt x="104040" y="91888"/>
                  <a:pt x="102788" y="93351"/>
                </a:cubicBezTo>
                <a:cubicBezTo>
                  <a:pt x="101316" y="94613"/>
                  <a:pt x="100584" y="96286"/>
                  <a:pt x="100584" y="98380"/>
                </a:cubicBezTo>
                <a:cubicBezTo>
                  <a:pt x="100584" y="100483"/>
                  <a:pt x="101316" y="102157"/>
                  <a:pt x="102788" y="103409"/>
                </a:cubicBezTo>
                <a:cubicBezTo>
                  <a:pt x="104040" y="104671"/>
                  <a:pt x="105714" y="105302"/>
                  <a:pt x="107817" y="105302"/>
                </a:cubicBezTo>
                <a:lnTo>
                  <a:pt x="156216" y="105302"/>
                </a:lnTo>
                <a:close/>
                <a:moveTo>
                  <a:pt x="150876" y="144274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0" name="圖說"/>
          <p:cNvSpPr/>
          <p:nvPr/>
        </p:nvSpPr>
        <p:spPr>
          <a:xfrm>
            <a:off x="1639794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</a:t>
            </a:r>
            <a:endParaRPr lang="en-US" sz="750" dirty="0"/>
          </a:p>
        </p:txBody>
      </p:sp>
      <p:sp>
        <p:nvSpPr>
          <p:cNvPr id="211" name="圖示 財務"/>
          <p:cNvSpPr/>
          <p:nvPr/>
        </p:nvSpPr>
        <p:spPr>
          <a:xfrm>
            <a:off x="2339287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5127" y="215625"/>
                </a:moveTo>
                <a:lnTo>
                  <a:pt x="75127" y="121963"/>
                </a:lnTo>
                <a:cubicBezTo>
                  <a:pt x="75127" y="119860"/>
                  <a:pt x="75859" y="118186"/>
                  <a:pt x="77322" y="116933"/>
                </a:cubicBezTo>
                <a:cubicBezTo>
                  <a:pt x="78584" y="115461"/>
                  <a:pt x="80257" y="114730"/>
                  <a:pt x="82351" y="114730"/>
                </a:cubicBezTo>
                <a:cubicBezTo>
                  <a:pt x="84445" y="114730"/>
                  <a:pt x="86127" y="115461"/>
                  <a:pt x="87380" y="116933"/>
                </a:cubicBezTo>
                <a:cubicBezTo>
                  <a:pt x="88642" y="118186"/>
                  <a:pt x="89273" y="119860"/>
                  <a:pt x="89273" y="121963"/>
                </a:cubicBezTo>
                <a:lnTo>
                  <a:pt x="89273" y="215625"/>
                </a:lnTo>
                <a:cubicBezTo>
                  <a:pt x="89273" y="217719"/>
                  <a:pt x="88642" y="219401"/>
                  <a:pt x="87380" y="220654"/>
                </a:cubicBezTo>
                <a:cubicBezTo>
                  <a:pt x="85917" y="222126"/>
                  <a:pt x="84134" y="222858"/>
                  <a:pt x="82040" y="222858"/>
                </a:cubicBezTo>
                <a:cubicBezTo>
                  <a:pt x="80156" y="222858"/>
                  <a:pt x="78474" y="222126"/>
                  <a:pt x="77011" y="220654"/>
                </a:cubicBezTo>
                <a:cubicBezTo>
                  <a:pt x="75749" y="219401"/>
                  <a:pt x="75127" y="217719"/>
                  <a:pt x="75127" y="215625"/>
                </a:cubicBezTo>
                <a:close/>
                <a:moveTo>
                  <a:pt x="144594" y="215625"/>
                </a:moveTo>
                <a:lnTo>
                  <a:pt x="144594" y="121963"/>
                </a:lnTo>
                <a:cubicBezTo>
                  <a:pt x="144594" y="119860"/>
                  <a:pt x="145326" y="118186"/>
                  <a:pt x="146789" y="116933"/>
                </a:cubicBezTo>
                <a:cubicBezTo>
                  <a:pt x="148051" y="115461"/>
                  <a:pt x="149724" y="114730"/>
                  <a:pt x="151818" y="114730"/>
                </a:cubicBezTo>
                <a:cubicBezTo>
                  <a:pt x="153912" y="114730"/>
                  <a:pt x="155594" y="115461"/>
                  <a:pt x="156847" y="116933"/>
                </a:cubicBezTo>
                <a:cubicBezTo>
                  <a:pt x="158319" y="118186"/>
                  <a:pt x="159051" y="119860"/>
                  <a:pt x="159051" y="121963"/>
                </a:cubicBezTo>
                <a:lnTo>
                  <a:pt x="159051" y="215625"/>
                </a:lnTo>
                <a:cubicBezTo>
                  <a:pt x="159051" y="217719"/>
                  <a:pt x="158319" y="219401"/>
                  <a:pt x="156847" y="220654"/>
                </a:cubicBezTo>
                <a:cubicBezTo>
                  <a:pt x="155384" y="222126"/>
                  <a:pt x="153701" y="222858"/>
                  <a:pt x="151818" y="222858"/>
                </a:cubicBezTo>
                <a:cubicBezTo>
                  <a:pt x="149724" y="222858"/>
                  <a:pt x="148051" y="222126"/>
                  <a:pt x="146789" y="220654"/>
                </a:cubicBezTo>
                <a:cubicBezTo>
                  <a:pt x="145326" y="219401"/>
                  <a:pt x="144594" y="217719"/>
                  <a:pt x="144594" y="215625"/>
                </a:cubicBezTo>
                <a:close/>
                <a:moveTo>
                  <a:pt x="41806" y="257431"/>
                </a:moveTo>
                <a:cubicBezTo>
                  <a:pt x="39923" y="257431"/>
                  <a:pt x="38240" y="256800"/>
                  <a:pt x="36777" y="255547"/>
                </a:cubicBezTo>
                <a:cubicBezTo>
                  <a:pt x="35515" y="254075"/>
                  <a:pt x="34894" y="252301"/>
                  <a:pt x="34894" y="250207"/>
                </a:cubicBezTo>
                <a:cubicBezTo>
                  <a:pt x="34894" y="248314"/>
                  <a:pt x="35515" y="246641"/>
                  <a:pt x="36777" y="245178"/>
                </a:cubicBezTo>
                <a:cubicBezTo>
                  <a:pt x="38240" y="243916"/>
                  <a:pt x="39923" y="243285"/>
                  <a:pt x="41806" y="243285"/>
                </a:cubicBezTo>
                <a:lnTo>
                  <a:pt x="259946" y="243285"/>
                </a:lnTo>
                <a:cubicBezTo>
                  <a:pt x="261829" y="243285"/>
                  <a:pt x="263512" y="244017"/>
                  <a:pt x="264975" y="245489"/>
                </a:cubicBezTo>
                <a:cubicBezTo>
                  <a:pt x="266237" y="246742"/>
                  <a:pt x="266858" y="248424"/>
                  <a:pt x="266858" y="250518"/>
                </a:cubicBezTo>
                <a:cubicBezTo>
                  <a:pt x="266858" y="252612"/>
                  <a:pt x="266237" y="254285"/>
                  <a:pt x="264975" y="255547"/>
                </a:cubicBezTo>
                <a:cubicBezTo>
                  <a:pt x="263512" y="256800"/>
                  <a:pt x="261829" y="257431"/>
                  <a:pt x="259946" y="257431"/>
                </a:cubicBezTo>
                <a:lnTo>
                  <a:pt x="41806" y="257431"/>
                </a:lnTo>
                <a:close/>
                <a:moveTo>
                  <a:pt x="212488" y="215625"/>
                </a:moveTo>
                <a:lnTo>
                  <a:pt x="212488" y="121963"/>
                </a:lnTo>
                <a:cubicBezTo>
                  <a:pt x="212488" y="119860"/>
                  <a:pt x="213110" y="118186"/>
                  <a:pt x="214372" y="116933"/>
                </a:cubicBezTo>
                <a:cubicBezTo>
                  <a:pt x="215835" y="115461"/>
                  <a:pt x="217618" y="114730"/>
                  <a:pt x="219712" y="114730"/>
                </a:cubicBezTo>
                <a:cubicBezTo>
                  <a:pt x="221596" y="114730"/>
                  <a:pt x="223278" y="115461"/>
                  <a:pt x="224741" y="116933"/>
                </a:cubicBezTo>
                <a:cubicBezTo>
                  <a:pt x="226003" y="118186"/>
                  <a:pt x="226625" y="119860"/>
                  <a:pt x="226625" y="121963"/>
                </a:cubicBezTo>
                <a:lnTo>
                  <a:pt x="226625" y="215625"/>
                </a:lnTo>
                <a:cubicBezTo>
                  <a:pt x="226625" y="217719"/>
                  <a:pt x="225893" y="219401"/>
                  <a:pt x="224430" y="220654"/>
                </a:cubicBezTo>
                <a:cubicBezTo>
                  <a:pt x="223168" y="222126"/>
                  <a:pt x="221495" y="222858"/>
                  <a:pt x="219401" y="222858"/>
                </a:cubicBezTo>
                <a:cubicBezTo>
                  <a:pt x="217307" y="222858"/>
                  <a:pt x="215625" y="222126"/>
                  <a:pt x="214372" y="220654"/>
                </a:cubicBezTo>
                <a:cubicBezTo>
                  <a:pt x="213110" y="219401"/>
                  <a:pt x="212488" y="217719"/>
                  <a:pt x="212488" y="215625"/>
                </a:cubicBezTo>
                <a:close/>
                <a:moveTo>
                  <a:pt x="261208" y="94302"/>
                </a:moveTo>
                <a:lnTo>
                  <a:pt x="39923" y="94302"/>
                </a:lnTo>
                <a:cubicBezTo>
                  <a:pt x="38451" y="94302"/>
                  <a:pt x="37298" y="93772"/>
                  <a:pt x="36466" y="92729"/>
                </a:cubicBezTo>
                <a:cubicBezTo>
                  <a:pt x="35415" y="91678"/>
                  <a:pt x="34894" y="90526"/>
                  <a:pt x="34894" y="89273"/>
                </a:cubicBezTo>
                <a:lnTo>
                  <a:pt x="34894" y="85496"/>
                </a:lnTo>
                <a:cubicBezTo>
                  <a:pt x="34894" y="84655"/>
                  <a:pt x="35104" y="83823"/>
                  <a:pt x="35515" y="82982"/>
                </a:cubicBezTo>
                <a:cubicBezTo>
                  <a:pt x="35936" y="82141"/>
                  <a:pt x="36567" y="81519"/>
                  <a:pt x="37408" y="81098"/>
                </a:cubicBezTo>
                <a:lnTo>
                  <a:pt x="142390" y="23893"/>
                </a:lnTo>
                <a:cubicBezTo>
                  <a:pt x="145115" y="22631"/>
                  <a:pt x="147941" y="22000"/>
                  <a:pt x="150876" y="22000"/>
                </a:cubicBezTo>
                <a:cubicBezTo>
                  <a:pt x="153811" y="22000"/>
                  <a:pt x="156637" y="22631"/>
                  <a:pt x="159362" y="23893"/>
                </a:cubicBezTo>
                <a:lnTo>
                  <a:pt x="264033" y="80778"/>
                </a:lnTo>
                <a:cubicBezTo>
                  <a:pt x="264874" y="81409"/>
                  <a:pt x="265606" y="82141"/>
                  <a:pt x="266237" y="82982"/>
                </a:cubicBezTo>
                <a:cubicBezTo>
                  <a:pt x="266648" y="83823"/>
                  <a:pt x="266858" y="84865"/>
                  <a:pt x="266858" y="86127"/>
                </a:cubicBezTo>
                <a:lnTo>
                  <a:pt x="266858" y="88322"/>
                </a:lnTo>
                <a:cubicBezTo>
                  <a:pt x="266858" y="90004"/>
                  <a:pt x="266337" y="91467"/>
                  <a:pt x="265295" y="92729"/>
                </a:cubicBezTo>
                <a:cubicBezTo>
                  <a:pt x="264243" y="93772"/>
                  <a:pt x="262881" y="94302"/>
                  <a:pt x="261208" y="94302"/>
                </a:cubicBezTo>
                <a:close/>
                <a:moveTo>
                  <a:pt x="69467" y="80156"/>
                </a:moveTo>
                <a:lnTo>
                  <a:pt x="232285" y="80156"/>
                </a:lnTo>
                <a:lnTo>
                  <a:pt x="152449" y="36466"/>
                </a:lnTo>
                <a:cubicBezTo>
                  <a:pt x="152028" y="36256"/>
                  <a:pt x="151507" y="36146"/>
                  <a:pt x="150876" y="36146"/>
                </a:cubicBezTo>
                <a:cubicBezTo>
                  <a:pt x="150245" y="36146"/>
                  <a:pt x="149724" y="36256"/>
                  <a:pt x="149303" y="36466"/>
                </a:cubicBezTo>
                <a:lnTo>
                  <a:pt x="69467" y="80156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2" name="圖說"/>
          <p:cNvSpPr/>
          <p:nvPr/>
        </p:nvSpPr>
        <p:spPr>
          <a:xfrm>
            <a:off x="2194514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</a:t>
            </a:r>
            <a:endParaRPr lang="en-US" sz="750" dirty="0"/>
          </a:p>
        </p:txBody>
      </p:sp>
      <p:sp>
        <p:nvSpPr>
          <p:cNvPr id="213" name="圖示 辦公室"/>
          <p:cNvSpPr/>
          <p:nvPr/>
        </p:nvSpPr>
        <p:spPr>
          <a:xfrm>
            <a:off x="2894007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5321" y="258693"/>
                </a:moveTo>
                <a:cubicBezTo>
                  <a:pt x="51344" y="258693"/>
                  <a:pt x="47988" y="257221"/>
                  <a:pt x="45263" y="254285"/>
                </a:cubicBezTo>
                <a:cubicBezTo>
                  <a:pt x="42328" y="251561"/>
                  <a:pt x="40865" y="248214"/>
                  <a:pt x="40865" y="244227"/>
                </a:cubicBezTo>
                <a:lnTo>
                  <a:pt x="40865" y="104671"/>
                </a:lnTo>
                <a:cubicBezTo>
                  <a:pt x="40865" y="100685"/>
                  <a:pt x="42328" y="97228"/>
                  <a:pt x="45263" y="94302"/>
                </a:cubicBezTo>
                <a:cubicBezTo>
                  <a:pt x="47988" y="91577"/>
                  <a:pt x="51344" y="90215"/>
                  <a:pt x="55321" y="90215"/>
                </a:cubicBezTo>
                <a:lnTo>
                  <a:pt x="92409" y="90215"/>
                </a:lnTo>
                <a:lnTo>
                  <a:pt x="92409" y="53117"/>
                </a:lnTo>
                <a:cubicBezTo>
                  <a:pt x="92409" y="49140"/>
                  <a:pt x="93772" y="45784"/>
                  <a:pt x="96497" y="43059"/>
                </a:cubicBezTo>
                <a:cubicBezTo>
                  <a:pt x="99432" y="40133"/>
                  <a:pt x="102888" y="38661"/>
                  <a:pt x="106875" y="38661"/>
                </a:cubicBezTo>
                <a:lnTo>
                  <a:pt x="194886" y="38661"/>
                </a:lnTo>
                <a:cubicBezTo>
                  <a:pt x="198864" y="38661"/>
                  <a:pt x="202320" y="40133"/>
                  <a:pt x="205255" y="43059"/>
                </a:cubicBezTo>
                <a:cubicBezTo>
                  <a:pt x="208191" y="45784"/>
                  <a:pt x="209654" y="49140"/>
                  <a:pt x="209654" y="53117"/>
                </a:cubicBezTo>
                <a:lnTo>
                  <a:pt x="209654" y="141449"/>
                </a:lnTo>
                <a:lnTo>
                  <a:pt x="246431" y="141449"/>
                </a:lnTo>
                <a:cubicBezTo>
                  <a:pt x="250408" y="141449"/>
                  <a:pt x="253764" y="142912"/>
                  <a:pt x="256489" y="145847"/>
                </a:cubicBezTo>
                <a:cubicBezTo>
                  <a:pt x="259424" y="148782"/>
                  <a:pt x="260887" y="152238"/>
                  <a:pt x="260887" y="156216"/>
                </a:cubicBezTo>
                <a:lnTo>
                  <a:pt x="260887" y="244227"/>
                </a:lnTo>
                <a:cubicBezTo>
                  <a:pt x="260887" y="248214"/>
                  <a:pt x="259424" y="251561"/>
                  <a:pt x="256489" y="254285"/>
                </a:cubicBezTo>
                <a:cubicBezTo>
                  <a:pt x="253764" y="257221"/>
                  <a:pt x="250408" y="258693"/>
                  <a:pt x="246431" y="258693"/>
                </a:cubicBezTo>
                <a:lnTo>
                  <a:pt x="169740" y="258693"/>
                </a:lnTo>
                <a:lnTo>
                  <a:pt x="169740" y="207139"/>
                </a:lnTo>
                <a:lnTo>
                  <a:pt x="132021" y="207139"/>
                </a:lnTo>
                <a:lnTo>
                  <a:pt x="132021" y="258693"/>
                </a:lnTo>
                <a:lnTo>
                  <a:pt x="55321" y="258693"/>
                </a:lnTo>
                <a:close/>
                <a:moveTo>
                  <a:pt x="55010" y="244547"/>
                </a:moveTo>
                <a:lnTo>
                  <a:pt x="92409" y="244547"/>
                </a:lnTo>
                <a:lnTo>
                  <a:pt x="92409" y="207139"/>
                </a:lnTo>
                <a:lnTo>
                  <a:pt x="55010" y="207139"/>
                </a:lnTo>
                <a:lnTo>
                  <a:pt x="55010" y="244547"/>
                </a:lnTo>
                <a:close/>
                <a:moveTo>
                  <a:pt x="55010" y="192993"/>
                </a:moveTo>
                <a:lnTo>
                  <a:pt x="92409" y="192993"/>
                </a:lnTo>
                <a:lnTo>
                  <a:pt x="92409" y="155905"/>
                </a:lnTo>
                <a:lnTo>
                  <a:pt x="55010" y="155905"/>
                </a:lnTo>
                <a:lnTo>
                  <a:pt x="55010" y="192993"/>
                </a:lnTo>
                <a:close/>
                <a:moveTo>
                  <a:pt x="55010" y="141449"/>
                </a:moveTo>
                <a:lnTo>
                  <a:pt x="92409" y="141449"/>
                </a:lnTo>
                <a:lnTo>
                  <a:pt x="92409" y="104360"/>
                </a:lnTo>
                <a:lnTo>
                  <a:pt x="55010" y="104360"/>
                </a:lnTo>
                <a:lnTo>
                  <a:pt x="55010" y="141449"/>
                </a:lnTo>
                <a:close/>
                <a:moveTo>
                  <a:pt x="106555" y="192993"/>
                </a:moveTo>
                <a:lnTo>
                  <a:pt x="143643" y="192993"/>
                </a:lnTo>
                <a:lnTo>
                  <a:pt x="143643" y="155905"/>
                </a:lnTo>
                <a:lnTo>
                  <a:pt x="106555" y="155905"/>
                </a:lnTo>
                <a:lnTo>
                  <a:pt x="106555" y="192993"/>
                </a:lnTo>
                <a:close/>
                <a:moveTo>
                  <a:pt x="106555" y="141449"/>
                </a:moveTo>
                <a:lnTo>
                  <a:pt x="143643" y="141449"/>
                </a:lnTo>
                <a:lnTo>
                  <a:pt x="143643" y="104360"/>
                </a:lnTo>
                <a:lnTo>
                  <a:pt x="106555" y="104360"/>
                </a:lnTo>
                <a:lnTo>
                  <a:pt x="106555" y="141449"/>
                </a:lnTo>
                <a:close/>
                <a:moveTo>
                  <a:pt x="106555" y="90215"/>
                </a:moveTo>
                <a:lnTo>
                  <a:pt x="143643" y="90215"/>
                </a:lnTo>
                <a:lnTo>
                  <a:pt x="143643" y="52807"/>
                </a:lnTo>
                <a:lnTo>
                  <a:pt x="106555" y="52807"/>
                </a:lnTo>
                <a:lnTo>
                  <a:pt x="106555" y="90215"/>
                </a:lnTo>
                <a:close/>
                <a:moveTo>
                  <a:pt x="158109" y="192993"/>
                </a:moveTo>
                <a:lnTo>
                  <a:pt x="195197" y="192993"/>
                </a:lnTo>
                <a:lnTo>
                  <a:pt x="195197" y="155905"/>
                </a:lnTo>
                <a:lnTo>
                  <a:pt x="158109" y="155905"/>
                </a:lnTo>
                <a:lnTo>
                  <a:pt x="158109" y="192993"/>
                </a:lnTo>
                <a:close/>
                <a:moveTo>
                  <a:pt x="158109" y="141449"/>
                </a:moveTo>
                <a:lnTo>
                  <a:pt x="195197" y="141449"/>
                </a:lnTo>
                <a:lnTo>
                  <a:pt x="195197" y="104360"/>
                </a:lnTo>
                <a:lnTo>
                  <a:pt x="158109" y="104360"/>
                </a:lnTo>
                <a:lnTo>
                  <a:pt x="158109" y="141449"/>
                </a:lnTo>
                <a:close/>
                <a:moveTo>
                  <a:pt x="158109" y="90215"/>
                </a:moveTo>
                <a:lnTo>
                  <a:pt x="195197" y="90215"/>
                </a:lnTo>
                <a:lnTo>
                  <a:pt x="195197" y="52807"/>
                </a:lnTo>
                <a:lnTo>
                  <a:pt x="158109" y="52807"/>
                </a:lnTo>
                <a:lnTo>
                  <a:pt x="158109" y="90215"/>
                </a:lnTo>
                <a:close/>
                <a:moveTo>
                  <a:pt x="209654" y="244547"/>
                </a:moveTo>
                <a:lnTo>
                  <a:pt x="246742" y="244547"/>
                </a:lnTo>
                <a:lnTo>
                  <a:pt x="246742" y="207139"/>
                </a:lnTo>
                <a:lnTo>
                  <a:pt x="209654" y="207139"/>
                </a:lnTo>
                <a:lnTo>
                  <a:pt x="209654" y="244547"/>
                </a:lnTo>
                <a:close/>
                <a:moveTo>
                  <a:pt x="209654" y="192993"/>
                </a:moveTo>
                <a:lnTo>
                  <a:pt x="246742" y="192993"/>
                </a:lnTo>
                <a:lnTo>
                  <a:pt x="246742" y="155905"/>
                </a:lnTo>
                <a:lnTo>
                  <a:pt x="209654" y="155905"/>
                </a:lnTo>
                <a:lnTo>
                  <a:pt x="209654" y="192993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4" name="圖說"/>
          <p:cNvSpPr/>
          <p:nvPr/>
        </p:nvSpPr>
        <p:spPr>
          <a:xfrm>
            <a:off x="2749235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辦公室</a:t>
            </a:r>
            <a:endParaRPr lang="en-US" sz="750" dirty="0"/>
          </a:p>
        </p:txBody>
      </p:sp>
      <p:sp>
        <p:nvSpPr>
          <p:cNvPr id="215" name="圖示 公告"/>
          <p:cNvSpPr/>
          <p:nvPr/>
        </p:nvSpPr>
        <p:spPr>
          <a:xfrm>
            <a:off x="3448728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64033" y="158109"/>
                </a:moveTo>
                <a:lnTo>
                  <a:pt x="235120" y="158109"/>
                </a:lnTo>
                <a:cubicBezTo>
                  <a:pt x="233227" y="158109"/>
                  <a:pt x="231554" y="157368"/>
                  <a:pt x="230090" y="155905"/>
                </a:cubicBezTo>
                <a:cubicBezTo>
                  <a:pt x="228829" y="154652"/>
                  <a:pt x="228198" y="152970"/>
                  <a:pt x="228198" y="150876"/>
                </a:cubicBezTo>
                <a:cubicBezTo>
                  <a:pt x="228198" y="148782"/>
                  <a:pt x="228829" y="147109"/>
                  <a:pt x="230090" y="145847"/>
                </a:cubicBezTo>
                <a:cubicBezTo>
                  <a:pt x="231554" y="144384"/>
                  <a:pt x="233227" y="143643"/>
                  <a:pt x="235120" y="143643"/>
                </a:cubicBezTo>
                <a:lnTo>
                  <a:pt x="264033" y="143643"/>
                </a:lnTo>
                <a:cubicBezTo>
                  <a:pt x="266127" y="143643"/>
                  <a:pt x="267910" y="144384"/>
                  <a:pt x="269373" y="145847"/>
                </a:cubicBezTo>
                <a:cubicBezTo>
                  <a:pt x="270635" y="147109"/>
                  <a:pt x="271266" y="148782"/>
                  <a:pt x="271266" y="150876"/>
                </a:cubicBezTo>
                <a:cubicBezTo>
                  <a:pt x="271266" y="152970"/>
                  <a:pt x="270635" y="154652"/>
                  <a:pt x="269373" y="155905"/>
                </a:cubicBezTo>
                <a:cubicBezTo>
                  <a:pt x="267910" y="157368"/>
                  <a:pt x="266127" y="158109"/>
                  <a:pt x="264033" y="158109"/>
                </a:cubicBezTo>
                <a:close/>
                <a:moveTo>
                  <a:pt x="212488" y="213430"/>
                </a:moveTo>
                <a:cubicBezTo>
                  <a:pt x="213741" y="211748"/>
                  <a:pt x="215314" y="210806"/>
                  <a:pt x="217197" y="210595"/>
                </a:cubicBezTo>
                <a:cubicBezTo>
                  <a:pt x="219081" y="210175"/>
                  <a:pt x="220864" y="210595"/>
                  <a:pt x="222547" y="211857"/>
                </a:cubicBezTo>
                <a:lnTo>
                  <a:pt x="245800" y="229139"/>
                </a:lnTo>
                <a:cubicBezTo>
                  <a:pt x="247482" y="230401"/>
                  <a:pt x="248424" y="231974"/>
                  <a:pt x="248635" y="233858"/>
                </a:cubicBezTo>
                <a:cubicBezTo>
                  <a:pt x="249046" y="235741"/>
                  <a:pt x="248635" y="237525"/>
                  <a:pt x="247373" y="239198"/>
                </a:cubicBezTo>
                <a:cubicBezTo>
                  <a:pt x="246120" y="240880"/>
                  <a:pt x="244547" y="241822"/>
                  <a:pt x="242663" y="242033"/>
                </a:cubicBezTo>
                <a:cubicBezTo>
                  <a:pt x="240560" y="242453"/>
                  <a:pt x="238786" y="242033"/>
                  <a:pt x="237314" y="240771"/>
                </a:cubicBezTo>
                <a:lnTo>
                  <a:pt x="214052" y="223489"/>
                </a:lnTo>
                <a:cubicBezTo>
                  <a:pt x="212379" y="222227"/>
                  <a:pt x="211437" y="220654"/>
                  <a:pt x="211226" y="218770"/>
                </a:cubicBezTo>
                <a:cubicBezTo>
                  <a:pt x="210806" y="216887"/>
                  <a:pt x="211226" y="215103"/>
                  <a:pt x="212488" y="213430"/>
                </a:cubicBezTo>
                <a:close/>
                <a:moveTo>
                  <a:pt x="245178" y="71982"/>
                </a:moveTo>
                <a:lnTo>
                  <a:pt x="222858" y="89273"/>
                </a:lnTo>
                <a:cubicBezTo>
                  <a:pt x="221184" y="90526"/>
                  <a:pt x="219401" y="90946"/>
                  <a:pt x="217517" y="90526"/>
                </a:cubicBezTo>
                <a:cubicBezTo>
                  <a:pt x="215625" y="90105"/>
                  <a:pt x="214052" y="89163"/>
                  <a:pt x="212799" y="87700"/>
                </a:cubicBezTo>
                <a:cubicBezTo>
                  <a:pt x="211537" y="86018"/>
                  <a:pt x="211016" y="84244"/>
                  <a:pt x="211226" y="82351"/>
                </a:cubicBezTo>
                <a:cubicBezTo>
                  <a:pt x="211647" y="80467"/>
                  <a:pt x="212589" y="78894"/>
                  <a:pt x="214052" y="77642"/>
                </a:cubicBezTo>
                <a:lnTo>
                  <a:pt x="236683" y="60661"/>
                </a:lnTo>
                <a:cubicBezTo>
                  <a:pt x="238366" y="59409"/>
                  <a:pt x="240149" y="58887"/>
                  <a:pt x="242033" y="59098"/>
                </a:cubicBezTo>
                <a:cubicBezTo>
                  <a:pt x="243916" y="59509"/>
                  <a:pt x="245489" y="60451"/>
                  <a:pt x="246742" y="61923"/>
                </a:cubicBezTo>
                <a:cubicBezTo>
                  <a:pt x="248004" y="63597"/>
                  <a:pt x="248525" y="65380"/>
                  <a:pt x="248314" y="67263"/>
                </a:cubicBezTo>
                <a:cubicBezTo>
                  <a:pt x="247894" y="69156"/>
                  <a:pt x="246851" y="70720"/>
                  <a:pt x="245178" y="71982"/>
                </a:cubicBezTo>
                <a:close/>
                <a:moveTo>
                  <a:pt x="68205" y="183255"/>
                </a:moveTo>
                <a:lnTo>
                  <a:pt x="48719" y="183255"/>
                </a:lnTo>
                <a:cubicBezTo>
                  <a:pt x="43690" y="183255"/>
                  <a:pt x="39392" y="181472"/>
                  <a:pt x="35835" y="177906"/>
                </a:cubicBezTo>
                <a:cubicBezTo>
                  <a:pt x="32269" y="174349"/>
                  <a:pt x="30486" y="170051"/>
                  <a:pt x="30486" y="165022"/>
                </a:cubicBezTo>
                <a:lnTo>
                  <a:pt x="30486" y="136730"/>
                </a:lnTo>
                <a:cubicBezTo>
                  <a:pt x="30486" y="131701"/>
                  <a:pt x="32269" y="127403"/>
                  <a:pt x="35835" y="123846"/>
                </a:cubicBezTo>
                <a:cubicBezTo>
                  <a:pt x="39392" y="120280"/>
                  <a:pt x="43690" y="118497"/>
                  <a:pt x="48719" y="118497"/>
                </a:cubicBezTo>
                <a:lnTo>
                  <a:pt x="101846" y="118497"/>
                </a:lnTo>
                <a:lnTo>
                  <a:pt x="144594" y="93040"/>
                </a:lnTo>
                <a:cubicBezTo>
                  <a:pt x="147520" y="91157"/>
                  <a:pt x="150565" y="91157"/>
                  <a:pt x="153701" y="93040"/>
                </a:cubicBezTo>
                <a:cubicBezTo>
                  <a:pt x="156637" y="94714"/>
                  <a:pt x="158109" y="97338"/>
                  <a:pt x="158109" y="100895"/>
                </a:cubicBezTo>
                <a:lnTo>
                  <a:pt x="158109" y="200857"/>
                </a:lnTo>
                <a:cubicBezTo>
                  <a:pt x="158109" y="204414"/>
                  <a:pt x="156637" y="207038"/>
                  <a:pt x="153701" y="208712"/>
                </a:cubicBezTo>
                <a:cubicBezTo>
                  <a:pt x="150565" y="210595"/>
                  <a:pt x="147520" y="210595"/>
                  <a:pt x="144594" y="208712"/>
                </a:cubicBezTo>
                <a:lnTo>
                  <a:pt x="101846" y="183255"/>
                </a:lnTo>
                <a:lnTo>
                  <a:pt x="82671" y="183255"/>
                </a:lnTo>
                <a:lnTo>
                  <a:pt x="82671" y="225372"/>
                </a:lnTo>
                <a:cubicBezTo>
                  <a:pt x="82671" y="227256"/>
                  <a:pt x="81930" y="228929"/>
                  <a:pt x="80467" y="230401"/>
                </a:cubicBezTo>
                <a:cubicBezTo>
                  <a:pt x="79214" y="231654"/>
                  <a:pt x="77532" y="232285"/>
                  <a:pt x="75438" y="232285"/>
                </a:cubicBezTo>
                <a:cubicBezTo>
                  <a:pt x="73344" y="232285"/>
                  <a:pt x="71671" y="231654"/>
                  <a:pt x="70409" y="230401"/>
                </a:cubicBezTo>
                <a:cubicBezTo>
                  <a:pt x="68946" y="228929"/>
                  <a:pt x="68205" y="227256"/>
                  <a:pt x="68205" y="225372"/>
                </a:cubicBezTo>
                <a:lnTo>
                  <a:pt x="68205" y="183255"/>
                </a:lnTo>
                <a:close/>
                <a:moveTo>
                  <a:pt x="143963" y="191741"/>
                </a:moveTo>
                <a:lnTo>
                  <a:pt x="143963" y="110011"/>
                </a:lnTo>
                <a:lnTo>
                  <a:pt x="105613" y="132643"/>
                </a:lnTo>
                <a:lnTo>
                  <a:pt x="48719" y="132643"/>
                </a:lnTo>
                <a:cubicBezTo>
                  <a:pt x="47677" y="132643"/>
                  <a:pt x="46726" y="133063"/>
                  <a:pt x="45894" y="133905"/>
                </a:cubicBezTo>
                <a:cubicBezTo>
                  <a:pt x="45052" y="134737"/>
                  <a:pt x="44632" y="135688"/>
                  <a:pt x="44632" y="136730"/>
                </a:cubicBezTo>
                <a:lnTo>
                  <a:pt x="44632" y="165022"/>
                </a:lnTo>
                <a:cubicBezTo>
                  <a:pt x="44632" y="166064"/>
                  <a:pt x="45052" y="167015"/>
                  <a:pt x="45894" y="167847"/>
                </a:cubicBezTo>
                <a:cubicBezTo>
                  <a:pt x="46726" y="168689"/>
                  <a:pt x="47677" y="169109"/>
                  <a:pt x="48719" y="169109"/>
                </a:cubicBezTo>
                <a:lnTo>
                  <a:pt x="105613" y="169109"/>
                </a:lnTo>
                <a:lnTo>
                  <a:pt x="143963" y="191741"/>
                </a:lnTo>
                <a:close/>
                <a:moveTo>
                  <a:pt x="175391" y="190168"/>
                </a:moveTo>
                <a:lnTo>
                  <a:pt x="175391" y="111584"/>
                </a:lnTo>
                <a:cubicBezTo>
                  <a:pt x="180420" y="116193"/>
                  <a:pt x="184407" y="121853"/>
                  <a:pt x="187342" y="128555"/>
                </a:cubicBezTo>
                <a:cubicBezTo>
                  <a:pt x="190479" y="135267"/>
                  <a:pt x="192051" y="142701"/>
                  <a:pt x="192051" y="150876"/>
                </a:cubicBezTo>
                <a:cubicBezTo>
                  <a:pt x="192051" y="159051"/>
                  <a:pt x="190479" y="166485"/>
                  <a:pt x="187342" y="173197"/>
                </a:cubicBezTo>
                <a:cubicBezTo>
                  <a:pt x="184407" y="179899"/>
                  <a:pt x="180420" y="185559"/>
                  <a:pt x="175391" y="190168"/>
                </a:cubicBezTo>
                <a:close/>
                <a:moveTo>
                  <a:pt x="94302" y="15087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6" name="圖說"/>
          <p:cNvSpPr/>
          <p:nvPr/>
        </p:nvSpPr>
        <p:spPr>
          <a:xfrm>
            <a:off x="3303956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</a:t>
            </a:r>
            <a:endParaRPr lang="en-US" sz="750" dirty="0"/>
          </a:p>
        </p:txBody>
      </p:sp>
      <p:sp>
        <p:nvSpPr>
          <p:cNvPr id="217" name="圖示 郵件"/>
          <p:cNvSpPr/>
          <p:nvPr/>
        </p:nvSpPr>
        <p:spPr>
          <a:xfrm>
            <a:off x="4003449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9661" y="245178"/>
                </a:moveTo>
                <a:cubicBezTo>
                  <a:pt x="44632" y="245178"/>
                  <a:pt x="40334" y="243395"/>
                  <a:pt x="36777" y="239829"/>
                </a:cubicBezTo>
                <a:cubicBezTo>
                  <a:pt x="33211" y="236272"/>
                  <a:pt x="31437" y="231974"/>
                  <a:pt x="31437" y="226945"/>
                </a:cubicBezTo>
                <a:lnTo>
                  <a:pt x="31437" y="74807"/>
                </a:lnTo>
                <a:cubicBezTo>
                  <a:pt x="31437" y="69778"/>
                  <a:pt x="33211" y="65480"/>
                  <a:pt x="36777" y="61923"/>
                </a:cubicBezTo>
                <a:cubicBezTo>
                  <a:pt x="40334" y="58357"/>
                  <a:pt x="44632" y="56583"/>
                  <a:pt x="49661" y="56583"/>
                </a:cubicBezTo>
                <a:lnTo>
                  <a:pt x="252091" y="56583"/>
                </a:lnTo>
                <a:cubicBezTo>
                  <a:pt x="257120" y="56583"/>
                  <a:pt x="261418" y="58357"/>
                  <a:pt x="264975" y="61923"/>
                </a:cubicBezTo>
                <a:cubicBezTo>
                  <a:pt x="268541" y="65480"/>
                  <a:pt x="270324" y="69778"/>
                  <a:pt x="270324" y="74807"/>
                </a:cubicBezTo>
                <a:lnTo>
                  <a:pt x="270324" y="226945"/>
                </a:lnTo>
                <a:cubicBezTo>
                  <a:pt x="270324" y="231974"/>
                  <a:pt x="268541" y="236272"/>
                  <a:pt x="264975" y="239829"/>
                </a:cubicBezTo>
                <a:cubicBezTo>
                  <a:pt x="261418" y="243395"/>
                  <a:pt x="257120" y="245178"/>
                  <a:pt x="252091" y="245178"/>
                </a:cubicBezTo>
                <a:lnTo>
                  <a:pt x="49661" y="245178"/>
                </a:lnTo>
                <a:close/>
                <a:moveTo>
                  <a:pt x="256178" y="83293"/>
                </a:moveTo>
                <a:lnTo>
                  <a:pt x="155905" y="149303"/>
                </a:lnTo>
                <a:cubicBezTo>
                  <a:pt x="155064" y="149724"/>
                  <a:pt x="154232" y="150144"/>
                  <a:pt x="153391" y="150565"/>
                </a:cubicBezTo>
                <a:cubicBezTo>
                  <a:pt x="152760" y="150775"/>
                  <a:pt x="151928" y="150876"/>
                  <a:pt x="150876" y="150876"/>
                </a:cubicBezTo>
                <a:cubicBezTo>
                  <a:pt x="149824" y="150876"/>
                  <a:pt x="148992" y="150775"/>
                  <a:pt x="148361" y="150565"/>
                </a:cubicBezTo>
                <a:cubicBezTo>
                  <a:pt x="147520" y="150144"/>
                  <a:pt x="146688" y="149724"/>
                  <a:pt x="145847" y="149303"/>
                </a:cubicBezTo>
                <a:lnTo>
                  <a:pt x="45574" y="83293"/>
                </a:lnTo>
                <a:lnTo>
                  <a:pt x="45574" y="226945"/>
                </a:lnTo>
                <a:cubicBezTo>
                  <a:pt x="45574" y="228198"/>
                  <a:pt x="45994" y="229139"/>
                  <a:pt x="46836" y="229770"/>
                </a:cubicBezTo>
                <a:cubicBezTo>
                  <a:pt x="47467" y="230612"/>
                  <a:pt x="48408" y="231032"/>
                  <a:pt x="49661" y="231032"/>
                </a:cubicBezTo>
                <a:lnTo>
                  <a:pt x="252091" y="231032"/>
                </a:lnTo>
                <a:cubicBezTo>
                  <a:pt x="253344" y="231032"/>
                  <a:pt x="254285" y="230612"/>
                  <a:pt x="254916" y="229770"/>
                </a:cubicBezTo>
                <a:cubicBezTo>
                  <a:pt x="255758" y="229139"/>
                  <a:pt x="256178" y="228198"/>
                  <a:pt x="256178" y="226945"/>
                </a:cubicBezTo>
                <a:lnTo>
                  <a:pt x="256178" y="83293"/>
                </a:lnTo>
                <a:close/>
                <a:moveTo>
                  <a:pt x="150876" y="137672"/>
                </a:moveTo>
                <a:lnTo>
                  <a:pt x="253344" y="70720"/>
                </a:lnTo>
                <a:lnTo>
                  <a:pt x="48719" y="70720"/>
                </a:lnTo>
                <a:lnTo>
                  <a:pt x="150876" y="137672"/>
                </a:lnTo>
                <a:close/>
                <a:moveTo>
                  <a:pt x="45574" y="83293"/>
                </a:moveTo>
                <a:lnTo>
                  <a:pt x="45574" y="85496"/>
                </a:lnTo>
                <a:lnTo>
                  <a:pt x="45574" y="75749"/>
                </a:lnTo>
                <a:lnTo>
                  <a:pt x="45574" y="76069"/>
                </a:lnTo>
                <a:lnTo>
                  <a:pt x="45574" y="70720"/>
                </a:lnTo>
                <a:lnTo>
                  <a:pt x="45574" y="75749"/>
                </a:lnTo>
                <a:lnTo>
                  <a:pt x="45574" y="75438"/>
                </a:lnTo>
                <a:lnTo>
                  <a:pt x="45574" y="85496"/>
                </a:lnTo>
                <a:lnTo>
                  <a:pt x="45574" y="83293"/>
                </a:lnTo>
                <a:lnTo>
                  <a:pt x="45574" y="231032"/>
                </a:lnTo>
                <a:lnTo>
                  <a:pt x="45574" y="83293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8" name="圖說"/>
          <p:cNvSpPr/>
          <p:nvPr/>
        </p:nvSpPr>
        <p:spPr>
          <a:xfrm>
            <a:off x="3858677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750" dirty="0"/>
          </a:p>
        </p:txBody>
      </p:sp>
      <p:sp>
        <p:nvSpPr>
          <p:cNvPr id="219" name="圖示 訊息"/>
          <p:cNvSpPr/>
          <p:nvPr/>
        </p:nvSpPr>
        <p:spPr>
          <a:xfrm>
            <a:off x="4558170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6069" y="220032"/>
                </a:moveTo>
                <a:lnTo>
                  <a:pt x="46836" y="248945"/>
                </a:lnTo>
                <a:cubicBezTo>
                  <a:pt x="43900" y="251881"/>
                  <a:pt x="40654" y="252612"/>
                  <a:pt x="37088" y="251149"/>
                </a:cubicBezTo>
                <a:cubicBezTo>
                  <a:pt x="33321" y="249467"/>
                  <a:pt x="31437" y="246641"/>
                  <a:pt x="31437" y="242663"/>
                </a:cubicBezTo>
                <a:lnTo>
                  <a:pt x="31437" y="49661"/>
                </a:lnTo>
                <a:cubicBezTo>
                  <a:pt x="31437" y="44632"/>
                  <a:pt x="33211" y="40334"/>
                  <a:pt x="36777" y="36777"/>
                </a:cubicBezTo>
                <a:cubicBezTo>
                  <a:pt x="40334" y="33211"/>
                  <a:pt x="44632" y="31437"/>
                  <a:pt x="49661" y="31437"/>
                </a:cubicBezTo>
                <a:lnTo>
                  <a:pt x="252091" y="31437"/>
                </a:lnTo>
                <a:cubicBezTo>
                  <a:pt x="257120" y="31437"/>
                  <a:pt x="261418" y="33211"/>
                  <a:pt x="264975" y="36777"/>
                </a:cubicBezTo>
                <a:cubicBezTo>
                  <a:pt x="268541" y="40334"/>
                  <a:pt x="270324" y="44632"/>
                  <a:pt x="270324" y="49661"/>
                </a:cubicBezTo>
                <a:lnTo>
                  <a:pt x="270324" y="201799"/>
                </a:lnTo>
                <a:cubicBezTo>
                  <a:pt x="270324" y="206828"/>
                  <a:pt x="268541" y="211126"/>
                  <a:pt x="264975" y="214683"/>
                </a:cubicBezTo>
                <a:cubicBezTo>
                  <a:pt x="261418" y="218249"/>
                  <a:pt x="257120" y="220032"/>
                  <a:pt x="252091" y="220032"/>
                </a:cubicBezTo>
                <a:lnTo>
                  <a:pt x="76069" y="220032"/>
                </a:lnTo>
                <a:close/>
                <a:moveTo>
                  <a:pt x="69778" y="205886"/>
                </a:moveTo>
                <a:lnTo>
                  <a:pt x="252091" y="205886"/>
                </a:lnTo>
                <a:cubicBezTo>
                  <a:pt x="253133" y="205886"/>
                  <a:pt x="254075" y="205466"/>
                  <a:pt x="254916" y="204624"/>
                </a:cubicBezTo>
                <a:cubicBezTo>
                  <a:pt x="255758" y="203783"/>
                  <a:pt x="256178" y="202841"/>
                  <a:pt x="256178" y="201799"/>
                </a:cubicBezTo>
                <a:lnTo>
                  <a:pt x="256178" y="49661"/>
                </a:lnTo>
                <a:cubicBezTo>
                  <a:pt x="256178" y="48619"/>
                  <a:pt x="255758" y="47677"/>
                  <a:pt x="254916" y="46836"/>
                </a:cubicBezTo>
                <a:cubicBezTo>
                  <a:pt x="254075" y="45994"/>
                  <a:pt x="253133" y="45574"/>
                  <a:pt x="252091" y="45574"/>
                </a:cubicBezTo>
                <a:lnTo>
                  <a:pt x="49661" y="45574"/>
                </a:lnTo>
                <a:cubicBezTo>
                  <a:pt x="48619" y="45574"/>
                  <a:pt x="47677" y="45994"/>
                  <a:pt x="46836" y="46836"/>
                </a:cubicBezTo>
                <a:cubicBezTo>
                  <a:pt x="45994" y="47677"/>
                  <a:pt x="45574" y="48619"/>
                  <a:pt x="45574" y="49661"/>
                </a:cubicBezTo>
                <a:lnTo>
                  <a:pt x="45574" y="231032"/>
                </a:lnTo>
                <a:lnTo>
                  <a:pt x="69778" y="205886"/>
                </a:lnTo>
                <a:close/>
                <a:moveTo>
                  <a:pt x="45574" y="205886"/>
                </a:moveTo>
                <a:lnTo>
                  <a:pt x="45574" y="45574"/>
                </a:lnTo>
                <a:lnTo>
                  <a:pt x="45574" y="205886"/>
                </a:lnTo>
                <a:close/>
                <a:moveTo>
                  <a:pt x="85807" y="173197"/>
                </a:moveTo>
                <a:lnTo>
                  <a:pt x="164080" y="173197"/>
                </a:lnTo>
                <a:cubicBezTo>
                  <a:pt x="166174" y="173197"/>
                  <a:pt x="167847" y="172456"/>
                  <a:pt x="169109" y="170993"/>
                </a:cubicBezTo>
                <a:cubicBezTo>
                  <a:pt x="170572" y="169530"/>
                  <a:pt x="171304" y="167847"/>
                  <a:pt x="171304" y="165964"/>
                </a:cubicBezTo>
                <a:cubicBezTo>
                  <a:pt x="171304" y="163870"/>
                  <a:pt x="170572" y="162196"/>
                  <a:pt x="169109" y="160934"/>
                </a:cubicBezTo>
                <a:cubicBezTo>
                  <a:pt x="167847" y="159471"/>
                  <a:pt x="166174" y="158731"/>
                  <a:pt x="164080" y="158731"/>
                </a:cubicBezTo>
                <a:lnTo>
                  <a:pt x="85807" y="158731"/>
                </a:lnTo>
                <a:cubicBezTo>
                  <a:pt x="83713" y="158731"/>
                  <a:pt x="82040" y="159471"/>
                  <a:pt x="80778" y="160934"/>
                </a:cubicBezTo>
                <a:cubicBezTo>
                  <a:pt x="79315" y="162196"/>
                  <a:pt x="78584" y="163870"/>
                  <a:pt x="78584" y="165964"/>
                </a:cubicBezTo>
                <a:cubicBezTo>
                  <a:pt x="78584" y="168058"/>
                  <a:pt x="79315" y="169740"/>
                  <a:pt x="80778" y="170993"/>
                </a:cubicBezTo>
                <a:cubicBezTo>
                  <a:pt x="82040" y="172456"/>
                  <a:pt x="83713" y="173197"/>
                  <a:pt x="85807" y="173197"/>
                </a:cubicBezTo>
                <a:close/>
                <a:moveTo>
                  <a:pt x="85807" y="132963"/>
                </a:moveTo>
                <a:lnTo>
                  <a:pt x="215945" y="132963"/>
                </a:lnTo>
                <a:cubicBezTo>
                  <a:pt x="218039" y="132963"/>
                  <a:pt x="219712" y="132332"/>
                  <a:pt x="220974" y="131070"/>
                </a:cubicBezTo>
                <a:cubicBezTo>
                  <a:pt x="222437" y="129607"/>
                  <a:pt x="223168" y="127824"/>
                  <a:pt x="223168" y="125730"/>
                </a:cubicBezTo>
                <a:cubicBezTo>
                  <a:pt x="223168" y="123846"/>
                  <a:pt x="222437" y="122164"/>
                  <a:pt x="220974" y="120701"/>
                </a:cubicBezTo>
                <a:cubicBezTo>
                  <a:pt x="219712" y="119448"/>
                  <a:pt x="218039" y="118817"/>
                  <a:pt x="215945" y="118817"/>
                </a:cubicBezTo>
                <a:lnTo>
                  <a:pt x="85807" y="118817"/>
                </a:lnTo>
                <a:cubicBezTo>
                  <a:pt x="83713" y="118817"/>
                  <a:pt x="82040" y="119448"/>
                  <a:pt x="80778" y="120701"/>
                </a:cubicBezTo>
                <a:cubicBezTo>
                  <a:pt x="79315" y="122164"/>
                  <a:pt x="78584" y="123947"/>
                  <a:pt x="78584" y="126041"/>
                </a:cubicBezTo>
                <a:cubicBezTo>
                  <a:pt x="78584" y="128144"/>
                  <a:pt x="79315" y="129817"/>
                  <a:pt x="80778" y="131070"/>
                </a:cubicBezTo>
                <a:cubicBezTo>
                  <a:pt x="82040" y="132332"/>
                  <a:pt x="83713" y="132963"/>
                  <a:pt x="85807" y="132963"/>
                </a:cubicBezTo>
                <a:close/>
                <a:moveTo>
                  <a:pt x="85807" y="93040"/>
                </a:moveTo>
                <a:lnTo>
                  <a:pt x="215945" y="93040"/>
                </a:lnTo>
                <a:cubicBezTo>
                  <a:pt x="218039" y="93040"/>
                  <a:pt x="219712" y="92309"/>
                  <a:pt x="220974" y="90836"/>
                </a:cubicBezTo>
                <a:cubicBezTo>
                  <a:pt x="222437" y="89584"/>
                  <a:pt x="223168" y="87910"/>
                  <a:pt x="223168" y="85807"/>
                </a:cubicBezTo>
                <a:cubicBezTo>
                  <a:pt x="223168" y="83713"/>
                  <a:pt x="222437" y="82040"/>
                  <a:pt x="220974" y="80778"/>
                </a:cubicBezTo>
                <a:cubicBezTo>
                  <a:pt x="219712" y="79525"/>
                  <a:pt x="218039" y="78894"/>
                  <a:pt x="215945" y="78894"/>
                </a:cubicBezTo>
                <a:lnTo>
                  <a:pt x="85807" y="78894"/>
                </a:lnTo>
                <a:cubicBezTo>
                  <a:pt x="83713" y="78894"/>
                  <a:pt x="82040" y="79525"/>
                  <a:pt x="80778" y="80778"/>
                </a:cubicBezTo>
                <a:cubicBezTo>
                  <a:pt x="79315" y="82250"/>
                  <a:pt x="78584" y="83924"/>
                  <a:pt x="78584" y="85807"/>
                </a:cubicBezTo>
                <a:cubicBezTo>
                  <a:pt x="78584" y="87910"/>
                  <a:pt x="79315" y="89684"/>
                  <a:pt x="80778" y="91157"/>
                </a:cubicBezTo>
                <a:cubicBezTo>
                  <a:pt x="82040" y="92409"/>
                  <a:pt x="83713" y="93040"/>
                  <a:pt x="85807" y="93040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0" name="圖說"/>
          <p:cNvSpPr/>
          <p:nvPr/>
        </p:nvSpPr>
        <p:spPr>
          <a:xfrm>
            <a:off x="4413397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</a:t>
            </a:r>
            <a:endParaRPr lang="en-US" sz="750" dirty="0"/>
          </a:p>
        </p:txBody>
      </p:sp>
      <p:sp>
        <p:nvSpPr>
          <p:cNvPr id="221" name="圖示 討論"/>
          <p:cNvSpPr/>
          <p:nvPr/>
        </p:nvSpPr>
        <p:spPr>
          <a:xfrm>
            <a:off x="5112890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62460" y="243285"/>
                </a:moveTo>
                <a:cubicBezTo>
                  <a:pt x="261829" y="244757"/>
                  <a:pt x="260467" y="245699"/>
                  <a:pt x="258373" y="246120"/>
                </a:cubicBezTo>
                <a:cubicBezTo>
                  <a:pt x="256279" y="246531"/>
                  <a:pt x="254285" y="245800"/>
                  <a:pt x="252402" y="243916"/>
                </a:cubicBezTo>
                <a:lnTo>
                  <a:pt x="223489" y="215314"/>
                </a:lnTo>
                <a:lnTo>
                  <a:pt x="95866" y="215314"/>
                </a:lnTo>
                <a:cubicBezTo>
                  <a:pt x="91047" y="215314"/>
                  <a:pt x="86959" y="213531"/>
                  <a:pt x="83613" y="209974"/>
                </a:cubicBezTo>
                <a:cubicBezTo>
                  <a:pt x="80047" y="206618"/>
                  <a:pt x="78263" y="202430"/>
                  <a:pt x="78263" y="197401"/>
                </a:cubicBezTo>
                <a:lnTo>
                  <a:pt x="78263" y="180740"/>
                </a:lnTo>
                <a:lnTo>
                  <a:pt x="215314" y="180740"/>
                </a:lnTo>
                <a:cubicBezTo>
                  <a:pt x="220133" y="180740"/>
                  <a:pt x="224321" y="178957"/>
                  <a:pt x="227887" y="175391"/>
                </a:cubicBezTo>
                <a:cubicBezTo>
                  <a:pt x="231444" y="171624"/>
                  <a:pt x="233227" y="167326"/>
                  <a:pt x="233227" y="162507"/>
                </a:cubicBezTo>
                <a:lnTo>
                  <a:pt x="233227" y="75438"/>
                </a:lnTo>
                <a:lnTo>
                  <a:pt x="250207" y="75438"/>
                </a:lnTo>
                <a:cubicBezTo>
                  <a:pt x="255026" y="75438"/>
                  <a:pt x="259214" y="77221"/>
                  <a:pt x="262780" y="80778"/>
                </a:cubicBezTo>
                <a:cubicBezTo>
                  <a:pt x="266127" y="84134"/>
                  <a:pt x="267809" y="88221"/>
                  <a:pt x="267809" y="93040"/>
                </a:cubicBezTo>
                <a:lnTo>
                  <a:pt x="267809" y="237634"/>
                </a:lnTo>
                <a:cubicBezTo>
                  <a:pt x="267809" y="239308"/>
                  <a:pt x="267279" y="240670"/>
                  <a:pt x="266237" y="241712"/>
                </a:cubicBezTo>
                <a:cubicBezTo>
                  <a:pt x="264975" y="242764"/>
                  <a:pt x="263722" y="243285"/>
                  <a:pt x="262460" y="243285"/>
                </a:cubicBezTo>
                <a:close/>
                <a:moveTo>
                  <a:pt x="48088" y="170051"/>
                </a:moveTo>
                <a:lnTo>
                  <a:pt x="72292" y="145847"/>
                </a:lnTo>
                <a:lnTo>
                  <a:pt x="194566" y="145847"/>
                </a:lnTo>
                <a:cubicBezTo>
                  <a:pt x="195828" y="145847"/>
                  <a:pt x="196770" y="145426"/>
                  <a:pt x="197401" y="144594"/>
                </a:cubicBezTo>
                <a:cubicBezTo>
                  <a:pt x="198233" y="143963"/>
                  <a:pt x="198653" y="143122"/>
                  <a:pt x="198653" y="142079"/>
                </a:cubicBezTo>
                <a:lnTo>
                  <a:pt x="198653" y="49661"/>
                </a:lnTo>
                <a:cubicBezTo>
                  <a:pt x="198653" y="48408"/>
                  <a:pt x="198233" y="47467"/>
                  <a:pt x="197401" y="46836"/>
                </a:cubicBezTo>
                <a:cubicBezTo>
                  <a:pt x="196770" y="45994"/>
                  <a:pt x="195828" y="45574"/>
                  <a:pt x="194566" y="45574"/>
                </a:cubicBezTo>
                <a:lnTo>
                  <a:pt x="51865" y="45574"/>
                </a:lnTo>
                <a:cubicBezTo>
                  <a:pt x="50813" y="45574"/>
                  <a:pt x="49981" y="45994"/>
                  <a:pt x="49350" y="46836"/>
                </a:cubicBezTo>
                <a:cubicBezTo>
                  <a:pt x="48509" y="47467"/>
                  <a:pt x="48088" y="48408"/>
                  <a:pt x="48088" y="49661"/>
                </a:cubicBezTo>
                <a:lnTo>
                  <a:pt x="48088" y="170051"/>
                </a:lnTo>
                <a:close/>
                <a:moveTo>
                  <a:pt x="42748" y="191741"/>
                </a:moveTo>
                <a:cubicBezTo>
                  <a:pt x="40654" y="191741"/>
                  <a:pt x="38661" y="191009"/>
                  <a:pt x="36777" y="189537"/>
                </a:cubicBezTo>
                <a:cubicBezTo>
                  <a:pt x="34894" y="187863"/>
                  <a:pt x="33952" y="185559"/>
                  <a:pt x="33952" y="182624"/>
                </a:cubicBezTo>
                <a:lnTo>
                  <a:pt x="33952" y="49661"/>
                </a:lnTo>
                <a:cubicBezTo>
                  <a:pt x="33952" y="44632"/>
                  <a:pt x="35726" y="40334"/>
                  <a:pt x="39292" y="36777"/>
                </a:cubicBezTo>
                <a:cubicBezTo>
                  <a:pt x="42849" y="33211"/>
                  <a:pt x="47046" y="31437"/>
                  <a:pt x="51865" y="31437"/>
                </a:cubicBezTo>
                <a:lnTo>
                  <a:pt x="194566" y="31437"/>
                </a:lnTo>
                <a:cubicBezTo>
                  <a:pt x="199595" y="31437"/>
                  <a:pt x="203893" y="33211"/>
                  <a:pt x="207459" y="36777"/>
                </a:cubicBezTo>
                <a:cubicBezTo>
                  <a:pt x="211016" y="40334"/>
                  <a:pt x="212799" y="44632"/>
                  <a:pt x="212799" y="49661"/>
                </a:cubicBezTo>
                <a:lnTo>
                  <a:pt x="212799" y="142079"/>
                </a:lnTo>
                <a:cubicBezTo>
                  <a:pt x="212799" y="146898"/>
                  <a:pt x="211016" y="151086"/>
                  <a:pt x="207459" y="154652"/>
                </a:cubicBezTo>
                <a:cubicBezTo>
                  <a:pt x="203893" y="158209"/>
                  <a:pt x="199595" y="159993"/>
                  <a:pt x="194566" y="159993"/>
                </a:cubicBezTo>
                <a:lnTo>
                  <a:pt x="78263" y="159993"/>
                </a:lnTo>
                <a:lnTo>
                  <a:pt x="49350" y="189226"/>
                </a:lnTo>
                <a:cubicBezTo>
                  <a:pt x="48299" y="190058"/>
                  <a:pt x="47256" y="190689"/>
                  <a:pt x="46205" y="191110"/>
                </a:cubicBezTo>
                <a:cubicBezTo>
                  <a:pt x="45162" y="191530"/>
                  <a:pt x="44010" y="191741"/>
                  <a:pt x="42748" y="191741"/>
                </a:cubicBezTo>
                <a:close/>
                <a:moveTo>
                  <a:pt x="48088" y="142079"/>
                </a:moveTo>
                <a:lnTo>
                  <a:pt x="48088" y="45574"/>
                </a:lnTo>
                <a:lnTo>
                  <a:pt x="48088" y="142079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2" name="圖說"/>
          <p:cNvSpPr/>
          <p:nvPr/>
        </p:nvSpPr>
        <p:spPr>
          <a:xfrm>
            <a:off x="4968118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750" dirty="0"/>
          </a:p>
        </p:txBody>
      </p:sp>
      <p:sp>
        <p:nvSpPr>
          <p:cNvPr id="223" name="圖示 電話"/>
          <p:cNvSpPr/>
          <p:nvPr/>
        </p:nvSpPr>
        <p:spPr>
          <a:xfrm>
            <a:off x="5667611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43605" y="257751"/>
                </a:moveTo>
                <a:cubicBezTo>
                  <a:pt x="221385" y="257751"/>
                  <a:pt x="198443" y="252091"/>
                  <a:pt x="174769" y="240771"/>
                </a:cubicBezTo>
                <a:cubicBezTo>
                  <a:pt x="151086" y="229670"/>
                  <a:pt x="128976" y="213842"/>
                  <a:pt x="108439" y="193313"/>
                </a:cubicBezTo>
                <a:cubicBezTo>
                  <a:pt x="87910" y="172776"/>
                  <a:pt x="72082" y="150666"/>
                  <a:pt x="60981" y="126992"/>
                </a:cubicBezTo>
                <a:cubicBezTo>
                  <a:pt x="49661" y="103309"/>
                  <a:pt x="44010" y="80367"/>
                  <a:pt x="44010" y="58147"/>
                </a:cubicBezTo>
                <a:cubicBezTo>
                  <a:pt x="44010" y="54169"/>
                  <a:pt x="45363" y="50813"/>
                  <a:pt x="48088" y="48088"/>
                </a:cubicBezTo>
                <a:cubicBezTo>
                  <a:pt x="50603" y="45363"/>
                  <a:pt x="53858" y="44010"/>
                  <a:pt x="57836" y="44010"/>
                </a:cubicBezTo>
                <a:lnTo>
                  <a:pt x="93671" y="44010"/>
                </a:lnTo>
                <a:cubicBezTo>
                  <a:pt x="97018" y="44010"/>
                  <a:pt x="99852" y="45052"/>
                  <a:pt x="102157" y="47146"/>
                </a:cubicBezTo>
                <a:cubicBezTo>
                  <a:pt x="104461" y="49240"/>
                  <a:pt x="106034" y="52075"/>
                  <a:pt x="106875" y="55632"/>
                </a:cubicBezTo>
                <a:lnTo>
                  <a:pt x="114419" y="89273"/>
                </a:lnTo>
                <a:cubicBezTo>
                  <a:pt x="114830" y="92409"/>
                  <a:pt x="114730" y="95244"/>
                  <a:pt x="114099" y="97759"/>
                </a:cubicBezTo>
                <a:cubicBezTo>
                  <a:pt x="113468" y="100273"/>
                  <a:pt x="112215" y="102367"/>
                  <a:pt x="110332" y="104040"/>
                </a:cubicBezTo>
                <a:lnTo>
                  <a:pt x="80778" y="132963"/>
                </a:lnTo>
                <a:cubicBezTo>
                  <a:pt x="86228" y="142601"/>
                  <a:pt x="92098" y="151507"/>
                  <a:pt x="98380" y="159682"/>
                </a:cubicBezTo>
                <a:cubicBezTo>
                  <a:pt x="104671" y="167847"/>
                  <a:pt x="111484" y="175601"/>
                  <a:pt x="118817" y="182935"/>
                </a:cubicBezTo>
                <a:cubicBezTo>
                  <a:pt x="126571" y="190899"/>
                  <a:pt x="134847" y="198233"/>
                  <a:pt x="143643" y="204944"/>
                </a:cubicBezTo>
                <a:cubicBezTo>
                  <a:pt x="152449" y="211647"/>
                  <a:pt x="161876" y="217618"/>
                  <a:pt x="171935" y="222858"/>
                </a:cubicBezTo>
                <a:lnTo>
                  <a:pt x="200537" y="193624"/>
                </a:lnTo>
                <a:cubicBezTo>
                  <a:pt x="202631" y="191320"/>
                  <a:pt x="205045" y="189747"/>
                  <a:pt x="207770" y="188906"/>
                </a:cubicBezTo>
                <a:cubicBezTo>
                  <a:pt x="210285" y="188074"/>
                  <a:pt x="212900" y="187863"/>
                  <a:pt x="215625" y="188284"/>
                </a:cubicBezTo>
                <a:lnTo>
                  <a:pt x="246120" y="195197"/>
                </a:lnTo>
                <a:cubicBezTo>
                  <a:pt x="249677" y="195828"/>
                  <a:pt x="252512" y="197501"/>
                  <a:pt x="254606" y="200226"/>
                </a:cubicBezTo>
                <a:cubicBezTo>
                  <a:pt x="256700" y="202951"/>
                  <a:pt x="257751" y="205987"/>
                  <a:pt x="257751" y="209343"/>
                </a:cubicBezTo>
                <a:lnTo>
                  <a:pt x="257751" y="243916"/>
                </a:lnTo>
                <a:cubicBezTo>
                  <a:pt x="257751" y="247894"/>
                  <a:pt x="256389" y="251149"/>
                  <a:pt x="253664" y="253664"/>
                </a:cubicBezTo>
                <a:cubicBezTo>
                  <a:pt x="251149" y="256389"/>
                  <a:pt x="247793" y="257751"/>
                  <a:pt x="243605" y="257751"/>
                </a:cubicBezTo>
                <a:close/>
                <a:moveTo>
                  <a:pt x="73554" y="120070"/>
                </a:moveTo>
                <a:lnTo>
                  <a:pt x="99642" y="94924"/>
                </a:lnTo>
                <a:cubicBezTo>
                  <a:pt x="99852" y="94503"/>
                  <a:pt x="100063" y="94092"/>
                  <a:pt x="100273" y="93671"/>
                </a:cubicBezTo>
                <a:cubicBezTo>
                  <a:pt x="100273" y="93040"/>
                  <a:pt x="100273" y="92519"/>
                  <a:pt x="100273" y="92098"/>
                </a:cubicBezTo>
                <a:lnTo>
                  <a:pt x="93351" y="60350"/>
                </a:lnTo>
                <a:cubicBezTo>
                  <a:pt x="93351" y="59509"/>
                  <a:pt x="93141" y="58988"/>
                  <a:pt x="92729" y="58778"/>
                </a:cubicBezTo>
                <a:cubicBezTo>
                  <a:pt x="92098" y="58357"/>
                  <a:pt x="91467" y="58147"/>
                  <a:pt x="90836" y="58147"/>
                </a:cubicBezTo>
                <a:lnTo>
                  <a:pt x="60040" y="58147"/>
                </a:lnTo>
                <a:cubicBezTo>
                  <a:pt x="59409" y="58147"/>
                  <a:pt x="58988" y="58357"/>
                  <a:pt x="58778" y="58778"/>
                </a:cubicBezTo>
                <a:cubicBezTo>
                  <a:pt x="58357" y="58988"/>
                  <a:pt x="58147" y="59409"/>
                  <a:pt x="58147" y="60040"/>
                </a:cubicBezTo>
                <a:cubicBezTo>
                  <a:pt x="58357" y="68626"/>
                  <a:pt x="59719" y="77852"/>
                  <a:pt x="62234" y="87700"/>
                </a:cubicBezTo>
                <a:cubicBezTo>
                  <a:pt x="64749" y="97759"/>
                  <a:pt x="68525" y="108548"/>
                  <a:pt x="73554" y="120070"/>
                </a:cubicBezTo>
                <a:close/>
                <a:moveTo>
                  <a:pt x="185449" y="229770"/>
                </a:moveTo>
                <a:cubicBezTo>
                  <a:pt x="194045" y="233958"/>
                  <a:pt x="203472" y="237314"/>
                  <a:pt x="213741" y="239829"/>
                </a:cubicBezTo>
                <a:cubicBezTo>
                  <a:pt x="224010" y="242133"/>
                  <a:pt x="233337" y="243395"/>
                  <a:pt x="241712" y="243605"/>
                </a:cubicBezTo>
                <a:cubicBezTo>
                  <a:pt x="242343" y="243605"/>
                  <a:pt x="242764" y="243395"/>
                  <a:pt x="242974" y="242974"/>
                </a:cubicBezTo>
                <a:cubicBezTo>
                  <a:pt x="243395" y="242764"/>
                  <a:pt x="243605" y="242453"/>
                  <a:pt x="243605" y="242033"/>
                </a:cubicBezTo>
                <a:lnTo>
                  <a:pt x="243605" y="210916"/>
                </a:lnTo>
                <a:cubicBezTo>
                  <a:pt x="243605" y="210285"/>
                  <a:pt x="243395" y="209763"/>
                  <a:pt x="242974" y="209343"/>
                </a:cubicBezTo>
                <a:cubicBezTo>
                  <a:pt x="242764" y="208922"/>
                  <a:pt x="242243" y="208712"/>
                  <a:pt x="241402" y="208712"/>
                </a:cubicBezTo>
                <a:lnTo>
                  <a:pt x="213110" y="202741"/>
                </a:lnTo>
                <a:cubicBezTo>
                  <a:pt x="212488" y="202741"/>
                  <a:pt x="212068" y="202741"/>
                  <a:pt x="211857" y="202741"/>
                </a:cubicBezTo>
                <a:cubicBezTo>
                  <a:pt x="211437" y="202951"/>
                  <a:pt x="211016" y="203161"/>
                  <a:pt x="210595" y="203372"/>
                </a:cubicBezTo>
                <a:lnTo>
                  <a:pt x="185449" y="229770"/>
                </a:lnTo>
                <a:close/>
                <a:moveTo>
                  <a:pt x="73554" y="120070"/>
                </a:moveTo>
                <a:close/>
                <a:moveTo>
                  <a:pt x="185449" y="229770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4" name="圖說"/>
          <p:cNvSpPr/>
          <p:nvPr/>
        </p:nvSpPr>
        <p:spPr>
          <a:xfrm>
            <a:off x="5522839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電話</a:t>
            </a:r>
            <a:endParaRPr lang="en-US" sz="750" dirty="0"/>
          </a:p>
        </p:txBody>
      </p:sp>
      <p:sp>
        <p:nvSpPr>
          <p:cNvPr id="225" name="圖示 視訊"/>
          <p:cNvSpPr/>
          <p:nvPr/>
        </p:nvSpPr>
        <p:spPr>
          <a:xfrm>
            <a:off x="6222332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2496" y="245178"/>
                </a:moveTo>
                <a:cubicBezTo>
                  <a:pt x="47677" y="245178"/>
                  <a:pt x="43480" y="243395"/>
                  <a:pt x="39923" y="239829"/>
                </a:cubicBezTo>
                <a:cubicBezTo>
                  <a:pt x="36357" y="236272"/>
                  <a:pt x="34573" y="231974"/>
                  <a:pt x="34573" y="226945"/>
                </a:cubicBezTo>
                <a:lnTo>
                  <a:pt x="34573" y="74807"/>
                </a:lnTo>
                <a:cubicBezTo>
                  <a:pt x="34573" y="69778"/>
                  <a:pt x="36357" y="65480"/>
                  <a:pt x="39923" y="61923"/>
                </a:cubicBezTo>
                <a:cubicBezTo>
                  <a:pt x="43480" y="58357"/>
                  <a:pt x="47677" y="56583"/>
                  <a:pt x="52496" y="56583"/>
                </a:cubicBezTo>
                <a:lnTo>
                  <a:pt x="204944" y="56583"/>
                </a:lnTo>
                <a:cubicBezTo>
                  <a:pt x="209763" y="56583"/>
                  <a:pt x="214052" y="58357"/>
                  <a:pt x="217828" y="61923"/>
                </a:cubicBezTo>
                <a:cubicBezTo>
                  <a:pt x="221385" y="65480"/>
                  <a:pt x="223168" y="69778"/>
                  <a:pt x="223168" y="74807"/>
                </a:cubicBezTo>
                <a:lnTo>
                  <a:pt x="223168" y="140187"/>
                </a:lnTo>
                <a:lnTo>
                  <a:pt x="259315" y="104040"/>
                </a:lnTo>
                <a:cubicBezTo>
                  <a:pt x="260787" y="102577"/>
                  <a:pt x="262460" y="102157"/>
                  <a:pt x="264344" y="102788"/>
                </a:cubicBezTo>
                <a:cubicBezTo>
                  <a:pt x="266237" y="103620"/>
                  <a:pt x="267179" y="104982"/>
                  <a:pt x="267179" y="106875"/>
                </a:cubicBezTo>
                <a:lnTo>
                  <a:pt x="267179" y="194886"/>
                </a:lnTo>
                <a:cubicBezTo>
                  <a:pt x="267179" y="196770"/>
                  <a:pt x="266237" y="198132"/>
                  <a:pt x="264344" y="198964"/>
                </a:cubicBezTo>
                <a:cubicBezTo>
                  <a:pt x="262460" y="199595"/>
                  <a:pt x="260787" y="199175"/>
                  <a:pt x="259315" y="197712"/>
                </a:cubicBezTo>
                <a:lnTo>
                  <a:pt x="223168" y="161245"/>
                </a:lnTo>
                <a:lnTo>
                  <a:pt x="223168" y="226945"/>
                </a:lnTo>
                <a:cubicBezTo>
                  <a:pt x="223168" y="231974"/>
                  <a:pt x="221385" y="236272"/>
                  <a:pt x="217828" y="239829"/>
                </a:cubicBezTo>
                <a:cubicBezTo>
                  <a:pt x="214052" y="243395"/>
                  <a:pt x="209763" y="245178"/>
                  <a:pt x="204944" y="245178"/>
                </a:cubicBezTo>
                <a:lnTo>
                  <a:pt x="52496" y="245178"/>
                </a:lnTo>
                <a:close/>
                <a:moveTo>
                  <a:pt x="52496" y="231032"/>
                </a:moveTo>
                <a:lnTo>
                  <a:pt x="204944" y="231032"/>
                </a:lnTo>
                <a:cubicBezTo>
                  <a:pt x="205987" y="231032"/>
                  <a:pt x="206929" y="230612"/>
                  <a:pt x="207770" y="229770"/>
                </a:cubicBezTo>
                <a:cubicBezTo>
                  <a:pt x="208401" y="229139"/>
                  <a:pt x="208712" y="228198"/>
                  <a:pt x="208712" y="226945"/>
                </a:cubicBezTo>
                <a:lnTo>
                  <a:pt x="208712" y="74807"/>
                </a:lnTo>
                <a:cubicBezTo>
                  <a:pt x="208712" y="73554"/>
                  <a:pt x="208401" y="72613"/>
                  <a:pt x="207770" y="71982"/>
                </a:cubicBezTo>
                <a:cubicBezTo>
                  <a:pt x="206929" y="71140"/>
                  <a:pt x="205987" y="70720"/>
                  <a:pt x="204944" y="70720"/>
                </a:cubicBezTo>
                <a:lnTo>
                  <a:pt x="52496" y="70720"/>
                </a:lnTo>
                <a:cubicBezTo>
                  <a:pt x="51444" y="70720"/>
                  <a:pt x="50502" y="71140"/>
                  <a:pt x="49661" y="71982"/>
                </a:cubicBezTo>
                <a:cubicBezTo>
                  <a:pt x="49039" y="72613"/>
                  <a:pt x="48719" y="73554"/>
                  <a:pt x="48719" y="74807"/>
                </a:cubicBezTo>
                <a:lnTo>
                  <a:pt x="48719" y="226945"/>
                </a:lnTo>
                <a:cubicBezTo>
                  <a:pt x="48719" y="228198"/>
                  <a:pt x="49039" y="229139"/>
                  <a:pt x="49661" y="229770"/>
                </a:cubicBezTo>
                <a:cubicBezTo>
                  <a:pt x="50502" y="230612"/>
                  <a:pt x="51444" y="231032"/>
                  <a:pt x="52496" y="231032"/>
                </a:cubicBezTo>
                <a:close/>
                <a:moveTo>
                  <a:pt x="48719" y="231032"/>
                </a:moveTo>
                <a:lnTo>
                  <a:pt x="48719" y="70720"/>
                </a:lnTo>
                <a:lnTo>
                  <a:pt x="48719" y="231032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6" name="圖說"/>
          <p:cNvSpPr/>
          <p:nvPr/>
        </p:nvSpPr>
        <p:spPr>
          <a:xfrm>
            <a:off x="6077560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視訊</a:t>
            </a:r>
            <a:endParaRPr lang="en-US" sz="750" dirty="0"/>
          </a:p>
        </p:txBody>
      </p:sp>
      <p:sp>
        <p:nvSpPr>
          <p:cNvPr id="227" name="圖示 物流"/>
          <p:cNvSpPr/>
          <p:nvPr/>
        </p:nvSpPr>
        <p:spPr>
          <a:xfrm>
            <a:off x="6777053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5263" y="235431"/>
                </a:moveTo>
                <a:cubicBezTo>
                  <a:pt x="38350" y="228728"/>
                  <a:pt x="34894" y="220553"/>
                  <a:pt x="34894" y="210916"/>
                </a:cubicBezTo>
                <a:lnTo>
                  <a:pt x="26088" y="210916"/>
                </a:lnTo>
                <a:cubicBezTo>
                  <a:pt x="23363" y="210916"/>
                  <a:pt x="21168" y="209974"/>
                  <a:pt x="19486" y="208081"/>
                </a:cubicBezTo>
                <a:cubicBezTo>
                  <a:pt x="17813" y="206408"/>
                  <a:pt x="16971" y="204314"/>
                  <a:pt x="16971" y="201799"/>
                </a:cubicBezTo>
                <a:lnTo>
                  <a:pt x="16971" y="74807"/>
                </a:lnTo>
                <a:cubicBezTo>
                  <a:pt x="16971" y="69778"/>
                  <a:pt x="18754" y="65480"/>
                  <a:pt x="22321" y="61923"/>
                </a:cubicBezTo>
                <a:cubicBezTo>
                  <a:pt x="25878" y="58357"/>
                  <a:pt x="30175" y="56583"/>
                  <a:pt x="35204" y="56583"/>
                </a:cubicBezTo>
                <a:lnTo>
                  <a:pt x="192371" y="56583"/>
                </a:lnTo>
                <a:cubicBezTo>
                  <a:pt x="197401" y="56583"/>
                  <a:pt x="201689" y="58357"/>
                  <a:pt x="205255" y="61923"/>
                </a:cubicBezTo>
                <a:cubicBezTo>
                  <a:pt x="208812" y="65480"/>
                  <a:pt x="210595" y="69778"/>
                  <a:pt x="210595" y="74807"/>
                </a:cubicBezTo>
                <a:lnTo>
                  <a:pt x="210595" y="105924"/>
                </a:lnTo>
                <a:lnTo>
                  <a:pt x="231343" y="105924"/>
                </a:lnTo>
                <a:cubicBezTo>
                  <a:pt x="234278" y="105924"/>
                  <a:pt x="237003" y="106665"/>
                  <a:pt x="239518" y="108128"/>
                </a:cubicBezTo>
                <a:cubicBezTo>
                  <a:pt x="242033" y="109390"/>
                  <a:pt x="244127" y="111164"/>
                  <a:pt x="245800" y="113468"/>
                </a:cubicBezTo>
                <a:lnTo>
                  <a:pt x="283208" y="162818"/>
                </a:lnTo>
                <a:cubicBezTo>
                  <a:pt x="283629" y="163659"/>
                  <a:pt x="284049" y="164501"/>
                  <a:pt x="284461" y="165333"/>
                </a:cubicBezTo>
                <a:cubicBezTo>
                  <a:pt x="284671" y="166174"/>
                  <a:pt x="284781" y="167116"/>
                  <a:pt x="284781" y="168167"/>
                </a:cubicBezTo>
                <a:lnTo>
                  <a:pt x="284781" y="201799"/>
                </a:lnTo>
                <a:cubicBezTo>
                  <a:pt x="284781" y="204314"/>
                  <a:pt x="283939" y="206408"/>
                  <a:pt x="282266" y="208081"/>
                </a:cubicBezTo>
                <a:cubicBezTo>
                  <a:pt x="280584" y="209974"/>
                  <a:pt x="278389" y="210916"/>
                  <a:pt x="275664" y="210916"/>
                </a:cubicBezTo>
                <a:lnTo>
                  <a:pt x="264344" y="210916"/>
                </a:lnTo>
                <a:cubicBezTo>
                  <a:pt x="264344" y="220553"/>
                  <a:pt x="260887" y="228728"/>
                  <a:pt x="253975" y="235431"/>
                </a:cubicBezTo>
                <a:cubicBezTo>
                  <a:pt x="247272" y="242343"/>
                  <a:pt x="238988" y="245800"/>
                  <a:pt x="229139" y="245800"/>
                </a:cubicBezTo>
                <a:cubicBezTo>
                  <a:pt x="219712" y="245800"/>
                  <a:pt x="211537" y="242343"/>
                  <a:pt x="204624" y="235431"/>
                </a:cubicBezTo>
                <a:cubicBezTo>
                  <a:pt x="197922" y="228728"/>
                  <a:pt x="194566" y="220553"/>
                  <a:pt x="194566" y="210916"/>
                </a:cubicBezTo>
                <a:lnTo>
                  <a:pt x="104671" y="210916"/>
                </a:lnTo>
                <a:cubicBezTo>
                  <a:pt x="104671" y="220553"/>
                  <a:pt x="101316" y="228728"/>
                  <a:pt x="94613" y="235431"/>
                </a:cubicBezTo>
                <a:cubicBezTo>
                  <a:pt x="87700" y="242343"/>
                  <a:pt x="79416" y="245800"/>
                  <a:pt x="69778" y="245800"/>
                </a:cubicBezTo>
                <a:cubicBezTo>
                  <a:pt x="60140" y="245800"/>
                  <a:pt x="51965" y="242343"/>
                  <a:pt x="45263" y="235431"/>
                </a:cubicBezTo>
                <a:close/>
                <a:moveTo>
                  <a:pt x="84555" y="225372"/>
                </a:moveTo>
                <a:cubicBezTo>
                  <a:pt x="88532" y="221385"/>
                  <a:pt x="90526" y="216566"/>
                  <a:pt x="90526" y="210916"/>
                </a:cubicBezTo>
                <a:cubicBezTo>
                  <a:pt x="90526" y="205255"/>
                  <a:pt x="88532" y="200327"/>
                  <a:pt x="84555" y="196139"/>
                </a:cubicBezTo>
                <a:cubicBezTo>
                  <a:pt x="80568" y="192161"/>
                  <a:pt x="75648" y="190168"/>
                  <a:pt x="69778" y="190168"/>
                </a:cubicBezTo>
                <a:cubicBezTo>
                  <a:pt x="64127" y="190168"/>
                  <a:pt x="59299" y="192161"/>
                  <a:pt x="55321" y="196139"/>
                </a:cubicBezTo>
                <a:cubicBezTo>
                  <a:pt x="51344" y="200327"/>
                  <a:pt x="49350" y="205255"/>
                  <a:pt x="49350" y="210916"/>
                </a:cubicBezTo>
                <a:cubicBezTo>
                  <a:pt x="49350" y="216566"/>
                  <a:pt x="51344" y="221385"/>
                  <a:pt x="55321" y="225372"/>
                </a:cubicBezTo>
                <a:cubicBezTo>
                  <a:pt x="59299" y="229350"/>
                  <a:pt x="64127" y="231343"/>
                  <a:pt x="69778" y="231343"/>
                </a:cubicBezTo>
                <a:cubicBezTo>
                  <a:pt x="75648" y="231343"/>
                  <a:pt x="80568" y="229350"/>
                  <a:pt x="84555" y="225372"/>
                </a:cubicBezTo>
                <a:close/>
                <a:moveTo>
                  <a:pt x="31117" y="196450"/>
                </a:moveTo>
                <a:lnTo>
                  <a:pt x="38030" y="196450"/>
                </a:lnTo>
                <a:cubicBezTo>
                  <a:pt x="40755" y="190588"/>
                  <a:pt x="44952" y="185660"/>
                  <a:pt x="50603" y="181682"/>
                </a:cubicBezTo>
                <a:cubicBezTo>
                  <a:pt x="56263" y="177695"/>
                  <a:pt x="62655" y="175711"/>
                  <a:pt x="69778" y="175711"/>
                </a:cubicBezTo>
                <a:cubicBezTo>
                  <a:pt x="76490" y="175711"/>
                  <a:pt x="82771" y="177695"/>
                  <a:pt x="88642" y="181682"/>
                </a:cubicBezTo>
                <a:cubicBezTo>
                  <a:pt x="94503" y="185660"/>
                  <a:pt x="98801" y="190588"/>
                  <a:pt x="101526" y="196450"/>
                </a:cubicBezTo>
                <a:lnTo>
                  <a:pt x="196450" y="196450"/>
                </a:lnTo>
                <a:lnTo>
                  <a:pt x="196450" y="74807"/>
                </a:lnTo>
                <a:cubicBezTo>
                  <a:pt x="196450" y="73554"/>
                  <a:pt x="196038" y="72613"/>
                  <a:pt x="195197" y="71982"/>
                </a:cubicBezTo>
                <a:cubicBezTo>
                  <a:pt x="194356" y="71140"/>
                  <a:pt x="193414" y="70720"/>
                  <a:pt x="192371" y="70720"/>
                </a:cubicBezTo>
                <a:lnTo>
                  <a:pt x="35204" y="70720"/>
                </a:lnTo>
                <a:cubicBezTo>
                  <a:pt x="34153" y="70720"/>
                  <a:pt x="33211" y="71140"/>
                  <a:pt x="32379" y="71982"/>
                </a:cubicBezTo>
                <a:cubicBezTo>
                  <a:pt x="31538" y="72823"/>
                  <a:pt x="31117" y="73765"/>
                  <a:pt x="31117" y="74807"/>
                </a:cubicBezTo>
                <a:lnTo>
                  <a:pt x="31117" y="196450"/>
                </a:lnTo>
                <a:close/>
                <a:moveTo>
                  <a:pt x="243916" y="225372"/>
                </a:moveTo>
                <a:cubicBezTo>
                  <a:pt x="247894" y="221385"/>
                  <a:pt x="249887" y="216566"/>
                  <a:pt x="249887" y="210916"/>
                </a:cubicBezTo>
                <a:cubicBezTo>
                  <a:pt x="249887" y="205255"/>
                  <a:pt x="247894" y="200327"/>
                  <a:pt x="243916" y="196139"/>
                </a:cubicBezTo>
                <a:cubicBezTo>
                  <a:pt x="239939" y="192161"/>
                  <a:pt x="235120" y="190168"/>
                  <a:pt x="229460" y="190168"/>
                </a:cubicBezTo>
                <a:cubicBezTo>
                  <a:pt x="223589" y="190168"/>
                  <a:pt x="218670" y="192161"/>
                  <a:pt x="214683" y="196139"/>
                </a:cubicBezTo>
                <a:cubicBezTo>
                  <a:pt x="210705" y="200327"/>
                  <a:pt x="208712" y="205255"/>
                  <a:pt x="208712" y="210916"/>
                </a:cubicBezTo>
                <a:cubicBezTo>
                  <a:pt x="208712" y="216566"/>
                  <a:pt x="210705" y="221385"/>
                  <a:pt x="214683" y="225372"/>
                </a:cubicBezTo>
                <a:cubicBezTo>
                  <a:pt x="218670" y="229350"/>
                  <a:pt x="223589" y="231343"/>
                  <a:pt x="229460" y="231343"/>
                </a:cubicBezTo>
                <a:cubicBezTo>
                  <a:pt x="235120" y="231343"/>
                  <a:pt x="239939" y="229350"/>
                  <a:pt x="243916" y="225372"/>
                </a:cubicBezTo>
                <a:close/>
                <a:moveTo>
                  <a:pt x="210595" y="170051"/>
                </a:moveTo>
                <a:lnTo>
                  <a:pt x="270635" y="170051"/>
                </a:lnTo>
                <a:lnTo>
                  <a:pt x="234489" y="121963"/>
                </a:lnTo>
                <a:cubicBezTo>
                  <a:pt x="234068" y="121332"/>
                  <a:pt x="233547" y="120911"/>
                  <a:pt x="232916" y="120701"/>
                </a:cubicBezTo>
                <a:cubicBezTo>
                  <a:pt x="232495" y="120490"/>
                  <a:pt x="231974" y="120390"/>
                  <a:pt x="231343" y="120390"/>
                </a:cubicBezTo>
                <a:lnTo>
                  <a:pt x="210595" y="120390"/>
                </a:lnTo>
                <a:lnTo>
                  <a:pt x="210595" y="170051"/>
                </a:lnTo>
                <a:close/>
                <a:moveTo>
                  <a:pt x="113788" y="13358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8" name="圖說"/>
          <p:cNvSpPr/>
          <p:nvPr/>
        </p:nvSpPr>
        <p:spPr>
          <a:xfrm>
            <a:off x="6632280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endParaRPr lang="en-US" sz="750" dirty="0"/>
          </a:p>
        </p:txBody>
      </p:sp>
      <p:sp>
        <p:nvSpPr>
          <p:cNvPr id="229" name="圖示 倉儲"/>
          <p:cNvSpPr/>
          <p:nvPr/>
        </p:nvSpPr>
        <p:spPr>
          <a:xfrm>
            <a:off x="7331774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59719"/>
                </a:moveTo>
                <a:lnTo>
                  <a:pt x="48088" y="100895"/>
                </a:lnTo>
                <a:cubicBezTo>
                  <a:pt x="47467" y="101105"/>
                  <a:pt x="46836" y="101526"/>
                  <a:pt x="46205" y="102157"/>
                </a:cubicBezTo>
                <a:cubicBezTo>
                  <a:pt x="45784" y="102788"/>
                  <a:pt x="45574" y="103519"/>
                  <a:pt x="45574" y="104360"/>
                </a:cubicBezTo>
                <a:lnTo>
                  <a:pt x="45574" y="239518"/>
                </a:lnTo>
                <a:cubicBezTo>
                  <a:pt x="45574" y="240560"/>
                  <a:pt x="45994" y="241502"/>
                  <a:pt x="46836" y="242343"/>
                </a:cubicBezTo>
                <a:cubicBezTo>
                  <a:pt x="47677" y="243185"/>
                  <a:pt x="48619" y="243605"/>
                  <a:pt x="49661" y="243605"/>
                </a:cubicBezTo>
                <a:lnTo>
                  <a:pt x="86438" y="243605"/>
                </a:lnTo>
                <a:lnTo>
                  <a:pt x="86438" y="160934"/>
                </a:lnTo>
                <a:cubicBezTo>
                  <a:pt x="86438" y="156116"/>
                  <a:pt x="88221" y="151928"/>
                  <a:pt x="91787" y="148361"/>
                </a:cubicBezTo>
                <a:cubicBezTo>
                  <a:pt x="95344" y="144795"/>
                  <a:pt x="99532" y="143021"/>
                  <a:pt x="104360" y="143021"/>
                </a:cubicBezTo>
                <a:lnTo>
                  <a:pt x="197401" y="143021"/>
                </a:lnTo>
                <a:cubicBezTo>
                  <a:pt x="202220" y="143021"/>
                  <a:pt x="206408" y="144795"/>
                  <a:pt x="209974" y="148361"/>
                </a:cubicBezTo>
                <a:cubicBezTo>
                  <a:pt x="213531" y="151928"/>
                  <a:pt x="215314" y="156116"/>
                  <a:pt x="215314" y="160934"/>
                </a:cubicBezTo>
                <a:lnTo>
                  <a:pt x="215314" y="243605"/>
                </a:lnTo>
                <a:lnTo>
                  <a:pt x="252091" y="243605"/>
                </a:lnTo>
                <a:cubicBezTo>
                  <a:pt x="253133" y="243605"/>
                  <a:pt x="254075" y="243185"/>
                  <a:pt x="254916" y="242343"/>
                </a:cubicBezTo>
                <a:cubicBezTo>
                  <a:pt x="255758" y="241502"/>
                  <a:pt x="256178" y="240560"/>
                  <a:pt x="256178" y="239518"/>
                </a:cubicBezTo>
                <a:lnTo>
                  <a:pt x="256178" y="104360"/>
                </a:lnTo>
                <a:cubicBezTo>
                  <a:pt x="256178" y="103519"/>
                  <a:pt x="255858" y="102788"/>
                  <a:pt x="255236" y="102157"/>
                </a:cubicBezTo>
                <a:cubicBezTo>
                  <a:pt x="254816" y="101526"/>
                  <a:pt x="254285" y="101105"/>
                  <a:pt x="253664" y="100895"/>
                </a:cubicBezTo>
                <a:lnTo>
                  <a:pt x="150876" y="59719"/>
                </a:lnTo>
                <a:close/>
                <a:moveTo>
                  <a:pt x="31437" y="239518"/>
                </a:moveTo>
                <a:lnTo>
                  <a:pt x="31437" y="104671"/>
                </a:lnTo>
                <a:cubicBezTo>
                  <a:pt x="31437" y="100895"/>
                  <a:pt x="32479" y="97438"/>
                  <a:pt x="34573" y="94302"/>
                </a:cubicBezTo>
                <a:cubicBezTo>
                  <a:pt x="36667" y="91367"/>
                  <a:pt x="39392" y="89163"/>
                  <a:pt x="42748" y="87700"/>
                </a:cubicBezTo>
                <a:lnTo>
                  <a:pt x="144274" y="47146"/>
                </a:lnTo>
                <a:cubicBezTo>
                  <a:pt x="146368" y="46314"/>
                  <a:pt x="148572" y="45894"/>
                  <a:pt x="150876" y="45894"/>
                </a:cubicBezTo>
                <a:cubicBezTo>
                  <a:pt x="153180" y="45894"/>
                  <a:pt x="155384" y="46314"/>
                  <a:pt x="157478" y="47146"/>
                </a:cubicBezTo>
                <a:lnTo>
                  <a:pt x="259004" y="87700"/>
                </a:lnTo>
                <a:cubicBezTo>
                  <a:pt x="262360" y="89163"/>
                  <a:pt x="265085" y="91367"/>
                  <a:pt x="267179" y="94302"/>
                </a:cubicBezTo>
                <a:cubicBezTo>
                  <a:pt x="269273" y="97438"/>
                  <a:pt x="270324" y="100895"/>
                  <a:pt x="270324" y="104671"/>
                </a:cubicBezTo>
                <a:lnTo>
                  <a:pt x="270324" y="239518"/>
                </a:lnTo>
                <a:cubicBezTo>
                  <a:pt x="270324" y="244547"/>
                  <a:pt x="268541" y="248845"/>
                  <a:pt x="264975" y="252402"/>
                </a:cubicBezTo>
                <a:cubicBezTo>
                  <a:pt x="261418" y="255968"/>
                  <a:pt x="257120" y="257751"/>
                  <a:pt x="252091" y="257751"/>
                </a:cubicBezTo>
                <a:lnTo>
                  <a:pt x="201168" y="257751"/>
                </a:lnTo>
                <a:lnTo>
                  <a:pt x="201168" y="160934"/>
                </a:lnTo>
                <a:cubicBezTo>
                  <a:pt x="201168" y="159883"/>
                  <a:pt x="200857" y="158941"/>
                  <a:pt x="200226" y="158109"/>
                </a:cubicBezTo>
                <a:cubicBezTo>
                  <a:pt x="199385" y="157478"/>
                  <a:pt x="198443" y="157167"/>
                  <a:pt x="197401" y="157167"/>
                </a:cubicBezTo>
                <a:lnTo>
                  <a:pt x="104360" y="157167"/>
                </a:lnTo>
                <a:cubicBezTo>
                  <a:pt x="103309" y="157167"/>
                  <a:pt x="102367" y="157478"/>
                  <a:pt x="101526" y="158109"/>
                </a:cubicBezTo>
                <a:cubicBezTo>
                  <a:pt x="100895" y="158941"/>
                  <a:pt x="100584" y="159883"/>
                  <a:pt x="100584" y="160934"/>
                </a:cubicBezTo>
                <a:lnTo>
                  <a:pt x="100584" y="257751"/>
                </a:lnTo>
                <a:lnTo>
                  <a:pt x="49661" y="257751"/>
                </a:lnTo>
                <a:cubicBezTo>
                  <a:pt x="44632" y="257751"/>
                  <a:pt x="40334" y="255968"/>
                  <a:pt x="36777" y="252402"/>
                </a:cubicBezTo>
                <a:cubicBezTo>
                  <a:pt x="33211" y="248845"/>
                  <a:pt x="31437" y="244547"/>
                  <a:pt x="31437" y="239518"/>
                </a:cubicBezTo>
                <a:close/>
                <a:moveTo>
                  <a:pt x="118817" y="257751"/>
                </a:moveTo>
                <a:lnTo>
                  <a:pt x="118817" y="240149"/>
                </a:lnTo>
                <a:lnTo>
                  <a:pt x="136730" y="240149"/>
                </a:lnTo>
                <a:lnTo>
                  <a:pt x="136730" y="257751"/>
                </a:lnTo>
                <a:lnTo>
                  <a:pt x="118817" y="257751"/>
                </a:lnTo>
                <a:close/>
                <a:moveTo>
                  <a:pt x="142079" y="220032"/>
                </a:moveTo>
                <a:lnTo>
                  <a:pt x="142079" y="202430"/>
                </a:lnTo>
                <a:lnTo>
                  <a:pt x="159682" y="202430"/>
                </a:lnTo>
                <a:lnTo>
                  <a:pt x="159682" y="220032"/>
                </a:lnTo>
                <a:lnTo>
                  <a:pt x="142079" y="220032"/>
                </a:lnTo>
                <a:close/>
                <a:moveTo>
                  <a:pt x="165022" y="257751"/>
                </a:moveTo>
                <a:lnTo>
                  <a:pt x="165022" y="240149"/>
                </a:lnTo>
                <a:lnTo>
                  <a:pt x="182935" y="240149"/>
                </a:lnTo>
                <a:lnTo>
                  <a:pt x="182935" y="257751"/>
                </a:lnTo>
                <a:lnTo>
                  <a:pt x="165022" y="257751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0" name="圖說"/>
          <p:cNvSpPr/>
          <p:nvPr/>
        </p:nvSpPr>
        <p:spPr>
          <a:xfrm>
            <a:off x="7187001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倉儲</a:t>
            </a:r>
            <a:endParaRPr lang="en-US" sz="750" dirty="0"/>
          </a:p>
        </p:txBody>
      </p:sp>
      <p:sp>
        <p:nvSpPr>
          <p:cNvPr id="231" name="圖示 全球"/>
          <p:cNvSpPr/>
          <p:nvPr/>
        </p:nvSpPr>
        <p:spPr>
          <a:xfrm>
            <a:off x="7886494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04360" y="260887"/>
                </a:moveTo>
                <a:cubicBezTo>
                  <a:pt x="89684" y="254606"/>
                  <a:pt x="77011" y="246120"/>
                  <a:pt x="66321" y="235431"/>
                </a:cubicBezTo>
                <a:cubicBezTo>
                  <a:pt x="55632" y="224741"/>
                  <a:pt x="47146" y="212068"/>
                  <a:pt x="40865" y="197401"/>
                </a:cubicBezTo>
                <a:cubicBezTo>
                  <a:pt x="34573" y="182935"/>
                  <a:pt x="31437" y="167427"/>
                  <a:pt x="31437" y="150876"/>
                </a:cubicBezTo>
                <a:cubicBezTo>
                  <a:pt x="31437" y="134325"/>
                  <a:pt x="34573" y="118817"/>
                  <a:pt x="40865" y="104360"/>
                </a:cubicBezTo>
                <a:cubicBezTo>
                  <a:pt x="47146" y="89684"/>
                  <a:pt x="55632" y="77011"/>
                  <a:pt x="66321" y="66321"/>
                </a:cubicBezTo>
                <a:cubicBezTo>
                  <a:pt x="77011" y="55632"/>
                  <a:pt x="89684" y="47146"/>
                  <a:pt x="104360" y="40865"/>
                </a:cubicBezTo>
                <a:cubicBezTo>
                  <a:pt x="118817" y="34573"/>
                  <a:pt x="134325" y="31437"/>
                  <a:pt x="150876" y="31437"/>
                </a:cubicBezTo>
                <a:cubicBezTo>
                  <a:pt x="167427" y="31437"/>
                  <a:pt x="182935" y="34573"/>
                  <a:pt x="197401" y="40865"/>
                </a:cubicBezTo>
                <a:cubicBezTo>
                  <a:pt x="212068" y="47146"/>
                  <a:pt x="224741" y="55632"/>
                  <a:pt x="235431" y="66321"/>
                </a:cubicBezTo>
                <a:cubicBezTo>
                  <a:pt x="246120" y="77011"/>
                  <a:pt x="254606" y="89684"/>
                  <a:pt x="260887" y="104360"/>
                </a:cubicBezTo>
                <a:cubicBezTo>
                  <a:pt x="267179" y="118817"/>
                  <a:pt x="270324" y="134325"/>
                  <a:pt x="270324" y="150876"/>
                </a:cubicBezTo>
                <a:cubicBezTo>
                  <a:pt x="270324" y="167427"/>
                  <a:pt x="267179" y="182935"/>
                  <a:pt x="260887" y="197401"/>
                </a:cubicBezTo>
                <a:cubicBezTo>
                  <a:pt x="254606" y="212068"/>
                  <a:pt x="246120" y="224741"/>
                  <a:pt x="235431" y="235431"/>
                </a:cubicBezTo>
                <a:cubicBezTo>
                  <a:pt x="224741" y="246120"/>
                  <a:pt x="212068" y="254606"/>
                  <a:pt x="197401" y="260887"/>
                </a:cubicBezTo>
                <a:cubicBezTo>
                  <a:pt x="182935" y="267179"/>
                  <a:pt x="167427" y="270324"/>
                  <a:pt x="150876" y="270324"/>
                </a:cubicBezTo>
                <a:cubicBezTo>
                  <a:pt x="134325" y="270324"/>
                  <a:pt x="118817" y="267179"/>
                  <a:pt x="104360" y="260887"/>
                </a:cubicBezTo>
                <a:close/>
                <a:moveTo>
                  <a:pt x="137672" y="255547"/>
                </a:moveTo>
                <a:lnTo>
                  <a:pt x="137672" y="230090"/>
                </a:lnTo>
                <a:cubicBezTo>
                  <a:pt x="130339" y="230090"/>
                  <a:pt x="124157" y="227466"/>
                  <a:pt x="119128" y="222227"/>
                </a:cubicBezTo>
                <a:cubicBezTo>
                  <a:pt x="114309" y="216987"/>
                  <a:pt x="111904" y="210705"/>
                  <a:pt x="111904" y="203372"/>
                </a:cubicBezTo>
                <a:lnTo>
                  <a:pt x="111904" y="189857"/>
                </a:lnTo>
                <a:lnTo>
                  <a:pt x="48408" y="126672"/>
                </a:lnTo>
                <a:cubicBezTo>
                  <a:pt x="47567" y="130659"/>
                  <a:pt x="46936" y="134636"/>
                  <a:pt x="46525" y="138614"/>
                </a:cubicBezTo>
                <a:cubicBezTo>
                  <a:pt x="45894" y="142601"/>
                  <a:pt x="45574" y="146688"/>
                  <a:pt x="45574" y="150876"/>
                </a:cubicBezTo>
                <a:cubicBezTo>
                  <a:pt x="45574" y="177695"/>
                  <a:pt x="54379" y="201067"/>
                  <a:pt x="71982" y="220974"/>
                </a:cubicBezTo>
                <a:cubicBezTo>
                  <a:pt x="89373" y="240880"/>
                  <a:pt x="111273" y="252402"/>
                  <a:pt x="137672" y="255547"/>
                </a:cubicBezTo>
                <a:close/>
                <a:moveTo>
                  <a:pt x="228518" y="222227"/>
                </a:moveTo>
                <a:cubicBezTo>
                  <a:pt x="237525" y="212379"/>
                  <a:pt x="244337" y="201269"/>
                  <a:pt x="248945" y="188906"/>
                </a:cubicBezTo>
                <a:cubicBezTo>
                  <a:pt x="253764" y="176754"/>
                  <a:pt x="256178" y="164080"/>
                  <a:pt x="256178" y="150876"/>
                </a:cubicBezTo>
                <a:cubicBezTo>
                  <a:pt x="256178" y="129086"/>
                  <a:pt x="250207" y="109280"/>
                  <a:pt x="238256" y="91467"/>
                </a:cubicBezTo>
                <a:cubicBezTo>
                  <a:pt x="226314" y="73445"/>
                  <a:pt x="210285" y="60350"/>
                  <a:pt x="190168" y="52176"/>
                </a:cubicBezTo>
                <a:lnTo>
                  <a:pt x="190168" y="58147"/>
                </a:lnTo>
                <a:cubicBezTo>
                  <a:pt x="190168" y="65279"/>
                  <a:pt x="187653" y="71561"/>
                  <a:pt x="182624" y="77011"/>
                </a:cubicBezTo>
                <a:cubicBezTo>
                  <a:pt x="177805" y="82250"/>
                  <a:pt x="171724" y="84865"/>
                  <a:pt x="164391" y="84865"/>
                </a:cubicBezTo>
                <a:lnTo>
                  <a:pt x="137672" y="84865"/>
                </a:lnTo>
                <a:lnTo>
                  <a:pt x="137672" y="111584"/>
                </a:lnTo>
                <a:cubicBezTo>
                  <a:pt x="137672" y="115150"/>
                  <a:pt x="136310" y="118086"/>
                  <a:pt x="133585" y="120390"/>
                </a:cubicBezTo>
                <a:cubicBezTo>
                  <a:pt x="130860" y="122694"/>
                  <a:pt x="127723" y="123846"/>
                  <a:pt x="124157" y="123846"/>
                </a:cubicBezTo>
                <a:lnTo>
                  <a:pt x="98380" y="123846"/>
                </a:lnTo>
                <a:lnTo>
                  <a:pt x="98380" y="150876"/>
                </a:lnTo>
                <a:lnTo>
                  <a:pt x="177906" y="150876"/>
                </a:lnTo>
                <a:cubicBezTo>
                  <a:pt x="181472" y="150876"/>
                  <a:pt x="184407" y="152238"/>
                  <a:pt x="186711" y="154963"/>
                </a:cubicBezTo>
                <a:cubicBezTo>
                  <a:pt x="189016" y="157478"/>
                  <a:pt x="190168" y="160514"/>
                  <a:pt x="190168" y="164080"/>
                </a:cubicBezTo>
                <a:lnTo>
                  <a:pt x="190168" y="203372"/>
                </a:lnTo>
                <a:lnTo>
                  <a:pt x="203372" y="203372"/>
                </a:lnTo>
                <a:cubicBezTo>
                  <a:pt x="209443" y="203372"/>
                  <a:pt x="214683" y="205146"/>
                  <a:pt x="219081" y="208712"/>
                </a:cubicBezTo>
                <a:cubicBezTo>
                  <a:pt x="223699" y="212068"/>
                  <a:pt x="226835" y="216566"/>
                  <a:pt x="228518" y="222227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2" name="圖說"/>
          <p:cNvSpPr/>
          <p:nvPr/>
        </p:nvSpPr>
        <p:spPr>
          <a:xfrm>
            <a:off x="7741722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</a:t>
            </a:r>
            <a:endParaRPr lang="en-US" sz="750" dirty="0"/>
          </a:p>
        </p:txBody>
      </p:sp>
      <p:sp>
        <p:nvSpPr>
          <p:cNvPr id="233" name="圖示 地點"/>
          <p:cNvSpPr/>
          <p:nvPr/>
        </p:nvSpPr>
        <p:spPr>
          <a:xfrm>
            <a:off x="8441215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51460"/>
                </a:moveTo>
                <a:cubicBezTo>
                  <a:pt x="177074" y="227987"/>
                  <a:pt x="197081" y="205676"/>
                  <a:pt x="210916" y="184508"/>
                </a:cubicBezTo>
                <a:cubicBezTo>
                  <a:pt x="224741" y="163348"/>
                  <a:pt x="231654" y="144795"/>
                  <a:pt x="231654" y="128876"/>
                </a:cubicBezTo>
                <a:cubicBezTo>
                  <a:pt x="231654" y="104562"/>
                  <a:pt x="223900" y="84555"/>
                  <a:pt x="208401" y="68836"/>
                </a:cubicBezTo>
                <a:cubicBezTo>
                  <a:pt x="192893" y="53328"/>
                  <a:pt x="173718" y="45574"/>
                  <a:pt x="150876" y="45574"/>
                </a:cubicBezTo>
                <a:cubicBezTo>
                  <a:pt x="128034" y="45574"/>
                  <a:pt x="108859" y="53328"/>
                  <a:pt x="93351" y="68836"/>
                </a:cubicBezTo>
                <a:cubicBezTo>
                  <a:pt x="77852" y="84555"/>
                  <a:pt x="70098" y="104562"/>
                  <a:pt x="70098" y="128876"/>
                </a:cubicBezTo>
                <a:cubicBezTo>
                  <a:pt x="70098" y="144795"/>
                  <a:pt x="77111" y="163348"/>
                  <a:pt x="91157" y="184508"/>
                </a:cubicBezTo>
                <a:cubicBezTo>
                  <a:pt x="105193" y="205676"/>
                  <a:pt x="125099" y="227987"/>
                  <a:pt x="150876" y="251460"/>
                </a:cubicBezTo>
                <a:close/>
                <a:moveTo>
                  <a:pt x="144905" y="264033"/>
                </a:moveTo>
                <a:cubicBezTo>
                  <a:pt x="143021" y="263402"/>
                  <a:pt x="141339" y="262360"/>
                  <a:pt x="139876" y="260887"/>
                </a:cubicBezTo>
                <a:cubicBezTo>
                  <a:pt x="132122" y="253764"/>
                  <a:pt x="123426" y="245279"/>
                  <a:pt x="113788" y="235431"/>
                </a:cubicBezTo>
                <a:cubicBezTo>
                  <a:pt x="103940" y="225582"/>
                  <a:pt x="94823" y="214893"/>
                  <a:pt x="86438" y="203372"/>
                </a:cubicBezTo>
                <a:cubicBezTo>
                  <a:pt x="77852" y="191841"/>
                  <a:pt x="70619" y="179689"/>
                  <a:pt x="64749" y="166905"/>
                </a:cubicBezTo>
                <a:cubicBezTo>
                  <a:pt x="58887" y="154122"/>
                  <a:pt x="55952" y="141449"/>
                  <a:pt x="55952" y="128876"/>
                </a:cubicBezTo>
                <a:cubicBezTo>
                  <a:pt x="55952" y="99743"/>
                  <a:pt x="65380" y="76279"/>
                  <a:pt x="84244" y="58467"/>
                </a:cubicBezTo>
                <a:cubicBezTo>
                  <a:pt x="102888" y="40444"/>
                  <a:pt x="125099" y="31437"/>
                  <a:pt x="150876" y="31437"/>
                </a:cubicBezTo>
                <a:cubicBezTo>
                  <a:pt x="176653" y="31437"/>
                  <a:pt x="198864" y="40444"/>
                  <a:pt x="217517" y="58467"/>
                </a:cubicBezTo>
                <a:cubicBezTo>
                  <a:pt x="236372" y="76279"/>
                  <a:pt x="245800" y="99743"/>
                  <a:pt x="245800" y="128876"/>
                </a:cubicBezTo>
                <a:cubicBezTo>
                  <a:pt x="245800" y="141449"/>
                  <a:pt x="242865" y="154122"/>
                  <a:pt x="237003" y="166905"/>
                </a:cubicBezTo>
                <a:cubicBezTo>
                  <a:pt x="231133" y="179689"/>
                  <a:pt x="224010" y="191841"/>
                  <a:pt x="215625" y="203372"/>
                </a:cubicBezTo>
                <a:cubicBezTo>
                  <a:pt x="207038" y="214893"/>
                  <a:pt x="197922" y="225582"/>
                  <a:pt x="188284" y="235431"/>
                </a:cubicBezTo>
                <a:cubicBezTo>
                  <a:pt x="178436" y="245279"/>
                  <a:pt x="169630" y="253764"/>
                  <a:pt x="161876" y="260887"/>
                </a:cubicBezTo>
                <a:cubicBezTo>
                  <a:pt x="160413" y="262149"/>
                  <a:pt x="158731" y="263192"/>
                  <a:pt x="156847" y="264033"/>
                </a:cubicBezTo>
                <a:cubicBezTo>
                  <a:pt x="154753" y="264664"/>
                  <a:pt x="152760" y="264975"/>
                  <a:pt x="150876" y="264975"/>
                </a:cubicBezTo>
                <a:cubicBezTo>
                  <a:pt x="148992" y="264975"/>
                  <a:pt x="146999" y="264664"/>
                  <a:pt x="144905" y="264033"/>
                </a:cubicBezTo>
                <a:close/>
                <a:moveTo>
                  <a:pt x="150876" y="126361"/>
                </a:moveTo>
                <a:close/>
                <a:moveTo>
                  <a:pt x="165333" y="140818"/>
                </a:moveTo>
                <a:cubicBezTo>
                  <a:pt x="169319" y="136840"/>
                  <a:pt x="171304" y="132021"/>
                  <a:pt x="171304" y="126361"/>
                </a:cubicBezTo>
                <a:cubicBezTo>
                  <a:pt x="171304" y="120701"/>
                  <a:pt x="169319" y="115882"/>
                  <a:pt x="165333" y="111904"/>
                </a:cubicBezTo>
                <a:cubicBezTo>
                  <a:pt x="161355" y="107917"/>
                  <a:pt x="156536" y="105924"/>
                  <a:pt x="150876" y="105924"/>
                </a:cubicBezTo>
                <a:cubicBezTo>
                  <a:pt x="145216" y="105924"/>
                  <a:pt x="140397" y="107917"/>
                  <a:pt x="136419" y="111904"/>
                </a:cubicBezTo>
                <a:cubicBezTo>
                  <a:pt x="132433" y="115882"/>
                  <a:pt x="130448" y="120701"/>
                  <a:pt x="130448" y="126361"/>
                </a:cubicBezTo>
                <a:cubicBezTo>
                  <a:pt x="130448" y="132021"/>
                  <a:pt x="132433" y="136840"/>
                  <a:pt x="136419" y="140818"/>
                </a:cubicBezTo>
                <a:cubicBezTo>
                  <a:pt x="140397" y="144795"/>
                  <a:pt x="145216" y="146789"/>
                  <a:pt x="150876" y="146789"/>
                </a:cubicBezTo>
                <a:cubicBezTo>
                  <a:pt x="156536" y="146789"/>
                  <a:pt x="161355" y="144795"/>
                  <a:pt x="165333" y="140818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4" name="圖說"/>
          <p:cNvSpPr/>
          <p:nvPr/>
        </p:nvSpPr>
        <p:spPr>
          <a:xfrm>
            <a:off x="8296443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</a:t>
            </a:r>
            <a:endParaRPr lang="en-US" sz="750" dirty="0"/>
          </a:p>
        </p:txBody>
      </p:sp>
      <p:sp>
        <p:nvSpPr>
          <p:cNvPr id="235" name="圖示 環保"/>
          <p:cNvSpPr/>
          <p:nvPr/>
        </p:nvSpPr>
        <p:spPr>
          <a:xfrm>
            <a:off x="8995936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1671" y="242343"/>
                </a:moveTo>
                <a:cubicBezTo>
                  <a:pt x="63075" y="233337"/>
                  <a:pt x="56263" y="223068"/>
                  <a:pt x="51234" y="211537"/>
                </a:cubicBezTo>
                <a:cubicBezTo>
                  <a:pt x="46415" y="200016"/>
                  <a:pt x="44010" y="188174"/>
                  <a:pt x="44010" y="176022"/>
                </a:cubicBezTo>
                <a:cubicBezTo>
                  <a:pt x="44010" y="161986"/>
                  <a:pt x="46525" y="148992"/>
                  <a:pt x="51554" y="137050"/>
                </a:cubicBezTo>
                <a:cubicBezTo>
                  <a:pt x="56583" y="124889"/>
                  <a:pt x="64127" y="113788"/>
                  <a:pt x="74185" y="103730"/>
                </a:cubicBezTo>
                <a:cubicBezTo>
                  <a:pt x="88011" y="89895"/>
                  <a:pt x="107817" y="80467"/>
                  <a:pt x="133585" y="75438"/>
                </a:cubicBezTo>
                <a:cubicBezTo>
                  <a:pt x="159572" y="70619"/>
                  <a:pt x="188696" y="68626"/>
                  <a:pt x="220974" y="69467"/>
                </a:cubicBezTo>
                <a:cubicBezTo>
                  <a:pt x="224321" y="69888"/>
                  <a:pt x="227366" y="70619"/>
                  <a:pt x="230090" y="71671"/>
                </a:cubicBezTo>
                <a:cubicBezTo>
                  <a:pt x="232605" y="72923"/>
                  <a:pt x="234909" y="74597"/>
                  <a:pt x="237003" y="76700"/>
                </a:cubicBezTo>
                <a:cubicBezTo>
                  <a:pt x="239097" y="78794"/>
                  <a:pt x="240670" y="81098"/>
                  <a:pt x="241712" y="83613"/>
                </a:cubicBezTo>
                <a:cubicBezTo>
                  <a:pt x="242974" y="86127"/>
                  <a:pt x="243706" y="88953"/>
                  <a:pt x="243916" y="92098"/>
                </a:cubicBezTo>
                <a:cubicBezTo>
                  <a:pt x="244547" y="108439"/>
                  <a:pt x="244437" y="123947"/>
                  <a:pt x="243605" y="138614"/>
                </a:cubicBezTo>
                <a:cubicBezTo>
                  <a:pt x="242554" y="153290"/>
                  <a:pt x="240771" y="167015"/>
                  <a:pt x="238256" y="179798"/>
                </a:cubicBezTo>
                <a:cubicBezTo>
                  <a:pt x="235531" y="192573"/>
                  <a:pt x="231864" y="204103"/>
                  <a:pt x="227256" y="214372"/>
                </a:cubicBezTo>
                <a:cubicBezTo>
                  <a:pt x="222647" y="224430"/>
                  <a:pt x="216777" y="233017"/>
                  <a:pt x="209654" y="240149"/>
                </a:cubicBezTo>
                <a:cubicBezTo>
                  <a:pt x="199595" y="250207"/>
                  <a:pt x="188696" y="257751"/>
                  <a:pt x="176964" y="262780"/>
                </a:cubicBezTo>
                <a:cubicBezTo>
                  <a:pt x="165232" y="267809"/>
                  <a:pt x="152869" y="270324"/>
                  <a:pt x="139876" y="270324"/>
                </a:cubicBezTo>
                <a:cubicBezTo>
                  <a:pt x="126672" y="270324"/>
                  <a:pt x="114309" y="268011"/>
                  <a:pt x="102788" y="263402"/>
                </a:cubicBezTo>
                <a:cubicBezTo>
                  <a:pt x="91047" y="258583"/>
                  <a:pt x="80678" y="251561"/>
                  <a:pt x="71671" y="242343"/>
                </a:cubicBezTo>
                <a:close/>
                <a:moveTo>
                  <a:pt x="97759" y="243916"/>
                </a:moveTo>
                <a:cubicBezTo>
                  <a:pt x="103409" y="247894"/>
                  <a:pt x="109911" y="250939"/>
                  <a:pt x="117244" y="253033"/>
                </a:cubicBezTo>
                <a:cubicBezTo>
                  <a:pt x="124788" y="255127"/>
                  <a:pt x="132332" y="256178"/>
                  <a:pt x="139876" y="256178"/>
                </a:cubicBezTo>
                <a:cubicBezTo>
                  <a:pt x="150775" y="256178"/>
                  <a:pt x="161355" y="253975"/>
                  <a:pt x="171624" y="249576"/>
                </a:cubicBezTo>
                <a:cubicBezTo>
                  <a:pt x="181892" y="245178"/>
                  <a:pt x="191210" y="238576"/>
                  <a:pt x="199595" y="229770"/>
                </a:cubicBezTo>
                <a:cubicBezTo>
                  <a:pt x="204835" y="224531"/>
                  <a:pt x="209443" y="217719"/>
                  <a:pt x="213430" y="209343"/>
                </a:cubicBezTo>
                <a:cubicBezTo>
                  <a:pt x="217197" y="200747"/>
                  <a:pt x="220444" y="190378"/>
                  <a:pt x="223168" y="178226"/>
                </a:cubicBezTo>
                <a:cubicBezTo>
                  <a:pt x="225683" y="166274"/>
                  <a:pt x="227466" y="152449"/>
                  <a:pt x="228518" y="136730"/>
                </a:cubicBezTo>
                <a:cubicBezTo>
                  <a:pt x="229560" y="121012"/>
                  <a:pt x="229670" y="103409"/>
                  <a:pt x="228829" y="83924"/>
                </a:cubicBezTo>
                <a:cubicBezTo>
                  <a:pt x="211857" y="83503"/>
                  <a:pt x="195828" y="83713"/>
                  <a:pt x="180740" y="84555"/>
                </a:cubicBezTo>
                <a:cubicBezTo>
                  <a:pt x="165653" y="85186"/>
                  <a:pt x="152028" y="86758"/>
                  <a:pt x="139876" y="89273"/>
                </a:cubicBezTo>
                <a:cubicBezTo>
                  <a:pt x="127513" y="91577"/>
                  <a:pt x="116723" y="94714"/>
                  <a:pt x="107497" y="98700"/>
                </a:cubicBezTo>
                <a:cubicBezTo>
                  <a:pt x="98069" y="102468"/>
                  <a:pt x="90526" y="107287"/>
                  <a:pt x="84865" y="113157"/>
                </a:cubicBezTo>
                <a:cubicBezTo>
                  <a:pt x="75859" y="122164"/>
                  <a:pt x="69156" y="131811"/>
                  <a:pt x="64749" y="142079"/>
                </a:cubicBezTo>
                <a:cubicBezTo>
                  <a:pt x="60350" y="152339"/>
                  <a:pt x="58147" y="162397"/>
                  <a:pt x="58147" y="172255"/>
                </a:cubicBezTo>
                <a:cubicBezTo>
                  <a:pt x="58147" y="182514"/>
                  <a:pt x="60350" y="193103"/>
                  <a:pt x="64749" y="203993"/>
                </a:cubicBezTo>
                <a:cubicBezTo>
                  <a:pt x="69156" y="214683"/>
                  <a:pt x="74807" y="223489"/>
                  <a:pt x="81729" y="230401"/>
                </a:cubicBezTo>
                <a:cubicBezTo>
                  <a:pt x="90315" y="211748"/>
                  <a:pt x="101425" y="194776"/>
                  <a:pt x="115041" y="179478"/>
                </a:cubicBezTo>
                <a:cubicBezTo>
                  <a:pt x="128455" y="164391"/>
                  <a:pt x="144274" y="151608"/>
                  <a:pt x="162507" y="141128"/>
                </a:cubicBezTo>
                <a:cubicBezTo>
                  <a:pt x="145536" y="155805"/>
                  <a:pt x="131701" y="171413"/>
                  <a:pt x="121012" y="187964"/>
                </a:cubicBezTo>
                <a:cubicBezTo>
                  <a:pt x="110542" y="204734"/>
                  <a:pt x="102788" y="223379"/>
                  <a:pt x="97759" y="243916"/>
                </a:cubicBezTo>
                <a:close/>
                <a:moveTo>
                  <a:pt x="97759" y="243916"/>
                </a:moveTo>
                <a:close/>
                <a:moveTo>
                  <a:pt x="97759" y="24391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6" name="圖說"/>
          <p:cNvSpPr/>
          <p:nvPr/>
        </p:nvSpPr>
        <p:spPr>
          <a:xfrm>
            <a:off x="8851163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環保</a:t>
            </a:r>
            <a:endParaRPr lang="en-US" sz="750" dirty="0"/>
          </a:p>
        </p:txBody>
      </p:sp>
      <p:sp>
        <p:nvSpPr>
          <p:cNvPr id="237" name="圖示 節能"/>
          <p:cNvSpPr/>
          <p:nvPr/>
        </p:nvSpPr>
        <p:spPr>
          <a:xfrm>
            <a:off x="9550657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40149"/>
                </a:moveTo>
                <a:cubicBezTo>
                  <a:pt x="175601" y="240149"/>
                  <a:pt x="196660" y="231444"/>
                  <a:pt x="214052" y="214052"/>
                </a:cubicBezTo>
                <a:cubicBezTo>
                  <a:pt x="231444" y="196660"/>
                  <a:pt x="240149" y="175601"/>
                  <a:pt x="240149" y="150876"/>
                </a:cubicBezTo>
                <a:lnTo>
                  <a:pt x="240149" y="65380"/>
                </a:lnTo>
                <a:cubicBezTo>
                  <a:pt x="240149" y="64328"/>
                  <a:pt x="239728" y="63496"/>
                  <a:pt x="238887" y="62865"/>
                </a:cubicBezTo>
                <a:cubicBezTo>
                  <a:pt x="238256" y="62024"/>
                  <a:pt x="237424" y="61612"/>
                  <a:pt x="236372" y="61612"/>
                </a:cubicBezTo>
                <a:lnTo>
                  <a:pt x="150876" y="61612"/>
                </a:lnTo>
                <a:cubicBezTo>
                  <a:pt x="126151" y="61612"/>
                  <a:pt x="105092" y="70308"/>
                  <a:pt x="87700" y="87700"/>
                </a:cubicBezTo>
                <a:cubicBezTo>
                  <a:pt x="70308" y="105092"/>
                  <a:pt x="61612" y="126151"/>
                  <a:pt x="61612" y="150876"/>
                </a:cubicBezTo>
                <a:cubicBezTo>
                  <a:pt x="61612" y="175601"/>
                  <a:pt x="70308" y="196660"/>
                  <a:pt x="87700" y="214052"/>
                </a:cubicBezTo>
                <a:cubicBezTo>
                  <a:pt x="105092" y="231444"/>
                  <a:pt x="126151" y="240149"/>
                  <a:pt x="150876" y="240149"/>
                </a:cubicBezTo>
                <a:close/>
                <a:moveTo>
                  <a:pt x="136099" y="205886"/>
                </a:moveTo>
                <a:lnTo>
                  <a:pt x="194255" y="153701"/>
                </a:lnTo>
                <a:cubicBezTo>
                  <a:pt x="196139" y="152028"/>
                  <a:pt x="196660" y="149934"/>
                  <a:pt x="195828" y="147420"/>
                </a:cubicBezTo>
                <a:cubicBezTo>
                  <a:pt x="195197" y="145115"/>
                  <a:pt x="193524" y="143753"/>
                  <a:pt x="190799" y="143332"/>
                </a:cubicBezTo>
                <a:lnTo>
                  <a:pt x="145216" y="138934"/>
                </a:lnTo>
                <a:lnTo>
                  <a:pt x="172876" y="101526"/>
                </a:lnTo>
                <a:cubicBezTo>
                  <a:pt x="173507" y="100483"/>
                  <a:pt x="173718" y="99532"/>
                  <a:pt x="173507" y="98700"/>
                </a:cubicBezTo>
                <a:cubicBezTo>
                  <a:pt x="173507" y="97649"/>
                  <a:pt x="173087" y="96606"/>
                  <a:pt x="172255" y="95555"/>
                </a:cubicBezTo>
                <a:cubicBezTo>
                  <a:pt x="171413" y="94714"/>
                  <a:pt x="170362" y="94302"/>
                  <a:pt x="169109" y="94302"/>
                </a:cubicBezTo>
                <a:cubicBezTo>
                  <a:pt x="167847" y="94302"/>
                  <a:pt x="166805" y="94714"/>
                  <a:pt x="165964" y="95555"/>
                </a:cubicBezTo>
                <a:lnTo>
                  <a:pt x="107817" y="147730"/>
                </a:lnTo>
                <a:cubicBezTo>
                  <a:pt x="105924" y="149413"/>
                  <a:pt x="105403" y="151397"/>
                  <a:pt x="106244" y="153701"/>
                </a:cubicBezTo>
                <a:cubicBezTo>
                  <a:pt x="106875" y="156216"/>
                  <a:pt x="108548" y="157688"/>
                  <a:pt x="111273" y="158109"/>
                </a:cubicBezTo>
                <a:lnTo>
                  <a:pt x="156847" y="162196"/>
                </a:lnTo>
                <a:lnTo>
                  <a:pt x="129186" y="199915"/>
                </a:lnTo>
                <a:cubicBezTo>
                  <a:pt x="128555" y="200958"/>
                  <a:pt x="128245" y="201900"/>
                  <a:pt x="128245" y="202741"/>
                </a:cubicBezTo>
                <a:cubicBezTo>
                  <a:pt x="128455" y="203783"/>
                  <a:pt x="128976" y="204835"/>
                  <a:pt x="129817" y="205886"/>
                </a:cubicBezTo>
                <a:cubicBezTo>
                  <a:pt x="130659" y="206718"/>
                  <a:pt x="131701" y="207139"/>
                  <a:pt x="132963" y="207139"/>
                </a:cubicBezTo>
                <a:cubicBezTo>
                  <a:pt x="134005" y="207139"/>
                  <a:pt x="135057" y="206718"/>
                  <a:pt x="136099" y="205886"/>
                </a:cubicBezTo>
                <a:close/>
                <a:moveTo>
                  <a:pt x="150876" y="254285"/>
                </a:moveTo>
                <a:cubicBezTo>
                  <a:pt x="137882" y="254285"/>
                  <a:pt x="125629" y="252091"/>
                  <a:pt x="114099" y="247693"/>
                </a:cubicBezTo>
                <a:cubicBezTo>
                  <a:pt x="102577" y="243285"/>
                  <a:pt x="92199" y="237003"/>
                  <a:pt x="82982" y="228829"/>
                </a:cubicBezTo>
                <a:lnTo>
                  <a:pt x="59409" y="252402"/>
                </a:lnTo>
                <a:cubicBezTo>
                  <a:pt x="58778" y="253033"/>
                  <a:pt x="58046" y="253554"/>
                  <a:pt x="57205" y="253975"/>
                </a:cubicBezTo>
                <a:cubicBezTo>
                  <a:pt x="56373" y="254185"/>
                  <a:pt x="55422" y="254285"/>
                  <a:pt x="54379" y="254285"/>
                </a:cubicBezTo>
                <a:cubicBezTo>
                  <a:pt x="52496" y="254285"/>
                  <a:pt x="50813" y="253664"/>
                  <a:pt x="49350" y="252402"/>
                </a:cubicBezTo>
                <a:cubicBezTo>
                  <a:pt x="48088" y="250939"/>
                  <a:pt x="47467" y="249156"/>
                  <a:pt x="47467" y="247062"/>
                </a:cubicBezTo>
                <a:cubicBezTo>
                  <a:pt x="47467" y="246220"/>
                  <a:pt x="47567" y="245379"/>
                  <a:pt x="47777" y="244547"/>
                </a:cubicBezTo>
                <a:cubicBezTo>
                  <a:pt x="48198" y="243706"/>
                  <a:pt x="48719" y="242974"/>
                  <a:pt x="49350" y="242343"/>
                </a:cubicBezTo>
                <a:lnTo>
                  <a:pt x="72923" y="218770"/>
                </a:lnTo>
                <a:cubicBezTo>
                  <a:pt x="64749" y="209553"/>
                  <a:pt x="58467" y="199175"/>
                  <a:pt x="54068" y="187653"/>
                </a:cubicBezTo>
                <a:cubicBezTo>
                  <a:pt x="49661" y="176123"/>
                  <a:pt x="47467" y="163870"/>
                  <a:pt x="47467" y="150876"/>
                </a:cubicBezTo>
                <a:cubicBezTo>
                  <a:pt x="47467" y="121963"/>
                  <a:pt x="57525" y="97548"/>
                  <a:pt x="77642" y="77642"/>
                </a:cubicBezTo>
                <a:cubicBezTo>
                  <a:pt x="97759" y="57525"/>
                  <a:pt x="122164" y="47467"/>
                  <a:pt x="150876" y="47467"/>
                </a:cubicBezTo>
                <a:lnTo>
                  <a:pt x="236372" y="47467"/>
                </a:lnTo>
                <a:cubicBezTo>
                  <a:pt x="241191" y="47467"/>
                  <a:pt x="245379" y="49240"/>
                  <a:pt x="248945" y="52807"/>
                </a:cubicBezTo>
                <a:cubicBezTo>
                  <a:pt x="252512" y="56373"/>
                  <a:pt x="254285" y="60561"/>
                  <a:pt x="254285" y="65380"/>
                </a:cubicBezTo>
                <a:lnTo>
                  <a:pt x="254285" y="150876"/>
                </a:lnTo>
                <a:cubicBezTo>
                  <a:pt x="254285" y="179588"/>
                  <a:pt x="244227" y="203993"/>
                  <a:pt x="224110" y="224110"/>
                </a:cubicBezTo>
                <a:cubicBezTo>
                  <a:pt x="204204" y="244227"/>
                  <a:pt x="179798" y="254285"/>
                  <a:pt x="150876" y="254285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8" name="圖說"/>
          <p:cNvSpPr/>
          <p:nvPr/>
        </p:nvSpPr>
        <p:spPr>
          <a:xfrm>
            <a:off x="9405884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節能</a:t>
            </a:r>
            <a:endParaRPr lang="en-US" sz="750" dirty="0"/>
          </a:p>
        </p:txBody>
      </p:sp>
      <p:sp>
        <p:nvSpPr>
          <p:cNvPr id="239" name="圖示 回收"/>
          <p:cNvSpPr/>
          <p:nvPr/>
        </p:nvSpPr>
        <p:spPr>
          <a:xfrm>
            <a:off x="10105377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22905" y="110953"/>
                </a:moveTo>
                <a:lnTo>
                  <a:pt x="144274" y="76380"/>
                </a:lnTo>
                <a:lnTo>
                  <a:pt x="126992" y="47777"/>
                </a:lnTo>
                <a:cubicBezTo>
                  <a:pt x="124678" y="43800"/>
                  <a:pt x="121332" y="41806"/>
                  <a:pt x="116933" y="41806"/>
                </a:cubicBezTo>
                <a:cubicBezTo>
                  <a:pt x="112526" y="41806"/>
                  <a:pt x="109280" y="43800"/>
                  <a:pt x="107186" y="47777"/>
                </a:cubicBezTo>
                <a:lnTo>
                  <a:pt x="82982" y="87069"/>
                </a:lnTo>
                <a:cubicBezTo>
                  <a:pt x="81729" y="89373"/>
                  <a:pt x="81519" y="91678"/>
                  <a:pt x="82351" y="93982"/>
                </a:cubicBezTo>
                <a:cubicBezTo>
                  <a:pt x="82982" y="96497"/>
                  <a:pt x="84344" y="98380"/>
                  <a:pt x="86438" y="99642"/>
                </a:cubicBezTo>
                <a:lnTo>
                  <a:pt x="110642" y="114099"/>
                </a:lnTo>
                <a:cubicBezTo>
                  <a:pt x="112736" y="115361"/>
                  <a:pt x="114940" y="115772"/>
                  <a:pt x="117244" y="115361"/>
                </a:cubicBezTo>
                <a:cubicBezTo>
                  <a:pt x="119549" y="114730"/>
                  <a:pt x="121432" y="113258"/>
                  <a:pt x="122905" y="110953"/>
                </a:cubicBezTo>
                <a:close/>
                <a:moveTo>
                  <a:pt x="230712" y="197712"/>
                </a:moveTo>
                <a:lnTo>
                  <a:pt x="209654" y="162818"/>
                </a:lnTo>
                <a:cubicBezTo>
                  <a:pt x="208191" y="160514"/>
                  <a:pt x="207770" y="158209"/>
                  <a:pt x="208401" y="155905"/>
                </a:cubicBezTo>
                <a:cubicBezTo>
                  <a:pt x="209233" y="153391"/>
                  <a:pt x="210806" y="151507"/>
                  <a:pt x="213110" y="150245"/>
                </a:cubicBezTo>
                <a:lnTo>
                  <a:pt x="237314" y="136099"/>
                </a:lnTo>
                <a:cubicBezTo>
                  <a:pt x="239408" y="135057"/>
                  <a:pt x="241712" y="134737"/>
                  <a:pt x="244227" y="135157"/>
                </a:cubicBezTo>
                <a:cubicBezTo>
                  <a:pt x="246742" y="135788"/>
                  <a:pt x="248635" y="137151"/>
                  <a:pt x="249887" y="139245"/>
                </a:cubicBezTo>
                <a:lnTo>
                  <a:pt x="263722" y="162507"/>
                </a:lnTo>
                <a:cubicBezTo>
                  <a:pt x="265816" y="165863"/>
                  <a:pt x="266968" y="169630"/>
                  <a:pt x="267179" y="173818"/>
                </a:cubicBezTo>
                <a:cubicBezTo>
                  <a:pt x="267389" y="177805"/>
                  <a:pt x="266548" y="181572"/>
                  <a:pt x="264664" y="185139"/>
                </a:cubicBezTo>
                <a:cubicBezTo>
                  <a:pt x="262780" y="189116"/>
                  <a:pt x="259946" y="192161"/>
                  <a:pt x="256178" y="194255"/>
                </a:cubicBezTo>
                <a:cubicBezTo>
                  <a:pt x="252192" y="196559"/>
                  <a:pt x="248004" y="197712"/>
                  <a:pt x="243605" y="197712"/>
                </a:cubicBezTo>
                <a:lnTo>
                  <a:pt x="230712" y="197712"/>
                </a:lnTo>
                <a:close/>
                <a:moveTo>
                  <a:pt x="189226" y="270946"/>
                </a:moveTo>
                <a:lnTo>
                  <a:pt x="157167" y="238887"/>
                </a:lnTo>
                <a:cubicBezTo>
                  <a:pt x="155485" y="237214"/>
                  <a:pt x="154652" y="235120"/>
                  <a:pt x="154652" y="232605"/>
                </a:cubicBezTo>
                <a:cubicBezTo>
                  <a:pt x="154652" y="230090"/>
                  <a:pt x="155485" y="227987"/>
                  <a:pt x="157167" y="226314"/>
                </a:cubicBezTo>
                <a:lnTo>
                  <a:pt x="189226" y="194255"/>
                </a:lnTo>
                <a:cubicBezTo>
                  <a:pt x="190689" y="192783"/>
                  <a:pt x="192371" y="192371"/>
                  <a:pt x="194255" y="192993"/>
                </a:cubicBezTo>
                <a:cubicBezTo>
                  <a:pt x="196349" y="193835"/>
                  <a:pt x="197401" y="195197"/>
                  <a:pt x="197401" y="197081"/>
                </a:cubicBezTo>
                <a:lnTo>
                  <a:pt x="197401" y="209343"/>
                </a:lnTo>
                <a:lnTo>
                  <a:pt x="252402" y="209343"/>
                </a:lnTo>
                <a:lnTo>
                  <a:pt x="235741" y="242974"/>
                </a:lnTo>
                <a:cubicBezTo>
                  <a:pt x="233437" y="246952"/>
                  <a:pt x="230502" y="250098"/>
                  <a:pt x="226945" y="252402"/>
                </a:cubicBezTo>
                <a:cubicBezTo>
                  <a:pt x="223168" y="254706"/>
                  <a:pt x="219081" y="255858"/>
                  <a:pt x="214683" y="255858"/>
                </a:cubicBezTo>
                <a:lnTo>
                  <a:pt x="197401" y="255858"/>
                </a:lnTo>
                <a:lnTo>
                  <a:pt x="197401" y="268120"/>
                </a:lnTo>
                <a:cubicBezTo>
                  <a:pt x="197401" y="270004"/>
                  <a:pt x="196349" y="271366"/>
                  <a:pt x="194255" y="272208"/>
                </a:cubicBezTo>
                <a:cubicBezTo>
                  <a:pt x="192371" y="272839"/>
                  <a:pt x="190689" y="272418"/>
                  <a:pt x="189226" y="270946"/>
                </a:cubicBezTo>
                <a:close/>
                <a:moveTo>
                  <a:pt x="84865" y="255858"/>
                </a:moveTo>
                <a:cubicBezTo>
                  <a:pt x="81098" y="255858"/>
                  <a:pt x="77642" y="254816"/>
                  <a:pt x="74496" y="252722"/>
                </a:cubicBezTo>
                <a:cubicBezTo>
                  <a:pt x="71351" y="250829"/>
                  <a:pt x="68946" y="248214"/>
                  <a:pt x="67263" y="244858"/>
                </a:cubicBezTo>
                <a:cubicBezTo>
                  <a:pt x="65800" y="241712"/>
                  <a:pt x="65069" y="238466"/>
                  <a:pt x="65069" y="235120"/>
                </a:cubicBezTo>
                <a:cubicBezTo>
                  <a:pt x="65279" y="231764"/>
                  <a:pt x="66221" y="228618"/>
                  <a:pt x="67894" y="225683"/>
                </a:cubicBezTo>
                <a:lnTo>
                  <a:pt x="77642" y="209343"/>
                </a:lnTo>
                <a:lnTo>
                  <a:pt x="118497" y="209343"/>
                </a:lnTo>
                <a:cubicBezTo>
                  <a:pt x="121222" y="209343"/>
                  <a:pt x="123426" y="210175"/>
                  <a:pt x="125099" y="211857"/>
                </a:cubicBezTo>
                <a:cubicBezTo>
                  <a:pt x="126782" y="213531"/>
                  <a:pt x="127614" y="215734"/>
                  <a:pt x="127614" y="218459"/>
                </a:cubicBezTo>
                <a:lnTo>
                  <a:pt x="127614" y="246742"/>
                </a:lnTo>
                <a:cubicBezTo>
                  <a:pt x="127614" y="249467"/>
                  <a:pt x="126782" y="251670"/>
                  <a:pt x="125099" y="253344"/>
                </a:cubicBezTo>
                <a:cubicBezTo>
                  <a:pt x="123426" y="255026"/>
                  <a:pt x="121222" y="255858"/>
                  <a:pt x="118497" y="255858"/>
                </a:cubicBezTo>
                <a:lnTo>
                  <a:pt x="84865" y="255858"/>
                </a:lnTo>
                <a:close/>
                <a:moveTo>
                  <a:pt x="56263" y="222858"/>
                </a:moveTo>
                <a:lnTo>
                  <a:pt x="37408" y="185139"/>
                </a:lnTo>
                <a:cubicBezTo>
                  <a:pt x="35515" y="181572"/>
                  <a:pt x="34683" y="177805"/>
                  <a:pt x="34894" y="173818"/>
                </a:cubicBezTo>
                <a:cubicBezTo>
                  <a:pt x="35104" y="169841"/>
                  <a:pt x="36256" y="166064"/>
                  <a:pt x="38350" y="162507"/>
                </a:cubicBezTo>
                <a:lnTo>
                  <a:pt x="42748" y="154963"/>
                </a:lnTo>
                <a:lnTo>
                  <a:pt x="32379" y="148672"/>
                </a:lnTo>
                <a:cubicBezTo>
                  <a:pt x="30907" y="147630"/>
                  <a:pt x="30276" y="146057"/>
                  <a:pt x="30486" y="143963"/>
                </a:cubicBezTo>
                <a:cubicBezTo>
                  <a:pt x="30696" y="141869"/>
                  <a:pt x="31748" y="140607"/>
                  <a:pt x="33632" y="140187"/>
                </a:cubicBezTo>
                <a:lnTo>
                  <a:pt x="77953" y="129186"/>
                </a:lnTo>
                <a:cubicBezTo>
                  <a:pt x="80467" y="128555"/>
                  <a:pt x="82771" y="128876"/>
                  <a:pt x="84865" y="130128"/>
                </a:cubicBezTo>
                <a:cubicBezTo>
                  <a:pt x="86959" y="131390"/>
                  <a:pt x="88322" y="133274"/>
                  <a:pt x="88953" y="135788"/>
                </a:cubicBezTo>
                <a:lnTo>
                  <a:pt x="99953" y="180109"/>
                </a:lnTo>
                <a:cubicBezTo>
                  <a:pt x="100374" y="182203"/>
                  <a:pt x="99743" y="183776"/>
                  <a:pt x="98069" y="184828"/>
                </a:cubicBezTo>
                <a:cubicBezTo>
                  <a:pt x="96606" y="186080"/>
                  <a:pt x="95034" y="186181"/>
                  <a:pt x="93351" y="185139"/>
                </a:cubicBezTo>
                <a:lnTo>
                  <a:pt x="82671" y="178537"/>
                </a:lnTo>
                <a:lnTo>
                  <a:pt x="56263" y="222858"/>
                </a:lnTo>
                <a:close/>
                <a:moveTo>
                  <a:pt x="204314" y="121332"/>
                </a:moveTo>
                <a:lnTo>
                  <a:pt x="159993" y="110332"/>
                </a:lnTo>
                <a:cubicBezTo>
                  <a:pt x="157899" y="109911"/>
                  <a:pt x="156746" y="108649"/>
                  <a:pt x="156536" y="106555"/>
                </a:cubicBezTo>
                <a:cubicBezTo>
                  <a:pt x="156326" y="104461"/>
                  <a:pt x="157057" y="102888"/>
                  <a:pt x="158731" y="101846"/>
                </a:cubicBezTo>
                <a:lnTo>
                  <a:pt x="169420" y="95555"/>
                </a:lnTo>
                <a:lnTo>
                  <a:pt x="133274" y="35204"/>
                </a:lnTo>
                <a:lnTo>
                  <a:pt x="174138" y="35204"/>
                </a:lnTo>
                <a:cubicBezTo>
                  <a:pt x="178116" y="35204"/>
                  <a:pt x="181892" y="36256"/>
                  <a:pt x="185449" y="38350"/>
                </a:cubicBezTo>
                <a:cubicBezTo>
                  <a:pt x="189016" y="40444"/>
                  <a:pt x="191841" y="43169"/>
                  <a:pt x="193935" y="46525"/>
                </a:cubicBezTo>
                <a:lnTo>
                  <a:pt x="209343" y="71982"/>
                </a:lnTo>
                <a:lnTo>
                  <a:pt x="219401" y="65380"/>
                </a:lnTo>
                <a:cubicBezTo>
                  <a:pt x="221074" y="64328"/>
                  <a:pt x="222748" y="64438"/>
                  <a:pt x="224430" y="65690"/>
                </a:cubicBezTo>
                <a:cubicBezTo>
                  <a:pt x="226104" y="66952"/>
                  <a:pt x="226735" y="68525"/>
                  <a:pt x="226314" y="70409"/>
                </a:cubicBezTo>
                <a:lnTo>
                  <a:pt x="215003" y="114730"/>
                </a:lnTo>
                <a:cubicBezTo>
                  <a:pt x="214372" y="117244"/>
                  <a:pt x="213009" y="119128"/>
                  <a:pt x="210916" y="120390"/>
                </a:cubicBezTo>
                <a:cubicBezTo>
                  <a:pt x="208812" y="121643"/>
                  <a:pt x="206618" y="121963"/>
                  <a:pt x="204314" y="121332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0" name="圖說"/>
          <p:cNvSpPr/>
          <p:nvPr/>
        </p:nvSpPr>
        <p:spPr>
          <a:xfrm>
            <a:off x="9960605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</a:t>
            </a:r>
            <a:endParaRPr lang="en-US" sz="750" dirty="0"/>
          </a:p>
        </p:txBody>
      </p:sp>
      <p:sp>
        <p:nvSpPr>
          <p:cNvPr id="241" name="線條"/>
          <p:cNvSpPr/>
          <p:nvPr/>
        </p:nvSpPr>
        <p:spPr>
          <a:xfrm>
            <a:off x="548640" y="4818888"/>
            <a:ext cx="1109441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42" name="小節"/>
          <p:cNvSpPr/>
          <p:nvPr/>
        </p:nvSpPr>
        <p:spPr>
          <a:xfrm>
            <a:off x="548640" y="48737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圖示＋文字組合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Icon + Label</a:t>
            </a:r>
            <a:endParaRPr lang="en-US" sz="1400" dirty="0"/>
          </a:p>
        </p:txBody>
      </p:sp>
      <p:grpSp>
        <p:nvGrpSpPr>
          <p:cNvPr id="5000" name="圖示＋流程方塊"/>
          <p:cNvGrpSpPr/>
          <p:nvPr/>
        </p:nvGrpSpPr>
        <p:grpSpPr>
          <a:xfrm>
            <a:off x="548640" y="5202936"/>
            <a:ext cx="1965960" cy="676656"/>
            <a:chOff x="548640" y="5202936"/>
            <a:chExt cx="1965960" cy="676656"/>
          </a:xfrm>
        </p:grpSpPr>
        <p:sp>
          <p:nvSpPr>
            <p:cNvPr id="243" name="流程方塊"/>
            <p:cNvSpPr/>
            <p:nvPr/>
          </p:nvSpPr>
          <p:spPr>
            <a:xfrm>
              <a:off x="548640" y="5202936"/>
              <a:ext cx="1965960" cy="6766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4" name="圖示 機台"/>
            <p:cNvSpPr/>
            <p:nvPr/>
          </p:nvSpPr>
          <p:spPr>
            <a:xfrm>
              <a:off x="676656" y="5358384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82296" y="308226"/>
                  </a:moveTo>
                  <a:cubicBezTo>
                    <a:pt x="78483" y="308226"/>
                    <a:pt x="75182" y="306955"/>
                    <a:pt x="72393" y="304422"/>
                  </a:cubicBezTo>
                  <a:cubicBezTo>
                    <a:pt x="69851" y="301624"/>
                    <a:pt x="68580" y="298323"/>
                    <a:pt x="68580" y="294510"/>
                  </a:cubicBezTo>
                  <a:cubicBezTo>
                    <a:pt x="68580" y="290450"/>
                    <a:pt x="69851" y="287149"/>
                    <a:pt x="72393" y="284607"/>
                  </a:cubicBezTo>
                  <a:cubicBezTo>
                    <a:pt x="75182" y="281809"/>
                    <a:pt x="78483" y="280419"/>
                    <a:pt x="82296" y="280419"/>
                  </a:cubicBezTo>
                  <a:lnTo>
                    <a:pt x="116202" y="280419"/>
                  </a:lnTo>
                  <a:lnTo>
                    <a:pt x="75822" y="144402"/>
                  </a:lnTo>
                  <a:cubicBezTo>
                    <a:pt x="68196" y="140845"/>
                    <a:pt x="62234" y="136017"/>
                    <a:pt x="57909" y="129918"/>
                  </a:cubicBezTo>
                  <a:cubicBezTo>
                    <a:pt x="53593" y="124075"/>
                    <a:pt x="51435" y="116202"/>
                    <a:pt x="51435" y="106299"/>
                  </a:cubicBezTo>
                  <a:cubicBezTo>
                    <a:pt x="51435" y="95381"/>
                    <a:pt x="55376" y="85853"/>
                    <a:pt x="63249" y="77724"/>
                  </a:cubicBezTo>
                  <a:cubicBezTo>
                    <a:pt x="71378" y="69595"/>
                    <a:pt x="81025" y="65535"/>
                    <a:pt x="92199" y="65535"/>
                  </a:cubicBezTo>
                  <a:cubicBezTo>
                    <a:pt x="102614" y="65535"/>
                    <a:pt x="111383" y="68580"/>
                    <a:pt x="118488" y="74679"/>
                  </a:cubicBezTo>
                  <a:cubicBezTo>
                    <a:pt x="125346" y="80522"/>
                    <a:pt x="129918" y="88267"/>
                    <a:pt x="132204" y="97914"/>
                  </a:cubicBezTo>
                  <a:lnTo>
                    <a:pt x="189354" y="97914"/>
                  </a:lnTo>
                  <a:lnTo>
                    <a:pt x="189354" y="73536"/>
                  </a:lnTo>
                  <a:cubicBezTo>
                    <a:pt x="189354" y="70994"/>
                    <a:pt x="190250" y="68964"/>
                    <a:pt x="192024" y="67437"/>
                  </a:cubicBezTo>
                  <a:cubicBezTo>
                    <a:pt x="193798" y="65663"/>
                    <a:pt x="195837" y="64767"/>
                    <a:pt x="198123" y="64767"/>
                  </a:cubicBezTo>
                  <a:cubicBezTo>
                    <a:pt x="200409" y="64767"/>
                    <a:pt x="202311" y="65663"/>
                    <a:pt x="203838" y="67437"/>
                  </a:cubicBezTo>
                  <a:cubicBezTo>
                    <a:pt x="205356" y="69467"/>
                    <a:pt x="206124" y="71625"/>
                    <a:pt x="206124" y="73911"/>
                  </a:cubicBezTo>
                  <a:lnTo>
                    <a:pt x="206124" y="76197"/>
                  </a:lnTo>
                  <a:lnTo>
                    <a:pt x="234699" y="48765"/>
                  </a:lnTo>
                  <a:cubicBezTo>
                    <a:pt x="236729" y="46735"/>
                    <a:pt x="239143" y="45464"/>
                    <a:pt x="241932" y="44961"/>
                  </a:cubicBezTo>
                  <a:cubicBezTo>
                    <a:pt x="244986" y="44449"/>
                    <a:pt x="247903" y="44961"/>
                    <a:pt x="250701" y="46479"/>
                  </a:cubicBezTo>
                  <a:lnTo>
                    <a:pt x="309753" y="74679"/>
                  </a:lnTo>
                  <a:cubicBezTo>
                    <a:pt x="311783" y="75694"/>
                    <a:pt x="313182" y="77093"/>
                    <a:pt x="313941" y="78867"/>
                  </a:cubicBezTo>
                  <a:cubicBezTo>
                    <a:pt x="314956" y="80897"/>
                    <a:pt x="314956" y="82927"/>
                    <a:pt x="313941" y="84966"/>
                  </a:cubicBezTo>
                  <a:cubicBezTo>
                    <a:pt x="312670" y="86996"/>
                    <a:pt x="311152" y="88267"/>
                    <a:pt x="309369" y="88770"/>
                  </a:cubicBezTo>
                  <a:cubicBezTo>
                    <a:pt x="307339" y="89026"/>
                    <a:pt x="305309" y="88642"/>
                    <a:pt x="303279" y="87627"/>
                  </a:cubicBezTo>
                  <a:lnTo>
                    <a:pt x="243843" y="59052"/>
                  </a:lnTo>
                  <a:lnTo>
                    <a:pt x="206883" y="95628"/>
                  </a:lnTo>
                  <a:lnTo>
                    <a:pt x="206883" y="116202"/>
                  </a:lnTo>
                  <a:lnTo>
                    <a:pt x="243843" y="153546"/>
                  </a:lnTo>
                  <a:lnTo>
                    <a:pt x="303279" y="124587"/>
                  </a:lnTo>
                  <a:cubicBezTo>
                    <a:pt x="305565" y="123572"/>
                    <a:pt x="307595" y="123316"/>
                    <a:pt x="309369" y="123828"/>
                  </a:cubicBezTo>
                  <a:cubicBezTo>
                    <a:pt x="311152" y="124331"/>
                    <a:pt x="312670" y="125602"/>
                    <a:pt x="313941" y="127632"/>
                  </a:cubicBezTo>
                  <a:cubicBezTo>
                    <a:pt x="314709" y="129918"/>
                    <a:pt x="314709" y="132076"/>
                    <a:pt x="313941" y="134115"/>
                  </a:cubicBezTo>
                  <a:cubicBezTo>
                    <a:pt x="313182" y="136145"/>
                    <a:pt x="311783" y="137672"/>
                    <a:pt x="309753" y="138687"/>
                  </a:cubicBezTo>
                  <a:lnTo>
                    <a:pt x="251844" y="165735"/>
                  </a:lnTo>
                  <a:cubicBezTo>
                    <a:pt x="248790" y="167262"/>
                    <a:pt x="245745" y="167893"/>
                    <a:pt x="242700" y="167637"/>
                  </a:cubicBezTo>
                  <a:cubicBezTo>
                    <a:pt x="239902" y="167637"/>
                    <a:pt x="237232" y="166494"/>
                    <a:pt x="234699" y="164208"/>
                  </a:cubicBezTo>
                  <a:lnTo>
                    <a:pt x="206124" y="137160"/>
                  </a:lnTo>
                  <a:lnTo>
                    <a:pt x="206124" y="139062"/>
                  </a:lnTo>
                  <a:cubicBezTo>
                    <a:pt x="206124" y="142116"/>
                    <a:pt x="205356" y="144402"/>
                    <a:pt x="203838" y="145920"/>
                  </a:cubicBezTo>
                  <a:cubicBezTo>
                    <a:pt x="202311" y="147447"/>
                    <a:pt x="200409" y="148206"/>
                    <a:pt x="198123" y="148206"/>
                  </a:cubicBezTo>
                  <a:cubicBezTo>
                    <a:pt x="195837" y="148206"/>
                    <a:pt x="193798" y="147447"/>
                    <a:pt x="192024" y="145920"/>
                  </a:cubicBezTo>
                  <a:cubicBezTo>
                    <a:pt x="190250" y="144146"/>
                    <a:pt x="189354" y="142116"/>
                    <a:pt x="189354" y="139830"/>
                  </a:cubicBezTo>
                  <a:lnTo>
                    <a:pt x="189354" y="115059"/>
                  </a:lnTo>
                  <a:lnTo>
                    <a:pt x="131445" y="115059"/>
                  </a:lnTo>
                  <a:cubicBezTo>
                    <a:pt x="131445" y="118616"/>
                    <a:pt x="130430" y="122173"/>
                    <a:pt x="128400" y="125730"/>
                  </a:cubicBezTo>
                  <a:cubicBezTo>
                    <a:pt x="126617" y="129287"/>
                    <a:pt x="124459" y="132076"/>
                    <a:pt x="121917" y="134115"/>
                  </a:cubicBezTo>
                  <a:lnTo>
                    <a:pt x="198498" y="280419"/>
                  </a:lnTo>
                  <a:lnTo>
                    <a:pt x="244986" y="280419"/>
                  </a:lnTo>
                  <a:cubicBezTo>
                    <a:pt x="249046" y="280419"/>
                    <a:pt x="252347" y="281809"/>
                    <a:pt x="254889" y="284607"/>
                  </a:cubicBezTo>
                  <a:cubicBezTo>
                    <a:pt x="257687" y="287149"/>
                    <a:pt x="259077" y="290450"/>
                    <a:pt x="259077" y="294510"/>
                  </a:cubicBezTo>
                  <a:cubicBezTo>
                    <a:pt x="259077" y="298323"/>
                    <a:pt x="257687" y="301624"/>
                    <a:pt x="254889" y="304422"/>
                  </a:cubicBezTo>
                  <a:cubicBezTo>
                    <a:pt x="252347" y="306955"/>
                    <a:pt x="249046" y="308226"/>
                    <a:pt x="244986" y="308226"/>
                  </a:cubicBezTo>
                  <a:lnTo>
                    <a:pt x="82296" y="308226"/>
                  </a:lnTo>
                  <a:close/>
                  <a:moveTo>
                    <a:pt x="108969" y="123060"/>
                  </a:moveTo>
                  <a:cubicBezTo>
                    <a:pt x="113541" y="118488"/>
                    <a:pt x="115827" y="112901"/>
                    <a:pt x="115827" y="106299"/>
                  </a:cubicBezTo>
                  <a:cubicBezTo>
                    <a:pt x="115827" y="99697"/>
                    <a:pt x="113541" y="94110"/>
                    <a:pt x="108969" y="89538"/>
                  </a:cubicBezTo>
                  <a:cubicBezTo>
                    <a:pt x="104397" y="85213"/>
                    <a:pt x="98810" y="83055"/>
                    <a:pt x="92199" y="83055"/>
                  </a:cubicBezTo>
                  <a:cubicBezTo>
                    <a:pt x="85597" y="83055"/>
                    <a:pt x="80010" y="85213"/>
                    <a:pt x="75438" y="89538"/>
                  </a:cubicBezTo>
                  <a:cubicBezTo>
                    <a:pt x="70866" y="94110"/>
                    <a:pt x="68580" y="99697"/>
                    <a:pt x="68580" y="106299"/>
                  </a:cubicBezTo>
                  <a:cubicBezTo>
                    <a:pt x="68580" y="112901"/>
                    <a:pt x="70866" y="118488"/>
                    <a:pt x="75438" y="123060"/>
                  </a:cubicBezTo>
                  <a:cubicBezTo>
                    <a:pt x="80010" y="127632"/>
                    <a:pt x="85597" y="129918"/>
                    <a:pt x="92199" y="129918"/>
                  </a:cubicBezTo>
                  <a:cubicBezTo>
                    <a:pt x="98810" y="129918"/>
                    <a:pt x="104397" y="127632"/>
                    <a:pt x="108969" y="123060"/>
                  </a:cubicBezTo>
                  <a:close/>
                  <a:moveTo>
                    <a:pt x="135258" y="280419"/>
                  </a:moveTo>
                  <a:lnTo>
                    <a:pt x="179067" y="280419"/>
                  </a:lnTo>
                  <a:lnTo>
                    <a:pt x="107058" y="142116"/>
                  </a:lnTo>
                  <a:cubicBezTo>
                    <a:pt x="105787" y="142875"/>
                    <a:pt x="103885" y="143634"/>
                    <a:pt x="101343" y="144402"/>
                  </a:cubicBezTo>
                  <a:cubicBezTo>
                    <a:pt x="98554" y="145161"/>
                    <a:pt x="96268" y="145545"/>
                    <a:pt x="94485" y="145545"/>
                  </a:cubicBezTo>
                  <a:lnTo>
                    <a:pt x="135258" y="280419"/>
                  </a:lnTo>
                  <a:close/>
                  <a:moveTo>
                    <a:pt x="179067" y="280419"/>
                  </a:moveTo>
                  <a:close/>
                </a:path>
              </a:pathLst>
            </a:cu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5" name="文字"/>
            <p:cNvSpPr/>
            <p:nvPr/>
          </p:nvSpPr>
          <p:spPr>
            <a:xfrm>
              <a:off x="1152144" y="5202936"/>
              <a:ext cx="1289304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設備保養</a:t>
              </a:r>
              <a:endParaRPr lang="en-US" sz="14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每月 PM 排程</a:t>
              </a:r>
              <a:endParaRPr lang="en-US" sz="1400" dirty="0"/>
            </a:p>
          </p:txBody>
        </p:sp>
      </p:grpSp>
      <p:grpSp>
        <p:nvGrpSpPr>
          <p:cNvPr id="5001" name="淺色圓底＋說明"/>
          <p:cNvGrpSpPr/>
          <p:nvPr/>
        </p:nvGrpSpPr>
        <p:grpSpPr>
          <a:xfrm>
            <a:off x="2660904" y="5202936"/>
            <a:ext cx="1947672" cy="676656"/>
            <a:chOff x="2660904" y="5202936"/>
            <a:chExt cx="1947672" cy="676656"/>
          </a:xfrm>
        </p:grpSpPr>
        <p:sp>
          <p:nvSpPr>
            <p:cNvPr id="246" name="圖示底圓"/>
            <p:cNvSpPr/>
            <p:nvPr/>
          </p:nvSpPr>
          <p:spPr>
            <a:xfrm>
              <a:off x="2660904" y="5285232"/>
              <a:ext cx="512064" cy="512064"/>
            </a:xfrm>
            <a:prstGeom prst="ellipse">
              <a:avLst/>
            </a:prstGeom>
            <a:solidFill>
              <a:srgbClr val="E6E8F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7" name="圖示 檢測"/>
            <p:cNvSpPr/>
            <p:nvPr/>
          </p:nvSpPr>
          <p:spPr>
            <a:xfrm>
              <a:off x="2660904" y="5285232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269593" y="269593"/>
                  </a:moveTo>
                  <a:cubicBezTo>
                    <a:pt x="275984" y="263201"/>
                    <a:pt x="279185" y="255374"/>
                    <a:pt x="279185" y="246111"/>
                  </a:cubicBezTo>
                  <a:cubicBezTo>
                    <a:pt x="279185" y="236848"/>
                    <a:pt x="275984" y="229021"/>
                    <a:pt x="269593" y="222629"/>
                  </a:cubicBezTo>
                  <a:cubicBezTo>
                    <a:pt x="263201" y="216237"/>
                    <a:pt x="255374" y="213037"/>
                    <a:pt x="246111" y="213037"/>
                  </a:cubicBezTo>
                  <a:cubicBezTo>
                    <a:pt x="236848" y="213037"/>
                    <a:pt x="229021" y="216237"/>
                    <a:pt x="222629" y="222629"/>
                  </a:cubicBezTo>
                  <a:cubicBezTo>
                    <a:pt x="216237" y="229021"/>
                    <a:pt x="213037" y="236848"/>
                    <a:pt x="213037" y="246111"/>
                  </a:cubicBezTo>
                  <a:cubicBezTo>
                    <a:pt x="213037" y="255374"/>
                    <a:pt x="216237" y="263201"/>
                    <a:pt x="222629" y="269593"/>
                  </a:cubicBezTo>
                  <a:cubicBezTo>
                    <a:pt x="229021" y="275984"/>
                    <a:pt x="236848" y="279185"/>
                    <a:pt x="246111" y="279185"/>
                  </a:cubicBezTo>
                  <a:cubicBezTo>
                    <a:pt x="255374" y="279185"/>
                    <a:pt x="263201" y="275984"/>
                    <a:pt x="269593" y="269593"/>
                  </a:cubicBezTo>
                  <a:close/>
                  <a:moveTo>
                    <a:pt x="246111" y="299027"/>
                  </a:moveTo>
                  <a:cubicBezTo>
                    <a:pt x="231563" y="299027"/>
                    <a:pt x="219099" y="293842"/>
                    <a:pt x="208739" y="283482"/>
                  </a:cubicBezTo>
                  <a:cubicBezTo>
                    <a:pt x="198379" y="273122"/>
                    <a:pt x="193194" y="260659"/>
                    <a:pt x="193194" y="246111"/>
                  </a:cubicBezTo>
                  <a:cubicBezTo>
                    <a:pt x="193194" y="231563"/>
                    <a:pt x="198379" y="219099"/>
                    <a:pt x="208739" y="208739"/>
                  </a:cubicBezTo>
                  <a:cubicBezTo>
                    <a:pt x="219099" y="198379"/>
                    <a:pt x="231563" y="193194"/>
                    <a:pt x="246111" y="193194"/>
                  </a:cubicBezTo>
                  <a:cubicBezTo>
                    <a:pt x="260659" y="193194"/>
                    <a:pt x="273122" y="198379"/>
                    <a:pt x="283482" y="208739"/>
                  </a:cubicBezTo>
                  <a:cubicBezTo>
                    <a:pt x="293842" y="219099"/>
                    <a:pt x="299027" y="231563"/>
                    <a:pt x="299027" y="246111"/>
                  </a:cubicBezTo>
                  <a:cubicBezTo>
                    <a:pt x="299027" y="250957"/>
                    <a:pt x="298250" y="255922"/>
                    <a:pt x="296714" y="260997"/>
                  </a:cubicBezTo>
                  <a:cubicBezTo>
                    <a:pt x="294949" y="265844"/>
                    <a:pt x="292517" y="270690"/>
                    <a:pt x="289435" y="275545"/>
                  </a:cubicBezTo>
                  <a:lnTo>
                    <a:pt x="317215" y="303325"/>
                  </a:lnTo>
                  <a:cubicBezTo>
                    <a:pt x="319199" y="305309"/>
                    <a:pt x="320186" y="307622"/>
                    <a:pt x="320186" y="310265"/>
                  </a:cubicBezTo>
                  <a:cubicBezTo>
                    <a:pt x="319967" y="312917"/>
                    <a:pt x="318870" y="315230"/>
                    <a:pt x="316885" y="317215"/>
                  </a:cubicBezTo>
                  <a:cubicBezTo>
                    <a:pt x="314901" y="319199"/>
                    <a:pt x="312588" y="320186"/>
                    <a:pt x="309936" y="320186"/>
                  </a:cubicBezTo>
                  <a:cubicBezTo>
                    <a:pt x="307293" y="320186"/>
                    <a:pt x="304980" y="319199"/>
                    <a:pt x="302996" y="317215"/>
                  </a:cubicBezTo>
                  <a:lnTo>
                    <a:pt x="275545" y="289764"/>
                  </a:lnTo>
                  <a:cubicBezTo>
                    <a:pt x="270690" y="292855"/>
                    <a:pt x="265844" y="295168"/>
                    <a:pt x="260997" y="296714"/>
                  </a:cubicBezTo>
                  <a:cubicBezTo>
                    <a:pt x="255922" y="298250"/>
                    <a:pt x="250957" y="299027"/>
                    <a:pt x="246111" y="299027"/>
                  </a:cubicBezTo>
                  <a:close/>
                  <a:moveTo>
                    <a:pt x="156820" y="375087"/>
                  </a:moveTo>
                  <a:cubicBezTo>
                    <a:pt x="151525" y="375087"/>
                    <a:pt x="146898" y="373103"/>
                    <a:pt x="142930" y="369134"/>
                  </a:cubicBezTo>
                  <a:cubicBezTo>
                    <a:pt x="138961" y="365166"/>
                    <a:pt x="136977" y="360539"/>
                    <a:pt x="136977" y="355244"/>
                  </a:cubicBezTo>
                  <a:lnTo>
                    <a:pt x="136977" y="308281"/>
                  </a:lnTo>
                  <a:cubicBezTo>
                    <a:pt x="136977" y="305419"/>
                    <a:pt x="137974" y="303105"/>
                    <a:pt x="139958" y="301341"/>
                  </a:cubicBezTo>
                  <a:cubicBezTo>
                    <a:pt x="141714" y="299356"/>
                    <a:pt x="144036" y="298360"/>
                    <a:pt x="146898" y="298360"/>
                  </a:cubicBezTo>
                  <a:cubicBezTo>
                    <a:pt x="149760" y="298360"/>
                    <a:pt x="152193" y="299356"/>
                    <a:pt x="154177" y="301341"/>
                  </a:cubicBezTo>
                  <a:cubicBezTo>
                    <a:pt x="155942" y="303105"/>
                    <a:pt x="156820" y="305419"/>
                    <a:pt x="156820" y="308281"/>
                  </a:cubicBezTo>
                  <a:lnTo>
                    <a:pt x="156820" y="355244"/>
                  </a:lnTo>
                  <a:lnTo>
                    <a:pt x="203783" y="355244"/>
                  </a:lnTo>
                  <a:cubicBezTo>
                    <a:pt x="206645" y="355244"/>
                    <a:pt x="208959" y="356241"/>
                    <a:pt x="210723" y="358225"/>
                  </a:cubicBezTo>
                  <a:cubicBezTo>
                    <a:pt x="212708" y="359981"/>
                    <a:pt x="213704" y="362304"/>
                    <a:pt x="213704" y="365166"/>
                  </a:cubicBezTo>
                  <a:cubicBezTo>
                    <a:pt x="213704" y="368028"/>
                    <a:pt x="212708" y="370460"/>
                    <a:pt x="210723" y="372444"/>
                  </a:cubicBezTo>
                  <a:cubicBezTo>
                    <a:pt x="208959" y="374209"/>
                    <a:pt x="206645" y="375087"/>
                    <a:pt x="203783" y="375087"/>
                  </a:cubicBezTo>
                  <a:lnTo>
                    <a:pt x="156820" y="375087"/>
                  </a:lnTo>
                  <a:close/>
                  <a:moveTo>
                    <a:pt x="355244" y="375087"/>
                  </a:moveTo>
                  <a:lnTo>
                    <a:pt x="308281" y="375087"/>
                  </a:lnTo>
                  <a:cubicBezTo>
                    <a:pt x="305419" y="375087"/>
                    <a:pt x="303105" y="374099"/>
                    <a:pt x="301341" y="372115"/>
                  </a:cubicBezTo>
                  <a:cubicBezTo>
                    <a:pt x="299356" y="370350"/>
                    <a:pt x="298360" y="368028"/>
                    <a:pt x="298360" y="365166"/>
                  </a:cubicBezTo>
                  <a:cubicBezTo>
                    <a:pt x="298360" y="362304"/>
                    <a:pt x="299356" y="359981"/>
                    <a:pt x="301341" y="358225"/>
                  </a:cubicBezTo>
                  <a:cubicBezTo>
                    <a:pt x="303105" y="356241"/>
                    <a:pt x="305419" y="355244"/>
                    <a:pt x="308281" y="355244"/>
                  </a:cubicBezTo>
                  <a:lnTo>
                    <a:pt x="355244" y="355244"/>
                  </a:lnTo>
                  <a:lnTo>
                    <a:pt x="355244" y="308281"/>
                  </a:lnTo>
                  <a:cubicBezTo>
                    <a:pt x="355244" y="305419"/>
                    <a:pt x="356241" y="303105"/>
                    <a:pt x="358225" y="301341"/>
                  </a:cubicBezTo>
                  <a:cubicBezTo>
                    <a:pt x="359981" y="299356"/>
                    <a:pt x="362304" y="298360"/>
                    <a:pt x="365166" y="298360"/>
                  </a:cubicBezTo>
                  <a:cubicBezTo>
                    <a:pt x="368028" y="298360"/>
                    <a:pt x="370460" y="299356"/>
                    <a:pt x="372444" y="301341"/>
                  </a:cubicBezTo>
                  <a:cubicBezTo>
                    <a:pt x="374209" y="303105"/>
                    <a:pt x="375087" y="305419"/>
                    <a:pt x="375087" y="308281"/>
                  </a:cubicBezTo>
                  <a:lnTo>
                    <a:pt x="375087" y="355244"/>
                  </a:lnTo>
                  <a:cubicBezTo>
                    <a:pt x="375087" y="360539"/>
                    <a:pt x="373103" y="365166"/>
                    <a:pt x="369134" y="369134"/>
                  </a:cubicBezTo>
                  <a:cubicBezTo>
                    <a:pt x="365166" y="373103"/>
                    <a:pt x="360539" y="375087"/>
                    <a:pt x="355244" y="375087"/>
                  </a:cubicBezTo>
                  <a:close/>
                  <a:moveTo>
                    <a:pt x="136977" y="203783"/>
                  </a:moveTo>
                  <a:lnTo>
                    <a:pt x="136977" y="156820"/>
                  </a:lnTo>
                  <a:cubicBezTo>
                    <a:pt x="136977" y="151525"/>
                    <a:pt x="138961" y="146898"/>
                    <a:pt x="142930" y="142930"/>
                  </a:cubicBezTo>
                  <a:cubicBezTo>
                    <a:pt x="146898" y="138961"/>
                    <a:pt x="151525" y="136977"/>
                    <a:pt x="156820" y="136977"/>
                  </a:cubicBezTo>
                  <a:lnTo>
                    <a:pt x="203783" y="136977"/>
                  </a:lnTo>
                  <a:cubicBezTo>
                    <a:pt x="206645" y="136977"/>
                    <a:pt x="208959" y="137974"/>
                    <a:pt x="210723" y="139958"/>
                  </a:cubicBezTo>
                  <a:cubicBezTo>
                    <a:pt x="212708" y="141714"/>
                    <a:pt x="213704" y="144036"/>
                    <a:pt x="213704" y="146898"/>
                  </a:cubicBezTo>
                  <a:cubicBezTo>
                    <a:pt x="213704" y="149760"/>
                    <a:pt x="212708" y="152193"/>
                    <a:pt x="210723" y="154177"/>
                  </a:cubicBezTo>
                  <a:cubicBezTo>
                    <a:pt x="208959" y="155942"/>
                    <a:pt x="206645" y="156820"/>
                    <a:pt x="203783" y="156820"/>
                  </a:cubicBezTo>
                  <a:lnTo>
                    <a:pt x="156820" y="156820"/>
                  </a:lnTo>
                  <a:lnTo>
                    <a:pt x="156820" y="203783"/>
                  </a:lnTo>
                  <a:cubicBezTo>
                    <a:pt x="156820" y="206645"/>
                    <a:pt x="155832" y="208959"/>
                    <a:pt x="153848" y="210723"/>
                  </a:cubicBezTo>
                  <a:cubicBezTo>
                    <a:pt x="152083" y="212708"/>
                    <a:pt x="149760" y="213704"/>
                    <a:pt x="146898" y="213704"/>
                  </a:cubicBezTo>
                  <a:cubicBezTo>
                    <a:pt x="144036" y="213704"/>
                    <a:pt x="141714" y="212708"/>
                    <a:pt x="139958" y="210723"/>
                  </a:cubicBezTo>
                  <a:cubicBezTo>
                    <a:pt x="137974" y="208959"/>
                    <a:pt x="136977" y="206645"/>
                    <a:pt x="136977" y="203783"/>
                  </a:cubicBezTo>
                  <a:close/>
                  <a:moveTo>
                    <a:pt x="355244" y="203783"/>
                  </a:moveTo>
                  <a:lnTo>
                    <a:pt x="355244" y="156820"/>
                  </a:lnTo>
                  <a:lnTo>
                    <a:pt x="308281" y="156820"/>
                  </a:lnTo>
                  <a:cubicBezTo>
                    <a:pt x="305419" y="156820"/>
                    <a:pt x="303105" y="155832"/>
                    <a:pt x="301341" y="153848"/>
                  </a:cubicBezTo>
                  <a:cubicBezTo>
                    <a:pt x="299356" y="152083"/>
                    <a:pt x="298360" y="149760"/>
                    <a:pt x="298360" y="146898"/>
                  </a:cubicBezTo>
                  <a:cubicBezTo>
                    <a:pt x="298360" y="144036"/>
                    <a:pt x="299356" y="141714"/>
                    <a:pt x="301341" y="139958"/>
                  </a:cubicBezTo>
                  <a:cubicBezTo>
                    <a:pt x="303105" y="137974"/>
                    <a:pt x="305419" y="136977"/>
                    <a:pt x="308281" y="136977"/>
                  </a:cubicBezTo>
                  <a:lnTo>
                    <a:pt x="355244" y="136977"/>
                  </a:lnTo>
                  <a:cubicBezTo>
                    <a:pt x="360539" y="136977"/>
                    <a:pt x="365166" y="138961"/>
                    <a:pt x="369134" y="142930"/>
                  </a:cubicBezTo>
                  <a:cubicBezTo>
                    <a:pt x="373103" y="146898"/>
                    <a:pt x="375087" y="151525"/>
                    <a:pt x="375087" y="156820"/>
                  </a:cubicBezTo>
                  <a:lnTo>
                    <a:pt x="375087" y="203783"/>
                  </a:lnTo>
                  <a:cubicBezTo>
                    <a:pt x="375087" y="206645"/>
                    <a:pt x="374099" y="208959"/>
                    <a:pt x="372115" y="210723"/>
                  </a:cubicBezTo>
                  <a:cubicBezTo>
                    <a:pt x="370350" y="212708"/>
                    <a:pt x="368028" y="213704"/>
                    <a:pt x="365166" y="213704"/>
                  </a:cubicBezTo>
                  <a:cubicBezTo>
                    <a:pt x="362304" y="213704"/>
                    <a:pt x="359981" y="212708"/>
                    <a:pt x="358225" y="210723"/>
                  </a:cubicBezTo>
                  <a:cubicBezTo>
                    <a:pt x="356241" y="208959"/>
                    <a:pt x="355244" y="206645"/>
                    <a:pt x="355244" y="203783"/>
                  </a:cubicBezTo>
                  <a:close/>
                </a:path>
              </a:pathLst>
            </a:cu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8" name="文字"/>
            <p:cNvSpPr/>
            <p:nvPr/>
          </p:nvSpPr>
          <p:spPr>
            <a:xfrm>
              <a:off x="3282696" y="5202936"/>
              <a:ext cx="1325880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線上檢測</a:t>
              </a:r>
              <a:endParaRPr lang="en-US" sz="14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AOI 全檢・即時回饋</a:t>
              </a:r>
              <a:endParaRPr lang="en-US" sz="1400" dirty="0"/>
            </a:p>
          </p:txBody>
        </p:sp>
      </p:grpSp>
      <p:grpSp>
        <p:nvGrpSpPr>
          <p:cNvPr id="5002" name="深色圓底＋卡片"/>
          <p:cNvGrpSpPr/>
          <p:nvPr/>
        </p:nvGrpSpPr>
        <p:grpSpPr>
          <a:xfrm>
            <a:off x="4773168" y="5202936"/>
            <a:ext cx="2103120" cy="676656"/>
            <a:chOff x="4773168" y="5202936"/>
            <a:chExt cx="2103120" cy="676656"/>
          </a:xfrm>
        </p:grpSpPr>
        <p:sp>
          <p:nvSpPr>
            <p:cNvPr id="249" name="卡片"/>
            <p:cNvSpPr/>
            <p:nvPr/>
          </p:nvSpPr>
          <p:spPr>
            <a:xfrm>
              <a:off x="4773168" y="5202936"/>
              <a:ext cx="2103120" cy="6766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0" name="圖示底圓"/>
            <p:cNvSpPr/>
            <p:nvPr/>
          </p:nvSpPr>
          <p:spPr>
            <a:xfrm>
              <a:off x="4901184" y="5330952"/>
              <a:ext cx="420624" cy="420624"/>
            </a:xfrm>
            <a:prstGeom prst="ellipse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1" name="圖示 AI"/>
            <p:cNvSpPr/>
            <p:nvPr/>
          </p:nvSpPr>
          <p:spPr>
            <a:xfrm>
              <a:off x="4901184" y="5330952"/>
              <a:ext cx="420624" cy="420624"/>
            </a:xfrm>
            <a:custGeom>
              <a:avLst/>
              <a:gdLst/>
              <a:ahLst/>
              <a:cxnLst/>
              <a:rect l="l" t="t" r="r" b="b"/>
              <a:pathLst>
                <a:path w="420624" h="420624">
                  <a:moveTo>
                    <a:pt x="184508" y="308107"/>
                  </a:moveTo>
                  <a:cubicBezTo>
                    <a:pt x="175272" y="308107"/>
                    <a:pt x="167482" y="304669"/>
                    <a:pt x="161145" y="297784"/>
                  </a:cubicBezTo>
                  <a:cubicBezTo>
                    <a:pt x="154625" y="290898"/>
                    <a:pt x="150913" y="283117"/>
                    <a:pt x="150007" y="274421"/>
                  </a:cubicBezTo>
                  <a:cubicBezTo>
                    <a:pt x="139318" y="273515"/>
                    <a:pt x="130448" y="269080"/>
                    <a:pt x="123380" y="261107"/>
                  </a:cubicBezTo>
                  <a:cubicBezTo>
                    <a:pt x="116138" y="252960"/>
                    <a:pt x="112517" y="243093"/>
                    <a:pt x="112517" y="231499"/>
                  </a:cubicBezTo>
                  <a:cubicBezTo>
                    <a:pt x="112517" y="227521"/>
                    <a:pt x="113056" y="223717"/>
                    <a:pt x="114145" y="220096"/>
                  </a:cubicBezTo>
                  <a:cubicBezTo>
                    <a:pt x="115050" y="216292"/>
                    <a:pt x="116504" y="212662"/>
                    <a:pt x="118497" y="209224"/>
                  </a:cubicBezTo>
                  <a:cubicBezTo>
                    <a:pt x="116504" y="205969"/>
                    <a:pt x="115050" y="202521"/>
                    <a:pt x="114145" y="198900"/>
                  </a:cubicBezTo>
                  <a:cubicBezTo>
                    <a:pt x="113056" y="195279"/>
                    <a:pt x="112517" y="191384"/>
                    <a:pt x="112517" y="187223"/>
                  </a:cubicBezTo>
                  <a:cubicBezTo>
                    <a:pt x="112517" y="176351"/>
                    <a:pt x="116321" y="167024"/>
                    <a:pt x="123929" y="159243"/>
                  </a:cubicBezTo>
                  <a:cubicBezTo>
                    <a:pt x="131354" y="151452"/>
                    <a:pt x="140223" y="146926"/>
                    <a:pt x="150547" y="145655"/>
                  </a:cubicBezTo>
                  <a:cubicBezTo>
                    <a:pt x="150913" y="136419"/>
                    <a:pt x="154442" y="128638"/>
                    <a:pt x="161145" y="122301"/>
                  </a:cubicBezTo>
                  <a:cubicBezTo>
                    <a:pt x="167664" y="115781"/>
                    <a:pt x="175537" y="112517"/>
                    <a:pt x="184773" y="112517"/>
                  </a:cubicBezTo>
                  <a:cubicBezTo>
                    <a:pt x="190031" y="112517"/>
                    <a:pt x="194740" y="113514"/>
                    <a:pt x="198900" y="115507"/>
                  </a:cubicBezTo>
                  <a:cubicBezTo>
                    <a:pt x="202887" y="117318"/>
                    <a:pt x="206691" y="120033"/>
                    <a:pt x="210312" y="123654"/>
                  </a:cubicBezTo>
                  <a:cubicBezTo>
                    <a:pt x="213933" y="120033"/>
                    <a:pt x="217737" y="117318"/>
                    <a:pt x="221724" y="115507"/>
                  </a:cubicBezTo>
                  <a:cubicBezTo>
                    <a:pt x="225701" y="113514"/>
                    <a:pt x="230328" y="112517"/>
                    <a:pt x="235577" y="112517"/>
                  </a:cubicBezTo>
                  <a:cubicBezTo>
                    <a:pt x="244629" y="112517"/>
                    <a:pt x="252420" y="115781"/>
                    <a:pt x="258940" y="122301"/>
                  </a:cubicBezTo>
                  <a:cubicBezTo>
                    <a:pt x="265459" y="128638"/>
                    <a:pt x="268989" y="136419"/>
                    <a:pt x="269529" y="145655"/>
                  </a:cubicBezTo>
                  <a:cubicBezTo>
                    <a:pt x="280035" y="146560"/>
                    <a:pt x="289088" y="151004"/>
                    <a:pt x="296695" y="158968"/>
                  </a:cubicBezTo>
                  <a:cubicBezTo>
                    <a:pt x="304303" y="166759"/>
                    <a:pt x="308107" y="176177"/>
                    <a:pt x="308107" y="187223"/>
                  </a:cubicBezTo>
                  <a:cubicBezTo>
                    <a:pt x="308107" y="191384"/>
                    <a:pt x="307568" y="195371"/>
                    <a:pt x="306479" y="199175"/>
                  </a:cubicBezTo>
                  <a:cubicBezTo>
                    <a:pt x="305391" y="202796"/>
                    <a:pt x="303855" y="206234"/>
                    <a:pt x="301862" y="209498"/>
                  </a:cubicBezTo>
                  <a:cubicBezTo>
                    <a:pt x="303855" y="213119"/>
                    <a:pt x="305391" y="216923"/>
                    <a:pt x="306479" y="220910"/>
                  </a:cubicBezTo>
                  <a:cubicBezTo>
                    <a:pt x="307568" y="224888"/>
                    <a:pt x="308107" y="228783"/>
                    <a:pt x="308107" y="232587"/>
                  </a:cubicBezTo>
                  <a:cubicBezTo>
                    <a:pt x="308107" y="244181"/>
                    <a:pt x="304577" y="253865"/>
                    <a:pt x="297509" y="261656"/>
                  </a:cubicBezTo>
                  <a:cubicBezTo>
                    <a:pt x="290267" y="269263"/>
                    <a:pt x="281306" y="273515"/>
                    <a:pt x="270617" y="274421"/>
                  </a:cubicBezTo>
                  <a:cubicBezTo>
                    <a:pt x="269711" y="283117"/>
                    <a:pt x="265999" y="290898"/>
                    <a:pt x="259479" y="297784"/>
                  </a:cubicBezTo>
                  <a:cubicBezTo>
                    <a:pt x="252960" y="304669"/>
                    <a:pt x="245178" y="308107"/>
                    <a:pt x="236116" y="308107"/>
                  </a:cubicBezTo>
                  <a:cubicBezTo>
                    <a:pt x="230685" y="308107"/>
                    <a:pt x="225976" y="307202"/>
                    <a:pt x="221989" y="305391"/>
                  </a:cubicBezTo>
                  <a:cubicBezTo>
                    <a:pt x="218011" y="303581"/>
                    <a:pt x="214116" y="300865"/>
                    <a:pt x="210312" y="297244"/>
                  </a:cubicBezTo>
                  <a:cubicBezTo>
                    <a:pt x="206508" y="300865"/>
                    <a:pt x="202613" y="303581"/>
                    <a:pt x="198635" y="305391"/>
                  </a:cubicBezTo>
                  <a:cubicBezTo>
                    <a:pt x="194648" y="307202"/>
                    <a:pt x="189939" y="308107"/>
                    <a:pt x="184508" y="308107"/>
                  </a:cubicBezTo>
                  <a:close/>
                  <a:moveTo>
                    <a:pt x="218459" y="145115"/>
                  </a:moveTo>
                  <a:lnTo>
                    <a:pt x="218459" y="275509"/>
                  </a:lnTo>
                  <a:cubicBezTo>
                    <a:pt x="218459" y="280035"/>
                    <a:pt x="220270" y="283930"/>
                    <a:pt x="223891" y="287186"/>
                  </a:cubicBezTo>
                  <a:cubicBezTo>
                    <a:pt x="227338" y="290267"/>
                    <a:pt x="231499" y="291812"/>
                    <a:pt x="236391" y="291812"/>
                  </a:cubicBezTo>
                  <a:cubicBezTo>
                    <a:pt x="241100" y="291812"/>
                    <a:pt x="245178" y="289728"/>
                    <a:pt x="248616" y="285558"/>
                  </a:cubicBezTo>
                  <a:cubicBezTo>
                    <a:pt x="252054" y="281397"/>
                    <a:pt x="253956" y="277136"/>
                    <a:pt x="254322" y="272793"/>
                  </a:cubicBezTo>
                  <a:cubicBezTo>
                    <a:pt x="250152" y="271339"/>
                    <a:pt x="246257" y="269446"/>
                    <a:pt x="242636" y="267087"/>
                  </a:cubicBezTo>
                  <a:cubicBezTo>
                    <a:pt x="239015" y="264554"/>
                    <a:pt x="235933" y="261473"/>
                    <a:pt x="233401" y="257852"/>
                  </a:cubicBezTo>
                  <a:cubicBezTo>
                    <a:pt x="231956" y="255858"/>
                    <a:pt x="231407" y="253865"/>
                    <a:pt x="231773" y="251871"/>
                  </a:cubicBezTo>
                  <a:cubicBezTo>
                    <a:pt x="232139" y="249704"/>
                    <a:pt x="233309" y="247894"/>
                    <a:pt x="235303" y="246440"/>
                  </a:cubicBezTo>
                  <a:cubicBezTo>
                    <a:pt x="237296" y="244995"/>
                    <a:pt x="239381" y="244447"/>
                    <a:pt x="241548" y="244812"/>
                  </a:cubicBezTo>
                  <a:cubicBezTo>
                    <a:pt x="243541" y="245178"/>
                    <a:pt x="245260" y="246349"/>
                    <a:pt x="246714" y="248342"/>
                  </a:cubicBezTo>
                  <a:cubicBezTo>
                    <a:pt x="249064" y="251606"/>
                    <a:pt x="251963" y="254139"/>
                    <a:pt x="255410" y="255950"/>
                  </a:cubicBezTo>
                  <a:cubicBezTo>
                    <a:pt x="258848" y="257577"/>
                    <a:pt x="262652" y="258391"/>
                    <a:pt x="266813" y="258391"/>
                  </a:cubicBezTo>
                  <a:cubicBezTo>
                    <a:pt x="273698" y="258391"/>
                    <a:pt x="279587" y="256041"/>
                    <a:pt x="284470" y="251332"/>
                  </a:cubicBezTo>
                  <a:cubicBezTo>
                    <a:pt x="289362" y="246623"/>
                    <a:pt x="291812" y="240377"/>
                    <a:pt x="291812" y="232587"/>
                  </a:cubicBezTo>
                  <a:cubicBezTo>
                    <a:pt x="291812" y="230959"/>
                    <a:pt x="291630" y="229332"/>
                    <a:pt x="291264" y="227695"/>
                  </a:cubicBezTo>
                  <a:cubicBezTo>
                    <a:pt x="290898" y="225884"/>
                    <a:pt x="290541" y="224074"/>
                    <a:pt x="290176" y="222263"/>
                  </a:cubicBezTo>
                  <a:cubicBezTo>
                    <a:pt x="286920" y="224622"/>
                    <a:pt x="283391" y="226433"/>
                    <a:pt x="279587" y="227695"/>
                  </a:cubicBezTo>
                  <a:cubicBezTo>
                    <a:pt x="275600" y="228783"/>
                    <a:pt x="271522" y="229332"/>
                    <a:pt x="267361" y="229332"/>
                  </a:cubicBezTo>
                  <a:cubicBezTo>
                    <a:pt x="265002" y="229332"/>
                    <a:pt x="263100" y="228600"/>
                    <a:pt x="261656" y="227155"/>
                  </a:cubicBezTo>
                  <a:cubicBezTo>
                    <a:pt x="260028" y="225528"/>
                    <a:pt x="259214" y="223534"/>
                    <a:pt x="259214" y="221175"/>
                  </a:cubicBezTo>
                  <a:cubicBezTo>
                    <a:pt x="259214" y="218825"/>
                    <a:pt x="260028" y="216923"/>
                    <a:pt x="261656" y="215469"/>
                  </a:cubicBezTo>
                  <a:cubicBezTo>
                    <a:pt x="263100" y="213842"/>
                    <a:pt x="265002" y="213028"/>
                    <a:pt x="267361" y="213028"/>
                  </a:cubicBezTo>
                  <a:cubicBezTo>
                    <a:pt x="274238" y="213028"/>
                    <a:pt x="280035" y="210495"/>
                    <a:pt x="284744" y="205420"/>
                  </a:cubicBezTo>
                  <a:cubicBezTo>
                    <a:pt x="289453" y="200354"/>
                    <a:pt x="291812" y="194283"/>
                    <a:pt x="291812" y="187223"/>
                  </a:cubicBezTo>
                  <a:cubicBezTo>
                    <a:pt x="291812" y="180338"/>
                    <a:pt x="289270" y="174458"/>
                    <a:pt x="284205" y="169566"/>
                  </a:cubicBezTo>
                  <a:cubicBezTo>
                    <a:pt x="279130" y="164674"/>
                    <a:pt x="273332" y="162050"/>
                    <a:pt x="266813" y="161684"/>
                  </a:cubicBezTo>
                  <a:cubicBezTo>
                    <a:pt x="265002" y="166037"/>
                    <a:pt x="262469" y="169923"/>
                    <a:pt x="259214" y="173370"/>
                  </a:cubicBezTo>
                  <a:cubicBezTo>
                    <a:pt x="255767" y="176626"/>
                    <a:pt x="251871" y="179076"/>
                    <a:pt x="247528" y="180704"/>
                  </a:cubicBezTo>
                  <a:cubicBezTo>
                    <a:pt x="245352" y="181609"/>
                    <a:pt x="243276" y="181609"/>
                    <a:pt x="241283" y="180704"/>
                  </a:cubicBezTo>
                  <a:cubicBezTo>
                    <a:pt x="239289" y="179616"/>
                    <a:pt x="237927" y="177988"/>
                    <a:pt x="237205" y="175812"/>
                  </a:cubicBezTo>
                  <a:cubicBezTo>
                    <a:pt x="236482" y="173635"/>
                    <a:pt x="236574" y="171560"/>
                    <a:pt x="237479" y="169566"/>
                  </a:cubicBezTo>
                  <a:cubicBezTo>
                    <a:pt x="238384" y="167390"/>
                    <a:pt x="239920" y="165945"/>
                    <a:pt x="242097" y="165214"/>
                  </a:cubicBezTo>
                  <a:cubicBezTo>
                    <a:pt x="245352" y="164135"/>
                    <a:pt x="248068" y="161959"/>
                    <a:pt x="250244" y="158694"/>
                  </a:cubicBezTo>
                  <a:cubicBezTo>
                    <a:pt x="252237" y="155439"/>
                    <a:pt x="253234" y="151726"/>
                    <a:pt x="253234" y="147557"/>
                  </a:cubicBezTo>
                  <a:cubicBezTo>
                    <a:pt x="253234" y="142308"/>
                    <a:pt x="251515" y="137873"/>
                    <a:pt x="248068" y="134252"/>
                  </a:cubicBezTo>
                  <a:cubicBezTo>
                    <a:pt x="244629" y="130631"/>
                    <a:pt x="240560" y="128821"/>
                    <a:pt x="235851" y="128821"/>
                  </a:cubicBezTo>
                  <a:cubicBezTo>
                    <a:pt x="231142" y="128821"/>
                    <a:pt x="227064" y="130448"/>
                    <a:pt x="223626" y="133704"/>
                  </a:cubicBezTo>
                  <a:cubicBezTo>
                    <a:pt x="220178" y="136785"/>
                    <a:pt x="218459" y="140589"/>
                    <a:pt x="218459" y="145115"/>
                  </a:cubicBezTo>
                  <a:close/>
                  <a:moveTo>
                    <a:pt x="202165" y="275509"/>
                  </a:moveTo>
                  <a:lnTo>
                    <a:pt x="202165" y="145115"/>
                  </a:lnTo>
                  <a:cubicBezTo>
                    <a:pt x="202165" y="140589"/>
                    <a:pt x="200537" y="136785"/>
                    <a:pt x="197273" y="133704"/>
                  </a:cubicBezTo>
                  <a:cubicBezTo>
                    <a:pt x="193835" y="130448"/>
                    <a:pt x="189665" y="128821"/>
                    <a:pt x="184773" y="128821"/>
                  </a:cubicBezTo>
                  <a:cubicBezTo>
                    <a:pt x="180064" y="128821"/>
                    <a:pt x="175995" y="130631"/>
                    <a:pt x="172556" y="134252"/>
                  </a:cubicBezTo>
                  <a:cubicBezTo>
                    <a:pt x="168926" y="137873"/>
                    <a:pt x="167116" y="142308"/>
                    <a:pt x="167116" y="147557"/>
                  </a:cubicBezTo>
                  <a:cubicBezTo>
                    <a:pt x="167116" y="151726"/>
                    <a:pt x="168112" y="155439"/>
                    <a:pt x="170106" y="158694"/>
                  </a:cubicBezTo>
                  <a:cubicBezTo>
                    <a:pt x="172099" y="161776"/>
                    <a:pt x="174724" y="163860"/>
                    <a:pt x="177988" y="164949"/>
                  </a:cubicBezTo>
                  <a:cubicBezTo>
                    <a:pt x="180155" y="165671"/>
                    <a:pt x="181792" y="167116"/>
                    <a:pt x="182871" y="169292"/>
                  </a:cubicBezTo>
                  <a:cubicBezTo>
                    <a:pt x="183776" y="171285"/>
                    <a:pt x="183868" y="173279"/>
                    <a:pt x="183145" y="175272"/>
                  </a:cubicBezTo>
                  <a:cubicBezTo>
                    <a:pt x="182240" y="177439"/>
                    <a:pt x="180795" y="179076"/>
                    <a:pt x="178802" y="180155"/>
                  </a:cubicBezTo>
                  <a:cubicBezTo>
                    <a:pt x="176626" y="181243"/>
                    <a:pt x="174458" y="181335"/>
                    <a:pt x="172282" y="180429"/>
                  </a:cubicBezTo>
                  <a:cubicBezTo>
                    <a:pt x="167939" y="178985"/>
                    <a:pt x="164135" y="176626"/>
                    <a:pt x="160870" y="173370"/>
                  </a:cubicBezTo>
                  <a:cubicBezTo>
                    <a:pt x="157615" y="169923"/>
                    <a:pt x="155073" y="166037"/>
                    <a:pt x="153263" y="161684"/>
                  </a:cubicBezTo>
                  <a:cubicBezTo>
                    <a:pt x="146926" y="162233"/>
                    <a:pt x="141311" y="164949"/>
                    <a:pt x="136419" y="169832"/>
                  </a:cubicBezTo>
                  <a:cubicBezTo>
                    <a:pt x="131354" y="174541"/>
                    <a:pt x="128821" y="180338"/>
                    <a:pt x="128821" y="187223"/>
                  </a:cubicBezTo>
                  <a:cubicBezTo>
                    <a:pt x="128821" y="194283"/>
                    <a:pt x="131171" y="200354"/>
                    <a:pt x="135880" y="205420"/>
                  </a:cubicBezTo>
                  <a:cubicBezTo>
                    <a:pt x="140589" y="210495"/>
                    <a:pt x="146386" y="213028"/>
                    <a:pt x="153263" y="213028"/>
                  </a:cubicBezTo>
                  <a:cubicBezTo>
                    <a:pt x="155622" y="213028"/>
                    <a:pt x="157615" y="213842"/>
                    <a:pt x="159243" y="215469"/>
                  </a:cubicBezTo>
                  <a:cubicBezTo>
                    <a:pt x="160688" y="216923"/>
                    <a:pt x="161419" y="218825"/>
                    <a:pt x="161419" y="221175"/>
                  </a:cubicBezTo>
                  <a:cubicBezTo>
                    <a:pt x="161419" y="223534"/>
                    <a:pt x="160688" y="225528"/>
                    <a:pt x="159243" y="227155"/>
                  </a:cubicBezTo>
                  <a:cubicBezTo>
                    <a:pt x="157615" y="228600"/>
                    <a:pt x="155622" y="229332"/>
                    <a:pt x="153263" y="229332"/>
                  </a:cubicBezTo>
                  <a:cubicBezTo>
                    <a:pt x="149102" y="229332"/>
                    <a:pt x="145115" y="228691"/>
                    <a:pt x="141311" y="227430"/>
                  </a:cubicBezTo>
                  <a:cubicBezTo>
                    <a:pt x="137325" y="226159"/>
                    <a:pt x="133704" y="224439"/>
                    <a:pt x="130448" y="222263"/>
                  </a:cubicBezTo>
                  <a:cubicBezTo>
                    <a:pt x="129900" y="223717"/>
                    <a:pt x="129543" y="225253"/>
                    <a:pt x="129360" y="226881"/>
                  </a:cubicBezTo>
                  <a:cubicBezTo>
                    <a:pt x="128994" y="228509"/>
                    <a:pt x="128821" y="230145"/>
                    <a:pt x="128821" y="231773"/>
                  </a:cubicBezTo>
                  <a:cubicBezTo>
                    <a:pt x="128821" y="239564"/>
                    <a:pt x="131262" y="245992"/>
                    <a:pt x="136154" y="251058"/>
                  </a:cubicBezTo>
                  <a:cubicBezTo>
                    <a:pt x="140863" y="255950"/>
                    <a:pt x="146651" y="258391"/>
                    <a:pt x="153537" y="258391"/>
                  </a:cubicBezTo>
                  <a:cubicBezTo>
                    <a:pt x="157524" y="258391"/>
                    <a:pt x="161328" y="257486"/>
                    <a:pt x="164949" y="255675"/>
                  </a:cubicBezTo>
                  <a:cubicBezTo>
                    <a:pt x="168387" y="253865"/>
                    <a:pt x="171285" y="251423"/>
                    <a:pt x="173635" y="248342"/>
                  </a:cubicBezTo>
                  <a:cubicBezTo>
                    <a:pt x="175089" y="246531"/>
                    <a:pt x="176900" y="245443"/>
                    <a:pt x="179076" y="245087"/>
                  </a:cubicBezTo>
                  <a:cubicBezTo>
                    <a:pt x="181243" y="244538"/>
                    <a:pt x="183237" y="244995"/>
                    <a:pt x="185047" y="246440"/>
                  </a:cubicBezTo>
                  <a:cubicBezTo>
                    <a:pt x="186858" y="247894"/>
                    <a:pt x="188037" y="249704"/>
                    <a:pt x="188577" y="251871"/>
                  </a:cubicBezTo>
                  <a:cubicBezTo>
                    <a:pt x="188942" y="254048"/>
                    <a:pt x="188403" y="256041"/>
                    <a:pt x="186949" y="257852"/>
                  </a:cubicBezTo>
                  <a:cubicBezTo>
                    <a:pt x="184416" y="261473"/>
                    <a:pt x="181426" y="264554"/>
                    <a:pt x="177988" y="267087"/>
                  </a:cubicBezTo>
                  <a:cubicBezTo>
                    <a:pt x="174367" y="269446"/>
                    <a:pt x="170472" y="271339"/>
                    <a:pt x="166302" y="272793"/>
                  </a:cubicBezTo>
                  <a:cubicBezTo>
                    <a:pt x="166668" y="277136"/>
                    <a:pt x="168570" y="281397"/>
                    <a:pt x="172008" y="285558"/>
                  </a:cubicBezTo>
                  <a:cubicBezTo>
                    <a:pt x="175446" y="289728"/>
                    <a:pt x="179616" y="291812"/>
                    <a:pt x="184508" y="291812"/>
                  </a:cubicBezTo>
                  <a:cubicBezTo>
                    <a:pt x="189391" y="291812"/>
                    <a:pt x="193560" y="290267"/>
                    <a:pt x="196998" y="287186"/>
                  </a:cubicBezTo>
                  <a:cubicBezTo>
                    <a:pt x="200446" y="283930"/>
                    <a:pt x="202165" y="280035"/>
                    <a:pt x="202165" y="275509"/>
                  </a:cubicBezTo>
                  <a:close/>
                  <a:moveTo>
                    <a:pt x="210312" y="210312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2" name="文字"/>
            <p:cNvSpPr/>
            <p:nvPr/>
          </p:nvSpPr>
          <p:spPr>
            <a:xfrm>
              <a:off x="5431536" y="5202936"/>
              <a:ext cx="1371600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判片</a:t>
              </a:r>
              <a:endParaRPr lang="en-US" sz="14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自動分類缺陷</a:t>
              </a:r>
              <a:endParaRPr lang="en-US" sz="1400" dirty="0"/>
            </a:p>
          </p:txBody>
        </p:sp>
      </p:grpSp>
      <p:grpSp>
        <p:nvGrpSpPr>
          <p:cNvPr id="5003" name="數字＋圖示"/>
          <p:cNvGrpSpPr/>
          <p:nvPr/>
        </p:nvGrpSpPr>
        <p:grpSpPr>
          <a:xfrm>
            <a:off x="7022592" y="5202936"/>
            <a:ext cx="1874520" cy="676656"/>
            <a:chOff x="7022592" y="5202936"/>
            <a:chExt cx="1874520" cy="676656"/>
          </a:xfrm>
        </p:grpSpPr>
        <p:sp>
          <p:nvSpPr>
            <p:cNvPr id="253" name="淺灰面板"/>
            <p:cNvSpPr/>
            <p:nvPr/>
          </p:nvSpPr>
          <p:spPr>
            <a:xfrm>
              <a:off x="7022592" y="5202936"/>
              <a:ext cx="1874520" cy="67665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4" name="數值"/>
            <p:cNvSpPr/>
            <p:nvPr/>
          </p:nvSpPr>
          <p:spPr>
            <a:xfrm>
              <a:off x="7168896" y="5257800"/>
              <a:ext cx="12344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2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400" dirty="0"/>
            </a:p>
          </p:txBody>
        </p:sp>
        <p:sp>
          <p:nvSpPr>
            <p:cNvPr id="255" name="指標名稱"/>
            <p:cNvSpPr/>
            <p:nvPr/>
          </p:nvSpPr>
          <p:spPr>
            <a:xfrm>
              <a:off x="7168896" y="5632704"/>
              <a:ext cx="12344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整體良率</a:t>
              </a:r>
              <a:endParaRPr lang="en-US" sz="900" dirty="0"/>
            </a:p>
          </p:txBody>
        </p:sp>
        <p:sp>
          <p:nvSpPr>
            <p:cNvPr id="256" name="圖示 已驗證"/>
            <p:cNvSpPr/>
            <p:nvPr/>
          </p:nvSpPr>
          <p:spPr>
            <a:xfrm>
              <a:off x="8385048" y="5358384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166494" y="204597"/>
                  </a:moveTo>
                  <a:lnTo>
                    <a:pt x="137544" y="174495"/>
                  </a:lnTo>
                  <a:cubicBezTo>
                    <a:pt x="136017" y="172721"/>
                    <a:pt x="133987" y="171834"/>
                    <a:pt x="131445" y="171834"/>
                  </a:cubicBezTo>
                  <a:cubicBezTo>
                    <a:pt x="128903" y="171834"/>
                    <a:pt x="126617" y="172593"/>
                    <a:pt x="124587" y="174120"/>
                  </a:cubicBezTo>
                  <a:cubicBezTo>
                    <a:pt x="122557" y="176150"/>
                    <a:pt x="121542" y="178436"/>
                    <a:pt x="121542" y="180978"/>
                  </a:cubicBezTo>
                  <a:cubicBezTo>
                    <a:pt x="121542" y="183264"/>
                    <a:pt x="122557" y="185422"/>
                    <a:pt x="124587" y="187452"/>
                  </a:cubicBezTo>
                  <a:lnTo>
                    <a:pt x="158877" y="221358"/>
                  </a:lnTo>
                  <a:cubicBezTo>
                    <a:pt x="161163" y="223644"/>
                    <a:pt x="163705" y="224787"/>
                    <a:pt x="166494" y="224787"/>
                  </a:cubicBezTo>
                  <a:cubicBezTo>
                    <a:pt x="169548" y="224787"/>
                    <a:pt x="172209" y="223644"/>
                    <a:pt x="174495" y="221358"/>
                  </a:cubicBezTo>
                  <a:lnTo>
                    <a:pt x="241173" y="155064"/>
                  </a:lnTo>
                  <a:cubicBezTo>
                    <a:pt x="242700" y="153290"/>
                    <a:pt x="243459" y="151132"/>
                    <a:pt x="243459" y="148590"/>
                  </a:cubicBezTo>
                  <a:cubicBezTo>
                    <a:pt x="243715" y="146048"/>
                    <a:pt x="242828" y="143890"/>
                    <a:pt x="240789" y="142116"/>
                  </a:cubicBezTo>
                  <a:cubicBezTo>
                    <a:pt x="239015" y="140589"/>
                    <a:pt x="236985" y="139958"/>
                    <a:pt x="234699" y="140205"/>
                  </a:cubicBezTo>
                  <a:cubicBezTo>
                    <a:pt x="232157" y="140205"/>
                    <a:pt x="230127" y="140973"/>
                    <a:pt x="228600" y="142491"/>
                  </a:cubicBezTo>
                  <a:lnTo>
                    <a:pt x="166494" y="204597"/>
                  </a:lnTo>
                  <a:close/>
                  <a:moveTo>
                    <a:pt x="129918" y="324612"/>
                  </a:moveTo>
                  <a:lnTo>
                    <a:pt x="107826" y="286893"/>
                  </a:lnTo>
                  <a:lnTo>
                    <a:pt x="64008" y="278133"/>
                  </a:lnTo>
                  <a:cubicBezTo>
                    <a:pt x="61210" y="277621"/>
                    <a:pt x="58924" y="276094"/>
                    <a:pt x="57150" y="273561"/>
                  </a:cubicBezTo>
                  <a:cubicBezTo>
                    <a:pt x="55376" y="271019"/>
                    <a:pt x="54736" y="268477"/>
                    <a:pt x="55248" y="265935"/>
                  </a:cubicBezTo>
                  <a:lnTo>
                    <a:pt x="59820" y="222885"/>
                  </a:lnTo>
                  <a:lnTo>
                    <a:pt x="31620" y="190122"/>
                  </a:lnTo>
                  <a:cubicBezTo>
                    <a:pt x="29846" y="188339"/>
                    <a:pt x="28959" y="185925"/>
                    <a:pt x="28959" y="182880"/>
                  </a:cubicBezTo>
                  <a:cubicBezTo>
                    <a:pt x="28959" y="179835"/>
                    <a:pt x="29846" y="177421"/>
                    <a:pt x="31620" y="175638"/>
                  </a:cubicBezTo>
                  <a:lnTo>
                    <a:pt x="59820" y="143259"/>
                  </a:lnTo>
                  <a:lnTo>
                    <a:pt x="55248" y="100200"/>
                  </a:lnTo>
                  <a:cubicBezTo>
                    <a:pt x="54736" y="97411"/>
                    <a:pt x="55376" y="94869"/>
                    <a:pt x="57150" y="92583"/>
                  </a:cubicBezTo>
                  <a:cubicBezTo>
                    <a:pt x="58924" y="90041"/>
                    <a:pt x="61210" y="88523"/>
                    <a:pt x="64008" y="88011"/>
                  </a:cubicBezTo>
                  <a:lnTo>
                    <a:pt x="107826" y="79251"/>
                  </a:lnTo>
                  <a:lnTo>
                    <a:pt x="129918" y="41148"/>
                  </a:lnTo>
                  <a:cubicBezTo>
                    <a:pt x="131189" y="38862"/>
                    <a:pt x="133219" y="37207"/>
                    <a:pt x="136017" y="36192"/>
                  </a:cubicBezTo>
                  <a:cubicBezTo>
                    <a:pt x="138559" y="35177"/>
                    <a:pt x="141220" y="35305"/>
                    <a:pt x="144018" y="36576"/>
                  </a:cubicBezTo>
                  <a:lnTo>
                    <a:pt x="182880" y="54105"/>
                  </a:lnTo>
                  <a:lnTo>
                    <a:pt x="221742" y="36576"/>
                  </a:lnTo>
                  <a:cubicBezTo>
                    <a:pt x="224540" y="35305"/>
                    <a:pt x="227201" y="35177"/>
                    <a:pt x="229743" y="36192"/>
                  </a:cubicBezTo>
                  <a:cubicBezTo>
                    <a:pt x="232541" y="36960"/>
                    <a:pt x="234571" y="38606"/>
                    <a:pt x="235842" y="41148"/>
                  </a:cubicBezTo>
                  <a:lnTo>
                    <a:pt x="258318" y="79251"/>
                  </a:lnTo>
                  <a:lnTo>
                    <a:pt x="301752" y="88011"/>
                  </a:lnTo>
                  <a:cubicBezTo>
                    <a:pt x="304550" y="88523"/>
                    <a:pt x="306836" y="90041"/>
                    <a:pt x="308610" y="92583"/>
                  </a:cubicBezTo>
                  <a:cubicBezTo>
                    <a:pt x="310384" y="94869"/>
                    <a:pt x="311024" y="97411"/>
                    <a:pt x="310512" y="100200"/>
                  </a:cubicBezTo>
                  <a:lnTo>
                    <a:pt x="305940" y="143259"/>
                  </a:lnTo>
                  <a:lnTo>
                    <a:pt x="334140" y="175638"/>
                  </a:lnTo>
                  <a:cubicBezTo>
                    <a:pt x="335914" y="177421"/>
                    <a:pt x="336801" y="179835"/>
                    <a:pt x="336801" y="182880"/>
                  </a:cubicBezTo>
                  <a:cubicBezTo>
                    <a:pt x="336801" y="185925"/>
                    <a:pt x="335914" y="188339"/>
                    <a:pt x="334140" y="190122"/>
                  </a:cubicBezTo>
                  <a:lnTo>
                    <a:pt x="305940" y="222885"/>
                  </a:lnTo>
                  <a:lnTo>
                    <a:pt x="310512" y="265935"/>
                  </a:lnTo>
                  <a:cubicBezTo>
                    <a:pt x="311024" y="268477"/>
                    <a:pt x="310384" y="271019"/>
                    <a:pt x="308610" y="273561"/>
                  </a:cubicBezTo>
                  <a:cubicBezTo>
                    <a:pt x="306836" y="276094"/>
                    <a:pt x="304550" y="277621"/>
                    <a:pt x="301752" y="278133"/>
                  </a:cubicBezTo>
                  <a:lnTo>
                    <a:pt x="258318" y="286893"/>
                  </a:lnTo>
                  <a:lnTo>
                    <a:pt x="235842" y="324612"/>
                  </a:lnTo>
                  <a:cubicBezTo>
                    <a:pt x="234571" y="327154"/>
                    <a:pt x="232541" y="328928"/>
                    <a:pt x="229743" y="329943"/>
                  </a:cubicBezTo>
                  <a:cubicBezTo>
                    <a:pt x="227201" y="330711"/>
                    <a:pt x="224540" y="330455"/>
                    <a:pt x="221742" y="329184"/>
                  </a:cubicBezTo>
                  <a:lnTo>
                    <a:pt x="182880" y="311655"/>
                  </a:lnTo>
                  <a:lnTo>
                    <a:pt x="144018" y="329184"/>
                  </a:lnTo>
                  <a:cubicBezTo>
                    <a:pt x="141220" y="330455"/>
                    <a:pt x="138559" y="330583"/>
                    <a:pt x="136017" y="329568"/>
                  </a:cubicBezTo>
                  <a:cubicBezTo>
                    <a:pt x="133219" y="328553"/>
                    <a:pt x="131189" y="326898"/>
                    <a:pt x="129918" y="324612"/>
                  </a:cubicBezTo>
                  <a:close/>
                  <a:moveTo>
                    <a:pt x="142875" y="310512"/>
                  </a:moveTo>
                  <a:lnTo>
                    <a:pt x="182880" y="293751"/>
                  </a:lnTo>
                  <a:lnTo>
                    <a:pt x="224028" y="310512"/>
                  </a:lnTo>
                  <a:lnTo>
                    <a:pt x="248415" y="272793"/>
                  </a:lnTo>
                  <a:lnTo>
                    <a:pt x="292224" y="262131"/>
                  </a:lnTo>
                  <a:lnTo>
                    <a:pt x="288036" y="217170"/>
                  </a:lnTo>
                  <a:lnTo>
                    <a:pt x="318138" y="182880"/>
                  </a:lnTo>
                  <a:lnTo>
                    <a:pt x="288036" y="148206"/>
                  </a:lnTo>
                  <a:lnTo>
                    <a:pt x="292224" y="103254"/>
                  </a:lnTo>
                  <a:lnTo>
                    <a:pt x="248415" y="92967"/>
                  </a:lnTo>
                  <a:lnTo>
                    <a:pt x="223269" y="55248"/>
                  </a:lnTo>
                  <a:lnTo>
                    <a:pt x="182880" y="72009"/>
                  </a:lnTo>
                  <a:lnTo>
                    <a:pt x="141732" y="55248"/>
                  </a:lnTo>
                  <a:lnTo>
                    <a:pt x="117345" y="92967"/>
                  </a:lnTo>
                  <a:lnTo>
                    <a:pt x="73536" y="103254"/>
                  </a:lnTo>
                  <a:lnTo>
                    <a:pt x="77724" y="148206"/>
                  </a:lnTo>
                  <a:lnTo>
                    <a:pt x="47622" y="182880"/>
                  </a:lnTo>
                  <a:lnTo>
                    <a:pt x="77724" y="217170"/>
                  </a:lnTo>
                  <a:lnTo>
                    <a:pt x="73536" y="262506"/>
                  </a:lnTo>
                  <a:lnTo>
                    <a:pt x="117345" y="272793"/>
                  </a:lnTo>
                  <a:lnTo>
                    <a:pt x="142875" y="310512"/>
                  </a:lnTo>
                  <a:close/>
                  <a:moveTo>
                    <a:pt x="182880" y="182880"/>
                  </a:moveTo>
                  <a:close/>
                </a:path>
              </a:pathLst>
            </a:cu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grpSp>
        <p:nvGrpSpPr>
          <p:cNvPr id="5004" name="圖示流程"/>
          <p:cNvGrpSpPr/>
          <p:nvPr/>
        </p:nvGrpSpPr>
        <p:grpSpPr>
          <a:xfrm>
            <a:off x="8769096" y="5221224"/>
            <a:ext cx="3148279" cy="621792"/>
            <a:chOff x="8769096" y="5221224"/>
            <a:chExt cx="3148279" cy="621792"/>
          </a:xfrm>
        </p:grpSpPr>
        <p:sp>
          <p:nvSpPr>
            <p:cNvPr id="257" name="圖示底圓"/>
            <p:cNvSpPr/>
            <p:nvPr/>
          </p:nvSpPr>
          <p:spPr>
            <a:xfrm>
              <a:off x="9043416" y="5221224"/>
              <a:ext cx="402336" cy="402336"/>
            </a:xfrm>
            <a:prstGeom prst="ellipse">
              <a:avLst/>
            </a:prstGeom>
            <a:solidFill>
              <a:srgbClr val="E6E8F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8" name="圖示 晶圓"/>
            <p:cNvSpPr/>
            <p:nvPr/>
          </p:nvSpPr>
          <p:spPr>
            <a:xfrm>
              <a:off x="9043416" y="5221224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162974" y="297829"/>
                  </a:moveTo>
                  <a:cubicBezTo>
                    <a:pt x="116559" y="279486"/>
                    <a:pt x="89730" y="230749"/>
                    <a:pt x="99066" y="181728"/>
                  </a:cubicBezTo>
                  <a:cubicBezTo>
                    <a:pt x="108402" y="132698"/>
                    <a:pt x="151260" y="97228"/>
                    <a:pt x="201168" y="97228"/>
                  </a:cubicBezTo>
                  <a:cubicBezTo>
                    <a:pt x="251076" y="97228"/>
                    <a:pt x="293934" y="132698"/>
                    <a:pt x="303270" y="181728"/>
                  </a:cubicBezTo>
                  <a:cubicBezTo>
                    <a:pt x="312606" y="230749"/>
                    <a:pt x="285777" y="279486"/>
                    <a:pt x="239362" y="297829"/>
                  </a:cubicBezTo>
                  <a:close/>
                  <a:moveTo>
                    <a:pt x="236272" y="282239"/>
                  </a:moveTo>
                  <a:cubicBezTo>
                    <a:pt x="274704" y="265597"/>
                    <a:pt x="296174" y="224257"/>
                    <a:pt x="287679" y="183237"/>
                  </a:cubicBezTo>
                  <a:cubicBezTo>
                    <a:pt x="279175" y="142226"/>
                    <a:pt x="243048" y="112819"/>
                    <a:pt x="201168" y="112819"/>
                  </a:cubicBezTo>
                  <a:cubicBezTo>
                    <a:pt x="159288" y="112819"/>
                    <a:pt x="123161" y="142226"/>
                    <a:pt x="114657" y="183237"/>
                  </a:cubicBezTo>
                  <a:cubicBezTo>
                    <a:pt x="106162" y="224257"/>
                    <a:pt x="127632" y="265597"/>
                    <a:pt x="166064" y="282239"/>
                  </a:cubicBezTo>
                  <a:close/>
                  <a:moveTo>
                    <a:pt x="162196" y="156993"/>
                  </a:moveTo>
                  <a:lnTo>
                    <a:pt x="188174" y="156993"/>
                  </a:lnTo>
                  <a:cubicBezTo>
                    <a:pt x="191046" y="156993"/>
                    <a:pt x="193377" y="159325"/>
                    <a:pt x="193377" y="162196"/>
                  </a:cubicBezTo>
                  <a:lnTo>
                    <a:pt x="193377" y="188174"/>
                  </a:lnTo>
                  <a:cubicBezTo>
                    <a:pt x="193377" y="191046"/>
                    <a:pt x="191046" y="193377"/>
                    <a:pt x="188174" y="193377"/>
                  </a:cubicBezTo>
                  <a:lnTo>
                    <a:pt x="162196" y="193377"/>
                  </a:lnTo>
                  <a:cubicBezTo>
                    <a:pt x="159325" y="193377"/>
                    <a:pt x="156993" y="191046"/>
                    <a:pt x="156993" y="188174"/>
                  </a:cubicBezTo>
                  <a:lnTo>
                    <a:pt x="156993" y="162196"/>
                  </a:lnTo>
                  <a:cubicBezTo>
                    <a:pt x="156993" y="159325"/>
                    <a:pt x="159325" y="156993"/>
                    <a:pt x="162196" y="156993"/>
                  </a:cubicBezTo>
                  <a:close/>
                  <a:moveTo>
                    <a:pt x="214162" y="156993"/>
                  </a:moveTo>
                  <a:lnTo>
                    <a:pt x="240149" y="156993"/>
                  </a:lnTo>
                  <a:cubicBezTo>
                    <a:pt x="243011" y="156993"/>
                    <a:pt x="245343" y="159325"/>
                    <a:pt x="245343" y="162196"/>
                  </a:cubicBezTo>
                  <a:lnTo>
                    <a:pt x="245343" y="188174"/>
                  </a:lnTo>
                  <a:cubicBezTo>
                    <a:pt x="245343" y="191046"/>
                    <a:pt x="243011" y="193377"/>
                    <a:pt x="240149" y="193377"/>
                  </a:cubicBezTo>
                  <a:lnTo>
                    <a:pt x="214162" y="193377"/>
                  </a:lnTo>
                  <a:cubicBezTo>
                    <a:pt x="211290" y="193377"/>
                    <a:pt x="208968" y="191046"/>
                    <a:pt x="208968" y="188174"/>
                  </a:cubicBezTo>
                  <a:lnTo>
                    <a:pt x="208968" y="162196"/>
                  </a:lnTo>
                  <a:cubicBezTo>
                    <a:pt x="208968" y="159325"/>
                    <a:pt x="211290" y="156993"/>
                    <a:pt x="214162" y="156993"/>
                  </a:cubicBezTo>
                  <a:close/>
                  <a:moveTo>
                    <a:pt x="162196" y="208968"/>
                  </a:moveTo>
                  <a:lnTo>
                    <a:pt x="188174" y="208968"/>
                  </a:lnTo>
                  <a:cubicBezTo>
                    <a:pt x="191046" y="208968"/>
                    <a:pt x="193377" y="211290"/>
                    <a:pt x="193377" y="214162"/>
                  </a:cubicBezTo>
                  <a:lnTo>
                    <a:pt x="193377" y="240149"/>
                  </a:lnTo>
                  <a:cubicBezTo>
                    <a:pt x="193377" y="243011"/>
                    <a:pt x="191046" y="245343"/>
                    <a:pt x="188174" y="245343"/>
                  </a:cubicBezTo>
                  <a:lnTo>
                    <a:pt x="162196" y="245343"/>
                  </a:lnTo>
                  <a:cubicBezTo>
                    <a:pt x="159325" y="245343"/>
                    <a:pt x="156993" y="243011"/>
                    <a:pt x="156993" y="240149"/>
                  </a:cubicBezTo>
                  <a:lnTo>
                    <a:pt x="156993" y="214162"/>
                  </a:lnTo>
                  <a:cubicBezTo>
                    <a:pt x="156993" y="211290"/>
                    <a:pt x="159325" y="208968"/>
                    <a:pt x="162196" y="208968"/>
                  </a:cubicBezTo>
                  <a:close/>
                  <a:moveTo>
                    <a:pt x="214162" y="208968"/>
                  </a:moveTo>
                  <a:lnTo>
                    <a:pt x="240149" y="208968"/>
                  </a:lnTo>
                  <a:cubicBezTo>
                    <a:pt x="243011" y="208968"/>
                    <a:pt x="245343" y="211290"/>
                    <a:pt x="245343" y="214162"/>
                  </a:cubicBezTo>
                  <a:lnTo>
                    <a:pt x="245343" y="240149"/>
                  </a:lnTo>
                  <a:cubicBezTo>
                    <a:pt x="245343" y="243011"/>
                    <a:pt x="243011" y="245343"/>
                    <a:pt x="240149" y="245343"/>
                  </a:cubicBezTo>
                  <a:lnTo>
                    <a:pt x="214162" y="245343"/>
                  </a:lnTo>
                  <a:cubicBezTo>
                    <a:pt x="211290" y="245343"/>
                    <a:pt x="208968" y="243011"/>
                    <a:pt x="208968" y="240149"/>
                  </a:cubicBezTo>
                  <a:lnTo>
                    <a:pt x="208968" y="214162"/>
                  </a:lnTo>
                  <a:cubicBezTo>
                    <a:pt x="208968" y="211290"/>
                    <a:pt x="211290" y="208968"/>
                    <a:pt x="214162" y="208968"/>
                  </a:cubicBezTo>
                  <a:close/>
                </a:path>
              </a:pathLst>
            </a:cu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9" name="圖說"/>
            <p:cNvSpPr/>
            <p:nvPr/>
          </p:nvSpPr>
          <p:spPr>
            <a:xfrm>
              <a:off x="8769096" y="5660136"/>
              <a:ext cx="9509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投片</a:t>
              </a:r>
              <a:endParaRPr lang="en-US" sz="900" dirty="0"/>
            </a:p>
          </p:txBody>
        </p:sp>
        <p:sp>
          <p:nvSpPr>
            <p:cNvPr id="260" name="圖示底圓"/>
            <p:cNvSpPr/>
            <p:nvPr/>
          </p:nvSpPr>
          <p:spPr>
            <a:xfrm>
              <a:off x="10142068" y="5221224"/>
              <a:ext cx="402336" cy="402336"/>
            </a:xfrm>
            <a:prstGeom prst="ellipse">
              <a:avLst/>
            </a:prstGeom>
            <a:solidFill>
              <a:srgbClr val="E6E8F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1" name="圖示 檢測"/>
            <p:cNvSpPr/>
            <p:nvPr/>
          </p:nvSpPr>
          <p:spPr>
            <a:xfrm>
              <a:off x="10142068" y="5221224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211821" y="211821"/>
                  </a:moveTo>
                  <a:cubicBezTo>
                    <a:pt x="216841" y="206801"/>
                    <a:pt x="219355" y="200647"/>
                    <a:pt x="219355" y="193377"/>
                  </a:cubicBezTo>
                  <a:cubicBezTo>
                    <a:pt x="219355" y="186099"/>
                    <a:pt x="216841" y="179945"/>
                    <a:pt x="211821" y="174925"/>
                  </a:cubicBezTo>
                  <a:cubicBezTo>
                    <a:pt x="206801" y="169905"/>
                    <a:pt x="200647" y="167390"/>
                    <a:pt x="193377" y="167390"/>
                  </a:cubicBezTo>
                  <a:cubicBezTo>
                    <a:pt x="186099" y="167390"/>
                    <a:pt x="179945" y="169905"/>
                    <a:pt x="174925" y="174925"/>
                  </a:cubicBezTo>
                  <a:cubicBezTo>
                    <a:pt x="169905" y="179945"/>
                    <a:pt x="167390" y="186099"/>
                    <a:pt x="167390" y="193377"/>
                  </a:cubicBezTo>
                  <a:cubicBezTo>
                    <a:pt x="167390" y="200647"/>
                    <a:pt x="169905" y="206801"/>
                    <a:pt x="174925" y="211821"/>
                  </a:cubicBezTo>
                  <a:cubicBezTo>
                    <a:pt x="179945" y="216841"/>
                    <a:pt x="186099" y="219355"/>
                    <a:pt x="193377" y="219355"/>
                  </a:cubicBezTo>
                  <a:cubicBezTo>
                    <a:pt x="200647" y="219355"/>
                    <a:pt x="206801" y="216841"/>
                    <a:pt x="211821" y="211821"/>
                  </a:cubicBezTo>
                  <a:close/>
                  <a:moveTo>
                    <a:pt x="193377" y="234946"/>
                  </a:moveTo>
                  <a:cubicBezTo>
                    <a:pt x="181938" y="234946"/>
                    <a:pt x="172154" y="230877"/>
                    <a:pt x="164007" y="222739"/>
                  </a:cubicBezTo>
                  <a:cubicBezTo>
                    <a:pt x="155869" y="214591"/>
                    <a:pt x="151800" y="204807"/>
                    <a:pt x="151800" y="193377"/>
                  </a:cubicBezTo>
                  <a:cubicBezTo>
                    <a:pt x="151800" y="181938"/>
                    <a:pt x="155869" y="172154"/>
                    <a:pt x="164007" y="164007"/>
                  </a:cubicBezTo>
                  <a:cubicBezTo>
                    <a:pt x="172154" y="155869"/>
                    <a:pt x="181938" y="151800"/>
                    <a:pt x="193377" y="151800"/>
                  </a:cubicBezTo>
                  <a:cubicBezTo>
                    <a:pt x="204807" y="151800"/>
                    <a:pt x="214591" y="155869"/>
                    <a:pt x="222739" y="164007"/>
                  </a:cubicBezTo>
                  <a:cubicBezTo>
                    <a:pt x="230877" y="172154"/>
                    <a:pt x="234946" y="181938"/>
                    <a:pt x="234946" y="193377"/>
                  </a:cubicBezTo>
                  <a:cubicBezTo>
                    <a:pt x="234946" y="197181"/>
                    <a:pt x="234342" y="201086"/>
                    <a:pt x="233126" y="205063"/>
                  </a:cubicBezTo>
                  <a:cubicBezTo>
                    <a:pt x="231746" y="208876"/>
                    <a:pt x="229834" y="212689"/>
                    <a:pt x="227411" y="216502"/>
                  </a:cubicBezTo>
                  <a:lnTo>
                    <a:pt x="249238" y="238329"/>
                  </a:lnTo>
                  <a:cubicBezTo>
                    <a:pt x="250802" y="239884"/>
                    <a:pt x="251579" y="241703"/>
                    <a:pt x="251579" y="243779"/>
                  </a:cubicBezTo>
                  <a:cubicBezTo>
                    <a:pt x="251405" y="245864"/>
                    <a:pt x="250536" y="247684"/>
                    <a:pt x="248982" y="249238"/>
                  </a:cubicBezTo>
                  <a:cubicBezTo>
                    <a:pt x="247418" y="250802"/>
                    <a:pt x="245599" y="251579"/>
                    <a:pt x="243523" y="251579"/>
                  </a:cubicBezTo>
                  <a:cubicBezTo>
                    <a:pt x="241447" y="251579"/>
                    <a:pt x="239628" y="250802"/>
                    <a:pt x="238064" y="249238"/>
                  </a:cubicBezTo>
                  <a:lnTo>
                    <a:pt x="216502" y="227676"/>
                  </a:lnTo>
                  <a:cubicBezTo>
                    <a:pt x="212689" y="230100"/>
                    <a:pt x="208876" y="231919"/>
                    <a:pt x="205063" y="233126"/>
                  </a:cubicBezTo>
                  <a:cubicBezTo>
                    <a:pt x="201086" y="234342"/>
                    <a:pt x="197181" y="234946"/>
                    <a:pt x="193377" y="234946"/>
                  </a:cubicBezTo>
                  <a:close/>
                  <a:moveTo>
                    <a:pt x="123215" y="294711"/>
                  </a:moveTo>
                  <a:cubicBezTo>
                    <a:pt x="119055" y="294711"/>
                    <a:pt x="115425" y="293157"/>
                    <a:pt x="112307" y="290039"/>
                  </a:cubicBezTo>
                  <a:cubicBezTo>
                    <a:pt x="109189" y="286920"/>
                    <a:pt x="107625" y="283281"/>
                    <a:pt x="107625" y="279121"/>
                  </a:cubicBezTo>
                  <a:lnTo>
                    <a:pt x="107625" y="242225"/>
                  </a:lnTo>
                  <a:cubicBezTo>
                    <a:pt x="107625" y="239975"/>
                    <a:pt x="108402" y="238155"/>
                    <a:pt x="109966" y="236766"/>
                  </a:cubicBezTo>
                  <a:cubicBezTo>
                    <a:pt x="111346" y="235211"/>
                    <a:pt x="113166" y="234425"/>
                    <a:pt x="115425" y="234425"/>
                  </a:cubicBezTo>
                  <a:cubicBezTo>
                    <a:pt x="117674" y="234425"/>
                    <a:pt x="119576" y="235211"/>
                    <a:pt x="121140" y="236766"/>
                  </a:cubicBezTo>
                  <a:cubicBezTo>
                    <a:pt x="122520" y="238155"/>
                    <a:pt x="123215" y="239975"/>
                    <a:pt x="123215" y="242225"/>
                  </a:cubicBezTo>
                  <a:lnTo>
                    <a:pt x="123215" y="279121"/>
                  </a:lnTo>
                  <a:lnTo>
                    <a:pt x="160111" y="279121"/>
                  </a:lnTo>
                  <a:cubicBezTo>
                    <a:pt x="162361" y="279121"/>
                    <a:pt x="164181" y="279898"/>
                    <a:pt x="165570" y="281461"/>
                  </a:cubicBezTo>
                  <a:cubicBezTo>
                    <a:pt x="167125" y="282842"/>
                    <a:pt x="167911" y="284662"/>
                    <a:pt x="167911" y="286920"/>
                  </a:cubicBezTo>
                  <a:cubicBezTo>
                    <a:pt x="167911" y="289170"/>
                    <a:pt x="167125" y="291072"/>
                    <a:pt x="165570" y="292635"/>
                  </a:cubicBezTo>
                  <a:cubicBezTo>
                    <a:pt x="164181" y="294016"/>
                    <a:pt x="162361" y="294711"/>
                    <a:pt x="160111" y="294711"/>
                  </a:cubicBezTo>
                  <a:lnTo>
                    <a:pt x="123215" y="294711"/>
                  </a:lnTo>
                  <a:close/>
                  <a:moveTo>
                    <a:pt x="279121" y="294711"/>
                  </a:moveTo>
                  <a:lnTo>
                    <a:pt x="242225" y="294711"/>
                  </a:lnTo>
                  <a:cubicBezTo>
                    <a:pt x="239975" y="294711"/>
                    <a:pt x="238155" y="293934"/>
                    <a:pt x="236766" y="292370"/>
                  </a:cubicBezTo>
                  <a:cubicBezTo>
                    <a:pt x="235211" y="290990"/>
                    <a:pt x="234425" y="289170"/>
                    <a:pt x="234425" y="286920"/>
                  </a:cubicBezTo>
                  <a:cubicBezTo>
                    <a:pt x="234425" y="284662"/>
                    <a:pt x="235211" y="282842"/>
                    <a:pt x="236766" y="281461"/>
                  </a:cubicBezTo>
                  <a:cubicBezTo>
                    <a:pt x="238155" y="279898"/>
                    <a:pt x="239975" y="279121"/>
                    <a:pt x="242225" y="279121"/>
                  </a:cubicBezTo>
                  <a:lnTo>
                    <a:pt x="279121" y="279121"/>
                  </a:lnTo>
                  <a:lnTo>
                    <a:pt x="279121" y="242225"/>
                  </a:lnTo>
                  <a:cubicBezTo>
                    <a:pt x="279121" y="239975"/>
                    <a:pt x="279898" y="238155"/>
                    <a:pt x="281461" y="236766"/>
                  </a:cubicBezTo>
                  <a:cubicBezTo>
                    <a:pt x="282842" y="235211"/>
                    <a:pt x="284662" y="234425"/>
                    <a:pt x="286920" y="234425"/>
                  </a:cubicBezTo>
                  <a:cubicBezTo>
                    <a:pt x="289170" y="234425"/>
                    <a:pt x="291072" y="235211"/>
                    <a:pt x="292635" y="236766"/>
                  </a:cubicBezTo>
                  <a:cubicBezTo>
                    <a:pt x="294016" y="238155"/>
                    <a:pt x="294711" y="239975"/>
                    <a:pt x="294711" y="242225"/>
                  </a:cubicBezTo>
                  <a:lnTo>
                    <a:pt x="294711" y="279121"/>
                  </a:lnTo>
                  <a:cubicBezTo>
                    <a:pt x="294711" y="283281"/>
                    <a:pt x="293157" y="286920"/>
                    <a:pt x="290039" y="290039"/>
                  </a:cubicBezTo>
                  <a:cubicBezTo>
                    <a:pt x="286920" y="293157"/>
                    <a:pt x="283281" y="294711"/>
                    <a:pt x="279121" y="294711"/>
                  </a:cubicBezTo>
                  <a:close/>
                  <a:moveTo>
                    <a:pt x="107625" y="160111"/>
                  </a:moveTo>
                  <a:lnTo>
                    <a:pt x="107625" y="123215"/>
                  </a:lnTo>
                  <a:cubicBezTo>
                    <a:pt x="107625" y="119055"/>
                    <a:pt x="109189" y="115425"/>
                    <a:pt x="112307" y="112307"/>
                  </a:cubicBezTo>
                  <a:cubicBezTo>
                    <a:pt x="115425" y="109189"/>
                    <a:pt x="119055" y="107625"/>
                    <a:pt x="123215" y="107625"/>
                  </a:cubicBezTo>
                  <a:lnTo>
                    <a:pt x="160111" y="107625"/>
                  </a:lnTo>
                  <a:cubicBezTo>
                    <a:pt x="162361" y="107625"/>
                    <a:pt x="164181" y="108402"/>
                    <a:pt x="165570" y="109966"/>
                  </a:cubicBezTo>
                  <a:cubicBezTo>
                    <a:pt x="167125" y="111346"/>
                    <a:pt x="167911" y="113166"/>
                    <a:pt x="167911" y="115425"/>
                  </a:cubicBezTo>
                  <a:cubicBezTo>
                    <a:pt x="167911" y="117674"/>
                    <a:pt x="167125" y="119576"/>
                    <a:pt x="165570" y="121140"/>
                  </a:cubicBezTo>
                  <a:cubicBezTo>
                    <a:pt x="164181" y="122520"/>
                    <a:pt x="162361" y="123215"/>
                    <a:pt x="160111" y="123215"/>
                  </a:cubicBezTo>
                  <a:lnTo>
                    <a:pt x="123215" y="123215"/>
                  </a:lnTo>
                  <a:lnTo>
                    <a:pt x="123215" y="160111"/>
                  </a:lnTo>
                  <a:cubicBezTo>
                    <a:pt x="123215" y="162361"/>
                    <a:pt x="122438" y="164181"/>
                    <a:pt x="120875" y="165570"/>
                  </a:cubicBezTo>
                  <a:cubicBezTo>
                    <a:pt x="119494" y="167125"/>
                    <a:pt x="117674" y="167911"/>
                    <a:pt x="115425" y="167911"/>
                  </a:cubicBezTo>
                  <a:cubicBezTo>
                    <a:pt x="113166" y="167911"/>
                    <a:pt x="111346" y="167125"/>
                    <a:pt x="109966" y="165570"/>
                  </a:cubicBezTo>
                  <a:cubicBezTo>
                    <a:pt x="108402" y="164181"/>
                    <a:pt x="107625" y="162361"/>
                    <a:pt x="107625" y="160111"/>
                  </a:cubicBezTo>
                  <a:close/>
                  <a:moveTo>
                    <a:pt x="279121" y="160111"/>
                  </a:moveTo>
                  <a:lnTo>
                    <a:pt x="279121" y="123215"/>
                  </a:lnTo>
                  <a:lnTo>
                    <a:pt x="242225" y="123215"/>
                  </a:lnTo>
                  <a:cubicBezTo>
                    <a:pt x="239975" y="123215"/>
                    <a:pt x="238155" y="122438"/>
                    <a:pt x="236766" y="120875"/>
                  </a:cubicBezTo>
                  <a:cubicBezTo>
                    <a:pt x="235211" y="119494"/>
                    <a:pt x="234425" y="117674"/>
                    <a:pt x="234425" y="115425"/>
                  </a:cubicBezTo>
                  <a:cubicBezTo>
                    <a:pt x="234425" y="113166"/>
                    <a:pt x="235211" y="111346"/>
                    <a:pt x="236766" y="109966"/>
                  </a:cubicBezTo>
                  <a:cubicBezTo>
                    <a:pt x="238155" y="108402"/>
                    <a:pt x="239975" y="107625"/>
                    <a:pt x="242225" y="107625"/>
                  </a:cubicBezTo>
                  <a:lnTo>
                    <a:pt x="279121" y="107625"/>
                  </a:lnTo>
                  <a:cubicBezTo>
                    <a:pt x="283281" y="107625"/>
                    <a:pt x="286920" y="109189"/>
                    <a:pt x="290039" y="112307"/>
                  </a:cubicBezTo>
                  <a:cubicBezTo>
                    <a:pt x="293157" y="115425"/>
                    <a:pt x="294711" y="119055"/>
                    <a:pt x="294711" y="123215"/>
                  </a:cubicBezTo>
                  <a:lnTo>
                    <a:pt x="294711" y="160111"/>
                  </a:lnTo>
                  <a:cubicBezTo>
                    <a:pt x="294711" y="162361"/>
                    <a:pt x="293934" y="164181"/>
                    <a:pt x="292370" y="165570"/>
                  </a:cubicBezTo>
                  <a:cubicBezTo>
                    <a:pt x="290990" y="167125"/>
                    <a:pt x="289170" y="167911"/>
                    <a:pt x="286920" y="167911"/>
                  </a:cubicBezTo>
                  <a:cubicBezTo>
                    <a:pt x="284662" y="167911"/>
                    <a:pt x="282842" y="167125"/>
                    <a:pt x="281461" y="165570"/>
                  </a:cubicBezTo>
                  <a:cubicBezTo>
                    <a:pt x="279898" y="164181"/>
                    <a:pt x="279121" y="162361"/>
                    <a:pt x="279121" y="160111"/>
                  </a:cubicBezTo>
                  <a:close/>
                </a:path>
              </a:pathLst>
            </a:cu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2" name="圖說"/>
            <p:cNvSpPr/>
            <p:nvPr/>
          </p:nvSpPr>
          <p:spPr>
            <a:xfrm>
              <a:off x="9867748" y="5660136"/>
              <a:ext cx="9509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檢測</a:t>
              </a:r>
              <a:endParaRPr lang="en-US" sz="900" dirty="0"/>
            </a:p>
          </p:txBody>
        </p:sp>
        <p:sp>
          <p:nvSpPr>
            <p:cNvPr id="263" name="圖示底圓"/>
            <p:cNvSpPr/>
            <p:nvPr/>
          </p:nvSpPr>
          <p:spPr>
            <a:xfrm>
              <a:off x="11240719" y="5221224"/>
              <a:ext cx="402336" cy="402336"/>
            </a:xfrm>
            <a:prstGeom prst="ellipse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4" name="圖示 維修"/>
            <p:cNvSpPr/>
            <p:nvPr/>
          </p:nvSpPr>
          <p:spPr>
            <a:xfrm>
              <a:off x="11240719" y="5221224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168432" y="229752"/>
                  </a:moveTo>
                  <a:cubicBezTo>
                    <a:pt x="151626" y="229752"/>
                    <a:pt x="137334" y="223863"/>
                    <a:pt x="125556" y="212086"/>
                  </a:cubicBezTo>
                  <a:cubicBezTo>
                    <a:pt x="113779" y="200473"/>
                    <a:pt x="107881" y="186272"/>
                    <a:pt x="107881" y="169466"/>
                  </a:cubicBezTo>
                  <a:cubicBezTo>
                    <a:pt x="107881" y="166000"/>
                    <a:pt x="108146" y="162800"/>
                    <a:pt x="108667" y="159855"/>
                  </a:cubicBezTo>
                  <a:cubicBezTo>
                    <a:pt x="109189" y="156737"/>
                    <a:pt x="110139" y="153528"/>
                    <a:pt x="111520" y="150236"/>
                  </a:cubicBezTo>
                  <a:cubicBezTo>
                    <a:pt x="112041" y="148855"/>
                    <a:pt x="112819" y="147813"/>
                    <a:pt x="113861" y="147118"/>
                  </a:cubicBezTo>
                  <a:cubicBezTo>
                    <a:pt x="114904" y="146432"/>
                    <a:pt x="116028" y="145911"/>
                    <a:pt x="117235" y="145563"/>
                  </a:cubicBezTo>
                  <a:cubicBezTo>
                    <a:pt x="118451" y="145216"/>
                    <a:pt x="119668" y="145216"/>
                    <a:pt x="120875" y="145563"/>
                  </a:cubicBezTo>
                  <a:cubicBezTo>
                    <a:pt x="122091" y="145911"/>
                    <a:pt x="123215" y="146606"/>
                    <a:pt x="124258" y="147639"/>
                  </a:cubicBezTo>
                  <a:lnTo>
                    <a:pt x="153619" y="177000"/>
                  </a:lnTo>
                  <a:lnTo>
                    <a:pt x="177522" y="154652"/>
                  </a:lnTo>
                  <a:lnTo>
                    <a:pt x="146862" y="123993"/>
                  </a:lnTo>
                  <a:cubicBezTo>
                    <a:pt x="145819" y="122959"/>
                    <a:pt x="145124" y="121826"/>
                    <a:pt x="144786" y="120619"/>
                  </a:cubicBezTo>
                  <a:cubicBezTo>
                    <a:pt x="144439" y="119402"/>
                    <a:pt x="144439" y="118195"/>
                    <a:pt x="144786" y="116979"/>
                  </a:cubicBezTo>
                  <a:cubicBezTo>
                    <a:pt x="145124" y="115763"/>
                    <a:pt x="145646" y="114730"/>
                    <a:pt x="146341" y="113861"/>
                  </a:cubicBezTo>
                  <a:cubicBezTo>
                    <a:pt x="147036" y="112992"/>
                    <a:pt x="148078" y="112215"/>
                    <a:pt x="149459" y="111520"/>
                  </a:cubicBezTo>
                  <a:cubicBezTo>
                    <a:pt x="152751" y="110139"/>
                    <a:pt x="155869" y="109189"/>
                    <a:pt x="158813" y="108667"/>
                  </a:cubicBezTo>
                  <a:cubicBezTo>
                    <a:pt x="161757" y="107972"/>
                    <a:pt x="164967" y="107625"/>
                    <a:pt x="168432" y="107625"/>
                  </a:cubicBezTo>
                  <a:cubicBezTo>
                    <a:pt x="185577" y="107625"/>
                    <a:pt x="200217" y="113605"/>
                    <a:pt x="212342" y="125556"/>
                  </a:cubicBezTo>
                  <a:cubicBezTo>
                    <a:pt x="224293" y="137681"/>
                    <a:pt x="230273" y="152321"/>
                    <a:pt x="230273" y="169466"/>
                  </a:cubicBezTo>
                  <a:cubicBezTo>
                    <a:pt x="230273" y="173626"/>
                    <a:pt x="229834" y="177695"/>
                    <a:pt x="228975" y="181682"/>
                  </a:cubicBezTo>
                  <a:cubicBezTo>
                    <a:pt x="228106" y="185660"/>
                    <a:pt x="226982" y="189647"/>
                    <a:pt x="225592" y="193633"/>
                  </a:cubicBezTo>
                  <a:lnTo>
                    <a:pt x="283016" y="251058"/>
                  </a:lnTo>
                  <a:cubicBezTo>
                    <a:pt x="287698" y="255566"/>
                    <a:pt x="290039" y="261107"/>
                    <a:pt x="290039" y="267691"/>
                  </a:cubicBezTo>
                  <a:cubicBezTo>
                    <a:pt x="289865" y="274101"/>
                    <a:pt x="287350" y="279550"/>
                    <a:pt x="282495" y="284058"/>
                  </a:cubicBezTo>
                  <a:cubicBezTo>
                    <a:pt x="277996" y="288219"/>
                    <a:pt x="272711" y="290295"/>
                    <a:pt x="266648" y="290295"/>
                  </a:cubicBezTo>
                  <a:cubicBezTo>
                    <a:pt x="260412" y="290121"/>
                    <a:pt x="255044" y="287780"/>
                    <a:pt x="250536" y="283281"/>
                  </a:cubicBezTo>
                  <a:lnTo>
                    <a:pt x="192591" y="225070"/>
                  </a:lnTo>
                  <a:cubicBezTo>
                    <a:pt x="188613" y="226460"/>
                    <a:pt x="184627" y="227585"/>
                    <a:pt x="180640" y="228454"/>
                  </a:cubicBezTo>
                  <a:cubicBezTo>
                    <a:pt x="176653" y="229313"/>
                    <a:pt x="172584" y="229752"/>
                    <a:pt x="168432" y="229752"/>
                  </a:cubicBezTo>
                  <a:close/>
                  <a:moveTo>
                    <a:pt x="168432" y="214162"/>
                  </a:moveTo>
                  <a:cubicBezTo>
                    <a:pt x="172758" y="214162"/>
                    <a:pt x="177348" y="213467"/>
                    <a:pt x="182203" y="212086"/>
                  </a:cubicBezTo>
                  <a:cubicBezTo>
                    <a:pt x="187050" y="210696"/>
                    <a:pt x="191292" y="208620"/>
                    <a:pt x="194932" y="205841"/>
                  </a:cubicBezTo>
                  <a:lnTo>
                    <a:pt x="261710" y="272628"/>
                  </a:lnTo>
                  <a:cubicBezTo>
                    <a:pt x="263100" y="274009"/>
                    <a:pt x="264829" y="274704"/>
                    <a:pt x="266904" y="274704"/>
                  </a:cubicBezTo>
                  <a:cubicBezTo>
                    <a:pt x="268989" y="274704"/>
                    <a:pt x="270717" y="274009"/>
                    <a:pt x="272107" y="272628"/>
                  </a:cubicBezTo>
                  <a:cubicBezTo>
                    <a:pt x="273488" y="271238"/>
                    <a:pt x="274183" y="269510"/>
                    <a:pt x="274183" y="267425"/>
                  </a:cubicBezTo>
                  <a:cubicBezTo>
                    <a:pt x="274183" y="265350"/>
                    <a:pt x="273488" y="263612"/>
                    <a:pt x="272107" y="262232"/>
                  </a:cubicBezTo>
                  <a:lnTo>
                    <a:pt x="206362" y="196495"/>
                  </a:lnTo>
                  <a:cubicBezTo>
                    <a:pt x="209132" y="192856"/>
                    <a:pt x="211217" y="188613"/>
                    <a:pt x="212598" y="183758"/>
                  </a:cubicBezTo>
                  <a:cubicBezTo>
                    <a:pt x="213988" y="178738"/>
                    <a:pt x="214683" y="173974"/>
                    <a:pt x="214683" y="169466"/>
                  </a:cubicBezTo>
                  <a:cubicBezTo>
                    <a:pt x="214683" y="156472"/>
                    <a:pt x="209919" y="145472"/>
                    <a:pt x="200391" y="136465"/>
                  </a:cubicBezTo>
                  <a:cubicBezTo>
                    <a:pt x="190689" y="127458"/>
                    <a:pt x="179689" y="122868"/>
                    <a:pt x="167390" y="122694"/>
                  </a:cubicBezTo>
                  <a:lnTo>
                    <a:pt x="193889" y="149724"/>
                  </a:lnTo>
                  <a:cubicBezTo>
                    <a:pt x="195453" y="151278"/>
                    <a:pt x="196230" y="153180"/>
                    <a:pt x="196230" y="155439"/>
                  </a:cubicBezTo>
                  <a:cubicBezTo>
                    <a:pt x="196057" y="157515"/>
                    <a:pt x="195188" y="159334"/>
                    <a:pt x="193633" y="160889"/>
                  </a:cubicBezTo>
                  <a:lnTo>
                    <a:pt x="159078" y="193377"/>
                  </a:lnTo>
                  <a:cubicBezTo>
                    <a:pt x="157515" y="194758"/>
                    <a:pt x="155613" y="195453"/>
                    <a:pt x="153354" y="195453"/>
                  </a:cubicBezTo>
                  <a:cubicBezTo>
                    <a:pt x="151278" y="195453"/>
                    <a:pt x="149550" y="194758"/>
                    <a:pt x="148160" y="193377"/>
                  </a:cubicBezTo>
                  <a:lnTo>
                    <a:pt x="122694" y="168167"/>
                  </a:lnTo>
                  <a:cubicBezTo>
                    <a:pt x="123215" y="181508"/>
                    <a:pt x="127979" y="192509"/>
                    <a:pt x="136986" y="201168"/>
                  </a:cubicBezTo>
                  <a:cubicBezTo>
                    <a:pt x="145819" y="209827"/>
                    <a:pt x="156298" y="214162"/>
                    <a:pt x="168432" y="214162"/>
                  </a:cubicBezTo>
                  <a:close/>
                  <a:moveTo>
                    <a:pt x="198827" y="199092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5" name="圖說"/>
            <p:cNvSpPr/>
            <p:nvPr/>
          </p:nvSpPr>
          <p:spPr>
            <a:xfrm>
              <a:off x="10966399" y="5660136"/>
              <a:ext cx="9509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</a:t>
              </a:r>
              <a:endParaRPr lang="en-US" sz="900" dirty="0"/>
            </a:p>
          </p:txBody>
        </p:sp>
        <p:cxnSp>
          <p:nvCxnSpPr>
            <p:cNvPr id="266" name="連接線"/>
            <p:cNvCxnSpPr>
              <a:stCxn id="257" idx="6"/>
              <a:endCxn id="260" idx="2"/>
            </p:cNvCxnSpPr>
            <p:nvPr/>
          </p:nvCxnSpPr>
          <p:spPr>
            <a:xfrm>
              <a:off x="9445752" y="5422392"/>
              <a:ext cx="696316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267" name="連接線"/>
            <p:cNvCxnSpPr>
              <a:stCxn id="260" idx="6"/>
              <a:endCxn id="263" idx="2"/>
            </p:cNvCxnSpPr>
            <p:nvPr/>
          </p:nvCxnSpPr>
          <p:spPr>
            <a:xfrm>
              <a:off x="10544404" y="5422392"/>
              <a:ext cx="696316" cy="0"/>
            </a:xfrm>
            <a:prstGeom prst="straightConnector1">
              <a:avLst/>
            </a:prstGeom>
            <a:ln w="9525">
              <a:solidFill>
                <a:srgbClr val="7F7F7F"/>
              </a:solidFill>
              <a:prstDash val="solid"/>
              <a:tailEnd type="arrow" w="lg" len="lg"/>
            </a:ln>
          </p:spPr>
        </p:cxnSp>
      </p:grpSp>
      <p:sp>
        <p:nvSpPr>
          <p:cNvPr id="268" name="Text 266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269" name="Text 267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" cy="32004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51206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風格規範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色彩、字級與元件語言一覽：全部 0.75pt 髮絲線、無填色無陰影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300" dirty="0"/>
          </a:p>
        </p:txBody>
      </p:sp>
      <p:sp>
        <p:nvSpPr>
          <p:cNvPr id="6" name="線條"/>
          <p:cNvSpPr/>
          <p:nvPr/>
        </p:nvSpPr>
        <p:spPr>
          <a:xfrm>
            <a:off x="548640" y="2167128"/>
            <a:ext cx="50292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493776" cy="493776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5488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#4F5BD5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79576" y="2331720"/>
            <a:ext cx="493776" cy="49377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6424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69848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#2B2B2B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810512" y="2331720"/>
            <a:ext cx="493776" cy="493776"/>
          </a:xfrm>
          <a:prstGeom prst="rect">
            <a:avLst/>
          </a:prstGeom>
          <a:solidFill>
            <a:srgbClr val="EEF0FB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37360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00784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#EEF0FB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441448" y="2331720"/>
            <a:ext cx="493776" cy="49377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368296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72384" y="2331720"/>
            <a:ext cx="493776" cy="493776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99232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62656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703320" y="2331720"/>
            <a:ext cx="493776" cy="49377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30168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93592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334256" y="2331720"/>
            <a:ext cx="493776" cy="49377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261104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24528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354787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300" dirty="0"/>
          </a:p>
        </p:txBody>
      </p:sp>
      <p:sp>
        <p:nvSpPr>
          <p:cNvPr id="29" name="線條"/>
          <p:cNvSpPr/>
          <p:nvPr/>
        </p:nvSpPr>
        <p:spPr>
          <a:xfrm>
            <a:off x="548640" y="3931920"/>
            <a:ext cx="50292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931920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大標題文字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40pt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4590288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499262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" y="53766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5724144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72200" y="1783080"/>
            <a:ext cx="547085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300" dirty="0"/>
          </a:p>
        </p:txBody>
      </p:sp>
      <p:sp>
        <p:nvSpPr>
          <p:cNvPr id="36" name="線條"/>
          <p:cNvSpPr/>
          <p:nvPr/>
        </p:nvSpPr>
        <p:spPr>
          <a:xfrm>
            <a:off x="6172200" y="2167128"/>
            <a:ext cx="5470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233172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012680" y="2331720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白底外框 0.75pt</a:t>
            </a:r>
            <a:endParaRPr lang="en-US" sz="1000" dirty="0"/>
          </a:p>
        </p:txBody>
      </p:sp>
      <p:sp>
        <p:nvSpPr>
          <p:cNvPr id="39" name="卡片"/>
          <p:cNvSpPr/>
          <p:nvPr/>
        </p:nvSpPr>
        <p:spPr>
          <a:xfrm>
            <a:off x="7086600" y="2368296"/>
            <a:ext cx="13258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卡片"/>
          <p:cNvSpPr/>
          <p:nvPr/>
        </p:nvSpPr>
        <p:spPr>
          <a:xfrm>
            <a:off x="8595360" y="2368296"/>
            <a:ext cx="1188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線條"/>
          <p:cNvSpPr/>
          <p:nvPr/>
        </p:nvSpPr>
        <p:spPr>
          <a:xfrm>
            <a:off x="8595360" y="2532888"/>
            <a:ext cx="1188720" cy="0"/>
          </a:xfrm>
          <a:prstGeom prst="line">
            <a:avLst/>
          </a:prstGeom>
          <a:noFill/>
          <a:ln w="19050">
            <a:solidFill>
              <a:srgbClr val="4F5BD5"/>
            </a:solidFill>
            <a:prstDash val="solid"/>
          </a:ln>
        </p:spPr>
      </p:sp>
      <p:sp>
        <p:nvSpPr>
          <p:cNvPr id="42" name="線條"/>
          <p:cNvSpPr/>
          <p:nvPr/>
        </p:nvSpPr>
        <p:spPr>
          <a:xfrm>
            <a:off x="6172200" y="2935224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2980944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012680" y="2980944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空心線框</a:t>
            </a:r>
            <a:endParaRPr lang="en-US" sz="1000" dirty="0"/>
          </a:p>
        </p:txBody>
      </p:sp>
      <p:sp>
        <p:nvSpPr>
          <p:cNvPr id="45" name="標籤"/>
          <p:cNvSpPr/>
          <p:nvPr/>
        </p:nvSpPr>
        <p:spPr>
          <a:xfrm>
            <a:off x="7086600" y="3108960"/>
            <a:ext cx="550591" cy="29260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1200" dirty="0"/>
          </a:p>
        </p:txBody>
      </p:sp>
      <p:sp>
        <p:nvSpPr>
          <p:cNvPr id="46" name="標籤"/>
          <p:cNvSpPr/>
          <p:nvPr/>
        </p:nvSpPr>
        <p:spPr>
          <a:xfrm>
            <a:off x="7746919" y="3108960"/>
            <a:ext cx="550591" cy="292608"/>
          </a:xfrm>
          <a:prstGeom prst="rect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1200" dirty="0"/>
          </a:p>
        </p:txBody>
      </p:sp>
      <p:sp>
        <p:nvSpPr>
          <p:cNvPr id="47" name="標籤"/>
          <p:cNvSpPr/>
          <p:nvPr/>
        </p:nvSpPr>
        <p:spPr>
          <a:xfrm>
            <a:off x="8407237" y="3108960"/>
            <a:ext cx="550591" cy="292608"/>
          </a:xfrm>
          <a:prstGeom prst="rect">
            <a:avLst/>
          </a:prstGeom>
          <a:noFill/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1200" dirty="0"/>
          </a:p>
        </p:txBody>
      </p:sp>
      <p:sp>
        <p:nvSpPr>
          <p:cNvPr id="48" name="線條"/>
          <p:cNvSpPr/>
          <p:nvPr/>
        </p:nvSpPr>
        <p:spPr>
          <a:xfrm>
            <a:off x="6172200" y="3584448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3630168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012680" y="3630168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空心細圓</a:t>
            </a:r>
            <a:endParaRPr lang="en-US" sz="1000" dirty="0"/>
          </a:p>
        </p:txBody>
      </p:sp>
      <p:sp>
        <p:nvSpPr>
          <p:cNvPr id="51" name="編號"/>
          <p:cNvSpPr/>
          <p:nvPr/>
        </p:nvSpPr>
        <p:spPr>
          <a:xfrm>
            <a:off x="7123176" y="3721608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編號"/>
          <p:cNvSpPr/>
          <p:nvPr/>
        </p:nvSpPr>
        <p:spPr>
          <a:xfrm>
            <a:off x="7690104" y="3721608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2</a:t>
            </a:r>
            <a:endParaRPr lang="en-US" sz="1200" dirty="0"/>
          </a:p>
        </p:txBody>
      </p:sp>
      <p:sp>
        <p:nvSpPr>
          <p:cNvPr id="53" name="編號"/>
          <p:cNvSpPr/>
          <p:nvPr/>
        </p:nvSpPr>
        <p:spPr>
          <a:xfrm>
            <a:off x="8257032" y="3721608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3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869680" y="3630168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400" dirty="0"/>
          </a:p>
        </p:txBody>
      </p:sp>
      <p:sp>
        <p:nvSpPr>
          <p:cNvPr id="55" name="線條"/>
          <p:cNvSpPr/>
          <p:nvPr/>
        </p:nvSpPr>
        <p:spPr>
          <a:xfrm>
            <a:off x="6172200" y="4233672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72200" y="4279392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0012680" y="4279392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開放箭頭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086600" y="4279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200" dirty="0"/>
          </a:p>
        </p:txBody>
      </p:sp>
      <p:sp>
        <p:nvSpPr>
          <p:cNvPr id="59" name="線條"/>
          <p:cNvSpPr/>
          <p:nvPr/>
        </p:nvSpPr>
        <p:spPr>
          <a:xfrm>
            <a:off x="7671816" y="4553712"/>
            <a:ext cx="475488" cy="0"/>
          </a:xfrm>
          <a:prstGeom prst="line">
            <a:avLst/>
          </a:prstGeom>
          <a:noFill/>
          <a:ln w="9525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60" name="Text 58"/>
          <p:cNvSpPr/>
          <p:nvPr/>
        </p:nvSpPr>
        <p:spPr>
          <a:xfrm>
            <a:off x="8183880" y="4279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200" dirty="0"/>
          </a:p>
        </p:txBody>
      </p:sp>
      <p:sp>
        <p:nvSpPr>
          <p:cNvPr id="61" name="線條"/>
          <p:cNvSpPr/>
          <p:nvPr/>
        </p:nvSpPr>
        <p:spPr>
          <a:xfrm>
            <a:off x="8769096" y="4553712"/>
            <a:ext cx="475488" cy="0"/>
          </a:xfrm>
          <a:prstGeom prst="line">
            <a:avLst/>
          </a:prstGeom>
          <a:noFill/>
          <a:ln w="9525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62" name="Text 60"/>
          <p:cNvSpPr/>
          <p:nvPr/>
        </p:nvSpPr>
        <p:spPr>
          <a:xfrm>
            <a:off x="9281160" y="4279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200" dirty="0"/>
          </a:p>
        </p:txBody>
      </p:sp>
      <p:sp>
        <p:nvSpPr>
          <p:cNvPr id="63" name="線條"/>
          <p:cNvSpPr/>
          <p:nvPr/>
        </p:nvSpPr>
        <p:spPr>
          <a:xfrm>
            <a:off x="6172200" y="4882896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72200" y="4928616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0012680" y="4928616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0.75pt 實線＋開放箭頭</a:t>
            </a:r>
            <a:endParaRPr lang="en-US" sz="1000" dirty="0"/>
          </a:p>
        </p:txBody>
      </p:sp>
      <p:sp>
        <p:nvSpPr>
          <p:cNvPr id="66" name="線條"/>
          <p:cNvSpPr/>
          <p:nvPr/>
        </p:nvSpPr>
        <p:spPr>
          <a:xfrm>
            <a:off x="7086600" y="5202936"/>
            <a:ext cx="118872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</p:sp>
      <p:sp>
        <p:nvSpPr>
          <p:cNvPr id="67" name="連接線"/>
          <p:cNvSpPr/>
          <p:nvPr/>
        </p:nvSpPr>
        <p:spPr>
          <a:xfrm>
            <a:off x="8549640" y="5001768"/>
            <a:ext cx="1234440" cy="402336"/>
          </a:xfrm>
          <a:custGeom>
            <a:avLst/>
            <a:gdLst/>
            <a:ahLst/>
            <a:cxnLst/>
            <a:rect l="l" t="t" r="r" b="b"/>
            <a:pathLst>
              <a:path w="1234440" h="402336">
                <a:moveTo>
                  <a:pt x="0" y="0"/>
                </a:moveTo>
                <a:lnTo>
                  <a:pt x="548640" y="0"/>
                </a:lnTo>
                <a:lnTo>
                  <a:pt x="548640" y="402336"/>
                </a:lnTo>
                <a:lnTo>
                  <a:pt x="1234440" y="402336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線條"/>
          <p:cNvSpPr/>
          <p:nvPr/>
        </p:nvSpPr>
        <p:spPr>
          <a:xfrm>
            <a:off x="6172200" y="5532120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72200" y="557784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10012680" y="5577840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空心線框 V 形</a:t>
            </a:r>
            <a:endParaRPr lang="en-US" sz="1000" dirty="0"/>
          </a:p>
        </p:txBody>
      </p:sp>
      <p:sp>
        <p:nvSpPr>
          <p:cNvPr id="71" name="流程鏈"/>
          <p:cNvSpPr/>
          <p:nvPr/>
        </p:nvSpPr>
        <p:spPr>
          <a:xfrm>
            <a:off x="7086600" y="5650992"/>
            <a:ext cx="974385" cy="402336"/>
          </a:xfrm>
          <a:prstGeom prst="homePlate">
            <a:avLst>
              <a:gd name="adj" fmla="val 36000"/>
            </a:avLst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100" dirty="0"/>
          </a:p>
        </p:txBody>
      </p:sp>
      <p:sp>
        <p:nvSpPr>
          <p:cNvPr id="72" name="流程鏈"/>
          <p:cNvSpPr/>
          <p:nvPr/>
        </p:nvSpPr>
        <p:spPr>
          <a:xfrm>
            <a:off x="7971008" y="5650992"/>
            <a:ext cx="974385" cy="402336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100" dirty="0"/>
          </a:p>
        </p:txBody>
      </p:sp>
      <p:sp>
        <p:nvSpPr>
          <p:cNvPr id="73" name="流程鏈"/>
          <p:cNvSpPr/>
          <p:nvPr/>
        </p:nvSpPr>
        <p:spPr>
          <a:xfrm>
            <a:off x="8855415" y="5650992"/>
            <a:ext cx="974385" cy="402336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" cy="32004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51206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卡片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標題＋內文、角落標籤、表頭強調三種基本卡片</a:t>
            </a:r>
            <a:endParaRPr lang="en-US" sz="1400" dirty="0"/>
          </a:p>
        </p:txBody>
      </p:sp>
      <p:sp>
        <p:nvSpPr>
          <p:cNvPr id="5" name="卡片"/>
          <p:cNvSpPr/>
          <p:nvPr/>
        </p:nvSpPr>
        <p:spPr>
          <a:xfrm>
            <a:off x="548640" y="1874520"/>
            <a:ext cx="341071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6384" y="2020824"/>
            <a:ext cx="2935224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1000" b="1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Card</a:t>
            </a:r>
            <a:endParaRPr lang="en-US" sz="1600" dirty="0"/>
          </a:p>
        </p:txBody>
      </p:sp>
      <p:sp>
        <p:nvSpPr>
          <p:cNvPr id="7" name="線條"/>
          <p:cNvSpPr/>
          <p:nvPr/>
        </p:nvSpPr>
        <p:spPr>
          <a:xfrm>
            <a:off x="786384" y="2514600"/>
            <a:ext cx="2935224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660904"/>
            <a:ext cx="2935224" cy="1179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1200" dirty="0"/>
          </a:p>
        </p:txBody>
      </p:sp>
      <p:sp>
        <p:nvSpPr>
          <p:cNvPr id="9" name="卡片"/>
          <p:cNvSpPr/>
          <p:nvPr/>
        </p:nvSpPr>
        <p:spPr>
          <a:xfrm>
            <a:off x="4390492" y="1874520"/>
            <a:ext cx="341071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28236" y="2020824"/>
            <a:ext cx="2935224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1600" dirty="0"/>
          </a:p>
        </p:txBody>
      </p:sp>
      <p:sp>
        <p:nvSpPr>
          <p:cNvPr id="11" name="線條"/>
          <p:cNvSpPr/>
          <p:nvPr/>
        </p:nvSpPr>
        <p:spPr>
          <a:xfrm>
            <a:off x="4628236" y="2514600"/>
            <a:ext cx="2935224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8236" y="2660904"/>
            <a:ext cx="2935224" cy="1179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1200" dirty="0"/>
          </a:p>
        </p:txBody>
      </p:sp>
      <p:sp>
        <p:nvSpPr>
          <p:cNvPr id="13" name="標籤"/>
          <p:cNvSpPr/>
          <p:nvPr/>
        </p:nvSpPr>
        <p:spPr>
          <a:xfrm>
            <a:off x="6854292" y="1746504"/>
            <a:ext cx="745744" cy="256032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000" dirty="0"/>
          </a:p>
        </p:txBody>
      </p:sp>
      <p:sp>
        <p:nvSpPr>
          <p:cNvPr id="14" name="卡片"/>
          <p:cNvSpPr/>
          <p:nvPr/>
        </p:nvSpPr>
        <p:spPr>
          <a:xfrm>
            <a:off x="8232343" y="1874520"/>
            <a:ext cx="341071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線條"/>
          <p:cNvSpPr/>
          <p:nvPr/>
        </p:nvSpPr>
        <p:spPr>
          <a:xfrm>
            <a:off x="8232343" y="2404872"/>
            <a:ext cx="3410712" cy="0"/>
          </a:xfrm>
          <a:prstGeom prst="line">
            <a:avLst/>
          </a:prstGeom>
          <a:noFill/>
          <a:ln w="19050">
            <a:solidFill>
              <a:srgbClr val="4F5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2343" y="1874520"/>
            <a:ext cx="73152" cy="530352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470087" y="1874520"/>
            <a:ext cx="2935224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70087" y="2587752"/>
            <a:ext cx="2935224" cy="1252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187952"/>
            <a:ext cx="34107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90492" y="4187952"/>
            <a:ext cx="34107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32343" y="4187952"/>
            <a:ext cx="34107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300" dirty="0"/>
          </a:p>
        </p:txBody>
      </p:sp>
      <p:sp>
        <p:nvSpPr>
          <p:cNvPr id="23" name="線條"/>
          <p:cNvSpPr/>
          <p:nvPr/>
        </p:nvSpPr>
        <p:spPr>
          <a:xfrm>
            <a:off x="548640" y="4956048"/>
            <a:ext cx="64008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4" name="標籤"/>
          <p:cNvSpPr/>
          <p:nvPr/>
        </p:nvSpPr>
        <p:spPr>
          <a:xfrm>
            <a:off x="548640" y="5102352"/>
            <a:ext cx="749808" cy="29260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63040" y="510235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300" dirty="0"/>
          </a:p>
        </p:txBody>
      </p:sp>
      <p:sp>
        <p:nvSpPr>
          <p:cNvPr id="26" name="標籤"/>
          <p:cNvSpPr/>
          <p:nvPr/>
        </p:nvSpPr>
        <p:spPr>
          <a:xfrm>
            <a:off x="548640" y="5486400"/>
            <a:ext cx="749808" cy="29260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63040" y="548640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300" dirty="0"/>
          </a:p>
        </p:txBody>
      </p:sp>
      <p:sp>
        <p:nvSpPr>
          <p:cNvPr id="28" name="標籤"/>
          <p:cNvSpPr/>
          <p:nvPr/>
        </p:nvSpPr>
        <p:spPr>
          <a:xfrm>
            <a:off x="548640" y="5870448"/>
            <a:ext cx="749808" cy="29260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63040" y="5870448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0" y="4572000"/>
            <a:ext cx="432785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300" dirty="0"/>
          </a:p>
        </p:txBody>
      </p:sp>
      <p:sp>
        <p:nvSpPr>
          <p:cNvPr id="31" name="線條"/>
          <p:cNvSpPr/>
          <p:nvPr/>
        </p:nvSpPr>
        <p:spPr>
          <a:xfrm>
            <a:off x="7315200" y="4956048"/>
            <a:ext cx="4327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5120640"/>
            <a:ext cx="43278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315200" y="5486400"/>
            <a:ext cx="43278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" cy="32004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51206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標籤與編號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單一標籤、堆疊清單、編號徽章與圈號清單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300" dirty="0"/>
          </a:p>
        </p:txBody>
      </p:sp>
      <p:sp>
        <p:nvSpPr>
          <p:cNvPr id="6" name="線條"/>
          <p:cNvSpPr/>
          <p:nvPr/>
        </p:nvSpPr>
        <p:spPr>
          <a:xfrm>
            <a:off x="548640" y="21671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標籤"/>
          <p:cNvSpPr/>
          <p:nvPr/>
        </p:nvSpPr>
        <p:spPr>
          <a:xfrm>
            <a:off x="548640" y="2331720"/>
            <a:ext cx="952276" cy="347472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300" dirty="0"/>
          </a:p>
        </p:txBody>
      </p:sp>
      <p:sp>
        <p:nvSpPr>
          <p:cNvPr id="8" name="標籤"/>
          <p:cNvSpPr/>
          <p:nvPr/>
        </p:nvSpPr>
        <p:spPr>
          <a:xfrm>
            <a:off x="1775236" y="2331720"/>
            <a:ext cx="952276" cy="347472"/>
          </a:xfrm>
          <a:prstGeom prst="rect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300" dirty="0"/>
          </a:p>
        </p:txBody>
      </p:sp>
      <p:sp>
        <p:nvSpPr>
          <p:cNvPr id="9" name="標籤"/>
          <p:cNvSpPr/>
          <p:nvPr/>
        </p:nvSpPr>
        <p:spPr>
          <a:xfrm>
            <a:off x="3001833" y="2331720"/>
            <a:ext cx="952276" cy="347472"/>
          </a:xfrm>
          <a:prstGeom prst="rect">
            <a:avLst/>
          </a:prstGeom>
          <a:noFill/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300" dirty="0"/>
          </a:p>
        </p:txBody>
      </p:sp>
      <p:sp>
        <p:nvSpPr>
          <p:cNvPr id="10" name="標籤"/>
          <p:cNvSpPr/>
          <p:nvPr/>
        </p:nvSpPr>
        <p:spPr>
          <a:xfrm>
            <a:off x="4228429" y="2331720"/>
            <a:ext cx="952276" cy="347472"/>
          </a:xfrm>
          <a:prstGeom prst="rect">
            <a:avLst/>
          </a:prstGeom>
          <a:noFill/>
          <a:ln w="9525">
            <a:solidFill>
              <a:srgbClr val="4F5BD5"/>
            </a:solidFill>
            <a:prstDash val="dash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29346" y="233172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1100" dirty="0"/>
          </a:p>
        </p:txBody>
      </p:sp>
      <p:sp>
        <p:nvSpPr>
          <p:cNvPr id="12" name="標籤"/>
          <p:cNvSpPr/>
          <p:nvPr/>
        </p:nvSpPr>
        <p:spPr>
          <a:xfrm>
            <a:off x="6460866" y="2368296"/>
            <a:ext cx="491744" cy="274320"/>
          </a:xfrm>
          <a:prstGeom prst="rect">
            <a:avLst/>
          </a:prstGeom>
          <a:noFill/>
          <a:ln w="9525">
            <a:solidFill>
              <a:srgbClr val="4F5BD5"/>
            </a:solidFill>
            <a:prstDash val="dash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1000" dirty="0"/>
          </a:p>
        </p:txBody>
      </p:sp>
      <p:sp>
        <p:nvSpPr>
          <p:cNvPr id="13" name="標籤"/>
          <p:cNvSpPr/>
          <p:nvPr/>
        </p:nvSpPr>
        <p:spPr>
          <a:xfrm>
            <a:off x="7089770" y="2368296"/>
            <a:ext cx="491744" cy="274320"/>
          </a:xfrm>
          <a:prstGeom prst="rect">
            <a:avLst/>
          </a:prstGeom>
          <a:noFill/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1000" dirty="0"/>
          </a:p>
        </p:txBody>
      </p:sp>
      <p:sp>
        <p:nvSpPr>
          <p:cNvPr id="14" name="標籤"/>
          <p:cNvSpPr/>
          <p:nvPr/>
        </p:nvSpPr>
        <p:spPr>
          <a:xfrm>
            <a:off x="7718674" y="2368296"/>
            <a:ext cx="491744" cy="274320"/>
          </a:xfrm>
          <a:prstGeom prst="rect">
            <a:avLst/>
          </a:prstGeom>
          <a:noFill/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34655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300" dirty="0"/>
          </a:p>
        </p:txBody>
      </p:sp>
      <p:sp>
        <p:nvSpPr>
          <p:cNvPr id="16" name="線條"/>
          <p:cNvSpPr/>
          <p:nvPr/>
        </p:nvSpPr>
        <p:spPr>
          <a:xfrm>
            <a:off x="548640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7" name="標籤"/>
          <p:cNvSpPr/>
          <p:nvPr/>
        </p:nvSpPr>
        <p:spPr>
          <a:xfrm>
            <a:off x="548640" y="3666744"/>
            <a:ext cx="2651760" cy="38404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300" dirty="0"/>
          </a:p>
        </p:txBody>
      </p:sp>
      <p:sp>
        <p:nvSpPr>
          <p:cNvPr id="18" name="標籤"/>
          <p:cNvSpPr/>
          <p:nvPr/>
        </p:nvSpPr>
        <p:spPr>
          <a:xfrm>
            <a:off x="548640" y="4233672"/>
            <a:ext cx="2651760" cy="38404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300" dirty="0"/>
          </a:p>
        </p:txBody>
      </p:sp>
      <p:sp>
        <p:nvSpPr>
          <p:cNvPr id="19" name="標籤"/>
          <p:cNvSpPr/>
          <p:nvPr/>
        </p:nvSpPr>
        <p:spPr>
          <a:xfrm>
            <a:off x="548640" y="4800600"/>
            <a:ext cx="2651760" cy="38404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300" dirty="0"/>
          </a:p>
        </p:txBody>
      </p:sp>
      <p:sp>
        <p:nvSpPr>
          <p:cNvPr id="20" name="標籤"/>
          <p:cNvSpPr/>
          <p:nvPr/>
        </p:nvSpPr>
        <p:spPr>
          <a:xfrm>
            <a:off x="548640" y="5367528"/>
            <a:ext cx="2651760" cy="38404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63060" y="3063240"/>
            <a:ext cx="34655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300" dirty="0"/>
          </a:p>
        </p:txBody>
      </p:sp>
      <p:sp>
        <p:nvSpPr>
          <p:cNvPr id="22" name="線條"/>
          <p:cNvSpPr/>
          <p:nvPr/>
        </p:nvSpPr>
        <p:spPr>
          <a:xfrm>
            <a:off x="4363060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3" name="編號"/>
          <p:cNvSpPr/>
          <p:nvPr/>
        </p:nvSpPr>
        <p:spPr>
          <a:xfrm>
            <a:off x="4399636" y="3675888"/>
            <a:ext cx="384048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編號"/>
          <p:cNvSpPr/>
          <p:nvPr/>
        </p:nvSpPr>
        <p:spPr>
          <a:xfrm>
            <a:off x="4966564" y="3675888"/>
            <a:ext cx="384048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編號"/>
          <p:cNvSpPr/>
          <p:nvPr/>
        </p:nvSpPr>
        <p:spPr>
          <a:xfrm>
            <a:off x="5533492" y="3675888"/>
            <a:ext cx="384048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編號"/>
          <p:cNvSpPr/>
          <p:nvPr/>
        </p:nvSpPr>
        <p:spPr>
          <a:xfrm>
            <a:off x="6100420" y="3675888"/>
            <a:ext cx="384048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編號"/>
          <p:cNvSpPr/>
          <p:nvPr/>
        </p:nvSpPr>
        <p:spPr>
          <a:xfrm>
            <a:off x="4427068" y="4517136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29988" y="4526280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63260" y="4526280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1100" dirty="0"/>
          </a:p>
        </p:txBody>
      </p:sp>
      <p:sp>
        <p:nvSpPr>
          <p:cNvPr id="30" name="編號"/>
          <p:cNvSpPr/>
          <p:nvPr/>
        </p:nvSpPr>
        <p:spPr>
          <a:xfrm>
            <a:off x="4427068" y="5084064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29988" y="5093208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63260" y="5093208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1100" dirty="0"/>
          </a:p>
        </p:txBody>
      </p:sp>
      <p:sp>
        <p:nvSpPr>
          <p:cNvPr id="33" name="編號"/>
          <p:cNvSpPr/>
          <p:nvPr/>
        </p:nvSpPr>
        <p:spPr>
          <a:xfrm>
            <a:off x="4427068" y="5650992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29988" y="5660136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63260" y="5660136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77479" y="3063240"/>
            <a:ext cx="34655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300" dirty="0"/>
          </a:p>
        </p:txBody>
      </p:sp>
      <p:sp>
        <p:nvSpPr>
          <p:cNvPr id="37" name="線條"/>
          <p:cNvSpPr/>
          <p:nvPr/>
        </p:nvSpPr>
        <p:spPr>
          <a:xfrm>
            <a:off x="8177479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77479" y="365760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177479" y="404164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177479" y="4425696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177479" y="4809744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006279" y="3657600"/>
            <a:ext cx="1636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06279" y="4041648"/>
            <a:ext cx="1636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006279" y="4425696"/>
            <a:ext cx="1636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177479" y="5303520"/>
            <a:ext cx="346557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" cy="32004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51206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圓形與流程鏈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大外框圓＋疊放小圓，以及三段式流程鏈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300" dirty="0"/>
          </a:p>
        </p:txBody>
      </p:sp>
      <p:sp>
        <p:nvSpPr>
          <p:cNvPr id="6" name="線條"/>
          <p:cNvSpPr/>
          <p:nvPr/>
        </p:nvSpPr>
        <p:spPr>
          <a:xfrm>
            <a:off x="548640" y="2167128"/>
            <a:ext cx="51206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大圓"/>
          <p:cNvSpPr/>
          <p:nvPr/>
        </p:nvSpPr>
        <p:spPr>
          <a:xfrm>
            <a:off x="1847088" y="2350008"/>
            <a:ext cx="2523744" cy="2523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847088" y="2678095"/>
            <a:ext cx="2523744" cy="7823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How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2099462" y="3485693"/>
            <a:ext cx="2018995" cy="706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500" dirty="0"/>
          </a:p>
        </p:txBody>
      </p:sp>
      <p:sp>
        <p:nvSpPr>
          <p:cNvPr id="10" name="小圓"/>
          <p:cNvSpPr/>
          <p:nvPr/>
        </p:nvSpPr>
        <p:spPr>
          <a:xfrm>
            <a:off x="1717136" y="3987246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600" dirty="0"/>
          </a:p>
        </p:txBody>
      </p:sp>
      <p:sp>
        <p:nvSpPr>
          <p:cNvPr id="11" name="小圓"/>
          <p:cNvSpPr/>
          <p:nvPr/>
        </p:nvSpPr>
        <p:spPr>
          <a:xfrm>
            <a:off x="2724912" y="4489704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600" dirty="0"/>
          </a:p>
        </p:txBody>
      </p:sp>
      <p:sp>
        <p:nvSpPr>
          <p:cNvPr id="12" name="小圓"/>
          <p:cNvSpPr/>
          <p:nvPr/>
        </p:nvSpPr>
        <p:spPr>
          <a:xfrm>
            <a:off x="3732688" y="3987246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1783080"/>
            <a:ext cx="533369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300" dirty="0"/>
          </a:p>
        </p:txBody>
      </p:sp>
      <p:sp>
        <p:nvSpPr>
          <p:cNvPr id="14" name="線條"/>
          <p:cNvSpPr/>
          <p:nvPr/>
        </p:nvSpPr>
        <p:spPr>
          <a:xfrm>
            <a:off x="6309360" y="2167128"/>
            <a:ext cx="53336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流程鏈"/>
          <p:cNvSpPr/>
          <p:nvPr/>
        </p:nvSpPr>
        <p:spPr>
          <a:xfrm>
            <a:off x="6309360" y="2395728"/>
            <a:ext cx="1899331" cy="658368"/>
          </a:xfrm>
          <a:prstGeom prst="homePlate">
            <a:avLst>
              <a:gd name="adj" fmla="val 36000"/>
            </a:avLst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1600" dirty="0"/>
          </a:p>
        </p:txBody>
      </p:sp>
      <p:sp>
        <p:nvSpPr>
          <p:cNvPr id="16" name="流程鏈"/>
          <p:cNvSpPr/>
          <p:nvPr/>
        </p:nvSpPr>
        <p:spPr>
          <a:xfrm>
            <a:off x="8026542" y="2395728"/>
            <a:ext cx="1899331" cy="658368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1600" dirty="0"/>
          </a:p>
        </p:txBody>
      </p:sp>
      <p:sp>
        <p:nvSpPr>
          <p:cNvPr id="17" name="流程鏈"/>
          <p:cNvSpPr/>
          <p:nvPr/>
        </p:nvSpPr>
        <p:spPr>
          <a:xfrm>
            <a:off x="9743724" y="2395728"/>
            <a:ext cx="1899331" cy="658368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1600" dirty="0"/>
          </a:p>
        </p:txBody>
      </p:sp>
      <p:sp>
        <p:nvSpPr>
          <p:cNvPr id="18" name="流程鏈"/>
          <p:cNvSpPr/>
          <p:nvPr/>
        </p:nvSpPr>
        <p:spPr>
          <a:xfrm>
            <a:off x="6309360" y="3520440"/>
            <a:ext cx="1170322" cy="512064"/>
          </a:xfrm>
          <a:prstGeom prst="homePlate">
            <a:avLst>
              <a:gd name="adj" fmla="val 36000"/>
            </a:avLst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400" dirty="0"/>
          </a:p>
        </p:txBody>
      </p:sp>
      <p:sp>
        <p:nvSpPr>
          <p:cNvPr id="19" name="流程鏈"/>
          <p:cNvSpPr/>
          <p:nvPr/>
        </p:nvSpPr>
        <p:spPr>
          <a:xfrm>
            <a:off x="7350203" y="3520440"/>
            <a:ext cx="1170322" cy="512064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400" dirty="0"/>
          </a:p>
        </p:txBody>
      </p:sp>
      <p:sp>
        <p:nvSpPr>
          <p:cNvPr id="20" name="流程鏈"/>
          <p:cNvSpPr/>
          <p:nvPr/>
        </p:nvSpPr>
        <p:spPr>
          <a:xfrm>
            <a:off x="8391046" y="3520440"/>
            <a:ext cx="1170322" cy="512064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</p:txBody>
      </p:sp>
      <p:sp>
        <p:nvSpPr>
          <p:cNvPr id="21" name="流程鏈"/>
          <p:cNvSpPr/>
          <p:nvPr/>
        </p:nvSpPr>
        <p:spPr>
          <a:xfrm>
            <a:off x="9431890" y="3520440"/>
            <a:ext cx="1170322" cy="512064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400" dirty="0"/>
          </a:p>
        </p:txBody>
      </p:sp>
      <p:sp>
        <p:nvSpPr>
          <p:cNvPr id="22" name="流程鏈"/>
          <p:cNvSpPr/>
          <p:nvPr/>
        </p:nvSpPr>
        <p:spPr>
          <a:xfrm>
            <a:off x="10472733" y="3520440"/>
            <a:ext cx="1170322" cy="512064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400" dirty="0"/>
          </a:p>
        </p:txBody>
      </p:sp>
      <p:sp>
        <p:nvSpPr>
          <p:cNvPr id="23" name="流程鏈"/>
          <p:cNvSpPr/>
          <p:nvPr/>
        </p:nvSpPr>
        <p:spPr>
          <a:xfrm>
            <a:off x="6309360" y="4526280"/>
            <a:ext cx="1430533" cy="512064"/>
          </a:xfrm>
          <a:prstGeom prst="homePlate">
            <a:avLst>
              <a:gd name="adj" fmla="val 36000"/>
            </a:avLst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</p:txBody>
      </p:sp>
      <p:sp>
        <p:nvSpPr>
          <p:cNvPr id="24" name="流程鏈"/>
          <p:cNvSpPr/>
          <p:nvPr/>
        </p:nvSpPr>
        <p:spPr>
          <a:xfrm>
            <a:off x="7610414" y="4526280"/>
            <a:ext cx="1430533" cy="512064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400" dirty="0"/>
          </a:p>
        </p:txBody>
      </p:sp>
      <p:sp>
        <p:nvSpPr>
          <p:cNvPr id="25" name="流程鏈"/>
          <p:cNvSpPr/>
          <p:nvPr/>
        </p:nvSpPr>
        <p:spPr>
          <a:xfrm>
            <a:off x="8911468" y="4526280"/>
            <a:ext cx="1430533" cy="512064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</p:txBody>
      </p:sp>
      <p:sp>
        <p:nvSpPr>
          <p:cNvPr id="26" name="流程鏈"/>
          <p:cNvSpPr/>
          <p:nvPr/>
        </p:nvSpPr>
        <p:spPr>
          <a:xfrm>
            <a:off x="10212522" y="4526280"/>
            <a:ext cx="1430533" cy="512064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5138928"/>
            <a:ext cx="143053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10414" y="5138928"/>
            <a:ext cx="143053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11468" y="5138928"/>
            <a:ext cx="143053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12522" y="5138928"/>
            <a:ext cx="143053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5760720"/>
            <a:ext cx="533369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" cy="32004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51206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連接線與箭頭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細直線、折線、點狀線、曲線、▶ 小三角與區塊箭號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5541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300" dirty="0"/>
          </a:p>
        </p:txBody>
      </p:sp>
      <p:sp>
        <p:nvSpPr>
          <p:cNvPr id="6" name="線條"/>
          <p:cNvSpPr/>
          <p:nvPr/>
        </p:nvSpPr>
        <p:spPr>
          <a:xfrm>
            <a:off x="548640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處理"/>
          <p:cNvSpPr/>
          <p:nvPr/>
        </p:nvSpPr>
        <p:spPr>
          <a:xfrm>
            <a:off x="548640" y="2807208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處理"/>
          <p:cNvSpPr/>
          <p:nvPr/>
        </p:nvSpPr>
        <p:spPr>
          <a:xfrm>
            <a:off x="2279828" y="2807208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cxnSp>
        <p:nvCxnSpPr>
          <p:cNvPr id="9" name="連接線"/>
          <p:cNvCxnSpPr>
            <a:stCxn id="7" idx="3"/>
            <a:endCxn id="8" idx="1"/>
          </p:cNvCxnSpPr>
          <p:nvPr/>
        </p:nvCxnSpPr>
        <p:spPr>
          <a:xfrm>
            <a:off x="1371600" y="3017520"/>
            <a:ext cx="908228" cy="0"/>
          </a:xfrm>
          <a:prstGeom prst="straightConnector1">
            <a:avLst/>
          </a:prstGeom>
          <a:ln w="9525">
            <a:solidFill>
              <a:srgbClr val="7F7F7F"/>
            </a:solidFill>
            <a:prstDash val="solid"/>
            <a:tailEnd type="arrow" w="lg" len="lg"/>
          </a:ln>
        </p:spPr>
      </p:cxnSp>
      <p:sp>
        <p:nvSpPr>
          <p:cNvPr id="10" name="Text 8"/>
          <p:cNvSpPr/>
          <p:nvPr/>
        </p:nvSpPr>
        <p:spPr>
          <a:xfrm>
            <a:off x="3395396" y="1783080"/>
            <a:ext cx="25541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300" dirty="0"/>
          </a:p>
        </p:txBody>
      </p:sp>
      <p:sp>
        <p:nvSpPr>
          <p:cNvPr id="11" name="線條"/>
          <p:cNvSpPr/>
          <p:nvPr/>
        </p:nvSpPr>
        <p:spPr>
          <a:xfrm>
            <a:off x="3395396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2" name="處理"/>
          <p:cNvSpPr/>
          <p:nvPr/>
        </p:nvSpPr>
        <p:spPr>
          <a:xfrm>
            <a:off x="3395396" y="2468880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處理"/>
          <p:cNvSpPr/>
          <p:nvPr/>
        </p:nvSpPr>
        <p:spPr>
          <a:xfrm>
            <a:off x="5126584" y="3383280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cxnSp>
        <p:nvCxnSpPr>
          <p:cNvPr id="14" name="連接線"/>
          <p:cNvCxnSpPr>
            <a:stCxn id="12" idx="3"/>
            <a:endCxn id="13" idx="1"/>
          </p:cNvCxnSpPr>
          <p:nvPr/>
        </p:nvCxnSpPr>
        <p:spPr>
          <a:xfrm>
            <a:off x="4218356" y="2679192"/>
            <a:ext cx="908228" cy="914400"/>
          </a:xfrm>
          <a:prstGeom prst="bentConnector3">
            <a:avLst>
              <a:gd name="adj1" fmla="val 50000"/>
            </a:avLst>
          </a:prstGeom>
          <a:ln w="9525">
            <a:solidFill>
              <a:srgbClr val="7F7F7F"/>
            </a:solidFill>
            <a:prstDash val="solid"/>
            <a:tailEnd type="arrow" w="lg" len="lg"/>
          </a:ln>
        </p:spPr>
      </p:cxnSp>
      <p:sp>
        <p:nvSpPr>
          <p:cNvPr id="15" name="Text 13"/>
          <p:cNvSpPr/>
          <p:nvPr/>
        </p:nvSpPr>
        <p:spPr>
          <a:xfrm>
            <a:off x="6242152" y="1783080"/>
            <a:ext cx="25541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300" dirty="0"/>
          </a:p>
        </p:txBody>
      </p:sp>
      <p:sp>
        <p:nvSpPr>
          <p:cNvPr id="16" name="線條"/>
          <p:cNvSpPr/>
          <p:nvPr/>
        </p:nvSpPr>
        <p:spPr>
          <a:xfrm>
            <a:off x="6242152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7" name="處理"/>
          <p:cNvSpPr/>
          <p:nvPr/>
        </p:nvSpPr>
        <p:spPr>
          <a:xfrm>
            <a:off x="6242152" y="2807208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處理"/>
          <p:cNvSpPr/>
          <p:nvPr/>
        </p:nvSpPr>
        <p:spPr>
          <a:xfrm>
            <a:off x="7973339" y="2807208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cxnSp>
        <p:nvCxnSpPr>
          <p:cNvPr id="19" name="連接線"/>
          <p:cNvCxnSpPr>
            <a:stCxn id="17" idx="3"/>
            <a:endCxn id="18" idx="1"/>
          </p:cNvCxnSpPr>
          <p:nvPr/>
        </p:nvCxnSpPr>
        <p:spPr>
          <a:xfrm>
            <a:off x="7065112" y="3017520"/>
            <a:ext cx="908228" cy="0"/>
          </a:xfrm>
          <a:prstGeom prst="straightConnector1">
            <a:avLst/>
          </a:prstGeom>
          <a:ln w="15875">
            <a:solidFill>
              <a:srgbClr val="7F7F7F"/>
            </a:solidFill>
            <a:prstDash val="sysDot"/>
            <a:tailEnd type="arrow" w="lg" len="lg"/>
          </a:ln>
        </p:spPr>
      </p:cxnSp>
      <p:sp>
        <p:nvSpPr>
          <p:cNvPr id="20" name="Text 18"/>
          <p:cNvSpPr/>
          <p:nvPr/>
        </p:nvSpPr>
        <p:spPr>
          <a:xfrm>
            <a:off x="9088907" y="1783080"/>
            <a:ext cx="25541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300" dirty="0"/>
          </a:p>
        </p:txBody>
      </p:sp>
      <p:sp>
        <p:nvSpPr>
          <p:cNvPr id="21" name="線條"/>
          <p:cNvSpPr/>
          <p:nvPr/>
        </p:nvSpPr>
        <p:spPr>
          <a:xfrm>
            <a:off x="9088907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2" name="處理"/>
          <p:cNvSpPr/>
          <p:nvPr/>
        </p:nvSpPr>
        <p:spPr>
          <a:xfrm>
            <a:off x="9088907" y="3246120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23" name="處理"/>
          <p:cNvSpPr/>
          <p:nvPr/>
        </p:nvSpPr>
        <p:spPr>
          <a:xfrm>
            <a:off x="10820095" y="3246120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24" name="曲線箭頭"/>
          <p:cNvSpPr/>
          <p:nvPr/>
        </p:nvSpPr>
        <p:spPr>
          <a:xfrm>
            <a:off x="9500387" y="2423160"/>
            <a:ext cx="1731188" cy="768096"/>
          </a:xfrm>
          <a:custGeom>
            <a:avLst/>
            <a:gdLst/>
            <a:ahLst/>
            <a:cxnLst/>
            <a:rect l="l" t="t" r="r" b="b"/>
            <a:pathLst>
              <a:path w="1731188" h="768096">
                <a:moveTo>
                  <a:pt x="0" y="768096"/>
                </a:moveTo>
                <a:cubicBezTo>
                  <a:pt x="0" y="0"/>
                  <a:pt x="1731188" y="0"/>
                  <a:pt x="1731188" y="768096"/>
                </a:cubicBezTo>
              </a:path>
            </a:pathLst>
          </a:custGeom>
          <a:noFill/>
          <a:ln w="9525">
            <a:solidFill>
              <a:srgbClr val="7F7F7F"/>
            </a:solidFill>
            <a:prstDash val="sysDash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8640" y="3931920"/>
            <a:ext cx="25541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300" dirty="0"/>
          </a:p>
        </p:txBody>
      </p:sp>
      <p:sp>
        <p:nvSpPr>
          <p:cNvPr id="26" name="線條"/>
          <p:cNvSpPr/>
          <p:nvPr/>
        </p:nvSpPr>
        <p:spPr>
          <a:xfrm>
            <a:off x="548640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983480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300" dirty="0"/>
          </a:p>
        </p:txBody>
      </p:sp>
      <p:sp>
        <p:nvSpPr>
          <p:cNvPr id="28" name="線條"/>
          <p:cNvSpPr/>
          <p:nvPr/>
        </p:nvSpPr>
        <p:spPr>
          <a:xfrm>
            <a:off x="1091165" y="5166360"/>
            <a:ext cx="475488" cy="0"/>
          </a:xfrm>
          <a:prstGeom prst="line">
            <a:avLst/>
          </a:prstGeom>
          <a:noFill/>
          <a:ln w="9525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29" name="Text 27"/>
          <p:cNvSpPr/>
          <p:nvPr/>
        </p:nvSpPr>
        <p:spPr>
          <a:xfrm>
            <a:off x="1542250" y="4983480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300" dirty="0"/>
          </a:p>
        </p:txBody>
      </p:sp>
      <p:sp>
        <p:nvSpPr>
          <p:cNvPr id="30" name="線條"/>
          <p:cNvSpPr/>
          <p:nvPr/>
        </p:nvSpPr>
        <p:spPr>
          <a:xfrm>
            <a:off x="2084775" y="5166360"/>
            <a:ext cx="475488" cy="0"/>
          </a:xfrm>
          <a:prstGeom prst="line">
            <a:avLst/>
          </a:prstGeom>
          <a:noFill/>
          <a:ln w="9525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31" name="Text 29"/>
          <p:cNvSpPr/>
          <p:nvPr/>
        </p:nvSpPr>
        <p:spPr>
          <a:xfrm>
            <a:off x="2535860" y="4983480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95396" y="3931920"/>
            <a:ext cx="25541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300" dirty="0"/>
          </a:p>
        </p:txBody>
      </p:sp>
      <p:sp>
        <p:nvSpPr>
          <p:cNvPr id="33" name="線條"/>
          <p:cNvSpPr/>
          <p:nvPr/>
        </p:nvSpPr>
        <p:spPr>
          <a:xfrm>
            <a:off x="3395396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4" name="處理"/>
          <p:cNvSpPr/>
          <p:nvPr/>
        </p:nvSpPr>
        <p:spPr>
          <a:xfrm>
            <a:off x="3395396" y="4956048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35" name="處理"/>
          <p:cNvSpPr/>
          <p:nvPr/>
        </p:nvSpPr>
        <p:spPr>
          <a:xfrm>
            <a:off x="5126584" y="4956048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36" name="三角形"/>
          <p:cNvSpPr/>
          <p:nvPr/>
        </p:nvSpPr>
        <p:spPr>
          <a:xfrm>
            <a:off x="4463987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三角形"/>
          <p:cNvSpPr/>
          <p:nvPr/>
        </p:nvSpPr>
        <p:spPr>
          <a:xfrm>
            <a:off x="4617606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三角形"/>
          <p:cNvSpPr/>
          <p:nvPr/>
        </p:nvSpPr>
        <p:spPr>
          <a:xfrm>
            <a:off x="4771225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242152" y="3931920"/>
            <a:ext cx="25541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300" dirty="0"/>
          </a:p>
        </p:txBody>
      </p:sp>
      <p:sp>
        <p:nvSpPr>
          <p:cNvPr id="40" name="線條"/>
          <p:cNvSpPr/>
          <p:nvPr/>
        </p:nvSpPr>
        <p:spPr>
          <a:xfrm>
            <a:off x="6242152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1" name="區塊箭號"/>
          <p:cNvSpPr/>
          <p:nvPr/>
        </p:nvSpPr>
        <p:spPr>
          <a:xfrm>
            <a:off x="6242152" y="4919472"/>
            <a:ext cx="961111" cy="493776"/>
          </a:xfrm>
          <a:prstGeom prst="homePlate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300" dirty="0"/>
          </a:p>
        </p:txBody>
      </p:sp>
      <p:sp>
        <p:nvSpPr>
          <p:cNvPr id="42" name="區塊箭號"/>
          <p:cNvSpPr/>
          <p:nvPr/>
        </p:nvSpPr>
        <p:spPr>
          <a:xfrm>
            <a:off x="7075246" y="4919472"/>
            <a:ext cx="961111" cy="493776"/>
          </a:xfrm>
          <a:prstGeom prst="chevron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300" dirty="0"/>
          </a:p>
        </p:txBody>
      </p:sp>
      <p:sp>
        <p:nvSpPr>
          <p:cNvPr id="43" name="區塊箭號"/>
          <p:cNvSpPr/>
          <p:nvPr/>
        </p:nvSpPr>
        <p:spPr>
          <a:xfrm>
            <a:off x="7908341" y="4919472"/>
            <a:ext cx="961111" cy="493776"/>
          </a:xfrm>
          <a:prstGeom prst="chevron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088907" y="3931920"/>
            <a:ext cx="255414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300" dirty="0"/>
          </a:p>
        </p:txBody>
      </p:sp>
      <p:sp>
        <p:nvSpPr>
          <p:cNvPr id="45" name="線條"/>
          <p:cNvSpPr/>
          <p:nvPr/>
        </p:nvSpPr>
        <p:spPr>
          <a:xfrm>
            <a:off x="9088907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6" name="處理"/>
          <p:cNvSpPr/>
          <p:nvPr/>
        </p:nvSpPr>
        <p:spPr>
          <a:xfrm>
            <a:off x="9088907" y="4956048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47" name="處理"/>
          <p:cNvSpPr/>
          <p:nvPr/>
        </p:nvSpPr>
        <p:spPr>
          <a:xfrm>
            <a:off x="10820095" y="4572000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300" dirty="0"/>
          </a:p>
        </p:txBody>
      </p:sp>
      <p:sp>
        <p:nvSpPr>
          <p:cNvPr id="48" name="處理"/>
          <p:cNvSpPr/>
          <p:nvPr/>
        </p:nvSpPr>
        <p:spPr>
          <a:xfrm>
            <a:off x="10820095" y="5340096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300" dirty="0"/>
          </a:p>
        </p:txBody>
      </p:sp>
      <p:cxnSp>
        <p:nvCxnSpPr>
          <p:cNvPr id="49" name="連接線"/>
          <p:cNvCxnSpPr>
            <a:stCxn id="46" idx="3"/>
            <a:endCxn id="47" idx="1"/>
          </p:cNvCxnSpPr>
          <p:nvPr/>
        </p:nvCxnSpPr>
        <p:spPr>
          <a:xfrm flipV="1">
            <a:off x="9911867" y="4782312"/>
            <a:ext cx="908228" cy="384048"/>
          </a:xfrm>
          <a:prstGeom prst="bentConnector3">
            <a:avLst>
              <a:gd name="adj1" fmla="val 50000"/>
            </a:avLst>
          </a:prstGeom>
          <a:ln w="9525">
            <a:solidFill>
              <a:srgbClr val="7F7F7F"/>
            </a:solidFill>
            <a:prstDash val="solid"/>
            <a:tailEnd type="arrow" w="lg" len="lg"/>
          </a:ln>
        </p:spPr>
      </p:cxnSp>
      <p:cxnSp>
        <p:nvCxnSpPr>
          <p:cNvPr id="50" name="連接線"/>
          <p:cNvCxnSpPr>
            <a:stCxn id="46" idx="3"/>
            <a:endCxn id="48" idx="1"/>
          </p:cNvCxnSpPr>
          <p:nvPr/>
        </p:nvCxnSpPr>
        <p:spPr>
          <a:xfrm>
            <a:off x="9911867" y="5166360"/>
            <a:ext cx="908228" cy="384048"/>
          </a:xfrm>
          <a:prstGeom prst="bentConnector3">
            <a:avLst>
              <a:gd name="adj1" fmla="val 50000"/>
            </a:avLst>
          </a:prstGeom>
          <a:ln w="9525">
            <a:solidFill>
              <a:srgbClr val="7F7F7F"/>
            </a:solidFill>
            <a:prstDash val="solid"/>
            <a:tailEnd type="arrow" w="lg" len="lg"/>
          </a:ln>
        </p:spPr>
      </p:cxnSp>
      <p:sp>
        <p:nvSpPr>
          <p:cNvPr id="51" name="Text 49"/>
          <p:cNvSpPr/>
          <p:nvPr/>
        </p:nvSpPr>
        <p:spPr>
          <a:xfrm>
            <a:off x="548640" y="5943600"/>
            <a:ext cx="110944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" cy="32004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51206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流程圖符號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開始／結束、處理、判斷、輸入輸出、文件、資料庫</a:t>
            </a:r>
            <a:endParaRPr lang="en-US" sz="1400" dirty="0"/>
          </a:p>
        </p:txBody>
      </p:sp>
      <p:sp>
        <p:nvSpPr>
          <p:cNvPr id="5" name="開始／結束"/>
          <p:cNvSpPr/>
          <p:nvPr/>
        </p:nvSpPr>
        <p:spPr>
          <a:xfrm>
            <a:off x="787375" y="2231136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F5BD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400" dirty="0"/>
          </a:p>
        </p:txBody>
      </p:sp>
      <p:sp>
        <p:nvSpPr>
          <p:cNvPr id="7" name="處理"/>
          <p:cNvSpPr/>
          <p:nvPr/>
        </p:nvSpPr>
        <p:spPr>
          <a:xfrm>
            <a:off x="2590724" y="2185416"/>
            <a:ext cx="14630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97709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400" dirty="0"/>
          </a:p>
        </p:txBody>
      </p:sp>
      <p:sp>
        <p:nvSpPr>
          <p:cNvPr id="9" name="判斷"/>
          <p:cNvSpPr/>
          <p:nvPr/>
        </p:nvSpPr>
        <p:spPr>
          <a:xfrm>
            <a:off x="4485513" y="2057400"/>
            <a:ext cx="1371600" cy="9144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46778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1" name="輸入輸出"/>
          <p:cNvSpPr/>
          <p:nvPr/>
        </p:nvSpPr>
        <p:spPr>
          <a:xfrm>
            <a:off x="6243142" y="2185416"/>
            <a:ext cx="1554480" cy="658368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5848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400" dirty="0"/>
          </a:p>
        </p:txBody>
      </p:sp>
      <p:sp>
        <p:nvSpPr>
          <p:cNvPr id="13" name="文件"/>
          <p:cNvSpPr/>
          <p:nvPr/>
        </p:nvSpPr>
        <p:spPr>
          <a:xfrm>
            <a:off x="8183651" y="2125980"/>
            <a:ext cx="1371600" cy="777240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44917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400" dirty="0"/>
          </a:p>
        </p:txBody>
      </p:sp>
      <p:sp>
        <p:nvSpPr>
          <p:cNvPr id="15" name="資料庫"/>
          <p:cNvSpPr/>
          <p:nvPr/>
        </p:nvSpPr>
        <p:spPr>
          <a:xfrm>
            <a:off x="10215601" y="2057400"/>
            <a:ext cx="1005840" cy="91440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93986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767328"/>
            <a:ext cx="1109441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300" dirty="0"/>
          </a:p>
        </p:txBody>
      </p:sp>
      <p:sp>
        <p:nvSpPr>
          <p:cNvPr id="18" name="線條"/>
          <p:cNvSpPr/>
          <p:nvPr/>
        </p:nvSpPr>
        <p:spPr>
          <a:xfrm>
            <a:off x="548640" y="4151376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9" name="開始／結束"/>
          <p:cNvSpPr/>
          <p:nvPr/>
        </p:nvSpPr>
        <p:spPr>
          <a:xfrm>
            <a:off x="548640" y="443484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F5BD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00" dirty="0"/>
          </a:p>
        </p:txBody>
      </p:sp>
      <p:sp>
        <p:nvSpPr>
          <p:cNvPr id="20" name="輸入輸出"/>
          <p:cNvSpPr/>
          <p:nvPr/>
        </p:nvSpPr>
        <p:spPr>
          <a:xfrm>
            <a:off x="2228027" y="4398264"/>
            <a:ext cx="1645920" cy="621792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400" dirty="0"/>
          </a:p>
        </p:txBody>
      </p:sp>
      <p:sp>
        <p:nvSpPr>
          <p:cNvPr id="21" name="判斷"/>
          <p:cNvSpPr/>
          <p:nvPr/>
        </p:nvSpPr>
        <p:spPr>
          <a:xfrm>
            <a:off x="4410334" y="4251960"/>
            <a:ext cx="1554480" cy="914400"/>
          </a:xfrm>
          <a:prstGeom prst="diamond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300" dirty="0"/>
          </a:p>
        </p:txBody>
      </p:sp>
      <p:sp>
        <p:nvSpPr>
          <p:cNvPr id="22" name="處理"/>
          <p:cNvSpPr/>
          <p:nvPr/>
        </p:nvSpPr>
        <p:spPr>
          <a:xfrm>
            <a:off x="6501201" y="4398264"/>
            <a:ext cx="1463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400" dirty="0"/>
          </a:p>
        </p:txBody>
      </p:sp>
      <p:sp>
        <p:nvSpPr>
          <p:cNvPr id="23" name="文件"/>
          <p:cNvSpPr/>
          <p:nvPr/>
        </p:nvSpPr>
        <p:spPr>
          <a:xfrm>
            <a:off x="8500628" y="4343400"/>
            <a:ext cx="1463040" cy="731520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400" dirty="0"/>
          </a:p>
        </p:txBody>
      </p:sp>
      <p:sp>
        <p:nvSpPr>
          <p:cNvPr id="24" name="開始／結束"/>
          <p:cNvSpPr/>
          <p:nvPr/>
        </p:nvSpPr>
        <p:spPr>
          <a:xfrm>
            <a:off x="10500055" y="443484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F5BD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00" dirty="0"/>
          </a:p>
        </p:txBody>
      </p:sp>
      <p:cxnSp>
        <p:nvCxnSpPr>
          <p:cNvPr id="25" name="連接線"/>
          <p:cNvCxnSpPr>
            <a:stCxn id="19" idx="3"/>
            <a:endCxn id="20" idx="5"/>
          </p:cNvCxnSpPr>
          <p:nvPr/>
        </p:nvCxnSpPr>
        <p:spPr>
          <a:xfrm>
            <a:off x="1691640" y="4709160"/>
            <a:ext cx="666963" cy="0"/>
          </a:xfrm>
          <a:prstGeom prst="straightConnector1">
            <a:avLst/>
          </a:prstGeom>
          <a:ln w="9525">
            <a:solidFill>
              <a:srgbClr val="7F7F7F"/>
            </a:solidFill>
            <a:prstDash val="solid"/>
            <a:tailEnd type="arrow" w="lg" len="lg"/>
          </a:ln>
        </p:spPr>
      </p:cxnSp>
      <p:cxnSp>
        <p:nvCxnSpPr>
          <p:cNvPr id="26" name="連接線"/>
          <p:cNvCxnSpPr>
            <a:stCxn id="20" idx="2"/>
            <a:endCxn id="21" idx="1"/>
          </p:cNvCxnSpPr>
          <p:nvPr/>
        </p:nvCxnSpPr>
        <p:spPr>
          <a:xfrm>
            <a:off x="3743371" y="4709160"/>
            <a:ext cx="666963" cy="0"/>
          </a:xfrm>
          <a:prstGeom prst="straightConnector1">
            <a:avLst/>
          </a:prstGeom>
          <a:ln w="9525">
            <a:solidFill>
              <a:srgbClr val="7F7F7F"/>
            </a:solidFill>
            <a:prstDash val="solid"/>
            <a:tailEnd type="arrow" w="lg" len="lg"/>
          </a:ln>
        </p:spPr>
      </p:cxnSp>
      <p:cxnSp>
        <p:nvCxnSpPr>
          <p:cNvPr id="27" name="連接線"/>
          <p:cNvCxnSpPr>
            <a:stCxn id="21" idx="3"/>
            <a:endCxn id="22" idx="1"/>
          </p:cNvCxnSpPr>
          <p:nvPr/>
        </p:nvCxnSpPr>
        <p:spPr>
          <a:xfrm>
            <a:off x="5964814" y="4709160"/>
            <a:ext cx="536387" cy="0"/>
          </a:xfrm>
          <a:prstGeom prst="straightConnector1">
            <a:avLst/>
          </a:prstGeom>
          <a:ln w="9525">
            <a:solidFill>
              <a:srgbClr val="7F7F7F"/>
            </a:solidFill>
            <a:prstDash val="solid"/>
            <a:tailEnd type="arrow" w="lg" len="lg"/>
          </a:ln>
        </p:spPr>
      </p:cxnSp>
      <p:cxnSp>
        <p:nvCxnSpPr>
          <p:cNvPr id="28" name="連接線"/>
          <p:cNvCxnSpPr>
            <a:stCxn id="22" idx="3"/>
            <a:endCxn id="23" idx="1"/>
          </p:cNvCxnSpPr>
          <p:nvPr/>
        </p:nvCxnSpPr>
        <p:spPr>
          <a:xfrm>
            <a:off x="7964241" y="4709160"/>
            <a:ext cx="536387" cy="0"/>
          </a:xfrm>
          <a:prstGeom prst="straightConnector1">
            <a:avLst/>
          </a:prstGeom>
          <a:ln w="9525">
            <a:solidFill>
              <a:srgbClr val="7F7F7F"/>
            </a:solidFill>
            <a:prstDash val="solid"/>
            <a:tailEnd type="arrow" w="lg" len="lg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9963668" y="4709160"/>
            <a:ext cx="536387" cy="0"/>
          </a:xfrm>
          <a:prstGeom prst="straightConnector1">
            <a:avLst/>
          </a:prstGeom>
          <a:ln w="9525">
            <a:solidFill>
              <a:srgbClr val="7F7F7F"/>
            </a:solidFill>
            <a:prstDash val="solid"/>
            <a:tailEnd type="arrow" w="lg" len="lg"/>
          </a:ln>
        </p:spPr>
      </p:cxnSp>
      <p:sp>
        <p:nvSpPr>
          <p:cNvPr id="30" name="Text 28"/>
          <p:cNvSpPr/>
          <p:nvPr/>
        </p:nvSpPr>
        <p:spPr>
          <a:xfrm>
            <a:off x="5983102" y="4325112"/>
            <a:ext cx="53638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100" dirty="0"/>
          </a:p>
        </p:txBody>
      </p:sp>
      <p:sp>
        <p:nvSpPr>
          <p:cNvPr id="31" name="資料庫"/>
          <p:cNvSpPr/>
          <p:nvPr/>
        </p:nvSpPr>
        <p:spPr>
          <a:xfrm>
            <a:off x="6775521" y="5413248"/>
            <a:ext cx="914400" cy="749808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200" dirty="0"/>
          </a:p>
        </p:txBody>
      </p:sp>
      <p:cxnSp>
        <p:nvCxnSpPr>
          <p:cNvPr id="32" name="連接線"/>
          <p:cNvCxnSpPr>
            <a:stCxn id="22" idx="2"/>
            <a:endCxn id="31" idx="0"/>
          </p:cNvCxnSpPr>
          <p:nvPr/>
        </p:nvCxnSpPr>
        <p:spPr>
          <a:xfrm>
            <a:off x="7232721" y="5020056"/>
            <a:ext cx="0" cy="393192"/>
          </a:xfrm>
          <a:prstGeom prst="straightConnector1">
            <a:avLst/>
          </a:prstGeom>
          <a:ln w="9525">
            <a:solidFill>
              <a:srgbClr val="7F7F7F"/>
            </a:solidFill>
            <a:prstDash val="sysDash"/>
            <a:headEnd type="triangle" w="lg" len="lg"/>
            <a:tailEnd type="arrow" w="lg" len="lg"/>
          </a:ln>
        </p:spPr>
      </p:cxnSp>
      <p:cxnSp>
        <p:nvCxnSpPr>
          <p:cNvPr id="33" name="連接線"/>
          <p:cNvCxnSpPr>
            <a:stCxn id="21" idx="2"/>
            <a:endCxn id="20" idx="4"/>
          </p:cNvCxnSpPr>
          <p:nvPr/>
        </p:nvCxnSpPr>
        <p:spPr>
          <a:xfrm rot="5400000" flipH="1">
            <a:off x="4046129" y="4024914"/>
            <a:ext cx="146304" cy="2136587"/>
          </a:xfrm>
          <a:prstGeom prst="bentConnector3">
            <a:avLst>
              <a:gd name="adj1" fmla="val -468750"/>
            </a:avLst>
          </a:prstGeom>
          <a:ln w="9525">
            <a:solidFill>
              <a:srgbClr val="7F7F7F"/>
            </a:solidFill>
            <a:prstDash val="solid"/>
            <a:tailEnd type="arrow" w="lg" len="lg"/>
          </a:ln>
        </p:spPr>
      </p:cxnSp>
      <p:sp>
        <p:nvSpPr>
          <p:cNvPr id="34" name="Text 32"/>
          <p:cNvSpPr/>
          <p:nvPr/>
        </p:nvSpPr>
        <p:spPr>
          <a:xfrm>
            <a:off x="5279014" y="5276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" cy="32004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51206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結構元件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樹狀分支、十字矩陣與半透明寬欄條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300" dirty="0"/>
          </a:p>
        </p:txBody>
      </p:sp>
      <p:sp>
        <p:nvSpPr>
          <p:cNvPr id="6" name="線條"/>
          <p:cNvSpPr/>
          <p:nvPr/>
        </p:nvSpPr>
        <p:spPr>
          <a:xfrm>
            <a:off x="548640" y="2167128"/>
            <a:ext cx="52120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處理"/>
          <p:cNvSpPr/>
          <p:nvPr/>
        </p:nvSpPr>
        <p:spPr>
          <a:xfrm>
            <a:off x="548640" y="3794760"/>
            <a:ext cx="74980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300" dirty="0"/>
          </a:p>
        </p:txBody>
      </p:sp>
      <p:sp>
        <p:nvSpPr>
          <p:cNvPr id="8" name="處理"/>
          <p:cNvSpPr/>
          <p:nvPr/>
        </p:nvSpPr>
        <p:spPr>
          <a:xfrm>
            <a:off x="1874520" y="306324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1200" dirty="0"/>
          </a:p>
        </p:txBody>
      </p:sp>
      <p:sp>
        <p:nvSpPr>
          <p:cNvPr id="9" name="處理"/>
          <p:cNvSpPr/>
          <p:nvPr/>
        </p:nvSpPr>
        <p:spPr>
          <a:xfrm>
            <a:off x="1874520" y="452628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1200" dirty="0"/>
          </a:p>
        </p:txBody>
      </p:sp>
      <p:sp>
        <p:nvSpPr>
          <p:cNvPr id="10" name="處理"/>
          <p:cNvSpPr/>
          <p:nvPr/>
        </p:nvSpPr>
        <p:spPr>
          <a:xfrm>
            <a:off x="3291840" y="3794760"/>
            <a:ext cx="749808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4F5BD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300" dirty="0"/>
          </a:p>
        </p:txBody>
      </p:sp>
      <p:sp>
        <p:nvSpPr>
          <p:cNvPr id="11" name="處理"/>
          <p:cNvSpPr/>
          <p:nvPr/>
        </p:nvSpPr>
        <p:spPr>
          <a:xfrm>
            <a:off x="4617720" y="2606040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1200" dirty="0"/>
          </a:p>
        </p:txBody>
      </p:sp>
      <p:sp>
        <p:nvSpPr>
          <p:cNvPr id="12" name="處理"/>
          <p:cNvSpPr/>
          <p:nvPr/>
        </p:nvSpPr>
        <p:spPr>
          <a:xfrm>
            <a:off x="4617720" y="3794760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1200" dirty="0"/>
          </a:p>
        </p:txBody>
      </p:sp>
      <p:sp>
        <p:nvSpPr>
          <p:cNvPr id="13" name="處理"/>
          <p:cNvSpPr/>
          <p:nvPr/>
        </p:nvSpPr>
        <p:spPr>
          <a:xfrm>
            <a:off x="4617720" y="4983480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1200" dirty="0"/>
          </a:p>
        </p:txBody>
      </p:sp>
      <p:sp>
        <p:nvSpPr>
          <p:cNvPr id="14" name="連接線"/>
          <p:cNvSpPr/>
          <p:nvPr/>
        </p:nvSpPr>
        <p:spPr>
          <a:xfrm>
            <a:off x="1353312" y="329184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731520"/>
                </a:moveTo>
                <a:lnTo>
                  <a:pt x="233172" y="7315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連接線"/>
          <p:cNvSpPr/>
          <p:nvPr/>
        </p:nvSpPr>
        <p:spPr>
          <a:xfrm>
            <a:off x="1353312" y="402336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0"/>
                </a:moveTo>
                <a:lnTo>
                  <a:pt x="233172" y="0"/>
                </a:lnTo>
                <a:lnTo>
                  <a:pt x="233172" y="731520"/>
                </a:lnTo>
                <a:lnTo>
                  <a:pt x="466344" y="731520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連接線"/>
          <p:cNvSpPr/>
          <p:nvPr/>
        </p:nvSpPr>
        <p:spPr>
          <a:xfrm>
            <a:off x="2770632" y="329184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0"/>
                </a:moveTo>
                <a:lnTo>
                  <a:pt x="233172" y="0"/>
                </a:lnTo>
                <a:lnTo>
                  <a:pt x="233172" y="731520"/>
                </a:lnTo>
                <a:lnTo>
                  <a:pt x="466344" y="731520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2770632" y="402336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731520"/>
                </a:moveTo>
                <a:lnTo>
                  <a:pt x="233172" y="7315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4096512" y="2834640"/>
            <a:ext cx="466344" cy="1188720"/>
          </a:xfrm>
          <a:custGeom>
            <a:avLst/>
            <a:gdLst/>
            <a:ahLst/>
            <a:cxnLst/>
            <a:rect l="l" t="t" r="r" b="b"/>
            <a:pathLst>
              <a:path w="466344" h="1188720">
                <a:moveTo>
                  <a:pt x="0" y="1188720"/>
                </a:moveTo>
                <a:lnTo>
                  <a:pt x="233172" y="11887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線條"/>
          <p:cNvSpPr/>
          <p:nvPr/>
        </p:nvSpPr>
        <p:spPr>
          <a:xfrm>
            <a:off x="4096512" y="4023360"/>
            <a:ext cx="466344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</p:sp>
      <p:sp>
        <p:nvSpPr>
          <p:cNvPr id="20" name="連接線"/>
          <p:cNvSpPr/>
          <p:nvPr/>
        </p:nvSpPr>
        <p:spPr>
          <a:xfrm>
            <a:off x="4096512" y="4023360"/>
            <a:ext cx="466344" cy="1188720"/>
          </a:xfrm>
          <a:custGeom>
            <a:avLst/>
            <a:gdLst/>
            <a:ahLst/>
            <a:cxnLst/>
            <a:rect l="l" t="t" r="r" b="b"/>
            <a:pathLst>
              <a:path w="466344" h="1188720">
                <a:moveTo>
                  <a:pt x="0" y="0"/>
                </a:moveTo>
                <a:lnTo>
                  <a:pt x="233172" y="0"/>
                </a:lnTo>
                <a:lnTo>
                  <a:pt x="233172" y="1188720"/>
                </a:lnTo>
                <a:lnTo>
                  <a:pt x="466344" y="1188720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72200" y="1783080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300" dirty="0"/>
          </a:p>
        </p:txBody>
      </p:sp>
      <p:sp>
        <p:nvSpPr>
          <p:cNvPr id="22" name="線條"/>
          <p:cNvSpPr/>
          <p:nvPr/>
        </p:nvSpPr>
        <p:spPr>
          <a:xfrm>
            <a:off x="6172200" y="2167128"/>
            <a:ext cx="26974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3" name="線條"/>
          <p:cNvSpPr/>
          <p:nvPr/>
        </p:nvSpPr>
        <p:spPr>
          <a:xfrm>
            <a:off x="6556248" y="4023360"/>
            <a:ext cx="192938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4" name="線條"/>
          <p:cNvSpPr/>
          <p:nvPr/>
        </p:nvSpPr>
        <p:spPr>
          <a:xfrm>
            <a:off x="7520940" y="2697480"/>
            <a:ext cx="0" cy="265176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5" name="中心圓"/>
          <p:cNvSpPr/>
          <p:nvPr/>
        </p:nvSpPr>
        <p:spPr>
          <a:xfrm>
            <a:off x="7100316" y="3602736"/>
            <a:ext cx="841248" cy="841248"/>
          </a:xfrm>
          <a:prstGeom prst="ellipse">
            <a:avLst/>
          </a:prstGeom>
          <a:solidFill>
            <a:srgbClr val="4F5BD5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200" dirty="0"/>
          </a:p>
        </p:txBody>
      </p:sp>
      <p:sp>
        <p:nvSpPr>
          <p:cNvPr id="26" name="標籤"/>
          <p:cNvSpPr/>
          <p:nvPr/>
        </p:nvSpPr>
        <p:spPr>
          <a:xfrm>
            <a:off x="6549136" y="3227832"/>
            <a:ext cx="517144" cy="274320"/>
          </a:xfrm>
          <a:prstGeom prst="rect">
            <a:avLst/>
          </a:prstGeom>
          <a:noFill/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1100" dirty="0"/>
          </a:p>
        </p:txBody>
      </p:sp>
      <p:sp>
        <p:nvSpPr>
          <p:cNvPr id="27" name="標籤"/>
          <p:cNvSpPr/>
          <p:nvPr/>
        </p:nvSpPr>
        <p:spPr>
          <a:xfrm>
            <a:off x="7975600" y="3227832"/>
            <a:ext cx="517144" cy="274320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1100" dirty="0"/>
          </a:p>
        </p:txBody>
      </p:sp>
      <p:sp>
        <p:nvSpPr>
          <p:cNvPr id="28" name="標籤"/>
          <p:cNvSpPr/>
          <p:nvPr/>
        </p:nvSpPr>
        <p:spPr>
          <a:xfrm>
            <a:off x="6549136" y="4544568"/>
            <a:ext cx="517144" cy="274320"/>
          </a:xfrm>
          <a:prstGeom prst="rect">
            <a:avLst/>
          </a:prstGeom>
          <a:noFill/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1100" dirty="0"/>
          </a:p>
        </p:txBody>
      </p:sp>
      <p:sp>
        <p:nvSpPr>
          <p:cNvPr id="29" name="標籤"/>
          <p:cNvSpPr/>
          <p:nvPr/>
        </p:nvSpPr>
        <p:spPr>
          <a:xfrm>
            <a:off x="7975600" y="4544568"/>
            <a:ext cx="517144" cy="274320"/>
          </a:xfrm>
          <a:prstGeom prst="rect">
            <a:avLst/>
          </a:prstGeom>
          <a:noFill/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72300" y="23774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72300" y="53949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38862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38862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35440" y="1783080"/>
            <a:ext cx="240761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300" dirty="0"/>
          </a:p>
        </p:txBody>
      </p:sp>
      <p:sp>
        <p:nvSpPr>
          <p:cNvPr id="35" name="線條"/>
          <p:cNvSpPr/>
          <p:nvPr/>
        </p:nvSpPr>
        <p:spPr>
          <a:xfrm>
            <a:off x="9235440" y="2167128"/>
            <a:ext cx="24076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66960" y="2286000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744200" y="2286000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100" dirty="0"/>
          </a:p>
        </p:txBody>
      </p:sp>
      <p:sp>
        <p:nvSpPr>
          <p:cNvPr id="38" name="寬欄條"/>
          <p:cNvSpPr/>
          <p:nvPr/>
        </p:nvSpPr>
        <p:spPr>
          <a:xfrm>
            <a:off x="10149840" y="2606040"/>
            <a:ext cx="566928" cy="3108960"/>
          </a:xfrm>
          <a:prstGeom prst="rect">
            <a:avLst/>
          </a:prstGeom>
          <a:noFill/>
          <a:ln w="9525">
            <a:solidFill>
              <a:srgbClr val="A6A6A6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寬欄條"/>
          <p:cNvSpPr/>
          <p:nvPr/>
        </p:nvSpPr>
        <p:spPr>
          <a:xfrm>
            <a:off x="10927080" y="2606040"/>
            <a:ext cx="566928" cy="3108960"/>
          </a:xfrm>
          <a:prstGeom prst="rect">
            <a:avLst/>
          </a:prstGeom>
          <a:noFill/>
          <a:ln w="9525">
            <a:solidFill>
              <a:srgbClr val="A6A6A6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9235440" y="304495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100" dirty="0"/>
          </a:p>
        </p:txBody>
      </p:sp>
      <p:sp>
        <p:nvSpPr>
          <p:cNvPr id="41" name="編號"/>
          <p:cNvSpPr/>
          <p:nvPr/>
        </p:nvSpPr>
        <p:spPr>
          <a:xfrm>
            <a:off x="10222992" y="2990088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看</a:t>
            </a:r>
            <a:endParaRPr lang="en-US" sz="1300" dirty="0"/>
          </a:p>
        </p:txBody>
      </p:sp>
      <p:sp>
        <p:nvSpPr>
          <p:cNvPr id="42" name="編號"/>
          <p:cNvSpPr/>
          <p:nvPr/>
        </p:nvSpPr>
        <p:spPr>
          <a:xfrm>
            <a:off x="11000232" y="2990088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練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235440" y="400507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100" dirty="0"/>
          </a:p>
        </p:txBody>
      </p:sp>
      <p:sp>
        <p:nvSpPr>
          <p:cNvPr id="44" name="編號"/>
          <p:cNvSpPr/>
          <p:nvPr/>
        </p:nvSpPr>
        <p:spPr>
          <a:xfrm>
            <a:off x="10222992" y="3950208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問</a:t>
            </a:r>
            <a:endParaRPr lang="en-US" sz="1300" dirty="0"/>
          </a:p>
        </p:txBody>
      </p:sp>
      <p:sp>
        <p:nvSpPr>
          <p:cNvPr id="45" name="編號"/>
          <p:cNvSpPr/>
          <p:nvPr/>
        </p:nvSpPr>
        <p:spPr>
          <a:xfrm>
            <a:off x="11000232" y="3950208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談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235440" y="496519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100" dirty="0"/>
          </a:p>
        </p:txBody>
      </p:sp>
      <p:sp>
        <p:nvSpPr>
          <p:cNvPr id="47" name="編號"/>
          <p:cNvSpPr/>
          <p:nvPr/>
        </p:nvSpPr>
        <p:spPr>
          <a:xfrm>
            <a:off x="10222992" y="4910328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想</a:t>
            </a:r>
            <a:endParaRPr lang="en-US" sz="1300" dirty="0"/>
          </a:p>
        </p:txBody>
      </p:sp>
      <p:sp>
        <p:nvSpPr>
          <p:cNvPr id="48" name="編號"/>
          <p:cNvSpPr/>
          <p:nvPr/>
        </p:nvSpPr>
        <p:spPr>
          <a:xfrm>
            <a:off x="11000232" y="4910328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寫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" cy="32004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51206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高效溝通：讓想法被看見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關鍵在於把資訊整理成對方能理解的結構</a:t>
            </a:r>
            <a:endParaRPr lang="en-US" sz="1400" dirty="0"/>
          </a:p>
        </p:txBody>
      </p:sp>
      <p:sp>
        <p:nvSpPr>
          <p:cNvPr id="5" name="大圓"/>
          <p:cNvSpPr/>
          <p:nvPr/>
        </p:nvSpPr>
        <p:spPr>
          <a:xfrm>
            <a:off x="1208989" y="1828800"/>
            <a:ext cx="2377440" cy="2377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08989" y="2137867"/>
            <a:ext cx="2377440" cy="7370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Why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446733" y="2898648"/>
            <a:ext cx="1901952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500" dirty="0"/>
          </a:p>
        </p:txBody>
      </p:sp>
      <p:sp>
        <p:nvSpPr>
          <p:cNvPr id="8" name="大圓"/>
          <p:cNvSpPr/>
          <p:nvPr/>
        </p:nvSpPr>
        <p:spPr>
          <a:xfrm>
            <a:off x="4907128" y="1828800"/>
            <a:ext cx="2377440" cy="2377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07128" y="2137867"/>
            <a:ext cx="2377440" cy="7370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How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5144872" y="2898648"/>
            <a:ext cx="1901952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500" dirty="0"/>
          </a:p>
        </p:txBody>
      </p:sp>
      <p:sp>
        <p:nvSpPr>
          <p:cNvPr id="11" name="大圓"/>
          <p:cNvSpPr/>
          <p:nvPr/>
        </p:nvSpPr>
        <p:spPr>
          <a:xfrm>
            <a:off x="8605266" y="1828800"/>
            <a:ext cx="2377440" cy="2377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05266" y="2137867"/>
            <a:ext cx="2377440" cy="7370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What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8843010" y="2898648"/>
            <a:ext cx="1901952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500" dirty="0"/>
          </a:p>
        </p:txBody>
      </p:sp>
      <p:sp>
        <p:nvSpPr>
          <p:cNvPr id="14" name="線條"/>
          <p:cNvSpPr/>
          <p:nvPr/>
        </p:nvSpPr>
        <p:spPr>
          <a:xfrm>
            <a:off x="3961486" y="3017520"/>
            <a:ext cx="570586" cy="0"/>
          </a:xfrm>
          <a:prstGeom prst="line">
            <a:avLst/>
          </a:prstGeom>
          <a:noFill/>
          <a:ln w="9525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15" name="線條"/>
          <p:cNvSpPr/>
          <p:nvPr/>
        </p:nvSpPr>
        <p:spPr>
          <a:xfrm>
            <a:off x="7659624" y="3017520"/>
            <a:ext cx="570586" cy="0"/>
          </a:xfrm>
          <a:prstGeom prst="line">
            <a:avLst/>
          </a:prstGeom>
          <a:noFill/>
          <a:ln w="9525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16" name="小圓"/>
          <p:cNvSpPr/>
          <p:nvPr/>
        </p:nvSpPr>
        <p:spPr>
          <a:xfrm>
            <a:off x="4780734" y="336715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600" dirty="0"/>
          </a:p>
        </p:txBody>
      </p:sp>
      <p:sp>
        <p:nvSpPr>
          <p:cNvPr id="17" name="小圓"/>
          <p:cNvSpPr/>
          <p:nvPr/>
        </p:nvSpPr>
        <p:spPr>
          <a:xfrm>
            <a:off x="5730088" y="3840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600" dirty="0"/>
          </a:p>
        </p:txBody>
      </p:sp>
      <p:sp>
        <p:nvSpPr>
          <p:cNvPr id="18" name="小圓"/>
          <p:cNvSpPr/>
          <p:nvPr/>
        </p:nvSpPr>
        <p:spPr>
          <a:xfrm>
            <a:off x="6679442" y="336715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62446" y="4709160"/>
            <a:ext cx="868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711800" y="4709160"/>
            <a:ext cx="868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61154" y="4709160"/>
            <a:ext cx="868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1150" dirty="0"/>
          </a:p>
        </p:txBody>
      </p:sp>
      <p:sp>
        <p:nvSpPr>
          <p:cNvPr id="22" name="標籤"/>
          <p:cNvSpPr/>
          <p:nvPr/>
        </p:nvSpPr>
        <p:spPr>
          <a:xfrm>
            <a:off x="1346149" y="4572000"/>
            <a:ext cx="2103120" cy="38404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300" dirty="0"/>
          </a:p>
        </p:txBody>
      </p:sp>
      <p:sp>
        <p:nvSpPr>
          <p:cNvPr id="23" name="標籤"/>
          <p:cNvSpPr/>
          <p:nvPr/>
        </p:nvSpPr>
        <p:spPr>
          <a:xfrm>
            <a:off x="1346149" y="5074920"/>
            <a:ext cx="2103120" cy="38404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300" dirty="0"/>
          </a:p>
        </p:txBody>
      </p:sp>
      <p:sp>
        <p:nvSpPr>
          <p:cNvPr id="24" name="標籤"/>
          <p:cNvSpPr/>
          <p:nvPr/>
        </p:nvSpPr>
        <p:spPr>
          <a:xfrm>
            <a:off x="1346149" y="5577840"/>
            <a:ext cx="2103120" cy="38404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300" dirty="0"/>
          </a:p>
        </p:txBody>
      </p:sp>
      <p:sp>
        <p:nvSpPr>
          <p:cNvPr id="25" name="標籤"/>
          <p:cNvSpPr/>
          <p:nvPr/>
        </p:nvSpPr>
        <p:spPr>
          <a:xfrm>
            <a:off x="8742426" y="4572000"/>
            <a:ext cx="2103120" cy="38404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300" dirty="0"/>
          </a:p>
        </p:txBody>
      </p:sp>
      <p:sp>
        <p:nvSpPr>
          <p:cNvPr id="26" name="標籤"/>
          <p:cNvSpPr/>
          <p:nvPr/>
        </p:nvSpPr>
        <p:spPr>
          <a:xfrm>
            <a:off x="8742426" y="5074920"/>
            <a:ext cx="2103120" cy="38404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300" dirty="0"/>
          </a:p>
        </p:txBody>
      </p:sp>
      <p:sp>
        <p:nvSpPr>
          <p:cNvPr id="27" name="標籤"/>
          <p:cNvSpPr/>
          <p:nvPr/>
        </p:nvSpPr>
        <p:spPr>
          <a:xfrm>
            <a:off x="8742426" y="5577840"/>
            <a:ext cx="2103120" cy="38404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016752"/>
            <a:ext cx="110944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" cy="32004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51206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策略規劃框架地圖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從現況、課題到行動方案的思考路徑</a:t>
            </a:r>
            <a:endParaRPr lang="en-US" sz="1400" dirty="0"/>
          </a:p>
        </p:txBody>
      </p:sp>
      <p:sp>
        <p:nvSpPr>
          <p:cNvPr id="5" name="卡片"/>
          <p:cNvSpPr/>
          <p:nvPr/>
        </p:nvSpPr>
        <p:spPr>
          <a:xfrm>
            <a:off x="548640" y="3931920"/>
            <a:ext cx="188238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400" dirty="0"/>
          </a:p>
        </p:txBody>
      </p:sp>
      <p:sp>
        <p:nvSpPr>
          <p:cNvPr id="7" name="線條"/>
          <p:cNvSpPr/>
          <p:nvPr/>
        </p:nvSpPr>
        <p:spPr>
          <a:xfrm>
            <a:off x="2403592" y="4352544"/>
            <a:ext cx="475488" cy="0"/>
          </a:xfrm>
          <a:prstGeom prst="line">
            <a:avLst/>
          </a:prstGeom>
          <a:noFill/>
          <a:ln w="9525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8" name="卡片"/>
          <p:cNvSpPr/>
          <p:nvPr/>
        </p:nvSpPr>
        <p:spPr>
          <a:xfrm>
            <a:off x="2851648" y="3931920"/>
            <a:ext cx="188238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51648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400" dirty="0"/>
          </a:p>
        </p:txBody>
      </p:sp>
      <p:sp>
        <p:nvSpPr>
          <p:cNvPr id="10" name="線條"/>
          <p:cNvSpPr/>
          <p:nvPr/>
        </p:nvSpPr>
        <p:spPr>
          <a:xfrm>
            <a:off x="4706600" y="4352544"/>
            <a:ext cx="475488" cy="0"/>
          </a:xfrm>
          <a:prstGeom prst="line">
            <a:avLst/>
          </a:prstGeom>
          <a:noFill/>
          <a:ln w="9525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11" name="Text 9"/>
          <p:cNvSpPr/>
          <p:nvPr/>
        </p:nvSpPr>
        <p:spPr>
          <a:xfrm>
            <a:off x="5154656" y="3931920"/>
            <a:ext cx="1882384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4F5BD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2" name="線條"/>
          <p:cNvSpPr/>
          <p:nvPr/>
        </p:nvSpPr>
        <p:spPr>
          <a:xfrm>
            <a:off x="7009608" y="4352544"/>
            <a:ext cx="475488" cy="0"/>
          </a:xfrm>
          <a:prstGeom prst="line">
            <a:avLst/>
          </a:prstGeom>
          <a:noFill/>
          <a:ln w="9525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13" name="卡片"/>
          <p:cNvSpPr/>
          <p:nvPr/>
        </p:nvSpPr>
        <p:spPr>
          <a:xfrm>
            <a:off x="7457664" y="3931920"/>
            <a:ext cx="188238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57664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400" dirty="0"/>
          </a:p>
        </p:txBody>
      </p:sp>
      <p:sp>
        <p:nvSpPr>
          <p:cNvPr id="15" name="線條"/>
          <p:cNvSpPr/>
          <p:nvPr/>
        </p:nvSpPr>
        <p:spPr>
          <a:xfrm>
            <a:off x="9312615" y="4352544"/>
            <a:ext cx="475488" cy="0"/>
          </a:xfrm>
          <a:prstGeom prst="line">
            <a:avLst/>
          </a:prstGeom>
          <a:noFill/>
          <a:ln w="9525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16" name="卡片"/>
          <p:cNvSpPr/>
          <p:nvPr/>
        </p:nvSpPr>
        <p:spPr>
          <a:xfrm>
            <a:off x="9760671" y="3931920"/>
            <a:ext cx="188238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760671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400" dirty="0"/>
          </a:p>
        </p:txBody>
      </p:sp>
      <p:sp>
        <p:nvSpPr>
          <p:cNvPr id="18" name="卡片"/>
          <p:cNvSpPr/>
          <p:nvPr/>
        </p:nvSpPr>
        <p:spPr>
          <a:xfrm>
            <a:off x="5154656" y="1828800"/>
            <a:ext cx="188238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54656" y="1828800"/>
            <a:ext cx="188238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20" name="卡片"/>
          <p:cNvSpPr/>
          <p:nvPr/>
        </p:nvSpPr>
        <p:spPr>
          <a:xfrm>
            <a:off x="2668768" y="2788920"/>
            <a:ext cx="154355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68768" y="2788920"/>
            <a:ext cx="154355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400" dirty="0"/>
          </a:p>
        </p:txBody>
      </p:sp>
      <p:sp>
        <p:nvSpPr>
          <p:cNvPr id="22" name="卡片"/>
          <p:cNvSpPr/>
          <p:nvPr/>
        </p:nvSpPr>
        <p:spPr>
          <a:xfrm>
            <a:off x="7979373" y="2788920"/>
            <a:ext cx="154355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979373" y="2788920"/>
            <a:ext cx="154355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24" name="曲線箭頭"/>
          <p:cNvSpPr/>
          <p:nvPr/>
        </p:nvSpPr>
        <p:spPr>
          <a:xfrm>
            <a:off x="3440545" y="2240280"/>
            <a:ext cx="1640958" cy="493776"/>
          </a:xfrm>
          <a:custGeom>
            <a:avLst/>
            <a:gdLst/>
            <a:ahLst/>
            <a:cxnLst/>
            <a:rect l="l" t="t" r="r" b="b"/>
            <a:pathLst>
              <a:path w="1640958" h="493776">
                <a:moveTo>
                  <a:pt x="0" y="493776"/>
                </a:moveTo>
                <a:cubicBezTo>
                  <a:pt x="0" y="0"/>
                  <a:pt x="274320" y="0"/>
                  <a:pt x="1640958" y="0"/>
                </a:cubicBezTo>
              </a:path>
            </a:pathLst>
          </a:custGeom>
          <a:noFill/>
          <a:ln w="9525">
            <a:solidFill>
              <a:srgbClr val="7F7F7F"/>
            </a:solidFill>
            <a:prstDash val="sysDash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曲線箭頭"/>
          <p:cNvSpPr/>
          <p:nvPr/>
        </p:nvSpPr>
        <p:spPr>
          <a:xfrm>
            <a:off x="7110192" y="2240280"/>
            <a:ext cx="1640958" cy="493776"/>
          </a:xfrm>
          <a:custGeom>
            <a:avLst/>
            <a:gdLst/>
            <a:ahLst/>
            <a:cxnLst/>
            <a:rect l="l" t="t" r="r" b="b"/>
            <a:pathLst>
              <a:path w="1640958" h="493776">
                <a:moveTo>
                  <a:pt x="0" y="0"/>
                </a:moveTo>
                <a:cubicBezTo>
                  <a:pt x="1366638" y="0"/>
                  <a:pt x="1640958" y="0"/>
                  <a:pt x="1640958" y="493776"/>
                </a:cubicBezTo>
              </a:path>
            </a:pathLst>
          </a:custGeom>
          <a:noFill/>
          <a:ln w="9525">
            <a:solidFill>
              <a:srgbClr val="7F7F7F"/>
            </a:solidFill>
            <a:prstDash val="sysDash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線條"/>
          <p:cNvSpPr/>
          <p:nvPr/>
        </p:nvSpPr>
        <p:spPr>
          <a:xfrm>
            <a:off x="4285475" y="3118104"/>
            <a:ext cx="3620746" cy="0"/>
          </a:xfrm>
          <a:prstGeom prst="line">
            <a:avLst/>
          </a:prstGeom>
          <a:noFill/>
          <a:ln w="9525">
            <a:solidFill>
              <a:srgbClr val="A6A6A6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27" name="編號"/>
          <p:cNvSpPr/>
          <p:nvPr/>
        </p:nvSpPr>
        <p:spPr>
          <a:xfrm>
            <a:off x="548640" y="1865376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01</a:t>
            </a:r>
            <a:endParaRPr lang="en-US" sz="1100" dirty="0"/>
          </a:p>
        </p:txBody>
      </p:sp>
      <p:sp>
        <p:nvSpPr>
          <p:cNvPr id="28" name="編號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02</a:t>
            </a:r>
            <a:endParaRPr lang="en-US" sz="1100" dirty="0"/>
          </a:p>
        </p:txBody>
      </p:sp>
      <p:sp>
        <p:nvSpPr>
          <p:cNvPr id="29" name="標籤"/>
          <p:cNvSpPr/>
          <p:nvPr/>
        </p:nvSpPr>
        <p:spPr>
          <a:xfrm>
            <a:off x="1325880" y="1874520"/>
            <a:ext cx="804591" cy="29260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100" dirty="0"/>
          </a:p>
        </p:txBody>
      </p:sp>
      <p:sp>
        <p:nvSpPr>
          <p:cNvPr id="30" name="編號"/>
          <p:cNvSpPr/>
          <p:nvPr/>
        </p:nvSpPr>
        <p:spPr>
          <a:xfrm>
            <a:off x="548640" y="2322576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編號"/>
          <p:cNvSpPr/>
          <p:nvPr/>
        </p:nvSpPr>
        <p:spPr>
          <a:xfrm>
            <a:off x="923544" y="2322576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標籤"/>
          <p:cNvSpPr/>
          <p:nvPr/>
        </p:nvSpPr>
        <p:spPr>
          <a:xfrm>
            <a:off x="1325880" y="2331720"/>
            <a:ext cx="804591" cy="29260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100" dirty="0"/>
          </a:p>
        </p:txBody>
      </p:sp>
      <p:sp>
        <p:nvSpPr>
          <p:cNvPr id="33" name="編號"/>
          <p:cNvSpPr/>
          <p:nvPr/>
        </p:nvSpPr>
        <p:spPr>
          <a:xfrm>
            <a:off x="9669231" y="1865376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編號"/>
          <p:cNvSpPr/>
          <p:nvPr/>
        </p:nvSpPr>
        <p:spPr>
          <a:xfrm>
            <a:off x="10044135" y="1865376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標籤"/>
          <p:cNvSpPr/>
          <p:nvPr/>
        </p:nvSpPr>
        <p:spPr>
          <a:xfrm>
            <a:off x="10446471" y="1874520"/>
            <a:ext cx="804591" cy="292608"/>
          </a:xfrm>
          <a:prstGeom prst="rect">
            <a:avLst/>
          </a:prstGeom>
          <a:noFill/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100" dirty="0"/>
          </a:p>
        </p:txBody>
      </p:sp>
      <p:sp>
        <p:nvSpPr>
          <p:cNvPr id="36" name="編號"/>
          <p:cNvSpPr/>
          <p:nvPr/>
        </p:nvSpPr>
        <p:spPr>
          <a:xfrm>
            <a:off x="9669231" y="2322576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編號"/>
          <p:cNvSpPr/>
          <p:nvPr/>
        </p:nvSpPr>
        <p:spPr>
          <a:xfrm>
            <a:off x="10044135" y="2322576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08</a:t>
            </a:r>
            <a:endParaRPr lang="en-US" sz="1100" dirty="0"/>
          </a:p>
        </p:txBody>
      </p:sp>
      <p:sp>
        <p:nvSpPr>
          <p:cNvPr id="38" name="標籤"/>
          <p:cNvSpPr/>
          <p:nvPr/>
        </p:nvSpPr>
        <p:spPr>
          <a:xfrm>
            <a:off x="10446471" y="2331720"/>
            <a:ext cx="804591" cy="292608"/>
          </a:xfrm>
          <a:prstGeom prst="rect">
            <a:avLst/>
          </a:prstGeom>
          <a:noFill/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1100" dirty="0"/>
          </a:p>
        </p:txBody>
      </p:sp>
      <p:sp>
        <p:nvSpPr>
          <p:cNvPr id="39" name="卡片"/>
          <p:cNvSpPr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11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400" dirty="0"/>
          </a:p>
        </p:txBody>
      </p:sp>
      <p:sp>
        <p:nvSpPr>
          <p:cNvPr id="41" name="編號"/>
          <p:cNvSpPr/>
          <p:nvPr/>
        </p:nvSpPr>
        <p:spPr>
          <a:xfrm>
            <a:off x="1144527" y="5815584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09</a:t>
            </a:r>
            <a:endParaRPr lang="en-US" sz="1100" dirty="0"/>
          </a:p>
        </p:txBody>
      </p:sp>
      <p:sp>
        <p:nvSpPr>
          <p:cNvPr id="42" name="編號"/>
          <p:cNvSpPr/>
          <p:nvPr/>
        </p:nvSpPr>
        <p:spPr>
          <a:xfrm>
            <a:off x="1519431" y="5815584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標籤"/>
          <p:cNvSpPr/>
          <p:nvPr/>
        </p:nvSpPr>
        <p:spPr>
          <a:xfrm>
            <a:off x="1921767" y="5824728"/>
            <a:ext cx="804591" cy="29260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1100" dirty="0"/>
          </a:p>
        </p:txBody>
      </p:sp>
      <p:sp>
        <p:nvSpPr>
          <p:cNvPr id="44" name="編號"/>
          <p:cNvSpPr/>
          <p:nvPr/>
        </p:nvSpPr>
        <p:spPr>
          <a:xfrm>
            <a:off x="3918130" y="5815584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11</a:t>
            </a:r>
            <a:endParaRPr lang="en-US" sz="1100" dirty="0"/>
          </a:p>
        </p:txBody>
      </p:sp>
      <p:sp>
        <p:nvSpPr>
          <p:cNvPr id="45" name="編號"/>
          <p:cNvSpPr/>
          <p:nvPr/>
        </p:nvSpPr>
        <p:spPr>
          <a:xfrm>
            <a:off x="4293034" y="5815584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12</a:t>
            </a:r>
            <a:endParaRPr lang="en-US" sz="1100" dirty="0"/>
          </a:p>
        </p:txBody>
      </p:sp>
      <p:sp>
        <p:nvSpPr>
          <p:cNvPr id="46" name="標籤"/>
          <p:cNvSpPr/>
          <p:nvPr/>
        </p:nvSpPr>
        <p:spPr>
          <a:xfrm>
            <a:off x="4695370" y="5824728"/>
            <a:ext cx="804591" cy="292608"/>
          </a:xfrm>
          <a:prstGeom prst="rect">
            <a:avLst/>
          </a:prstGeom>
          <a:noFill/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1100" dirty="0"/>
          </a:p>
        </p:txBody>
      </p:sp>
      <p:sp>
        <p:nvSpPr>
          <p:cNvPr id="47" name="編號"/>
          <p:cNvSpPr/>
          <p:nvPr/>
        </p:nvSpPr>
        <p:spPr>
          <a:xfrm>
            <a:off x="6879186" y="5815584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13</a:t>
            </a:r>
            <a:endParaRPr lang="en-US" sz="1100" dirty="0"/>
          </a:p>
        </p:txBody>
      </p:sp>
      <p:sp>
        <p:nvSpPr>
          <p:cNvPr id="48" name="標籤"/>
          <p:cNvSpPr/>
          <p:nvPr/>
        </p:nvSpPr>
        <p:spPr>
          <a:xfrm>
            <a:off x="7281522" y="5824728"/>
            <a:ext cx="804591" cy="292608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1100" dirty="0"/>
          </a:p>
        </p:txBody>
      </p:sp>
      <p:sp>
        <p:nvSpPr>
          <p:cNvPr id="49" name="編號"/>
          <p:cNvSpPr/>
          <p:nvPr/>
        </p:nvSpPr>
        <p:spPr>
          <a:xfrm>
            <a:off x="9465338" y="5815584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14</a:t>
            </a:r>
            <a:endParaRPr lang="en-US" sz="1100" dirty="0"/>
          </a:p>
        </p:txBody>
      </p:sp>
      <p:sp>
        <p:nvSpPr>
          <p:cNvPr id="50" name="編號"/>
          <p:cNvSpPr/>
          <p:nvPr/>
        </p:nvSpPr>
        <p:spPr>
          <a:xfrm>
            <a:off x="9840242" y="5815584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15</a:t>
            </a:r>
            <a:endParaRPr lang="en-US" sz="1100" dirty="0"/>
          </a:p>
        </p:txBody>
      </p:sp>
      <p:sp>
        <p:nvSpPr>
          <p:cNvPr id="51" name="標籤"/>
          <p:cNvSpPr/>
          <p:nvPr/>
        </p:nvSpPr>
        <p:spPr>
          <a:xfrm>
            <a:off x="10242578" y="5824728"/>
            <a:ext cx="804591" cy="292608"/>
          </a:xfrm>
          <a:prstGeom prst="rect">
            <a:avLst/>
          </a:prstGeom>
          <a:noFill/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457200" cy="32004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548640" y="512064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能力成長地圖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從個人特質到可遷移能力的三階段路徑</a:t>
            </a:r>
            <a:endParaRPr lang="en-US" sz="1400" dirty="0"/>
          </a:p>
        </p:txBody>
      </p:sp>
      <p:sp>
        <p:nvSpPr>
          <p:cNvPr id="5" name="漸隱箭頭"/>
          <p:cNvSpPr/>
          <p:nvPr/>
        </p:nvSpPr>
        <p:spPr>
          <a:xfrm>
            <a:off x="5737860" y="2331720"/>
            <a:ext cx="356616" cy="3361700"/>
          </a:xfrm>
          <a:prstGeom prst="rect">
            <a:avLst/>
          </a:prstGeom>
          <a:solidFill>
            <a:srgbClr val="4F5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5737860" y="2890479"/>
            <a:ext cx="356616" cy="2802941"/>
          </a:xfrm>
          <a:prstGeom prst="rect">
            <a:avLst/>
          </a:prstGeom>
          <a:solidFill>
            <a:srgbClr val="4F5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5737860" y="3449239"/>
            <a:ext cx="356616" cy="2244181"/>
          </a:xfrm>
          <a:prstGeom prst="rect">
            <a:avLst/>
          </a:prstGeom>
          <a:solidFill>
            <a:srgbClr val="4F5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5737860" y="4007998"/>
            <a:ext cx="356616" cy="1685422"/>
          </a:xfrm>
          <a:prstGeom prst="rect">
            <a:avLst/>
          </a:prstGeom>
          <a:solidFill>
            <a:srgbClr val="4F5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5737860" y="4566757"/>
            <a:ext cx="356616" cy="1126663"/>
          </a:xfrm>
          <a:prstGeom prst="rect">
            <a:avLst/>
          </a:prstGeom>
          <a:solidFill>
            <a:srgbClr val="4F5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5737860" y="5125517"/>
            <a:ext cx="356616" cy="567903"/>
          </a:xfrm>
          <a:prstGeom prst="rect">
            <a:avLst/>
          </a:prstGeom>
          <a:solidFill>
            <a:srgbClr val="4F5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5559552" y="5684276"/>
            <a:ext cx="713232" cy="442204"/>
          </a:xfrm>
          <a:custGeom>
            <a:avLst/>
            <a:gdLst/>
            <a:ahLst/>
            <a:cxnLst/>
            <a:rect l="l" t="t" r="r" b="b"/>
            <a:pathLst>
              <a:path w="713232" h="442204">
                <a:moveTo>
                  <a:pt x="0" y="0"/>
                </a:moveTo>
                <a:lnTo>
                  <a:pt x="713232" y="0"/>
                </a:lnTo>
                <a:lnTo>
                  <a:pt x="356616" y="442204"/>
                </a:lnTo>
                <a:close/>
              </a:path>
            </a:pathLst>
          </a:custGeom>
          <a:solidFill>
            <a:srgbClr val="4F5BD5">
              <a:alpha val="54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82512" y="576072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1200" dirty="0"/>
          </a:p>
        </p:txBody>
      </p:sp>
      <p:sp>
        <p:nvSpPr>
          <p:cNvPr id="13" name="處理"/>
          <p:cNvSpPr/>
          <p:nvPr/>
        </p:nvSpPr>
        <p:spPr>
          <a:xfrm>
            <a:off x="548640" y="3794760"/>
            <a:ext cx="868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416552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1050" dirty="0"/>
          </a:p>
        </p:txBody>
      </p:sp>
      <p:sp>
        <p:nvSpPr>
          <p:cNvPr id="15" name="處理"/>
          <p:cNvSpPr/>
          <p:nvPr/>
        </p:nvSpPr>
        <p:spPr>
          <a:xfrm>
            <a:off x="1874520" y="2999232"/>
            <a:ext cx="9144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400" dirty="0"/>
          </a:p>
        </p:txBody>
      </p:sp>
      <p:sp>
        <p:nvSpPr>
          <p:cNvPr id="16" name="處理"/>
          <p:cNvSpPr/>
          <p:nvPr/>
        </p:nvSpPr>
        <p:spPr>
          <a:xfrm>
            <a:off x="1874520" y="4645152"/>
            <a:ext cx="9144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2743200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28800" y="5175504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1050" dirty="0"/>
          </a:p>
        </p:txBody>
      </p:sp>
      <p:sp>
        <p:nvSpPr>
          <p:cNvPr id="19" name="處理"/>
          <p:cNvSpPr/>
          <p:nvPr/>
        </p:nvSpPr>
        <p:spPr>
          <a:xfrm>
            <a:off x="3246120" y="3794760"/>
            <a:ext cx="86868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4F5BD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54680" y="4416552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1050" dirty="0"/>
          </a:p>
        </p:txBody>
      </p:sp>
      <p:sp>
        <p:nvSpPr>
          <p:cNvPr id="21" name="連接線"/>
          <p:cNvSpPr/>
          <p:nvPr/>
        </p:nvSpPr>
        <p:spPr>
          <a:xfrm>
            <a:off x="1472184" y="324612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822960"/>
                </a:moveTo>
                <a:lnTo>
                  <a:pt x="173736" y="822960"/>
                </a:lnTo>
                <a:lnTo>
                  <a:pt x="173736" y="0"/>
                </a:lnTo>
                <a:lnTo>
                  <a:pt x="347472" y="0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連接線"/>
          <p:cNvSpPr/>
          <p:nvPr/>
        </p:nvSpPr>
        <p:spPr>
          <a:xfrm>
            <a:off x="1472184" y="406908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0"/>
                </a:moveTo>
                <a:lnTo>
                  <a:pt x="173736" y="0"/>
                </a:lnTo>
                <a:lnTo>
                  <a:pt x="173736" y="822960"/>
                </a:lnTo>
                <a:lnTo>
                  <a:pt x="347472" y="822960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2843784" y="324612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0"/>
                </a:moveTo>
                <a:lnTo>
                  <a:pt x="173736" y="0"/>
                </a:lnTo>
                <a:lnTo>
                  <a:pt x="173736" y="822960"/>
                </a:lnTo>
                <a:lnTo>
                  <a:pt x="347472" y="822960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2843784" y="406908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822960"/>
                </a:moveTo>
                <a:lnTo>
                  <a:pt x="173736" y="822960"/>
                </a:lnTo>
                <a:lnTo>
                  <a:pt x="173736" y="0"/>
                </a:lnTo>
                <a:lnTo>
                  <a:pt x="347472" y="0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4169664" y="2743200"/>
            <a:ext cx="576072" cy="1325880"/>
          </a:xfrm>
          <a:custGeom>
            <a:avLst/>
            <a:gdLst/>
            <a:ahLst/>
            <a:cxnLst/>
            <a:rect l="l" t="t" r="r" b="b"/>
            <a:pathLst>
              <a:path w="576072" h="1325880">
                <a:moveTo>
                  <a:pt x="0" y="1325880"/>
                </a:moveTo>
                <a:lnTo>
                  <a:pt x="288036" y="1325880"/>
                </a:lnTo>
                <a:lnTo>
                  <a:pt x="288036" y="0"/>
                </a:lnTo>
                <a:lnTo>
                  <a:pt x="576072" y="0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線條"/>
          <p:cNvSpPr/>
          <p:nvPr/>
        </p:nvSpPr>
        <p:spPr>
          <a:xfrm>
            <a:off x="4169664" y="4069080"/>
            <a:ext cx="576072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</p:sp>
      <p:sp>
        <p:nvSpPr>
          <p:cNvPr id="27" name="連接線"/>
          <p:cNvSpPr/>
          <p:nvPr/>
        </p:nvSpPr>
        <p:spPr>
          <a:xfrm>
            <a:off x="4169664" y="4069080"/>
            <a:ext cx="576072" cy="1325880"/>
          </a:xfrm>
          <a:custGeom>
            <a:avLst/>
            <a:gdLst/>
            <a:ahLst/>
            <a:cxnLst/>
            <a:rect l="l" t="t" r="r" b="b"/>
            <a:pathLst>
              <a:path w="576072" h="1325880">
                <a:moveTo>
                  <a:pt x="0" y="0"/>
                </a:moveTo>
                <a:lnTo>
                  <a:pt x="288036" y="0"/>
                </a:lnTo>
                <a:lnTo>
                  <a:pt x="288036" y="1325880"/>
                </a:lnTo>
                <a:lnTo>
                  <a:pt x="576072" y="1325880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卡片"/>
          <p:cNvSpPr/>
          <p:nvPr/>
        </p:nvSpPr>
        <p:spPr>
          <a:xfrm>
            <a:off x="4800600" y="2414016"/>
            <a:ext cx="1828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00600" y="241401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1600" dirty="0"/>
          </a:p>
        </p:txBody>
      </p:sp>
      <p:sp>
        <p:nvSpPr>
          <p:cNvPr id="30" name="標籤"/>
          <p:cNvSpPr/>
          <p:nvPr/>
        </p:nvSpPr>
        <p:spPr>
          <a:xfrm>
            <a:off x="6000496" y="2286000"/>
            <a:ext cx="491744" cy="256032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1000" dirty="0"/>
          </a:p>
        </p:txBody>
      </p:sp>
      <p:sp>
        <p:nvSpPr>
          <p:cNvPr id="31" name="標籤"/>
          <p:cNvSpPr/>
          <p:nvPr/>
        </p:nvSpPr>
        <p:spPr>
          <a:xfrm>
            <a:off x="4937760" y="2944368"/>
            <a:ext cx="618744" cy="256032"/>
          </a:xfrm>
          <a:prstGeom prst="rect">
            <a:avLst/>
          </a:prstGeom>
          <a:noFill/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1000" dirty="0"/>
          </a:p>
        </p:txBody>
      </p:sp>
      <p:sp>
        <p:nvSpPr>
          <p:cNvPr id="32" name="卡片"/>
          <p:cNvSpPr/>
          <p:nvPr/>
        </p:nvSpPr>
        <p:spPr>
          <a:xfrm>
            <a:off x="4800600" y="3739896"/>
            <a:ext cx="1828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00600" y="373989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600" dirty="0"/>
          </a:p>
        </p:txBody>
      </p:sp>
      <p:sp>
        <p:nvSpPr>
          <p:cNvPr id="34" name="標籤"/>
          <p:cNvSpPr/>
          <p:nvPr/>
        </p:nvSpPr>
        <p:spPr>
          <a:xfrm>
            <a:off x="6000496" y="3611880"/>
            <a:ext cx="491744" cy="256032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000" dirty="0"/>
          </a:p>
        </p:txBody>
      </p:sp>
      <p:sp>
        <p:nvSpPr>
          <p:cNvPr id="35" name="標籤"/>
          <p:cNvSpPr/>
          <p:nvPr/>
        </p:nvSpPr>
        <p:spPr>
          <a:xfrm>
            <a:off x="4937760" y="4270248"/>
            <a:ext cx="618744" cy="256032"/>
          </a:xfrm>
          <a:prstGeom prst="rect">
            <a:avLst/>
          </a:prstGeom>
          <a:noFill/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1000" dirty="0"/>
          </a:p>
        </p:txBody>
      </p:sp>
      <p:sp>
        <p:nvSpPr>
          <p:cNvPr id="36" name="卡片"/>
          <p:cNvSpPr/>
          <p:nvPr/>
        </p:nvSpPr>
        <p:spPr>
          <a:xfrm>
            <a:off x="4800600" y="5065776"/>
            <a:ext cx="1828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00600" y="506577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1600" dirty="0"/>
          </a:p>
        </p:txBody>
      </p:sp>
      <p:sp>
        <p:nvSpPr>
          <p:cNvPr id="38" name="標籤"/>
          <p:cNvSpPr/>
          <p:nvPr/>
        </p:nvSpPr>
        <p:spPr>
          <a:xfrm>
            <a:off x="6000496" y="4937760"/>
            <a:ext cx="491744" cy="256032"/>
          </a:xfrm>
          <a:prstGeom prst="rect">
            <a:avLst/>
          </a:prstGeom>
          <a:noFill/>
          <a:ln w="9525">
            <a:solidFill>
              <a:srgbClr val="4F5BD5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1000" dirty="0"/>
          </a:p>
        </p:txBody>
      </p:sp>
      <p:sp>
        <p:nvSpPr>
          <p:cNvPr id="39" name="標籤"/>
          <p:cNvSpPr/>
          <p:nvPr/>
        </p:nvSpPr>
        <p:spPr>
          <a:xfrm>
            <a:off x="4937760" y="5596128"/>
            <a:ext cx="618744" cy="256032"/>
          </a:xfrm>
          <a:prstGeom prst="rect">
            <a:avLst/>
          </a:prstGeom>
          <a:noFill/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1000" dirty="0"/>
          </a:p>
        </p:txBody>
      </p:sp>
      <p:sp>
        <p:nvSpPr>
          <p:cNvPr id="40" name="寬欄條"/>
          <p:cNvSpPr/>
          <p:nvPr/>
        </p:nvSpPr>
        <p:spPr>
          <a:xfrm>
            <a:off x="7086600" y="2057400"/>
            <a:ext cx="548640" cy="3886200"/>
          </a:xfrm>
          <a:prstGeom prst="rect">
            <a:avLst/>
          </a:prstGeom>
          <a:noFill/>
          <a:ln w="9525">
            <a:solidFill>
              <a:srgbClr val="A6A6A6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寬欄條"/>
          <p:cNvSpPr/>
          <p:nvPr/>
        </p:nvSpPr>
        <p:spPr>
          <a:xfrm>
            <a:off x="7818120" y="2057400"/>
            <a:ext cx="548640" cy="3886200"/>
          </a:xfrm>
          <a:prstGeom prst="rect">
            <a:avLst/>
          </a:prstGeom>
          <a:noFill/>
          <a:ln w="9525">
            <a:solidFill>
              <a:srgbClr val="A6A6A6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766560" y="17556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1100" dirty="0"/>
          </a:p>
        </p:txBody>
      </p:sp>
      <p:sp>
        <p:nvSpPr>
          <p:cNvPr id="43" name="編號"/>
          <p:cNvSpPr/>
          <p:nvPr/>
        </p:nvSpPr>
        <p:spPr>
          <a:xfrm>
            <a:off x="7141464" y="2523744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看</a:t>
            </a:r>
            <a:endParaRPr lang="en-US" sz="1400" dirty="0"/>
          </a:p>
        </p:txBody>
      </p:sp>
      <p:sp>
        <p:nvSpPr>
          <p:cNvPr id="44" name="編號"/>
          <p:cNvSpPr/>
          <p:nvPr/>
        </p:nvSpPr>
        <p:spPr>
          <a:xfrm>
            <a:off x="7872984" y="2523744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練</a:t>
            </a:r>
            <a:endParaRPr lang="en-US" sz="1400" dirty="0"/>
          </a:p>
        </p:txBody>
      </p:sp>
      <p:sp>
        <p:nvSpPr>
          <p:cNvPr id="45" name="線條"/>
          <p:cNvSpPr/>
          <p:nvPr/>
        </p:nvSpPr>
        <p:spPr>
          <a:xfrm>
            <a:off x="6702552" y="274320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6" name="編號"/>
          <p:cNvSpPr/>
          <p:nvPr/>
        </p:nvSpPr>
        <p:spPr>
          <a:xfrm>
            <a:off x="7141464" y="3849624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問</a:t>
            </a:r>
            <a:endParaRPr lang="en-US" sz="1400" dirty="0"/>
          </a:p>
        </p:txBody>
      </p:sp>
      <p:sp>
        <p:nvSpPr>
          <p:cNvPr id="47" name="編號"/>
          <p:cNvSpPr/>
          <p:nvPr/>
        </p:nvSpPr>
        <p:spPr>
          <a:xfrm>
            <a:off x="7872984" y="3849624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談</a:t>
            </a:r>
            <a:endParaRPr lang="en-US" sz="1400" dirty="0"/>
          </a:p>
        </p:txBody>
      </p:sp>
      <p:sp>
        <p:nvSpPr>
          <p:cNvPr id="48" name="線條"/>
          <p:cNvSpPr/>
          <p:nvPr/>
        </p:nvSpPr>
        <p:spPr>
          <a:xfrm>
            <a:off x="6702552" y="406908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9" name="編號"/>
          <p:cNvSpPr/>
          <p:nvPr/>
        </p:nvSpPr>
        <p:spPr>
          <a:xfrm>
            <a:off x="7141464" y="5175504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想</a:t>
            </a:r>
            <a:endParaRPr lang="en-US" sz="1400" dirty="0"/>
          </a:p>
        </p:txBody>
      </p:sp>
      <p:sp>
        <p:nvSpPr>
          <p:cNvPr id="50" name="編號"/>
          <p:cNvSpPr/>
          <p:nvPr/>
        </p:nvSpPr>
        <p:spPr>
          <a:xfrm>
            <a:off x="7872984" y="5175504"/>
            <a:ext cx="438912" cy="4389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寫</a:t>
            </a:r>
            <a:endParaRPr lang="en-US" sz="1400" dirty="0"/>
          </a:p>
        </p:txBody>
      </p:sp>
      <p:sp>
        <p:nvSpPr>
          <p:cNvPr id="51" name="線條"/>
          <p:cNvSpPr/>
          <p:nvPr/>
        </p:nvSpPr>
        <p:spPr>
          <a:xfrm>
            <a:off x="6702552" y="539496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2" name="線條"/>
          <p:cNvSpPr/>
          <p:nvPr/>
        </p:nvSpPr>
        <p:spPr>
          <a:xfrm>
            <a:off x="8366760" y="2743200"/>
            <a:ext cx="22860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53" name="連接線"/>
          <p:cNvSpPr/>
          <p:nvPr/>
        </p:nvSpPr>
        <p:spPr>
          <a:xfrm>
            <a:off x="8595360" y="245059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8915400" y="23134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1100" dirty="0"/>
          </a:p>
        </p:txBody>
      </p:sp>
      <p:sp>
        <p:nvSpPr>
          <p:cNvPr id="55" name="連接線"/>
          <p:cNvSpPr/>
          <p:nvPr/>
        </p:nvSpPr>
        <p:spPr>
          <a:xfrm>
            <a:off x="8595360" y="274320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8915400" y="289864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1100" dirty="0"/>
          </a:p>
        </p:txBody>
      </p:sp>
      <p:sp>
        <p:nvSpPr>
          <p:cNvPr id="57" name="線條"/>
          <p:cNvSpPr/>
          <p:nvPr/>
        </p:nvSpPr>
        <p:spPr>
          <a:xfrm>
            <a:off x="8366760" y="4069080"/>
            <a:ext cx="22860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58" name="連接線"/>
          <p:cNvSpPr/>
          <p:nvPr/>
        </p:nvSpPr>
        <p:spPr>
          <a:xfrm>
            <a:off x="8595360" y="377647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8915400" y="363931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1100" dirty="0"/>
          </a:p>
        </p:txBody>
      </p:sp>
      <p:sp>
        <p:nvSpPr>
          <p:cNvPr id="60" name="連接線"/>
          <p:cNvSpPr/>
          <p:nvPr/>
        </p:nvSpPr>
        <p:spPr>
          <a:xfrm>
            <a:off x="8595360" y="406908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915400" y="422452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1100" dirty="0"/>
          </a:p>
        </p:txBody>
      </p:sp>
      <p:sp>
        <p:nvSpPr>
          <p:cNvPr id="62" name="線條"/>
          <p:cNvSpPr/>
          <p:nvPr/>
        </p:nvSpPr>
        <p:spPr>
          <a:xfrm>
            <a:off x="8366760" y="5394960"/>
            <a:ext cx="228600" cy="0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</p:sp>
      <p:sp>
        <p:nvSpPr>
          <p:cNvPr id="63" name="連接線"/>
          <p:cNvSpPr/>
          <p:nvPr/>
        </p:nvSpPr>
        <p:spPr>
          <a:xfrm>
            <a:off x="8595360" y="510235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8915400" y="496519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1100" dirty="0"/>
          </a:p>
        </p:txBody>
      </p:sp>
      <p:sp>
        <p:nvSpPr>
          <p:cNvPr id="65" name="連接線"/>
          <p:cNvSpPr/>
          <p:nvPr/>
        </p:nvSpPr>
        <p:spPr>
          <a:xfrm>
            <a:off x="8595360" y="539496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noFill/>
          <a:ln w="9525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8915400" y="55504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1100" dirty="0"/>
          </a:p>
        </p:txBody>
      </p:sp>
      <p:sp>
        <p:nvSpPr>
          <p:cNvPr id="67" name="漸隱直條"/>
          <p:cNvSpPr/>
          <p:nvPr/>
        </p:nvSpPr>
        <p:spPr>
          <a:xfrm>
            <a:off x="11333988" y="2248510"/>
            <a:ext cx="173736" cy="3513125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漸隱直條"/>
          <p:cNvSpPr/>
          <p:nvPr/>
        </p:nvSpPr>
        <p:spPr>
          <a:xfrm>
            <a:off x="11333988" y="2540508"/>
            <a:ext cx="173736" cy="292912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漸隱直條"/>
          <p:cNvSpPr/>
          <p:nvPr/>
        </p:nvSpPr>
        <p:spPr>
          <a:xfrm>
            <a:off x="11333988" y="2832506"/>
            <a:ext cx="173736" cy="2345131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漸隱直條"/>
          <p:cNvSpPr/>
          <p:nvPr/>
        </p:nvSpPr>
        <p:spPr>
          <a:xfrm>
            <a:off x="11333988" y="3124505"/>
            <a:ext cx="173736" cy="1761134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11333988" y="3416503"/>
            <a:ext cx="173736" cy="117713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漸隱直條"/>
          <p:cNvSpPr/>
          <p:nvPr/>
        </p:nvSpPr>
        <p:spPr>
          <a:xfrm>
            <a:off x="11333988" y="3708502"/>
            <a:ext cx="173736" cy="593141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1247120" y="2057400"/>
            <a:ext cx="347472" cy="191110"/>
          </a:xfrm>
          <a:custGeom>
            <a:avLst/>
            <a:gdLst/>
            <a:ahLst/>
            <a:cxnLst/>
            <a:rect l="l" t="t" r="r" b="b"/>
            <a:pathLst>
              <a:path w="347472" h="191110">
                <a:moveTo>
                  <a:pt x="0" y="191110"/>
                </a:moveTo>
                <a:lnTo>
                  <a:pt x="173736" y="0"/>
                </a:lnTo>
                <a:lnTo>
                  <a:pt x="347472" y="191110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1247120" y="5752490"/>
            <a:ext cx="347472" cy="191110"/>
          </a:xfrm>
          <a:custGeom>
            <a:avLst/>
            <a:gdLst/>
            <a:ahLst/>
            <a:cxnLst/>
            <a:rect l="l" t="t" r="r" b="b"/>
            <a:pathLst>
              <a:path w="347472" h="191110">
                <a:moveTo>
                  <a:pt x="0" y="0"/>
                </a:moveTo>
                <a:lnTo>
                  <a:pt x="347472" y="0"/>
                </a:lnTo>
                <a:lnTo>
                  <a:pt x="173736" y="191110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0378440" y="17556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0378440" y="59893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極簡線框</dc:title>
  <dc:subject>PptxGenJS Presentation</dc:subject>
  <dc:creator>PPT Style Studio</dc:creator>
  <cp:lastModifiedBy>PPT Style Studio</cp:lastModifiedBy>
  <cp:revision>1</cp:revision>
  <dcterms:created xsi:type="dcterms:W3CDTF">2026-10-09T04:47:16Z</dcterms:created>
  <dcterms:modified xsi:type="dcterms:W3CDTF">2026-10-09T04:47:16Z</dcterms:modified>
</cp:coreProperties>
</file>