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9525">
              <a:solidFill>
                <a:srgbClr val="7F7F7F"/>
              </a:solidFill>
              <a:prstDash val="solid"/>
              <a:tailEnd type="arrow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1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53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4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4F5BD5"/>
            </a:solidFill>
            <a:prstDash val="solid"/>
            <a:tailEnd type="triangle"/>
          </a:ln>
        </p:spPr>
      </p:sp>
      <p:sp>
        <p:nvSpPr>
          <p:cNvPr id="55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6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58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59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1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2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4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5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7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8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69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0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1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F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C0504D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5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7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78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79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0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1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2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3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5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6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87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89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2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4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5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3A3A3A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97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98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99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0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1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2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3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4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07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08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09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1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2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4" name="卡片"/>
          <p:cNvSpPr/>
          <p:nvPr/>
        </p:nvSpPr>
        <p:spPr>
          <a:xfrm>
            <a:off x="4797008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6" name="卡片"/>
          <p:cNvSpPr/>
          <p:nvPr/>
        </p:nvSpPr>
        <p:spPr>
          <a:xfrm>
            <a:off x="6196432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4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noFill/>
            <a:ln w="9525">
              <a:solidFill>
                <a:srgbClr val="A6A6A6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27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29" name="Text 12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8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4F5BD5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4F5BD5"/>
                  </a:solidFill>
                  <a:latin typeface="Microsoft JhengHei Light" pitchFamily="34" charset="0"/>
                  <a:ea typeface="Microsoft JhengHei Light" pitchFamily="34" charset="-122"/>
                  <a:cs typeface="Microsoft JhengHei Light" pitchFamily="34" charset="-120"/>
                </a:rPr>
                <a:t>3</a:t>
              </a:r>
              <a:endParaRPr lang="en-US" sz="900" dirty="0"/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15" name="組合名稱"/>
          <p:cNvSpPr/>
          <p:nvPr/>
        </p:nvSpPr>
        <p:spPr>
          <a:xfrm>
            <a:off x="3372536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6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7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18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19" name="連接線"/>
            <p:cNvCxnSpPr>
              <a:stCxn id="17" idx="3"/>
              <a:endCxn id="18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0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1" name="連接線"/>
            <p:cNvCxnSpPr>
              <a:stCxn id="18" idx="3"/>
              <a:endCxn id="20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2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4" name="連接線"/>
            <p:cNvCxnSpPr>
              <a:stCxn id="18" idx="2"/>
              <a:endCxn id="23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25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6" name="組合名稱"/>
          <p:cNvSpPr/>
          <p:nvPr/>
        </p:nvSpPr>
        <p:spPr>
          <a:xfrm>
            <a:off x="6196432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28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29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1" name="連接線"/>
            <p:cNvCxnSpPr>
              <a:stCxn id="28" idx="3"/>
              <a:endCxn id="29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33" name="連接線"/>
            <p:cNvCxnSpPr>
              <a:stCxn id="29" idx="2"/>
              <a:endCxn id="28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4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5" name="組合名稱"/>
          <p:cNvSpPr/>
          <p:nvPr/>
        </p:nvSpPr>
        <p:spPr>
          <a:xfrm>
            <a:off x="9020327" y="1737360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36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37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38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39" name="連接線"/>
            <p:cNvCxnSpPr>
              <a:stCxn id="37" idx="3"/>
              <a:endCxn id="38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0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1" name="連接線"/>
            <p:cNvCxnSpPr>
              <a:stCxn id="38" idx="3"/>
              <a:endCxn id="40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2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3" name="連接線"/>
            <p:cNvCxnSpPr>
              <a:stCxn id="38" idx="0"/>
              <a:endCxn id="37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44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5" name="組合名稱"/>
          <p:cNvSpPr/>
          <p:nvPr/>
        </p:nvSpPr>
        <p:spPr>
          <a:xfrm>
            <a:off x="548640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47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49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1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4" name="連接線"/>
            <p:cNvCxnSpPr>
              <a:stCxn id="51" idx="3"/>
              <a:endCxn id="52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55" name="連接線"/>
            <p:cNvCxnSpPr>
              <a:stCxn id="52" idx="3"/>
              <a:endCxn id="53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56" name="組合名稱"/>
          <p:cNvSpPr/>
          <p:nvPr/>
        </p:nvSpPr>
        <p:spPr>
          <a:xfrm>
            <a:off x="3372536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57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58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59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2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3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64" name="連接線"/>
            <p:cNvCxnSpPr>
              <a:stCxn id="58" idx="3"/>
              <a:endCxn id="59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5" name="連接線"/>
            <p:cNvCxnSpPr>
              <a:endCxn id="60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7" name="連接線"/>
            <p:cNvCxnSpPr>
              <a:stCxn id="60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69" name="連接線"/>
            <p:cNvCxnSpPr>
              <a:stCxn id="62" idx="3"/>
              <a:endCxn id="63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70" name="組合名稱"/>
          <p:cNvSpPr/>
          <p:nvPr/>
        </p:nvSpPr>
        <p:spPr>
          <a:xfrm>
            <a:off x="6196432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7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74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FFFFFF"/>
            </a:solidFill>
            <a:ln w="15875">
              <a:solidFill>
                <a:srgbClr val="4F5BD5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7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7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7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78" name="連接線"/>
            <p:cNvCxnSpPr>
              <a:stCxn id="72" idx="2"/>
              <a:endCxn id="7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79" name="連接線"/>
            <p:cNvCxnSpPr>
              <a:stCxn id="74" idx="3"/>
              <a:endCxn id="7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80" name="組合名稱"/>
          <p:cNvSpPr/>
          <p:nvPr/>
        </p:nvSpPr>
        <p:spPr>
          <a:xfrm>
            <a:off x="9020327" y="4041648"/>
            <a:ext cx="26227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1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82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84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10093947" y="5184648"/>
              <a:ext cx="475488" cy="0"/>
            </a:xfrm>
            <a:prstGeom prst="line">
              <a:avLst/>
            </a:prstGeom>
            <a:noFill/>
            <a:ln w="9525">
              <a:solidFill>
                <a:srgbClr val="707070"/>
              </a:solidFill>
              <a:prstDash val="solid"/>
              <a:tailEnd type="arrow" w="lg" len="lg"/>
            </a:ln>
          </p:spPr>
        </p:sp>
        <p:sp>
          <p:nvSpPr>
            <p:cNvPr id="86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88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89" name="Text 8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常見組合（二）Common Patterns II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組合名稱"/>
          <p:cNvSpPr/>
          <p:nvPr/>
        </p:nvSpPr>
        <p:spPr>
          <a:xfrm>
            <a:off x="54864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4F5BD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EF0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2" name="組合名稱"/>
          <p:cNvSpPr/>
          <p:nvPr/>
        </p:nvSpPr>
        <p:spPr>
          <a:xfrm>
            <a:off x="4350410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3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4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4F5B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5BD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F5BD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5" name="Text 31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6" name="組合名稱"/>
          <p:cNvSpPr/>
          <p:nvPr/>
        </p:nvSpPr>
        <p:spPr>
          <a:xfrm>
            <a:off x="8152181" y="1737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37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38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C0504D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39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0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1" name="連接線"/>
            <p:cNvCxnSpPr>
              <a:stCxn id="38" idx="3"/>
              <a:endCxn id="39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43" name="組合名稱"/>
          <p:cNvSpPr/>
          <p:nvPr/>
        </p:nvSpPr>
        <p:spPr>
          <a:xfrm>
            <a:off x="54864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4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5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6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48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49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0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1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4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4F5BD5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CACEF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59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0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3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noFill/>
            <a:ln w="9525">
              <a:solidFill>
                <a:srgbClr val="3A3A3A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4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67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8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69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0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3" name="組合名稱"/>
          <p:cNvSpPr/>
          <p:nvPr/>
        </p:nvSpPr>
        <p:spPr>
          <a:xfrm>
            <a:off x="4350410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4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5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6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78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79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0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83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84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5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6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88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89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0" name="組合名稱"/>
          <p:cNvSpPr/>
          <p:nvPr/>
        </p:nvSpPr>
        <p:spPr>
          <a:xfrm>
            <a:off x="8152181" y="4023360"/>
            <a:ext cx="3490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91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2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93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94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95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96" name="連接線"/>
            <p:cNvCxnSpPr>
              <a:stCxn id="92" idx="3"/>
              <a:endCxn id="93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7" name="連接線"/>
            <p:cNvCxnSpPr>
              <a:stCxn id="93" idx="2"/>
              <a:endCxn id="94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8" name="連接線"/>
            <p:cNvCxnSpPr>
              <a:stCxn id="94" idx="1"/>
              <a:endCxn id="95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99" name="連接線"/>
            <p:cNvCxnSpPr>
              <a:stCxn id="95" idx="0"/>
              <a:endCxn id="92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sp>
          <p:nvSpPr>
            <p:cNvPr id="100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01" name="Text 9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2" name="Text 9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圖示庫 Icon Library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118 個 Material Symbols 圖示：顏色、粗細跟著風格；每個都是可編輯的 PowerPoint 圖案</a:t>
            </a:r>
            <a:endParaRPr lang="en-US" sz="1400" dirty="0"/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920" y="135066"/>
                </a:moveTo>
                <a:cubicBezTo>
                  <a:pt x="113084" y="127230"/>
                  <a:pt x="109161" y="117226"/>
                  <a:pt x="109161" y="105046"/>
                </a:cubicBezTo>
                <a:cubicBezTo>
                  <a:pt x="109161" y="92876"/>
                  <a:pt x="113084" y="82890"/>
                  <a:pt x="120920" y="75091"/>
                </a:cubicBezTo>
                <a:cubicBezTo>
                  <a:pt x="128757" y="67300"/>
                  <a:pt x="138742" y="63395"/>
                  <a:pt x="150876" y="63395"/>
                </a:cubicBezTo>
                <a:cubicBezTo>
                  <a:pt x="163010" y="63395"/>
                  <a:pt x="172995" y="67300"/>
                  <a:pt x="180832" y="75091"/>
                </a:cubicBezTo>
                <a:cubicBezTo>
                  <a:pt x="188668" y="82890"/>
                  <a:pt x="192591" y="92876"/>
                  <a:pt x="192591" y="105046"/>
                </a:cubicBezTo>
                <a:cubicBezTo>
                  <a:pt x="192591" y="117226"/>
                  <a:pt x="188668" y="127230"/>
                  <a:pt x="180832" y="135066"/>
                </a:cubicBezTo>
                <a:cubicBezTo>
                  <a:pt x="172995" y="142902"/>
                  <a:pt x="163010" y="146825"/>
                  <a:pt x="150876" y="146825"/>
                </a:cubicBezTo>
                <a:cubicBezTo>
                  <a:pt x="138742" y="146825"/>
                  <a:pt x="128757" y="142902"/>
                  <a:pt x="120920" y="135066"/>
                </a:cubicBezTo>
                <a:close/>
                <a:moveTo>
                  <a:pt x="56583" y="228262"/>
                </a:moveTo>
                <a:lnTo>
                  <a:pt x="56583" y="218898"/>
                </a:lnTo>
                <a:cubicBezTo>
                  <a:pt x="56583" y="212150"/>
                  <a:pt x="58366" y="206270"/>
                  <a:pt x="61951" y="201259"/>
                </a:cubicBezTo>
                <a:cubicBezTo>
                  <a:pt x="65535" y="196258"/>
                  <a:pt x="70189" y="192399"/>
                  <a:pt x="75913" y="189692"/>
                </a:cubicBezTo>
                <a:cubicBezTo>
                  <a:pt x="89154" y="183804"/>
                  <a:pt x="101919" y="179378"/>
                  <a:pt x="114190" y="176397"/>
                </a:cubicBezTo>
                <a:cubicBezTo>
                  <a:pt x="126471" y="173425"/>
                  <a:pt x="138714" y="171935"/>
                  <a:pt x="150903" y="171935"/>
                </a:cubicBezTo>
                <a:cubicBezTo>
                  <a:pt x="163102" y="171935"/>
                  <a:pt x="175309" y="173453"/>
                  <a:pt x="187525" y="176497"/>
                </a:cubicBezTo>
                <a:cubicBezTo>
                  <a:pt x="199742" y="179533"/>
                  <a:pt x="212470" y="183932"/>
                  <a:pt x="225720" y="189692"/>
                </a:cubicBezTo>
                <a:cubicBezTo>
                  <a:pt x="231563" y="192381"/>
                  <a:pt x="236281" y="196230"/>
                  <a:pt x="239865" y="201259"/>
                </a:cubicBezTo>
                <a:cubicBezTo>
                  <a:pt x="243441" y="206289"/>
                  <a:pt x="245215" y="212168"/>
                  <a:pt x="245178" y="218898"/>
                </a:cubicBezTo>
                <a:lnTo>
                  <a:pt x="245178" y="228262"/>
                </a:lnTo>
                <a:cubicBezTo>
                  <a:pt x="245178" y="232285"/>
                  <a:pt x="243761" y="235714"/>
                  <a:pt x="240926" y="238540"/>
                </a:cubicBezTo>
                <a:cubicBezTo>
                  <a:pt x="238101" y="241374"/>
                  <a:pt x="234672" y="242782"/>
                  <a:pt x="230648" y="242782"/>
                </a:cubicBezTo>
                <a:lnTo>
                  <a:pt x="71067" y="242782"/>
                </a:lnTo>
                <a:cubicBezTo>
                  <a:pt x="67044" y="242782"/>
                  <a:pt x="63624" y="241374"/>
                  <a:pt x="60789" y="238540"/>
                </a:cubicBezTo>
                <a:cubicBezTo>
                  <a:pt x="57982" y="235714"/>
                  <a:pt x="56583" y="232285"/>
                  <a:pt x="56583" y="228262"/>
                </a:cubicBezTo>
                <a:close/>
                <a:moveTo>
                  <a:pt x="70848" y="228518"/>
                </a:moveTo>
                <a:lnTo>
                  <a:pt x="230904" y="228518"/>
                </a:lnTo>
                <a:lnTo>
                  <a:pt x="230904" y="218926"/>
                </a:lnTo>
                <a:cubicBezTo>
                  <a:pt x="230904" y="215661"/>
                  <a:pt x="229862" y="212525"/>
                  <a:pt x="227795" y="209526"/>
                </a:cubicBezTo>
                <a:cubicBezTo>
                  <a:pt x="225720" y="206536"/>
                  <a:pt x="223013" y="204176"/>
                  <a:pt x="219685" y="202457"/>
                </a:cubicBezTo>
                <a:cubicBezTo>
                  <a:pt x="207322" y="196441"/>
                  <a:pt x="195663" y="192234"/>
                  <a:pt x="184727" y="189820"/>
                </a:cubicBezTo>
                <a:cubicBezTo>
                  <a:pt x="173791" y="187415"/>
                  <a:pt x="162507" y="186208"/>
                  <a:pt x="150876" y="186208"/>
                </a:cubicBezTo>
                <a:cubicBezTo>
                  <a:pt x="139245" y="186208"/>
                  <a:pt x="127879" y="187415"/>
                  <a:pt x="116769" y="189820"/>
                </a:cubicBezTo>
                <a:cubicBezTo>
                  <a:pt x="105668" y="192234"/>
                  <a:pt x="94037" y="196441"/>
                  <a:pt x="81885" y="202457"/>
                </a:cubicBezTo>
                <a:cubicBezTo>
                  <a:pt x="78547" y="204176"/>
                  <a:pt x="75877" y="206536"/>
                  <a:pt x="73865" y="209526"/>
                </a:cubicBezTo>
                <a:cubicBezTo>
                  <a:pt x="71854" y="212525"/>
                  <a:pt x="70848" y="215661"/>
                  <a:pt x="70848" y="218926"/>
                </a:cubicBezTo>
                <a:lnTo>
                  <a:pt x="70848" y="228518"/>
                </a:lnTo>
                <a:close/>
                <a:moveTo>
                  <a:pt x="170490" y="124752"/>
                </a:moveTo>
                <a:cubicBezTo>
                  <a:pt x="175711" y="119540"/>
                  <a:pt x="178317" y="113002"/>
                  <a:pt x="178317" y="105138"/>
                </a:cubicBezTo>
                <a:cubicBezTo>
                  <a:pt x="178317" y="97283"/>
                  <a:pt x="175711" y="90745"/>
                  <a:pt x="170490" y="85524"/>
                </a:cubicBezTo>
                <a:cubicBezTo>
                  <a:pt x="165269" y="80312"/>
                  <a:pt x="158731" y="77706"/>
                  <a:pt x="150876" y="77706"/>
                </a:cubicBezTo>
                <a:cubicBezTo>
                  <a:pt x="143021" y="77706"/>
                  <a:pt x="136483" y="80303"/>
                  <a:pt x="131262" y="85496"/>
                </a:cubicBezTo>
                <a:cubicBezTo>
                  <a:pt x="126041" y="90718"/>
                  <a:pt x="123435" y="97256"/>
                  <a:pt x="123435" y="105110"/>
                </a:cubicBezTo>
                <a:cubicBezTo>
                  <a:pt x="123435" y="112965"/>
                  <a:pt x="126041" y="119503"/>
                  <a:pt x="131262" y="124724"/>
                </a:cubicBezTo>
                <a:cubicBezTo>
                  <a:pt x="136483" y="129945"/>
                  <a:pt x="143021" y="132551"/>
                  <a:pt x="150876" y="132551"/>
                </a:cubicBezTo>
                <a:cubicBezTo>
                  <a:pt x="158731" y="132551"/>
                  <a:pt x="165269" y="129945"/>
                  <a:pt x="170490" y="124724"/>
                </a:cubicBezTo>
                <a:close/>
                <a:moveTo>
                  <a:pt x="150876" y="105110"/>
                </a:moveTo>
                <a:close/>
                <a:moveTo>
                  <a:pt x="150876" y="22848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101" y="218898"/>
                </a:moveTo>
                <a:cubicBezTo>
                  <a:pt x="22101" y="212296"/>
                  <a:pt x="23802" y="206444"/>
                  <a:pt x="27222" y="201360"/>
                </a:cubicBezTo>
                <a:cubicBezTo>
                  <a:pt x="30632" y="196267"/>
                  <a:pt x="35406" y="192381"/>
                  <a:pt x="41523" y="189692"/>
                </a:cubicBezTo>
                <a:cubicBezTo>
                  <a:pt x="55147" y="183721"/>
                  <a:pt x="67565" y="179268"/>
                  <a:pt x="78803" y="176333"/>
                </a:cubicBezTo>
                <a:cubicBezTo>
                  <a:pt x="90050" y="173407"/>
                  <a:pt x="102577" y="171935"/>
                  <a:pt x="116367" y="171935"/>
                </a:cubicBezTo>
                <a:cubicBezTo>
                  <a:pt x="130238" y="171935"/>
                  <a:pt x="142747" y="173407"/>
                  <a:pt x="153894" y="176333"/>
                </a:cubicBezTo>
                <a:cubicBezTo>
                  <a:pt x="165040" y="179268"/>
                  <a:pt x="177458" y="183721"/>
                  <a:pt x="191137" y="189692"/>
                </a:cubicBezTo>
                <a:cubicBezTo>
                  <a:pt x="197200" y="192399"/>
                  <a:pt x="201964" y="196285"/>
                  <a:pt x="205447" y="201360"/>
                </a:cubicBezTo>
                <a:cubicBezTo>
                  <a:pt x="208922" y="206444"/>
                  <a:pt x="210659" y="212296"/>
                  <a:pt x="210659" y="218898"/>
                </a:cubicBezTo>
                <a:lnTo>
                  <a:pt x="210659" y="228262"/>
                </a:lnTo>
                <a:cubicBezTo>
                  <a:pt x="210659" y="232056"/>
                  <a:pt x="209270" y="235421"/>
                  <a:pt x="206481" y="238357"/>
                </a:cubicBezTo>
                <a:cubicBezTo>
                  <a:pt x="203692" y="241283"/>
                  <a:pt x="200244" y="242755"/>
                  <a:pt x="196139" y="242755"/>
                </a:cubicBezTo>
                <a:lnTo>
                  <a:pt x="36622" y="242755"/>
                </a:lnTo>
                <a:cubicBezTo>
                  <a:pt x="32598" y="242755"/>
                  <a:pt x="29169" y="241338"/>
                  <a:pt x="26344" y="238512"/>
                </a:cubicBezTo>
                <a:cubicBezTo>
                  <a:pt x="23509" y="235677"/>
                  <a:pt x="22101" y="232258"/>
                  <a:pt x="22101" y="228234"/>
                </a:cubicBezTo>
                <a:lnTo>
                  <a:pt x="22101" y="218862"/>
                </a:lnTo>
                <a:close/>
                <a:moveTo>
                  <a:pt x="265130" y="242755"/>
                </a:moveTo>
                <a:lnTo>
                  <a:pt x="228298" y="242755"/>
                </a:lnTo>
                <a:cubicBezTo>
                  <a:pt x="228947" y="240341"/>
                  <a:pt x="229597" y="237973"/>
                  <a:pt x="230246" y="235650"/>
                </a:cubicBezTo>
                <a:cubicBezTo>
                  <a:pt x="230895" y="233327"/>
                  <a:pt x="231215" y="230859"/>
                  <a:pt x="231215" y="228262"/>
                </a:cubicBezTo>
                <a:lnTo>
                  <a:pt x="231215" y="219273"/>
                </a:lnTo>
                <a:cubicBezTo>
                  <a:pt x="231215" y="208081"/>
                  <a:pt x="228847" y="198891"/>
                  <a:pt x="224110" y="191704"/>
                </a:cubicBezTo>
                <a:cubicBezTo>
                  <a:pt x="219374" y="184517"/>
                  <a:pt x="212333" y="178482"/>
                  <a:pt x="202988" y="173599"/>
                </a:cubicBezTo>
                <a:cubicBezTo>
                  <a:pt x="214162" y="175190"/>
                  <a:pt x="224760" y="177256"/>
                  <a:pt x="234800" y="179798"/>
                </a:cubicBezTo>
                <a:cubicBezTo>
                  <a:pt x="244840" y="182331"/>
                  <a:pt x="253243" y="185331"/>
                  <a:pt x="260010" y="188787"/>
                </a:cubicBezTo>
                <a:cubicBezTo>
                  <a:pt x="265962" y="192115"/>
                  <a:pt x="270726" y="196404"/>
                  <a:pt x="274311" y="201643"/>
                </a:cubicBezTo>
                <a:cubicBezTo>
                  <a:pt x="277895" y="206874"/>
                  <a:pt x="279688" y="212744"/>
                  <a:pt x="279688" y="219246"/>
                </a:cubicBezTo>
                <a:lnTo>
                  <a:pt x="279688" y="228234"/>
                </a:lnTo>
                <a:cubicBezTo>
                  <a:pt x="279688" y="232258"/>
                  <a:pt x="278270" y="235677"/>
                  <a:pt x="275445" y="238512"/>
                </a:cubicBezTo>
                <a:cubicBezTo>
                  <a:pt x="272610" y="241338"/>
                  <a:pt x="269190" y="242755"/>
                  <a:pt x="265167" y="242755"/>
                </a:cubicBezTo>
                <a:close/>
                <a:moveTo>
                  <a:pt x="86438" y="135066"/>
                </a:moveTo>
                <a:cubicBezTo>
                  <a:pt x="78602" y="127230"/>
                  <a:pt x="74688" y="117226"/>
                  <a:pt x="74688" y="105046"/>
                </a:cubicBezTo>
                <a:cubicBezTo>
                  <a:pt x="74688" y="92876"/>
                  <a:pt x="78602" y="82890"/>
                  <a:pt x="86438" y="75091"/>
                </a:cubicBezTo>
                <a:cubicBezTo>
                  <a:pt x="94275" y="67300"/>
                  <a:pt x="104278" y="63395"/>
                  <a:pt x="116458" y="63395"/>
                </a:cubicBezTo>
                <a:cubicBezTo>
                  <a:pt x="128629" y="63395"/>
                  <a:pt x="138614" y="67300"/>
                  <a:pt x="146414" y="75091"/>
                </a:cubicBezTo>
                <a:cubicBezTo>
                  <a:pt x="154204" y="82890"/>
                  <a:pt x="158109" y="92876"/>
                  <a:pt x="158109" y="105046"/>
                </a:cubicBezTo>
                <a:cubicBezTo>
                  <a:pt x="158109" y="117226"/>
                  <a:pt x="154204" y="127230"/>
                  <a:pt x="146414" y="135066"/>
                </a:cubicBezTo>
                <a:cubicBezTo>
                  <a:pt x="138614" y="142902"/>
                  <a:pt x="128629" y="146825"/>
                  <a:pt x="116458" y="146825"/>
                </a:cubicBezTo>
                <a:cubicBezTo>
                  <a:pt x="104278" y="146825"/>
                  <a:pt x="94275" y="142902"/>
                  <a:pt x="86438" y="135066"/>
                </a:cubicBezTo>
                <a:close/>
                <a:moveTo>
                  <a:pt x="204058" y="135066"/>
                </a:moveTo>
                <a:cubicBezTo>
                  <a:pt x="196239" y="142902"/>
                  <a:pt x="186245" y="146825"/>
                  <a:pt x="174074" y="146825"/>
                </a:cubicBezTo>
                <a:cubicBezTo>
                  <a:pt x="172648" y="146825"/>
                  <a:pt x="171130" y="146725"/>
                  <a:pt x="169511" y="146542"/>
                </a:cubicBezTo>
                <a:cubicBezTo>
                  <a:pt x="167902" y="146350"/>
                  <a:pt x="166384" y="145993"/>
                  <a:pt x="164958" y="145472"/>
                </a:cubicBezTo>
                <a:cubicBezTo>
                  <a:pt x="169438" y="140571"/>
                  <a:pt x="172849" y="134691"/>
                  <a:pt x="175172" y="127833"/>
                </a:cubicBezTo>
                <a:cubicBezTo>
                  <a:pt x="177503" y="120966"/>
                  <a:pt x="178665" y="113386"/>
                  <a:pt x="178665" y="105110"/>
                </a:cubicBezTo>
                <a:cubicBezTo>
                  <a:pt x="178665" y="96817"/>
                  <a:pt x="177458" y="89419"/>
                  <a:pt x="175044" y="82918"/>
                </a:cubicBezTo>
                <a:cubicBezTo>
                  <a:pt x="172639" y="76426"/>
                  <a:pt x="169274" y="70336"/>
                  <a:pt x="164958" y="64657"/>
                </a:cubicBezTo>
                <a:cubicBezTo>
                  <a:pt x="166302" y="64346"/>
                  <a:pt x="167820" y="64063"/>
                  <a:pt x="169511" y="63807"/>
                </a:cubicBezTo>
                <a:cubicBezTo>
                  <a:pt x="171212" y="63560"/>
                  <a:pt x="172730" y="63432"/>
                  <a:pt x="174074" y="63432"/>
                </a:cubicBezTo>
                <a:cubicBezTo>
                  <a:pt x="186245" y="63432"/>
                  <a:pt x="196239" y="67327"/>
                  <a:pt x="204058" y="75127"/>
                </a:cubicBezTo>
                <a:cubicBezTo>
                  <a:pt x="211876" y="82918"/>
                  <a:pt x="215780" y="92903"/>
                  <a:pt x="215780" y="105083"/>
                </a:cubicBezTo>
                <a:cubicBezTo>
                  <a:pt x="215780" y="117254"/>
                  <a:pt x="211876" y="127257"/>
                  <a:pt x="204058" y="135093"/>
                </a:cubicBezTo>
                <a:close/>
                <a:moveTo>
                  <a:pt x="36366" y="228481"/>
                </a:moveTo>
                <a:lnTo>
                  <a:pt x="196422" y="228481"/>
                </a:lnTo>
                <a:lnTo>
                  <a:pt x="196422" y="218898"/>
                </a:lnTo>
                <a:cubicBezTo>
                  <a:pt x="196422" y="215542"/>
                  <a:pt x="195471" y="212397"/>
                  <a:pt x="193560" y="209471"/>
                </a:cubicBezTo>
                <a:cubicBezTo>
                  <a:pt x="191658" y="206536"/>
                  <a:pt x="188906" y="204186"/>
                  <a:pt x="185321" y="202430"/>
                </a:cubicBezTo>
                <a:cubicBezTo>
                  <a:pt x="172163" y="196285"/>
                  <a:pt x="160578" y="192042"/>
                  <a:pt x="150565" y="189692"/>
                </a:cubicBezTo>
                <a:cubicBezTo>
                  <a:pt x="140543" y="187351"/>
                  <a:pt x="129159" y="186172"/>
                  <a:pt x="116394" y="186172"/>
                </a:cubicBezTo>
                <a:cubicBezTo>
                  <a:pt x="103720" y="186172"/>
                  <a:pt x="92336" y="187351"/>
                  <a:pt x="82259" y="189692"/>
                </a:cubicBezTo>
                <a:cubicBezTo>
                  <a:pt x="72183" y="192042"/>
                  <a:pt x="60561" y="196285"/>
                  <a:pt x="47402" y="202430"/>
                </a:cubicBezTo>
                <a:cubicBezTo>
                  <a:pt x="43818" y="204167"/>
                  <a:pt x="41084" y="206508"/>
                  <a:pt x="39200" y="209471"/>
                </a:cubicBezTo>
                <a:cubicBezTo>
                  <a:pt x="37308" y="212397"/>
                  <a:pt x="36366" y="215542"/>
                  <a:pt x="36366" y="218898"/>
                </a:cubicBezTo>
                <a:lnTo>
                  <a:pt x="36366" y="228481"/>
                </a:lnTo>
                <a:close/>
                <a:moveTo>
                  <a:pt x="136008" y="124724"/>
                </a:moveTo>
                <a:cubicBezTo>
                  <a:pt x="141229" y="119503"/>
                  <a:pt x="143835" y="112965"/>
                  <a:pt x="143835" y="105110"/>
                </a:cubicBezTo>
                <a:cubicBezTo>
                  <a:pt x="143835" y="97256"/>
                  <a:pt x="141229" y="90718"/>
                  <a:pt x="136008" y="85496"/>
                </a:cubicBezTo>
                <a:cubicBezTo>
                  <a:pt x="130787" y="80275"/>
                  <a:pt x="124249" y="77669"/>
                  <a:pt x="116394" y="77669"/>
                </a:cubicBezTo>
                <a:cubicBezTo>
                  <a:pt x="108539" y="77669"/>
                  <a:pt x="102001" y="80275"/>
                  <a:pt x="96780" y="85496"/>
                </a:cubicBezTo>
                <a:cubicBezTo>
                  <a:pt x="91559" y="90718"/>
                  <a:pt x="88953" y="97256"/>
                  <a:pt x="88953" y="105110"/>
                </a:cubicBezTo>
                <a:cubicBezTo>
                  <a:pt x="88953" y="112965"/>
                  <a:pt x="91559" y="119503"/>
                  <a:pt x="96780" y="124724"/>
                </a:cubicBezTo>
                <a:cubicBezTo>
                  <a:pt x="102001" y="129945"/>
                  <a:pt x="108539" y="132551"/>
                  <a:pt x="116394" y="132551"/>
                </a:cubicBezTo>
                <a:cubicBezTo>
                  <a:pt x="124249" y="132551"/>
                  <a:pt x="130787" y="129945"/>
                  <a:pt x="136008" y="124724"/>
                </a:cubicBezTo>
                <a:close/>
                <a:moveTo>
                  <a:pt x="116394" y="228481"/>
                </a:moveTo>
                <a:close/>
                <a:moveTo>
                  <a:pt x="116394" y="10511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8" y="223644"/>
                </a:moveTo>
                <a:cubicBezTo>
                  <a:pt x="12518" y="223644"/>
                  <a:pt x="10497" y="222803"/>
                  <a:pt x="8806" y="221129"/>
                </a:cubicBezTo>
                <a:cubicBezTo>
                  <a:pt x="7105" y="219447"/>
                  <a:pt x="6264" y="217426"/>
                  <a:pt x="6291" y="215058"/>
                </a:cubicBezTo>
                <a:lnTo>
                  <a:pt x="6291" y="210595"/>
                </a:lnTo>
                <a:cubicBezTo>
                  <a:pt x="6291" y="202924"/>
                  <a:pt x="10461" y="196614"/>
                  <a:pt x="18800" y="191640"/>
                </a:cubicBezTo>
                <a:cubicBezTo>
                  <a:pt x="27139" y="186675"/>
                  <a:pt x="38002" y="184206"/>
                  <a:pt x="51389" y="184224"/>
                </a:cubicBezTo>
                <a:cubicBezTo>
                  <a:pt x="53547" y="184224"/>
                  <a:pt x="55760" y="184297"/>
                  <a:pt x="58028" y="184444"/>
                </a:cubicBezTo>
                <a:cubicBezTo>
                  <a:pt x="60286" y="184590"/>
                  <a:pt x="62582" y="184837"/>
                  <a:pt x="64904" y="185166"/>
                </a:cubicBezTo>
                <a:cubicBezTo>
                  <a:pt x="63487" y="188568"/>
                  <a:pt x="62380" y="191969"/>
                  <a:pt x="61612" y="195380"/>
                </a:cubicBezTo>
                <a:cubicBezTo>
                  <a:pt x="60853" y="198800"/>
                  <a:pt x="60478" y="202293"/>
                  <a:pt x="60478" y="205850"/>
                </a:cubicBezTo>
                <a:lnTo>
                  <a:pt x="60478" y="223607"/>
                </a:lnTo>
                <a:lnTo>
                  <a:pt x="14896" y="223607"/>
                </a:lnTo>
                <a:close/>
                <a:moveTo>
                  <a:pt x="90836" y="223644"/>
                </a:moveTo>
                <a:cubicBezTo>
                  <a:pt x="88221" y="223644"/>
                  <a:pt x="86045" y="222775"/>
                  <a:pt x="84299" y="221038"/>
                </a:cubicBezTo>
                <a:cubicBezTo>
                  <a:pt x="82561" y="219291"/>
                  <a:pt x="81702" y="217143"/>
                  <a:pt x="81729" y="214591"/>
                </a:cubicBezTo>
                <a:lnTo>
                  <a:pt x="81729" y="206389"/>
                </a:lnTo>
                <a:cubicBezTo>
                  <a:pt x="81729" y="200500"/>
                  <a:pt x="83384" y="195115"/>
                  <a:pt x="86694" y="190232"/>
                </a:cubicBezTo>
                <a:cubicBezTo>
                  <a:pt x="90004" y="185349"/>
                  <a:pt x="94768" y="181097"/>
                  <a:pt x="100995" y="177467"/>
                </a:cubicBezTo>
                <a:cubicBezTo>
                  <a:pt x="107213" y="173846"/>
                  <a:pt x="114574" y="171121"/>
                  <a:pt x="123060" y="169292"/>
                </a:cubicBezTo>
                <a:cubicBezTo>
                  <a:pt x="131546" y="167472"/>
                  <a:pt x="140818" y="166558"/>
                  <a:pt x="150876" y="166558"/>
                </a:cubicBezTo>
                <a:cubicBezTo>
                  <a:pt x="161126" y="166558"/>
                  <a:pt x="170490" y="167472"/>
                  <a:pt x="178976" y="169292"/>
                </a:cubicBezTo>
                <a:cubicBezTo>
                  <a:pt x="187461" y="171121"/>
                  <a:pt x="194822" y="173846"/>
                  <a:pt x="201040" y="177467"/>
                </a:cubicBezTo>
                <a:cubicBezTo>
                  <a:pt x="207267" y="181097"/>
                  <a:pt x="212004" y="185349"/>
                  <a:pt x="215250" y="190232"/>
                </a:cubicBezTo>
                <a:cubicBezTo>
                  <a:pt x="218432" y="195087"/>
                  <a:pt x="220032" y="200464"/>
                  <a:pt x="220032" y="206353"/>
                </a:cubicBezTo>
                <a:lnTo>
                  <a:pt x="220032" y="214555"/>
                </a:lnTo>
                <a:cubicBezTo>
                  <a:pt x="220032" y="217133"/>
                  <a:pt x="219154" y="219291"/>
                  <a:pt x="217417" y="221038"/>
                </a:cubicBezTo>
                <a:cubicBezTo>
                  <a:pt x="215680" y="222775"/>
                  <a:pt x="213522" y="223644"/>
                  <a:pt x="210943" y="223644"/>
                </a:cubicBezTo>
                <a:lnTo>
                  <a:pt x="90836" y="223644"/>
                </a:lnTo>
                <a:close/>
                <a:moveTo>
                  <a:pt x="241310" y="223644"/>
                </a:moveTo>
                <a:lnTo>
                  <a:pt x="241310" y="205886"/>
                </a:lnTo>
                <a:cubicBezTo>
                  <a:pt x="241310" y="202110"/>
                  <a:pt x="240981" y="198525"/>
                  <a:pt x="240332" y="195133"/>
                </a:cubicBezTo>
                <a:cubicBezTo>
                  <a:pt x="239683" y="191741"/>
                  <a:pt x="238604" y="188430"/>
                  <a:pt x="237095" y="185203"/>
                </a:cubicBezTo>
                <a:cubicBezTo>
                  <a:pt x="239564" y="184846"/>
                  <a:pt x="241914" y="184590"/>
                  <a:pt x="244136" y="184444"/>
                </a:cubicBezTo>
                <a:cubicBezTo>
                  <a:pt x="246358" y="184297"/>
                  <a:pt x="248525" y="184224"/>
                  <a:pt x="250646" y="184224"/>
                </a:cubicBezTo>
                <a:cubicBezTo>
                  <a:pt x="264051" y="184224"/>
                  <a:pt x="274887" y="186656"/>
                  <a:pt x="283144" y="191521"/>
                </a:cubicBezTo>
                <a:cubicBezTo>
                  <a:pt x="291355" y="196377"/>
                  <a:pt x="295470" y="202750"/>
                  <a:pt x="295470" y="210632"/>
                </a:cubicBezTo>
                <a:lnTo>
                  <a:pt x="295470" y="215094"/>
                </a:lnTo>
                <a:cubicBezTo>
                  <a:pt x="295470" y="217435"/>
                  <a:pt x="294629" y="219465"/>
                  <a:pt x="292955" y="221157"/>
                </a:cubicBezTo>
                <a:cubicBezTo>
                  <a:pt x="291273" y="222858"/>
                  <a:pt x="289252" y="223699"/>
                  <a:pt x="286884" y="223671"/>
                </a:cubicBezTo>
                <a:lnTo>
                  <a:pt x="241310" y="223671"/>
                </a:lnTo>
                <a:close/>
                <a:moveTo>
                  <a:pt x="95866" y="209370"/>
                </a:moveTo>
                <a:lnTo>
                  <a:pt x="205886" y="209370"/>
                </a:lnTo>
                <a:lnTo>
                  <a:pt x="205886" y="206636"/>
                </a:lnTo>
                <a:cubicBezTo>
                  <a:pt x="206115" y="198964"/>
                  <a:pt x="201168" y="192756"/>
                  <a:pt x="191046" y="188001"/>
                </a:cubicBezTo>
                <a:cubicBezTo>
                  <a:pt x="180905" y="183237"/>
                  <a:pt x="167518" y="180859"/>
                  <a:pt x="150876" y="180859"/>
                </a:cubicBezTo>
                <a:cubicBezTo>
                  <a:pt x="134325" y="180859"/>
                  <a:pt x="120957" y="183237"/>
                  <a:pt x="110770" y="188001"/>
                </a:cubicBezTo>
                <a:cubicBezTo>
                  <a:pt x="100584" y="192756"/>
                  <a:pt x="95619" y="199037"/>
                  <a:pt x="95866" y="206856"/>
                </a:cubicBezTo>
                <a:lnTo>
                  <a:pt x="95866" y="209407"/>
                </a:lnTo>
                <a:close/>
                <a:moveTo>
                  <a:pt x="51078" y="174321"/>
                </a:moveTo>
                <a:cubicBezTo>
                  <a:pt x="45839" y="174321"/>
                  <a:pt x="41358" y="172447"/>
                  <a:pt x="37628" y="168698"/>
                </a:cubicBezTo>
                <a:cubicBezTo>
                  <a:pt x="33897" y="164949"/>
                  <a:pt x="32031" y="160422"/>
                  <a:pt x="32031" y="155119"/>
                </a:cubicBezTo>
                <a:cubicBezTo>
                  <a:pt x="32031" y="149861"/>
                  <a:pt x="33906" y="145353"/>
                  <a:pt x="37655" y="141604"/>
                </a:cubicBezTo>
                <a:cubicBezTo>
                  <a:pt x="41404" y="137873"/>
                  <a:pt x="45930" y="136008"/>
                  <a:pt x="51234" y="136008"/>
                </a:cubicBezTo>
                <a:cubicBezTo>
                  <a:pt x="56492" y="136008"/>
                  <a:pt x="61009" y="137873"/>
                  <a:pt x="64785" y="141604"/>
                </a:cubicBezTo>
                <a:cubicBezTo>
                  <a:pt x="68553" y="145335"/>
                  <a:pt x="70436" y="149888"/>
                  <a:pt x="70436" y="155274"/>
                </a:cubicBezTo>
                <a:cubicBezTo>
                  <a:pt x="70436" y="160431"/>
                  <a:pt x="68571" y="164894"/>
                  <a:pt x="64849" y="168670"/>
                </a:cubicBezTo>
                <a:cubicBezTo>
                  <a:pt x="61118" y="172438"/>
                  <a:pt x="56519" y="174321"/>
                  <a:pt x="51042" y="174321"/>
                </a:cubicBezTo>
                <a:close/>
                <a:moveTo>
                  <a:pt x="250454" y="174321"/>
                </a:moveTo>
                <a:cubicBezTo>
                  <a:pt x="245279" y="174321"/>
                  <a:pt x="240807" y="172428"/>
                  <a:pt x="237031" y="168634"/>
                </a:cubicBezTo>
                <a:cubicBezTo>
                  <a:pt x="233263" y="164839"/>
                  <a:pt x="231371" y="160340"/>
                  <a:pt x="231371" y="155119"/>
                </a:cubicBezTo>
                <a:cubicBezTo>
                  <a:pt x="231371" y="149815"/>
                  <a:pt x="233273" y="145298"/>
                  <a:pt x="237067" y="141577"/>
                </a:cubicBezTo>
                <a:cubicBezTo>
                  <a:pt x="240853" y="137846"/>
                  <a:pt x="245379" y="135980"/>
                  <a:pt x="250646" y="135980"/>
                </a:cubicBezTo>
                <a:cubicBezTo>
                  <a:pt x="255986" y="135980"/>
                  <a:pt x="260522" y="137846"/>
                  <a:pt x="264252" y="141577"/>
                </a:cubicBezTo>
                <a:cubicBezTo>
                  <a:pt x="267983" y="145298"/>
                  <a:pt x="269849" y="149852"/>
                  <a:pt x="269849" y="155210"/>
                </a:cubicBezTo>
                <a:cubicBezTo>
                  <a:pt x="269849" y="160450"/>
                  <a:pt x="267983" y="164939"/>
                  <a:pt x="264252" y="168670"/>
                </a:cubicBezTo>
                <a:cubicBezTo>
                  <a:pt x="260522" y="172419"/>
                  <a:pt x="255931" y="174294"/>
                  <a:pt x="250482" y="174294"/>
                </a:cubicBezTo>
                <a:close/>
                <a:moveTo>
                  <a:pt x="150903" y="157167"/>
                </a:moveTo>
                <a:cubicBezTo>
                  <a:pt x="141851" y="157167"/>
                  <a:pt x="134142" y="153985"/>
                  <a:pt x="127769" y="147639"/>
                </a:cubicBezTo>
                <a:cubicBezTo>
                  <a:pt x="121405" y="141293"/>
                  <a:pt x="118214" y="133585"/>
                  <a:pt x="118214" y="124532"/>
                </a:cubicBezTo>
                <a:cubicBezTo>
                  <a:pt x="118214" y="115297"/>
                  <a:pt x="121396" y="107543"/>
                  <a:pt x="127742" y="101279"/>
                </a:cubicBezTo>
                <a:cubicBezTo>
                  <a:pt x="134088" y="95006"/>
                  <a:pt x="141805" y="91879"/>
                  <a:pt x="150876" y="91879"/>
                </a:cubicBezTo>
                <a:cubicBezTo>
                  <a:pt x="160121" y="91879"/>
                  <a:pt x="167875" y="94997"/>
                  <a:pt x="174138" y="101242"/>
                </a:cubicBezTo>
                <a:cubicBezTo>
                  <a:pt x="180402" y="107488"/>
                  <a:pt x="183538" y="115233"/>
                  <a:pt x="183538" y="124477"/>
                </a:cubicBezTo>
                <a:cubicBezTo>
                  <a:pt x="183538" y="133530"/>
                  <a:pt x="180411" y="141238"/>
                  <a:pt x="174166" y="147612"/>
                </a:cubicBezTo>
                <a:cubicBezTo>
                  <a:pt x="167902" y="153976"/>
                  <a:pt x="160148" y="157167"/>
                  <a:pt x="150903" y="157167"/>
                </a:cubicBezTo>
                <a:close/>
                <a:moveTo>
                  <a:pt x="151031" y="142893"/>
                </a:moveTo>
                <a:cubicBezTo>
                  <a:pt x="156207" y="142893"/>
                  <a:pt x="160532" y="141110"/>
                  <a:pt x="164016" y="137553"/>
                </a:cubicBezTo>
                <a:cubicBezTo>
                  <a:pt x="167491" y="133987"/>
                  <a:pt x="169237" y="129589"/>
                  <a:pt x="169237" y="124349"/>
                </a:cubicBezTo>
                <a:cubicBezTo>
                  <a:pt x="169237" y="119174"/>
                  <a:pt x="167482" y="114839"/>
                  <a:pt x="163979" y="111365"/>
                </a:cubicBezTo>
                <a:cubicBezTo>
                  <a:pt x="160486" y="107890"/>
                  <a:pt x="156143" y="106144"/>
                  <a:pt x="150967" y="106144"/>
                </a:cubicBezTo>
                <a:cubicBezTo>
                  <a:pt x="145819" y="106144"/>
                  <a:pt x="141449" y="107899"/>
                  <a:pt x="137864" y="111401"/>
                </a:cubicBezTo>
                <a:cubicBezTo>
                  <a:pt x="134280" y="114894"/>
                  <a:pt x="132487" y="119238"/>
                  <a:pt x="132487" y="124413"/>
                </a:cubicBezTo>
                <a:cubicBezTo>
                  <a:pt x="132487" y="129561"/>
                  <a:pt x="134270" y="133932"/>
                  <a:pt x="137828" y="137517"/>
                </a:cubicBezTo>
                <a:cubicBezTo>
                  <a:pt x="141394" y="141101"/>
                  <a:pt x="145792" y="142893"/>
                  <a:pt x="151031" y="142893"/>
                </a:cubicBezTo>
                <a:close/>
                <a:moveTo>
                  <a:pt x="150876" y="209370"/>
                </a:moveTo>
                <a:close/>
                <a:moveTo>
                  <a:pt x="150876" y="12450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1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46" y="246367"/>
                </a:moveTo>
                <a:lnTo>
                  <a:pt x="192646" y="221943"/>
                </a:lnTo>
                <a:lnTo>
                  <a:pt x="161876" y="221943"/>
                </a:lnTo>
                <a:cubicBezTo>
                  <a:pt x="156929" y="221943"/>
                  <a:pt x="152677" y="220178"/>
                  <a:pt x="149120" y="216631"/>
                </a:cubicBezTo>
                <a:cubicBezTo>
                  <a:pt x="145536" y="213092"/>
                  <a:pt x="143744" y="208812"/>
                  <a:pt x="143744" y="203811"/>
                </a:cubicBezTo>
                <a:lnTo>
                  <a:pt x="143744" y="93918"/>
                </a:lnTo>
                <a:lnTo>
                  <a:pt x="109326" y="93918"/>
                </a:lnTo>
                <a:lnTo>
                  <a:pt x="109326" y="119448"/>
                </a:lnTo>
                <a:cubicBezTo>
                  <a:pt x="109326" y="123508"/>
                  <a:pt x="107899" y="126946"/>
                  <a:pt x="105046" y="129753"/>
                </a:cubicBezTo>
                <a:cubicBezTo>
                  <a:pt x="102193" y="132561"/>
                  <a:pt x="98783" y="133969"/>
                  <a:pt x="94805" y="133969"/>
                </a:cubicBezTo>
                <a:lnTo>
                  <a:pt x="42812" y="133969"/>
                </a:lnTo>
                <a:cubicBezTo>
                  <a:pt x="38825" y="133969"/>
                  <a:pt x="35415" y="132561"/>
                  <a:pt x="32562" y="129753"/>
                </a:cubicBezTo>
                <a:cubicBezTo>
                  <a:pt x="29718" y="126946"/>
                  <a:pt x="28292" y="123508"/>
                  <a:pt x="28292" y="119448"/>
                </a:cubicBezTo>
                <a:lnTo>
                  <a:pt x="28292" y="55385"/>
                </a:lnTo>
                <a:cubicBezTo>
                  <a:pt x="28292" y="51398"/>
                  <a:pt x="29718" y="47988"/>
                  <a:pt x="32562" y="45135"/>
                </a:cubicBezTo>
                <a:cubicBezTo>
                  <a:pt x="35415" y="42291"/>
                  <a:pt x="38825" y="40865"/>
                  <a:pt x="42812" y="40865"/>
                </a:cubicBezTo>
                <a:lnTo>
                  <a:pt x="94832" y="40865"/>
                </a:lnTo>
                <a:cubicBezTo>
                  <a:pt x="98810" y="40865"/>
                  <a:pt x="102230" y="42291"/>
                  <a:pt x="105083" y="45135"/>
                </a:cubicBezTo>
                <a:cubicBezTo>
                  <a:pt x="107927" y="47988"/>
                  <a:pt x="109353" y="51398"/>
                  <a:pt x="109353" y="55385"/>
                </a:cubicBezTo>
                <a:lnTo>
                  <a:pt x="109353" y="79681"/>
                </a:lnTo>
                <a:lnTo>
                  <a:pt x="192682" y="79681"/>
                </a:lnTo>
                <a:lnTo>
                  <a:pt x="192682" y="55385"/>
                </a:lnTo>
                <a:cubicBezTo>
                  <a:pt x="192682" y="51398"/>
                  <a:pt x="194109" y="47988"/>
                  <a:pt x="196953" y="45135"/>
                </a:cubicBezTo>
                <a:cubicBezTo>
                  <a:pt x="199760" y="42291"/>
                  <a:pt x="203161" y="40865"/>
                  <a:pt x="207139" y="40865"/>
                </a:cubicBezTo>
                <a:lnTo>
                  <a:pt x="258940" y="40865"/>
                </a:lnTo>
                <a:cubicBezTo>
                  <a:pt x="262927" y="40865"/>
                  <a:pt x="266337" y="42291"/>
                  <a:pt x="269190" y="45135"/>
                </a:cubicBezTo>
                <a:cubicBezTo>
                  <a:pt x="272034" y="47988"/>
                  <a:pt x="273460" y="51389"/>
                  <a:pt x="273460" y="55349"/>
                </a:cubicBezTo>
                <a:lnTo>
                  <a:pt x="273460" y="119448"/>
                </a:lnTo>
                <a:cubicBezTo>
                  <a:pt x="273460" y="123508"/>
                  <a:pt x="272034" y="126946"/>
                  <a:pt x="269190" y="129753"/>
                </a:cubicBezTo>
                <a:cubicBezTo>
                  <a:pt x="266337" y="132561"/>
                  <a:pt x="262927" y="133969"/>
                  <a:pt x="258940" y="133969"/>
                </a:cubicBezTo>
                <a:lnTo>
                  <a:pt x="207139" y="133969"/>
                </a:lnTo>
                <a:cubicBezTo>
                  <a:pt x="203161" y="133969"/>
                  <a:pt x="199742" y="132561"/>
                  <a:pt x="196898" y="129753"/>
                </a:cubicBezTo>
                <a:cubicBezTo>
                  <a:pt x="194045" y="126946"/>
                  <a:pt x="192618" y="123508"/>
                  <a:pt x="192618" y="119448"/>
                </a:cubicBezTo>
                <a:lnTo>
                  <a:pt x="192618" y="93918"/>
                </a:lnTo>
                <a:lnTo>
                  <a:pt x="158008" y="93918"/>
                </a:lnTo>
                <a:lnTo>
                  <a:pt x="158008" y="203811"/>
                </a:lnTo>
                <a:cubicBezTo>
                  <a:pt x="158008" y="204944"/>
                  <a:pt x="158374" y="205859"/>
                  <a:pt x="159115" y="206572"/>
                </a:cubicBezTo>
                <a:cubicBezTo>
                  <a:pt x="159846" y="207304"/>
                  <a:pt x="160770" y="207679"/>
                  <a:pt x="161876" y="207679"/>
                </a:cubicBezTo>
                <a:lnTo>
                  <a:pt x="192618" y="207679"/>
                </a:lnTo>
                <a:lnTo>
                  <a:pt x="192618" y="182148"/>
                </a:lnTo>
                <a:cubicBezTo>
                  <a:pt x="192618" y="178171"/>
                  <a:pt x="194045" y="174751"/>
                  <a:pt x="196898" y="171907"/>
                </a:cubicBezTo>
                <a:cubicBezTo>
                  <a:pt x="199742" y="169054"/>
                  <a:pt x="203161" y="167628"/>
                  <a:pt x="207139" y="167628"/>
                </a:cubicBezTo>
                <a:lnTo>
                  <a:pt x="258940" y="167628"/>
                </a:lnTo>
                <a:cubicBezTo>
                  <a:pt x="262927" y="167628"/>
                  <a:pt x="266337" y="169054"/>
                  <a:pt x="269190" y="171907"/>
                </a:cubicBezTo>
                <a:cubicBezTo>
                  <a:pt x="272034" y="174778"/>
                  <a:pt x="273460" y="178198"/>
                  <a:pt x="273460" y="182185"/>
                </a:cubicBezTo>
                <a:lnTo>
                  <a:pt x="273460" y="246367"/>
                </a:lnTo>
                <a:cubicBezTo>
                  <a:pt x="273460" y="250354"/>
                  <a:pt x="272034" y="253764"/>
                  <a:pt x="269190" y="256617"/>
                </a:cubicBezTo>
                <a:cubicBezTo>
                  <a:pt x="266337" y="259461"/>
                  <a:pt x="262936" y="260887"/>
                  <a:pt x="258976" y="260887"/>
                </a:cubicBezTo>
                <a:lnTo>
                  <a:pt x="207139" y="260887"/>
                </a:lnTo>
                <a:cubicBezTo>
                  <a:pt x="203161" y="260887"/>
                  <a:pt x="199742" y="259461"/>
                  <a:pt x="196898" y="256617"/>
                </a:cubicBezTo>
                <a:cubicBezTo>
                  <a:pt x="194045" y="253764"/>
                  <a:pt x="192618" y="250354"/>
                  <a:pt x="192618" y="246367"/>
                </a:cubicBezTo>
                <a:close/>
                <a:moveTo>
                  <a:pt x="42556" y="55129"/>
                </a:moveTo>
                <a:lnTo>
                  <a:pt x="42556" y="119695"/>
                </a:lnTo>
                <a:lnTo>
                  <a:pt x="42556" y="55129"/>
                </a:lnTo>
                <a:close/>
                <a:moveTo>
                  <a:pt x="206920" y="181966"/>
                </a:moveTo>
                <a:lnTo>
                  <a:pt x="206920" y="246650"/>
                </a:lnTo>
                <a:lnTo>
                  <a:pt x="206920" y="181966"/>
                </a:lnTo>
                <a:close/>
                <a:moveTo>
                  <a:pt x="206920" y="55129"/>
                </a:moveTo>
                <a:lnTo>
                  <a:pt x="206920" y="119695"/>
                </a:lnTo>
                <a:lnTo>
                  <a:pt x="206920" y="55129"/>
                </a:lnTo>
                <a:close/>
                <a:moveTo>
                  <a:pt x="206920" y="119695"/>
                </a:moveTo>
                <a:lnTo>
                  <a:pt x="259223" y="119695"/>
                </a:lnTo>
                <a:lnTo>
                  <a:pt x="259223" y="55129"/>
                </a:lnTo>
                <a:lnTo>
                  <a:pt x="206892" y="55129"/>
                </a:lnTo>
                <a:lnTo>
                  <a:pt x="206892" y="119695"/>
                </a:lnTo>
                <a:close/>
                <a:moveTo>
                  <a:pt x="206920" y="246650"/>
                </a:moveTo>
                <a:lnTo>
                  <a:pt x="259223" y="246650"/>
                </a:lnTo>
                <a:lnTo>
                  <a:pt x="259223" y="181966"/>
                </a:lnTo>
                <a:lnTo>
                  <a:pt x="206892" y="181966"/>
                </a:lnTo>
                <a:lnTo>
                  <a:pt x="206892" y="246650"/>
                </a:lnTo>
                <a:close/>
                <a:moveTo>
                  <a:pt x="42556" y="119695"/>
                </a:moveTo>
                <a:lnTo>
                  <a:pt x="95052" y="119695"/>
                </a:lnTo>
                <a:lnTo>
                  <a:pt x="95052" y="55129"/>
                </a:lnTo>
                <a:lnTo>
                  <a:pt x="42556" y="55129"/>
                </a:lnTo>
                <a:lnTo>
                  <a:pt x="42556" y="11969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3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593" y="221093"/>
                </a:moveTo>
                <a:lnTo>
                  <a:pt x="146853" y="221093"/>
                </a:lnTo>
                <a:lnTo>
                  <a:pt x="146853" y="218267"/>
                </a:lnTo>
                <a:cubicBezTo>
                  <a:pt x="146853" y="214893"/>
                  <a:pt x="146011" y="211885"/>
                  <a:pt x="144338" y="209242"/>
                </a:cubicBezTo>
                <a:cubicBezTo>
                  <a:pt x="142637" y="206581"/>
                  <a:pt x="140443" y="204734"/>
                  <a:pt x="137736" y="203683"/>
                </a:cubicBezTo>
                <a:cubicBezTo>
                  <a:pt x="131765" y="201543"/>
                  <a:pt x="126855" y="200107"/>
                  <a:pt x="122996" y="199376"/>
                </a:cubicBezTo>
                <a:cubicBezTo>
                  <a:pt x="119137" y="198644"/>
                  <a:pt x="115388" y="198278"/>
                  <a:pt x="111740" y="198278"/>
                </a:cubicBezTo>
                <a:cubicBezTo>
                  <a:pt x="107844" y="198278"/>
                  <a:pt x="103702" y="198727"/>
                  <a:pt x="99331" y="199632"/>
                </a:cubicBezTo>
                <a:cubicBezTo>
                  <a:pt x="94951" y="200528"/>
                  <a:pt x="90169" y="201881"/>
                  <a:pt x="84993" y="203683"/>
                </a:cubicBezTo>
                <a:cubicBezTo>
                  <a:pt x="82104" y="204734"/>
                  <a:pt x="79809" y="206572"/>
                  <a:pt x="78108" y="209215"/>
                </a:cubicBezTo>
                <a:cubicBezTo>
                  <a:pt x="76435" y="211876"/>
                  <a:pt x="75593" y="214884"/>
                  <a:pt x="75593" y="218240"/>
                </a:cubicBezTo>
                <a:lnTo>
                  <a:pt x="75593" y="221065"/>
                </a:lnTo>
                <a:close/>
                <a:moveTo>
                  <a:pt x="184224" y="200409"/>
                </a:moveTo>
                <a:lnTo>
                  <a:pt x="224110" y="200409"/>
                </a:lnTo>
                <a:cubicBezTo>
                  <a:pt x="225957" y="200409"/>
                  <a:pt x="227466" y="199815"/>
                  <a:pt x="228637" y="198626"/>
                </a:cubicBezTo>
                <a:cubicBezTo>
                  <a:pt x="229816" y="197428"/>
                  <a:pt x="230401" y="195910"/>
                  <a:pt x="230401" y="194063"/>
                </a:cubicBezTo>
                <a:cubicBezTo>
                  <a:pt x="230401" y="192198"/>
                  <a:pt x="229816" y="190680"/>
                  <a:pt x="228637" y="189509"/>
                </a:cubicBezTo>
                <a:cubicBezTo>
                  <a:pt x="227466" y="188312"/>
                  <a:pt x="225957" y="187717"/>
                  <a:pt x="224110" y="187717"/>
                </a:cubicBezTo>
                <a:lnTo>
                  <a:pt x="184224" y="187717"/>
                </a:lnTo>
                <a:cubicBezTo>
                  <a:pt x="182405" y="187717"/>
                  <a:pt x="180887" y="188312"/>
                  <a:pt x="179670" y="189509"/>
                </a:cubicBezTo>
                <a:cubicBezTo>
                  <a:pt x="178454" y="190698"/>
                  <a:pt x="177842" y="192216"/>
                  <a:pt x="177842" y="194063"/>
                </a:cubicBezTo>
                <a:cubicBezTo>
                  <a:pt x="177842" y="195928"/>
                  <a:pt x="178454" y="197446"/>
                  <a:pt x="179670" y="198626"/>
                </a:cubicBezTo>
                <a:cubicBezTo>
                  <a:pt x="180887" y="199815"/>
                  <a:pt x="182405" y="200409"/>
                  <a:pt x="184224" y="200409"/>
                </a:cubicBezTo>
                <a:close/>
                <a:moveTo>
                  <a:pt x="122840" y="183218"/>
                </a:moveTo>
                <a:cubicBezTo>
                  <a:pt x="125812" y="180219"/>
                  <a:pt x="127303" y="176534"/>
                  <a:pt x="127303" y="172154"/>
                </a:cubicBezTo>
                <a:cubicBezTo>
                  <a:pt x="127303" y="167774"/>
                  <a:pt x="125812" y="164089"/>
                  <a:pt x="122840" y="161090"/>
                </a:cubicBezTo>
                <a:cubicBezTo>
                  <a:pt x="119860" y="158054"/>
                  <a:pt x="116184" y="156536"/>
                  <a:pt x="111804" y="156536"/>
                </a:cubicBezTo>
                <a:cubicBezTo>
                  <a:pt x="107424" y="156536"/>
                  <a:pt x="103739" y="158036"/>
                  <a:pt x="100739" y="161026"/>
                </a:cubicBezTo>
                <a:cubicBezTo>
                  <a:pt x="97740" y="164025"/>
                  <a:pt x="96250" y="167710"/>
                  <a:pt x="96250" y="172090"/>
                </a:cubicBezTo>
                <a:cubicBezTo>
                  <a:pt x="96250" y="176470"/>
                  <a:pt x="97740" y="180164"/>
                  <a:pt x="100739" y="183154"/>
                </a:cubicBezTo>
                <a:cubicBezTo>
                  <a:pt x="103739" y="186154"/>
                  <a:pt x="107424" y="187653"/>
                  <a:pt x="111804" y="187653"/>
                </a:cubicBezTo>
                <a:cubicBezTo>
                  <a:pt x="116184" y="187653"/>
                  <a:pt x="119850" y="186154"/>
                  <a:pt x="122804" y="183154"/>
                </a:cubicBezTo>
                <a:close/>
                <a:moveTo>
                  <a:pt x="184224" y="168167"/>
                </a:moveTo>
                <a:lnTo>
                  <a:pt x="224110" y="168167"/>
                </a:lnTo>
                <a:cubicBezTo>
                  <a:pt x="225957" y="168167"/>
                  <a:pt x="227466" y="167564"/>
                  <a:pt x="228637" y="166375"/>
                </a:cubicBezTo>
                <a:cubicBezTo>
                  <a:pt x="229816" y="165177"/>
                  <a:pt x="230401" y="163659"/>
                  <a:pt x="230401" y="161812"/>
                </a:cubicBezTo>
                <a:cubicBezTo>
                  <a:pt x="230401" y="159947"/>
                  <a:pt x="229816" y="158420"/>
                  <a:pt x="228637" y="157222"/>
                </a:cubicBezTo>
                <a:cubicBezTo>
                  <a:pt x="227466" y="156033"/>
                  <a:pt x="225957" y="155430"/>
                  <a:pt x="224110" y="155430"/>
                </a:cubicBezTo>
                <a:lnTo>
                  <a:pt x="184224" y="155430"/>
                </a:lnTo>
                <a:cubicBezTo>
                  <a:pt x="182405" y="155430"/>
                  <a:pt x="180887" y="156033"/>
                  <a:pt x="179670" y="157222"/>
                </a:cubicBezTo>
                <a:cubicBezTo>
                  <a:pt x="178454" y="158420"/>
                  <a:pt x="177842" y="159938"/>
                  <a:pt x="177842" y="161785"/>
                </a:cubicBezTo>
                <a:cubicBezTo>
                  <a:pt x="177842" y="163650"/>
                  <a:pt x="178454" y="165168"/>
                  <a:pt x="179670" y="166339"/>
                </a:cubicBezTo>
                <a:cubicBezTo>
                  <a:pt x="180887" y="167536"/>
                  <a:pt x="182405" y="168131"/>
                  <a:pt x="184224" y="168131"/>
                </a:cubicBezTo>
                <a:close/>
                <a:moveTo>
                  <a:pt x="49570" y="270324"/>
                </a:moveTo>
                <a:cubicBezTo>
                  <a:pt x="44641" y="270324"/>
                  <a:pt x="40389" y="268532"/>
                  <a:pt x="36805" y="264947"/>
                </a:cubicBezTo>
                <a:cubicBezTo>
                  <a:pt x="33220" y="261363"/>
                  <a:pt x="31437" y="257111"/>
                  <a:pt x="31437" y="252182"/>
                </a:cubicBezTo>
                <a:lnTo>
                  <a:pt x="31437" y="112435"/>
                </a:lnTo>
                <a:cubicBezTo>
                  <a:pt x="31437" y="107506"/>
                  <a:pt x="33220" y="103254"/>
                  <a:pt x="36805" y="99670"/>
                </a:cubicBezTo>
                <a:cubicBezTo>
                  <a:pt x="40389" y="96085"/>
                  <a:pt x="44641" y="94302"/>
                  <a:pt x="49570" y="94302"/>
                </a:cubicBezTo>
                <a:lnTo>
                  <a:pt x="126324" y="94302"/>
                </a:lnTo>
                <a:lnTo>
                  <a:pt x="126324" y="45702"/>
                </a:lnTo>
                <a:cubicBezTo>
                  <a:pt x="126324" y="41907"/>
                  <a:pt x="127751" y="38579"/>
                  <a:pt x="130604" y="35707"/>
                </a:cubicBezTo>
                <a:cubicBezTo>
                  <a:pt x="133475" y="32854"/>
                  <a:pt x="136803" y="31437"/>
                  <a:pt x="140598" y="31437"/>
                </a:cubicBezTo>
                <a:lnTo>
                  <a:pt x="161154" y="31437"/>
                </a:lnTo>
                <a:cubicBezTo>
                  <a:pt x="164967" y="31437"/>
                  <a:pt x="168286" y="32854"/>
                  <a:pt x="171121" y="35707"/>
                </a:cubicBezTo>
                <a:cubicBezTo>
                  <a:pt x="173965" y="38560"/>
                  <a:pt x="175391" y="41889"/>
                  <a:pt x="175391" y="45702"/>
                </a:cubicBezTo>
                <a:lnTo>
                  <a:pt x="175391" y="94302"/>
                </a:lnTo>
                <a:lnTo>
                  <a:pt x="252155" y="94302"/>
                </a:lnTo>
                <a:cubicBezTo>
                  <a:pt x="257074" y="94302"/>
                  <a:pt x="261326" y="96085"/>
                  <a:pt x="264911" y="99670"/>
                </a:cubicBezTo>
                <a:cubicBezTo>
                  <a:pt x="268495" y="103254"/>
                  <a:pt x="270297" y="107506"/>
                  <a:pt x="270324" y="112435"/>
                </a:cubicBezTo>
                <a:lnTo>
                  <a:pt x="270324" y="252182"/>
                </a:lnTo>
                <a:cubicBezTo>
                  <a:pt x="270324" y="257111"/>
                  <a:pt x="268532" y="261363"/>
                  <a:pt x="264947" y="264947"/>
                </a:cubicBezTo>
                <a:cubicBezTo>
                  <a:pt x="261363" y="268532"/>
                  <a:pt x="257111" y="270324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12435"/>
                </a:lnTo>
                <a:cubicBezTo>
                  <a:pt x="256050" y="111301"/>
                  <a:pt x="255685" y="110377"/>
                  <a:pt x="254953" y="109664"/>
                </a:cubicBezTo>
                <a:cubicBezTo>
                  <a:pt x="254212" y="108960"/>
                  <a:pt x="253298" y="108585"/>
                  <a:pt x="252182" y="108567"/>
                </a:cubicBezTo>
                <a:lnTo>
                  <a:pt x="175428" y="108567"/>
                </a:lnTo>
                <a:lnTo>
                  <a:pt x="175428" y="120289"/>
                </a:lnTo>
                <a:cubicBezTo>
                  <a:pt x="175428" y="124715"/>
                  <a:pt x="174001" y="128190"/>
                  <a:pt x="171148" y="130732"/>
                </a:cubicBezTo>
                <a:cubicBezTo>
                  <a:pt x="168304" y="133283"/>
                  <a:pt x="164967" y="134563"/>
                  <a:pt x="161154" y="134563"/>
                </a:cubicBezTo>
                <a:lnTo>
                  <a:pt x="140598" y="134563"/>
                </a:lnTo>
                <a:cubicBezTo>
                  <a:pt x="136785" y="134563"/>
                  <a:pt x="133448" y="133283"/>
                  <a:pt x="130604" y="130732"/>
                </a:cubicBezTo>
                <a:cubicBezTo>
                  <a:pt x="127751" y="128171"/>
                  <a:pt x="126324" y="124697"/>
                  <a:pt x="126324" y="120289"/>
                </a:cubicBezTo>
                <a:lnTo>
                  <a:pt x="126324" y="108567"/>
                </a:lnTo>
                <a:lnTo>
                  <a:pt x="49570" y="108567"/>
                </a:lnTo>
                <a:cubicBezTo>
                  <a:pt x="48436" y="108567"/>
                  <a:pt x="47512" y="108932"/>
                  <a:pt x="46799" y="109664"/>
                </a:cubicBezTo>
                <a:cubicBezTo>
                  <a:pt x="46095" y="110405"/>
                  <a:pt x="45720" y="111319"/>
                  <a:pt x="45702" y="112435"/>
                </a:cubicBezTo>
                <a:lnTo>
                  <a:pt x="45702" y="252182"/>
                </a:lnTo>
                <a:cubicBezTo>
                  <a:pt x="45702" y="253316"/>
                  <a:pt x="46067" y="254240"/>
                  <a:pt x="46799" y="254953"/>
                </a:cubicBezTo>
                <a:cubicBezTo>
                  <a:pt x="47540" y="255657"/>
                  <a:pt x="48454" y="256032"/>
                  <a:pt x="49570" y="256050"/>
                </a:cubicBezTo>
                <a:close/>
                <a:moveTo>
                  <a:pt x="140598" y="120289"/>
                </a:moveTo>
                <a:lnTo>
                  <a:pt x="161154" y="120289"/>
                </a:lnTo>
                <a:lnTo>
                  <a:pt x="161154" y="45702"/>
                </a:lnTo>
                <a:lnTo>
                  <a:pt x="140598" y="45702"/>
                </a:lnTo>
                <a:lnTo>
                  <a:pt x="140598" y="120289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5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206" y="255703"/>
                </a:moveTo>
                <a:cubicBezTo>
                  <a:pt x="149651" y="255703"/>
                  <a:pt x="151205" y="255383"/>
                  <a:pt x="152860" y="254734"/>
                </a:cubicBezTo>
                <a:cubicBezTo>
                  <a:pt x="154488" y="254075"/>
                  <a:pt x="155814" y="253225"/>
                  <a:pt x="156820" y="252155"/>
                </a:cubicBezTo>
                <a:lnTo>
                  <a:pt x="259479" y="149303"/>
                </a:lnTo>
                <a:cubicBezTo>
                  <a:pt x="262451" y="146331"/>
                  <a:pt x="264737" y="143122"/>
                  <a:pt x="266328" y="139684"/>
                </a:cubicBezTo>
                <a:cubicBezTo>
                  <a:pt x="267937" y="136227"/>
                  <a:pt x="268751" y="132561"/>
                  <a:pt x="268751" y="128684"/>
                </a:cubicBezTo>
                <a:cubicBezTo>
                  <a:pt x="268751" y="124806"/>
                  <a:pt x="267937" y="120984"/>
                  <a:pt x="266328" y="117208"/>
                </a:cubicBezTo>
                <a:cubicBezTo>
                  <a:pt x="264710" y="113440"/>
                  <a:pt x="262433" y="110075"/>
                  <a:pt x="259479" y="107122"/>
                </a:cubicBezTo>
                <a:lnTo>
                  <a:pt x="206892" y="54535"/>
                </a:lnTo>
                <a:cubicBezTo>
                  <a:pt x="203911" y="51563"/>
                  <a:pt x="200665" y="49341"/>
                  <a:pt x="197145" y="47869"/>
                </a:cubicBezTo>
                <a:cubicBezTo>
                  <a:pt x="193624" y="46388"/>
                  <a:pt x="189912" y="45638"/>
                  <a:pt x="186016" y="45638"/>
                </a:cubicBezTo>
                <a:cubicBezTo>
                  <a:pt x="182139" y="45638"/>
                  <a:pt x="178454" y="46388"/>
                  <a:pt x="174952" y="47869"/>
                </a:cubicBezTo>
                <a:cubicBezTo>
                  <a:pt x="171450" y="49359"/>
                  <a:pt x="168259" y="51581"/>
                  <a:pt x="165369" y="54535"/>
                </a:cubicBezTo>
                <a:lnTo>
                  <a:pt x="156564" y="63340"/>
                </a:lnTo>
                <a:lnTo>
                  <a:pt x="181463" y="88322"/>
                </a:lnTo>
                <a:cubicBezTo>
                  <a:pt x="183932" y="90946"/>
                  <a:pt x="186080" y="94028"/>
                  <a:pt x="187900" y="97566"/>
                </a:cubicBezTo>
                <a:cubicBezTo>
                  <a:pt x="189729" y="101133"/>
                  <a:pt x="190634" y="104937"/>
                  <a:pt x="190634" y="108978"/>
                </a:cubicBezTo>
                <a:cubicBezTo>
                  <a:pt x="190634" y="116056"/>
                  <a:pt x="187991" y="122191"/>
                  <a:pt x="182688" y="127367"/>
                </a:cubicBezTo>
                <a:cubicBezTo>
                  <a:pt x="177384" y="132561"/>
                  <a:pt x="171231" y="135157"/>
                  <a:pt x="164235" y="135157"/>
                </a:cubicBezTo>
                <a:cubicBezTo>
                  <a:pt x="159727" y="135157"/>
                  <a:pt x="155887" y="134499"/>
                  <a:pt x="152696" y="133182"/>
                </a:cubicBezTo>
                <a:cubicBezTo>
                  <a:pt x="149514" y="131856"/>
                  <a:pt x="146578" y="129891"/>
                  <a:pt x="143899" y="127266"/>
                </a:cubicBezTo>
                <a:lnTo>
                  <a:pt x="123371" y="106619"/>
                </a:lnTo>
                <a:cubicBezTo>
                  <a:pt x="122639" y="105888"/>
                  <a:pt x="121716" y="105522"/>
                  <a:pt x="120609" y="105522"/>
                </a:cubicBezTo>
                <a:cubicBezTo>
                  <a:pt x="119476" y="105522"/>
                  <a:pt x="118552" y="105888"/>
                  <a:pt x="117839" y="106619"/>
                </a:cubicBezTo>
                <a:lnTo>
                  <a:pt x="64566" y="159865"/>
                </a:lnTo>
                <a:cubicBezTo>
                  <a:pt x="63350" y="161081"/>
                  <a:pt x="62454" y="162443"/>
                  <a:pt x="61887" y="163952"/>
                </a:cubicBezTo>
                <a:cubicBezTo>
                  <a:pt x="61301" y="165461"/>
                  <a:pt x="61009" y="166969"/>
                  <a:pt x="61009" y="168478"/>
                </a:cubicBezTo>
                <a:cubicBezTo>
                  <a:pt x="61009" y="171596"/>
                  <a:pt x="62005" y="174138"/>
                  <a:pt x="63999" y="176086"/>
                </a:cubicBezTo>
                <a:cubicBezTo>
                  <a:pt x="65983" y="178034"/>
                  <a:pt x="68498" y="179012"/>
                  <a:pt x="71543" y="179012"/>
                </a:cubicBezTo>
                <a:cubicBezTo>
                  <a:pt x="73115" y="179012"/>
                  <a:pt x="74661" y="178628"/>
                  <a:pt x="76197" y="177878"/>
                </a:cubicBezTo>
                <a:cubicBezTo>
                  <a:pt x="77706" y="177119"/>
                  <a:pt x="78958" y="176251"/>
                  <a:pt x="79964" y="175263"/>
                </a:cubicBezTo>
                <a:lnTo>
                  <a:pt x="116741" y="138495"/>
                </a:lnTo>
                <a:cubicBezTo>
                  <a:pt x="118140" y="137087"/>
                  <a:pt x="119796" y="136364"/>
                  <a:pt x="121707" y="136319"/>
                </a:cubicBezTo>
                <a:cubicBezTo>
                  <a:pt x="123618" y="136282"/>
                  <a:pt x="125309" y="137005"/>
                  <a:pt x="126800" y="138495"/>
                </a:cubicBezTo>
                <a:cubicBezTo>
                  <a:pt x="128290" y="139976"/>
                  <a:pt x="129031" y="141659"/>
                  <a:pt x="129031" y="143524"/>
                </a:cubicBezTo>
                <a:cubicBezTo>
                  <a:pt x="129031" y="145390"/>
                  <a:pt x="128290" y="147063"/>
                  <a:pt x="126800" y="148553"/>
                </a:cubicBezTo>
                <a:lnTo>
                  <a:pt x="90215" y="185011"/>
                </a:lnTo>
                <a:cubicBezTo>
                  <a:pt x="88999" y="186309"/>
                  <a:pt x="88102" y="187726"/>
                  <a:pt x="87536" y="189253"/>
                </a:cubicBezTo>
                <a:cubicBezTo>
                  <a:pt x="86950" y="190780"/>
                  <a:pt x="86658" y="192344"/>
                  <a:pt x="86658" y="193935"/>
                </a:cubicBezTo>
                <a:cubicBezTo>
                  <a:pt x="86658" y="196770"/>
                  <a:pt x="87709" y="199229"/>
                  <a:pt x="89803" y="201323"/>
                </a:cubicBezTo>
                <a:cubicBezTo>
                  <a:pt x="91897" y="203417"/>
                  <a:pt x="94357" y="204469"/>
                  <a:pt x="97192" y="204469"/>
                </a:cubicBezTo>
                <a:cubicBezTo>
                  <a:pt x="98764" y="204469"/>
                  <a:pt x="100310" y="204140"/>
                  <a:pt x="101846" y="203491"/>
                </a:cubicBezTo>
                <a:cubicBezTo>
                  <a:pt x="103355" y="202841"/>
                  <a:pt x="104607" y="201982"/>
                  <a:pt x="105613" y="200912"/>
                </a:cubicBezTo>
                <a:lnTo>
                  <a:pt x="143835" y="162690"/>
                </a:lnTo>
                <a:cubicBezTo>
                  <a:pt x="145243" y="161291"/>
                  <a:pt x="146898" y="160569"/>
                  <a:pt x="148800" y="160523"/>
                </a:cubicBezTo>
                <a:cubicBezTo>
                  <a:pt x="150711" y="160486"/>
                  <a:pt x="152403" y="161209"/>
                  <a:pt x="153894" y="162690"/>
                </a:cubicBezTo>
                <a:cubicBezTo>
                  <a:pt x="155384" y="164181"/>
                  <a:pt x="156125" y="165863"/>
                  <a:pt x="156125" y="167719"/>
                </a:cubicBezTo>
                <a:cubicBezTo>
                  <a:pt x="156125" y="169585"/>
                  <a:pt x="155384" y="171267"/>
                  <a:pt x="153894" y="172758"/>
                </a:cubicBezTo>
                <a:lnTo>
                  <a:pt x="115864" y="210659"/>
                </a:lnTo>
                <a:cubicBezTo>
                  <a:pt x="114858" y="211748"/>
                  <a:pt x="114017" y="213110"/>
                  <a:pt x="113349" y="214747"/>
                </a:cubicBezTo>
                <a:cubicBezTo>
                  <a:pt x="112654" y="216384"/>
                  <a:pt x="112307" y="217993"/>
                  <a:pt x="112307" y="219584"/>
                </a:cubicBezTo>
                <a:cubicBezTo>
                  <a:pt x="112307" y="222419"/>
                  <a:pt x="113358" y="224878"/>
                  <a:pt x="115452" y="226972"/>
                </a:cubicBezTo>
                <a:cubicBezTo>
                  <a:pt x="117546" y="229066"/>
                  <a:pt x="120006" y="230118"/>
                  <a:pt x="122840" y="230118"/>
                </a:cubicBezTo>
                <a:cubicBezTo>
                  <a:pt x="124413" y="230118"/>
                  <a:pt x="125904" y="229825"/>
                  <a:pt x="127330" y="229240"/>
                </a:cubicBezTo>
                <a:cubicBezTo>
                  <a:pt x="128738" y="228655"/>
                  <a:pt x="130046" y="227759"/>
                  <a:pt x="131262" y="226570"/>
                </a:cubicBezTo>
                <a:lnTo>
                  <a:pt x="169420" y="188284"/>
                </a:lnTo>
                <a:cubicBezTo>
                  <a:pt x="170828" y="186876"/>
                  <a:pt x="172483" y="186154"/>
                  <a:pt x="174385" y="186108"/>
                </a:cubicBezTo>
                <a:cubicBezTo>
                  <a:pt x="176296" y="186071"/>
                  <a:pt x="177988" y="186794"/>
                  <a:pt x="179478" y="188284"/>
                </a:cubicBezTo>
                <a:cubicBezTo>
                  <a:pt x="180969" y="189765"/>
                  <a:pt x="181710" y="191448"/>
                  <a:pt x="181710" y="193313"/>
                </a:cubicBezTo>
                <a:cubicBezTo>
                  <a:pt x="181710" y="195179"/>
                  <a:pt x="180969" y="196852"/>
                  <a:pt x="179478" y="198343"/>
                </a:cubicBezTo>
                <a:lnTo>
                  <a:pt x="141257" y="236564"/>
                </a:lnTo>
                <a:cubicBezTo>
                  <a:pt x="140040" y="237781"/>
                  <a:pt x="139153" y="239189"/>
                  <a:pt x="138586" y="240807"/>
                </a:cubicBezTo>
                <a:cubicBezTo>
                  <a:pt x="138001" y="242417"/>
                  <a:pt x="137709" y="243916"/>
                  <a:pt x="137709" y="245297"/>
                </a:cubicBezTo>
                <a:cubicBezTo>
                  <a:pt x="137709" y="248488"/>
                  <a:pt x="138678" y="251012"/>
                  <a:pt x="140626" y="252877"/>
                </a:cubicBezTo>
                <a:cubicBezTo>
                  <a:pt x="142582" y="254761"/>
                  <a:pt x="145106" y="255703"/>
                  <a:pt x="148206" y="255703"/>
                </a:cubicBezTo>
                <a:close/>
                <a:moveTo>
                  <a:pt x="148206" y="269977"/>
                </a:moveTo>
                <a:cubicBezTo>
                  <a:pt x="141686" y="269977"/>
                  <a:pt x="135990" y="267535"/>
                  <a:pt x="131107" y="262652"/>
                </a:cubicBezTo>
                <a:cubicBezTo>
                  <a:pt x="126224" y="257751"/>
                  <a:pt x="123654" y="251652"/>
                  <a:pt x="123407" y="244355"/>
                </a:cubicBezTo>
                <a:cubicBezTo>
                  <a:pt x="116275" y="243962"/>
                  <a:pt x="110332" y="241466"/>
                  <a:pt x="105549" y="236875"/>
                </a:cubicBezTo>
                <a:cubicBezTo>
                  <a:pt x="100776" y="232285"/>
                  <a:pt x="98188" y="226232"/>
                  <a:pt x="97786" y="218706"/>
                </a:cubicBezTo>
                <a:cubicBezTo>
                  <a:pt x="90352" y="218222"/>
                  <a:pt x="84326" y="215634"/>
                  <a:pt x="79717" y="210943"/>
                </a:cubicBezTo>
                <a:cubicBezTo>
                  <a:pt x="75127" y="206270"/>
                  <a:pt x="72658" y="200308"/>
                  <a:pt x="72329" y="193057"/>
                </a:cubicBezTo>
                <a:cubicBezTo>
                  <a:pt x="65050" y="192664"/>
                  <a:pt x="58970" y="190195"/>
                  <a:pt x="54068" y="185669"/>
                </a:cubicBezTo>
                <a:cubicBezTo>
                  <a:pt x="49158" y="181170"/>
                  <a:pt x="46708" y="175364"/>
                  <a:pt x="46708" y="168259"/>
                </a:cubicBezTo>
                <a:cubicBezTo>
                  <a:pt x="46708" y="164949"/>
                  <a:pt x="47348" y="161629"/>
                  <a:pt x="48628" y="158292"/>
                </a:cubicBezTo>
                <a:cubicBezTo>
                  <a:pt x="49908" y="154982"/>
                  <a:pt x="51792" y="152083"/>
                  <a:pt x="54288" y="149587"/>
                </a:cubicBezTo>
                <a:lnTo>
                  <a:pt x="107972" y="95994"/>
                </a:lnTo>
                <a:cubicBezTo>
                  <a:pt x="111365" y="92519"/>
                  <a:pt x="115571" y="90782"/>
                  <a:pt x="120573" y="90782"/>
                </a:cubicBezTo>
                <a:cubicBezTo>
                  <a:pt x="125584" y="90782"/>
                  <a:pt x="129827" y="92519"/>
                  <a:pt x="133301" y="95994"/>
                </a:cubicBezTo>
                <a:lnTo>
                  <a:pt x="152641" y="115361"/>
                </a:lnTo>
                <a:cubicBezTo>
                  <a:pt x="154232" y="116952"/>
                  <a:pt x="156061" y="118241"/>
                  <a:pt x="158136" y="119219"/>
                </a:cubicBezTo>
                <a:cubicBezTo>
                  <a:pt x="160212" y="120207"/>
                  <a:pt x="162306" y="120701"/>
                  <a:pt x="164427" y="120701"/>
                </a:cubicBezTo>
                <a:cubicBezTo>
                  <a:pt x="167399" y="120701"/>
                  <a:pt x="170124" y="119476"/>
                  <a:pt x="172593" y="117025"/>
                </a:cubicBezTo>
                <a:cubicBezTo>
                  <a:pt x="175089" y="114574"/>
                  <a:pt x="176333" y="111822"/>
                  <a:pt x="176333" y="108786"/>
                </a:cubicBezTo>
                <a:cubicBezTo>
                  <a:pt x="176333" y="107131"/>
                  <a:pt x="175903" y="105439"/>
                  <a:pt x="175044" y="103693"/>
                </a:cubicBezTo>
                <a:cubicBezTo>
                  <a:pt x="174184" y="101956"/>
                  <a:pt x="172959" y="100246"/>
                  <a:pt x="171368" y="98572"/>
                </a:cubicBezTo>
                <a:lnTo>
                  <a:pt x="127303" y="54471"/>
                </a:lnTo>
                <a:cubicBezTo>
                  <a:pt x="124322" y="51499"/>
                  <a:pt x="121067" y="49277"/>
                  <a:pt x="117528" y="47805"/>
                </a:cubicBezTo>
                <a:cubicBezTo>
                  <a:pt x="113962" y="46324"/>
                  <a:pt x="110240" y="45574"/>
                  <a:pt x="106372" y="45574"/>
                </a:cubicBezTo>
                <a:cubicBezTo>
                  <a:pt x="102495" y="45574"/>
                  <a:pt x="98837" y="46324"/>
                  <a:pt x="95399" y="47805"/>
                </a:cubicBezTo>
                <a:cubicBezTo>
                  <a:pt x="91979" y="49295"/>
                  <a:pt x="88788" y="51517"/>
                  <a:pt x="85807" y="54471"/>
                </a:cubicBezTo>
                <a:lnTo>
                  <a:pt x="42026" y="98261"/>
                </a:lnTo>
                <a:cubicBezTo>
                  <a:pt x="37353" y="102843"/>
                  <a:pt x="34528" y="108430"/>
                  <a:pt x="33540" y="115013"/>
                </a:cubicBezTo>
                <a:cubicBezTo>
                  <a:pt x="32553" y="121588"/>
                  <a:pt x="33412" y="127842"/>
                  <a:pt x="36119" y="133777"/>
                </a:cubicBezTo>
                <a:cubicBezTo>
                  <a:pt x="36997" y="135514"/>
                  <a:pt x="37079" y="137325"/>
                  <a:pt x="36366" y="139217"/>
                </a:cubicBezTo>
                <a:cubicBezTo>
                  <a:pt x="35634" y="141101"/>
                  <a:pt x="34436" y="142482"/>
                  <a:pt x="32781" y="143360"/>
                </a:cubicBezTo>
                <a:cubicBezTo>
                  <a:pt x="31044" y="144247"/>
                  <a:pt x="29179" y="144329"/>
                  <a:pt x="27185" y="143616"/>
                </a:cubicBezTo>
                <a:cubicBezTo>
                  <a:pt x="25201" y="142884"/>
                  <a:pt x="23765" y="141650"/>
                  <a:pt x="22878" y="139903"/>
                </a:cubicBezTo>
                <a:cubicBezTo>
                  <a:pt x="19239" y="130787"/>
                  <a:pt x="18050" y="121633"/>
                  <a:pt x="19330" y="112435"/>
                </a:cubicBezTo>
                <a:cubicBezTo>
                  <a:pt x="20592" y="103236"/>
                  <a:pt x="24808" y="95043"/>
                  <a:pt x="31995" y="87856"/>
                </a:cubicBezTo>
                <a:lnTo>
                  <a:pt x="75438" y="44412"/>
                </a:lnTo>
                <a:cubicBezTo>
                  <a:pt x="79818" y="40032"/>
                  <a:pt x="84683" y="36786"/>
                  <a:pt x="90023" y="34674"/>
                </a:cubicBezTo>
                <a:cubicBezTo>
                  <a:pt x="95363" y="32553"/>
                  <a:pt x="100922" y="31492"/>
                  <a:pt x="106683" y="31492"/>
                </a:cubicBezTo>
                <a:cubicBezTo>
                  <a:pt x="112444" y="31492"/>
                  <a:pt x="117948" y="32553"/>
                  <a:pt x="123188" y="34674"/>
                </a:cubicBezTo>
                <a:cubicBezTo>
                  <a:pt x="128418" y="36786"/>
                  <a:pt x="133219" y="40032"/>
                  <a:pt x="137581" y="44412"/>
                </a:cubicBezTo>
                <a:lnTo>
                  <a:pt x="146377" y="53218"/>
                </a:lnTo>
                <a:lnTo>
                  <a:pt x="155183" y="44412"/>
                </a:lnTo>
                <a:cubicBezTo>
                  <a:pt x="159545" y="40032"/>
                  <a:pt x="164373" y="36786"/>
                  <a:pt x="169676" y="34674"/>
                </a:cubicBezTo>
                <a:cubicBezTo>
                  <a:pt x="174970" y="32553"/>
                  <a:pt x="180503" y="31492"/>
                  <a:pt x="186272" y="31492"/>
                </a:cubicBezTo>
                <a:cubicBezTo>
                  <a:pt x="192033" y="31492"/>
                  <a:pt x="197547" y="32553"/>
                  <a:pt x="202805" y="34674"/>
                </a:cubicBezTo>
                <a:cubicBezTo>
                  <a:pt x="208081" y="36786"/>
                  <a:pt x="212900" y="40032"/>
                  <a:pt x="217261" y="44412"/>
                </a:cubicBezTo>
                <a:lnTo>
                  <a:pt x="269538" y="96689"/>
                </a:lnTo>
                <a:cubicBezTo>
                  <a:pt x="273890" y="101041"/>
                  <a:pt x="277228" y="106025"/>
                  <a:pt x="279532" y="111621"/>
                </a:cubicBezTo>
                <a:cubicBezTo>
                  <a:pt x="281836" y="117190"/>
                  <a:pt x="282989" y="122859"/>
                  <a:pt x="282989" y="128620"/>
                </a:cubicBezTo>
                <a:cubicBezTo>
                  <a:pt x="282989" y="134380"/>
                  <a:pt x="281836" y="139885"/>
                  <a:pt x="279532" y="145124"/>
                </a:cubicBezTo>
                <a:cubicBezTo>
                  <a:pt x="277228" y="150364"/>
                  <a:pt x="273890" y="155174"/>
                  <a:pt x="269538" y="159554"/>
                </a:cubicBezTo>
                <a:lnTo>
                  <a:pt x="166878" y="262213"/>
                </a:lnTo>
                <a:cubicBezTo>
                  <a:pt x="164318" y="264847"/>
                  <a:pt x="161446" y="266813"/>
                  <a:pt x="158264" y="268084"/>
                </a:cubicBezTo>
                <a:cubicBezTo>
                  <a:pt x="155073" y="269346"/>
                  <a:pt x="151726" y="269977"/>
                  <a:pt x="148206" y="269977"/>
                </a:cubicBezTo>
                <a:close/>
                <a:moveTo>
                  <a:pt x="113130" y="10583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7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635" y="249887"/>
                </a:moveTo>
                <a:lnTo>
                  <a:pt x="18635" y="235586"/>
                </a:lnTo>
                <a:cubicBezTo>
                  <a:pt x="18635" y="229277"/>
                  <a:pt x="20181" y="224028"/>
                  <a:pt x="23262" y="219840"/>
                </a:cubicBezTo>
                <a:cubicBezTo>
                  <a:pt x="26344" y="215652"/>
                  <a:pt x="30706" y="212168"/>
                  <a:pt x="36366" y="209407"/>
                </a:cubicBezTo>
                <a:cubicBezTo>
                  <a:pt x="47284" y="204122"/>
                  <a:pt x="59015" y="199815"/>
                  <a:pt x="71570" y="196486"/>
                </a:cubicBezTo>
                <a:cubicBezTo>
                  <a:pt x="84143" y="193176"/>
                  <a:pt x="97630" y="191521"/>
                  <a:pt x="112023" y="191521"/>
                </a:cubicBezTo>
                <a:cubicBezTo>
                  <a:pt x="126443" y="191521"/>
                  <a:pt x="139903" y="193176"/>
                  <a:pt x="152412" y="196486"/>
                </a:cubicBezTo>
                <a:cubicBezTo>
                  <a:pt x="164949" y="199796"/>
                  <a:pt x="176699" y="204103"/>
                  <a:pt x="187681" y="209407"/>
                </a:cubicBezTo>
                <a:cubicBezTo>
                  <a:pt x="193277" y="212168"/>
                  <a:pt x="197629" y="215652"/>
                  <a:pt x="200729" y="219840"/>
                </a:cubicBezTo>
                <a:cubicBezTo>
                  <a:pt x="203829" y="224028"/>
                  <a:pt x="205383" y="229277"/>
                  <a:pt x="205383" y="235586"/>
                </a:cubicBezTo>
                <a:lnTo>
                  <a:pt x="205383" y="249887"/>
                </a:lnTo>
                <a:cubicBezTo>
                  <a:pt x="205383" y="252530"/>
                  <a:pt x="204515" y="254697"/>
                  <a:pt x="202768" y="256398"/>
                </a:cubicBezTo>
                <a:cubicBezTo>
                  <a:pt x="201031" y="258089"/>
                  <a:pt x="198882" y="258940"/>
                  <a:pt x="196331" y="258940"/>
                </a:cubicBezTo>
                <a:lnTo>
                  <a:pt x="27725" y="258940"/>
                </a:lnTo>
                <a:cubicBezTo>
                  <a:pt x="25082" y="258940"/>
                  <a:pt x="22915" y="258089"/>
                  <a:pt x="21214" y="256398"/>
                </a:cubicBezTo>
                <a:cubicBezTo>
                  <a:pt x="19522" y="254697"/>
                  <a:pt x="18672" y="252530"/>
                  <a:pt x="18672" y="249887"/>
                </a:cubicBezTo>
                <a:close/>
                <a:moveTo>
                  <a:pt x="32909" y="244703"/>
                </a:moveTo>
                <a:lnTo>
                  <a:pt x="191174" y="244703"/>
                </a:lnTo>
                <a:lnTo>
                  <a:pt x="191174" y="235623"/>
                </a:lnTo>
                <a:cubicBezTo>
                  <a:pt x="191174" y="232157"/>
                  <a:pt x="190159" y="229350"/>
                  <a:pt x="188120" y="227192"/>
                </a:cubicBezTo>
                <a:cubicBezTo>
                  <a:pt x="186090" y="225034"/>
                  <a:pt x="183657" y="223315"/>
                  <a:pt x="180832" y="222044"/>
                </a:cubicBezTo>
                <a:cubicBezTo>
                  <a:pt x="172072" y="218057"/>
                  <a:pt x="162032" y="214345"/>
                  <a:pt x="150721" y="210916"/>
                </a:cubicBezTo>
                <a:cubicBezTo>
                  <a:pt x="139400" y="207496"/>
                  <a:pt x="126507" y="205786"/>
                  <a:pt x="112023" y="205786"/>
                </a:cubicBezTo>
                <a:cubicBezTo>
                  <a:pt x="97548" y="205786"/>
                  <a:pt x="84628" y="207496"/>
                  <a:pt x="73271" y="210916"/>
                </a:cubicBezTo>
                <a:cubicBezTo>
                  <a:pt x="61932" y="214345"/>
                  <a:pt x="51920" y="218057"/>
                  <a:pt x="43224" y="222044"/>
                </a:cubicBezTo>
                <a:cubicBezTo>
                  <a:pt x="40389" y="223342"/>
                  <a:pt x="37957" y="225061"/>
                  <a:pt x="35927" y="227192"/>
                </a:cubicBezTo>
                <a:cubicBezTo>
                  <a:pt x="33897" y="229350"/>
                  <a:pt x="32882" y="232157"/>
                  <a:pt x="32882" y="235623"/>
                </a:cubicBezTo>
                <a:lnTo>
                  <a:pt x="32882" y="244703"/>
                </a:lnTo>
                <a:close/>
                <a:moveTo>
                  <a:pt x="81976" y="154771"/>
                </a:moveTo>
                <a:cubicBezTo>
                  <a:pt x="74222" y="146898"/>
                  <a:pt x="70345" y="136694"/>
                  <a:pt x="70345" y="124157"/>
                </a:cubicBezTo>
                <a:lnTo>
                  <a:pt x="67455" y="124157"/>
                </a:lnTo>
                <a:cubicBezTo>
                  <a:pt x="65947" y="124157"/>
                  <a:pt x="64639" y="123618"/>
                  <a:pt x="63523" y="122520"/>
                </a:cubicBezTo>
                <a:cubicBezTo>
                  <a:pt x="62417" y="121432"/>
                  <a:pt x="61868" y="120143"/>
                  <a:pt x="61887" y="118662"/>
                </a:cubicBezTo>
                <a:cubicBezTo>
                  <a:pt x="61887" y="117190"/>
                  <a:pt x="62435" y="115882"/>
                  <a:pt x="63523" y="114730"/>
                </a:cubicBezTo>
                <a:cubicBezTo>
                  <a:pt x="64612" y="113596"/>
                  <a:pt x="65928" y="113029"/>
                  <a:pt x="67455" y="113029"/>
                </a:cubicBezTo>
                <a:lnTo>
                  <a:pt x="70345" y="113029"/>
                </a:lnTo>
                <a:cubicBezTo>
                  <a:pt x="70427" y="105924"/>
                  <a:pt x="72082" y="99496"/>
                  <a:pt x="75310" y="93735"/>
                </a:cubicBezTo>
                <a:cubicBezTo>
                  <a:pt x="78538" y="87947"/>
                  <a:pt x="83028" y="82890"/>
                  <a:pt x="88770" y="78547"/>
                </a:cubicBezTo>
                <a:lnTo>
                  <a:pt x="88770" y="90681"/>
                </a:lnTo>
                <a:cubicBezTo>
                  <a:pt x="88770" y="91861"/>
                  <a:pt x="89218" y="92876"/>
                  <a:pt x="90114" y="93735"/>
                </a:cubicBezTo>
                <a:cubicBezTo>
                  <a:pt x="91019" y="94595"/>
                  <a:pt x="92053" y="95024"/>
                  <a:pt x="93232" y="95024"/>
                </a:cubicBezTo>
                <a:cubicBezTo>
                  <a:pt x="94531" y="95024"/>
                  <a:pt x="95573" y="94595"/>
                  <a:pt x="96369" y="93735"/>
                </a:cubicBezTo>
                <a:cubicBezTo>
                  <a:pt x="97164" y="92876"/>
                  <a:pt x="97566" y="91861"/>
                  <a:pt x="97566" y="90681"/>
                </a:cubicBezTo>
                <a:lnTo>
                  <a:pt x="97566" y="74460"/>
                </a:lnTo>
                <a:cubicBezTo>
                  <a:pt x="99240" y="73957"/>
                  <a:pt x="101462" y="73509"/>
                  <a:pt x="104232" y="73115"/>
                </a:cubicBezTo>
                <a:cubicBezTo>
                  <a:pt x="106994" y="72713"/>
                  <a:pt x="109664" y="72512"/>
                  <a:pt x="112243" y="72512"/>
                </a:cubicBezTo>
                <a:cubicBezTo>
                  <a:pt x="114821" y="72512"/>
                  <a:pt x="117491" y="72713"/>
                  <a:pt x="120262" y="73115"/>
                </a:cubicBezTo>
                <a:cubicBezTo>
                  <a:pt x="123023" y="73509"/>
                  <a:pt x="125245" y="73957"/>
                  <a:pt x="126928" y="74460"/>
                </a:cubicBezTo>
                <a:lnTo>
                  <a:pt x="126928" y="90681"/>
                </a:lnTo>
                <a:cubicBezTo>
                  <a:pt x="126928" y="91861"/>
                  <a:pt x="127321" y="92876"/>
                  <a:pt x="128117" y="93735"/>
                </a:cubicBezTo>
                <a:cubicBezTo>
                  <a:pt x="128912" y="94595"/>
                  <a:pt x="129964" y="95024"/>
                  <a:pt x="131262" y="95024"/>
                </a:cubicBezTo>
                <a:cubicBezTo>
                  <a:pt x="132433" y="95024"/>
                  <a:pt x="133475" y="94595"/>
                  <a:pt x="134371" y="93735"/>
                </a:cubicBezTo>
                <a:cubicBezTo>
                  <a:pt x="135276" y="92876"/>
                  <a:pt x="135724" y="91861"/>
                  <a:pt x="135724" y="90681"/>
                </a:cubicBezTo>
                <a:lnTo>
                  <a:pt x="135724" y="78547"/>
                </a:lnTo>
                <a:cubicBezTo>
                  <a:pt x="141549" y="82909"/>
                  <a:pt x="145966" y="87965"/>
                  <a:pt x="148956" y="93735"/>
                </a:cubicBezTo>
                <a:cubicBezTo>
                  <a:pt x="151973" y="99514"/>
                  <a:pt x="153564" y="105952"/>
                  <a:pt x="153738" y="113029"/>
                </a:cubicBezTo>
                <a:lnTo>
                  <a:pt x="156628" y="113029"/>
                </a:lnTo>
                <a:cubicBezTo>
                  <a:pt x="158136" y="113029"/>
                  <a:pt x="159444" y="113596"/>
                  <a:pt x="160559" y="114730"/>
                </a:cubicBezTo>
                <a:cubicBezTo>
                  <a:pt x="161648" y="115864"/>
                  <a:pt x="162196" y="117171"/>
                  <a:pt x="162196" y="118662"/>
                </a:cubicBezTo>
                <a:cubicBezTo>
                  <a:pt x="162196" y="120125"/>
                  <a:pt x="161648" y="121414"/>
                  <a:pt x="160559" y="122520"/>
                </a:cubicBezTo>
                <a:cubicBezTo>
                  <a:pt x="159471" y="123618"/>
                  <a:pt x="158155" y="124157"/>
                  <a:pt x="156628" y="124157"/>
                </a:cubicBezTo>
                <a:lnTo>
                  <a:pt x="153738" y="124157"/>
                </a:lnTo>
                <a:cubicBezTo>
                  <a:pt x="153738" y="136694"/>
                  <a:pt x="149843" y="146898"/>
                  <a:pt x="142043" y="154771"/>
                </a:cubicBezTo>
                <a:cubicBezTo>
                  <a:pt x="134270" y="162653"/>
                  <a:pt x="124249" y="166595"/>
                  <a:pt x="111996" y="166595"/>
                </a:cubicBezTo>
                <a:cubicBezTo>
                  <a:pt x="99734" y="166595"/>
                  <a:pt x="89730" y="162653"/>
                  <a:pt x="81976" y="154771"/>
                </a:cubicBezTo>
                <a:close/>
                <a:moveTo>
                  <a:pt x="132076" y="144713"/>
                </a:moveTo>
                <a:cubicBezTo>
                  <a:pt x="137023" y="139647"/>
                  <a:pt x="139501" y="133036"/>
                  <a:pt x="139501" y="124880"/>
                </a:cubicBezTo>
                <a:lnTo>
                  <a:pt x="84582" y="124880"/>
                </a:lnTo>
                <a:cubicBezTo>
                  <a:pt x="84582" y="133009"/>
                  <a:pt x="87060" y="139620"/>
                  <a:pt x="92007" y="144713"/>
                </a:cubicBezTo>
                <a:cubicBezTo>
                  <a:pt x="96945" y="149788"/>
                  <a:pt x="103620" y="152321"/>
                  <a:pt x="112023" y="152321"/>
                </a:cubicBezTo>
                <a:cubicBezTo>
                  <a:pt x="120426" y="152321"/>
                  <a:pt x="127102" y="149788"/>
                  <a:pt x="132049" y="144713"/>
                </a:cubicBezTo>
                <a:close/>
                <a:moveTo>
                  <a:pt x="206792" y="182057"/>
                </a:moveTo>
                <a:lnTo>
                  <a:pt x="206609" y="178445"/>
                </a:lnTo>
                <a:cubicBezTo>
                  <a:pt x="205054" y="177769"/>
                  <a:pt x="203399" y="176872"/>
                  <a:pt x="201643" y="175739"/>
                </a:cubicBezTo>
                <a:cubicBezTo>
                  <a:pt x="199860" y="174605"/>
                  <a:pt x="198343" y="173480"/>
                  <a:pt x="197081" y="172346"/>
                </a:cubicBezTo>
                <a:lnTo>
                  <a:pt x="193149" y="174358"/>
                </a:lnTo>
                <a:cubicBezTo>
                  <a:pt x="191942" y="175108"/>
                  <a:pt x="190698" y="175300"/>
                  <a:pt x="189445" y="174925"/>
                </a:cubicBezTo>
                <a:cubicBezTo>
                  <a:pt x="188211" y="174541"/>
                  <a:pt x="187141" y="173773"/>
                  <a:pt x="186236" y="172593"/>
                </a:cubicBezTo>
                <a:lnTo>
                  <a:pt x="186053" y="172218"/>
                </a:lnTo>
                <a:cubicBezTo>
                  <a:pt x="185084" y="170920"/>
                  <a:pt x="184764" y="169557"/>
                  <a:pt x="185075" y="168131"/>
                </a:cubicBezTo>
                <a:cubicBezTo>
                  <a:pt x="185385" y="166732"/>
                  <a:pt x="186135" y="165580"/>
                  <a:pt x="187306" y="164674"/>
                </a:cubicBezTo>
                <a:lnTo>
                  <a:pt x="191018" y="162160"/>
                </a:lnTo>
                <a:cubicBezTo>
                  <a:pt x="190598" y="161236"/>
                  <a:pt x="190369" y="160349"/>
                  <a:pt x="190323" y="159490"/>
                </a:cubicBezTo>
                <a:cubicBezTo>
                  <a:pt x="190277" y="158630"/>
                  <a:pt x="190259" y="157761"/>
                  <a:pt x="190259" y="156884"/>
                </a:cubicBezTo>
                <a:cubicBezTo>
                  <a:pt x="190259" y="155997"/>
                  <a:pt x="190277" y="155174"/>
                  <a:pt x="190323" y="154396"/>
                </a:cubicBezTo>
                <a:cubicBezTo>
                  <a:pt x="190369" y="153619"/>
                  <a:pt x="190598" y="152732"/>
                  <a:pt x="191018" y="151726"/>
                </a:cubicBezTo>
                <a:lnTo>
                  <a:pt x="187306" y="149084"/>
                </a:lnTo>
                <a:cubicBezTo>
                  <a:pt x="186135" y="148206"/>
                  <a:pt x="185385" y="147109"/>
                  <a:pt x="185075" y="145783"/>
                </a:cubicBezTo>
                <a:cubicBezTo>
                  <a:pt x="184764" y="144466"/>
                  <a:pt x="185084" y="143158"/>
                  <a:pt x="186053" y="141851"/>
                </a:cubicBezTo>
                <a:lnTo>
                  <a:pt x="186236" y="141165"/>
                </a:lnTo>
                <a:cubicBezTo>
                  <a:pt x="187114" y="140077"/>
                  <a:pt x="188184" y="139318"/>
                  <a:pt x="189445" y="138897"/>
                </a:cubicBezTo>
                <a:cubicBezTo>
                  <a:pt x="190680" y="138477"/>
                  <a:pt x="191914" y="138650"/>
                  <a:pt x="193149" y="139400"/>
                </a:cubicBezTo>
                <a:lnTo>
                  <a:pt x="197081" y="141412"/>
                </a:lnTo>
                <a:cubicBezTo>
                  <a:pt x="198553" y="140287"/>
                  <a:pt x="200116" y="139172"/>
                  <a:pt x="201799" y="138084"/>
                </a:cubicBezTo>
                <a:cubicBezTo>
                  <a:pt x="203472" y="136995"/>
                  <a:pt x="205072" y="136072"/>
                  <a:pt x="206609" y="135313"/>
                </a:cubicBezTo>
                <a:lnTo>
                  <a:pt x="206792" y="131482"/>
                </a:lnTo>
                <a:cubicBezTo>
                  <a:pt x="207002" y="130055"/>
                  <a:pt x="207624" y="128848"/>
                  <a:pt x="208648" y="127870"/>
                </a:cubicBezTo>
                <a:cubicBezTo>
                  <a:pt x="209672" y="126900"/>
                  <a:pt x="210916" y="126425"/>
                  <a:pt x="212360" y="126425"/>
                </a:cubicBezTo>
                <a:lnTo>
                  <a:pt x="212863" y="126425"/>
                </a:lnTo>
                <a:cubicBezTo>
                  <a:pt x="214290" y="126425"/>
                  <a:pt x="215524" y="126937"/>
                  <a:pt x="216566" y="127961"/>
                </a:cubicBezTo>
                <a:cubicBezTo>
                  <a:pt x="217600" y="128985"/>
                  <a:pt x="218212" y="130265"/>
                  <a:pt x="218423" y="131792"/>
                </a:cubicBezTo>
                <a:lnTo>
                  <a:pt x="218615" y="135313"/>
                </a:lnTo>
                <a:cubicBezTo>
                  <a:pt x="220160" y="136072"/>
                  <a:pt x="221769" y="136995"/>
                  <a:pt x="223424" y="138084"/>
                </a:cubicBezTo>
                <a:cubicBezTo>
                  <a:pt x="225080" y="139172"/>
                  <a:pt x="226652" y="140287"/>
                  <a:pt x="228134" y="141412"/>
                </a:cubicBezTo>
                <a:lnTo>
                  <a:pt x="232066" y="139400"/>
                </a:lnTo>
                <a:cubicBezTo>
                  <a:pt x="233282" y="138650"/>
                  <a:pt x="234516" y="138477"/>
                  <a:pt x="235778" y="138897"/>
                </a:cubicBezTo>
                <a:cubicBezTo>
                  <a:pt x="237012" y="139318"/>
                  <a:pt x="238082" y="140077"/>
                  <a:pt x="238978" y="141165"/>
                </a:cubicBezTo>
                <a:lnTo>
                  <a:pt x="239170" y="141540"/>
                </a:lnTo>
                <a:cubicBezTo>
                  <a:pt x="240048" y="142838"/>
                  <a:pt x="240350" y="144201"/>
                  <a:pt x="240085" y="145627"/>
                </a:cubicBezTo>
                <a:cubicBezTo>
                  <a:pt x="239811" y="147026"/>
                  <a:pt x="239088" y="148188"/>
                  <a:pt x="237909" y="149084"/>
                </a:cubicBezTo>
                <a:lnTo>
                  <a:pt x="234205" y="151726"/>
                </a:lnTo>
                <a:cubicBezTo>
                  <a:pt x="234626" y="152732"/>
                  <a:pt x="234836" y="153619"/>
                  <a:pt x="234836" y="154396"/>
                </a:cubicBezTo>
                <a:lnTo>
                  <a:pt x="234836" y="159453"/>
                </a:lnTo>
                <a:cubicBezTo>
                  <a:pt x="234836" y="160313"/>
                  <a:pt x="234626" y="161209"/>
                  <a:pt x="234205" y="162132"/>
                </a:cubicBezTo>
                <a:lnTo>
                  <a:pt x="237909" y="164647"/>
                </a:lnTo>
                <a:cubicBezTo>
                  <a:pt x="239088" y="165525"/>
                  <a:pt x="239811" y="166640"/>
                  <a:pt x="240085" y="168003"/>
                </a:cubicBezTo>
                <a:cubicBezTo>
                  <a:pt x="240350" y="169347"/>
                  <a:pt x="240048" y="170682"/>
                  <a:pt x="239170" y="171999"/>
                </a:cubicBezTo>
                <a:lnTo>
                  <a:pt x="238978" y="172593"/>
                </a:lnTo>
                <a:cubicBezTo>
                  <a:pt x="238101" y="173773"/>
                  <a:pt x="237031" y="174541"/>
                  <a:pt x="235778" y="174925"/>
                </a:cubicBezTo>
                <a:cubicBezTo>
                  <a:pt x="234534" y="175300"/>
                  <a:pt x="233300" y="175108"/>
                  <a:pt x="232066" y="174358"/>
                </a:cubicBezTo>
                <a:lnTo>
                  <a:pt x="228134" y="172346"/>
                </a:lnTo>
                <a:cubicBezTo>
                  <a:pt x="226881" y="173480"/>
                  <a:pt x="225363" y="174605"/>
                  <a:pt x="223580" y="175739"/>
                </a:cubicBezTo>
                <a:cubicBezTo>
                  <a:pt x="221797" y="176872"/>
                  <a:pt x="220142" y="177769"/>
                  <a:pt x="218615" y="178445"/>
                </a:cubicBezTo>
                <a:lnTo>
                  <a:pt x="218423" y="182276"/>
                </a:lnTo>
                <a:cubicBezTo>
                  <a:pt x="218212" y="183785"/>
                  <a:pt x="217600" y="185020"/>
                  <a:pt x="216566" y="185989"/>
                </a:cubicBezTo>
                <a:cubicBezTo>
                  <a:pt x="215542" y="186949"/>
                  <a:pt x="214308" y="187434"/>
                  <a:pt x="212863" y="187434"/>
                </a:cubicBezTo>
                <a:lnTo>
                  <a:pt x="212360" y="187434"/>
                </a:lnTo>
                <a:cubicBezTo>
                  <a:pt x="210934" y="187434"/>
                  <a:pt x="209699" y="186894"/>
                  <a:pt x="208648" y="185834"/>
                </a:cubicBezTo>
                <a:cubicBezTo>
                  <a:pt x="207624" y="184764"/>
                  <a:pt x="207002" y="183502"/>
                  <a:pt x="206792" y="182057"/>
                </a:cubicBezTo>
                <a:close/>
                <a:moveTo>
                  <a:pt x="221285" y="165616"/>
                </a:moveTo>
                <a:cubicBezTo>
                  <a:pt x="223671" y="163275"/>
                  <a:pt x="224869" y="160377"/>
                  <a:pt x="224869" y="156938"/>
                </a:cubicBezTo>
                <a:cubicBezTo>
                  <a:pt x="224869" y="153509"/>
                  <a:pt x="223671" y="150593"/>
                  <a:pt x="221285" y="148206"/>
                </a:cubicBezTo>
                <a:cubicBezTo>
                  <a:pt x="218898" y="145819"/>
                  <a:pt x="215981" y="144622"/>
                  <a:pt x="212543" y="144622"/>
                </a:cubicBezTo>
                <a:cubicBezTo>
                  <a:pt x="209114" y="144622"/>
                  <a:pt x="206215" y="145819"/>
                  <a:pt x="203875" y="148206"/>
                </a:cubicBezTo>
                <a:cubicBezTo>
                  <a:pt x="201525" y="150593"/>
                  <a:pt x="200354" y="153509"/>
                  <a:pt x="200354" y="156938"/>
                </a:cubicBezTo>
                <a:cubicBezTo>
                  <a:pt x="200354" y="160377"/>
                  <a:pt x="201525" y="163275"/>
                  <a:pt x="203875" y="165616"/>
                </a:cubicBezTo>
                <a:cubicBezTo>
                  <a:pt x="206215" y="167966"/>
                  <a:pt x="209114" y="169137"/>
                  <a:pt x="212543" y="169137"/>
                </a:cubicBezTo>
                <a:cubicBezTo>
                  <a:pt x="215981" y="169137"/>
                  <a:pt x="218898" y="167966"/>
                  <a:pt x="221285" y="165616"/>
                </a:cubicBezTo>
                <a:close/>
                <a:moveTo>
                  <a:pt x="239454" y="113971"/>
                </a:moveTo>
                <a:lnTo>
                  <a:pt x="238357" y="108100"/>
                </a:lnTo>
                <a:cubicBezTo>
                  <a:pt x="236089" y="107424"/>
                  <a:pt x="233657" y="106272"/>
                  <a:pt x="231060" y="104635"/>
                </a:cubicBezTo>
                <a:cubicBezTo>
                  <a:pt x="228463" y="103007"/>
                  <a:pt x="226433" y="101233"/>
                  <a:pt x="224961" y="99322"/>
                </a:cubicBezTo>
                <a:lnTo>
                  <a:pt x="217389" y="102221"/>
                </a:lnTo>
                <a:cubicBezTo>
                  <a:pt x="216237" y="102641"/>
                  <a:pt x="215085" y="102660"/>
                  <a:pt x="213933" y="102285"/>
                </a:cubicBezTo>
                <a:cubicBezTo>
                  <a:pt x="212781" y="101901"/>
                  <a:pt x="211812" y="101169"/>
                  <a:pt x="211034" y="100081"/>
                </a:cubicBezTo>
                <a:lnTo>
                  <a:pt x="210129" y="98920"/>
                </a:lnTo>
                <a:cubicBezTo>
                  <a:pt x="209452" y="97704"/>
                  <a:pt x="209260" y="96433"/>
                  <a:pt x="209526" y="95116"/>
                </a:cubicBezTo>
                <a:cubicBezTo>
                  <a:pt x="209800" y="93817"/>
                  <a:pt x="210486" y="92757"/>
                  <a:pt x="211574" y="91943"/>
                </a:cubicBezTo>
                <a:lnTo>
                  <a:pt x="217636" y="87444"/>
                </a:lnTo>
                <a:cubicBezTo>
                  <a:pt x="217216" y="86310"/>
                  <a:pt x="216850" y="85057"/>
                  <a:pt x="216539" y="83677"/>
                </a:cubicBezTo>
                <a:cubicBezTo>
                  <a:pt x="216228" y="82287"/>
                  <a:pt x="216064" y="80952"/>
                  <a:pt x="216064" y="79653"/>
                </a:cubicBezTo>
                <a:cubicBezTo>
                  <a:pt x="216064" y="78355"/>
                  <a:pt x="216228" y="76992"/>
                  <a:pt x="216539" y="75566"/>
                </a:cubicBezTo>
                <a:cubicBezTo>
                  <a:pt x="216850" y="74140"/>
                  <a:pt x="217216" y="72859"/>
                  <a:pt x="217636" y="71726"/>
                </a:cubicBezTo>
                <a:lnTo>
                  <a:pt x="211574" y="67364"/>
                </a:lnTo>
                <a:cubicBezTo>
                  <a:pt x="210486" y="66477"/>
                  <a:pt x="209800" y="65370"/>
                  <a:pt x="209526" y="64026"/>
                </a:cubicBezTo>
                <a:cubicBezTo>
                  <a:pt x="209260" y="62710"/>
                  <a:pt x="209452" y="61493"/>
                  <a:pt x="210129" y="60378"/>
                </a:cubicBezTo>
                <a:lnTo>
                  <a:pt x="211034" y="59281"/>
                </a:lnTo>
                <a:cubicBezTo>
                  <a:pt x="211793" y="58275"/>
                  <a:pt x="212753" y="57525"/>
                  <a:pt x="213933" y="57022"/>
                </a:cubicBezTo>
                <a:cubicBezTo>
                  <a:pt x="215085" y="56537"/>
                  <a:pt x="216237" y="56501"/>
                  <a:pt x="217389" y="56921"/>
                </a:cubicBezTo>
                <a:lnTo>
                  <a:pt x="224961" y="59820"/>
                </a:lnTo>
                <a:cubicBezTo>
                  <a:pt x="226433" y="57891"/>
                  <a:pt x="228463" y="56089"/>
                  <a:pt x="231060" y="54407"/>
                </a:cubicBezTo>
                <a:cubicBezTo>
                  <a:pt x="233657" y="52715"/>
                  <a:pt x="236089" y="51636"/>
                  <a:pt x="238357" y="51170"/>
                </a:cubicBezTo>
                <a:lnTo>
                  <a:pt x="239454" y="45290"/>
                </a:lnTo>
                <a:cubicBezTo>
                  <a:pt x="239792" y="44120"/>
                  <a:pt x="240396" y="43160"/>
                  <a:pt x="241274" y="42401"/>
                </a:cubicBezTo>
                <a:cubicBezTo>
                  <a:pt x="242151" y="41651"/>
                  <a:pt x="243185" y="41267"/>
                  <a:pt x="244355" y="41267"/>
                </a:cubicBezTo>
                <a:lnTo>
                  <a:pt x="246522" y="41267"/>
                </a:lnTo>
                <a:cubicBezTo>
                  <a:pt x="247610" y="41267"/>
                  <a:pt x="248607" y="41651"/>
                  <a:pt x="249512" y="42401"/>
                </a:cubicBezTo>
                <a:cubicBezTo>
                  <a:pt x="250390" y="43160"/>
                  <a:pt x="251003" y="44120"/>
                  <a:pt x="251332" y="45290"/>
                </a:cubicBezTo>
                <a:lnTo>
                  <a:pt x="252438" y="51170"/>
                </a:lnTo>
                <a:cubicBezTo>
                  <a:pt x="254697" y="51636"/>
                  <a:pt x="257129" y="52715"/>
                  <a:pt x="259726" y="54407"/>
                </a:cubicBezTo>
                <a:cubicBezTo>
                  <a:pt x="262323" y="56108"/>
                  <a:pt x="264399" y="57909"/>
                  <a:pt x="265953" y="59820"/>
                </a:cubicBezTo>
                <a:lnTo>
                  <a:pt x="273433" y="56921"/>
                </a:lnTo>
                <a:cubicBezTo>
                  <a:pt x="274585" y="56501"/>
                  <a:pt x="275737" y="56482"/>
                  <a:pt x="276889" y="56857"/>
                </a:cubicBezTo>
                <a:cubicBezTo>
                  <a:pt x="278042" y="57241"/>
                  <a:pt x="279002" y="57973"/>
                  <a:pt x="279779" y="59061"/>
                </a:cubicBezTo>
                <a:lnTo>
                  <a:pt x="280657" y="60350"/>
                </a:lnTo>
                <a:cubicBezTo>
                  <a:pt x="281333" y="61567"/>
                  <a:pt x="281535" y="62810"/>
                  <a:pt x="281260" y="64090"/>
                </a:cubicBezTo>
                <a:cubicBezTo>
                  <a:pt x="280986" y="65352"/>
                  <a:pt x="280300" y="66431"/>
                  <a:pt x="279212" y="67327"/>
                </a:cubicBezTo>
                <a:lnTo>
                  <a:pt x="273150" y="71698"/>
                </a:lnTo>
                <a:cubicBezTo>
                  <a:pt x="273570" y="72832"/>
                  <a:pt x="273936" y="74103"/>
                  <a:pt x="274247" y="75529"/>
                </a:cubicBezTo>
                <a:cubicBezTo>
                  <a:pt x="274567" y="76956"/>
                  <a:pt x="274722" y="78318"/>
                  <a:pt x="274722" y="79617"/>
                </a:cubicBezTo>
                <a:cubicBezTo>
                  <a:pt x="274722" y="80915"/>
                  <a:pt x="274567" y="82259"/>
                  <a:pt x="274247" y="83640"/>
                </a:cubicBezTo>
                <a:cubicBezTo>
                  <a:pt x="273936" y="85021"/>
                  <a:pt x="273570" y="86283"/>
                  <a:pt x="273150" y="87417"/>
                </a:cubicBezTo>
                <a:lnTo>
                  <a:pt x="279212" y="91906"/>
                </a:lnTo>
                <a:cubicBezTo>
                  <a:pt x="280300" y="92702"/>
                  <a:pt x="280986" y="93790"/>
                  <a:pt x="281260" y="95180"/>
                </a:cubicBezTo>
                <a:cubicBezTo>
                  <a:pt x="281535" y="96542"/>
                  <a:pt x="281333" y="97777"/>
                  <a:pt x="280657" y="98883"/>
                </a:cubicBezTo>
                <a:lnTo>
                  <a:pt x="279779" y="99862"/>
                </a:lnTo>
                <a:cubicBezTo>
                  <a:pt x="279029" y="100950"/>
                  <a:pt x="278060" y="101718"/>
                  <a:pt x="276889" y="102157"/>
                </a:cubicBezTo>
                <a:cubicBezTo>
                  <a:pt x="275737" y="102596"/>
                  <a:pt x="274585" y="102605"/>
                  <a:pt x="273433" y="102184"/>
                </a:cubicBezTo>
                <a:lnTo>
                  <a:pt x="265953" y="99331"/>
                </a:lnTo>
                <a:cubicBezTo>
                  <a:pt x="264399" y="101252"/>
                  <a:pt x="262323" y="103025"/>
                  <a:pt x="259726" y="104635"/>
                </a:cubicBezTo>
                <a:cubicBezTo>
                  <a:pt x="257129" y="106272"/>
                  <a:pt x="254697" y="107424"/>
                  <a:pt x="252438" y="108100"/>
                </a:cubicBezTo>
                <a:lnTo>
                  <a:pt x="251332" y="113971"/>
                </a:lnTo>
                <a:cubicBezTo>
                  <a:pt x="251003" y="115068"/>
                  <a:pt x="250390" y="116010"/>
                  <a:pt x="249512" y="116805"/>
                </a:cubicBezTo>
                <a:cubicBezTo>
                  <a:pt x="248635" y="117601"/>
                  <a:pt x="247638" y="117994"/>
                  <a:pt x="246522" y="117994"/>
                </a:cubicBezTo>
                <a:lnTo>
                  <a:pt x="244355" y="117994"/>
                </a:lnTo>
                <a:cubicBezTo>
                  <a:pt x="243185" y="117994"/>
                  <a:pt x="242161" y="117601"/>
                  <a:pt x="241274" y="116805"/>
                </a:cubicBezTo>
                <a:cubicBezTo>
                  <a:pt x="240396" y="116010"/>
                  <a:pt x="239792" y="115068"/>
                  <a:pt x="239454" y="113971"/>
                </a:cubicBezTo>
                <a:close/>
                <a:moveTo>
                  <a:pt x="258528" y="92784"/>
                </a:moveTo>
                <a:cubicBezTo>
                  <a:pt x="261994" y="89328"/>
                  <a:pt x="263722" y="84966"/>
                  <a:pt x="263722" y="79681"/>
                </a:cubicBezTo>
                <a:cubicBezTo>
                  <a:pt x="263722" y="74405"/>
                  <a:pt x="261994" y="70034"/>
                  <a:pt x="258528" y="66577"/>
                </a:cubicBezTo>
                <a:cubicBezTo>
                  <a:pt x="255072" y="63112"/>
                  <a:pt x="250710" y="61384"/>
                  <a:pt x="245425" y="61384"/>
                </a:cubicBezTo>
                <a:cubicBezTo>
                  <a:pt x="240140" y="61384"/>
                  <a:pt x="235778" y="63112"/>
                  <a:pt x="232322" y="66577"/>
                </a:cubicBezTo>
                <a:cubicBezTo>
                  <a:pt x="228856" y="70034"/>
                  <a:pt x="227128" y="74405"/>
                  <a:pt x="227128" y="79681"/>
                </a:cubicBezTo>
                <a:cubicBezTo>
                  <a:pt x="227128" y="84966"/>
                  <a:pt x="228856" y="89328"/>
                  <a:pt x="232322" y="92784"/>
                </a:cubicBezTo>
                <a:cubicBezTo>
                  <a:pt x="235778" y="96250"/>
                  <a:pt x="240140" y="97978"/>
                  <a:pt x="245425" y="97978"/>
                </a:cubicBezTo>
                <a:cubicBezTo>
                  <a:pt x="250710" y="97978"/>
                  <a:pt x="255072" y="96250"/>
                  <a:pt x="258528" y="92784"/>
                </a:cubicBezTo>
                <a:close/>
                <a:moveTo>
                  <a:pt x="112060" y="24470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9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82" y="257751"/>
                </a:moveTo>
                <a:cubicBezTo>
                  <a:pt x="148243" y="257751"/>
                  <a:pt x="146551" y="257056"/>
                  <a:pt x="145188" y="255675"/>
                </a:cubicBezTo>
                <a:cubicBezTo>
                  <a:pt x="143826" y="254285"/>
                  <a:pt x="143140" y="252585"/>
                  <a:pt x="143140" y="250546"/>
                </a:cubicBezTo>
                <a:cubicBezTo>
                  <a:pt x="143140" y="248516"/>
                  <a:pt x="143826" y="246833"/>
                  <a:pt x="145188" y="245489"/>
                </a:cubicBezTo>
                <a:cubicBezTo>
                  <a:pt x="146551" y="244145"/>
                  <a:pt x="148243" y="243477"/>
                  <a:pt x="150282" y="243477"/>
                </a:cubicBezTo>
                <a:lnTo>
                  <a:pt x="239609" y="243477"/>
                </a:lnTo>
                <a:cubicBezTo>
                  <a:pt x="240661" y="243477"/>
                  <a:pt x="241566" y="243148"/>
                  <a:pt x="242343" y="242499"/>
                </a:cubicBezTo>
                <a:cubicBezTo>
                  <a:pt x="243102" y="241850"/>
                  <a:pt x="243477" y="240999"/>
                  <a:pt x="243477" y="239957"/>
                </a:cubicBezTo>
                <a:lnTo>
                  <a:pt x="243477" y="147420"/>
                </a:lnTo>
                <a:cubicBezTo>
                  <a:pt x="243477" y="122356"/>
                  <a:pt x="234434" y="101242"/>
                  <a:pt x="216347" y="84079"/>
                </a:cubicBezTo>
                <a:cubicBezTo>
                  <a:pt x="198269" y="66943"/>
                  <a:pt x="176443" y="58366"/>
                  <a:pt x="150876" y="58366"/>
                </a:cubicBezTo>
                <a:cubicBezTo>
                  <a:pt x="125309" y="58366"/>
                  <a:pt x="103483" y="66943"/>
                  <a:pt x="85405" y="84079"/>
                </a:cubicBezTo>
                <a:cubicBezTo>
                  <a:pt x="67318" y="101224"/>
                  <a:pt x="58275" y="122338"/>
                  <a:pt x="58275" y="147420"/>
                </a:cubicBezTo>
                <a:lnTo>
                  <a:pt x="58275" y="216631"/>
                </a:lnTo>
                <a:cubicBezTo>
                  <a:pt x="58275" y="218103"/>
                  <a:pt x="57836" y="219273"/>
                  <a:pt x="56958" y="220151"/>
                </a:cubicBezTo>
                <a:cubicBezTo>
                  <a:pt x="56080" y="221038"/>
                  <a:pt x="54901" y="221477"/>
                  <a:pt x="53438" y="221477"/>
                </a:cubicBezTo>
                <a:cubicBezTo>
                  <a:pt x="47402" y="221477"/>
                  <a:pt x="42227" y="219374"/>
                  <a:pt x="37911" y="215186"/>
                </a:cubicBezTo>
                <a:cubicBezTo>
                  <a:pt x="33595" y="210980"/>
                  <a:pt x="31437" y="205859"/>
                  <a:pt x="31437" y="199851"/>
                </a:cubicBezTo>
                <a:lnTo>
                  <a:pt x="31437" y="175428"/>
                </a:lnTo>
                <a:cubicBezTo>
                  <a:pt x="31437" y="171340"/>
                  <a:pt x="32598" y="167600"/>
                  <a:pt x="34921" y="164208"/>
                </a:cubicBezTo>
                <a:cubicBezTo>
                  <a:pt x="37244" y="160806"/>
                  <a:pt x="40279" y="158081"/>
                  <a:pt x="44010" y="156033"/>
                </a:cubicBezTo>
                <a:lnTo>
                  <a:pt x="44604" y="139967"/>
                </a:lnTo>
                <a:cubicBezTo>
                  <a:pt x="45629" y="126288"/>
                  <a:pt x="49186" y="113605"/>
                  <a:pt x="55257" y="101937"/>
                </a:cubicBezTo>
                <a:cubicBezTo>
                  <a:pt x="61338" y="90260"/>
                  <a:pt x="69129" y="80101"/>
                  <a:pt x="78648" y="71442"/>
                </a:cubicBezTo>
                <a:cubicBezTo>
                  <a:pt x="88157" y="62792"/>
                  <a:pt x="99139" y="56053"/>
                  <a:pt x="111584" y="51234"/>
                </a:cubicBezTo>
                <a:cubicBezTo>
                  <a:pt x="124011" y="46415"/>
                  <a:pt x="137105" y="44010"/>
                  <a:pt x="150876" y="44010"/>
                </a:cubicBezTo>
                <a:cubicBezTo>
                  <a:pt x="164647" y="44010"/>
                  <a:pt x="177723" y="46415"/>
                  <a:pt x="190104" y="51234"/>
                </a:cubicBezTo>
                <a:cubicBezTo>
                  <a:pt x="202485" y="56053"/>
                  <a:pt x="213467" y="62764"/>
                  <a:pt x="223040" y="71351"/>
                </a:cubicBezTo>
                <a:cubicBezTo>
                  <a:pt x="232623" y="79946"/>
                  <a:pt x="240414" y="90078"/>
                  <a:pt x="246431" y="101745"/>
                </a:cubicBezTo>
                <a:cubicBezTo>
                  <a:pt x="252448" y="113422"/>
                  <a:pt x="256032" y="126096"/>
                  <a:pt x="257184" y="139784"/>
                </a:cubicBezTo>
                <a:lnTo>
                  <a:pt x="257779" y="155530"/>
                </a:lnTo>
                <a:cubicBezTo>
                  <a:pt x="261445" y="157249"/>
                  <a:pt x="264454" y="159709"/>
                  <a:pt x="266804" y="162919"/>
                </a:cubicBezTo>
                <a:cubicBezTo>
                  <a:pt x="269144" y="166119"/>
                  <a:pt x="270324" y="169703"/>
                  <a:pt x="270324" y="173663"/>
                </a:cubicBezTo>
                <a:lnTo>
                  <a:pt x="270324" y="201735"/>
                </a:lnTo>
                <a:cubicBezTo>
                  <a:pt x="270324" y="205676"/>
                  <a:pt x="269135" y="209242"/>
                  <a:pt x="266767" y="212452"/>
                </a:cubicBezTo>
                <a:cubicBezTo>
                  <a:pt x="264399" y="215661"/>
                  <a:pt x="261390" y="218121"/>
                  <a:pt x="257751" y="219840"/>
                </a:cubicBezTo>
                <a:lnTo>
                  <a:pt x="257751" y="239957"/>
                </a:lnTo>
                <a:cubicBezTo>
                  <a:pt x="257751" y="244876"/>
                  <a:pt x="255959" y="249073"/>
                  <a:pt x="252374" y="252530"/>
                </a:cubicBezTo>
                <a:cubicBezTo>
                  <a:pt x="248808" y="256005"/>
                  <a:pt x="244556" y="257751"/>
                  <a:pt x="239609" y="257751"/>
                </a:cubicBezTo>
                <a:lnTo>
                  <a:pt x="150282" y="257751"/>
                </a:lnTo>
                <a:close/>
                <a:moveTo>
                  <a:pt x="109289" y="168350"/>
                </a:moveTo>
                <a:cubicBezTo>
                  <a:pt x="107597" y="166695"/>
                  <a:pt x="106747" y="164647"/>
                  <a:pt x="106747" y="162196"/>
                </a:cubicBezTo>
                <a:cubicBezTo>
                  <a:pt x="106747" y="159737"/>
                  <a:pt x="107616" y="157688"/>
                  <a:pt x="109353" y="156033"/>
                </a:cubicBezTo>
                <a:cubicBezTo>
                  <a:pt x="111090" y="154378"/>
                  <a:pt x="113184" y="153546"/>
                  <a:pt x="115644" y="153546"/>
                </a:cubicBezTo>
                <a:cubicBezTo>
                  <a:pt x="118095" y="153546"/>
                  <a:pt x="120170" y="154396"/>
                  <a:pt x="121862" y="156097"/>
                </a:cubicBezTo>
                <a:cubicBezTo>
                  <a:pt x="123563" y="157789"/>
                  <a:pt x="124413" y="159865"/>
                  <a:pt x="124413" y="162315"/>
                </a:cubicBezTo>
                <a:cubicBezTo>
                  <a:pt x="124413" y="164766"/>
                  <a:pt x="123545" y="166805"/>
                  <a:pt x="121798" y="168414"/>
                </a:cubicBezTo>
                <a:cubicBezTo>
                  <a:pt x="120061" y="170033"/>
                  <a:pt x="117967" y="170837"/>
                  <a:pt x="115516" y="170837"/>
                </a:cubicBezTo>
                <a:cubicBezTo>
                  <a:pt x="113066" y="170837"/>
                  <a:pt x="110990" y="170005"/>
                  <a:pt x="109289" y="168350"/>
                </a:cubicBezTo>
                <a:close/>
                <a:moveTo>
                  <a:pt x="179890" y="168350"/>
                </a:moveTo>
                <a:cubicBezTo>
                  <a:pt x="178189" y="166695"/>
                  <a:pt x="177339" y="164647"/>
                  <a:pt x="177339" y="162196"/>
                </a:cubicBezTo>
                <a:cubicBezTo>
                  <a:pt x="177339" y="159737"/>
                  <a:pt x="178207" y="157688"/>
                  <a:pt x="179954" y="156033"/>
                </a:cubicBezTo>
                <a:cubicBezTo>
                  <a:pt x="181691" y="154378"/>
                  <a:pt x="183785" y="153546"/>
                  <a:pt x="186236" y="153546"/>
                </a:cubicBezTo>
                <a:cubicBezTo>
                  <a:pt x="188686" y="153546"/>
                  <a:pt x="190762" y="154396"/>
                  <a:pt x="192463" y="156097"/>
                </a:cubicBezTo>
                <a:cubicBezTo>
                  <a:pt x="194155" y="157789"/>
                  <a:pt x="195005" y="159865"/>
                  <a:pt x="195005" y="162315"/>
                </a:cubicBezTo>
                <a:cubicBezTo>
                  <a:pt x="195005" y="164766"/>
                  <a:pt x="194136" y="166805"/>
                  <a:pt x="192399" y="168414"/>
                </a:cubicBezTo>
                <a:cubicBezTo>
                  <a:pt x="190662" y="170033"/>
                  <a:pt x="188568" y="170837"/>
                  <a:pt x="186108" y="170837"/>
                </a:cubicBezTo>
                <a:cubicBezTo>
                  <a:pt x="183657" y="170837"/>
                  <a:pt x="181582" y="170005"/>
                  <a:pt x="179890" y="168350"/>
                </a:cubicBezTo>
                <a:close/>
                <a:moveTo>
                  <a:pt x="80092" y="153391"/>
                </a:moveTo>
                <a:cubicBezTo>
                  <a:pt x="78794" y="132871"/>
                  <a:pt x="85167" y="115315"/>
                  <a:pt x="99231" y="100712"/>
                </a:cubicBezTo>
                <a:cubicBezTo>
                  <a:pt x="113312" y="86100"/>
                  <a:pt x="130750" y="78803"/>
                  <a:pt x="151534" y="78803"/>
                </a:cubicBezTo>
                <a:cubicBezTo>
                  <a:pt x="168615" y="78803"/>
                  <a:pt x="183557" y="84280"/>
                  <a:pt x="196358" y="95244"/>
                </a:cubicBezTo>
                <a:cubicBezTo>
                  <a:pt x="209160" y="106198"/>
                  <a:pt x="216987" y="120079"/>
                  <a:pt x="219840" y="136886"/>
                </a:cubicBezTo>
                <a:cubicBezTo>
                  <a:pt x="202320" y="136675"/>
                  <a:pt x="186218" y="131902"/>
                  <a:pt x="171523" y="122557"/>
                </a:cubicBezTo>
                <a:cubicBezTo>
                  <a:pt x="156856" y="113212"/>
                  <a:pt x="145508" y="100721"/>
                  <a:pt x="137489" y="85085"/>
                </a:cubicBezTo>
                <a:cubicBezTo>
                  <a:pt x="134325" y="100721"/>
                  <a:pt x="127650" y="114538"/>
                  <a:pt x="117464" y="126544"/>
                </a:cubicBezTo>
                <a:cubicBezTo>
                  <a:pt x="107277" y="138550"/>
                  <a:pt x="94814" y="147484"/>
                  <a:pt x="80056" y="15332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1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08648"/>
                </a:moveTo>
                <a:cubicBezTo>
                  <a:pt x="73143" y="207057"/>
                  <a:pt x="70903" y="204853"/>
                  <a:pt x="69184" y="202046"/>
                </a:cubicBezTo>
                <a:cubicBezTo>
                  <a:pt x="67483" y="199239"/>
                  <a:pt x="66641" y="196084"/>
                  <a:pt x="66641" y="192591"/>
                </a:cubicBezTo>
                <a:lnTo>
                  <a:pt x="66641" y="135349"/>
                </a:lnTo>
                <a:lnTo>
                  <a:pt x="40645" y="120957"/>
                </a:lnTo>
                <a:cubicBezTo>
                  <a:pt x="39054" y="119988"/>
                  <a:pt x="37838" y="118845"/>
                  <a:pt x="36997" y="117528"/>
                </a:cubicBezTo>
                <a:cubicBezTo>
                  <a:pt x="36155" y="116202"/>
                  <a:pt x="35735" y="114748"/>
                  <a:pt x="35735" y="113157"/>
                </a:cubicBezTo>
                <a:cubicBezTo>
                  <a:pt x="35735" y="111566"/>
                  <a:pt x="36155" y="110094"/>
                  <a:pt x="36997" y="108759"/>
                </a:cubicBezTo>
                <a:cubicBezTo>
                  <a:pt x="37838" y="107433"/>
                  <a:pt x="39054" y="106290"/>
                  <a:pt x="40645" y="105330"/>
                </a:cubicBezTo>
                <a:lnTo>
                  <a:pt x="141823" y="49725"/>
                </a:lnTo>
                <a:cubicBezTo>
                  <a:pt x="143268" y="48994"/>
                  <a:pt x="144704" y="48472"/>
                  <a:pt x="146130" y="48152"/>
                </a:cubicBezTo>
                <a:cubicBezTo>
                  <a:pt x="147557" y="47841"/>
                  <a:pt x="149065" y="47686"/>
                  <a:pt x="150657" y="47686"/>
                </a:cubicBezTo>
                <a:cubicBezTo>
                  <a:pt x="152248" y="47686"/>
                  <a:pt x="153756" y="47841"/>
                  <a:pt x="155183" y="48152"/>
                </a:cubicBezTo>
                <a:cubicBezTo>
                  <a:pt x="156609" y="48472"/>
                  <a:pt x="157999" y="48994"/>
                  <a:pt x="159362" y="49725"/>
                </a:cubicBezTo>
                <a:lnTo>
                  <a:pt x="271293" y="110450"/>
                </a:lnTo>
                <a:cubicBezTo>
                  <a:pt x="272802" y="111420"/>
                  <a:pt x="273973" y="112599"/>
                  <a:pt x="274814" y="114007"/>
                </a:cubicBezTo>
                <a:cubicBezTo>
                  <a:pt x="275655" y="115406"/>
                  <a:pt x="276076" y="116933"/>
                  <a:pt x="276076" y="118561"/>
                </a:cubicBezTo>
                <a:lnTo>
                  <a:pt x="276076" y="195727"/>
                </a:lnTo>
                <a:cubicBezTo>
                  <a:pt x="276076" y="197739"/>
                  <a:pt x="275381" y="199440"/>
                  <a:pt x="274000" y="200821"/>
                </a:cubicBezTo>
                <a:cubicBezTo>
                  <a:pt x="272610" y="202183"/>
                  <a:pt x="270909" y="202869"/>
                  <a:pt x="268870" y="202869"/>
                </a:cubicBezTo>
                <a:cubicBezTo>
                  <a:pt x="266840" y="202869"/>
                  <a:pt x="265158" y="202183"/>
                  <a:pt x="263814" y="200821"/>
                </a:cubicBezTo>
                <a:cubicBezTo>
                  <a:pt x="262469" y="199458"/>
                  <a:pt x="261802" y="197766"/>
                  <a:pt x="261802" y="195727"/>
                </a:cubicBezTo>
                <a:lnTo>
                  <a:pt x="261802" y="121487"/>
                </a:lnTo>
                <a:lnTo>
                  <a:pt x="234644" y="135349"/>
                </a:lnTo>
                <a:lnTo>
                  <a:pt x="234644" y="192591"/>
                </a:lnTo>
                <a:cubicBezTo>
                  <a:pt x="234644" y="196084"/>
                  <a:pt x="233794" y="199239"/>
                  <a:pt x="232102" y="202046"/>
                </a:cubicBezTo>
                <a:cubicBezTo>
                  <a:pt x="230401" y="204853"/>
                  <a:pt x="228125" y="207057"/>
                  <a:pt x="225281" y="208648"/>
                </a:cubicBezTo>
                <a:lnTo>
                  <a:pt x="159426" y="244611"/>
                </a:lnTo>
                <a:cubicBezTo>
                  <a:pt x="158045" y="245443"/>
                  <a:pt x="156637" y="246019"/>
                  <a:pt x="155210" y="246339"/>
                </a:cubicBezTo>
                <a:cubicBezTo>
                  <a:pt x="153793" y="246650"/>
                  <a:pt x="152284" y="246806"/>
                  <a:pt x="150684" y="246806"/>
                </a:cubicBezTo>
                <a:cubicBezTo>
                  <a:pt x="149093" y="246806"/>
                  <a:pt x="147584" y="246650"/>
                  <a:pt x="146158" y="246339"/>
                </a:cubicBezTo>
                <a:cubicBezTo>
                  <a:pt x="144740" y="246019"/>
                  <a:pt x="143286" y="245443"/>
                  <a:pt x="141823" y="244611"/>
                </a:cubicBezTo>
                <a:lnTo>
                  <a:pt x="75913" y="208648"/>
                </a:lnTo>
                <a:close/>
                <a:moveTo>
                  <a:pt x="149212" y="164455"/>
                </a:moveTo>
                <a:cubicBezTo>
                  <a:pt x="149696" y="164766"/>
                  <a:pt x="150172" y="164930"/>
                  <a:pt x="150657" y="164930"/>
                </a:cubicBezTo>
                <a:cubicBezTo>
                  <a:pt x="151141" y="164930"/>
                  <a:pt x="151662" y="164766"/>
                  <a:pt x="152229" y="164455"/>
                </a:cubicBezTo>
                <a:lnTo>
                  <a:pt x="246083" y="113157"/>
                </a:lnTo>
                <a:lnTo>
                  <a:pt x="152257" y="62710"/>
                </a:lnTo>
                <a:cubicBezTo>
                  <a:pt x="151690" y="62390"/>
                  <a:pt x="151169" y="62234"/>
                  <a:pt x="150684" y="62234"/>
                </a:cubicBezTo>
                <a:cubicBezTo>
                  <a:pt x="150208" y="62234"/>
                  <a:pt x="149724" y="62390"/>
                  <a:pt x="149239" y="62710"/>
                </a:cubicBezTo>
                <a:lnTo>
                  <a:pt x="55696" y="113157"/>
                </a:lnTo>
                <a:lnTo>
                  <a:pt x="149239" y="164455"/>
                </a:lnTo>
                <a:close/>
                <a:moveTo>
                  <a:pt x="149084" y="232504"/>
                </a:moveTo>
                <a:cubicBezTo>
                  <a:pt x="149568" y="232825"/>
                  <a:pt x="150071" y="232980"/>
                  <a:pt x="150593" y="232980"/>
                </a:cubicBezTo>
                <a:cubicBezTo>
                  <a:pt x="151114" y="232980"/>
                  <a:pt x="151662" y="232825"/>
                  <a:pt x="152229" y="232504"/>
                </a:cubicBezTo>
                <a:lnTo>
                  <a:pt x="218615" y="195983"/>
                </a:lnTo>
                <a:cubicBezTo>
                  <a:pt x="219264" y="195663"/>
                  <a:pt x="219721" y="195224"/>
                  <a:pt x="219995" y="194657"/>
                </a:cubicBezTo>
                <a:cubicBezTo>
                  <a:pt x="220288" y="194100"/>
                  <a:pt x="220434" y="193414"/>
                  <a:pt x="220434" y="192618"/>
                </a:cubicBezTo>
                <a:lnTo>
                  <a:pt x="220434" y="144055"/>
                </a:lnTo>
                <a:lnTo>
                  <a:pt x="159426" y="176872"/>
                </a:lnTo>
                <a:cubicBezTo>
                  <a:pt x="158045" y="177622"/>
                  <a:pt x="156637" y="178162"/>
                  <a:pt x="155210" y="178473"/>
                </a:cubicBezTo>
                <a:cubicBezTo>
                  <a:pt x="153793" y="178783"/>
                  <a:pt x="152284" y="178948"/>
                  <a:pt x="150684" y="178948"/>
                </a:cubicBezTo>
                <a:cubicBezTo>
                  <a:pt x="149093" y="178948"/>
                  <a:pt x="147621" y="178783"/>
                  <a:pt x="146258" y="178473"/>
                </a:cubicBezTo>
                <a:cubicBezTo>
                  <a:pt x="144896" y="178162"/>
                  <a:pt x="143524" y="177622"/>
                  <a:pt x="142134" y="176872"/>
                </a:cubicBezTo>
                <a:lnTo>
                  <a:pt x="80943" y="143488"/>
                </a:lnTo>
                <a:lnTo>
                  <a:pt x="80943" y="192591"/>
                </a:lnTo>
                <a:cubicBezTo>
                  <a:pt x="80943" y="193322"/>
                  <a:pt x="81089" y="193981"/>
                  <a:pt x="81382" y="194566"/>
                </a:cubicBezTo>
                <a:cubicBezTo>
                  <a:pt x="81647" y="195179"/>
                  <a:pt x="82113" y="195636"/>
                  <a:pt x="82762" y="195947"/>
                </a:cubicBezTo>
                <a:lnTo>
                  <a:pt x="149148" y="232477"/>
                </a:lnTo>
                <a:close/>
                <a:moveTo>
                  <a:pt x="150876" y="165049"/>
                </a:moveTo>
                <a:close/>
                <a:moveTo>
                  <a:pt x="150684" y="187525"/>
                </a:moveTo>
                <a:close/>
                <a:moveTo>
                  <a:pt x="150684" y="18752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3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70324"/>
                </a:moveTo>
                <a:cubicBezTo>
                  <a:pt x="44623" y="270324"/>
                  <a:pt x="40371" y="268532"/>
                  <a:pt x="36805" y="264947"/>
                </a:cubicBezTo>
                <a:cubicBezTo>
                  <a:pt x="33248" y="261363"/>
                  <a:pt x="31455" y="257111"/>
                  <a:pt x="31437" y="252182"/>
                </a:cubicBezTo>
                <a:lnTo>
                  <a:pt x="31437" y="141732"/>
                </a:lnTo>
                <a:cubicBezTo>
                  <a:pt x="31437" y="138038"/>
                  <a:pt x="32443" y="134636"/>
                  <a:pt x="34455" y="131518"/>
                </a:cubicBezTo>
                <a:cubicBezTo>
                  <a:pt x="36466" y="128391"/>
                  <a:pt x="39136" y="126141"/>
                  <a:pt x="42465" y="124752"/>
                </a:cubicBezTo>
                <a:lnTo>
                  <a:pt x="94174" y="103007"/>
                </a:lnTo>
                <a:cubicBezTo>
                  <a:pt x="97228" y="101828"/>
                  <a:pt x="100109" y="102047"/>
                  <a:pt x="102815" y="103666"/>
                </a:cubicBezTo>
                <a:cubicBezTo>
                  <a:pt x="105522" y="105275"/>
                  <a:pt x="106875" y="107762"/>
                  <a:pt x="106875" y="111118"/>
                </a:cubicBezTo>
                <a:lnTo>
                  <a:pt x="106875" y="122493"/>
                </a:lnTo>
                <a:lnTo>
                  <a:pt x="157323" y="102120"/>
                </a:lnTo>
                <a:cubicBezTo>
                  <a:pt x="160377" y="100950"/>
                  <a:pt x="163211" y="101261"/>
                  <a:pt x="165808" y="103071"/>
                </a:cubicBezTo>
                <a:cubicBezTo>
                  <a:pt x="168423" y="104873"/>
                  <a:pt x="169740" y="107360"/>
                  <a:pt x="169740" y="110551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182"/>
                </a:lnTo>
                <a:cubicBezTo>
                  <a:pt x="270324" y="257129"/>
                  <a:pt x="268532" y="261381"/>
                  <a:pt x="264947" y="264947"/>
                </a:cubicBezTo>
                <a:cubicBezTo>
                  <a:pt x="261363" y="268504"/>
                  <a:pt x="257111" y="270297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46322"/>
                </a:lnTo>
                <a:lnTo>
                  <a:pt x="155466" y="146322"/>
                </a:lnTo>
                <a:lnTo>
                  <a:pt x="155466" y="118186"/>
                </a:lnTo>
                <a:lnTo>
                  <a:pt x="92601" y="143332"/>
                </a:lnTo>
                <a:lnTo>
                  <a:pt x="92601" y="118625"/>
                </a:lnTo>
                <a:lnTo>
                  <a:pt x="47997" y="138394"/>
                </a:lnTo>
                <a:cubicBezTo>
                  <a:pt x="47265" y="138714"/>
                  <a:pt x="46698" y="139172"/>
                  <a:pt x="46296" y="139784"/>
                </a:cubicBezTo>
                <a:cubicBezTo>
                  <a:pt x="45903" y="140388"/>
                  <a:pt x="45702" y="141092"/>
                  <a:pt x="45702" y="141887"/>
                </a:cubicBezTo>
                <a:lnTo>
                  <a:pt x="45702" y="252155"/>
                </a:lnTo>
                <a:cubicBezTo>
                  <a:pt x="45702" y="253280"/>
                  <a:pt x="46067" y="254203"/>
                  <a:pt x="46799" y="254916"/>
                </a:cubicBezTo>
                <a:cubicBezTo>
                  <a:pt x="47540" y="255630"/>
                  <a:pt x="48454" y="255995"/>
                  <a:pt x="49570" y="256014"/>
                </a:cubicBezTo>
                <a:close/>
                <a:moveTo>
                  <a:pt x="142043" y="223424"/>
                </a:moveTo>
                <a:lnTo>
                  <a:pt x="159709" y="223424"/>
                </a:lnTo>
                <a:lnTo>
                  <a:pt x="159709" y="178948"/>
                </a:lnTo>
                <a:lnTo>
                  <a:pt x="142043" y="178948"/>
                </a:lnTo>
                <a:lnTo>
                  <a:pt x="142043" y="223424"/>
                </a:lnTo>
                <a:close/>
                <a:moveTo>
                  <a:pt x="91751" y="223424"/>
                </a:moveTo>
                <a:lnTo>
                  <a:pt x="109417" y="223424"/>
                </a:lnTo>
                <a:lnTo>
                  <a:pt x="109417" y="178948"/>
                </a:lnTo>
                <a:lnTo>
                  <a:pt x="91751" y="178948"/>
                </a:lnTo>
                <a:lnTo>
                  <a:pt x="91751" y="223424"/>
                </a:lnTo>
                <a:close/>
                <a:moveTo>
                  <a:pt x="192335" y="223424"/>
                </a:moveTo>
                <a:lnTo>
                  <a:pt x="210001" y="223424"/>
                </a:lnTo>
                <a:lnTo>
                  <a:pt x="210001" y="178948"/>
                </a:lnTo>
                <a:lnTo>
                  <a:pt x="192335" y="178948"/>
                </a:lnTo>
                <a:lnTo>
                  <a:pt x="192335" y="223424"/>
                </a:lnTo>
                <a:close/>
                <a:moveTo>
                  <a:pt x="270324" y="132021"/>
                </a:moveTo>
                <a:lnTo>
                  <a:pt x="223891" y="132021"/>
                </a:lnTo>
                <a:lnTo>
                  <a:pt x="235650" y="42748"/>
                </a:lnTo>
                <a:cubicBezTo>
                  <a:pt x="235988" y="40929"/>
                  <a:pt x="236857" y="39383"/>
                  <a:pt x="238256" y="38130"/>
                </a:cubicBezTo>
                <a:cubicBezTo>
                  <a:pt x="239664" y="36869"/>
                  <a:pt x="241264" y="36238"/>
                  <a:pt x="243066" y="36238"/>
                </a:cubicBezTo>
                <a:lnTo>
                  <a:pt x="252338" y="36238"/>
                </a:lnTo>
                <a:cubicBezTo>
                  <a:pt x="254057" y="36238"/>
                  <a:pt x="255538" y="36832"/>
                  <a:pt x="256773" y="38002"/>
                </a:cubicBezTo>
                <a:cubicBezTo>
                  <a:pt x="258007" y="39173"/>
                  <a:pt x="258803" y="40636"/>
                  <a:pt x="259159" y="42373"/>
                </a:cubicBezTo>
                <a:lnTo>
                  <a:pt x="270324" y="132021"/>
                </a:lnTo>
                <a:close/>
                <a:moveTo>
                  <a:pt x="49570" y="256050"/>
                </a:moveTo>
                <a:lnTo>
                  <a:pt x="45702" y="256050"/>
                </a:lnTo>
                <a:lnTo>
                  <a:pt x="256050" y="256050"/>
                </a:lnTo>
                <a:lnTo>
                  <a:pt x="49570" y="25605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5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8050" y="254350"/>
                </a:moveTo>
                <a:cubicBezTo>
                  <a:pt x="64822" y="254350"/>
                  <a:pt x="62097" y="253243"/>
                  <a:pt x="59875" y="251021"/>
                </a:cubicBezTo>
                <a:cubicBezTo>
                  <a:pt x="57662" y="248799"/>
                  <a:pt x="56546" y="246074"/>
                  <a:pt x="56546" y="242846"/>
                </a:cubicBezTo>
                <a:cubicBezTo>
                  <a:pt x="56546" y="239619"/>
                  <a:pt x="57662" y="236894"/>
                  <a:pt x="59875" y="234672"/>
                </a:cubicBezTo>
                <a:cubicBezTo>
                  <a:pt x="62097" y="232450"/>
                  <a:pt x="64822" y="231343"/>
                  <a:pt x="68050" y="231343"/>
                </a:cubicBezTo>
                <a:lnTo>
                  <a:pt x="95747" y="231343"/>
                </a:lnTo>
                <a:lnTo>
                  <a:pt x="62518" y="119128"/>
                </a:lnTo>
                <a:cubicBezTo>
                  <a:pt x="56208" y="116239"/>
                  <a:pt x="51280" y="112297"/>
                  <a:pt x="47713" y="107314"/>
                </a:cubicBezTo>
                <a:cubicBezTo>
                  <a:pt x="44156" y="102321"/>
                  <a:pt x="42373" y="95838"/>
                  <a:pt x="42373" y="87856"/>
                </a:cubicBezTo>
                <a:cubicBezTo>
                  <a:pt x="42373" y="78657"/>
                  <a:pt x="45683" y="70747"/>
                  <a:pt x="52304" y="64127"/>
                </a:cubicBezTo>
                <a:cubicBezTo>
                  <a:pt x="58924" y="57497"/>
                  <a:pt x="66833" y="54187"/>
                  <a:pt x="76032" y="54187"/>
                </a:cubicBezTo>
                <a:cubicBezTo>
                  <a:pt x="84692" y="54187"/>
                  <a:pt x="91897" y="56629"/>
                  <a:pt x="97658" y="61512"/>
                </a:cubicBezTo>
                <a:cubicBezTo>
                  <a:pt x="103428" y="66395"/>
                  <a:pt x="107223" y="72795"/>
                  <a:pt x="109070" y="80723"/>
                </a:cubicBezTo>
                <a:lnTo>
                  <a:pt x="156280" y="80723"/>
                </a:lnTo>
                <a:lnTo>
                  <a:pt x="156280" y="60597"/>
                </a:lnTo>
                <a:cubicBezTo>
                  <a:pt x="156280" y="58650"/>
                  <a:pt x="157002" y="56976"/>
                  <a:pt x="158447" y="55568"/>
                </a:cubicBezTo>
                <a:cubicBezTo>
                  <a:pt x="159901" y="54169"/>
                  <a:pt x="161556" y="53465"/>
                  <a:pt x="163422" y="53465"/>
                </a:cubicBezTo>
                <a:cubicBezTo>
                  <a:pt x="165406" y="53465"/>
                  <a:pt x="167024" y="54233"/>
                  <a:pt x="168259" y="55760"/>
                </a:cubicBezTo>
                <a:cubicBezTo>
                  <a:pt x="169511" y="57287"/>
                  <a:pt x="170060" y="59052"/>
                  <a:pt x="169896" y="61045"/>
                </a:cubicBezTo>
                <a:lnTo>
                  <a:pt x="169896" y="62737"/>
                </a:lnTo>
                <a:lnTo>
                  <a:pt x="193716" y="40234"/>
                </a:lnTo>
                <a:cubicBezTo>
                  <a:pt x="195307" y="38643"/>
                  <a:pt x="197300" y="37628"/>
                  <a:pt x="199687" y="37189"/>
                </a:cubicBezTo>
                <a:cubicBezTo>
                  <a:pt x="202055" y="36741"/>
                  <a:pt x="204487" y="37115"/>
                  <a:pt x="206984" y="38286"/>
                </a:cubicBezTo>
                <a:lnTo>
                  <a:pt x="255675" y="61576"/>
                </a:lnTo>
                <a:cubicBezTo>
                  <a:pt x="257248" y="62371"/>
                  <a:pt x="258400" y="63560"/>
                  <a:pt x="259132" y="65124"/>
                </a:cubicBezTo>
                <a:cubicBezTo>
                  <a:pt x="259863" y="66696"/>
                  <a:pt x="259790" y="68370"/>
                  <a:pt x="258912" y="70125"/>
                </a:cubicBezTo>
                <a:cubicBezTo>
                  <a:pt x="258025" y="71826"/>
                  <a:pt x="256773" y="72841"/>
                  <a:pt x="255136" y="73179"/>
                </a:cubicBezTo>
                <a:cubicBezTo>
                  <a:pt x="253499" y="73509"/>
                  <a:pt x="251908" y="73234"/>
                  <a:pt x="250363" y="72356"/>
                </a:cubicBezTo>
                <a:lnTo>
                  <a:pt x="201259" y="48783"/>
                </a:lnTo>
                <a:lnTo>
                  <a:pt x="170581" y="79050"/>
                </a:lnTo>
                <a:lnTo>
                  <a:pt x="170581" y="95774"/>
                </a:lnTo>
                <a:lnTo>
                  <a:pt x="201232" y="126672"/>
                </a:lnTo>
                <a:lnTo>
                  <a:pt x="250326" y="102907"/>
                </a:lnTo>
                <a:cubicBezTo>
                  <a:pt x="252109" y="102029"/>
                  <a:pt x="253737" y="101791"/>
                  <a:pt x="255200" y="102184"/>
                </a:cubicBezTo>
                <a:cubicBezTo>
                  <a:pt x="256690" y="102587"/>
                  <a:pt x="257916" y="103629"/>
                  <a:pt x="258876" y="105330"/>
                </a:cubicBezTo>
                <a:cubicBezTo>
                  <a:pt x="259699" y="107113"/>
                  <a:pt x="259744" y="108841"/>
                  <a:pt x="259031" y="110514"/>
                </a:cubicBezTo>
                <a:cubicBezTo>
                  <a:pt x="258345" y="112215"/>
                  <a:pt x="257148" y="113504"/>
                  <a:pt x="255456" y="114382"/>
                </a:cubicBezTo>
                <a:lnTo>
                  <a:pt x="207834" y="136639"/>
                </a:lnTo>
                <a:cubicBezTo>
                  <a:pt x="205210" y="137937"/>
                  <a:pt x="202686" y="138513"/>
                  <a:pt x="200254" y="138367"/>
                </a:cubicBezTo>
                <a:cubicBezTo>
                  <a:pt x="197803" y="138221"/>
                  <a:pt x="195618" y="137224"/>
                  <a:pt x="193688" y="135377"/>
                </a:cubicBezTo>
                <a:lnTo>
                  <a:pt x="169859" y="113130"/>
                </a:lnTo>
                <a:lnTo>
                  <a:pt x="169859" y="114821"/>
                </a:lnTo>
                <a:cubicBezTo>
                  <a:pt x="170033" y="117354"/>
                  <a:pt x="169484" y="119256"/>
                  <a:pt x="168231" y="120509"/>
                </a:cubicBezTo>
                <a:cubicBezTo>
                  <a:pt x="166969" y="121771"/>
                  <a:pt x="165360" y="122402"/>
                  <a:pt x="163385" y="122402"/>
                </a:cubicBezTo>
                <a:cubicBezTo>
                  <a:pt x="161520" y="122402"/>
                  <a:pt x="159865" y="121679"/>
                  <a:pt x="158420" y="120225"/>
                </a:cubicBezTo>
                <a:cubicBezTo>
                  <a:pt x="156975" y="118781"/>
                  <a:pt x="156253" y="117125"/>
                  <a:pt x="156253" y="115260"/>
                </a:cubicBezTo>
                <a:lnTo>
                  <a:pt x="156253" y="94960"/>
                </a:lnTo>
                <a:lnTo>
                  <a:pt x="108567" y="94960"/>
                </a:lnTo>
                <a:cubicBezTo>
                  <a:pt x="108402" y="97786"/>
                  <a:pt x="107543" y="100675"/>
                  <a:pt x="105988" y="103629"/>
                </a:cubicBezTo>
                <a:cubicBezTo>
                  <a:pt x="104415" y="106564"/>
                  <a:pt x="102660" y="108914"/>
                  <a:pt x="100712" y="110670"/>
                </a:cubicBezTo>
                <a:lnTo>
                  <a:pt x="163796" y="231343"/>
                </a:lnTo>
                <a:lnTo>
                  <a:pt x="202201" y="231343"/>
                </a:lnTo>
                <a:cubicBezTo>
                  <a:pt x="205429" y="231343"/>
                  <a:pt x="208154" y="232450"/>
                  <a:pt x="210376" y="234672"/>
                </a:cubicBezTo>
                <a:cubicBezTo>
                  <a:pt x="212598" y="236894"/>
                  <a:pt x="213714" y="239619"/>
                  <a:pt x="213714" y="242846"/>
                </a:cubicBezTo>
                <a:cubicBezTo>
                  <a:pt x="213714" y="246074"/>
                  <a:pt x="212598" y="248799"/>
                  <a:pt x="210376" y="251021"/>
                </a:cubicBezTo>
                <a:cubicBezTo>
                  <a:pt x="208154" y="253243"/>
                  <a:pt x="205429" y="254350"/>
                  <a:pt x="202201" y="254350"/>
                </a:cubicBezTo>
                <a:lnTo>
                  <a:pt x="68050" y="254350"/>
                </a:lnTo>
                <a:close/>
                <a:moveTo>
                  <a:pt x="89831" y="101617"/>
                </a:moveTo>
                <a:cubicBezTo>
                  <a:pt x="93589" y="97868"/>
                  <a:pt x="95463" y="93269"/>
                  <a:pt x="95463" y="87819"/>
                </a:cubicBezTo>
                <a:cubicBezTo>
                  <a:pt x="95463" y="82314"/>
                  <a:pt x="93589" y="77706"/>
                  <a:pt x="89831" y="73993"/>
                </a:cubicBezTo>
                <a:cubicBezTo>
                  <a:pt x="86082" y="70281"/>
                  <a:pt x="81473" y="68425"/>
                  <a:pt x="76005" y="68425"/>
                </a:cubicBezTo>
                <a:cubicBezTo>
                  <a:pt x="70537" y="68425"/>
                  <a:pt x="65937" y="70281"/>
                  <a:pt x="62207" y="73993"/>
                </a:cubicBezTo>
                <a:cubicBezTo>
                  <a:pt x="58494" y="77706"/>
                  <a:pt x="56638" y="82314"/>
                  <a:pt x="56638" y="87819"/>
                </a:cubicBezTo>
                <a:cubicBezTo>
                  <a:pt x="56638" y="93251"/>
                  <a:pt x="58494" y="97850"/>
                  <a:pt x="62207" y="101617"/>
                </a:cubicBezTo>
                <a:cubicBezTo>
                  <a:pt x="65910" y="105375"/>
                  <a:pt x="70509" y="107250"/>
                  <a:pt x="76005" y="107250"/>
                </a:cubicBezTo>
                <a:cubicBezTo>
                  <a:pt x="81473" y="107250"/>
                  <a:pt x="86082" y="105375"/>
                  <a:pt x="89831" y="101617"/>
                </a:cubicBezTo>
                <a:close/>
                <a:moveTo>
                  <a:pt x="111520" y="231343"/>
                </a:moveTo>
                <a:lnTo>
                  <a:pt x="147831" y="231343"/>
                </a:lnTo>
                <a:lnTo>
                  <a:pt x="88422" y="117308"/>
                </a:lnTo>
                <a:cubicBezTo>
                  <a:pt x="87389" y="117958"/>
                  <a:pt x="85780" y="118570"/>
                  <a:pt x="83576" y="119165"/>
                </a:cubicBezTo>
                <a:cubicBezTo>
                  <a:pt x="81382" y="119750"/>
                  <a:pt x="79507" y="120061"/>
                  <a:pt x="77953" y="120106"/>
                </a:cubicBezTo>
                <a:lnTo>
                  <a:pt x="111520" y="231343"/>
                </a:lnTo>
                <a:close/>
                <a:moveTo>
                  <a:pt x="147831" y="23134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7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057" y="251460"/>
                </a:moveTo>
                <a:cubicBezTo>
                  <a:pt x="54361" y="251460"/>
                  <a:pt x="46936" y="248424"/>
                  <a:pt x="40801" y="242343"/>
                </a:cubicBezTo>
                <a:cubicBezTo>
                  <a:pt x="34683" y="236272"/>
                  <a:pt x="31620" y="228829"/>
                  <a:pt x="31620" y="220032"/>
                </a:cubicBezTo>
                <a:cubicBezTo>
                  <a:pt x="31620" y="211245"/>
                  <a:pt x="34683" y="203811"/>
                  <a:pt x="40801" y="197712"/>
                </a:cubicBezTo>
                <a:cubicBezTo>
                  <a:pt x="46936" y="191631"/>
                  <a:pt x="54361" y="188595"/>
                  <a:pt x="63057" y="188595"/>
                </a:cubicBezTo>
                <a:lnTo>
                  <a:pt x="239079" y="188595"/>
                </a:lnTo>
                <a:cubicBezTo>
                  <a:pt x="247857" y="188595"/>
                  <a:pt x="255291" y="191631"/>
                  <a:pt x="261390" y="197712"/>
                </a:cubicBezTo>
                <a:cubicBezTo>
                  <a:pt x="267471" y="203783"/>
                  <a:pt x="270507" y="211226"/>
                  <a:pt x="270507" y="220032"/>
                </a:cubicBezTo>
                <a:cubicBezTo>
                  <a:pt x="270507" y="228810"/>
                  <a:pt x="267471" y="236244"/>
                  <a:pt x="261390" y="242343"/>
                </a:cubicBezTo>
                <a:cubicBezTo>
                  <a:pt x="255291" y="248424"/>
                  <a:pt x="247857" y="251460"/>
                  <a:pt x="239079" y="251460"/>
                </a:cubicBezTo>
                <a:lnTo>
                  <a:pt x="63057" y="251460"/>
                </a:lnTo>
                <a:close/>
                <a:moveTo>
                  <a:pt x="63057" y="237186"/>
                </a:moveTo>
                <a:lnTo>
                  <a:pt x="239079" y="237186"/>
                </a:lnTo>
                <a:cubicBezTo>
                  <a:pt x="243934" y="237186"/>
                  <a:pt x="248013" y="235522"/>
                  <a:pt x="251305" y="232194"/>
                </a:cubicBezTo>
                <a:cubicBezTo>
                  <a:pt x="254596" y="228856"/>
                  <a:pt x="256242" y="224805"/>
                  <a:pt x="256242" y="220032"/>
                </a:cubicBezTo>
                <a:cubicBezTo>
                  <a:pt x="256242" y="215268"/>
                  <a:pt x="254596" y="211217"/>
                  <a:pt x="251305" y="207861"/>
                </a:cubicBezTo>
                <a:cubicBezTo>
                  <a:pt x="248013" y="204515"/>
                  <a:pt x="243934" y="202832"/>
                  <a:pt x="239079" y="202832"/>
                </a:cubicBezTo>
                <a:lnTo>
                  <a:pt x="63057" y="202832"/>
                </a:lnTo>
                <a:cubicBezTo>
                  <a:pt x="58192" y="202832"/>
                  <a:pt x="54114" y="204496"/>
                  <a:pt x="50822" y="207834"/>
                </a:cubicBezTo>
                <a:cubicBezTo>
                  <a:pt x="47540" y="211162"/>
                  <a:pt x="45894" y="215222"/>
                  <a:pt x="45894" y="219995"/>
                </a:cubicBezTo>
                <a:cubicBezTo>
                  <a:pt x="45894" y="224750"/>
                  <a:pt x="47540" y="228810"/>
                  <a:pt x="50822" y="232157"/>
                </a:cubicBezTo>
                <a:cubicBezTo>
                  <a:pt x="54114" y="235513"/>
                  <a:pt x="58192" y="237186"/>
                  <a:pt x="63057" y="237186"/>
                </a:cubicBezTo>
                <a:close/>
                <a:moveTo>
                  <a:pt x="134691" y="163449"/>
                </a:moveTo>
                <a:cubicBezTo>
                  <a:pt x="132213" y="163449"/>
                  <a:pt x="130092" y="162580"/>
                  <a:pt x="128309" y="160843"/>
                </a:cubicBezTo>
                <a:cubicBezTo>
                  <a:pt x="126526" y="159096"/>
                  <a:pt x="125648" y="156966"/>
                  <a:pt x="125666" y="154424"/>
                </a:cubicBezTo>
                <a:lnTo>
                  <a:pt x="125666" y="59317"/>
                </a:lnTo>
                <a:cubicBezTo>
                  <a:pt x="125666" y="56757"/>
                  <a:pt x="126544" y="54617"/>
                  <a:pt x="128309" y="52898"/>
                </a:cubicBezTo>
                <a:cubicBezTo>
                  <a:pt x="130064" y="51161"/>
                  <a:pt x="132195" y="50292"/>
                  <a:pt x="134691" y="50292"/>
                </a:cubicBezTo>
                <a:lnTo>
                  <a:pt x="229807" y="50292"/>
                </a:lnTo>
                <a:cubicBezTo>
                  <a:pt x="232358" y="50292"/>
                  <a:pt x="234498" y="51161"/>
                  <a:pt x="236217" y="52898"/>
                </a:cubicBezTo>
                <a:cubicBezTo>
                  <a:pt x="237954" y="54645"/>
                  <a:pt x="238823" y="56775"/>
                  <a:pt x="238823" y="59317"/>
                </a:cubicBezTo>
                <a:lnTo>
                  <a:pt x="238823" y="154424"/>
                </a:lnTo>
                <a:cubicBezTo>
                  <a:pt x="238823" y="156984"/>
                  <a:pt x="237954" y="159124"/>
                  <a:pt x="236217" y="160843"/>
                </a:cubicBezTo>
                <a:cubicBezTo>
                  <a:pt x="234480" y="162580"/>
                  <a:pt x="232340" y="163449"/>
                  <a:pt x="229807" y="163449"/>
                </a:cubicBezTo>
                <a:lnTo>
                  <a:pt x="134691" y="163449"/>
                </a:lnTo>
                <a:close/>
                <a:moveTo>
                  <a:pt x="139940" y="149175"/>
                </a:moveTo>
                <a:lnTo>
                  <a:pt x="224558" y="149175"/>
                </a:lnTo>
                <a:lnTo>
                  <a:pt x="224558" y="64566"/>
                </a:lnTo>
                <a:lnTo>
                  <a:pt x="139940" y="64566"/>
                </a:lnTo>
                <a:lnTo>
                  <a:pt x="139940" y="149175"/>
                </a:lnTo>
                <a:close/>
                <a:moveTo>
                  <a:pt x="38377" y="139281"/>
                </a:moveTo>
                <a:cubicBezTo>
                  <a:pt x="36366" y="139281"/>
                  <a:pt x="34683" y="138577"/>
                  <a:pt x="33321" y="137169"/>
                </a:cubicBezTo>
                <a:cubicBezTo>
                  <a:pt x="31931" y="135770"/>
                  <a:pt x="31245" y="134042"/>
                  <a:pt x="31245" y="131984"/>
                </a:cubicBezTo>
                <a:cubicBezTo>
                  <a:pt x="31245" y="129927"/>
                  <a:pt x="31903" y="128235"/>
                  <a:pt x="33220" y="126891"/>
                </a:cubicBezTo>
                <a:cubicBezTo>
                  <a:pt x="34546" y="125556"/>
                  <a:pt x="36265" y="124880"/>
                  <a:pt x="38377" y="124880"/>
                </a:cubicBezTo>
                <a:lnTo>
                  <a:pt x="97813" y="124880"/>
                </a:lnTo>
                <a:cubicBezTo>
                  <a:pt x="99807" y="124880"/>
                  <a:pt x="101517" y="125556"/>
                  <a:pt x="102943" y="126891"/>
                </a:cubicBezTo>
                <a:cubicBezTo>
                  <a:pt x="104370" y="128235"/>
                  <a:pt x="105083" y="129945"/>
                  <a:pt x="105083" y="132012"/>
                </a:cubicBezTo>
                <a:cubicBezTo>
                  <a:pt x="105083" y="134088"/>
                  <a:pt x="104370" y="135816"/>
                  <a:pt x="102943" y="137206"/>
                </a:cubicBezTo>
                <a:cubicBezTo>
                  <a:pt x="101517" y="138586"/>
                  <a:pt x="99807" y="139281"/>
                  <a:pt x="97813" y="139281"/>
                </a:cubicBezTo>
                <a:lnTo>
                  <a:pt x="38377" y="139281"/>
                </a:lnTo>
                <a:close/>
                <a:moveTo>
                  <a:pt x="164043" y="101434"/>
                </a:moveTo>
                <a:lnTo>
                  <a:pt x="200446" y="101434"/>
                </a:lnTo>
                <a:cubicBezTo>
                  <a:pt x="202558" y="101434"/>
                  <a:pt x="204304" y="100739"/>
                  <a:pt x="205667" y="99359"/>
                </a:cubicBezTo>
                <a:cubicBezTo>
                  <a:pt x="207029" y="97978"/>
                  <a:pt x="207706" y="96268"/>
                  <a:pt x="207706" y="94238"/>
                </a:cubicBezTo>
                <a:cubicBezTo>
                  <a:pt x="207706" y="92199"/>
                  <a:pt x="207029" y="90516"/>
                  <a:pt x="205667" y="89172"/>
                </a:cubicBezTo>
                <a:cubicBezTo>
                  <a:pt x="204304" y="87837"/>
                  <a:pt x="202558" y="87161"/>
                  <a:pt x="200446" y="87161"/>
                </a:cubicBezTo>
                <a:lnTo>
                  <a:pt x="164043" y="87161"/>
                </a:lnTo>
                <a:cubicBezTo>
                  <a:pt x="161968" y="87161"/>
                  <a:pt x="160267" y="87819"/>
                  <a:pt x="158923" y="89145"/>
                </a:cubicBezTo>
                <a:cubicBezTo>
                  <a:pt x="157579" y="90462"/>
                  <a:pt x="156911" y="92172"/>
                  <a:pt x="156911" y="94265"/>
                </a:cubicBezTo>
                <a:cubicBezTo>
                  <a:pt x="156911" y="96359"/>
                  <a:pt x="157588" y="98079"/>
                  <a:pt x="158950" y="99423"/>
                </a:cubicBezTo>
                <a:cubicBezTo>
                  <a:pt x="160313" y="100758"/>
                  <a:pt x="162013" y="101434"/>
                  <a:pt x="164043" y="101434"/>
                </a:cubicBezTo>
                <a:close/>
                <a:moveTo>
                  <a:pt x="64026" y="101434"/>
                </a:moveTo>
                <a:cubicBezTo>
                  <a:pt x="61914" y="101434"/>
                  <a:pt x="60177" y="100739"/>
                  <a:pt x="58814" y="99359"/>
                </a:cubicBezTo>
                <a:cubicBezTo>
                  <a:pt x="57452" y="97978"/>
                  <a:pt x="56766" y="96268"/>
                  <a:pt x="56766" y="94238"/>
                </a:cubicBezTo>
                <a:cubicBezTo>
                  <a:pt x="56766" y="92199"/>
                  <a:pt x="57452" y="90516"/>
                  <a:pt x="58814" y="89172"/>
                </a:cubicBezTo>
                <a:cubicBezTo>
                  <a:pt x="60177" y="87837"/>
                  <a:pt x="61868" y="87161"/>
                  <a:pt x="63898" y="87161"/>
                </a:cubicBezTo>
                <a:lnTo>
                  <a:pt x="99706" y="87161"/>
                </a:lnTo>
                <a:cubicBezTo>
                  <a:pt x="101782" y="87161"/>
                  <a:pt x="103483" y="87819"/>
                  <a:pt x="104827" y="89145"/>
                </a:cubicBezTo>
                <a:cubicBezTo>
                  <a:pt x="106171" y="90462"/>
                  <a:pt x="106838" y="92172"/>
                  <a:pt x="106838" y="94265"/>
                </a:cubicBezTo>
                <a:cubicBezTo>
                  <a:pt x="106838" y="96359"/>
                  <a:pt x="106171" y="98079"/>
                  <a:pt x="104827" y="99423"/>
                </a:cubicBezTo>
                <a:cubicBezTo>
                  <a:pt x="103483" y="100758"/>
                  <a:pt x="101782" y="101434"/>
                  <a:pt x="99706" y="101434"/>
                </a:cubicBezTo>
                <a:lnTo>
                  <a:pt x="64026" y="101434"/>
                </a:lnTo>
                <a:close/>
                <a:moveTo>
                  <a:pt x="139940" y="149175"/>
                </a:moveTo>
                <a:lnTo>
                  <a:pt x="139940" y="64566"/>
                </a:lnTo>
                <a:lnTo>
                  <a:pt x="139940" y="14917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29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1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343" y="169356"/>
                </a:moveTo>
                <a:lnTo>
                  <a:pt x="123343" y="132615"/>
                </a:lnTo>
                <a:cubicBezTo>
                  <a:pt x="123343" y="130119"/>
                  <a:pt x="124212" y="127979"/>
                  <a:pt x="125949" y="126205"/>
                </a:cubicBezTo>
                <a:cubicBezTo>
                  <a:pt x="127687" y="124422"/>
                  <a:pt x="129845" y="123526"/>
                  <a:pt x="132423" y="123526"/>
                </a:cubicBezTo>
                <a:lnTo>
                  <a:pt x="169173" y="123526"/>
                </a:lnTo>
                <a:cubicBezTo>
                  <a:pt x="171660" y="123526"/>
                  <a:pt x="173800" y="124422"/>
                  <a:pt x="175583" y="126205"/>
                </a:cubicBezTo>
                <a:cubicBezTo>
                  <a:pt x="177366" y="127979"/>
                  <a:pt x="178253" y="130119"/>
                  <a:pt x="178253" y="132615"/>
                </a:cubicBezTo>
                <a:lnTo>
                  <a:pt x="178253" y="169356"/>
                </a:lnTo>
                <a:cubicBezTo>
                  <a:pt x="178253" y="171935"/>
                  <a:pt x="177366" y="174093"/>
                  <a:pt x="175583" y="175830"/>
                </a:cubicBezTo>
                <a:cubicBezTo>
                  <a:pt x="173800" y="177576"/>
                  <a:pt x="171660" y="178445"/>
                  <a:pt x="169173" y="178445"/>
                </a:cubicBezTo>
                <a:lnTo>
                  <a:pt x="132396" y="178445"/>
                </a:lnTo>
                <a:cubicBezTo>
                  <a:pt x="129817" y="178445"/>
                  <a:pt x="127659" y="177576"/>
                  <a:pt x="125922" y="175830"/>
                </a:cubicBezTo>
                <a:cubicBezTo>
                  <a:pt x="124176" y="174093"/>
                  <a:pt x="123307" y="171935"/>
                  <a:pt x="123307" y="169356"/>
                </a:cubicBezTo>
                <a:close/>
                <a:moveTo>
                  <a:pt x="137608" y="164171"/>
                </a:moveTo>
                <a:lnTo>
                  <a:pt x="163952" y="164171"/>
                </a:lnTo>
                <a:lnTo>
                  <a:pt x="163952" y="137828"/>
                </a:lnTo>
                <a:lnTo>
                  <a:pt x="137608" y="137828"/>
                </a:lnTo>
                <a:lnTo>
                  <a:pt x="137608" y="164171"/>
                </a:lnTo>
                <a:close/>
                <a:moveTo>
                  <a:pt x="116303" y="247720"/>
                </a:moveTo>
                <a:lnTo>
                  <a:pt x="116303" y="232605"/>
                </a:lnTo>
                <a:lnTo>
                  <a:pt x="87289" y="232605"/>
                </a:lnTo>
                <a:cubicBezTo>
                  <a:pt x="82360" y="232605"/>
                  <a:pt x="78108" y="230813"/>
                  <a:pt x="74524" y="227228"/>
                </a:cubicBezTo>
                <a:cubicBezTo>
                  <a:pt x="70939" y="223644"/>
                  <a:pt x="69156" y="219392"/>
                  <a:pt x="69156" y="214463"/>
                </a:cubicBezTo>
                <a:lnTo>
                  <a:pt x="69156" y="185449"/>
                </a:lnTo>
                <a:lnTo>
                  <a:pt x="54032" y="185449"/>
                </a:lnTo>
                <a:cubicBezTo>
                  <a:pt x="52020" y="185449"/>
                  <a:pt x="50319" y="184764"/>
                  <a:pt x="48939" y="183374"/>
                </a:cubicBezTo>
                <a:cubicBezTo>
                  <a:pt x="47576" y="181993"/>
                  <a:pt x="46900" y="180283"/>
                  <a:pt x="46900" y="178253"/>
                </a:cubicBezTo>
                <a:cubicBezTo>
                  <a:pt x="46900" y="176223"/>
                  <a:pt x="47576" y="174532"/>
                  <a:pt x="48939" y="173197"/>
                </a:cubicBezTo>
                <a:cubicBezTo>
                  <a:pt x="50301" y="171852"/>
                  <a:pt x="52002" y="171185"/>
                  <a:pt x="54032" y="171185"/>
                </a:cubicBezTo>
                <a:lnTo>
                  <a:pt x="69156" y="171185"/>
                </a:lnTo>
                <a:lnTo>
                  <a:pt x="69156" y="129662"/>
                </a:lnTo>
                <a:lnTo>
                  <a:pt x="54032" y="129662"/>
                </a:lnTo>
                <a:cubicBezTo>
                  <a:pt x="52020" y="129662"/>
                  <a:pt x="50319" y="128967"/>
                  <a:pt x="48939" y="127586"/>
                </a:cubicBezTo>
                <a:cubicBezTo>
                  <a:pt x="47576" y="126205"/>
                  <a:pt x="46900" y="124496"/>
                  <a:pt x="46900" y="122466"/>
                </a:cubicBezTo>
                <a:cubicBezTo>
                  <a:pt x="46900" y="120426"/>
                  <a:pt x="47576" y="118744"/>
                  <a:pt x="48939" y="117400"/>
                </a:cubicBezTo>
                <a:cubicBezTo>
                  <a:pt x="50301" y="116056"/>
                  <a:pt x="52002" y="115388"/>
                  <a:pt x="54032" y="115388"/>
                </a:cubicBezTo>
                <a:lnTo>
                  <a:pt x="69156" y="115388"/>
                </a:lnTo>
                <a:lnTo>
                  <a:pt x="69156" y="86374"/>
                </a:lnTo>
                <a:cubicBezTo>
                  <a:pt x="69156" y="81455"/>
                  <a:pt x="70939" y="77203"/>
                  <a:pt x="74524" y="73618"/>
                </a:cubicBezTo>
                <a:cubicBezTo>
                  <a:pt x="78108" y="70034"/>
                  <a:pt x="82360" y="68242"/>
                  <a:pt x="87289" y="68242"/>
                </a:cubicBezTo>
                <a:lnTo>
                  <a:pt x="116303" y="68242"/>
                </a:lnTo>
                <a:lnTo>
                  <a:pt x="116303" y="54032"/>
                </a:lnTo>
                <a:cubicBezTo>
                  <a:pt x="116303" y="52020"/>
                  <a:pt x="116988" y="50319"/>
                  <a:pt x="118378" y="48939"/>
                </a:cubicBezTo>
                <a:cubicBezTo>
                  <a:pt x="119759" y="47576"/>
                  <a:pt x="121469" y="46900"/>
                  <a:pt x="123499" y="46900"/>
                </a:cubicBezTo>
                <a:cubicBezTo>
                  <a:pt x="125529" y="46900"/>
                  <a:pt x="127220" y="47576"/>
                  <a:pt x="128555" y="48939"/>
                </a:cubicBezTo>
                <a:cubicBezTo>
                  <a:pt x="129900" y="50301"/>
                  <a:pt x="130567" y="52002"/>
                  <a:pt x="130567" y="54032"/>
                </a:cubicBezTo>
                <a:lnTo>
                  <a:pt x="130567" y="68242"/>
                </a:lnTo>
                <a:lnTo>
                  <a:pt x="172090" y="68242"/>
                </a:lnTo>
                <a:lnTo>
                  <a:pt x="172090" y="54032"/>
                </a:lnTo>
                <a:cubicBezTo>
                  <a:pt x="172090" y="52020"/>
                  <a:pt x="172785" y="50319"/>
                  <a:pt x="174166" y="48939"/>
                </a:cubicBezTo>
                <a:cubicBezTo>
                  <a:pt x="175547" y="47576"/>
                  <a:pt x="177256" y="46900"/>
                  <a:pt x="179296" y="46900"/>
                </a:cubicBezTo>
                <a:cubicBezTo>
                  <a:pt x="181326" y="46900"/>
                  <a:pt x="183008" y="47576"/>
                  <a:pt x="184352" y="48939"/>
                </a:cubicBezTo>
                <a:cubicBezTo>
                  <a:pt x="185696" y="50301"/>
                  <a:pt x="186364" y="52002"/>
                  <a:pt x="186364" y="54032"/>
                </a:cubicBezTo>
                <a:lnTo>
                  <a:pt x="186364" y="68242"/>
                </a:lnTo>
                <a:lnTo>
                  <a:pt x="215378" y="68242"/>
                </a:lnTo>
                <a:cubicBezTo>
                  <a:pt x="220297" y="68242"/>
                  <a:pt x="224558" y="70034"/>
                  <a:pt x="228134" y="73618"/>
                </a:cubicBezTo>
                <a:cubicBezTo>
                  <a:pt x="231718" y="77203"/>
                  <a:pt x="233510" y="81455"/>
                  <a:pt x="233510" y="86374"/>
                </a:cubicBezTo>
                <a:lnTo>
                  <a:pt x="233510" y="115388"/>
                </a:lnTo>
                <a:lnTo>
                  <a:pt x="247720" y="115388"/>
                </a:lnTo>
                <a:cubicBezTo>
                  <a:pt x="249732" y="115388"/>
                  <a:pt x="251433" y="116083"/>
                  <a:pt x="252813" y="117464"/>
                </a:cubicBezTo>
                <a:cubicBezTo>
                  <a:pt x="254176" y="118845"/>
                  <a:pt x="254852" y="120554"/>
                  <a:pt x="254852" y="122584"/>
                </a:cubicBezTo>
                <a:cubicBezTo>
                  <a:pt x="254852" y="124624"/>
                  <a:pt x="254176" y="126306"/>
                  <a:pt x="252813" y="127650"/>
                </a:cubicBezTo>
                <a:cubicBezTo>
                  <a:pt x="251451" y="128985"/>
                  <a:pt x="249750" y="129662"/>
                  <a:pt x="247720" y="129662"/>
                </a:cubicBezTo>
                <a:lnTo>
                  <a:pt x="233510" y="129662"/>
                </a:lnTo>
                <a:lnTo>
                  <a:pt x="233510" y="171185"/>
                </a:lnTo>
                <a:lnTo>
                  <a:pt x="247720" y="171185"/>
                </a:lnTo>
                <a:cubicBezTo>
                  <a:pt x="249732" y="171185"/>
                  <a:pt x="251433" y="171871"/>
                  <a:pt x="252813" y="173261"/>
                </a:cubicBezTo>
                <a:cubicBezTo>
                  <a:pt x="254176" y="174641"/>
                  <a:pt x="254852" y="176351"/>
                  <a:pt x="254852" y="178381"/>
                </a:cubicBezTo>
                <a:cubicBezTo>
                  <a:pt x="254852" y="180411"/>
                  <a:pt x="254176" y="182103"/>
                  <a:pt x="252813" y="183438"/>
                </a:cubicBezTo>
                <a:cubicBezTo>
                  <a:pt x="251451" y="184782"/>
                  <a:pt x="249750" y="185449"/>
                  <a:pt x="247720" y="185449"/>
                </a:cubicBezTo>
                <a:lnTo>
                  <a:pt x="233510" y="185449"/>
                </a:lnTo>
                <a:lnTo>
                  <a:pt x="233510" y="214463"/>
                </a:lnTo>
                <a:cubicBezTo>
                  <a:pt x="233510" y="219392"/>
                  <a:pt x="231718" y="223644"/>
                  <a:pt x="228134" y="227228"/>
                </a:cubicBezTo>
                <a:cubicBezTo>
                  <a:pt x="224558" y="230813"/>
                  <a:pt x="220288" y="232605"/>
                  <a:pt x="215341" y="232605"/>
                </a:cubicBezTo>
                <a:lnTo>
                  <a:pt x="186336" y="232605"/>
                </a:lnTo>
                <a:lnTo>
                  <a:pt x="186336" y="247720"/>
                </a:lnTo>
                <a:cubicBezTo>
                  <a:pt x="186336" y="249732"/>
                  <a:pt x="185641" y="251433"/>
                  <a:pt x="184261" y="252813"/>
                </a:cubicBezTo>
                <a:cubicBezTo>
                  <a:pt x="182871" y="254176"/>
                  <a:pt x="181170" y="254852"/>
                  <a:pt x="179131" y="254852"/>
                </a:cubicBezTo>
                <a:cubicBezTo>
                  <a:pt x="177101" y="254852"/>
                  <a:pt x="175418" y="254176"/>
                  <a:pt x="174074" y="252813"/>
                </a:cubicBezTo>
                <a:cubicBezTo>
                  <a:pt x="172730" y="251451"/>
                  <a:pt x="172063" y="249750"/>
                  <a:pt x="172063" y="247720"/>
                </a:cubicBezTo>
                <a:lnTo>
                  <a:pt x="172063" y="232605"/>
                </a:lnTo>
                <a:lnTo>
                  <a:pt x="130567" y="232605"/>
                </a:lnTo>
                <a:lnTo>
                  <a:pt x="130567" y="247720"/>
                </a:lnTo>
                <a:cubicBezTo>
                  <a:pt x="130567" y="249732"/>
                  <a:pt x="129881" y="251433"/>
                  <a:pt x="128491" y="252813"/>
                </a:cubicBezTo>
                <a:cubicBezTo>
                  <a:pt x="127111" y="254176"/>
                  <a:pt x="125401" y="254852"/>
                  <a:pt x="123371" y="254852"/>
                </a:cubicBezTo>
                <a:cubicBezTo>
                  <a:pt x="121341" y="254852"/>
                  <a:pt x="119649" y="254176"/>
                  <a:pt x="118314" y="252813"/>
                </a:cubicBezTo>
                <a:cubicBezTo>
                  <a:pt x="116970" y="251451"/>
                  <a:pt x="116303" y="249750"/>
                  <a:pt x="116303" y="247720"/>
                </a:cubicBezTo>
                <a:close/>
                <a:moveTo>
                  <a:pt x="215341" y="218331"/>
                </a:moveTo>
                <a:cubicBezTo>
                  <a:pt x="216310" y="218331"/>
                  <a:pt x="217197" y="217929"/>
                  <a:pt x="218020" y="217133"/>
                </a:cubicBezTo>
                <a:cubicBezTo>
                  <a:pt x="218834" y="216320"/>
                  <a:pt x="219246" y="215423"/>
                  <a:pt x="219246" y="214463"/>
                </a:cubicBezTo>
                <a:lnTo>
                  <a:pt x="219246" y="86374"/>
                </a:lnTo>
                <a:cubicBezTo>
                  <a:pt x="219246" y="85414"/>
                  <a:pt x="218834" y="84518"/>
                  <a:pt x="218020" y="83704"/>
                </a:cubicBezTo>
                <a:cubicBezTo>
                  <a:pt x="217216" y="82890"/>
                  <a:pt x="216329" y="82479"/>
                  <a:pt x="215341" y="82479"/>
                </a:cubicBezTo>
                <a:lnTo>
                  <a:pt x="87289" y="82479"/>
                </a:lnTo>
                <a:cubicBezTo>
                  <a:pt x="86329" y="82479"/>
                  <a:pt x="85432" y="82890"/>
                  <a:pt x="84619" y="83704"/>
                </a:cubicBezTo>
                <a:cubicBezTo>
                  <a:pt x="83823" y="84500"/>
                  <a:pt x="83421" y="85396"/>
                  <a:pt x="83421" y="86374"/>
                </a:cubicBezTo>
                <a:lnTo>
                  <a:pt x="83421" y="214463"/>
                </a:lnTo>
                <a:cubicBezTo>
                  <a:pt x="83421" y="215423"/>
                  <a:pt x="83823" y="216320"/>
                  <a:pt x="84619" y="217133"/>
                </a:cubicBezTo>
                <a:cubicBezTo>
                  <a:pt x="85432" y="217929"/>
                  <a:pt x="86329" y="218331"/>
                  <a:pt x="87289" y="218331"/>
                </a:cubicBezTo>
                <a:lnTo>
                  <a:pt x="215378" y="21833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3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310" y="257751"/>
                </a:moveTo>
                <a:cubicBezTo>
                  <a:pt x="48381" y="257751"/>
                  <a:pt x="44129" y="255959"/>
                  <a:pt x="40544" y="252374"/>
                </a:cubicBezTo>
                <a:cubicBezTo>
                  <a:pt x="36969" y="248790"/>
                  <a:pt x="35177" y="244538"/>
                  <a:pt x="35177" y="239609"/>
                </a:cubicBezTo>
                <a:lnTo>
                  <a:pt x="35177" y="62143"/>
                </a:lnTo>
                <a:cubicBezTo>
                  <a:pt x="35177" y="57214"/>
                  <a:pt x="36969" y="52962"/>
                  <a:pt x="40544" y="49378"/>
                </a:cubicBezTo>
                <a:cubicBezTo>
                  <a:pt x="44129" y="45793"/>
                  <a:pt x="48381" y="44010"/>
                  <a:pt x="53310" y="44010"/>
                </a:cubicBezTo>
                <a:lnTo>
                  <a:pt x="230776" y="44010"/>
                </a:lnTo>
                <a:cubicBezTo>
                  <a:pt x="235705" y="44010"/>
                  <a:pt x="239957" y="45793"/>
                  <a:pt x="243541" y="49378"/>
                </a:cubicBezTo>
                <a:cubicBezTo>
                  <a:pt x="247126" y="52962"/>
                  <a:pt x="248918" y="57214"/>
                  <a:pt x="248918" y="62143"/>
                </a:cubicBezTo>
                <a:lnTo>
                  <a:pt x="248918" y="83704"/>
                </a:lnTo>
                <a:lnTo>
                  <a:pt x="259443" y="83704"/>
                </a:lnTo>
                <a:cubicBezTo>
                  <a:pt x="261473" y="83704"/>
                  <a:pt x="263173" y="84390"/>
                  <a:pt x="264536" y="85752"/>
                </a:cubicBezTo>
                <a:cubicBezTo>
                  <a:pt x="265898" y="87106"/>
                  <a:pt x="266575" y="88807"/>
                  <a:pt x="266575" y="90836"/>
                </a:cubicBezTo>
                <a:cubicBezTo>
                  <a:pt x="266575" y="92876"/>
                  <a:pt x="265898" y="94558"/>
                  <a:pt x="264536" y="95902"/>
                </a:cubicBezTo>
                <a:cubicBezTo>
                  <a:pt x="263173" y="97237"/>
                  <a:pt x="261473" y="97914"/>
                  <a:pt x="259443" y="97914"/>
                </a:cubicBezTo>
                <a:lnTo>
                  <a:pt x="248918" y="97914"/>
                </a:lnTo>
                <a:lnTo>
                  <a:pt x="248918" y="143744"/>
                </a:lnTo>
                <a:lnTo>
                  <a:pt x="259479" y="143744"/>
                </a:lnTo>
                <a:cubicBezTo>
                  <a:pt x="261509" y="143744"/>
                  <a:pt x="263192" y="144429"/>
                  <a:pt x="264536" y="145819"/>
                </a:cubicBezTo>
                <a:cubicBezTo>
                  <a:pt x="265880" y="147200"/>
                  <a:pt x="266548" y="148910"/>
                  <a:pt x="266548" y="150940"/>
                </a:cubicBezTo>
                <a:cubicBezTo>
                  <a:pt x="266548" y="152970"/>
                  <a:pt x="265871" y="154662"/>
                  <a:pt x="264508" y="155997"/>
                </a:cubicBezTo>
                <a:cubicBezTo>
                  <a:pt x="263146" y="157341"/>
                  <a:pt x="261445" y="158008"/>
                  <a:pt x="259415" y="158008"/>
                </a:cubicBezTo>
                <a:lnTo>
                  <a:pt x="248881" y="158008"/>
                </a:lnTo>
                <a:lnTo>
                  <a:pt x="248881" y="203838"/>
                </a:lnTo>
                <a:lnTo>
                  <a:pt x="259443" y="203838"/>
                </a:lnTo>
                <a:cubicBezTo>
                  <a:pt x="261473" y="203838"/>
                  <a:pt x="263164" y="204533"/>
                  <a:pt x="264508" y="205914"/>
                </a:cubicBezTo>
                <a:cubicBezTo>
                  <a:pt x="265844" y="207294"/>
                  <a:pt x="266520" y="209004"/>
                  <a:pt x="266520" y="211034"/>
                </a:cubicBezTo>
                <a:cubicBezTo>
                  <a:pt x="266520" y="213073"/>
                  <a:pt x="265834" y="214765"/>
                  <a:pt x="264472" y="216128"/>
                </a:cubicBezTo>
                <a:cubicBezTo>
                  <a:pt x="263109" y="217490"/>
                  <a:pt x="261418" y="218176"/>
                  <a:pt x="259379" y="218176"/>
                </a:cubicBezTo>
                <a:lnTo>
                  <a:pt x="248854" y="218176"/>
                </a:lnTo>
                <a:lnTo>
                  <a:pt x="248854" y="239646"/>
                </a:lnTo>
                <a:cubicBezTo>
                  <a:pt x="248854" y="244565"/>
                  <a:pt x="247062" y="248817"/>
                  <a:pt x="243477" y="252402"/>
                </a:cubicBezTo>
                <a:cubicBezTo>
                  <a:pt x="239893" y="255986"/>
                  <a:pt x="235659" y="257769"/>
                  <a:pt x="230776" y="257751"/>
                </a:cubicBezTo>
                <a:lnTo>
                  <a:pt x="53310" y="257751"/>
                </a:lnTo>
                <a:close/>
                <a:moveTo>
                  <a:pt x="53310" y="243477"/>
                </a:moveTo>
                <a:lnTo>
                  <a:pt x="230776" y="243477"/>
                </a:lnTo>
                <a:cubicBezTo>
                  <a:pt x="231746" y="243477"/>
                  <a:pt x="232633" y="243075"/>
                  <a:pt x="233446" y="242279"/>
                </a:cubicBezTo>
                <a:cubicBezTo>
                  <a:pt x="234269" y="241466"/>
                  <a:pt x="234672" y="240569"/>
                  <a:pt x="234672" y="239609"/>
                </a:cubicBezTo>
                <a:lnTo>
                  <a:pt x="234672" y="62143"/>
                </a:lnTo>
                <a:cubicBezTo>
                  <a:pt x="234672" y="61183"/>
                  <a:pt x="234269" y="60286"/>
                  <a:pt x="233446" y="59473"/>
                </a:cubicBezTo>
                <a:cubicBezTo>
                  <a:pt x="232651" y="58677"/>
                  <a:pt x="231764" y="58275"/>
                  <a:pt x="230776" y="58275"/>
                </a:cubicBezTo>
                <a:lnTo>
                  <a:pt x="53310" y="58275"/>
                </a:lnTo>
                <a:cubicBezTo>
                  <a:pt x="52349" y="58275"/>
                  <a:pt x="51453" y="58677"/>
                  <a:pt x="50639" y="59473"/>
                </a:cubicBezTo>
                <a:cubicBezTo>
                  <a:pt x="49844" y="60286"/>
                  <a:pt x="49442" y="61183"/>
                  <a:pt x="49442" y="62143"/>
                </a:cubicBezTo>
                <a:lnTo>
                  <a:pt x="49442" y="239609"/>
                </a:lnTo>
                <a:cubicBezTo>
                  <a:pt x="49442" y="240569"/>
                  <a:pt x="49844" y="241466"/>
                  <a:pt x="50639" y="242279"/>
                </a:cubicBezTo>
                <a:cubicBezTo>
                  <a:pt x="51453" y="243075"/>
                  <a:pt x="52349" y="243477"/>
                  <a:pt x="53310" y="243477"/>
                </a:cubicBezTo>
                <a:close/>
                <a:moveTo>
                  <a:pt x="83896" y="218075"/>
                </a:moveTo>
                <a:lnTo>
                  <a:pt x="134783" y="218075"/>
                </a:lnTo>
                <a:cubicBezTo>
                  <a:pt x="137361" y="218075"/>
                  <a:pt x="139510" y="217207"/>
                  <a:pt x="141229" y="215469"/>
                </a:cubicBezTo>
                <a:cubicBezTo>
                  <a:pt x="142948" y="213732"/>
                  <a:pt x="143808" y="211574"/>
                  <a:pt x="143808" y="208995"/>
                </a:cubicBezTo>
                <a:lnTo>
                  <a:pt x="143808" y="173699"/>
                </a:lnTo>
                <a:cubicBezTo>
                  <a:pt x="143808" y="171121"/>
                  <a:pt x="142930" y="168963"/>
                  <a:pt x="141193" y="167225"/>
                </a:cubicBezTo>
                <a:cubicBezTo>
                  <a:pt x="139455" y="165479"/>
                  <a:pt x="137297" y="164610"/>
                  <a:pt x="134719" y="164610"/>
                </a:cubicBezTo>
                <a:lnTo>
                  <a:pt x="83860" y="164610"/>
                </a:lnTo>
                <a:cubicBezTo>
                  <a:pt x="81281" y="164610"/>
                  <a:pt x="79132" y="165479"/>
                  <a:pt x="77422" y="167225"/>
                </a:cubicBezTo>
                <a:cubicBezTo>
                  <a:pt x="75703" y="168963"/>
                  <a:pt x="74844" y="171121"/>
                  <a:pt x="74844" y="173699"/>
                </a:cubicBezTo>
                <a:lnTo>
                  <a:pt x="74844" y="209023"/>
                </a:lnTo>
                <a:cubicBezTo>
                  <a:pt x="74844" y="211601"/>
                  <a:pt x="75712" y="213759"/>
                  <a:pt x="77450" y="215506"/>
                </a:cubicBezTo>
                <a:cubicBezTo>
                  <a:pt x="79187" y="217243"/>
                  <a:pt x="81345" y="218112"/>
                  <a:pt x="83924" y="218112"/>
                </a:cubicBezTo>
                <a:close/>
                <a:moveTo>
                  <a:pt x="165589" y="120792"/>
                </a:moveTo>
                <a:lnTo>
                  <a:pt x="200190" y="120792"/>
                </a:lnTo>
                <a:cubicBezTo>
                  <a:pt x="202768" y="120792"/>
                  <a:pt x="204926" y="119924"/>
                  <a:pt x="206673" y="118186"/>
                </a:cubicBezTo>
                <a:cubicBezTo>
                  <a:pt x="208410" y="116449"/>
                  <a:pt x="209279" y="114291"/>
                  <a:pt x="209279" y="111712"/>
                </a:cubicBezTo>
                <a:lnTo>
                  <a:pt x="209279" y="92729"/>
                </a:lnTo>
                <a:cubicBezTo>
                  <a:pt x="209279" y="90151"/>
                  <a:pt x="208410" y="87993"/>
                  <a:pt x="206673" y="86255"/>
                </a:cubicBezTo>
                <a:cubicBezTo>
                  <a:pt x="204926" y="84509"/>
                  <a:pt x="202768" y="83640"/>
                  <a:pt x="200190" y="83640"/>
                </a:cubicBezTo>
                <a:lnTo>
                  <a:pt x="165616" y="83640"/>
                </a:lnTo>
                <a:cubicBezTo>
                  <a:pt x="163038" y="83640"/>
                  <a:pt x="160880" y="84509"/>
                  <a:pt x="159142" y="86255"/>
                </a:cubicBezTo>
                <a:cubicBezTo>
                  <a:pt x="157405" y="87993"/>
                  <a:pt x="156536" y="90151"/>
                  <a:pt x="156536" y="92729"/>
                </a:cubicBezTo>
                <a:lnTo>
                  <a:pt x="156536" y="111740"/>
                </a:lnTo>
                <a:cubicBezTo>
                  <a:pt x="156536" y="114318"/>
                  <a:pt x="157405" y="116476"/>
                  <a:pt x="159142" y="118214"/>
                </a:cubicBezTo>
                <a:cubicBezTo>
                  <a:pt x="160880" y="119960"/>
                  <a:pt x="163038" y="120829"/>
                  <a:pt x="165616" y="120829"/>
                </a:cubicBezTo>
                <a:close/>
                <a:moveTo>
                  <a:pt x="83896" y="151946"/>
                </a:moveTo>
                <a:lnTo>
                  <a:pt x="134783" y="151946"/>
                </a:lnTo>
                <a:cubicBezTo>
                  <a:pt x="137361" y="151946"/>
                  <a:pt x="139510" y="151077"/>
                  <a:pt x="141229" y="149340"/>
                </a:cubicBezTo>
                <a:cubicBezTo>
                  <a:pt x="142948" y="147593"/>
                  <a:pt x="143808" y="145435"/>
                  <a:pt x="143808" y="142857"/>
                </a:cubicBezTo>
                <a:lnTo>
                  <a:pt x="143808" y="92665"/>
                </a:lnTo>
                <a:cubicBezTo>
                  <a:pt x="143808" y="90087"/>
                  <a:pt x="142930" y="87938"/>
                  <a:pt x="141193" y="86219"/>
                </a:cubicBezTo>
                <a:cubicBezTo>
                  <a:pt x="139455" y="84500"/>
                  <a:pt x="137297" y="83640"/>
                  <a:pt x="134719" y="83640"/>
                </a:cubicBezTo>
                <a:lnTo>
                  <a:pt x="83860" y="83640"/>
                </a:lnTo>
                <a:cubicBezTo>
                  <a:pt x="81281" y="83640"/>
                  <a:pt x="79132" y="84509"/>
                  <a:pt x="77422" y="86246"/>
                </a:cubicBezTo>
                <a:cubicBezTo>
                  <a:pt x="75703" y="87993"/>
                  <a:pt x="74844" y="90151"/>
                  <a:pt x="74844" y="92729"/>
                </a:cubicBezTo>
                <a:lnTo>
                  <a:pt x="74844" y="142921"/>
                </a:lnTo>
                <a:cubicBezTo>
                  <a:pt x="74844" y="145499"/>
                  <a:pt x="75712" y="147648"/>
                  <a:pt x="77450" y="149367"/>
                </a:cubicBezTo>
                <a:cubicBezTo>
                  <a:pt x="79187" y="151086"/>
                  <a:pt x="81345" y="151946"/>
                  <a:pt x="83924" y="151946"/>
                </a:cubicBezTo>
                <a:close/>
                <a:moveTo>
                  <a:pt x="165589" y="218075"/>
                </a:moveTo>
                <a:lnTo>
                  <a:pt x="200190" y="218075"/>
                </a:lnTo>
                <a:cubicBezTo>
                  <a:pt x="202768" y="218075"/>
                  <a:pt x="204926" y="217207"/>
                  <a:pt x="206673" y="215469"/>
                </a:cubicBezTo>
                <a:cubicBezTo>
                  <a:pt x="208410" y="213732"/>
                  <a:pt x="209279" y="211574"/>
                  <a:pt x="209279" y="208995"/>
                </a:cubicBezTo>
                <a:lnTo>
                  <a:pt x="209279" y="142546"/>
                </a:lnTo>
                <a:cubicBezTo>
                  <a:pt x="209279" y="140050"/>
                  <a:pt x="208410" y="137919"/>
                  <a:pt x="206673" y="136136"/>
                </a:cubicBezTo>
                <a:cubicBezTo>
                  <a:pt x="204926" y="134353"/>
                  <a:pt x="202768" y="133466"/>
                  <a:pt x="200190" y="133466"/>
                </a:cubicBezTo>
                <a:lnTo>
                  <a:pt x="165616" y="133466"/>
                </a:lnTo>
                <a:cubicBezTo>
                  <a:pt x="163038" y="133466"/>
                  <a:pt x="160880" y="134353"/>
                  <a:pt x="159142" y="136136"/>
                </a:cubicBezTo>
                <a:cubicBezTo>
                  <a:pt x="157405" y="137919"/>
                  <a:pt x="156536" y="140050"/>
                  <a:pt x="156536" y="142546"/>
                </a:cubicBezTo>
                <a:lnTo>
                  <a:pt x="156536" y="209023"/>
                </a:lnTo>
                <a:cubicBezTo>
                  <a:pt x="156536" y="211601"/>
                  <a:pt x="157405" y="213759"/>
                  <a:pt x="159142" y="215506"/>
                </a:cubicBezTo>
                <a:cubicBezTo>
                  <a:pt x="160880" y="217243"/>
                  <a:pt x="163038" y="218112"/>
                  <a:pt x="165616" y="218112"/>
                </a:cubicBezTo>
                <a:close/>
                <a:moveTo>
                  <a:pt x="49442" y="58275"/>
                </a:moveTo>
                <a:lnTo>
                  <a:pt x="49442" y="243477"/>
                </a:lnTo>
                <a:lnTo>
                  <a:pt x="49442" y="5827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5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107" y="164171"/>
                </a:moveTo>
                <a:cubicBezTo>
                  <a:pt x="170664" y="157652"/>
                  <a:pt x="173946" y="149696"/>
                  <a:pt x="173946" y="140287"/>
                </a:cubicBezTo>
                <a:cubicBezTo>
                  <a:pt x="173946" y="130878"/>
                  <a:pt x="170691" y="122886"/>
                  <a:pt x="164171" y="116330"/>
                </a:cubicBezTo>
                <a:cubicBezTo>
                  <a:pt x="157652" y="109774"/>
                  <a:pt x="149696" y="106491"/>
                  <a:pt x="140287" y="106491"/>
                </a:cubicBezTo>
                <a:cubicBezTo>
                  <a:pt x="130878" y="106491"/>
                  <a:pt x="122886" y="109755"/>
                  <a:pt x="116330" y="116266"/>
                </a:cubicBezTo>
                <a:cubicBezTo>
                  <a:pt x="109774" y="122786"/>
                  <a:pt x="106491" y="130750"/>
                  <a:pt x="106491" y="140159"/>
                </a:cubicBezTo>
                <a:cubicBezTo>
                  <a:pt x="106491" y="149568"/>
                  <a:pt x="109755" y="157551"/>
                  <a:pt x="116266" y="164107"/>
                </a:cubicBezTo>
                <a:cubicBezTo>
                  <a:pt x="122786" y="170664"/>
                  <a:pt x="130750" y="173946"/>
                  <a:pt x="140159" y="173946"/>
                </a:cubicBezTo>
                <a:cubicBezTo>
                  <a:pt x="149568" y="173946"/>
                  <a:pt x="157551" y="170691"/>
                  <a:pt x="164107" y="164171"/>
                </a:cubicBezTo>
                <a:close/>
                <a:moveTo>
                  <a:pt x="140379" y="188220"/>
                </a:moveTo>
                <a:cubicBezTo>
                  <a:pt x="127010" y="188220"/>
                  <a:pt x="115644" y="183538"/>
                  <a:pt x="106272" y="174166"/>
                </a:cubicBezTo>
                <a:cubicBezTo>
                  <a:pt x="96908" y="164802"/>
                  <a:pt x="92226" y="153482"/>
                  <a:pt x="92226" y="140223"/>
                </a:cubicBezTo>
                <a:cubicBezTo>
                  <a:pt x="92226" y="126955"/>
                  <a:pt x="96908" y="115644"/>
                  <a:pt x="106272" y="106272"/>
                </a:cubicBezTo>
                <a:cubicBezTo>
                  <a:pt x="115644" y="96908"/>
                  <a:pt x="126955" y="92226"/>
                  <a:pt x="140223" y="92226"/>
                </a:cubicBezTo>
                <a:cubicBezTo>
                  <a:pt x="153482" y="92226"/>
                  <a:pt x="164802" y="96908"/>
                  <a:pt x="174166" y="106272"/>
                </a:cubicBezTo>
                <a:cubicBezTo>
                  <a:pt x="183538" y="115644"/>
                  <a:pt x="188220" y="127010"/>
                  <a:pt x="188220" y="140379"/>
                </a:cubicBezTo>
                <a:cubicBezTo>
                  <a:pt x="188220" y="145152"/>
                  <a:pt x="187370" y="149934"/>
                  <a:pt x="185669" y="154707"/>
                </a:cubicBezTo>
                <a:cubicBezTo>
                  <a:pt x="183977" y="159490"/>
                  <a:pt x="181572" y="164098"/>
                  <a:pt x="178473" y="168542"/>
                </a:cubicBezTo>
                <a:lnTo>
                  <a:pt x="207459" y="197401"/>
                </a:lnTo>
                <a:cubicBezTo>
                  <a:pt x="208858" y="198818"/>
                  <a:pt x="209553" y="200473"/>
                  <a:pt x="209526" y="202366"/>
                </a:cubicBezTo>
                <a:cubicBezTo>
                  <a:pt x="209507" y="204268"/>
                  <a:pt x="208758" y="205987"/>
                  <a:pt x="207267" y="207514"/>
                </a:cubicBezTo>
                <a:cubicBezTo>
                  <a:pt x="205777" y="208968"/>
                  <a:pt x="204103" y="209690"/>
                  <a:pt x="202238" y="209690"/>
                </a:cubicBezTo>
                <a:cubicBezTo>
                  <a:pt x="200372" y="209690"/>
                  <a:pt x="198699" y="208940"/>
                  <a:pt x="197209" y="207459"/>
                </a:cubicBezTo>
                <a:lnTo>
                  <a:pt x="168570" y="178692"/>
                </a:lnTo>
                <a:cubicBezTo>
                  <a:pt x="164126" y="181792"/>
                  <a:pt x="159517" y="184151"/>
                  <a:pt x="154744" y="185770"/>
                </a:cubicBezTo>
                <a:cubicBezTo>
                  <a:pt x="149962" y="187397"/>
                  <a:pt x="145188" y="188220"/>
                  <a:pt x="140406" y="188220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197520"/>
                </a:lnTo>
                <a:cubicBezTo>
                  <a:pt x="44010" y="195490"/>
                  <a:pt x="44696" y="193789"/>
                  <a:pt x="46077" y="192426"/>
                </a:cubicBezTo>
                <a:cubicBezTo>
                  <a:pt x="47467" y="191064"/>
                  <a:pt x="49167" y="190387"/>
                  <a:pt x="51206" y="190387"/>
                </a:cubicBezTo>
                <a:cubicBezTo>
                  <a:pt x="53236" y="190387"/>
                  <a:pt x="54919" y="191064"/>
                  <a:pt x="56263" y="192426"/>
                </a:cubicBezTo>
                <a:cubicBezTo>
                  <a:pt x="57607" y="193789"/>
                  <a:pt x="58275" y="195490"/>
                  <a:pt x="58275" y="197520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lnTo>
                  <a:pt x="104232" y="243477"/>
                </a:lnTo>
                <a:cubicBezTo>
                  <a:pt x="106262" y="243477"/>
                  <a:pt x="107963" y="244172"/>
                  <a:pt x="109326" y="245553"/>
                </a:cubicBezTo>
                <a:cubicBezTo>
                  <a:pt x="110688" y="246934"/>
                  <a:pt x="111365" y="248644"/>
                  <a:pt x="111365" y="250674"/>
                </a:cubicBezTo>
                <a:cubicBezTo>
                  <a:pt x="111365" y="252704"/>
                  <a:pt x="110688" y="254395"/>
                  <a:pt x="109326" y="255739"/>
                </a:cubicBezTo>
                <a:cubicBezTo>
                  <a:pt x="107963" y="257074"/>
                  <a:pt x="106262" y="257751"/>
                  <a:pt x="104232" y="257751"/>
                </a:cubicBezTo>
                <a:lnTo>
                  <a:pt x="62143" y="257751"/>
                </a:lnTo>
                <a:close/>
                <a:moveTo>
                  <a:pt x="239609" y="257751"/>
                </a:moveTo>
                <a:lnTo>
                  <a:pt x="197520" y="257751"/>
                </a:lnTo>
                <a:cubicBezTo>
                  <a:pt x="195490" y="257751"/>
                  <a:pt x="193789" y="257056"/>
                  <a:pt x="192426" y="255675"/>
                </a:cubicBezTo>
                <a:cubicBezTo>
                  <a:pt x="191064" y="254285"/>
                  <a:pt x="190387" y="252585"/>
                  <a:pt x="190387" y="250546"/>
                </a:cubicBezTo>
                <a:cubicBezTo>
                  <a:pt x="190387" y="248516"/>
                  <a:pt x="191064" y="246833"/>
                  <a:pt x="192426" y="245489"/>
                </a:cubicBezTo>
                <a:cubicBezTo>
                  <a:pt x="193789" y="244145"/>
                  <a:pt x="195490" y="243477"/>
                  <a:pt x="197520" y="243477"/>
                </a:cubicBez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197520"/>
                </a:lnTo>
                <a:cubicBezTo>
                  <a:pt x="243477" y="195490"/>
                  <a:pt x="244172" y="193789"/>
                  <a:pt x="245553" y="192426"/>
                </a:cubicBezTo>
                <a:cubicBezTo>
                  <a:pt x="246934" y="191064"/>
                  <a:pt x="248644" y="190387"/>
                  <a:pt x="250674" y="190387"/>
                </a:cubicBezTo>
                <a:cubicBezTo>
                  <a:pt x="252704" y="190387"/>
                  <a:pt x="254395" y="191064"/>
                  <a:pt x="255739" y="192426"/>
                </a:cubicBezTo>
                <a:cubicBezTo>
                  <a:pt x="257074" y="193789"/>
                  <a:pt x="257751" y="195490"/>
                  <a:pt x="257751" y="197520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close/>
                <a:moveTo>
                  <a:pt x="44010" y="104232"/>
                </a:move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04232" y="44010"/>
                </a:lnTo>
                <a:cubicBezTo>
                  <a:pt x="106262" y="44010"/>
                  <a:pt x="107963" y="44696"/>
                  <a:pt x="109326" y="46077"/>
                </a:cubicBezTo>
                <a:cubicBezTo>
                  <a:pt x="110688" y="47467"/>
                  <a:pt x="111365" y="49167"/>
                  <a:pt x="111365" y="51206"/>
                </a:cubicBezTo>
                <a:cubicBezTo>
                  <a:pt x="111365" y="53236"/>
                  <a:pt x="110688" y="54919"/>
                  <a:pt x="109326" y="56263"/>
                </a:cubicBezTo>
                <a:cubicBezTo>
                  <a:pt x="107963" y="57607"/>
                  <a:pt x="106262" y="58275"/>
                  <a:pt x="104232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4232"/>
                </a:lnTo>
                <a:cubicBezTo>
                  <a:pt x="58275" y="106262"/>
                  <a:pt x="57589" y="107963"/>
                  <a:pt x="56199" y="109326"/>
                </a:cubicBezTo>
                <a:cubicBezTo>
                  <a:pt x="54818" y="110688"/>
                  <a:pt x="53108" y="111365"/>
                  <a:pt x="51078" y="111365"/>
                </a:cubicBezTo>
                <a:cubicBezTo>
                  <a:pt x="49048" y="111365"/>
                  <a:pt x="47357" y="110688"/>
                  <a:pt x="46022" y="109326"/>
                </a:cubicBezTo>
                <a:cubicBezTo>
                  <a:pt x="44678" y="107963"/>
                  <a:pt x="44001" y="106262"/>
                  <a:pt x="44001" y="104232"/>
                </a:cubicBezTo>
                <a:close/>
                <a:moveTo>
                  <a:pt x="243477" y="104232"/>
                </a:move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197520" y="58275"/>
                </a:lnTo>
                <a:cubicBezTo>
                  <a:pt x="195490" y="58275"/>
                  <a:pt x="193789" y="57589"/>
                  <a:pt x="192426" y="56199"/>
                </a:cubicBezTo>
                <a:cubicBezTo>
                  <a:pt x="191064" y="54818"/>
                  <a:pt x="190387" y="53108"/>
                  <a:pt x="190387" y="51078"/>
                </a:cubicBezTo>
                <a:cubicBezTo>
                  <a:pt x="190387" y="49048"/>
                  <a:pt x="191064" y="47357"/>
                  <a:pt x="192426" y="46022"/>
                </a:cubicBezTo>
                <a:cubicBezTo>
                  <a:pt x="193789" y="44678"/>
                  <a:pt x="195490" y="44010"/>
                  <a:pt x="197520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104232"/>
                </a:lnTo>
                <a:cubicBezTo>
                  <a:pt x="257751" y="106262"/>
                  <a:pt x="257056" y="107963"/>
                  <a:pt x="255675" y="109326"/>
                </a:cubicBezTo>
                <a:cubicBezTo>
                  <a:pt x="254285" y="110688"/>
                  <a:pt x="252585" y="111365"/>
                  <a:pt x="250546" y="111365"/>
                </a:cubicBezTo>
                <a:cubicBezTo>
                  <a:pt x="248516" y="111365"/>
                  <a:pt x="246833" y="110688"/>
                  <a:pt x="245489" y="109326"/>
                </a:cubicBezTo>
                <a:cubicBezTo>
                  <a:pt x="244145" y="107963"/>
                  <a:pt x="243477" y="106262"/>
                  <a:pt x="243477" y="10423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7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3082" y="246623"/>
                </a:moveTo>
                <a:lnTo>
                  <a:pt x="133082" y="209690"/>
                </a:lnTo>
                <a:lnTo>
                  <a:pt x="126544" y="209690"/>
                </a:lnTo>
                <a:cubicBezTo>
                  <a:pt x="110267" y="209690"/>
                  <a:pt x="96506" y="204067"/>
                  <a:pt x="85277" y="192838"/>
                </a:cubicBezTo>
                <a:cubicBezTo>
                  <a:pt x="74048" y="181609"/>
                  <a:pt x="68425" y="167847"/>
                  <a:pt x="68425" y="151571"/>
                </a:cubicBezTo>
                <a:cubicBezTo>
                  <a:pt x="68425" y="139373"/>
                  <a:pt x="71963" y="128263"/>
                  <a:pt x="79022" y="118250"/>
                </a:cubicBezTo>
                <a:cubicBezTo>
                  <a:pt x="86063" y="108256"/>
                  <a:pt x="95354" y="101206"/>
                  <a:pt x="106903" y="97091"/>
                </a:cubicBezTo>
                <a:cubicBezTo>
                  <a:pt x="107341" y="88313"/>
                  <a:pt x="111008" y="81327"/>
                  <a:pt x="117903" y="76133"/>
                </a:cubicBezTo>
                <a:cubicBezTo>
                  <a:pt x="124797" y="70930"/>
                  <a:pt x="132497" y="69257"/>
                  <a:pt x="141010" y="71104"/>
                </a:cubicBezTo>
                <a:lnTo>
                  <a:pt x="136575" y="59189"/>
                </a:lnTo>
                <a:cubicBezTo>
                  <a:pt x="135615" y="56821"/>
                  <a:pt x="135697" y="54553"/>
                  <a:pt x="136822" y="52395"/>
                </a:cubicBezTo>
                <a:cubicBezTo>
                  <a:pt x="137956" y="50237"/>
                  <a:pt x="139675" y="48683"/>
                  <a:pt x="141979" y="47713"/>
                </a:cubicBezTo>
                <a:lnTo>
                  <a:pt x="146194" y="46022"/>
                </a:lnTo>
                <a:lnTo>
                  <a:pt x="145152" y="42812"/>
                </a:lnTo>
                <a:cubicBezTo>
                  <a:pt x="144274" y="40444"/>
                  <a:pt x="144320" y="38130"/>
                  <a:pt x="145280" y="35863"/>
                </a:cubicBezTo>
                <a:cubicBezTo>
                  <a:pt x="146249" y="33604"/>
                  <a:pt x="147904" y="32013"/>
                  <a:pt x="150245" y="31090"/>
                </a:cubicBezTo>
                <a:cubicBezTo>
                  <a:pt x="152531" y="30203"/>
                  <a:pt x="154844" y="30257"/>
                  <a:pt x="157195" y="31245"/>
                </a:cubicBezTo>
                <a:cubicBezTo>
                  <a:pt x="159517" y="32233"/>
                  <a:pt x="161108" y="33915"/>
                  <a:pt x="161968" y="36302"/>
                </a:cubicBezTo>
                <a:lnTo>
                  <a:pt x="163193" y="39822"/>
                </a:lnTo>
                <a:lnTo>
                  <a:pt x="166723" y="38569"/>
                </a:lnTo>
                <a:cubicBezTo>
                  <a:pt x="168935" y="37810"/>
                  <a:pt x="171157" y="37938"/>
                  <a:pt x="173379" y="38944"/>
                </a:cubicBezTo>
                <a:cubicBezTo>
                  <a:pt x="175601" y="39950"/>
                  <a:pt x="177192" y="41569"/>
                  <a:pt x="178162" y="43781"/>
                </a:cubicBezTo>
                <a:lnTo>
                  <a:pt x="205502" y="115644"/>
                </a:lnTo>
                <a:cubicBezTo>
                  <a:pt x="206472" y="117985"/>
                  <a:pt x="206398" y="120271"/>
                  <a:pt x="205283" y="122493"/>
                </a:cubicBezTo>
                <a:cubicBezTo>
                  <a:pt x="204176" y="124733"/>
                  <a:pt x="202448" y="126334"/>
                  <a:pt x="200098" y="127303"/>
                </a:cubicBezTo>
                <a:lnTo>
                  <a:pt x="196075" y="128748"/>
                </a:lnTo>
                <a:lnTo>
                  <a:pt x="197428" y="132268"/>
                </a:lnTo>
                <a:cubicBezTo>
                  <a:pt x="198306" y="134636"/>
                  <a:pt x="198269" y="136913"/>
                  <a:pt x="197300" y="139089"/>
                </a:cubicBezTo>
                <a:cubicBezTo>
                  <a:pt x="196313" y="141247"/>
                  <a:pt x="194566" y="142765"/>
                  <a:pt x="192051" y="143643"/>
                </a:cubicBezTo>
                <a:cubicBezTo>
                  <a:pt x="189811" y="144466"/>
                  <a:pt x="187607" y="144347"/>
                  <a:pt x="185449" y="143305"/>
                </a:cubicBezTo>
                <a:cubicBezTo>
                  <a:pt x="183273" y="142253"/>
                  <a:pt x="181728" y="140644"/>
                  <a:pt x="180832" y="138458"/>
                </a:cubicBezTo>
                <a:lnTo>
                  <a:pt x="179478" y="134755"/>
                </a:lnTo>
                <a:lnTo>
                  <a:pt x="175144" y="136319"/>
                </a:lnTo>
                <a:cubicBezTo>
                  <a:pt x="172712" y="137370"/>
                  <a:pt x="170389" y="137398"/>
                  <a:pt x="168167" y="136419"/>
                </a:cubicBezTo>
                <a:cubicBezTo>
                  <a:pt x="165945" y="135413"/>
                  <a:pt x="164363" y="133685"/>
                  <a:pt x="163422" y="131235"/>
                </a:cubicBezTo>
                <a:lnTo>
                  <a:pt x="158447" y="117436"/>
                </a:lnTo>
                <a:cubicBezTo>
                  <a:pt x="155558" y="121158"/>
                  <a:pt x="152037" y="123947"/>
                  <a:pt x="147886" y="125794"/>
                </a:cubicBezTo>
                <a:cubicBezTo>
                  <a:pt x="143762" y="127641"/>
                  <a:pt x="139245" y="128501"/>
                  <a:pt x="134344" y="128373"/>
                </a:cubicBezTo>
                <a:cubicBezTo>
                  <a:pt x="128876" y="128327"/>
                  <a:pt x="123855" y="126690"/>
                  <a:pt x="119283" y="123471"/>
                </a:cubicBezTo>
                <a:cubicBezTo>
                  <a:pt x="114721" y="120244"/>
                  <a:pt x="111228" y="116101"/>
                  <a:pt x="108823" y="111054"/>
                </a:cubicBezTo>
                <a:cubicBezTo>
                  <a:pt x="100831" y="114611"/>
                  <a:pt x="94476" y="120052"/>
                  <a:pt x="89739" y="127367"/>
                </a:cubicBezTo>
                <a:cubicBezTo>
                  <a:pt x="85003" y="134682"/>
                  <a:pt x="82634" y="142756"/>
                  <a:pt x="82634" y="151598"/>
                </a:cubicBezTo>
                <a:cubicBezTo>
                  <a:pt x="82634" y="163833"/>
                  <a:pt x="86877" y="174211"/>
                  <a:pt x="95363" y="182715"/>
                </a:cubicBezTo>
                <a:cubicBezTo>
                  <a:pt x="103876" y="191201"/>
                  <a:pt x="114245" y="195444"/>
                  <a:pt x="126489" y="195444"/>
                </a:cubicBezTo>
                <a:lnTo>
                  <a:pt x="222986" y="195444"/>
                </a:lnTo>
                <a:cubicBezTo>
                  <a:pt x="224997" y="195444"/>
                  <a:pt x="226689" y="196139"/>
                  <a:pt x="228070" y="197520"/>
                </a:cubicBezTo>
                <a:cubicBezTo>
                  <a:pt x="229432" y="198909"/>
                  <a:pt x="230118" y="200610"/>
                  <a:pt x="230118" y="202649"/>
                </a:cubicBezTo>
                <a:cubicBezTo>
                  <a:pt x="230118" y="204679"/>
                  <a:pt x="229432" y="206362"/>
                  <a:pt x="228070" y="207706"/>
                </a:cubicBezTo>
                <a:cubicBezTo>
                  <a:pt x="226716" y="209050"/>
                  <a:pt x="225016" y="209718"/>
                  <a:pt x="222986" y="209718"/>
                </a:cubicBezTo>
                <a:lnTo>
                  <a:pt x="155091" y="209718"/>
                </a:lnTo>
                <a:lnTo>
                  <a:pt x="155091" y="246650"/>
                </a:lnTo>
                <a:lnTo>
                  <a:pt x="226186" y="246650"/>
                </a:lnTo>
                <a:cubicBezTo>
                  <a:pt x="228225" y="246650"/>
                  <a:pt x="229917" y="247345"/>
                  <a:pt x="231279" y="248726"/>
                </a:cubicBezTo>
                <a:cubicBezTo>
                  <a:pt x="232642" y="250107"/>
                  <a:pt x="233327" y="251817"/>
                  <a:pt x="233327" y="253847"/>
                </a:cubicBezTo>
                <a:cubicBezTo>
                  <a:pt x="233327" y="255886"/>
                  <a:pt x="232642" y="257568"/>
                  <a:pt x="231279" y="258912"/>
                </a:cubicBezTo>
                <a:cubicBezTo>
                  <a:pt x="229917" y="260247"/>
                  <a:pt x="228225" y="260924"/>
                  <a:pt x="226186" y="260924"/>
                </a:cubicBezTo>
                <a:lnTo>
                  <a:pt x="75566" y="260924"/>
                </a:lnTo>
                <a:cubicBezTo>
                  <a:pt x="73527" y="260924"/>
                  <a:pt x="71835" y="260229"/>
                  <a:pt x="70473" y="258848"/>
                </a:cubicBezTo>
                <a:cubicBezTo>
                  <a:pt x="69110" y="257468"/>
                  <a:pt x="68425" y="255758"/>
                  <a:pt x="68425" y="253728"/>
                </a:cubicBezTo>
                <a:cubicBezTo>
                  <a:pt x="68425" y="251689"/>
                  <a:pt x="69110" y="250006"/>
                  <a:pt x="70473" y="248662"/>
                </a:cubicBezTo>
                <a:cubicBezTo>
                  <a:pt x="71835" y="247318"/>
                  <a:pt x="73527" y="246650"/>
                  <a:pt x="75566" y="246650"/>
                </a:cubicBezTo>
                <a:lnTo>
                  <a:pt x="133082" y="246650"/>
                </a:lnTo>
                <a:close/>
                <a:moveTo>
                  <a:pt x="174888" y="123407"/>
                </a:moveTo>
                <a:lnTo>
                  <a:pt x="192527" y="116833"/>
                </a:lnTo>
                <a:lnTo>
                  <a:pt x="167500" y="50987"/>
                </a:lnTo>
                <a:lnTo>
                  <a:pt x="149623" y="57205"/>
                </a:lnTo>
                <a:lnTo>
                  <a:pt x="174888" y="123407"/>
                </a:lnTo>
                <a:close/>
                <a:moveTo>
                  <a:pt x="147420" y="111081"/>
                </a:moveTo>
                <a:cubicBezTo>
                  <a:pt x="150583" y="108000"/>
                  <a:pt x="152165" y="104150"/>
                  <a:pt x="152165" y="99514"/>
                </a:cubicBezTo>
                <a:cubicBezTo>
                  <a:pt x="152165" y="94887"/>
                  <a:pt x="150602" y="90983"/>
                  <a:pt x="147484" y="87819"/>
                </a:cubicBezTo>
                <a:cubicBezTo>
                  <a:pt x="144356" y="84637"/>
                  <a:pt x="140488" y="83046"/>
                  <a:pt x="135880" y="83046"/>
                </a:cubicBezTo>
                <a:cubicBezTo>
                  <a:pt x="131271" y="83046"/>
                  <a:pt x="127394" y="84609"/>
                  <a:pt x="124249" y="87728"/>
                </a:cubicBezTo>
                <a:cubicBezTo>
                  <a:pt x="121085" y="90855"/>
                  <a:pt x="119503" y="94723"/>
                  <a:pt x="119503" y="99359"/>
                </a:cubicBezTo>
                <a:cubicBezTo>
                  <a:pt x="119503" y="103986"/>
                  <a:pt x="121067" y="107863"/>
                  <a:pt x="124194" y="110990"/>
                </a:cubicBezTo>
                <a:cubicBezTo>
                  <a:pt x="127312" y="114108"/>
                  <a:pt x="131180" y="115672"/>
                  <a:pt x="135788" y="115672"/>
                </a:cubicBezTo>
                <a:cubicBezTo>
                  <a:pt x="140397" y="115672"/>
                  <a:pt x="144274" y="114135"/>
                  <a:pt x="147420" y="111054"/>
                </a:cubicBezTo>
                <a:close/>
                <a:moveTo>
                  <a:pt x="174888" y="123407"/>
                </a:moveTo>
                <a:close/>
                <a:moveTo>
                  <a:pt x="135852" y="98984"/>
                </a:moveTo>
                <a:close/>
                <a:moveTo>
                  <a:pt x="136227" y="9898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39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482" y="257751"/>
                </a:moveTo>
                <a:cubicBezTo>
                  <a:pt x="49817" y="257751"/>
                  <a:pt x="45098" y="254670"/>
                  <a:pt x="42309" y="248506"/>
                </a:cubicBezTo>
                <a:cubicBezTo>
                  <a:pt x="39502" y="242343"/>
                  <a:pt x="40407" y="236720"/>
                  <a:pt x="45043" y="231627"/>
                </a:cubicBezTo>
                <a:lnTo>
                  <a:pt x="122274" y="142765"/>
                </a:lnTo>
                <a:lnTo>
                  <a:pt x="122274" y="58275"/>
                </a:lnTo>
                <a:lnTo>
                  <a:pt x="104479" y="58275"/>
                </a:lnTo>
                <a:cubicBezTo>
                  <a:pt x="102449" y="58275"/>
                  <a:pt x="100749" y="57580"/>
                  <a:pt x="99386" y="56199"/>
                </a:cubicBezTo>
                <a:cubicBezTo>
                  <a:pt x="98024" y="54818"/>
                  <a:pt x="97347" y="53108"/>
                  <a:pt x="97347" y="51078"/>
                </a:cubicBezTo>
                <a:cubicBezTo>
                  <a:pt x="97347" y="49048"/>
                  <a:pt x="98024" y="47357"/>
                  <a:pt x="99386" y="46022"/>
                </a:cubicBezTo>
                <a:cubicBezTo>
                  <a:pt x="100749" y="44678"/>
                  <a:pt x="102449" y="44010"/>
                  <a:pt x="104479" y="44010"/>
                </a:cubicBezTo>
                <a:lnTo>
                  <a:pt x="197337" y="44010"/>
                </a:lnTo>
                <a:cubicBezTo>
                  <a:pt x="199367" y="44010"/>
                  <a:pt x="201067" y="44696"/>
                  <a:pt x="202430" y="46077"/>
                </a:cubicBezTo>
                <a:cubicBezTo>
                  <a:pt x="203783" y="47467"/>
                  <a:pt x="204469" y="49167"/>
                  <a:pt x="204469" y="51206"/>
                </a:cubicBezTo>
                <a:cubicBezTo>
                  <a:pt x="204469" y="53236"/>
                  <a:pt x="203783" y="54919"/>
                  <a:pt x="202430" y="56263"/>
                </a:cubicBezTo>
                <a:cubicBezTo>
                  <a:pt x="201067" y="57607"/>
                  <a:pt x="199367" y="58275"/>
                  <a:pt x="197337" y="58275"/>
                </a:cubicBezTo>
                <a:lnTo>
                  <a:pt x="179542" y="58275"/>
                </a:lnTo>
                <a:lnTo>
                  <a:pt x="179542" y="142765"/>
                </a:lnTo>
                <a:lnTo>
                  <a:pt x="256773" y="231627"/>
                </a:lnTo>
                <a:cubicBezTo>
                  <a:pt x="261400" y="236720"/>
                  <a:pt x="262314" y="242343"/>
                  <a:pt x="259507" y="248506"/>
                </a:cubicBezTo>
                <a:cubicBezTo>
                  <a:pt x="256681" y="254670"/>
                  <a:pt x="251935" y="257751"/>
                  <a:pt x="245270" y="257751"/>
                </a:cubicBezTo>
                <a:lnTo>
                  <a:pt x="56482" y="257751"/>
                </a:lnTo>
                <a:close/>
                <a:moveTo>
                  <a:pt x="53684" y="243477"/>
                </a:moveTo>
                <a:lnTo>
                  <a:pt x="248095" y="243477"/>
                </a:lnTo>
                <a:lnTo>
                  <a:pt x="165241" y="148014"/>
                </a:lnTo>
                <a:lnTo>
                  <a:pt x="165241" y="58275"/>
                </a:lnTo>
                <a:lnTo>
                  <a:pt x="136511" y="58275"/>
                </a:lnTo>
                <a:lnTo>
                  <a:pt x="136511" y="148014"/>
                </a:lnTo>
                <a:lnTo>
                  <a:pt x="53684" y="243477"/>
                </a:lnTo>
                <a:close/>
                <a:moveTo>
                  <a:pt x="150373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1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90" y="183154"/>
                </a:moveTo>
                <a:cubicBezTo>
                  <a:pt x="91358" y="183154"/>
                  <a:pt x="74670" y="176305"/>
                  <a:pt x="60945" y="162599"/>
                </a:cubicBezTo>
                <a:cubicBezTo>
                  <a:pt x="47220" y="148892"/>
                  <a:pt x="40362" y="132259"/>
                  <a:pt x="40362" y="112682"/>
                </a:cubicBezTo>
                <a:cubicBezTo>
                  <a:pt x="40362" y="109161"/>
                  <a:pt x="40609" y="105833"/>
                  <a:pt x="41111" y="102687"/>
                </a:cubicBezTo>
                <a:cubicBezTo>
                  <a:pt x="41614" y="99569"/>
                  <a:pt x="42465" y="96369"/>
                  <a:pt x="43663" y="93104"/>
                </a:cubicBezTo>
                <a:cubicBezTo>
                  <a:pt x="44202" y="91513"/>
                  <a:pt x="45043" y="90297"/>
                  <a:pt x="46177" y="89456"/>
                </a:cubicBezTo>
                <a:cubicBezTo>
                  <a:pt x="47302" y="88615"/>
                  <a:pt x="48545" y="88011"/>
                  <a:pt x="49881" y="87636"/>
                </a:cubicBezTo>
                <a:cubicBezTo>
                  <a:pt x="51225" y="87261"/>
                  <a:pt x="52605" y="87261"/>
                  <a:pt x="54032" y="87636"/>
                </a:cubicBezTo>
                <a:cubicBezTo>
                  <a:pt x="55458" y="88011"/>
                  <a:pt x="56757" y="88788"/>
                  <a:pt x="57927" y="89959"/>
                </a:cubicBezTo>
                <a:lnTo>
                  <a:pt x="93196" y="125008"/>
                </a:lnTo>
                <a:lnTo>
                  <a:pt x="124788" y="94832"/>
                </a:lnTo>
                <a:lnTo>
                  <a:pt x="88669" y="58595"/>
                </a:lnTo>
                <a:cubicBezTo>
                  <a:pt x="87453" y="57433"/>
                  <a:pt x="86667" y="56153"/>
                  <a:pt x="86310" y="54727"/>
                </a:cubicBezTo>
                <a:cubicBezTo>
                  <a:pt x="85954" y="53319"/>
                  <a:pt x="85972" y="51929"/>
                  <a:pt x="86347" y="50548"/>
                </a:cubicBezTo>
                <a:cubicBezTo>
                  <a:pt x="86722" y="49186"/>
                  <a:pt x="87353" y="47988"/>
                  <a:pt x="88230" y="46964"/>
                </a:cubicBezTo>
                <a:cubicBezTo>
                  <a:pt x="89108" y="45930"/>
                  <a:pt x="90306" y="45098"/>
                  <a:pt x="91815" y="44449"/>
                </a:cubicBezTo>
                <a:cubicBezTo>
                  <a:pt x="95061" y="43251"/>
                  <a:pt x="98207" y="42346"/>
                  <a:pt x="101242" y="41742"/>
                </a:cubicBezTo>
                <a:cubicBezTo>
                  <a:pt x="104278" y="41139"/>
                  <a:pt x="107524" y="40828"/>
                  <a:pt x="110953" y="40828"/>
                </a:cubicBezTo>
                <a:cubicBezTo>
                  <a:pt x="130951" y="40828"/>
                  <a:pt x="147932" y="47805"/>
                  <a:pt x="161913" y="61768"/>
                </a:cubicBezTo>
                <a:cubicBezTo>
                  <a:pt x="175931" y="75740"/>
                  <a:pt x="182935" y="92702"/>
                  <a:pt x="182935" y="112654"/>
                </a:cubicBezTo>
                <a:cubicBezTo>
                  <a:pt x="182935" y="118168"/>
                  <a:pt x="182350" y="123389"/>
                  <a:pt x="181179" y="128336"/>
                </a:cubicBezTo>
                <a:cubicBezTo>
                  <a:pt x="180000" y="133283"/>
                  <a:pt x="178418" y="138148"/>
                  <a:pt x="176433" y="142921"/>
                </a:cubicBezTo>
                <a:lnTo>
                  <a:pt x="249165" y="215597"/>
                </a:lnTo>
                <a:cubicBezTo>
                  <a:pt x="254093" y="220370"/>
                  <a:pt x="256517" y="226241"/>
                  <a:pt x="256462" y="233199"/>
                </a:cubicBezTo>
                <a:cubicBezTo>
                  <a:pt x="256398" y="240131"/>
                  <a:pt x="253801" y="246001"/>
                  <a:pt x="248662" y="250802"/>
                </a:cubicBezTo>
                <a:cubicBezTo>
                  <a:pt x="243889" y="255264"/>
                  <a:pt x="238183" y="257468"/>
                  <a:pt x="231563" y="257404"/>
                </a:cubicBezTo>
                <a:cubicBezTo>
                  <a:pt x="224961" y="257340"/>
                  <a:pt x="219255" y="254907"/>
                  <a:pt x="214436" y="250107"/>
                </a:cubicBezTo>
                <a:lnTo>
                  <a:pt x="141257" y="176653"/>
                </a:lnTo>
                <a:cubicBezTo>
                  <a:pt x="136337" y="178582"/>
                  <a:pt x="131399" y="180137"/>
                  <a:pt x="126452" y="181335"/>
                </a:cubicBezTo>
                <a:cubicBezTo>
                  <a:pt x="121505" y="182551"/>
                  <a:pt x="116339" y="183154"/>
                  <a:pt x="110953" y="183154"/>
                </a:cubicBezTo>
                <a:close/>
                <a:moveTo>
                  <a:pt x="111054" y="168890"/>
                </a:moveTo>
                <a:cubicBezTo>
                  <a:pt x="116412" y="168890"/>
                  <a:pt x="121999" y="168067"/>
                  <a:pt x="127806" y="166439"/>
                </a:cubicBezTo>
                <a:cubicBezTo>
                  <a:pt x="133612" y="164802"/>
                  <a:pt x="138788" y="162306"/>
                  <a:pt x="143332" y="158950"/>
                </a:cubicBezTo>
                <a:lnTo>
                  <a:pt x="224586" y="240204"/>
                </a:lnTo>
                <a:cubicBezTo>
                  <a:pt x="226579" y="242197"/>
                  <a:pt x="229021" y="243194"/>
                  <a:pt x="231910" y="243194"/>
                </a:cubicBezTo>
                <a:cubicBezTo>
                  <a:pt x="234800" y="243194"/>
                  <a:pt x="237205" y="242234"/>
                  <a:pt x="239106" y="240304"/>
                </a:cubicBezTo>
                <a:cubicBezTo>
                  <a:pt x="241100" y="238311"/>
                  <a:pt x="242097" y="235869"/>
                  <a:pt x="242097" y="232980"/>
                </a:cubicBezTo>
                <a:cubicBezTo>
                  <a:pt x="242097" y="230090"/>
                  <a:pt x="241100" y="227686"/>
                  <a:pt x="239106" y="225784"/>
                </a:cubicBezTo>
                <a:lnTo>
                  <a:pt x="158731" y="145472"/>
                </a:lnTo>
                <a:cubicBezTo>
                  <a:pt x="162004" y="140900"/>
                  <a:pt x="164473" y="135697"/>
                  <a:pt x="166156" y="129845"/>
                </a:cubicBezTo>
                <a:cubicBezTo>
                  <a:pt x="167829" y="124002"/>
                  <a:pt x="168670" y="118268"/>
                  <a:pt x="168670" y="112654"/>
                </a:cubicBezTo>
                <a:cubicBezTo>
                  <a:pt x="168670" y="96460"/>
                  <a:pt x="162370" y="82424"/>
                  <a:pt x="149779" y="70564"/>
                </a:cubicBezTo>
                <a:cubicBezTo>
                  <a:pt x="137178" y="58704"/>
                  <a:pt x="122200" y="53474"/>
                  <a:pt x="104827" y="54882"/>
                </a:cubicBezTo>
                <a:lnTo>
                  <a:pt x="138586" y="89017"/>
                </a:lnTo>
                <a:cubicBezTo>
                  <a:pt x="140388" y="90818"/>
                  <a:pt x="141238" y="92967"/>
                  <a:pt x="141128" y="95463"/>
                </a:cubicBezTo>
                <a:cubicBezTo>
                  <a:pt x="141028" y="97951"/>
                  <a:pt x="140077" y="100109"/>
                  <a:pt x="138276" y="101937"/>
                </a:cubicBezTo>
                <a:lnTo>
                  <a:pt x="99606" y="138806"/>
                </a:lnTo>
                <a:cubicBezTo>
                  <a:pt x="97740" y="140479"/>
                  <a:pt x="95573" y="141321"/>
                  <a:pt x="93104" y="141321"/>
                </a:cubicBezTo>
                <a:cubicBezTo>
                  <a:pt x="90626" y="141321"/>
                  <a:pt x="88560" y="140479"/>
                  <a:pt x="86877" y="138806"/>
                </a:cubicBezTo>
                <a:lnTo>
                  <a:pt x="54123" y="106244"/>
                </a:lnTo>
                <a:cubicBezTo>
                  <a:pt x="53227" y="125437"/>
                  <a:pt x="58723" y="140680"/>
                  <a:pt x="70628" y="151973"/>
                </a:cubicBezTo>
                <a:cubicBezTo>
                  <a:pt x="82534" y="163275"/>
                  <a:pt x="95994" y="168917"/>
                  <a:pt x="111017" y="168917"/>
                </a:cubicBezTo>
                <a:close/>
                <a:moveTo>
                  <a:pt x="147575" y="14823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196" y="270324"/>
                  <a:pt x="52944" y="268532"/>
                  <a:pt x="49378" y="264947"/>
                </a:cubicBezTo>
                <a:cubicBezTo>
                  <a:pt x="45821" y="261363"/>
                  <a:pt x="44028" y="257111"/>
                  <a:pt x="44010" y="252182"/>
                </a:cubicBezTo>
                <a:lnTo>
                  <a:pt x="44010" y="103976"/>
                </a:lnTo>
                <a:cubicBezTo>
                  <a:pt x="40444" y="102888"/>
                  <a:pt x="37454" y="100749"/>
                  <a:pt x="35049" y="97566"/>
                </a:cubicBezTo>
                <a:cubicBezTo>
                  <a:pt x="32635" y="94384"/>
                  <a:pt x="31437" y="90718"/>
                  <a:pt x="31437" y="86566"/>
                </a:cubicBezTo>
                <a:lnTo>
                  <a:pt x="31437" y="49570"/>
                </a:lnTo>
                <a:cubicBezTo>
                  <a:pt x="31437" y="44623"/>
                  <a:pt x="33220" y="40371"/>
                  <a:pt x="36805" y="36805"/>
                </a:cubicBezTo>
                <a:cubicBezTo>
                  <a:pt x="40389" y="33248"/>
                  <a:pt x="44641" y="31455"/>
                  <a:pt x="49570" y="31437"/>
                </a:cubicBezTo>
                <a:lnTo>
                  <a:pt x="252182" y="31437"/>
                </a:lnTo>
                <a:cubicBezTo>
                  <a:pt x="257129" y="31437"/>
                  <a:pt x="261381" y="33220"/>
                  <a:pt x="264947" y="36805"/>
                </a:cubicBezTo>
                <a:cubicBezTo>
                  <a:pt x="268504" y="40389"/>
                  <a:pt x="270297" y="44641"/>
                  <a:pt x="270324" y="49570"/>
                </a:cubicBezTo>
                <a:lnTo>
                  <a:pt x="270324" y="86566"/>
                </a:lnTo>
                <a:cubicBezTo>
                  <a:pt x="270324" y="90718"/>
                  <a:pt x="269117" y="94384"/>
                  <a:pt x="266703" y="97566"/>
                </a:cubicBezTo>
                <a:cubicBezTo>
                  <a:pt x="264298" y="100749"/>
                  <a:pt x="261308" y="102888"/>
                  <a:pt x="257751" y="103976"/>
                </a:cubicBezTo>
                <a:lnTo>
                  <a:pt x="257751" y="252182"/>
                </a:lnTo>
                <a:cubicBezTo>
                  <a:pt x="257751" y="257129"/>
                  <a:pt x="255959" y="261381"/>
                  <a:pt x="252374" y="264947"/>
                </a:cubicBezTo>
                <a:cubicBezTo>
                  <a:pt x="248790" y="268504"/>
                  <a:pt x="244538" y="270297"/>
                  <a:pt x="239609" y="270324"/>
                </a:cubicBezTo>
                <a:lnTo>
                  <a:pt x="62143" y="270324"/>
                </a:lnTo>
                <a:close/>
                <a:moveTo>
                  <a:pt x="58275" y="104699"/>
                </a:moveTo>
                <a:lnTo>
                  <a:pt x="58275" y="251588"/>
                </a:lnTo>
                <a:cubicBezTo>
                  <a:pt x="58275" y="252886"/>
                  <a:pt x="58741" y="253956"/>
                  <a:pt x="59655" y="254788"/>
                </a:cubicBezTo>
                <a:cubicBezTo>
                  <a:pt x="60579" y="255630"/>
                  <a:pt x="61731" y="256050"/>
                  <a:pt x="63112" y="256050"/>
                </a:cubicBezTo>
                <a:lnTo>
                  <a:pt x="239609" y="256050"/>
                </a:lnTo>
                <a:cubicBezTo>
                  <a:pt x="240743" y="256050"/>
                  <a:pt x="241667" y="255685"/>
                  <a:pt x="242380" y="254953"/>
                </a:cubicBezTo>
                <a:cubicBezTo>
                  <a:pt x="243084" y="254212"/>
                  <a:pt x="243459" y="253298"/>
                  <a:pt x="243477" y="252182"/>
                </a:cubicBezTo>
                <a:lnTo>
                  <a:pt x="243477" y="104699"/>
                </a:lnTo>
                <a:lnTo>
                  <a:pt x="58275" y="104699"/>
                </a:lnTo>
                <a:close/>
                <a:moveTo>
                  <a:pt x="49570" y="90434"/>
                </a:moveTo>
                <a:lnTo>
                  <a:pt x="252182" y="90434"/>
                </a:lnTo>
                <a:cubicBezTo>
                  <a:pt x="253316" y="90434"/>
                  <a:pt x="254240" y="90068"/>
                  <a:pt x="254953" y="89328"/>
                </a:cubicBezTo>
                <a:cubicBezTo>
                  <a:pt x="255657" y="88596"/>
                  <a:pt x="256032" y="87673"/>
                  <a:pt x="256050" y="86566"/>
                </a:cubicBezTo>
                <a:lnTo>
                  <a:pt x="256050" y="49570"/>
                </a:lnTo>
                <a:cubicBezTo>
                  <a:pt x="256050" y="48436"/>
                  <a:pt x="255685" y="47512"/>
                  <a:pt x="254953" y="46799"/>
                </a:cubicBezTo>
                <a:cubicBezTo>
                  <a:pt x="254212" y="46095"/>
                  <a:pt x="253298" y="45720"/>
                  <a:pt x="252182" y="45702"/>
                </a:cubicBezTo>
                <a:lnTo>
                  <a:pt x="49570" y="45702"/>
                </a:lnTo>
                <a:cubicBezTo>
                  <a:pt x="48436" y="45702"/>
                  <a:pt x="47512" y="46067"/>
                  <a:pt x="46799" y="46799"/>
                </a:cubicBezTo>
                <a:cubicBezTo>
                  <a:pt x="46095" y="47540"/>
                  <a:pt x="45720" y="48454"/>
                  <a:pt x="45702" y="49570"/>
                </a:cubicBezTo>
                <a:lnTo>
                  <a:pt x="45702" y="86566"/>
                </a:lnTo>
                <a:cubicBezTo>
                  <a:pt x="45702" y="87700"/>
                  <a:pt x="46067" y="88615"/>
                  <a:pt x="46799" y="89328"/>
                </a:cubicBezTo>
                <a:cubicBezTo>
                  <a:pt x="47540" y="90041"/>
                  <a:pt x="48454" y="90407"/>
                  <a:pt x="49570" y="90434"/>
                </a:cubicBezTo>
                <a:close/>
                <a:moveTo>
                  <a:pt x="122338" y="164299"/>
                </a:moveTo>
                <a:lnTo>
                  <a:pt x="179515" y="164299"/>
                </a:lnTo>
                <a:cubicBezTo>
                  <a:pt x="181380" y="164299"/>
                  <a:pt x="182944" y="163623"/>
                  <a:pt x="184224" y="162288"/>
                </a:cubicBezTo>
                <a:cubicBezTo>
                  <a:pt x="185504" y="160944"/>
                  <a:pt x="186144" y="159343"/>
                  <a:pt x="186144" y="157478"/>
                </a:cubicBezTo>
                <a:cubicBezTo>
                  <a:pt x="186144" y="155613"/>
                  <a:pt x="185513" y="154040"/>
                  <a:pt x="184261" y="152760"/>
                </a:cubicBezTo>
                <a:cubicBezTo>
                  <a:pt x="182981" y="151507"/>
                  <a:pt x="181408" y="150876"/>
                  <a:pt x="179542" y="150876"/>
                </a:cubicBezTo>
                <a:lnTo>
                  <a:pt x="122237" y="150876"/>
                </a:lnTo>
                <a:cubicBezTo>
                  <a:pt x="120372" y="150876"/>
                  <a:pt x="118808" y="151525"/>
                  <a:pt x="117528" y="152824"/>
                </a:cubicBezTo>
                <a:cubicBezTo>
                  <a:pt x="116248" y="154122"/>
                  <a:pt x="115608" y="155713"/>
                  <a:pt x="115608" y="157606"/>
                </a:cubicBezTo>
                <a:cubicBezTo>
                  <a:pt x="115608" y="159490"/>
                  <a:pt x="116266" y="161081"/>
                  <a:pt x="117592" y="162379"/>
                </a:cubicBezTo>
                <a:cubicBezTo>
                  <a:pt x="118909" y="163678"/>
                  <a:pt x="120500" y="164327"/>
                  <a:pt x="122365" y="164327"/>
                </a:cubicBezTo>
                <a:close/>
                <a:moveTo>
                  <a:pt x="150876" y="18039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5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655"/>
                </a:moveTo>
                <a:lnTo>
                  <a:pt x="48125" y="100840"/>
                </a:lnTo>
                <a:cubicBezTo>
                  <a:pt x="47393" y="101151"/>
                  <a:pt x="46799" y="101636"/>
                  <a:pt x="46360" y="102285"/>
                </a:cubicBezTo>
                <a:cubicBezTo>
                  <a:pt x="45921" y="102934"/>
                  <a:pt x="45702" y="103656"/>
                  <a:pt x="45702" y="104452"/>
                </a:cubicBezTo>
                <a:lnTo>
                  <a:pt x="45702" y="239609"/>
                </a:lnTo>
                <a:cubicBezTo>
                  <a:pt x="45702" y="240487"/>
                  <a:pt x="46122" y="241356"/>
                  <a:pt x="46964" y="242215"/>
                </a:cubicBezTo>
                <a:cubicBezTo>
                  <a:pt x="47796" y="243057"/>
                  <a:pt x="48664" y="243477"/>
                  <a:pt x="49570" y="243477"/>
                </a:cubicBezTo>
                <a:lnTo>
                  <a:pt x="86310" y="243477"/>
                </a:lnTo>
                <a:lnTo>
                  <a:pt x="86310" y="161026"/>
                </a:lnTo>
                <a:cubicBezTo>
                  <a:pt x="86310" y="156079"/>
                  <a:pt x="88093" y="151827"/>
                  <a:pt x="91659" y="148270"/>
                </a:cubicBezTo>
                <a:cubicBezTo>
                  <a:pt x="95244" y="144686"/>
                  <a:pt x="99496" y="142893"/>
                  <a:pt x="104415" y="142893"/>
                </a:cubicBezTo>
                <a:lnTo>
                  <a:pt x="197273" y="142893"/>
                </a:lnTo>
                <a:cubicBezTo>
                  <a:pt x="202220" y="142893"/>
                  <a:pt x="206472" y="144686"/>
                  <a:pt x="210029" y="148270"/>
                </a:cubicBezTo>
                <a:cubicBezTo>
                  <a:pt x="213595" y="151854"/>
                  <a:pt x="215378" y="156106"/>
                  <a:pt x="215378" y="161026"/>
                </a:cubicBezTo>
                <a:lnTo>
                  <a:pt x="215378" y="243477"/>
                </a:lnTo>
                <a:lnTo>
                  <a:pt x="252118" y="243477"/>
                </a:lnTo>
                <a:cubicBezTo>
                  <a:pt x="252996" y="243477"/>
                  <a:pt x="253874" y="243057"/>
                  <a:pt x="254734" y="242215"/>
                </a:cubicBezTo>
                <a:cubicBezTo>
                  <a:pt x="255566" y="241383"/>
                  <a:pt x="255986" y="240515"/>
                  <a:pt x="255986" y="239609"/>
                </a:cubicBezTo>
                <a:lnTo>
                  <a:pt x="255986" y="104452"/>
                </a:lnTo>
                <a:cubicBezTo>
                  <a:pt x="255986" y="103629"/>
                  <a:pt x="255767" y="102907"/>
                  <a:pt x="255328" y="102285"/>
                </a:cubicBezTo>
                <a:cubicBezTo>
                  <a:pt x="254889" y="101636"/>
                  <a:pt x="254304" y="101151"/>
                  <a:pt x="253563" y="100840"/>
                </a:cubicBezTo>
                <a:lnTo>
                  <a:pt x="150876" y="59655"/>
                </a:lnTo>
                <a:close/>
                <a:moveTo>
                  <a:pt x="31437" y="239609"/>
                </a:moveTo>
                <a:lnTo>
                  <a:pt x="31437" y="104635"/>
                </a:lnTo>
                <a:cubicBezTo>
                  <a:pt x="31437" y="100822"/>
                  <a:pt x="32489" y="97411"/>
                  <a:pt x="34610" y="94394"/>
                </a:cubicBezTo>
                <a:cubicBezTo>
                  <a:pt x="36722" y="91376"/>
                  <a:pt x="39484" y="89136"/>
                  <a:pt x="42876" y="87664"/>
                </a:cubicBezTo>
                <a:lnTo>
                  <a:pt x="144183" y="47210"/>
                </a:lnTo>
                <a:cubicBezTo>
                  <a:pt x="146405" y="46250"/>
                  <a:pt x="148627" y="45766"/>
                  <a:pt x="150849" y="45766"/>
                </a:cubicBezTo>
                <a:cubicBezTo>
                  <a:pt x="153061" y="45766"/>
                  <a:pt x="155283" y="46250"/>
                  <a:pt x="157505" y="47210"/>
                </a:cubicBezTo>
                <a:lnTo>
                  <a:pt x="258812" y="87664"/>
                </a:lnTo>
                <a:cubicBezTo>
                  <a:pt x="262186" y="89108"/>
                  <a:pt x="264947" y="91358"/>
                  <a:pt x="267078" y="94394"/>
                </a:cubicBezTo>
                <a:cubicBezTo>
                  <a:pt x="269218" y="97429"/>
                  <a:pt x="270297" y="100849"/>
                  <a:pt x="270324" y="104635"/>
                </a:cubicBezTo>
                <a:lnTo>
                  <a:pt x="270324" y="239609"/>
                </a:lnTo>
                <a:cubicBezTo>
                  <a:pt x="270324" y="244556"/>
                  <a:pt x="268532" y="248808"/>
                  <a:pt x="264947" y="252374"/>
                </a:cubicBezTo>
                <a:cubicBezTo>
                  <a:pt x="261363" y="255931"/>
                  <a:pt x="257111" y="257724"/>
                  <a:pt x="252182" y="257751"/>
                </a:cubicBezTo>
                <a:lnTo>
                  <a:pt x="201168" y="257751"/>
                </a:lnTo>
                <a:lnTo>
                  <a:pt x="201168" y="161026"/>
                </a:lnTo>
                <a:cubicBezTo>
                  <a:pt x="201168" y="159901"/>
                  <a:pt x="200802" y="158978"/>
                  <a:pt x="200071" y="158264"/>
                </a:cubicBezTo>
                <a:cubicBezTo>
                  <a:pt x="199330" y="157551"/>
                  <a:pt x="198416" y="157185"/>
                  <a:pt x="197300" y="157167"/>
                </a:cubicBezTo>
                <a:lnTo>
                  <a:pt x="104452" y="157167"/>
                </a:lnTo>
                <a:cubicBezTo>
                  <a:pt x="103318" y="157167"/>
                  <a:pt x="102395" y="157533"/>
                  <a:pt x="101681" y="158264"/>
                </a:cubicBezTo>
                <a:cubicBezTo>
                  <a:pt x="100968" y="158996"/>
                  <a:pt x="100602" y="159919"/>
                  <a:pt x="100584" y="161026"/>
                </a:cubicBezTo>
                <a:lnTo>
                  <a:pt x="100584" y="257751"/>
                </a:lnTo>
                <a:lnTo>
                  <a:pt x="49570" y="257751"/>
                </a:lnTo>
                <a:cubicBezTo>
                  <a:pt x="44623" y="257751"/>
                  <a:pt x="40371" y="255959"/>
                  <a:pt x="36805" y="252374"/>
                </a:cubicBezTo>
                <a:cubicBezTo>
                  <a:pt x="33248" y="248790"/>
                  <a:pt x="31455" y="244538"/>
                  <a:pt x="31437" y="239609"/>
                </a:cubicBezTo>
                <a:close/>
                <a:moveTo>
                  <a:pt x="118973" y="257751"/>
                </a:moveTo>
                <a:lnTo>
                  <a:pt x="118973" y="240085"/>
                </a:lnTo>
                <a:lnTo>
                  <a:pt x="136639" y="240085"/>
                </a:lnTo>
                <a:lnTo>
                  <a:pt x="136639" y="257751"/>
                </a:lnTo>
                <a:lnTo>
                  <a:pt x="118973" y="257751"/>
                </a:lnTo>
                <a:close/>
                <a:moveTo>
                  <a:pt x="142079" y="220032"/>
                </a:moveTo>
                <a:lnTo>
                  <a:pt x="142079" y="202366"/>
                </a:lnTo>
                <a:lnTo>
                  <a:pt x="159737" y="202366"/>
                </a:lnTo>
                <a:lnTo>
                  <a:pt x="159737" y="220032"/>
                </a:lnTo>
                <a:lnTo>
                  <a:pt x="142079" y="220032"/>
                </a:lnTo>
                <a:close/>
                <a:moveTo>
                  <a:pt x="165177" y="257751"/>
                </a:moveTo>
                <a:lnTo>
                  <a:pt x="165177" y="240085"/>
                </a:lnTo>
                <a:lnTo>
                  <a:pt x="182843" y="240085"/>
                </a:lnTo>
                <a:lnTo>
                  <a:pt x="182843" y="257751"/>
                </a:lnTo>
                <a:lnTo>
                  <a:pt x="165177" y="25775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7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199" y="235522"/>
                </a:moveTo>
                <a:cubicBezTo>
                  <a:pt x="38414" y="228737"/>
                  <a:pt x="35012" y="220489"/>
                  <a:pt x="35012" y="210787"/>
                </a:cubicBezTo>
                <a:lnTo>
                  <a:pt x="25996" y="210787"/>
                </a:lnTo>
                <a:cubicBezTo>
                  <a:pt x="23418" y="210787"/>
                  <a:pt x="21260" y="209919"/>
                  <a:pt x="19522" y="208181"/>
                </a:cubicBezTo>
                <a:cubicBezTo>
                  <a:pt x="17776" y="206435"/>
                  <a:pt x="16907" y="204277"/>
                  <a:pt x="16907" y="201698"/>
                </a:cubicBezTo>
                <a:lnTo>
                  <a:pt x="16907" y="74679"/>
                </a:lnTo>
                <a:cubicBezTo>
                  <a:pt x="16907" y="69741"/>
                  <a:pt x="18690" y="65480"/>
                  <a:pt x="22256" y="61923"/>
                </a:cubicBezTo>
                <a:cubicBezTo>
                  <a:pt x="25841" y="58357"/>
                  <a:pt x="30102" y="56583"/>
                  <a:pt x="35049" y="56583"/>
                </a:cubicBezTo>
                <a:lnTo>
                  <a:pt x="192490" y="56583"/>
                </a:lnTo>
                <a:cubicBezTo>
                  <a:pt x="197419" y="56583"/>
                  <a:pt x="201671" y="58366"/>
                  <a:pt x="205255" y="61951"/>
                </a:cubicBezTo>
                <a:cubicBezTo>
                  <a:pt x="208840" y="65535"/>
                  <a:pt x="210632" y="69787"/>
                  <a:pt x="210632" y="74716"/>
                </a:cubicBezTo>
                <a:lnTo>
                  <a:pt x="210632" y="106052"/>
                </a:lnTo>
                <a:lnTo>
                  <a:pt x="231435" y="106052"/>
                </a:lnTo>
                <a:cubicBezTo>
                  <a:pt x="234370" y="106052"/>
                  <a:pt x="237095" y="106692"/>
                  <a:pt x="239609" y="107972"/>
                </a:cubicBezTo>
                <a:cubicBezTo>
                  <a:pt x="242142" y="109253"/>
                  <a:pt x="244245" y="111045"/>
                  <a:pt x="245900" y="113349"/>
                </a:cubicBezTo>
                <a:lnTo>
                  <a:pt x="283053" y="162855"/>
                </a:lnTo>
                <a:cubicBezTo>
                  <a:pt x="283592" y="163604"/>
                  <a:pt x="284022" y="164446"/>
                  <a:pt x="284342" y="165369"/>
                </a:cubicBezTo>
                <a:cubicBezTo>
                  <a:pt x="284653" y="166265"/>
                  <a:pt x="284808" y="167244"/>
                  <a:pt x="284808" y="168286"/>
                </a:cubicBezTo>
                <a:lnTo>
                  <a:pt x="284808" y="201762"/>
                </a:lnTo>
                <a:cubicBezTo>
                  <a:pt x="284808" y="204341"/>
                  <a:pt x="283939" y="206499"/>
                  <a:pt x="282202" y="208236"/>
                </a:cubicBezTo>
                <a:cubicBezTo>
                  <a:pt x="280465" y="209983"/>
                  <a:pt x="278307" y="210851"/>
                  <a:pt x="275728" y="210851"/>
                </a:cubicBezTo>
                <a:lnTo>
                  <a:pt x="264161" y="210851"/>
                </a:lnTo>
                <a:cubicBezTo>
                  <a:pt x="264161" y="220535"/>
                  <a:pt x="260769" y="228765"/>
                  <a:pt x="253975" y="235559"/>
                </a:cubicBezTo>
                <a:cubicBezTo>
                  <a:pt x="247190" y="242362"/>
                  <a:pt x="238942" y="245772"/>
                  <a:pt x="229240" y="245772"/>
                </a:cubicBezTo>
                <a:cubicBezTo>
                  <a:pt x="219602" y="245772"/>
                  <a:pt x="211391" y="242380"/>
                  <a:pt x="204624" y="235586"/>
                </a:cubicBezTo>
                <a:cubicBezTo>
                  <a:pt x="197840" y="228801"/>
                  <a:pt x="194438" y="220553"/>
                  <a:pt x="194438" y="210851"/>
                </a:cubicBezTo>
                <a:lnTo>
                  <a:pt x="104699" y="210851"/>
                </a:lnTo>
                <a:cubicBezTo>
                  <a:pt x="104699" y="220553"/>
                  <a:pt x="101297" y="228801"/>
                  <a:pt x="94485" y="235586"/>
                </a:cubicBezTo>
                <a:cubicBezTo>
                  <a:pt x="87673" y="242380"/>
                  <a:pt x="79452" y="245772"/>
                  <a:pt x="69814" y="245772"/>
                </a:cubicBezTo>
                <a:cubicBezTo>
                  <a:pt x="60177" y="245772"/>
                  <a:pt x="51965" y="242380"/>
                  <a:pt x="45199" y="235586"/>
                </a:cubicBezTo>
                <a:close/>
                <a:moveTo>
                  <a:pt x="84463" y="225436"/>
                </a:moveTo>
                <a:cubicBezTo>
                  <a:pt x="88459" y="221431"/>
                  <a:pt x="90462" y="216566"/>
                  <a:pt x="90462" y="210851"/>
                </a:cubicBezTo>
                <a:cubicBezTo>
                  <a:pt x="90462" y="205127"/>
                  <a:pt x="88459" y="200263"/>
                  <a:pt x="84463" y="196267"/>
                </a:cubicBezTo>
                <a:cubicBezTo>
                  <a:pt x="80458" y="192262"/>
                  <a:pt x="75593" y="190259"/>
                  <a:pt x="69878" y="190259"/>
                </a:cubicBezTo>
                <a:cubicBezTo>
                  <a:pt x="64154" y="190259"/>
                  <a:pt x="59290" y="192262"/>
                  <a:pt x="55294" y="196267"/>
                </a:cubicBezTo>
                <a:cubicBezTo>
                  <a:pt x="51289" y="200263"/>
                  <a:pt x="49286" y="205127"/>
                  <a:pt x="49286" y="210851"/>
                </a:cubicBezTo>
                <a:cubicBezTo>
                  <a:pt x="49286" y="216566"/>
                  <a:pt x="51289" y="221431"/>
                  <a:pt x="55294" y="225436"/>
                </a:cubicBezTo>
                <a:cubicBezTo>
                  <a:pt x="59290" y="229432"/>
                  <a:pt x="64154" y="231435"/>
                  <a:pt x="69878" y="231435"/>
                </a:cubicBezTo>
                <a:cubicBezTo>
                  <a:pt x="75593" y="231435"/>
                  <a:pt x="80458" y="229432"/>
                  <a:pt x="84463" y="225436"/>
                </a:cubicBezTo>
                <a:close/>
                <a:moveTo>
                  <a:pt x="31181" y="196514"/>
                </a:moveTo>
                <a:lnTo>
                  <a:pt x="37975" y="196514"/>
                </a:lnTo>
                <a:cubicBezTo>
                  <a:pt x="40654" y="190543"/>
                  <a:pt x="44842" y="185596"/>
                  <a:pt x="50548" y="181682"/>
                </a:cubicBezTo>
                <a:cubicBezTo>
                  <a:pt x="56245" y="177759"/>
                  <a:pt x="62600" y="175803"/>
                  <a:pt x="69622" y="175803"/>
                </a:cubicBezTo>
                <a:cubicBezTo>
                  <a:pt x="76471" y="175803"/>
                  <a:pt x="82826" y="177769"/>
                  <a:pt x="88669" y="181710"/>
                </a:cubicBezTo>
                <a:cubicBezTo>
                  <a:pt x="94494" y="185651"/>
                  <a:pt x="98746" y="190588"/>
                  <a:pt x="101434" y="196514"/>
                </a:cubicBezTo>
                <a:lnTo>
                  <a:pt x="196395" y="196514"/>
                </a:lnTo>
                <a:lnTo>
                  <a:pt x="196395" y="74716"/>
                </a:lnTo>
                <a:cubicBezTo>
                  <a:pt x="196395" y="73582"/>
                  <a:pt x="196011" y="72658"/>
                  <a:pt x="195261" y="71945"/>
                </a:cubicBezTo>
                <a:cubicBezTo>
                  <a:pt x="194484" y="71213"/>
                  <a:pt x="193569" y="70848"/>
                  <a:pt x="192527" y="70848"/>
                </a:cubicBezTo>
                <a:lnTo>
                  <a:pt x="35049" y="70848"/>
                </a:lnTo>
                <a:cubicBezTo>
                  <a:pt x="34080" y="70848"/>
                  <a:pt x="33193" y="71250"/>
                  <a:pt x="32379" y="72046"/>
                </a:cubicBezTo>
                <a:cubicBezTo>
                  <a:pt x="31556" y="72859"/>
                  <a:pt x="31154" y="73756"/>
                  <a:pt x="31154" y="74716"/>
                </a:cubicBezTo>
                <a:lnTo>
                  <a:pt x="31154" y="196514"/>
                </a:lnTo>
                <a:close/>
                <a:moveTo>
                  <a:pt x="243916" y="225436"/>
                </a:moveTo>
                <a:cubicBezTo>
                  <a:pt x="247921" y="221431"/>
                  <a:pt x="249924" y="216566"/>
                  <a:pt x="249924" y="210851"/>
                </a:cubicBezTo>
                <a:cubicBezTo>
                  <a:pt x="249924" y="205127"/>
                  <a:pt x="247921" y="200263"/>
                  <a:pt x="243916" y="196267"/>
                </a:cubicBezTo>
                <a:cubicBezTo>
                  <a:pt x="239911" y="192262"/>
                  <a:pt x="235056" y="190259"/>
                  <a:pt x="229332" y="190259"/>
                </a:cubicBezTo>
                <a:cubicBezTo>
                  <a:pt x="223607" y="190259"/>
                  <a:pt x="218752" y="192262"/>
                  <a:pt x="214747" y="196267"/>
                </a:cubicBezTo>
                <a:cubicBezTo>
                  <a:pt x="210742" y="200263"/>
                  <a:pt x="208739" y="205127"/>
                  <a:pt x="208739" y="210851"/>
                </a:cubicBezTo>
                <a:cubicBezTo>
                  <a:pt x="208739" y="216566"/>
                  <a:pt x="210742" y="221431"/>
                  <a:pt x="214747" y="225436"/>
                </a:cubicBezTo>
                <a:cubicBezTo>
                  <a:pt x="218752" y="229432"/>
                  <a:pt x="223607" y="231435"/>
                  <a:pt x="229332" y="231435"/>
                </a:cubicBezTo>
                <a:cubicBezTo>
                  <a:pt x="235056" y="231435"/>
                  <a:pt x="239911" y="229432"/>
                  <a:pt x="243916" y="225436"/>
                </a:cubicBezTo>
                <a:close/>
                <a:moveTo>
                  <a:pt x="210632" y="169987"/>
                </a:moveTo>
                <a:lnTo>
                  <a:pt x="270662" y="169987"/>
                </a:lnTo>
                <a:lnTo>
                  <a:pt x="234333" y="121899"/>
                </a:lnTo>
                <a:cubicBezTo>
                  <a:pt x="234013" y="121414"/>
                  <a:pt x="233574" y="121039"/>
                  <a:pt x="233007" y="120765"/>
                </a:cubicBezTo>
                <a:cubicBezTo>
                  <a:pt x="232440" y="120472"/>
                  <a:pt x="231837" y="120326"/>
                  <a:pt x="231188" y="120326"/>
                </a:cubicBezTo>
                <a:lnTo>
                  <a:pt x="210632" y="120326"/>
                </a:lnTo>
                <a:lnTo>
                  <a:pt x="210632" y="169987"/>
                </a:lnTo>
                <a:close/>
                <a:moveTo>
                  <a:pt x="113879" y="13358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49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99"/>
                </a:lnTo>
                <a:lnTo>
                  <a:pt x="158008" y="252749"/>
                </a:lnTo>
                <a:close/>
                <a:moveTo>
                  <a:pt x="141823" y="268029"/>
                </a:moveTo>
                <a:lnTo>
                  <a:pt x="53090" y="216786"/>
                </a:lnTo>
                <a:cubicBezTo>
                  <a:pt x="50237" y="215195"/>
                  <a:pt x="48015" y="212973"/>
                  <a:pt x="46424" y="210129"/>
                </a:cubicBezTo>
                <a:cubicBezTo>
                  <a:pt x="44833" y="207276"/>
                  <a:pt x="44038" y="204250"/>
                  <a:pt x="44038" y="201040"/>
                </a:cubicBezTo>
                <a:lnTo>
                  <a:pt x="44038" y="100712"/>
                </a:lnTo>
                <a:cubicBezTo>
                  <a:pt x="44038" y="97521"/>
                  <a:pt x="44833" y="94494"/>
                  <a:pt x="46424" y="91623"/>
                </a:cubicBezTo>
                <a:cubicBezTo>
                  <a:pt x="48015" y="88779"/>
                  <a:pt x="50237" y="86557"/>
                  <a:pt x="53090" y="84966"/>
                </a:cubicBezTo>
                <a:lnTo>
                  <a:pt x="141823" y="33723"/>
                </a:lnTo>
                <a:cubicBezTo>
                  <a:pt x="144676" y="32132"/>
                  <a:pt x="147703" y="31336"/>
                  <a:pt x="150903" y="31336"/>
                </a:cubicBezTo>
                <a:cubicBezTo>
                  <a:pt x="154095" y="31336"/>
                  <a:pt x="157121" y="32132"/>
                  <a:pt x="159993" y="33723"/>
                </a:cubicBezTo>
                <a:lnTo>
                  <a:pt x="248726" y="84966"/>
                </a:lnTo>
                <a:cubicBezTo>
                  <a:pt x="251579" y="86557"/>
                  <a:pt x="253801" y="88779"/>
                  <a:pt x="255392" y="91623"/>
                </a:cubicBezTo>
                <a:cubicBezTo>
                  <a:pt x="256983" y="94476"/>
                  <a:pt x="257779" y="97502"/>
                  <a:pt x="257779" y="100712"/>
                </a:cubicBezTo>
                <a:lnTo>
                  <a:pt x="257779" y="201040"/>
                </a:lnTo>
                <a:cubicBezTo>
                  <a:pt x="257779" y="204231"/>
                  <a:pt x="256983" y="207258"/>
                  <a:pt x="255392" y="210129"/>
                </a:cubicBezTo>
                <a:cubicBezTo>
                  <a:pt x="253801" y="212973"/>
                  <a:pt x="251579" y="215195"/>
                  <a:pt x="248726" y="216786"/>
                </a:cubicBezTo>
                <a:lnTo>
                  <a:pt x="159993" y="268029"/>
                </a:lnTo>
                <a:cubicBezTo>
                  <a:pt x="157140" y="269620"/>
                  <a:pt x="154113" y="270416"/>
                  <a:pt x="150903" y="270416"/>
                </a:cubicBezTo>
                <a:cubicBezTo>
                  <a:pt x="147721" y="270416"/>
                  <a:pt x="144695" y="269620"/>
                  <a:pt x="141823" y="268029"/>
                </a:cubicBezTo>
                <a:close/>
                <a:moveTo>
                  <a:pt x="200254" y="11400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116111" y="64968"/>
                </a:lnTo>
                <a:lnTo>
                  <a:pt x="200190" y="113971"/>
                </a:lnTo>
                <a:close/>
                <a:moveTo>
                  <a:pt x="150876" y="142857"/>
                </a:moveTo>
                <a:lnTo>
                  <a:pt x="186108" y="122237"/>
                </a:lnTo>
                <a:lnTo>
                  <a:pt x="101590" y="73454"/>
                </a:lnTo>
                <a:lnTo>
                  <a:pt x="66358" y="93763"/>
                </a:lnTo>
                <a:lnTo>
                  <a:pt x="150876" y="14285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1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362" y="257751"/>
                  <a:pt x="94924" y="253444"/>
                  <a:pt x="74560" y="244831"/>
                </a:cubicBezTo>
                <a:cubicBezTo>
                  <a:pt x="54187" y="236217"/>
                  <a:pt x="44010" y="225445"/>
                  <a:pt x="44010" y="212516"/>
                </a:cubicBezTo>
                <a:lnTo>
                  <a:pt x="44010" y="88011"/>
                </a:lnTo>
                <a:cubicBezTo>
                  <a:pt x="44010" y="75877"/>
                  <a:pt x="54434" y="65508"/>
                  <a:pt x="75283" y="56894"/>
                </a:cubicBezTo>
                <a:cubicBezTo>
                  <a:pt x="96149" y="48299"/>
                  <a:pt x="121350" y="44010"/>
                  <a:pt x="150876" y="44010"/>
                </a:cubicBezTo>
                <a:cubicBezTo>
                  <a:pt x="180402" y="44010"/>
                  <a:pt x="205603" y="48299"/>
                  <a:pt x="226469" y="56894"/>
                </a:cubicBezTo>
                <a:cubicBezTo>
                  <a:pt x="247318" y="65508"/>
                  <a:pt x="257751" y="75877"/>
                  <a:pt x="257751" y="88011"/>
                </a:cubicBezTo>
                <a:lnTo>
                  <a:pt x="257751" y="212516"/>
                </a:lnTo>
                <a:cubicBezTo>
                  <a:pt x="257751" y="225427"/>
                  <a:pt x="247565" y="236180"/>
                  <a:pt x="227192" y="244794"/>
                </a:cubicBezTo>
                <a:cubicBezTo>
                  <a:pt x="206828" y="253426"/>
                  <a:pt x="181390" y="257751"/>
                  <a:pt x="150876" y="257751"/>
                </a:cubicBezTo>
                <a:close/>
                <a:moveTo>
                  <a:pt x="150876" y="110514"/>
                </a:moveTo>
                <a:cubicBezTo>
                  <a:pt x="168734" y="110514"/>
                  <a:pt x="187004" y="107853"/>
                  <a:pt x="205694" y="102532"/>
                </a:cubicBezTo>
                <a:cubicBezTo>
                  <a:pt x="224385" y="97210"/>
                  <a:pt x="236327" y="91221"/>
                  <a:pt x="241530" y="84555"/>
                </a:cubicBezTo>
                <a:cubicBezTo>
                  <a:pt x="236180" y="77934"/>
                  <a:pt x="224220" y="71890"/>
                  <a:pt x="205630" y="66413"/>
                </a:cubicBezTo>
                <a:cubicBezTo>
                  <a:pt x="187022" y="60972"/>
                  <a:pt x="168771" y="58247"/>
                  <a:pt x="150876" y="58247"/>
                </a:cubicBezTo>
                <a:cubicBezTo>
                  <a:pt x="132689" y="58247"/>
                  <a:pt x="114300" y="60862"/>
                  <a:pt x="95710" y="66102"/>
                </a:cubicBezTo>
                <a:cubicBezTo>
                  <a:pt x="77148" y="71341"/>
                  <a:pt x="65169" y="77322"/>
                  <a:pt x="59783" y="84052"/>
                </a:cubicBezTo>
                <a:cubicBezTo>
                  <a:pt x="65087" y="91129"/>
                  <a:pt x="76892" y="97320"/>
                  <a:pt x="95207" y="102596"/>
                </a:cubicBezTo>
                <a:cubicBezTo>
                  <a:pt x="113523" y="107853"/>
                  <a:pt x="132067" y="110487"/>
                  <a:pt x="150849" y="110487"/>
                </a:cubicBezTo>
                <a:close/>
                <a:moveTo>
                  <a:pt x="150684" y="176936"/>
                </a:moveTo>
                <a:cubicBezTo>
                  <a:pt x="159407" y="176936"/>
                  <a:pt x="168122" y="176461"/>
                  <a:pt x="176836" y="175519"/>
                </a:cubicBezTo>
                <a:cubicBezTo>
                  <a:pt x="185559" y="174577"/>
                  <a:pt x="193889" y="173178"/>
                  <a:pt x="201826" y="171340"/>
                </a:cubicBezTo>
                <a:cubicBezTo>
                  <a:pt x="209773" y="169493"/>
                  <a:pt x="217316" y="167235"/>
                  <a:pt x="224458" y="164546"/>
                </a:cubicBezTo>
                <a:cubicBezTo>
                  <a:pt x="231581" y="161867"/>
                  <a:pt x="237927" y="158895"/>
                  <a:pt x="243477" y="155622"/>
                </a:cubicBezTo>
                <a:lnTo>
                  <a:pt x="243477" y="102907"/>
                </a:lnTo>
                <a:cubicBezTo>
                  <a:pt x="237717" y="106262"/>
                  <a:pt x="231288" y="109280"/>
                  <a:pt x="224211" y="111959"/>
                </a:cubicBezTo>
                <a:cubicBezTo>
                  <a:pt x="217106" y="114647"/>
                  <a:pt x="209526" y="116906"/>
                  <a:pt x="201479" y="118753"/>
                </a:cubicBezTo>
                <a:cubicBezTo>
                  <a:pt x="193432" y="120600"/>
                  <a:pt x="185139" y="122018"/>
                  <a:pt x="176589" y="123023"/>
                </a:cubicBezTo>
                <a:cubicBezTo>
                  <a:pt x="168039" y="124029"/>
                  <a:pt x="159407" y="124532"/>
                  <a:pt x="150684" y="124532"/>
                </a:cubicBezTo>
                <a:cubicBezTo>
                  <a:pt x="141805" y="124532"/>
                  <a:pt x="132981" y="124011"/>
                  <a:pt x="124221" y="122969"/>
                </a:cubicBezTo>
                <a:cubicBezTo>
                  <a:pt x="115461" y="121917"/>
                  <a:pt x="107113" y="120472"/>
                  <a:pt x="99167" y="118625"/>
                </a:cubicBezTo>
                <a:cubicBezTo>
                  <a:pt x="91230" y="116778"/>
                  <a:pt x="83777" y="114538"/>
                  <a:pt x="76819" y="111904"/>
                </a:cubicBezTo>
                <a:cubicBezTo>
                  <a:pt x="69888" y="109262"/>
                  <a:pt x="63706" y="106262"/>
                  <a:pt x="58275" y="102907"/>
                </a:cubicBezTo>
                <a:lnTo>
                  <a:pt x="58275" y="155622"/>
                </a:lnTo>
                <a:cubicBezTo>
                  <a:pt x="63624" y="158895"/>
                  <a:pt x="69750" y="161849"/>
                  <a:pt x="76663" y="164482"/>
                </a:cubicBezTo>
                <a:cubicBezTo>
                  <a:pt x="83576" y="167125"/>
                  <a:pt x="91019" y="169393"/>
                  <a:pt x="98984" y="171276"/>
                </a:cubicBezTo>
                <a:cubicBezTo>
                  <a:pt x="106921" y="173160"/>
                  <a:pt x="115251" y="174577"/>
                  <a:pt x="123974" y="175519"/>
                </a:cubicBezTo>
                <a:cubicBezTo>
                  <a:pt x="132689" y="176461"/>
                  <a:pt x="141595" y="176936"/>
                  <a:pt x="150684" y="176936"/>
                </a:cubicBezTo>
                <a:close/>
                <a:moveTo>
                  <a:pt x="150876" y="243477"/>
                </a:moveTo>
                <a:cubicBezTo>
                  <a:pt x="161419" y="243477"/>
                  <a:pt x="171871" y="242691"/>
                  <a:pt x="182249" y="241118"/>
                </a:cubicBezTo>
                <a:cubicBezTo>
                  <a:pt x="192618" y="239545"/>
                  <a:pt x="202028" y="237406"/>
                  <a:pt x="210477" y="234708"/>
                </a:cubicBezTo>
                <a:cubicBezTo>
                  <a:pt x="218935" y="232020"/>
                  <a:pt x="226113" y="228929"/>
                  <a:pt x="232002" y="225436"/>
                </a:cubicBezTo>
                <a:cubicBezTo>
                  <a:pt x="237909" y="221952"/>
                  <a:pt x="241740" y="218286"/>
                  <a:pt x="243477" y="214436"/>
                </a:cubicBezTo>
                <a:lnTo>
                  <a:pt x="243477" y="170051"/>
                </a:lnTo>
                <a:cubicBezTo>
                  <a:pt x="237927" y="173407"/>
                  <a:pt x="231581" y="176369"/>
                  <a:pt x="224458" y="178948"/>
                </a:cubicBezTo>
                <a:cubicBezTo>
                  <a:pt x="217335" y="181527"/>
                  <a:pt x="209791" y="183730"/>
                  <a:pt x="201826" y="185577"/>
                </a:cubicBezTo>
                <a:cubicBezTo>
                  <a:pt x="193889" y="187425"/>
                  <a:pt x="185587" y="188814"/>
                  <a:pt x="176936" y="189756"/>
                </a:cubicBezTo>
                <a:cubicBezTo>
                  <a:pt x="168277" y="190698"/>
                  <a:pt x="159526" y="191174"/>
                  <a:pt x="150684" y="191174"/>
                </a:cubicBezTo>
                <a:cubicBezTo>
                  <a:pt x="141595" y="191174"/>
                  <a:pt x="132689" y="190698"/>
                  <a:pt x="123965" y="189756"/>
                </a:cubicBezTo>
                <a:cubicBezTo>
                  <a:pt x="115251" y="188814"/>
                  <a:pt x="106921" y="187425"/>
                  <a:pt x="98984" y="185577"/>
                </a:cubicBezTo>
                <a:cubicBezTo>
                  <a:pt x="91038" y="183730"/>
                  <a:pt x="83622" y="181499"/>
                  <a:pt x="76727" y="178884"/>
                </a:cubicBezTo>
                <a:cubicBezTo>
                  <a:pt x="69833" y="176260"/>
                  <a:pt x="63679" y="173315"/>
                  <a:pt x="58275" y="170051"/>
                </a:cubicBezTo>
                <a:lnTo>
                  <a:pt x="58275" y="214619"/>
                </a:lnTo>
                <a:cubicBezTo>
                  <a:pt x="59893" y="218414"/>
                  <a:pt x="63606" y="222071"/>
                  <a:pt x="69430" y="225592"/>
                </a:cubicBezTo>
                <a:cubicBezTo>
                  <a:pt x="75283" y="229094"/>
                  <a:pt x="82461" y="232157"/>
                  <a:pt x="90965" y="234800"/>
                </a:cubicBezTo>
                <a:cubicBezTo>
                  <a:pt x="99496" y="237424"/>
                  <a:pt x="108942" y="239527"/>
                  <a:pt x="119320" y="241118"/>
                </a:cubicBezTo>
                <a:cubicBezTo>
                  <a:pt x="129689" y="242691"/>
                  <a:pt x="140214" y="243477"/>
                  <a:pt x="150876" y="24347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3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617" y="245178"/>
                </a:moveTo>
                <a:cubicBezTo>
                  <a:pt x="62710" y="245178"/>
                  <a:pt x="48353" y="239253"/>
                  <a:pt x="36558" y="227411"/>
                </a:cubicBezTo>
                <a:cubicBezTo>
                  <a:pt x="24762" y="215579"/>
                  <a:pt x="18864" y="201195"/>
                  <a:pt x="18864" y="184288"/>
                </a:cubicBezTo>
                <a:cubicBezTo>
                  <a:pt x="18864" y="168908"/>
                  <a:pt x="24012" y="155384"/>
                  <a:pt x="34327" y="143707"/>
                </a:cubicBezTo>
                <a:cubicBezTo>
                  <a:pt x="44632" y="132039"/>
                  <a:pt x="57497" y="125465"/>
                  <a:pt x="72923" y="124002"/>
                </a:cubicBezTo>
                <a:cubicBezTo>
                  <a:pt x="76151" y="104470"/>
                  <a:pt x="85131" y="88386"/>
                  <a:pt x="99862" y="75749"/>
                </a:cubicBezTo>
                <a:cubicBezTo>
                  <a:pt x="114593" y="63121"/>
                  <a:pt x="131765" y="56803"/>
                  <a:pt x="151379" y="56803"/>
                </a:cubicBezTo>
                <a:cubicBezTo>
                  <a:pt x="173315" y="56803"/>
                  <a:pt x="191878" y="64730"/>
                  <a:pt x="207048" y="80595"/>
                </a:cubicBezTo>
                <a:cubicBezTo>
                  <a:pt x="222217" y="96460"/>
                  <a:pt x="229807" y="115525"/>
                  <a:pt x="229807" y="137800"/>
                </a:cubicBezTo>
                <a:lnTo>
                  <a:pt x="229807" y="149715"/>
                </a:lnTo>
                <a:lnTo>
                  <a:pt x="233666" y="149715"/>
                </a:lnTo>
                <a:cubicBezTo>
                  <a:pt x="247391" y="149212"/>
                  <a:pt x="259022" y="153537"/>
                  <a:pt x="268559" y="162699"/>
                </a:cubicBezTo>
                <a:cubicBezTo>
                  <a:pt x="278115" y="171834"/>
                  <a:pt x="282897" y="183392"/>
                  <a:pt x="282897" y="197364"/>
                </a:cubicBezTo>
                <a:cubicBezTo>
                  <a:pt x="282897" y="210458"/>
                  <a:pt x="278197" y="221705"/>
                  <a:pt x="268815" y="231096"/>
                </a:cubicBezTo>
                <a:cubicBezTo>
                  <a:pt x="259424" y="240478"/>
                  <a:pt x="248177" y="245178"/>
                  <a:pt x="235083" y="245178"/>
                </a:cubicBezTo>
                <a:lnTo>
                  <a:pt x="79617" y="245178"/>
                </a:lnTo>
                <a:close/>
                <a:moveTo>
                  <a:pt x="79617" y="230904"/>
                </a:moveTo>
                <a:lnTo>
                  <a:pt x="235083" y="230904"/>
                </a:lnTo>
                <a:cubicBezTo>
                  <a:pt x="244346" y="230904"/>
                  <a:pt x="252256" y="227631"/>
                  <a:pt x="258812" y="221093"/>
                </a:cubicBezTo>
                <a:cubicBezTo>
                  <a:pt x="265350" y="214555"/>
                  <a:pt x="268623" y="206673"/>
                  <a:pt x="268623" y="197428"/>
                </a:cubicBezTo>
                <a:cubicBezTo>
                  <a:pt x="268623" y="188211"/>
                  <a:pt x="265350" y="180320"/>
                  <a:pt x="258812" y="173763"/>
                </a:cubicBezTo>
                <a:cubicBezTo>
                  <a:pt x="252274" y="167225"/>
                  <a:pt x="244364" y="163952"/>
                  <a:pt x="235083" y="163952"/>
                </a:cubicBezTo>
                <a:lnTo>
                  <a:pt x="215533" y="163952"/>
                </a:lnTo>
                <a:lnTo>
                  <a:pt x="215533" y="137800"/>
                </a:lnTo>
                <a:cubicBezTo>
                  <a:pt x="215533" y="119210"/>
                  <a:pt x="209224" y="103446"/>
                  <a:pt x="196614" y="90498"/>
                </a:cubicBezTo>
                <a:cubicBezTo>
                  <a:pt x="183977" y="77523"/>
                  <a:pt x="168560" y="71040"/>
                  <a:pt x="150373" y="71040"/>
                </a:cubicBezTo>
                <a:cubicBezTo>
                  <a:pt x="132250" y="71040"/>
                  <a:pt x="116824" y="77523"/>
                  <a:pt x="104104" y="90498"/>
                </a:cubicBezTo>
                <a:cubicBezTo>
                  <a:pt x="91385" y="103446"/>
                  <a:pt x="85021" y="119210"/>
                  <a:pt x="85021" y="137800"/>
                </a:cubicBezTo>
                <a:lnTo>
                  <a:pt x="78931" y="137800"/>
                </a:lnTo>
                <a:cubicBezTo>
                  <a:pt x="66166" y="137800"/>
                  <a:pt x="55339" y="142299"/>
                  <a:pt x="46461" y="151287"/>
                </a:cubicBezTo>
                <a:cubicBezTo>
                  <a:pt x="37573" y="160276"/>
                  <a:pt x="33129" y="171322"/>
                  <a:pt x="33129" y="184416"/>
                </a:cubicBezTo>
                <a:cubicBezTo>
                  <a:pt x="33129" y="197300"/>
                  <a:pt x="37655" y="208273"/>
                  <a:pt x="46708" y="217325"/>
                </a:cubicBezTo>
                <a:cubicBezTo>
                  <a:pt x="55760" y="226378"/>
                  <a:pt x="66733" y="230904"/>
                  <a:pt x="79617" y="23090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5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285" y="83137"/>
                </a:moveTo>
                <a:cubicBezTo>
                  <a:pt x="87554" y="83137"/>
                  <a:pt x="84390" y="84445"/>
                  <a:pt x="81784" y="87069"/>
                </a:cubicBezTo>
                <a:cubicBezTo>
                  <a:pt x="79187" y="89684"/>
                  <a:pt x="77889" y="92866"/>
                  <a:pt x="77889" y="96588"/>
                </a:cubicBezTo>
                <a:cubicBezTo>
                  <a:pt x="77889" y="100319"/>
                  <a:pt x="79196" y="103483"/>
                  <a:pt x="81821" y="106089"/>
                </a:cubicBezTo>
                <a:cubicBezTo>
                  <a:pt x="84436" y="108686"/>
                  <a:pt x="87609" y="109984"/>
                  <a:pt x="91339" y="109984"/>
                </a:cubicBezTo>
                <a:cubicBezTo>
                  <a:pt x="95070" y="109984"/>
                  <a:pt x="98234" y="108676"/>
                  <a:pt x="100840" y="106052"/>
                </a:cubicBezTo>
                <a:cubicBezTo>
                  <a:pt x="103437" y="103437"/>
                  <a:pt x="104735" y="100255"/>
                  <a:pt x="104735" y="96533"/>
                </a:cubicBezTo>
                <a:cubicBezTo>
                  <a:pt x="104735" y="92802"/>
                  <a:pt x="103428" y="89639"/>
                  <a:pt x="100803" y="87033"/>
                </a:cubicBezTo>
                <a:cubicBezTo>
                  <a:pt x="98188" y="84436"/>
                  <a:pt x="95006" y="83137"/>
                  <a:pt x="91275" y="83137"/>
                </a:cubicBezTo>
                <a:close/>
                <a:moveTo>
                  <a:pt x="91285" y="204314"/>
                </a:moveTo>
                <a:cubicBezTo>
                  <a:pt x="87554" y="204314"/>
                  <a:pt x="84390" y="205621"/>
                  <a:pt x="81784" y="208236"/>
                </a:cubicBezTo>
                <a:cubicBezTo>
                  <a:pt x="79187" y="210861"/>
                  <a:pt x="77889" y="214034"/>
                  <a:pt x="77889" y="217764"/>
                </a:cubicBezTo>
                <a:cubicBezTo>
                  <a:pt x="77889" y="221495"/>
                  <a:pt x="79196" y="224659"/>
                  <a:pt x="81821" y="227256"/>
                </a:cubicBezTo>
                <a:cubicBezTo>
                  <a:pt x="84436" y="229853"/>
                  <a:pt x="87609" y="231151"/>
                  <a:pt x="91339" y="231151"/>
                </a:cubicBezTo>
                <a:cubicBezTo>
                  <a:pt x="95070" y="231151"/>
                  <a:pt x="98234" y="229844"/>
                  <a:pt x="100840" y="227228"/>
                </a:cubicBezTo>
                <a:cubicBezTo>
                  <a:pt x="103437" y="224604"/>
                  <a:pt x="104735" y="221431"/>
                  <a:pt x="104735" y="217700"/>
                </a:cubicBezTo>
                <a:cubicBezTo>
                  <a:pt x="104735" y="213970"/>
                  <a:pt x="103428" y="210806"/>
                  <a:pt x="100803" y="208209"/>
                </a:cubicBezTo>
                <a:cubicBezTo>
                  <a:pt x="98188" y="205612"/>
                  <a:pt x="95006" y="204314"/>
                  <a:pt x="91275" y="204314"/>
                </a:cubicBezTo>
                <a:close/>
                <a:moveTo>
                  <a:pt x="53721" y="48061"/>
                </a:moveTo>
                <a:lnTo>
                  <a:pt x="247848" y="48061"/>
                </a:lnTo>
                <a:cubicBezTo>
                  <a:pt x="250783" y="48061"/>
                  <a:pt x="253161" y="48975"/>
                  <a:pt x="254980" y="50795"/>
                </a:cubicBezTo>
                <a:cubicBezTo>
                  <a:pt x="256828" y="52615"/>
                  <a:pt x="257751" y="55074"/>
                  <a:pt x="257751" y="58147"/>
                </a:cubicBezTo>
                <a:lnTo>
                  <a:pt x="257751" y="133082"/>
                </a:lnTo>
                <a:cubicBezTo>
                  <a:pt x="257751" y="136648"/>
                  <a:pt x="256828" y="139574"/>
                  <a:pt x="254980" y="141851"/>
                </a:cubicBezTo>
                <a:cubicBezTo>
                  <a:pt x="253133" y="144119"/>
                  <a:pt x="250756" y="145252"/>
                  <a:pt x="247848" y="145252"/>
                </a:cubicBezTo>
                <a:lnTo>
                  <a:pt x="53721" y="145252"/>
                </a:lnTo>
                <a:cubicBezTo>
                  <a:pt x="50914" y="145252"/>
                  <a:pt x="48582" y="144119"/>
                  <a:pt x="46744" y="141851"/>
                </a:cubicBezTo>
                <a:cubicBezTo>
                  <a:pt x="44915" y="139592"/>
                  <a:pt x="44010" y="136675"/>
                  <a:pt x="44010" y="133118"/>
                </a:cubicBezTo>
                <a:lnTo>
                  <a:pt x="44010" y="58183"/>
                </a:lnTo>
                <a:cubicBezTo>
                  <a:pt x="44010" y="55102"/>
                  <a:pt x="44924" y="52651"/>
                  <a:pt x="46772" y="50822"/>
                </a:cubicBezTo>
                <a:cubicBezTo>
                  <a:pt x="48619" y="49003"/>
                  <a:pt x="50941" y="48088"/>
                  <a:pt x="53748" y="48088"/>
                </a:cubicBez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243477" y="131015"/>
                </a:lnTo>
                <a:lnTo>
                  <a:pt x="243477" y="62335"/>
                </a:lnTo>
                <a:lnTo>
                  <a:pt x="58275" y="62335"/>
                </a:lnTo>
                <a:close/>
                <a:moveTo>
                  <a:pt x="53721" y="169045"/>
                </a:moveTo>
                <a:lnTo>
                  <a:pt x="246559" y="169045"/>
                </a:lnTo>
                <a:cubicBezTo>
                  <a:pt x="249531" y="169045"/>
                  <a:pt x="252137" y="170252"/>
                  <a:pt x="254386" y="172657"/>
                </a:cubicBezTo>
                <a:cubicBezTo>
                  <a:pt x="256626" y="175089"/>
                  <a:pt x="257751" y="177823"/>
                  <a:pt x="257751" y="180859"/>
                </a:cubicBezTo>
                <a:lnTo>
                  <a:pt x="257751" y="254167"/>
                </a:lnTo>
                <a:cubicBezTo>
                  <a:pt x="257751" y="258126"/>
                  <a:pt x="256626" y="261162"/>
                  <a:pt x="254386" y="263283"/>
                </a:cubicBezTo>
                <a:cubicBezTo>
                  <a:pt x="252137" y="265395"/>
                  <a:pt x="249531" y="266456"/>
                  <a:pt x="246559" y="266456"/>
                </a:cubicBezTo>
                <a:lnTo>
                  <a:pt x="55166" y="266456"/>
                </a:lnTo>
                <a:cubicBezTo>
                  <a:pt x="51974" y="266456"/>
                  <a:pt x="49314" y="265395"/>
                  <a:pt x="47183" y="263283"/>
                </a:cubicBezTo>
                <a:cubicBezTo>
                  <a:pt x="45062" y="261162"/>
                  <a:pt x="44010" y="258126"/>
                  <a:pt x="44010" y="254167"/>
                </a:cubicBezTo>
                <a:lnTo>
                  <a:pt x="44010" y="180859"/>
                </a:lnTo>
                <a:cubicBezTo>
                  <a:pt x="44010" y="177805"/>
                  <a:pt x="44879" y="175071"/>
                  <a:pt x="46616" y="172657"/>
                </a:cubicBezTo>
                <a:cubicBezTo>
                  <a:pt x="48353" y="170252"/>
                  <a:pt x="50722" y="169045"/>
                  <a:pt x="53721" y="169045"/>
                </a:cubicBez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243477" y="252182"/>
                </a:lnTo>
                <a:lnTo>
                  <a:pt x="243477" y="183319"/>
                </a:lnTo>
                <a:lnTo>
                  <a:pt x="58275" y="183319"/>
                </a:ln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58275" y="62335"/>
                </a:ln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58275" y="18331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7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8940"/>
                </a:moveTo>
                <a:lnTo>
                  <a:pt x="40865" y="208520"/>
                </a:lnTo>
                <a:cubicBezTo>
                  <a:pt x="40865" y="204542"/>
                  <a:pt x="42291" y="201122"/>
                  <a:pt x="45135" y="198278"/>
                </a:cubicBezTo>
                <a:cubicBezTo>
                  <a:pt x="47988" y="195426"/>
                  <a:pt x="51398" y="193999"/>
                  <a:pt x="55385" y="193999"/>
                </a:cubicBezTo>
                <a:lnTo>
                  <a:pt x="78584" y="193999"/>
                </a:lnTo>
                <a:lnTo>
                  <a:pt x="78584" y="161876"/>
                </a:lnTo>
                <a:cubicBezTo>
                  <a:pt x="78584" y="156929"/>
                  <a:pt x="80376" y="152677"/>
                  <a:pt x="83960" y="149120"/>
                </a:cubicBezTo>
                <a:cubicBezTo>
                  <a:pt x="87536" y="145536"/>
                  <a:pt x="91797" y="143744"/>
                  <a:pt x="96716" y="143744"/>
                </a:cubicBezTo>
                <a:lnTo>
                  <a:pt x="143744" y="143744"/>
                </a:lnTo>
                <a:lnTo>
                  <a:pt x="143744" y="107716"/>
                </a:lnTo>
                <a:lnTo>
                  <a:pt x="120545" y="107716"/>
                </a:lnTo>
                <a:cubicBezTo>
                  <a:pt x="116559" y="107716"/>
                  <a:pt x="113148" y="106290"/>
                  <a:pt x="110295" y="103446"/>
                </a:cubicBezTo>
                <a:cubicBezTo>
                  <a:pt x="107451" y="100593"/>
                  <a:pt x="106025" y="97182"/>
                  <a:pt x="106025" y="93196"/>
                </a:cubicBezTo>
                <a:lnTo>
                  <a:pt x="106025" y="42776"/>
                </a:lnTo>
                <a:cubicBezTo>
                  <a:pt x="106025" y="38798"/>
                  <a:pt x="107451" y="35378"/>
                  <a:pt x="110295" y="32534"/>
                </a:cubicBezTo>
                <a:cubicBezTo>
                  <a:pt x="113148" y="29700"/>
                  <a:pt x="116559" y="28292"/>
                  <a:pt x="120545" y="28292"/>
                </a:cubicBezTo>
                <a:lnTo>
                  <a:pt x="181243" y="28292"/>
                </a:lnTo>
                <a:cubicBezTo>
                  <a:pt x="185221" y="28292"/>
                  <a:pt x="188641" y="29718"/>
                  <a:pt x="191485" y="32562"/>
                </a:cubicBezTo>
                <a:cubicBezTo>
                  <a:pt x="194337" y="35415"/>
                  <a:pt x="195764" y="38825"/>
                  <a:pt x="195764" y="42812"/>
                </a:cubicBezTo>
                <a:lnTo>
                  <a:pt x="195764" y="93232"/>
                </a:lnTo>
                <a:cubicBezTo>
                  <a:pt x="195764" y="97210"/>
                  <a:pt x="194337" y="100630"/>
                  <a:pt x="191485" y="103474"/>
                </a:cubicBezTo>
                <a:cubicBezTo>
                  <a:pt x="188641" y="106326"/>
                  <a:pt x="185221" y="107753"/>
                  <a:pt x="181243" y="107753"/>
                </a:cubicBezTo>
                <a:lnTo>
                  <a:pt x="158045" y="107753"/>
                </a:lnTo>
                <a:lnTo>
                  <a:pt x="158045" y="143771"/>
                </a:lnTo>
                <a:lnTo>
                  <a:pt x="205063" y="143771"/>
                </a:lnTo>
                <a:cubicBezTo>
                  <a:pt x="210010" y="143771"/>
                  <a:pt x="214262" y="145563"/>
                  <a:pt x="217828" y="149148"/>
                </a:cubicBezTo>
                <a:cubicBezTo>
                  <a:pt x="221385" y="152687"/>
                  <a:pt x="223168" y="156929"/>
                  <a:pt x="223168" y="161876"/>
                </a:cubicBezTo>
                <a:lnTo>
                  <a:pt x="223168" y="194036"/>
                </a:lnTo>
                <a:lnTo>
                  <a:pt x="246367" y="194036"/>
                </a:lnTo>
                <a:cubicBezTo>
                  <a:pt x="250354" y="194036"/>
                  <a:pt x="253764" y="195462"/>
                  <a:pt x="256617" y="198306"/>
                </a:cubicBezTo>
                <a:cubicBezTo>
                  <a:pt x="259461" y="201159"/>
                  <a:pt x="260887" y="204570"/>
                  <a:pt x="260887" y="208556"/>
                </a:cubicBezTo>
                <a:lnTo>
                  <a:pt x="260887" y="258976"/>
                </a:lnTo>
                <a:cubicBezTo>
                  <a:pt x="260887" y="262954"/>
                  <a:pt x="259461" y="266374"/>
                  <a:pt x="256617" y="269218"/>
                </a:cubicBezTo>
                <a:cubicBezTo>
                  <a:pt x="253764" y="272052"/>
                  <a:pt x="250363" y="273460"/>
                  <a:pt x="246403" y="273460"/>
                </a:cubicBezTo>
                <a:lnTo>
                  <a:pt x="185705" y="273460"/>
                </a:lnTo>
                <a:cubicBezTo>
                  <a:pt x="181719" y="273460"/>
                  <a:pt x="178308" y="272034"/>
                  <a:pt x="175455" y="269190"/>
                </a:cubicBezTo>
                <a:cubicBezTo>
                  <a:pt x="172602" y="266337"/>
                  <a:pt x="171185" y="262927"/>
                  <a:pt x="171185" y="258940"/>
                </a:cubicBezTo>
                <a:lnTo>
                  <a:pt x="171185" y="208520"/>
                </a:lnTo>
                <a:cubicBezTo>
                  <a:pt x="171185" y="204542"/>
                  <a:pt x="172602" y="201122"/>
                  <a:pt x="175455" y="198278"/>
                </a:cubicBezTo>
                <a:cubicBezTo>
                  <a:pt x="178308" y="195426"/>
                  <a:pt x="181719" y="193999"/>
                  <a:pt x="185705" y="193999"/>
                </a:cubicBezTo>
                <a:lnTo>
                  <a:pt x="208904" y="193999"/>
                </a:lnTo>
                <a:lnTo>
                  <a:pt x="208904" y="161876"/>
                </a:lnTo>
                <a:cubicBezTo>
                  <a:pt x="208904" y="160742"/>
                  <a:pt x="208538" y="159828"/>
                  <a:pt x="207797" y="159115"/>
                </a:cubicBezTo>
                <a:cubicBezTo>
                  <a:pt x="207066" y="158374"/>
                  <a:pt x="206142" y="158008"/>
                  <a:pt x="205036" y="158008"/>
                </a:cubicBezTo>
                <a:lnTo>
                  <a:pt x="96716" y="158008"/>
                </a:lnTo>
                <a:cubicBezTo>
                  <a:pt x="95582" y="158008"/>
                  <a:pt x="94668" y="158374"/>
                  <a:pt x="93955" y="159115"/>
                </a:cubicBezTo>
                <a:cubicBezTo>
                  <a:pt x="93214" y="159846"/>
                  <a:pt x="92848" y="160770"/>
                  <a:pt x="92848" y="161876"/>
                </a:cubicBezTo>
                <a:lnTo>
                  <a:pt x="92848" y="194036"/>
                </a:lnTo>
                <a:lnTo>
                  <a:pt x="116047" y="194036"/>
                </a:lnTo>
                <a:cubicBezTo>
                  <a:pt x="120033" y="194036"/>
                  <a:pt x="123444" y="195462"/>
                  <a:pt x="126297" y="198306"/>
                </a:cubicBezTo>
                <a:cubicBezTo>
                  <a:pt x="129150" y="201159"/>
                  <a:pt x="130567" y="204570"/>
                  <a:pt x="130567" y="208556"/>
                </a:cubicBezTo>
                <a:lnTo>
                  <a:pt x="130567" y="258976"/>
                </a:lnTo>
                <a:cubicBezTo>
                  <a:pt x="130567" y="262954"/>
                  <a:pt x="129150" y="266374"/>
                  <a:pt x="126297" y="269218"/>
                </a:cubicBezTo>
                <a:cubicBezTo>
                  <a:pt x="123444" y="272052"/>
                  <a:pt x="120033" y="273460"/>
                  <a:pt x="116047" y="273460"/>
                </a:cubicBezTo>
                <a:lnTo>
                  <a:pt x="55385" y="273460"/>
                </a:lnTo>
                <a:cubicBezTo>
                  <a:pt x="51398" y="273460"/>
                  <a:pt x="47988" y="272034"/>
                  <a:pt x="45135" y="269190"/>
                </a:cubicBezTo>
                <a:cubicBezTo>
                  <a:pt x="42291" y="266337"/>
                  <a:pt x="40865" y="262927"/>
                  <a:pt x="40865" y="258940"/>
                </a:cubicBezTo>
                <a:close/>
                <a:moveTo>
                  <a:pt x="120289" y="93452"/>
                </a:moveTo>
                <a:lnTo>
                  <a:pt x="181463" y="93452"/>
                </a:lnTo>
                <a:lnTo>
                  <a:pt x="181463" y="42556"/>
                </a:lnTo>
                <a:lnTo>
                  <a:pt x="120289" y="42556"/>
                </a:lnTo>
                <a:lnTo>
                  <a:pt x="120289" y="93452"/>
                </a:lnTo>
                <a:close/>
                <a:moveTo>
                  <a:pt x="55129" y="259196"/>
                </a:moveTo>
                <a:lnTo>
                  <a:pt x="116303" y="259196"/>
                </a:lnTo>
                <a:lnTo>
                  <a:pt x="116303" y="208300"/>
                </a:lnTo>
                <a:lnTo>
                  <a:pt x="55129" y="208300"/>
                </a:lnTo>
                <a:lnTo>
                  <a:pt x="55129" y="259196"/>
                </a:lnTo>
                <a:close/>
                <a:moveTo>
                  <a:pt x="185449" y="259196"/>
                </a:moveTo>
                <a:lnTo>
                  <a:pt x="246623" y="259196"/>
                </a:lnTo>
                <a:lnTo>
                  <a:pt x="246623" y="208300"/>
                </a:lnTo>
                <a:lnTo>
                  <a:pt x="185449" y="208300"/>
                </a:lnTo>
                <a:lnTo>
                  <a:pt x="185449" y="259196"/>
                </a:lnTo>
                <a:close/>
                <a:moveTo>
                  <a:pt x="150876" y="93452"/>
                </a:moveTo>
                <a:close/>
                <a:moveTo>
                  <a:pt x="116303" y="208300"/>
                </a:moveTo>
                <a:close/>
                <a:moveTo>
                  <a:pt x="185449" y="208300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59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52" y="254350"/>
                </a:moveTo>
                <a:cubicBezTo>
                  <a:pt x="22513" y="254350"/>
                  <a:pt x="20821" y="253664"/>
                  <a:pt x="19458" y="252274"/>
                </a:cubicBezTo>
                <a:cubicBezTo>
                  <a:pt x="18096" y="250893"/>
                  <a:pt x="17410" y="249183"/>
                  <a:pt x="17410" y="247153"/>
                </a:cubicBezTo>
                <a:cubicBezTo>
                  <a:pt x="17410" y="245123"/>
                  <a:pt x="18096" y="243432"/>
                  <a:pt x="19458" y="242097"/>
                </a:cubicBezTo>
                <a:cubicBezTo>
                  <a:pt x="20821" y="240752"/>
                  <a:pt x="22513" y="240085"/>
                  <a:pt x="24552" y="240085"/>
                </a:cubicBezTo>
                <a:lnTo>
                  <a:pt x="277200" y="240085"/>
                </a:lnTo>
                <a:cubicBezTo>
                  <a:pt x="279239" y="240085"/>
                  <a:pt x="280931" y="240771"/>
                  <a:pt x="282294" y="242161"/>
                </a:cubicBezTo>
                <a:cubicBezTo>
                  <a:pt x="283656" y="243541"/>
                  <a:pt x="284342" y="245251"/>
                  <a:pt x="284342" y="247281"/>
                </a:cubicBezTo>
                <a:cubicBezTo>
                  <a:pt x="284342" y="249311"/>
                  <a:pt x="283656" y="251003"/>
                  <a:pt x="282294" y="252338"/>
                </a:cubicBezTo>
                <a:cubicBezTo>
                  <a:pt x="280931" y="253682"/>
                  <a:pt x="279239" y="254350"/>
                  <a:pt x="277200" y="254350"/>
                </a:cubicBezTo>
                <a:lnTo>
                  <a:pt x="24552" y="254350"/>
                </a:lnTo>
                <a:close/>
                <a:moveTo>
                  <a:pt x="49570" y="222922"/>
                </a:moveTo>
                <a:cubicBezTo>
                  <a:pt x="44641" y="222922"/>
                  <a:pt x="40389" y="221129"/>
                  <a:pt x="36805" y="217545"/>
                </a:cubicBezTo>
                <a:cubicBezTo>
                  <a:pt x="33220" y="213960"/>
                  <a:pt x="31437" y="209708"/>
                  <a:pt x="31437" y="204780"/>
                </a:cubicBezTo>
                <a:lnTo>
                  <a:pt x="31437" y="65032"/>
                </a:lnTo>
                <a:cubicBezTo>
                  <a:pt x="31437" y="60113"/>
                  <a:pt x="33220" y="55852"/>
                  <a:pt x="36805" y="52276"/>
                </a:cubicBezTo>
                <a:cubicBezTo>
                  <a:pt x="40389" y="48692"/>
                  <a:pt x="44641" y="46900"/>
                  <a:pt x="49570" y="46900"/>
                </a:cubicBezTo>
                <a:lnTo>
                  <a:pt x="252182" y="46900"/>
                </a:lnTo>
                <a:cubicBezTo>
                  <a:pt x="257111" y="46900"/>
                  <a:pt x="261363" y="48692"/>
                  <a:pt x="264947" y="52276"/>
                </a:cubicBezTo>
                <a:cubicBezTo>
                  <a:pt x="268532" y="55852"/>
                  <a:pt x="270324" y="60113"/>
                  <a:pt x="270324" y="65032"/>
                </a:cubicBezTo>
                <a:lnTo>
                  <a:pt x="270324" y="204780"/>
                </a:lnTo>
                <a:cubicBezTo>
                  <a:pt x="270324" y="209708"/>
                  <a:pt x="268532" y="213960"/>
                  <a:pt x="264947" y="217545"/>
                </a:cubicBezTo>
                <a:cubicBezTo>
                  <a:pt x="261363" y="221129"/>
                  <a:pt x="257111" y="222922"/>
                  <a:pt x="252182" y="222922"/>
                </a:cubicBezTo>
                <a:lnTo>
                  <a:pt x="49570" y="222922"/>
                </a:lnTo>
                <a:close/>
                <a:moveTo>
                  <a:pt x="49570" y="208648"/>
                </a:moveTo>
                <a:lnTo>
                  <a:pt x="252182" y="208648"/>
                </a:lnTo>
                <a:cubicBezTo>
                  <a:pt x="253142" y="208648"/>
                  <a:pt x="254039" y="208236"/>
                  <a:pt x="254852" y="207422"/>
                </a:cubicBezTo>
                <a:cubicBezTo>
                  <a:pt x="255648" y="206609"/>
                  <a:pt x="256050" y="205713"/>
                  <a:pt x="256050" y="204752"/>
                </a:cubicBezTo>
                <a:lnTo>
                  <a:pt x="256050" y="65005"/>
                </a:lnTo>
                <a:cubicBezTo>
                  <a:pt x="256050" y="64035"/>
                  <a:pt x="255648" y="63148"/>
                  <a:pt x="254852" y="62335"/>
                </a:cubicBezTo>
                <a:cubicBezTo>
                  <a:pt x="254039" y="61530"/>
                  <a:pt x="253142" y="61137"/>
                  <a:pt x="252182" y="61137"/>
                </a:cubicBezTo>
                <a:lnTo>
                  <a:pt x="49570" y="61137"/>
                </a:lnTo>
                <a:cubicBezTo>
                  <a:pt x="48610" y="61137"/>
                  <a:pt x="47713" y="61530"/>
                  <a:pt x="46900" y="62335"/>
                </a:cubicBezTo>
                <a:cubicBezTo>
                  <a:pt x="46104" y="63148"/>
                  <a:pt x="45702" y="64035"/>
                  <a:pt x="45702" y="65005"/>
                </a:cubicBezTo>
                <a:lnTo>
                  <a:pt x="45702" y="204752"/>
                </a:lnTo>
                <a:cubicBezTo>
                  <a:pt x="45702" y="205713"/>
                  <a:pt x="46104" y="206609"/>
                  <a:pt x="46900" y="207422"/>
                </a:cubicBezTo>
                <a:cubicBezTo>
                  <a:pt x="47713" y="208236"/>
                  <a:pt x="48610" y="208648"/>
                  <a:pt x="49570" y="208648"/>
                </a:cubicBezTo>
                <a:close/>
                <a:moveTo>
                  <a:pt x="45702" y="208648"/>
                </a:moveTo>
                <a:lnTo>
                  <a:pt x="45702" y="61164"/>
                </a:lnTo>
                <a:lnTo>
                  <a:pt x="45702" y="20864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1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009" y="150373"/>
                </a:moveTo>
                <a:lnTo>
                  <a:pt x="105805" y="206170"/>
                </a:lnTo>
                <a:cubicBezTo>
                  <a:pt x="107204" y="207569"/>
                  <a:pt x="107899" y="209224"/>
                  <a:pt x="107881" y="211135"/>
                </a:cubicBezTo>
                <a:cubicBezTo>
                  <a:pt x="107853" y="213037"/>
                  <a:pt x="107104" y="214738"/>
                  <a:pt x="105613" y="216228"/>
                </a:cubicBezTo>
                <a:cubicBezTo>
                  <a:pt x="104123" y="217709"/>
                  <a:pt x="102422" y="218459"/>
                  <a:pt x="100493" y="218459"/>
                </a:cubicBezTo>
                <a:cubicBezTo>
                  <a:pt x="98563" y="218459"/>
                  <a:pt x="96853" y="217709"/>
                  <a:pt x="95363" y="216228"/>
                </a:cubicBezTo>
                <a:lnTo>
                  <a:pt x="35863" y="156719"/>
                </a:lnTo>
                <a:cubicBezTo>
                  <a:pt x="34903" y="155759"/>
                  <a:pt x="34208" y="154771"/>
                  <a:pt x="33787" y="153766"/>
                </a:cubicBezTo>
                <a:cubicBezTo>
                  <a:pt x="33366" y="152760"/>
                  <a:pt x="33165" y="151653"/>
                  <a:pt x="33165" y="150437"/>
                </a:cubicBezTo>
                <a:cubicBezTo>
                  <a:pt x="33165" y="149221"/>
                  <a:pt x="33366" y="148115"/>
                  <a:pt x="33787" y="147100"/>
                </a:cubicBezTo>
                <a:cubicBezTo>
                  <a:pt x="34208" y="146103"/>
                  <a:pt x="34903" y="145070"/>
                  <a:pt x="35863" y="144027"/>
                </a:cubicBezTo>
                <a:lnTo>
                  <a:pt x="96058" y="83924"/>
                </a:lnTo>
                <a:cubicBezTo>
                  <a:pt x="97466" y="82525"/>
                  <a:pt x="99148" y="81802"/>
                  <a:pt x="101114" y="81757"/>
                </a:cubicBezTo>
                <a:cubicBezTo>
                  <a:pt x="103089" y="81711"/>
                  <a:pt x="104799" y="82415"/>
                  <a:pt x="106244" y="83860"/>
                </a:cubicBezTo>
                <a:cubicBezTo>
                  <a:pt x="107689" y="85304"/>
                  <a:pt x="108411" y="87014"/>
                  <a:pt x="108411" y="88989"/>
                </a:cubicBezTo>
                <a:cubicBezTo>
                  <a:pt x="108411" y="90955"/>
                  <a:pt x="107707" y="92638"/>
                  <a:pt x="106308" y="94046"/>
                </a:cubicBezTo>
                <a:lnTo>
                  <a:pt x="50009" y="150373"/>
                </a:lnTo>
                <a:close/>
                <a:moveTo>
                  <a:pt x="251743" y="150501"/>
                </a:moveTo>
                <a:lnTo>
                  <a:pt x="195947" y="94576"/>
                </a:lnTo>
                <a:cubicBezTo>
                  <a:pt x="194548" y="93177"/>
                  <a:pt x="193853" y="91522"/>
                  <a:pt x="193880" y="89611"/>
                </a:cubicBezTo>
                <a:cubicBezTo>
                  <a:pt x="193899" y="87709"/>
                  <a:pt x="194648" y="86027"/>
                  <a:pt x="196139" y="84582"/>
                </a:cubicBezTo>
                <a:cubicBezTo>
                  <a:pt x="197629" y="83137"/>
                  <a:pt x="199330" y="82415"/>
                  <a:pt x="201259" y="82415"/>
                </a:cubicBezTo>
                <a:cubicBezTo>
                  <a:pt x="203189" y="82415"/>
                  <a:pt x="204899" y="83156"/>
                  <a:pt x="206389" y="84646"/>
                </a:cubicBezTo>
                <a:lnTo>
                  <a:pt x="265889" y="144027"/>
                </a:lnTo>
                <a:cubicBezTo>
                  <a:pt x="266849" y="145070"/>
                  <a:pt x="267563" y="146103"/>
                  <a:pt x="268029" y="147109"/>
                </a:cubicBezTo>
                <a:cubicBezTo>
                  <a:pt x="268486" y="148115"/>
                  <a:pt x="268715" y="149221"/>
                  <a:pt x="268715" y="150437"/>
                </a:cubicBezTo>
                <a:cubicBezTo>
                  <a:pt x="268715" y="151653"/>
                  <a:pt x="268486" y="152760"/>
                  <a:pt x="268029" y="153766"/>
                </a:cubicBezTo>
                <a:cubicBezTo>
                  <a:pt x="267563" y="154771"/>
                  <a:pt x="266849" y="155759"/>
                  <a:pt x="265889" y="156719"/>
                </a:cubicBezTo>
                <a:lnTo>
                  <a:pt x="205694" y="216914"/>
                </a:lnTo>
                <a:cubicBezTo>
                  <a:pt x="204286" y="218322"/>
                  <a:pt x="202631" y="219008"/>
                  <a:pt x="200729" y="218990"/>
                </a:cubicBezTo>
                <a:cubicBezTo>
                  <a:pt x="198818" y="218971"/>
                  <a:pt x="197145" y="218212"/>
                  <a:pt x="195700" y="216731"/>
                </a:cubicBezTo>
                <a:cubicBezTo>
                  <a:pt x="194255" y="215241"/>
                  <a:pt x="193533" y="213531"/>
                  <a:pt x="193533" y="211601"/>
                </a:cubicBezTo>
                <a:cubicBezTo>
                  <a:pt x="193533" y="209672"/>
                  <a:pt x="194273" y="207971"/>
                  <a:pt x="195764" y="206481"/>
                </a:cubicBezTo>
                <a:lnTo>
                  <a:pt x="251771" y="15046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3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710"/>
                </a:moveTo>
                <a:lnTo>
                  <a:pt x="120042" y="150876"/>
                </a:lnTo>
                <a:lnTo>
                  <a:pt x="150876" y="119914"/>
                </a:lnTo>
                <a:lnTo>
                  <a:pt x="181838" y="150876"/>
                </a:lnTo>
                <a:lnTo>
                  <a:pt x="150876" y="181710"/>
                </a:lnTo>
                <a:close/>
                <a:moveTo>
                  <a:pt x="124157" y="96561"/>
                </a:moveTo>
                <a:lnTo>
                  <a:pt x="101681" y="74085"/>
                </a:lnTo>
                <a:lnTo>
                  <a:pt x="138276" y="37500"/>
                </a:lnTo>
                <a:cubicBezTo>
                  <a:pt x="140077" y="35698"/>
                  <a:pt x="142061" y="34418"/>
                  <a:pt x="144247" y="33668"/>
                </a:cubicBezTo>
                <a:cubicBezTo>
                  <a:pt x="146423" y="32909"/>
                  <a:pt x="148627" y="32534"/>
                  <a:pt x="150849" y="32534"/>
                </a:cubicBezTo>
                <a:cubicBezTo>
                  <a:pt x="153061" y="32534"/>
                  <a:pt x="155265" y="32909"/>
                  <a:pt x="157441" y="33668"/>
                </a:cubicBezTo>
                <a:cubicBezTo>
                  <a:pt x="159627" y="34418"/>
                  <a:pt x="161657" y="35698"/>
                  <a:pt x="163540" y="37500"/>
                </a:cubicBezTo>
                <a:lnTo>
                  <a:pt x="200007" y="74085"/>
                </a:lnTo>
                <a:lnTo>
                  <a:pt x="177595" y="96561"/>
                </a:lnTo>
                <a:lnTo>
                  <a:pt x="150876" y="69842"/>
                </a:lnTo>
                <a:lnTo>
                  <a:pt x="124157" y="96561"/>
                </a:lnTo>
                <a:close/>
                <a:moveTo>
                  <a:pt x="74085" y="200071"/>
                </a:moveTo>
                <a:lnTo>
                  <a:pt x="37628" y="163476"/>
                </a:lnTo>
                <a:cubicBezTo>
                  <a:pt x="35735" y="161675"/>
                  <a:pt x="34418" y="159691"/>
                  <a:pt x="33668" y="157505"/>
                </a:cubicBezTo>
                <a:cubicBezTo>
                  <a:pt x="32909" y="155329"/>
                  <a:pt x="32534" y="153125"/>
                  <a:pt x="32534" y="150903"/>
                </a:cubicBezTo>
                <a:cubicBezTo>
                  <a:pt x="32534" y="148691"/>
                  <a:pt x="32909" y="146487"/>
                  <a:pt x="33668" y="144311"/>
                </a:cubicBezTo>
                <a:cubicBezTo>
                  <a:pt x="34418" y="142125"/>
                  <a:pt x="35735" y="140095"/>
                  <a:pt x="37628" y="138212"/>
                </a:cubicBezTo>
                <a:lnTo>
                  <a:pt x="74085" y="101745"/>
                </a:lnTo>
                <a:lnTo>
                  <a:pt x="96561" y="124157"/>
                </a:lnTo>
                <a:lnTo>
                  <a:pt x="69842" y="150876"/>
                </a:lnTo>
                <a:lnTo>
                  <a:pt x="96561" y="177595"/>
                </a:lnTo>
                <a:lnTo>
                  <a:pt x="74085" y="200071"/>
                </a:lnTo>
                <a:close/>
                <a:moveTo>
                  <a:pt x="227667" y="200071"/>
                </a:moveTo>
                <a:lnTo>
                  <a:pt x="205191" y="177595"/>
                </a:lnTo>
                <a:lnTo>
                  <a:pt x="231910" y="150876"/>
                </a:lnTo>
                <a:lnTo>
                  <a:pt x="205191" y="124157"/>
                </a:lnTo>
                <a:lnTo>
                  <a:pt x="227667" y="101681"/>
                </a:lnTo>
                <a:lnTo>
                  <a:pt x="264252" y="138148"/>
                </a:lnTo>
                <a:cubicBezTo>
                  <a:pt x="266054" y="140031"/>
                  <a:pt x="267334" y="142061"/>
                  <a:pt x="268084" y="144247"/>
                </a:cubicBezTo>
                <a:cubicBezTo>
                  <a:pt x="268843" y="146423"/>
                  <a:pt x="269218" y="148627"/>
                  <a:pt x="269218" y="150849"/>
                </a:cubicBezTo>
                <a:cubicBezTo>
                  <a:pt x="269218" y="153061"/>
                  <a:pt x="268843" y="155265"/>
                  <a:pt x="268084" y="157441"/>
                </a:cubicBezTo>
                <a:cubicBezTo>
                  <a:pt x="267334" y="159627"/>
                  <a:pt x="266054" y="161611"/>
                  <a:pt x="264252" y="163422"/>
                </a:cubicBezTo>
                <a:lnTo>
                  <a:pt x="227667" y="200071"/>
                </a:lnTo>
                <a:close/>
                <a:moveTo>
                  <a:pt x="138276" y="264124"/>
                </a:moveTo>
                <a:lnTo>
                  <a:pt x="101681" y="227667"/>
                </a:lnTo>
                <a:lnTo>
                  <a:pt x="124157" y="205191"/>
                </a:lnTo>
                <a:lnTo>
                  <a:pt x="150876" y="231910"/>
                </a:lnTo>
                <a:lnTo>
                  <a:pt x="177595" y="205191"/>
                </a:lnTo>
                <a:lnTo>
                  <a:pt x="200071" y="227667"/>
                </a:lnTo>
                <a:lnTo>
                  <a:pt x="163604" y="264124"/>
                </a:lnTo>
                <a:cubicBezTo>
                  <a:pt x="161721" y="266017"/>
                  <a:pt x="159691" y="267334"/>
                  <a:pt x="157505" y="268084"/>
                </a:cubicBezTo>
                <a:cubicBezTo>
                  <a:pt x="155329" y="268843"/>
                  <a:pt x="153125" y="269218"/>
                  <a:pt x="150903" y="269218"/>
                </a:cubicBezTo>
                <a:cubicBezTo>
                  <a:pt x="148691" y="269218"/>
                  <a:pt x="146487" y="268843"/>
                  <a:pt x="144311" y="268084"/>
                </a:cubicBezTo>
                <a:cubicBezTo>
                  <a:pt x="142125" y="267334"/>
                  <a:pt x="140141" y="266017"/>
                  <a:pt x="138330" y="2641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5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593" y="178601"/>
                </a:moveTo>
                <a:cubicBezTo>
                  <a:pt x="45610" y="178601"/>
                  <a:pt x="38871" y="175830"/>
                  <a:pt x="33385" y="170298"/>
                </a:cubicBezTo>
                <a:cubicBezTo>
                  <a:pt x="27889" y="164766"/>
                  <a:pt x="25146" y="158063"/>
                  <a:pt x="25146" y="150181"/>
                </a:cubicBezTo>
                <a:cubicBezTo>
                  <a:pt x="25146" y="142281"/>
                  <a:pt x="27917" y="135569"/>
                  <a:pt x="33449" y="130037"/>
                </a:cubicBezTo>
                <a:cubicBezTo>
                  <a:pt x="38981" y="124505"/>
                  <a:pt x="45693" y="121734"/>
                  <a:pt x="53593" y="121734"/>
                </a:cubicBezTo>
                <a:lnTo>
                  <a:pt x="53593" y="84271"/>
                </a:lnTo>
                <a:cubicBezTo>
                  <a:pt x="53593" y="79434"/>
                  <a:pt x="55403" y="75200"/>
                  <a:pt x="59034" y="71570"/>
                </a:cubicBezTo>
                <a:cubicBezTo>
                  <a:pt x="62655" y="67949"/>
                  <a:pt x="66888" y="66139"/>
                  <a:pt x="71726" y="66139"/>
                </a:cubicBezTo>
                <a:lnTo>
                  <a:pt x="122466" y="66139"/>
                </a:lnTo>
                <a:cubicBezTo>
                  <a:pt x="122466" y="58147"/>
                  <a:pt x="125209" y="51417"/>
                  <a:pt x="130695" y="45921"/>
                </a:cubicBezTo>
                <a:cubicBezTo>
                  <a:pt x="136163" y="40453"/>
                  <a:pt x="142893" y="37719"/>
                  <a:pt x="150876" y="37719"/>
                </a:cubicBezTo>
                <a:cubicBezTo>
                  <a:pt x="158859" y="37719"/>
                  <a:pt x="165598" y="40480"/>
                  <a:pt x="171084" y="46022"/>
                </a:cubicBezTo>
                <a:cubicBezTo>
                  <a:pt x="176580" y="51554"/>
                  <a:pt x="179323" y="58266"/>
                  <a:pt x="179323" y="66166"/>
                </a:cubicBezTo>
                <a:lnTo>
                  <a:pt x="230054" y="66166"/>
                </a:lnTo>
                <a:cubicBezTo>
                  <a:pt x="234891" y="66166"/>
                  <a:pt x="239125" y="67976"/>
                  <a:pt x="242755" y="71607"/>
                </a:cubicBezTo>
                <a:cubicBezTo>
                  <a:pt x="246376" y="75228"/>
                  <a:pt x="248186" y="79461"/>
                  <a:pt x="248186" y="84299"/>
                </a:cubicBezTo>
                <a:lnTo>
                  <a:pt x="248186" y="121771"/>
                </a:lnTo>
                <a:cubicBezTo>
                  <a:pt x="256178" y="121771"/>
                  <a:pt x="262908" y="124532"/>
                  <a:pt x="268404" y="130064"/>
                </a:cubicBezTo>
                <a:cubicBezTo>
                  <a:pt x="273872" y="135578"/>
                  <a:pt x="276606" y="142281"/>
                  <a:pt x="276606" y="150181"/>
                </a:cubicBezTo>
                <a:cubicBezTo>
                  <a:pt x="276606" y="158081"/>
                  <a:pt x="273845" y="164802"/>
                  <a:pt x="268312" y="170334"/>
                </a:cubicBezTo>
                <a:cubicBezTo>
                  <a:pt x="262780" y="175867"/>
                  <a:pt x="256059" y="178628"/>
                  <a:pt x="248159" y="178628"/>
                </a:cubicBezTo>
                <a:lnTo>
                  <a:pt x="248159" y="239646"/>
                </a:lnTo>
                <a:cubicBezTo>
                  <a:pt x="248159" y="244465"/>
                  <a:pt x="246349" y="248699"/>
                  <a:pt x="242718" y="252338"/>
                </a:cubicBezTo>
                <a:cubicBezTo>
                  <a:pt x="239097" y="255941"/>
                  <a:pt x="234864" y="257751"/>
                  <a:pt x="230026" y="257751"/>
                </a:cubicBezTo>
                <a:lnTo>
                  <a:pt x="71726" y="257751"/>
                </a:lnTo>
                <a:cubicBezTo>
                  <a:pt x="66888" y="257751"/>
                  <a:pt x="62655" y="255931"/>
                  <a:pt x="59034" y="252310"/>
                </a:cubicBezTo>
                <a:cubicBezTo>
                  <a:pt x="55403" y="248680"/>
                  <a:pt x="53593" y="244447"/>
                  <a:pt x="53593" y="239609"/>
                </a:cubicBezTo>
                <a:lnTo>
                  <a:pt x="53593" y="178601"/>
                </a:lnTo>
                <a:close/>
                <a:moveTo>
                  <a:pt x="117208" y="148736"/>
                </a:moveTo>
                <a:cubicBezTo>
                  <a:pt x="119329" y="146560"/>
                  <a:pt x="120390" y="143917"/>
                  <a:pt x="120390" y="140818"/>
                </a:cubicBezTo>
                <a:cubicBezTo>
                  <a:pt x="120390" y="137718"/>
                  <a:pt x="119293" y="135093"/>
                  <a:pt x="117116" y="132963"/>
                </a:cubicBezTo>
                <a:cubicBezTo>
                  <a:pt x="114940" y="130823"/>
                  <a:pt x="112297" y="129753"/>
                  <a:pt x="109198" y="129753"/>
                </a:cubicBezTo>
                <a:cubicBezTo>
                  <a:pt x="106098" y="129753"/>
                  <a:pt x="103474" y="130841"/>
                  <a:pt x="101343" y="133027"/>
                </a:cubicBezTo>
                <a:cubicBezTo>
                  <a:pt x="99203" y="135203"/>
                  <a:pt x="98133" y="137846"/>
                  <a:pt x="98133" y="140946"/>
                </a:cubicBezTo>
                <a:cubicBezTo>
                  <a:pt x="98133" y="144045"/>
                  <a:pt x="99222" y="146661"/>
                  <a:pt x="101398" y="148800"/>
                </a:cubicBezTo>
                <a:cubicBezTo>
                  <a:pt x="103583" y="150940"/>
                  <a:pt x="106217" y="152010"/>
                  <a:pt x="109326" y="152010"/>
                </a:cubicBezTo>
                <a:cubicBezTo>
                  <a:pt x="112425" y="152010"/>
                  <a:pt x="115041" y="150922"/>
                  <a:pt x="117180" y="148736"/>
                </a:cubicBezTo>
                <a:close/>
                <a:moveTo>
                  <a:pt x="200446" y="148736"/>
                </a:moveTo>
                <a:cubicBezTo>
                  <a:pt x="202585" y="146560"/>
                  <a:pt x="203655" y="143917"/>
                  <a:pt x="203655" y="140818"/>
                </a:cubicBezTo>
                <a:cubicBezTo>
                  <a:pt x="203655" y="137718"/>
                  <a:pt x="202558" y="135093"/>
                  <a:pt x="200382" y="132963"/>
                </a:cubicBezTo>
                <a:cubicBezTo>
                  <a:pt x="198205" y="130823"/>
                  <a:pt x="195563" y="129753"/>
                  <a:pt x="192463" y="129753"/>
                </a:cubicBezTo>
                <a:cubicBezTo>
                  <a:pt x="189363" y="129753"/>
                  <a:pt x="186739" y="130841"/>
                  <a:pt x="184599" y="133027"/>
                </a:cubicBezTo>
                <a:cubicBezTo>
                  <a:pt x="182441" y="135203"/>
                  <a:pt x="181362" y="137855"/>
                  <a:pt x="181362" y="140973"/>
                </a:cubicBezTo>
                <a:cubicBezTo>
                  <a:pt x="181362" y="144073"/>
                  <a:pt x="182459" y="146697"/>
                  <a:pt x="184636" y="148837"/>
                </a:cubicBezTo>
                <a:cubicBezTo>
                  <a:pt x="186812" y="150967"/>
                  <a:pt x="189455" y="152037"/>
                  <a:pt x="192554" y="152037"/>
                </a:cubicBezTo>
                <a:cubicBezTo>
                  <a:pt x="195654" y="152037"/>
                  <a:pt x="198278" y="150949"/>
                  <a:pt x="200418" y="148773"/>
                </a:cubicBezTo>
                <a:close/>
                <a:moveTo>
                  <a:pt x="109070" y="209370"/>
                </a:moveTo>
                <a:lnTo>
                  <a:pt x="192682" y="209370"/>
                </a:lnTo>
                <a:cubicBezTo>
                  <a:pt x="194694" y="209370"/>
                  <a:pt x="196395" y="208694"/>
                  <a:pt x="197776" y="207331"/>
                </a:cubicBezTo>
                <a:cubicBezTo>
                  <a:pt x="199138" y="205969"/>
                  <a:pt x="199815" y="204277"/>
                  <a:pt x="199815" y="202265"/>
                </a:cubicBezTo>
                <a:cubicBezTo>
                  <a:pt x="199815" y="200254"/>
                  <a:pt x="199138" y="198562"/>
                  <a:pt x="197776" y="197172"/>
                </a:cubicBezTo>
                <a:cubicBezTo>
                  <a:pt x="196413" y="195791"/>
                  <a:pt x="194712" y="195106"/>
                  <a:pt x="192682" y="195106"/>
                </a:cubicBezTo>
                <a:lnTo>
                  <a:pt x="109070" y="195106"/>
                </a:lnTo>
                <a:cubicBezTo>
                  <a:pt x="107058" y="195106"/>
                  <a:pt x="105366" y="195810"/>
                  <a:pt x="103976" y="197236"/>
                </a:cubicBezTo>
                <a:cubicBezTo>
                  <a:pt x="102614" y="198663"/>
                  <a:pt x="101937" y="200382"/>
                  <a:pt x="101937" y="202393"/>
                </a:cubicBezTo>
                <a:cubicBezTo>
                  <a:pt x="101937" y="204405"/>
                  <a:pt x="102614" y="206069"/>
                  <a:pt x="103976" y="207395"/>
                </a:cubicBezTo>
                <a:cubicBezTo>
                  <a:pt x="105339" y="208712"/>
                  <a:pt x="107040" y="209370"/>
                  <a:pt x="109070" y="209370"/>
                </a:cubicBezTo>
                <a:close/>
                <a:moveTo>
                  <a:pt x="71726" y="243477"/>
                </a:moveTo>
                <a:lnTo>
                  <a:pt x="230054" y="243477"/>
                </a:lnTo>
                <a:cubicBezTo>
                  <a:pt x="231105" y="243477"/>
                  <a:pt x="232011" y="243112"/>
                  <a:pt x="232788" y="242380"/>
                </a:cubicBezTo>
                <a:cubicBezTo>
                  <a:pt x="233547" y="241639"/>
                  <a:pt x="233922" y="240725"/>
                  <a:pt x="233922" y="239609"/>
                </a:cubicBezTo>
                <a:lnTo>
                  <a:pt x="233922" y="84299"/>
                </a:lnTo>
                <a:cubicBezTo>
                  <a:pt x="233922" y="83256"/>
                  <a:pt x="233547" y="82342"/>
                  <a:pt x="232788" y="81564"/>
                </a:cubicBezTo>
                <a:cubicBezTo>
                  <a:pt x="232011" y="80815"/>
                  <a:pt x="231105" y="80440"/>
                  <a:pt x="230054" y="80440"/>
                </a:cubicBezTo>
                <a:lnTo>
                  <a:pt x="71726" y="80440"/>
                </a:lnTo>
                <a:cubicBezTo>
                  <a:pt x="70683" y="80440"/>
                  <a:pt x="69769" y="80815"/>
                  <a:pt x="68991" y="81564"/>
                </a:cubicBezTo>
                <a:cubicBezTo>
                  <a:pt x="68242" y="82342"/>
                  <a:pt x="67867" y="83256"/>
                  <a:pt x="67867" y="84299"/>
                </a:cubicBezTo>
                <a:lnTo>
                  <a:pt x="67867" y="239609"/>
                </a:lnTo>
                <a:cubicBezTo>
                  <a:pt x="67867" y="240743"/>
                  <a:pt x="68242" y="241667"/>
                  <a:pt x="68991" y="242380"/>
                </a:cubicBezTo>
                <a:cubicBezTo>
                  <a:pt x="69769" y="243112"/>
                  <a:pt x="70683" y="243477"/>
                  <a:pt x="71726" y="243477"/>
                </a:cubicBezTo>
                <a:close/>
                <a:moveTo>
                  <a:pt x="150876" y="16184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7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487" y="258940"/>
                </a:moveTo>
                <a:cubicBezTo>
                  <a:pt x="111447" y="258940"/>
                  <a:pt x="102907" y="255264"/>
                  <a:pt x="95866" y="247912"/>
                </a:cubicBezTo>
                <a:cubicBezTo>
                  <a:pt x="88825" y="240551"/>
                  <a:pt x="84948" y="232084"/>
                  <a:pt x="84244" y="222510"/>
                </a:cubicBezTo>
                <a:cubicBezTo>
                  <a:pt x="72923" y="221212"/>
                  <a:pt x="63469" y="216201"/>
                  <a:pt x="55888" y="207487"/>
                </a:cubicBezTo>
                <a:cubicBezTo>
                  <a:pt x="48299" y="198772"/>
                  <a:pt x="44513" y="188266"/>
                  <a:pt x="44513" y="175995"/>
                </a:cubicBezTo>
                <a:cubicBezTo>
                  <a:pt x="44513" y="171733"/>
                  <a:pt x="45043" y="167600"/>
                  <a:pt x="46113" y="163577"/>
                </a:cubicBezTo>
                <a:cubicBezTo>
                  <a:pt x="47183" y="159554"/>
                  <a:pt x="48783" y="155704"/>
                  <a:pt x="50923" y="152037"/>
                </a:cubicBezTo>
                <a:cubicBezTo>
                  <a:pt x="48363" y="148270"/>
                  <a:pt x="46461" y="144256"/>
                  <a:pt x="45199" y="140004"/>
                </a:cubicBezTo>
                <a:cubicBezTo>
                  <a:pt x="43919" y="135743"/>
                  <a:pt x="43279" y="131143"/>
                  <a:pt x="43279" y="126205"/>
                </a:cubicBezTo>
                <a:cubicBezTo>
                  <a:pt x="43279" y="114337"/>
                  <a:pt x="47348" y="104132"/>
                  <a:pt x="55477" y="95582"/>
                </a:cubicBezTo>
                <a:cubicBezTo>
                  <a:pt x="63606" y="87014"/>
                  <a:pt x="73408" y="82077"/>
                  <a:pt x="84865" y="80778"/>
                </a:cubicBezTo>
                <a:cubicBezTo>
                  <a:pt x="84865" y="80467"/>
                  <a:pt x="84847" y="80138"/>
                  <a:pt x="84801" y="79809"/>
                </a:cubicBezTo>
                <a:cubicBezTo>
                  <a:pt x="84765" y="79489"/>
                  <a:pt x="84747" y="79123"/>
                  <a:pt x="84747" y="78712"/>
                </a:cubicBezTo>
                <a:cubicBezTo>
                  <a:pt x="84993" y="68589"/>
                  <a:pt x="88679" y="60021"/>
                  <a:pt x="95811" y="53026"/>
                </a:cubicBezTo>
                <a:cubicBezTo>
                  <a:pt x="102934" y="46031"/>
                  <a:pt x="111557" y="42529"/>
                  <a:pt x="121679" y="42529"/>
                </a:cubicBezTo>
                <a:cubicBezTo>
                  <a:pt x="127915" y="42529"/>
                  <a:pt x="133274" y="43690"/>
                  <a:pt x="137736" y="46022"/>
                </a:cubicBezTo>
                <a:cubicBezTo>
                  <a:pt x="142226" y="48344"/>
                  <a:pt x="146587" y="51801"/>
                  <a:pt x="150849" y="56391"/>
                </a:cubicBezTo>
                <a:cubicBezTo>
                  <a:pt x="155201" y="51801"/>
                  <a:pt x="159545" y="48344"/>
                  <a:pt x="163860" y="46022"/>
                </a:cubicBezTo>
                <a:cubicBezTo>
                  <a:pt x="168195" y="43690"/>
                  <a:pt x="173517" y="42529"/>
                  <a:pt x="179826" y="42529"/>
                </a:cubicBezTo>
                <a:cubicBezTo>
                  <a:pt x="189628" y="42529"/>
                  <a:pt x="198068" y="46049"/>
                  <a:pt x="205127" y="53090"/>
                </a:cubicBezTo>
                <a:cubicBezTo>
                  <a:pt x="212214" y="60131"/>
                  <a:pt x="215945" y="68671"/>
                  <a:pt x="216320" y="78712"/>
                </a:cubicBezTo>
                <a:lnTo>
                  <a:pt x="216320" y="79873"/>
                </a:lnTo>
                <a:cubicBezTo>
                  <a:pt x="216320" y="80229"/>
                  <a:pt x="216274" y="80531"/>
                  <a:pt x="216192" y="80778"/>
                </a:cubicBezTo>
                <a:cubicBezTo>
                  <a:pt x="227777" y="81747"/>
                  <a:pt x="237717" y="86548"/>
                  <a:pt x="245992" y="95180"/>
                </a:cubicBezTo>
                <a:cubicBezTo>
                  <a:pt x="254267" y="103812"/>
                  <a:pt x="258409" y="114154"/>
                  <a:pt x="258409" y="126205"/>
                </a:cubicBezTo>
                <a:cubicBezTo>
                  <a:pt x="258409" y="131125"/>
                  <a:pt x="257696" y="135779"/>
                  <a:pt x="256270" y="140159"/>
                </a:cubicBezTo>
                <a:cubicBezTo>
                  <a:pt x="254843" y="144512"/>
                  <a:pt x="252905" y="148535"/>
                  <a:pt x="250454" y="152229"/>
                </a:cubicBezTo>
                <a:cubicBezTo>
                  <a:pt x="252594" y="156106"/>
                  <a:pt x="254249" y="160148"/>
                  <a:pt x="255419" y="164363"/>
                </a:cubicBezTo>
                <a:cubicBezTo>
                  <a:pt x="256590" y="168570"/>
                  <a:pt x="257184" y="172785"/>
                  <a:pt x="257184" y="177000"/>
                </a:cubicBezTo>
                <a:cubicBezTo>
                  <a:pt x="257184" y="189272"/>
                  <a:pt x="253389" y="199632"/>
                  <a:pt x="245800" y="208053"/>
                </a:cubicBezTo>
                <a:cubicBezTo>
                  <a:pt x="238219" y="216475"/>
                  <a:pt x="228728" y="221294"/>
                  <a:pt x="217325" y="222510"/>
                </a:cubicBezTo>
                <a:cubicBezTo>
                  <a:pt x="216594" y="232084"/>
                  <a:pt x="212708" y="240551"/>
                  <a:pt x="205667" y="247912"/>
                </a:cubicBezTo>
                <a:cubicBezTo>
                  <a:pt x="198599" y="255264"/>
                  <a:pt x="190159" y="258940"/>
                  <a:pt x="180329" y="258940"/>
                </a:cubicBezTo>
                <a:cubicBezTo>
                  <a:pt x="173727" y="258940"/>
                  <a:pt x="168277" y="257806"/>
                  <a:pt x="163979" y="255547"/>
                </a:cubicBezTo>
                <a:cubicBezTo>
                  <a:pt x="159727" y="253307"/>
                  <a:pt x="155357" y="249851"/>
                  <a:pt x="150876" y="245178"/>
                </a:cubicBezTo>
                <a:cubicBezTo>
                  <a:pt x="146395" y="249851"/>
                  <a:pt x="141988" y="253316"/>
                  <a:pt x="137672" y="255575"/>
                </a:cubicBezTo>
                <a:cubicBezTo>
                  <a:pt x="133356" y="257843"/>
                  <a:pt x="127970" y="258976"/>
                  <a:pt x="121515" y="258976"/>
                </a:cubicBezTo>
                <a:close/>
                <a:moveTo>
                  <a:pt x="158008" y="77953"/>
                </a:moveTo>
                <a:lnTo>
                  <a:pt x="158008" y="223516"/>
                </a:lnTo>
                <a:cubicBezTo>
                  <a:pt x="158008" y="229405"/>
                  <a:pt x="160221" y="234406"/>
                  <a:pt x="164647" y="238512"/>
                </a:cubicBezTo>
                <a:cubicBezTo>
                  <a:pt x="169063" y="242618"/>
                  <a:pt x="174385" y="244675"/>
                  <a:pt x="180612" y="244675"/>
                </a:cubicBezTo>
                <a:cubicBezTo>
                  <a:pt x="186583" y="244675"/>
                  <a:pt x="191731" y="242261"/>
                  <a:pt x="196047" y="237442"/>
                </a:cubicBezTo>
                <a:cubicBezTo>
                  <a:pt x="200336" y="232623"/>
                  <a:pt x="202695" y="227411"/>
                  <a:pt x="203116" y="221815"/>
                </a:cubicBezTo>
                <a:cubicBezTo>
                  <a:pt x="197483" y="220709"/>
                  <a:pt x="192253" y="218679"/>
                  <a:pt x="187434" y="215725"/>
                </a:cubicBezTo>
                <a:cubicBezTo>
                  <a:pt x="182587" y="212763"/>
                  <a:pt x="178546" y="208950"/>
                  <a:pt x="175300" y="204277"/>
                </a:cubicBezTo>
                <a:cubicBezTo>
                  <a:pt x="173937" y="202622"/>
                  <a:pt x="173425" y="200875"/>
                  <a:pt x="173763" y="199028"/>
                </a:cubicBezTo>
                <a:cubicBezTo>
                  <a:pt x="174093" y="197209"/>
                  <a:pt x="175135" y="195645"/>
                  <a:pt x="176872" y="194347"/>
                </a:cubicBezTo>
                <a:cubicBezTo>
                  <a:pt x="178610" y="193066"/>
                  <a:pt x="180411" y="192600"/>
                  <a:pt x="182276" y="192929"/>
                </a:cubicBezTo>
                <a:cubicBezTo>
                  <a:pt x="184142" y="193268"/>
                  <a:pt x="185696" y="194319"/>
                  <a:pt x="186931" y="196075"/>
                </a:cubicBezTo>
                <a:cubicBezTo>
                  <a:pt x="189775" y="200208"/>
                  <a:pt x="193386" y="203335"/>
                  <a:pt x="197739" y="205475"/>
                </a:cubicBezTo>
                <a:cubicBezTo>
                  <a:pt x="202101" y="207615"/>
                  <a:pt x="206819" y="208684"/>
                  <a:pt x="211885" y="208684"/>
                </a:cubicBezTo>
                <a:cubicBezTo>
                  <a:pt x="220581" y="208684"/>
                  <a:pt x="227942" y="205740"/>
                  <a:pt x="233949" y="199851"/>
                </a:cubicBezTo>
                <a:cubicBezTo>
                  <a:pt x="239966" y="193963"/>
                  <a:pt x="242974" y="186346"/>
                  <a:pt x="242974" y="177000"/>
                </a:cubicBezTo>
                <a:cubicBezTo>
                  <a:pt x="242974" y="174733"/>
                  <a:pt x="242718" y="172483"/>
                  <a:pt x="242215" y="170243"/>
                </a:cubicBezTo>
                <a:cubicBezTo>
                  <a:pt x="241712" y="167994"/>
                  <a:pt x="241100" y="165698"/>
                  <a:pt x="240368" y="163358"/>
                </a:cubicBezTo>
                <a:cubicBezTo>
                  <a:pt x="236674" y="166247"/>
                  <a:pt x="232541" y="168451"/>
                  <a:pt x="227951" y="169960"/>
                </a:cubicBezTo>
                <a:cubicBezTo>
                  <a:pt x="223360" y="171487"/>
                  <a:pt x="218578" y="172255"/>
                  <a:pt x="213613" y="172255"/>
                </a:cubicBezTo>
                <a:cubicBezTo>
                  <a:pt x="211537" y="172255"/>
                  <a:pt x="209837" y="171578"/>
                  <a:pt x="208492" y="170243"/>
                </a:cubicBezTo>
                <a:cubicBezTo>
                  <a:pt x="207148" y="168899"/>
                  <a:pt x="206481" y="167189"/>
                  <a:pt x="206481" y="165113"/>
                </a:cubicBezTo>
                <a:cubicBezTo>
                  <a:pt x="206481" y="163038"/>
                  <a:pt x="207148" y="161337"/>
                  <a:pt x="208492" y="159993"/>
                </a:cubicBezTo>
                <a:cubicBezTo>
                  <a:pt x="209837" y="158648"/>
                  <a:pt x="211537" y="157981"/>
                  <a:pt x="213613" y="157981"/>
                </a:cubicBezTo>
                <a:cubicBezTo>
                  <a:pt x="222227" y="157981"/>
                  <a:pt x="229478" y="154890"/>
                  <a:pt x="235367" y="148709"/>
                </a:cubicBezTo>
                <a:cubicBezTo>
                  <a:pt x="241255" y="142528"/>
                  <a:pt x="244200" y="135020"/>
                  <a:pt x="244200" y="126205"/>
                </a:cubicBezTo>
                <a:cubicBezTo>
                  <a:pt x="244200" y="117711"/>
                  <a:pt x="241155" y="110450"/>
                  <a:pt x="235056" y="104415"/>
                </a:cubicBezTo>
                <a:cubicBezTo>
                  <a:pt x="228929" y="98380"/>
                  <a:pt x="221788" y="95152"/>
                  <a:pt x="213613" y="94741"/>
                </a:cubicBezTo>
                <a:cubicBezTo>
                  <a:pt x="211684" y="99532"/>
                  <a:pt x="208876" y="103748"/>
                  <a:pt x="205191" y="107378"/>
                </a:cubicBezTo>
                <a:cubicBezTo>
                  <a:pt x="201525" y="110999"/>
                  <a:pt x="197291" y="113724"/>
                  <a:pt x="192490" y="115544"/>
                </a:cubicBezTo>
                <a:cubicBezTo>
                  <a:pt x="190625" y="116275"/>
                  <a:pt x="188814" y="116239"/>
                  <a:pt x="187059" y="115425"/>
                </a:cubicBezTo>
                <a:cubicBezTo>
                  <a:pt x="185294" y="114602"/>
                  <a:pt x="184133" y="113248"/>
                  <a:pt x="183566" y="111365"/>
                </a:cubicBezTo>
                <a:cubicBezTo>
                  <a:pt x="182962" y="109499"/>
                  <a:pt x="183017" y="107671"/>
                  <a:pt x="183758" y="105869"/>
                </a:cubicBezTo>
                <a:cubicBezTo>
                  <a:pt x="184489" y="104059"/>
                  <a:pt x="185834" y="102824"/>
                  <a:pt x="187781" y="102157"/>
                </a:cubicBezTo>
                <a:cubicBezTo>
                  <a:pt x="192115" y="100648"/>
                  <a:pt x="195590" y="97868"/>
                  <a:pt x="198214" y="93827"/>
                </a:cubicBezTo>
                <a:cubicBezTo>
                  <a:pt x="200811" y="89721"/>
                  <a:pt x="202110" y="85121"/>
                  <a:pt x="202110" y="80028"/>
                </a:cubicBezTo>
                <a:cubicBezTo>
                  <a:pt x="202110" y="73591"/>
                  <a:pt x="199934" y="68114"/>
                  <a:pt x="195572" y="63587"/>
                </a:cubicBezTo>
                <a:cubicBezTo>
                  <a:pt x="191210" y="59079"/>
                  <a:pt x="186035" y="56830"/>
                  <a:pt x="180045" y="56830"/>
                </a:cubicBezTo>
                <a:cubicBezTo>
                  <a:pt x="174029" y="56830"/>
                  <a:pt x="168853" y="58887"/>
                  <a:pt x="164519" y="62993"/>
                </a:cubicBezTo>
                <a:cubicBezTo>
                  <a:pt x="160185" y="67099"/>
                  <a:pt x="158008" y="72091"/>
                  <a:pt x="158008" y="77980"/>
                </a:cubicBezTo>
                <a:close/>
                <a:moveTo>
                  <a:pt x="143744" y="223516"/>
                </a:moveTo>
                <a:lnTo>
                  <a:pt x="143744" y="77953"/>
                </a:lnTo>
                <a:cubicBezTo>
                  <a:pt x="143744" y="72064"/>
                  <a:pt x="141604" y="67062"/>
                  <a:pt x="137325" y="62956"/>
                </a:cubicBezTo>
                <a:cubicBezTo>
                  <a:pt x="133054" y="58851"/>
                  <a:pt x="127842" y="56803"/>
                  <a:pt x="121707" y="56803"/>
                </a:cubicBezTo>
                <a:cubicBezTo>
                  <a:pt x="115690" y="56803"/>
                  <a:pt x="110469" y="59061"/>
                  <a:pt x="106025" y="63587"/>
                </a:cubicBezTo>
                <a:cubicBezTo>
                  <a:pt x="101562" y="68114"/>
                  <a:pt x="99331" y="73618"/>
                  <a:pt x="99331" y="80092"/>
                </a:cubicBezTo>
                <a:cubicBezTo>
                  <a:pt x="99331" y="85222"/>
                  <a:pt x="100611" y="89767"/>
                  <a:pt x="103190" y="93735"/>
                </a:cubicBezTo>
                <a:cubicBezTo>
                  <a:pt x="105787" y="97667"/>
                  <a:pt x="109216" y="100355"/>
                  <a:pt x="113468" y="101782"/>
                </a:cubicBezTo>
                <a:cubicBezTo>
                  <a:pt x="115425" y="102449"/>
                  <a:pt x="116833" y="103684"/>
                  <a:pt x="117711" y="105485"/>
                </a:cubicBezTo>
                <a:cubicBezTo>
                  <a:pt x="118598" y="107287"/>
                  <a:pt x="118744" y="109070"/>
                  <a:pt x="118159" y="110834"/>
                </a:cubicBezTo>
                <a:cubicBezTo>
                  <a:pt x="117336" y="112718"/>
                  <a:pt x="116010" y="114117"/>
                  <a:pt x="114163" y="115041"/>
                </a:cubicBezTo>
                <a:cubicBezTo>
                  <a:pt x="112316" y="115964"/>
                  <a:pt x="110423" y="116019"/>
                  <a:pt x="108475" y="115196"/>
                </a:cubicBezTo>
                <a:cubicBezTo>
                  <a:pt x="103675" y="113523"/>
                  <a:pt x="99496" y="110880"/>
                  <a:pt x="95930" y="107277"/>
                </a:cubicBezTo>
                <a:cubicBezTo>
                  <a:pt x="92373" y="103693"/>
                  <a:pt x="89575" y="99505"/>
                  <a:pt x="87536" y="94704"/>
                </a:cubicBezTo>
                <a:cubicBezTo>
                  <a:pt x="79553" y="95335"/>
                  <a:pt x="72567" y="98627"/>
                  <a:pt x="66577" y="104580"/>
                </a:cubicBezTo>
                <a:cubicBezTo>
                  <a:pt x="60579" y="110524"/>
                  <a:pt x="57589" y="117738"/>
                  <a:pt x="57589" y="126205"/>
                </a:cubicBezTo>
                <a:cubicBezTo>
                  <a:pt x="57589" y="135002"/>
                  <a:pt x="60524" y="142491"/>
                  <a:pt x="66413" y="148672"/>
                </a:cubicBezTo>
                <a:cubicBezTo>
                  <a:pt x="72302" y="154854"/>
                  <a:pt x="79553" y="157944"/>
                  <a:pt x="88166" y="157944"/>
                </a:cubicBezTo>
                <a:cubicBezTo>
                  <a:pt x="90242" y="157944"/>
                  <a:pt x="91952" y="158621"/>
                  <a:pt x="93296" y="159956"/>
                </a:cubicBezTo>
                <a:cubicBezTo>
                  <a:pt x="94631" y="161300"/>
                  <a:pt x="95308" y="163010"/>
                  <a:pt x="95308" y="165086"/>
                </a:cubicBezTo>
                <a:cubicBezTo>
                  <a:pt x="95308" y="167161"/>
                  <a:pt x="94631" y="168862"/>
                  <a:pt x="93296" y="170206"/>
                </a:cubicBezTo>
                <a:cubicBezTo>
                  <a:pt x="91952" y="171551"/>
                  <a:pt x="90242" y="172218"/>
                  <a:pt x="88166" y="172218"/>
                </a:cubicBezTo>
                <a:cubicBezTo>
                  <a:pt x="83201" y="172218"/>
                  <a:pt x="78428" y="171423"/>
                  <a:pt x="73838" y="169832"/>
                </a:cubicBezTo>
                <a:cubicBezTo>
                  <a:pt x="69248" y="168240"/>
                  <a:pt x="65105" y="166064"/>
                  <a:pt x="61420" y="163321"/>
                </a:cubicBezTo>
                <a:cubicBezTo>
                  <a:pt x="60542" y="165397"/>
                  <a:pt x="59893" y="167500"/>
                  <a:pt x="59473" y="169639"/>
                </a:cubicBezTo>
                <a:cubicBezTo>
                  <a:pt x="59052" y="171779"/>
                  <a:pt x="58832" y="173983"/>
                  <a:pt x="58814" y="176241"/>
                </a:cubicBezTo>
                <a:cubicBezTo>
                  <a:pt x="58814" y="185568"/>
                  <a:pt x="61786" y="193295"/>
                  <a:pt x="67739" y="199440"/>
                </a:cubicBezTo>
                <a:cubicBezTo>
                  <a:pt x="73691" y="205557"/>
                  <a:pt x="80970" y="208620"/>
                  <a:pt x="89584" y="208620"/>
                </a:cubicBezTo>
                <a:cubicBezTo>
                  <a:pt x="94613" y="208620"/>
                  <a:pt x="99304" y="207487"/>
                  <a:pt x="103666" y="205219"/>
                </a:cubicBezTo>
                <a:cubicBezTo>
                  <a:pt x="108027" y="202960"/>
                  <a:pt x="111694" y="199888"/>
                  <a:pt x="114666" y="196011"/>
                </a:cubicBezTo>
                <a:cubicBezTo>
                  <a:pt x="115900" y="194465"/>
                  <a:pt x="117482" y="193469"/>
                  <a:pt x="119411" y="193030"/>
                </a:cubicBezTo>
                <a:cubicBezTo>
                  <a:pt x="121341" y="192591"/>
                  <a:pt x="123115" y="192984"/>
                  <a:pt x="124724" y="194219"/>
                </a:cubicBezTo>
                <a:cubicBezTo>
                  <a:pt x="126251" y="195544"/>
                  <a:pt x="127220" y="197154"/>
                  <a:pt x="127614" y="199065"/>
                </a:cubicBezTo>
                <a:cubicBezTo>
                  <a:pt x="128016" y="200967"/>
                  <a:pt x="127577" y="202686"/>
                  <a:pt x="126297" y="204213"/>
                </a:cubicBezTo>
                <a:cubicBezTo>
                  <a:pt x="122969" y="208886"/>
                  <a:pt x="118909" y="212708"/>
                  <a:pt x="114135" y="215661"/>
                </a:cubicBezTo>
                <a:cubicBezTo>
                  <a:pt x="109353" y="218615"/>
                  <a:pt x="104196" y="220608"/>
                  <a:pt x="98664" y="221632"/>
                </a:cubicBezTo>
                <a:cubicBezTo>
                  <a:pt x="99002" y="227311"/>
                  <a:pt x="101361" y="232559"/>
                  <a:pt x="105741" y="237378"/>
                </a:cubicBezTo>
                <a:cubicBezTo>
                  <a:pt x="110121" y="242197"/>
                  <a:pt x="115370" y="244611"/>
                  <a:pt x="121487" y="244611"/>
                </a:cubicBezTo>
                <a:cubicBezTo>
                  <a:pt x="127650" y="244611"/>
                  <a:pt x="132899" y="242554"/>
                  <a:pt x="137233" y="238448"/>
                </a:cubicBezTo>
                <a:cubicBezTo>
                  <a:pt x="141595" y="234342"/>
                  <a:pt x="143771" y="229341"/>
                  <a:pt x="143771" y="223452"/>
                </a:cubicBezTo>
                <a:close/>
                <a:moveTo>
                  <a:pt x="150876" y="15074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69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35"/>
                </a:lnTo>
                <a:lnTo>
                  <a:pt x="158008" y="252749"/>
                </a:lnTo>
                <a:close/>
                <a:moveTo>
                  <a:pt x="150876" y="14285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66358" y="93763"/>
                </a:lnTo>
                <a:lnTo>
                  <a:pt x="150876" y="142857"/>
                </a:lnTo>
                <a:close/>
                <a:moveTo>
                  <a:pt x="53063" y="216786"/>
                </a:moveTo>
                <a:cubicBezTo>
                  <a:pt x="50146" y="215113"/>
                  <a:pt x="47905" y="212872"/>
                  <a:pt x="46333" y="210065"/>
                </a:cubicBezTo>
                <a:cubicBezTo>
                  <a:pt x="44760" y="207258"/>
                  <a:pt x="43973" y="204259"/>
                  <a:pt x="43973" y="201077"/>
                </a:cubicBezTo>
                <a:lnTo>
                  <a:pt x="43973" y="100739"/>
                </a:lnTo>
                <a:cubicBezTo>
                  <a:pt x="43973" y="97557"/>
                  <a:pt x="44760" y="94558"/>
                  <a:pt x="46333" y="91751"/>
                </a:cubicBezTo>
                <a:cubicBezTo>
                  <a:pt x="47905" y="88944"/>
                  <a:pt x="50146" y="86703"/>
                  <a:pt x="53063" y="85021"/>
                </a:cubicBezTo>
                <a:lnTo>
                  <a:pt x="141796" y="33787"/>
                </a:lnTo>
                <a:cubicBezTo>
                  <a:pt x="144704" y="32196"/>
                  <a:pt x="147740" y="31400"/>
                  <a:pt x="150903" y="31400"/>
                </a:cubicBezTo>
                <a:cubicBezTo>
                  <a:pt x="154067" y="31400"/>
                  <a:pt x="157076" y="32196"/>
                  <a:pt x="159929" y="33787"/>
                </a:cubicBezTo>
                <a:lnTo>
                  <a:pt x="248662" y="85021"/>
                </a:lnTo>
                <a:cubicBezTo>
                  <a:pt x="251579" y="86703"/>
                  <a:pt x="253819" y="88944"/>
                  <a:pt x="255392" y="91751"/>
                </a:cubicBezTo>
                <a:cubicBezTo>
                  <a:pt x="256965" y="94558"/>
                  <a:pt x="257751" y="97557"/>
                  <a:pt x="257751" y="100739"/>
                </a:cubicBezTo>
                <a:lnTo>
                  <a:pt x="257751" y="201077"/>
                </a:lnTo>
                <a:cubicBezTo>
                  <a:pt x="257751" y="204259"/>
                  <a:pt x="256965" y="207258"/>
                  <a:pt x="255392" y="210065"/>
                </a:cubicBezTo>
                <a:cubicBezTo>
                  <a:pt x="253819" y="212872"/>
                  <a:pt x="251579" y="215113"/>
                  <a:pt x="248662" y="216786"/>
                </a:cubicBezTo>
                <a:lnTo>
                  <a:pt x="159929" y="268029"/>
                </a:lnTo>
                <a:cubicBezTo>
                  <a:pt x="157012" y="269620"/>
                  <a:pt x="153976" y="270416"/>
                  <a:pt x="150812" y="270416"/>
                </a:cubicBezTo>
                <a:cubicBezTo>
                  <a:pt x="147648" y="270416"/>
                  <a:pt x="144640" y="269620"/>
                  <a:pt x="141796" y="268029"/>
                </a:cubicBezTo>
                <a:lnTo>
                  <a:pt x="53063" y="216786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1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27" y="152412"/>
                </a:moveTo>
                <a:cubicBezTo>
                  <a:pt x="94183" y="153775"/>
                  <a:pt x="93516" y="155475"/>
                  <a:pt x="93516" y="157505"/>
                </a:cubicBezTo>
                <a:lnTo>
                  <a:pt x="93516" y="204186"/>
                </a:lnTo>
                <a:cubicBezTo>
                  <a:pt x="93516" y="206215"/>
                  <a:pt x="94201" y="207916"/>
                  <a:pt x="95582" y="209279"/>
                </a:cubicBezTo>
                <a:cubicBezTo>
                  <a:pt x="96972" y="210641"/>
                  <a:pt x="98673" y="211318"/>
                  <a:pt x="100712" y="211318"/>
                </a:cubicBezTo>
                <a:cubicBezTo>
                  <a:pt x="102742" y="211318"/>
                  <a:pt x="104434" y="210641"/>
                  <a:pt x="105769" y="209279"/>
                </a:cubicBezTo>
                <a:cubicBezTo>
                  <a:pt x="107113" y="207916"/>
                  <a:pt x="107780" y="206215"/>
                  <a:pt x="107780" y="204186"/>
                </a:cubicBezTo>
                <a:lnTo>
                  <a:pt x="107780" y="157505"/>
                </a:lnTo>
                <a:cubicBezTo>
                  <a:pt x="107780" y="155475"/>
                  <a:pt x="107095" y="153775"/>
                  <a:pt x="105705" y="152412"/>
                </a:cubicBezTo>
                <a:cubicBezTo>
                  <a:pt x="104324" y="151050"/>
                  <a:pt x="102614" y="150373"/>
                  <a:pt x="100584" y="150373"/>
                </a:cubicBezTo>
                <a:cubicBezTo>
                  <a:pt x="98554" y="150373"/>
                  <a:pt x="96862" y="151050"/>
                  <a:pt x="95527" y="152412"/>
                </a:cubicBezTo>
                <a:close/>
                <a:moveTo>
                  <a:pt x="196011" y="86155"/>
                </a:moveTo>
                <a:cubicBezTo>
                  <a:pt x="194676" y="87517"/>
                  <a:pt x="193999" y="89218"/>
                  <a:pt x="193999" y="91248"/>
                </a:cubicBezTo>
                <a:lnTo>
                  <a:pt x="193999" y="204158"/>
                </a:lnTo>
                <a:cubicBezTo>
                  <a:pt x="193999" y="206188"/>
                  <a:pt x="194694" y="207880"/>
                  <a:pt x="196075" y="209242"/>
                </a:cubicBezTo>
                <a:cubicBezTo>
                  <a:pt x="197456" y="210605"/>
                  <a:pt x="199165" y="211290"/>
                  <a:pt x="201195" y="211290"/>
                </a:cubicBezTo>
                <a:cubicBezTo>
                  <a:pt x="203235" y="211290"/>
                  <a:pt x="204917" y="210605"/>
                  <a:pt x="206261" y="209242"/>
                </a:cubicBezTo>
                <a:cubicBezTo>
                  <a:pt x="207605" y="207880"/>
                  <a:pt x="208273" y="206188"/>
                  <a:pt x="208273" y="204158"/>
                </a:cubicBezTo>
                <a:lnTo>
                  <a:pt x="208273" y="91248"/>
                </a:lnTo>
                <a:cubicBezTo>
                  <a:pt x="208273" y="89218"/>
                  <a:pt x="207578" y="87517"/>
                  <a:pt x="206197" y="86155"/>
                </a:cubicBezTo>
                <a:cubicBezTo>
                  <a:pt x="204816" y="84792"/>
                  <a:pt x="203107" y="84116"/>
                  <a:pt x="201077" y="84116"/>
                </a:cubicBezTo>
                <a:cubicBezTo>
                  <a:pt x="199037" y="84116"/>
                  <a:pt x="197355" y="84792"/>
                  <a:pt x="196011" y="86155"/>
                </a:cubicBezTo>
                <a:close/>
                <a:moveTo>
                  <a:pt x="145755" y="179232"/>
                </a:moveTo>
                <a:cubicBezTo>
                  <a:pt x="144411" y="180631"/>
                  <a:pt x="143744" y="182313"/>
                  <a:pt x="143744" y="184261"/>
                </a:cubicBezTo>
                <a:lnTo>
                  <a:pt x="143744" y="204186"/>
                </a:lnTo>
                <a:cubicBezTo>
                  <a:pt x="143744" y="206215"/>
                  <a:pt x="144429" y="207916"/>
                  <a:pt x="145819" y="209279"/>
                </a:cubicBezTo>
                <a:cubicBezTo>
                  <a:pt x="147200" y="210641"/>
                  <a:pt x="148910" y="211318"/>
                  <a:pt x="150940" y="211318"/>
                </a:cubicBezTo>
                <a:cubicBezTo>
                  <a:pt x="152970" y="211318"/>
                  <a:pt x="154662" y="210641"/>
                  <a:pt x="155997" y="209279"/>
                </a:cubicBezTo>
                <a:cubicBezTo>
                  <a:pt x="157341" y="207916"/>
                  <a:pt x="158008" y="206215"/>
                  <a:pt x="158008" y="204186"/>
                </a:cubicBezTo>
                <a:lnTo>
                  <a:pt x="158008" y="184261"/>
                </a:lnTo>
                <a:cubicBezTo>
                  <a:pt x="158008" y="182313"/>
                  <a:pt x="157323" y="180631"/>
                  <a:pt x="155933" y="179232"/>
                </a:cubicBezTo>
                <a:cubicBezTo>
                  <a:pt x="154552" y="177823"/>
                  <a:pt x="152842" y="177119"/>
                  <a:pt x="150812" y="177119"/>
                </a:cubicBezTo>
                <a:cubicBezTo>
                  <a:pt x="148782" y="177119"/>
                  <a:pt x="147090" y="177823"/>
                  <a:pt x="145755" y="179232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155997" y="145152"/>
                </a:moveTo>
                <a:cubicBezTo>
                  <a:pt x="157341" y="143771"/>
                  <a:pt x="158008" y="142061"/>
                  <a:pt x="158008" y="140031"/>
                </a:cubicBezTo>
                <a:cubicBezTo>
                  <a:pt x="158008" y="138001"/>
                  <a:pt x="157323" y="136310"/>
                  <a:pt x="155933" y="134975"/>
                </a:cubicBezTo>
                <a:cubicBezTo>
                  <a:pt x="154552" y="133630"/>
                  <a:pt x="152842" y="132963"/>
                  <a:pt x="150812" y="132963"/>
                </a:cubicBezTo>
                <a:cubicBezTo>
                  <a:pt x="148782" y="132963"/>
                  <a:pt x="147090" y="133649"/>
                  <a:pt x="145755" y="135039"/>
                </a:cubicBezTo>
                <a:cubicBezTo>
                  <a:pt x="144411" y="136419"/>
                  <a:pt x="143744" y="138129"/>
                  <a:pt x="143744" y="140159"/>
                </a:cubicBezTo>
                <a:cubicBezTo>
                  <a:pt x="143744" y="142189"/>
                  <a:pt x="144429" y="143881"/>
                  <a:pt x="145819" y="145216"/>
                </a:cubicBezTo>
                <a:cubicBezTo>
                  <a:pt x="147200" y="146560"/>
                  <a:pt x="148910" y="147228"/>
                  <a:pt x="150940" y="147228"/>
                </a:cubicBezTo>
                <a:cubicBezTo>
                  <a:pt x="152970" y="147228"/>
                  <a:pt x="154662" y="146542"/>
                  <a:pt x="155997" y="14515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3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838" y="245178"/>
                </a:moveTo>
                <a:cubicBezTo>
                  <a:pt x="212260" y="245178"/>
                  <a:pt x="210102" y="244300"/>
                  <a:pt x="208364" y="242563"/>
                </a:cubicBezTo>
                <a:cubicBezTo>
                  <a:pt x="206627" y="240826"/>
                  <a:pt x="205758" y="238668"/>
                  <a:pt x="205758" y="236089"/>
                </a:cubicBezTo>
                <a:lnTo>
                  <a:pt x="205758" y="179981"/>
                </a:lnTo>
                <a:cubicBezTo>
                  <a:pt x="205758" y="177403"/>
                  <a:pt x="206627" y="175245"/>
                  <a:pt x="208364" y="173507"/>
                </a:cubicBezTo>
                <a:cubicBezTo>
                  <a:pt x="210102" y="171770"/>
                  <a:pt x="212260" y="170901"/>
                  <a:pt x="214838" y="170901"/>
                </a:cubicBezTo>
                <a:lnTo>
                  <a:pt x="236126" y="170901"/>
                </a:lnTo>
                <a:cubicBezTo>
                  <a:pt x="238695" y="170901"/>
                  <a:pt x="240853" y="171770"/>
                  <a:pt x="242599" y="173507"/>
                </a:cubicBezTo>
                <a:cubicBezTo>
                  <a:pt x="244337" y="175245"/>
                  <a:pt x="245206" y="177403"/>
                  <a:pt x="245206" y="179981"/>
                </a:cubicBezTo>
                <a:lnTo>
                  <a:pt x="245206" y="236089"/>
                </a:lnTo>
                <a:cubicBezTo>
                  <a:pt x="245206" y="238668"/>
                  <a:pt x="244337" y="240826"/>
                  <a:pt x="242599" y="242563"/>
                </a:cubicBezTo>
                <a:cubicBezTo>
                  <a:pt x="240853" y="244300"/>
                  <a:pt x="238695" y="245178"/>
                  <a:pt x="236126" y="245178"/>
                </a:cubicBezTo>
                <a:lnTo>
                  <a:pt x="214838" y="245178"/>
                </a:lnTo>
                <a:close/>
                <a:moveTo>
                  <a:pt x="140251" y="245178"/>
                </a:moveTo>
                <a:cubicBezTo>
                  <a:pt x="137672" y="245178"/>
                  <a:pt x="135514" y="244300"/>
                  <a:pt x="133777" y="242563"/>
                </a:cubicBezTo>
                <a:cubicBezTo>
                  <a:pt x="132039" y="240826"/>
                  <a:pt x="131171" y="238668"/>
                  <a:pt x="131171" y="236089"/>
                </a:cubicBezTo>
                <a:lnTo>
                  <a:pt x="131171" y="65636"/>
                </a:lnTo>
                <a:cubicBezTo>
                  <a:pt x="131171" y="63057"/>
                  <a:pt x="132039" y="60899"/>
                  <a:pt x="133777" y="59153"/>
                </a:cubicBezTo>
                <a:cubicBezTo>
                  <a:pt x="135514" y="57415"/>
                  <a:pt x="137672" y="56546"/>
                  <a:pt x="140251" y="56546"/>
                </a:cubicBezTo>
                <a:lnTo>
                  <a:pt x="161529" y="56546"/>
                </a:lnTo>
                <a:cubicBezTo>
                  <a:pt x="164107" y="56546"/>
                  <a:pt x="166265" y="57415"/>
                  <a:pt x="168003" y="59153"/>
                </a:cubicBezTo>
                <a:cubicBezTo>
                  <a:pt x="169749" y="60899"/>
                  <a:pt x="170618" y="63057"/>
                  <a:pt x="170618" y="65636"/>
                </a:cubicBezTo>
                <a:lnTo>
                  <a:pt x="170618" y="236089"/>
                </a:lnTo>
                <a:cubicBezTo>
                  <a:pt x="170618" y="238668"/>
                  <a:pt x="169749" y="240826"/>
                  <a:pt x="168003" y="242563"/>
                </a:cubicBezTo>
                <a:cubicBezTo>
                  <a:pt x="166265" y="244300"/>
                  <a:pt x="164107" y="245178"/>
                  <a:pt x="161529" y="245178"/>
                </a:cubicBezTo>
                <a:lnTo>
                  <a:pt x="140251" y="245178"/>
                </a:lnTo>
                <a:close/>
                <a:moveTo>
                  <a:pt x="65663" y="245178"/>
                </a:moveTo>
                <a:cubicBezTo>
                  <a:pt x="63084" y="245178"/>
                  <a:pt x="60926" y="244300"/>
                  <a:pt x="59189" y="242563"/>
                </a:cubicBezTo>
                <a:cubicBezTo>
                  <a:pt x="57452" y="240826"/>
                  <a:pt x="56574" y="238668"/>
                  <a:pt x="56574" y="236089"/>
                </a:cubicBezTo>
                <a:lnTo>
                  <a:pt x="56574" y="127330"/>
                </a:lnTo>
                <a:cubicBezTo>
                  <a:pt x="56574" y="124715"/>
                  <a:pt x="57452" y="122539"/>
                  <a:pt x="59189" y="120792"/>
                </a:cubicBezTo>
                <a:cubicBezTo>
                  <a:pt x="60926" y="119073"/>
                  <a:pt x="63084" y="118214"/>
                  <a:pt x="65663" y="118214"/>
                </a:cubicBezTo>
                <a:lnTo>
                  <a:pt x="86941" y="118214"/>
                </a:lnTo>
                <a:cubicBezTo>
                  <a:pt x="89520" y="118214"/>
                  <a:pt x="91678" y="119091"/>
                  <a:pt x="93415" y="120829"/>
                </a:cubicBezTo>
                <a:cubicBezTo>
                  <a:pt x="95152" y="122566"/>
                  <a:pt x="96030" y="124724"/>
                  <a:pt x="96030" y="127303"/>
                </a:cubicBezTo>
                <a:lnTo>
                  <a:pt x="96030" y="236062"/>
                </a:lnTo>
                <a:cubicBezTo>
                  <a:pt x="96030" y="238677"/>
                  <a:pt x="95152" y="240853"/>
                  <a:pt x="93415" y="242599"/>
                </a:cubicBezTo>
                <a:cubicBezTo>
                  <a:pt x="91678" y="244337"/>
                  <a:pt x="89520" y="245206"/>
                  <a:pt x="86941" y="245206"/>
                </a:cubicBezTo>
                <a:lnTo>
                  <a:pt x="65663" y="24520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5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702" y="243477"/>
                </a:moveTo>
                <a:lnTo>
                  <a:pt x="106427" y="243477"/>
                </a:lnTo>
                <a:lnTo>
                  <a:pt x="106427" y="133713"/>
                </a:lnTo>
                <a:lnTo>
                  <a:pt x="45702" y="133713"/>
                </a:lnTo>
                <a:lnTo>
                  <a:pt x="45702" y="243477"/>
                </a:lnTo>
                <a:close/>
                <a:moveTo>
                  <a:pt x="120673" y="243477"/>
                </a:moveTo>
                <a:lnTo>
                  <a:pt x="181079" y="243477"/>
                </a:lnTo>
                <a:lnTo>
                  <a:pt x="181079" y="58275"/>
                </a:lnTo>
                <a:lnTo>
                  <a:pt x="120673" y="58275"/>
                </a:lnTo>
                <a:lnTo>
                  <a:pt x="120673" y="243477"/>
                </a:lnTo>
                <a:close/>
                <a:moveTo>
                  <a:pt x="195325" y="243477"/>
                </a:moveTo>
                <a:lnTo>
                  <a:pt x="256050" y="243477"/>
                </a:lnTo>
                <a:lnTo>
                  <a:pt x="256050" y="158859"/>
                </a:lnTo>
                <a:lnTo>
                  <a:pt x="195352" y="158859"/>
                </a:lnTo>
                <a:lnTo>
                  <a:pt x="195352" y="243477"/>
                </a:lnTo>
                <a:close/>
                <a:moveTo>
                  <a:pt x="31437" y="239609"/>
                </a:moveTo>
                <a:lnTo>
                  <a:pt x="31437" y="137581"/>
                </a:lnTo>
                <a:cubicBezTo>
                  <a:pt x="31437" y="132652"/>
                  <a:pt x="33220" y="128400"/>
                  <a:pt x="36805" y="124816"/>
                </a:cubicBezTo>
                <a:cubicBezTo>
                  <a:pt x="40389" y="121231"/>
                  <a:pt x="44641" y="119448"/>
                  <a:pt x="49570" y="119448"/>
                </a:cubicBezTo>
                <a:lnTo>
                  <a:pt x="106400" y="119448"/>
                </a:lnTo>
                <a:lnTo>
                  <a:pt x="106400" y="62143"/>
                </a:lnTo>
                <a:cubicBezTo>
                  <a:pt x="106400" y="57214"/>
                  <a:pt x="108192" y="52962"/>
                  <a:pt x="111776" y="49378"/>
                </a:cubicBezTo>
                <a:cubicBezTo>
                  <a:pt x="115361" y="45793"/>
                  <a:pt x="119613" y="44010"/>
                  <a:pt x="124532" y="44010"/>
                </a:cubicBezTo>
                <a:lnTo>
                  <a:pt x="177183" y="44010"/>
                </a:lnTo>
                <a:cubicBezTo>
                  <a:pt x="182112" y="44010"/>
                  <a:pt x="186364" y="45793"/>
                  <a:pt x="189948" y="49378"/>
                </a:cubicBezTo>
                <a:cubicBezTo>
                  <a:pt x="193533" y="52962"/>
                  <a:pt x="195325" y="57214"/>
                  <a:pt x="195325" y="62143"/>
                </a:cubicBezTo>
                <a:lnTo>
                  <a:pt x="195325" y="144594"/>
                </a:lnTo>
                <a:lnTo>
                  <a:pt x="252155" y="144594"/>
                </a:lnTo>
                <a:cubicBezTo>
                  <a:pt x="257074" y="144594"/>
                  <a:pt x="261326" y="146377"/>
                  <a:pt x="264911" y="149962"/>
                </a:cubicBezTo>
                <a:cubicBezTo>
                  <a:pt x="268495" y="153546"/>
                  <a:pt x="270287" y="157798"/>
                  <a:pt x="270287" y="162727"/>
                </a:cubicBezTo>
                <a:lnTo>
                  <a:pt x="270287" y="239609"/>
                </a:lnTo>
                <a:cubicBezTo>
                  <a:pt x="270287" y="244538"/>
                  <a:pt x="268495" y="248790"/>
                  <a:pt x="264911" y="252374"/>
                </a:cubicBezTo>
                <a:cubicBezTo>
                  <a:pt x="261326" y="255959"/>
                  <a:pt x="257074" y="257751"/>
                  <a:pt x="252155" y="257751"/>
                </a:cubicBezTo>
                <a:lnTo>
                  <a:pt x="49570" y="257751"/>
                </a:lnTo>
                <a:cubicBezTo>
                  <a:pt x="44641" y="257751"/>
                  <a:pt x="40389" y="255959"/>
                  <a:pt x="36805" y="252374"/>
                </a:cubicBezTo>
                <a:cubicBezTo>
                  <a:pt x="33220" y="248790"/>
                  <a:pt x="31437" y="244538"/>
                  <a:pt x="31437" y="23960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7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876" y="258848"/>
                </a:moveTo>
                <a:cubicBezTo>
                  <a:pt x="41532" y="257486"/>
                  <a:pt x="40865" y="255785"/>
                  <a:pt x="40865" y="253755"/>
                </a:cubicBezTo>
                <a:lnTo>
                  <a:pt x="40865" y="241118"/>
                </a:lnTo>
                <a:cubicBezTo>
                  <a:pt x="40865" y="239088"/>
                  <a:pt x="41550" y="237387"/>
                  <a:pt x="42940" y="236025"/>
                </a:cubicBezTo>
                <a:cubicBezTo>
                  <a:pt x="44321" y="234662"/>
                  <a:pt x="46031" y="233986"/>
                  <a:pt x="48061" y="233986"/>
                </a:cubicBezTo>
                <a:cubicBezTo>
                  <a:pt x="50091" y="233986"/>
                  <a:pt x="51782" y="234662"/>
                  <a:pt x="53117" y="236025"/>
                </a:cubicBezTo>
                <a:cubicBezTo>
                  <a:pt x="54462" y="237387"/>
                  <a:pt x="55129" y="239088"/>
                  <a:pt x="55129" y="241118"/>
                </a:cubicBezTo>
                <a:lnTo>
                  <a:pt x="55129" y="253755"/>
                </a:lnTo>
                <a:cubicBezTo>
                  <a:pt x="55129" y="255767"/>
                  <a:pt x="54443" y="257468"/>
                  <a:pt x="53063" y="258848"/>
                </a:cubicBezTo>
                <a:cubicBezTo>
                  <a:pt x="51673" y="260211"/>
                  <a:pt x="49963" y="260887"/>
                  <a:pt x="47933" y="260887"/>
                </a:cubicBezTo>
                <a:cubicBezTo>
                  <a:pt x="45903" y="260887"/>
                  <a:pt x="44211" y="260211"/>
                  <a:pt x="42876" y="258848"/>
                </a:cubicBezTo>
                <a:close/>
                <a:moveTo>
                  <a:pt x="94357" y="258848"/>
                </a:moveTo>
                <a:cubicBezTo>
                  <a:pt x="93040" y="257486"/>
                  <a:pt x="92382" y="255785"/>
                  <a:pt x="92382" y="253755"/>
                </a:cubicBezTo>
                <a:lnTo>
                  <a:pt x="92382" y="189125"/>
                </a:lnTo>
                <a:cubicBezTo>
                  <a:pt x="92382" y="187114"/>
                  <a:pt x="93058" y="185422"/>
                  <a:pt x="94421" y="184041"/>
                </a:cubicBezTo>
                <a:cubicBezTo>
                  <a:pt x="95783" y="182679"/>
                  <a:pt x="97475" y="181993"/>
                  <a:pt x="99487" y="181993"/>
                </a:cubicBezTo>
                <a:cubicBezTo>
                  <a:pt x="101498" y="181993"/>
                  <a:pt x="103190" y="182679"/>
                  <a:pt x="104580" y="184041"/>
                </a:cubicBezTo>
                <a:cubicBezTo>
                  <a:pt x="105961" y="185404"/>
                  <a:pt x="106646" y="187095"/>
                  <a:pt x="106646" y="189125"/>
                </a:cubicBezTo>
                <a:lnTo>
                  <a:pt x="106646" y="253755"/>
                </a:lnTo>
                <a:cubicBezTo>
                  <a:pt x="106646" y="255767"/>
                  <a:pt x="105942" y="257468"/>
                  <a:pt x="104516" y="258848"/>
                </a:cubicBezTo>
                <a:cubicBezTo>
                  <a:pt x="103089" y="260211"/>
                  <a:pt x="101370" y="260887"/>
                  <a:pt x="99359" y="260887"/>
                </a:cubicBezTo>
                <a:cubicBezTo>
                  <a:pt x="97347" y="260887"/>
                  <a:pt x="95683" y="260211"/>
                  <a:pt x="94357" y="258848"/>
                </a:cubicBezTo>
                <a:close/>
                <a:moveTo>
                  <a:pt x="145755" y="258848"/>
                </a:moveTo>
                <a:cubicBezTo>
                  <a:pt x="144411" y="257486"/>
                  <a:pt x="143744" y="255785"/>
                  <a:pt x="143744" y="253755"/>
                </a:cubicBezTo>
                <a:lnTo>
                  <a:pt x="143744" y="209690"/>
                </a:lnTo>
                <a:cubicBezTo>
                  <a:pt x="143744" y="207651"/>
                  <a:pt x="144429" y="205959"/>
                  <a:pt x="145819" y="204597"/>
                </a:cubicBezTo>
                <a:cubicBezTo>
                  <a:pt x="147200" y="203235"/>
                  <a:pt x="148910" y="202549"/>
                  <a:pt x="150940" y="202549"/>
                </a:cubicBezTo>
                <a:cubicBezTo>
                  <a:pt x="152970" y="202549"/>
                  <a:pt x="154662" y="203235"/>
                  <a:pt x="155997" y="204597"/>
                </a:cubicBezTo>
                <a:cubicBezTo>
                  <a:pt x="157341" y="205959"/>
                  <a:pt x="158008" y="207651"/>
                  <a:pt x="158008" y="209690"/>
                </a:cubicBezTo>
                <a:lnTo>
                  <a:pt x="158008" y="253755"/>
                </a:lnTo>
                <a:cubicBezTo>
                  <a:pt x="158008" y="255767"/>
                  <a:pt x="157323" y="257468"/>
                  <a:pt x="155933" y="258848"/>
                </a:cubicBezTo>
                <a:cubicBezTo>
                  <a:pt x="154552" y="260211"/>
                  <a:pt x="152842" y="260887"/>
                  <a:pt x="150812" y="260887"/>
                </a:cubicBezTo>
                <a:cubicBezTo>
                  <a:pt x="148782" y="260887"/>
                  <a:pt x="147090" y="260211"/>
                  <a:pt x="145755" y="258848"/>
                </a:cubicBezTo>
                <a:close/>
                <a:moveTo>
                  <a:pt x="197236" y="258848"/>
                </a:moveTo>
                <a:cubicBezTo>
                  <a:pt x="195919" y="257486"/>
                  <a:pt x="195261" y="255785"/>
                  <a:pt x="195261" y="253755"/>
                </a:cubicBezTo>
                <a:lnTo>
                  <a:pt x="195261" y="181618"/>
                </a:lnTo>
                <a:cubicBezTo>
                  <a:pt x="195261" y="179588"/>
                  <a:pt x="195938" y="177887"/>
                  <a:pt x="197300" y="176525"/>
                </a:cubicBezTo>
                <a:cubicBezTo>
                  <a:pt x="198663" y="175162"/>
                  <a:pt x="200354" y="174486"/>
                  <a:pt x="202366" y="174486"/>
                </a:cubicBezTo>
                <a:cubicBezTo>
                  <a:pt x="204378" y="174486"/>
                  <a:pt x="206069" y="175162"/>
                  <a:pt x="207459" y="176525"/>
                </a:cubicBezTo>
                <a:cubicBezTo>
                  <a:pt x="208840" y="177887"/>
                  <a:pt x="209526" y="179588"/>
                  <a:pt x="209526" y="181618"/>
                </a:cubicBezTo>
                <a:lnTo>
                  <a:pt x="209526" y="253755"/>
                </a:lnTo>
                <a:cubicBezTo>
                  <a:pt x="209526" y="255767"/>
                  <a:pt x="208812" y="257468"/>
                  <a:pt x="207395" y="258848"/>
                </a:cubicBezTo>
                <a:cubicBezTo>
                  <a:pt x="205969" y="260211"/>
                  <a:pt x="204250" y="260887"/>
                  <a:pt x="202238" y="260887"/>
                </a:cubicBezTo>
                <a:cubicBezTo>
                  <a:pt x="200226" y="260887"/>
                  <a:pt x="198562" y="260211"/>
                  <a:pt x="197236" y="258848"/>
                </a:cubicBezTo>
                <a:close/>
                <a:moveTo>
                  <a:pt x="248635" y="258848"/>
                </a:moveTo>
                <a:cubicBezTo>
                  <a:pt x="247290" y="257486"/>
                  <a:pt x="246623" y="255785"/>
                  <a:pt x="246623" y="253755"/>
                </a:cubicBezTo>
                <a:lnTo>
                  <a:pt x="246623" y="140534"/>
                </a:lnTo>
                <a:cubicBezTo>
                  <a:pt x="246623" y="138504"/>
                  <a:pt x="247309" y="136803"/>
                  <a:pt x="248699" y="135441"/>
                </a:cubicBezTo>
                <a:cubicBezTo>
                  <a:pt x="250079" y="134078"/>
                  <a:pt x="251789" y="133402"/>
                  <a:pt x="253819" y="133402"/>
                </a:cubicBezTo>
                <a:cubicBezTo>
                  <a:pt x="255849" y="133402"/>
                  <a:pt x="257541" y="134078"/>
                  <a:pt x="258876" y="135441"/>
                </a:cubicBezTo>
                <a:cubicBezTo>
                  <a:pt x="260220" y="136803"/>
                  <a:pt x="260887" y="138504"/>
                  <a:pt x="260887" y="140534"/>
                </a:cubicBezTo>
                <a:lnTo>
                  <a:pt x="260887" y="253755"/>
                </a:lnTo>
                <a:cubicBezTo>
                  <a:pt x="260887" y="255767"/>
                  <a:pt x="260202" y="257468"/>
                  <a:pt x="258812" y="258848"/>
                </a:cubicBezTo>
                <a:cubicBezTo>
                  <a:pt x="257431" y="260211"/>
                  <a:pt x="255721" y="260887"/>
                  <a:pt x="253691" y="260887"/>
                </a:cubicBezTo>
                <a:cubicBezTo>
                  <a:pt x="251661" y="260887"/>
                  <a:pt x="249970" y="260211"/>
                  <a:pt x="248635" y="258848"/>
                </a:cubicBezTo>
                <a:close/>
                <a:moveTo>
                  <a:pt x="175931" y="143085"/>
                </a:moveTo>
                <a:cubicBezTo>
                  <a:pt x="173645" y="143085"/>
                  <a:pt x="171395" y="142610"/>
                  <a:pt x="169173" y="141668"/>
                </a:cubicBezTo>
                <a:cubicBezTo>
                  <a:pt x="166951" y="140726"/>
                  <a:pt x="164930" y="139391"/>
                  <a:pt x="163102" y="137672"/>
                </a:cubicBezTo>
                <a:lnTo>
                  <a:pt x="128528" y="103071"/>
                </a:lnTo>
                <a:cubicBezTo>
                  <a:pt x="127797" y="102331"/>
                  <a:pt x="126873" y="101965"/>
                  <a:pt x="125757" y="101965"/>
                </a:cubicBezTo>
                <a:cubicBezTo>
                  <a:pt x="124651" y="101965"/>
                  <a:pt x="123727" y="102331"/>
                  <a:pt x="122996" y="103071"/>
                </a:cubicBezTo>
                <a:lnTo>
                  <a:pt x="53218" y="172502"/>
                </a:lnTo>
                <a:cubicBezTo>
                  <a:pt x="51792" y="173910"/>
                  <a:pt x="50073" y="174596"/>
                  <a:pt x="48061" y="174577"/>
                </a:cubicBezTo>
                <a:cubicBezTo>
                  <a:pt x="46049" y="174559"/>
                  <a:pt x="44358" y="173800"/>
                  <a:pt x="43004" y="172310"/>
                </a:cubicBezTo>
                <a:cubicBezTo>
                  <a:pt x="41788" y="170993"/>
                  <a:pt x="41121" y="169365"/>
                  <a:pt x="41020" y="167445"/>
                </a:cubicBezTo>
                <a:cubicBezTo>
                  <a:pt x="40938" y="165516"/>
                  <a:pt x="41578" y="163860"/>
                  <a:pt x="42940" y="162471"/>
                </a:cubicBezTo>
                <a:lnTo>
                  <a:pt x="113093" y="92821"/>
                </a:lnTo>
                <a:cubicBezTo>
                  <a:pt x="114894" y="91038"/>
                  <a:pt x="116897" y="89748"/>
                  <a:pt x="119101" y="88953"/>
                </a:cubicBezTo>
                <a:cubicBezTo>
                  <a:pt x="121277" y="88139"/>
                  <a:pt x="123481" y="87728"/>
                  <a:pt x="125703" y="87728"/>
                </a:cubicBezTo>
                <a:cubicBezTo>
                  <a:pt x="127915" y="87728"/>
                  <a:pt x="130156" y="88139"/>
                  <a:pt x="132396" y="88953"/>
                </a:cubicBezTo>
                <a:cubicBezTo>
                  <a:pt x="134636" y="89776"/>
                  <a:pt x="136639" y="91056"/>
                  <a:pt x="138394" y="92821"/>
                </a:cubicBezTo>
                <a:lnTo>
                  <a:pt x="173224" y="127614"/>
                </a:lnTo>
                <a:cubicBezTo>
                  <a:pt x="173955" y="128345"/>
                  <a:pt x="174879" y="128720"/>
                  <a:pt x="175995" y="128720"/>
                </a:cubicBezTo>
                <a:cubicBezTo>
                  <a:pt x="177101" y="128720"/>
                  <a:pt x="178025" y="128345"/>
                  <a:pt x="178756" y="127614"/>
                </a:cubicBezTo>
                <a:lnTo>
                  <a:pt x="248699" y="57680"/>
                </a:lnTo>
                <a:cubicBezTo>
                  <a:pt x="250098" y="56272"/>
                  <a:pt x="251771" y="55550"/>
                  <a:pt x="253728" y="55513"/>
                </a:cubicBezTo>
                <a:cubicBezTo>
                  <a:pt x="255675" y="55468"/>
                  <a:pt x="257321" y="56190"/>
                  <a:pt x="258656" y="57680"/>
                </a:cubicBezTo>
                <a:cubicBezTo>
                  <a:pt x="259918" y="59079"/>
                  <a:pt x="260586" y="60734"/>
                  <a:pt x="260668" y="62646"/>
                </a:cubicBezTo>
                <a:cubicBezTo>
                  <a:pt x="260750" y="64575"/>
                  <a:pt x="260110" y="66230"/>
                  <a:pt x="258748" y="67611"/>
                </a:cubicBezTo>
                <a:lnTo>
                  <a:pt x="188750" y="137672"/>
                </a:lnTo>
                <a:cubicBezTo>
                  <a:pt x="187059" y="139501"/>
                  <a:pt x="185065" y="140845"/>
                  <a:pt x="182779" y="141732"/>
                </a:cubicBezTo>
                <a:cubicBezTo>
                  <a:pt x="180493" y="142628"/>
                  <a:pt x="178207" y="143085"/>
                  <a:pt x="175931" y="14308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79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24" y="163979"/>
                </a:moveTo>
                <a:cubicBezTo>
                  <a:pt x="22787" y="162937"/>
                  <a:pt x="21799" y="161456"/>
                  <a:pt x="21470" y="159554"/>
                </a:cubicBezTo>
                <a:cubicBezTo>
                  <a:pt x="21132" y="157624"/>
                  <a:pt x="21479" y="155896"/>
                  <a:pt x="22503" y="154369"/>
                </a:cubicBezTo>
                <a:lnTo>
                  <a:pt x="62390" y="90023"/>
                </a:lnTo>
                <a:cubicBezTo>
                  <a:pt x="65645" y="84765"/>
                  <a:pt x="70290" y="81930"/>
                  <a:pt x="76352" y="81537"/>
                </a:cubicBezTo>
                <a:cubicBezTo>
                  <a:pt x="82406" y="81135"/>
                  <a:pt x="87444" y="83274"/>
                  <a:pt x="91467" y="87947"/>
                </a:cubicBezTo>
                <a:lnTo>
                  <a:pt x="109984" y="109637"/>
                </a:lnTo>
                <a:cubicBezTo>
                  <a:pt x="110862" y="110688"/>
                  <a:pt x="111977" y="111164"/>
                  <a:pt x="113312" y="111081"/>
                </a:cubicBezTo>
                <a:cubicBezTo>
                  <a:pt x="114638" y="110999"/>
                  <a:pt x="115617" y="110350"/>
                  <a:pt x="116266" y="109134"/>
                </a:cubicBezTo>
                <a:lnTo>
                  <a:pt x="148992" y="56016"/>
                </a:lnTo>
                <a:cubicBezTo>
                  <a:pt x="152467" y="50338"/>
                  <a:pt x="157533" y="47430"/>
                  <a:pt x="164171" y="47302"/>
                </a:cubicBezTo>
                <a:cubicBezTo>
                  <a:pt x="170819" y="47183"/>
                  <a:pt x="175940" y="49871"/>
                  <a:pt x="179542" y="55385"/>
                </a:cubicBezTo>
                <a:lnTo>
                  <a:pt x="198498" y="84079"/>
                </a:lnTo>
                <a:cubicBezTo>
                  <a:pt x="199312" y="85213"/>
                  <a:pt x="200427" y="85780"/>
                  <a:pt x="201826" y="85780"/>
                </a:cubicBezTo>
                <a:cubicBezTo>
                  <a:pt x="203235" y="85780"/>
                  <a:pt x="204304" y="85167"/>
                  <a:pt x="205036" y="83960"/>
                </a:cubicBezTo>
                <a:lnTo>
                  <a:pt x="242097" y="25274"/>
                </a:lnTo>
                <a:cubicBezTo>
                  <a:pt x="243057" y="23555"/>
                  <a:pt x="244575" y="22503"/>
                  <a:pt x="246650" y="22128"/>
                </a:cubicBezTo>
                <a:cubicBezTo>
                  <a:pt x="248708" y="21754"/>
                  <a:pt x="250546" y="22220"/>
                  <a:pt x="252182" y="23546"/>
                </a:cubicBezTo>
                <a:cubicBezTo>
                  <a:pt x="253737" y="24634"/>
                  <a:pt x="254642" y="26060"/>
                  <a:pt x="254916" y="27816"/>
                </a:cubicBezTo>
                <a:cubicBezTo>
                  <a:pt x="255191" y="29581"/>
                  <a:pt x="254825" y="31227"/>
                  <a:pt x="253819" y="32754"/>
                </a:cubicBezTo>
                <a:lnTo>
                  <a:pt x="216887" y="91312"/>
                </a:lnTo>
                <a:cubicBezTo>
                  <a:pt x="213403" y="97009"/>
                  <a:pt x="208373" y="99889"/>
                  <a:pt x="201799" y="99953"/>
                </a:cubicBezTo>
                <a:cubicBezTo>
                  <a:pt x="195215" y="100017"/>
                  <a:pt x="190122" y="97347"/>
                  <a:pt x="186519" y="91943"/>
                </a:cubicBezTo>
                <a:lnTo>
                  <a:pt x="167692" y="63679"/>
                </a:lnTo>
                <a:cubicBezTo>
                  <a:pt x="166896" y="62463"/>
                  <a:pt x="165790" y="61877"/>
                  <a:pt x="164363" y="61923"/>
                </a:cubicBezTo>
                <a:cubicBezTo>
                  <a:pt x="162955" y="61960"/>
                  <a:pt x="161885" y="62591"/>
                  <a:pt x="161154" y="63807"/>
                </a:cubicBezTo>
                <a:lnTo>
                  <a:pt x="128437" y="116613"/>
                </a:lnTo>
                <a:cubicBezTo>
                  <a:pt x="125273" y="121807"/>
                  <a:pt x="120582" y="124642"/>
                  <a:pt x="114382" y="125099"/>
                </a:cubicBezTo>
                <a:cubicBezTo>
                  <a:pt x="108183" y="125565"/>
                  <a:pt x="103099" y="123471"/>
                  <a:pt x="99139" y="118817"/>
                </a:cubicBezTo>
                <a:lnTo>
                  <a:pt x="80687" y="97320"/>
                </a:lnTo>
                <a:cubicBezTo>
                  <a:pt x="79873" y="96268"/>
                  <a:pt x="78821" y="95811"/>
                  <a:pt x="77541" y="95930"/>
                </a:cubicBezTo>
                <a:cubicBezTo>
                  <a:pt x="76243" y="96058"/>
                  <a:pt x="75237" y="96689"/>
                  <a:pt x="74524" y="97823"/>
                </a:cubicBezTo>
                <a:lnTo>
                  <a:pt x="34509" y="161876"/>
                </a:lnTo>
                <a:cubicBezTo>
                  <a:pt x="33449" y="163705"/>
                  <a:pt x="31922" y="164839"/>
                  <a:pt x="29956" y="165305"/>
                </a:cubicBezTo>
                <a:cubicBezTo>
                  <a:pt x="27990" y="165762"/>
                  <a:pt x="26134" y="165314"/>
                  <a:pt x="24396" y="163952"/>
                </a:cubicBezTo>
                <a:close/>
                <a:moveTo>
                  <a:pt x="180521" y="230904"/>
                </a:moveTo>
                <a:cubicBezTo>
                  <a:pt x="190954" y="230904"/>
                  <a:pt x="199833" y="227292"/>
                  <a:pt x="207176" y="220060"/>
                </a:cubicBezTo>
                <a:cubicBezTo>
                  <a:pt x="214527" y="212827"/>
                  <a:pt x="218203" y="203975"/>
                  <a:pt x="218203" y="193496"/>
                </a:cubicBezTo>
                <a:cubicBezTo>
                  <a:pt x="218203" y="183081"/>
                  <a:pt x="214573" y="174239"/>
                  <a:pt x="207294" y="166969"/>
                </a:cubicBezTo>
                <a:cubicBezTo>
                  <a:pt x="200025" y="159682"/>
                  <a:pt x="191119" y="156033"/>
                  <a:pt x="180576" y="156033"/>
                </a:cubicBezTo>
                <a:cubicBezTo>
                  <a:pt x="170142" y="156033"/>
                  <a:pt x="161318" y="159727"/>
                  <a:pt x="154113" y="167125"/>
                </a:cubicBezTo>
                <a:cubicBezTo>
                  <a:pt x="146908" y="174522"/>
                  <a:pt x="143314" y="183392"/>
                  <a:pt x="143332" y="193716"/>
                </a:cubicBezTo>
                <a:cubicBezTo>
                  <a:pt x="143332" y="204158"/>
                  <a:pt x="146926" y="212955"/>
                  <a:pt x="154113" y="220124"/>
                </a:cubicBezTo>
                <a:cubicBezTo>
                  <a:pt x="161300" y="227292"/>
                  <a:pt x="170106" y="230886"/>
                  <a:pt x="180521" y="230904"/>
                </a:cubicBezTo>
                <a:close/>
                <a:moveTo>
                  <a:pt x="180576" y="245178"/>
                </a:moveTo>
                <a:cubicBezTo>
                  <a:pt x="166265" y="245178"/>
                  <a:pt x="154104" y="240167"/>
                  <a:pt x="144091" y="230145"/>
                </a:cubicBezTo>
                <a:cubicBezTo>
                  <a:pt x="134069" y="220133"/>
                  <a:pt x="129058" y="207971"/>
                  <a:pt x="129058" y="193652"/>
                </a:cubicBezTo>
                <a:cubicBezTo>
                  <a:pt x="129058" y="179424"/>
                  <a:pt x="134069" y="167225"/>
                  <a:pt x="144091" y="157039"/>
                </a:cubicBezTo>
                <a:cubicBezTo>
                  <a:pt x="154104" y="146871"/>
                  <a:pt x="166265" y="141796"/>
                  <a:pt x="180576" y="141796"/>
                </a:cubicBezTo>
                <a:cubicBezTo>
                  <a:pt x="194996" y="141796"/>
                  <a:pt x="207249" y="146862"/>
                  <a:pt x="217325" y="157002"/>
                </a:cubicBezTo>
                <a:cubicBezTo>
                  <a:pt x="227420" y="167143"/>
                  <a:pt x="232477" y="179378"/>
                  <a:pt x="232477" y="193688"/>
                </a:cubicBezTo>
                <a:cubicBezTo>
                  <a:pt x="232477" y="199678"/>
                  <a:pt x="231544" y="205310"/>
                  <a:pt x="229679" y="210568"/>
                </a:cubicBezTo>
                <a:cubicBezTo>
                  <a:pt x="227814" y="215826"/>
                  <a:pt x="225208" y="220645"/>
                  <a:pt x="221852" y="225025"/>
                </a:cubicBezTo>
                <a:lnTo>
                  <a:pt x="252402" y="255483"/>
                </a:lnTo>
                <a:cubicBezTo>
                  <a:pt x="253810" y="256892"/>
                  <a:pt x="254505" y="258519"/>
                  <a:pt x="254505" y="260385"/>
                </a:cubicBezTo>
                <a:cubicBezTo>
                  <a:pt x="254505" y="262250"/>
                  <a:pt x="253810" y="263887"/>
                  <a:pt x="252402" y="265295"/>
                </a:cubicBezTo>
                <a:cubicBezTo>
                  <a:pt x="251003" y="266694"/>
                  <a:pt x="249348" y="267398"/>
                  <a:pt x="247437" y="267398"/>
                </a:cubicBezTo>
                <a:cubicBezTo>
                  <a:pt x="245526" y="267398"/>
                  <a:pt x="243870" y="266694"/>
                  <a:pt x="242471" y="265295"/>
                </a:cubicBezTo>
                <a:lnTo>
                  <a:pt x="211821" y="234736"/>
                </a:lnTo>
                <a:cubicBezTo>
                  <a:pt x="207441" y="237963"/>
                  <a:pt x="202649" y="240515"/>
                  <a:pt x="197428" y="242380"/>
                </a:cubicBezTo>
                <a:cubicBezTo>
                  <a:pt x="192207" y="244245"/>
                  <a:pt x="186602" y="245178"/>
                  <a:pt x="180612" y="24517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1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649" y="217636"/>
                </a:moveTo>
                <a:cubicBezTo>
                  <a:pt x="35250" y="216192"/>
                  <a:pt x="34546" y="214509"/>
                  <a:pt x="34546" y="212580"/>
                </a:cubicBezTo>
                <a:cubicBezTo>
                  <a:pt x="34546" y="210650"/>
                  <a:pt x="35250" y="208986"/>
                  <a:pt x="36649" y="207578"/>
                </a:cubicBezTo>
                <a:lnTo>
                  <a:pt x="103976" y="140342"/>
                </a:lnTo>
                <a:cubicBezTo>
                  <a:pt x="107460" y="136867"/>
                  <a:pt x="111694" y="135130"/>
                  <a:pt x="116677" y="135130"/>
                </a:cubicBezTo>
                <a:cubicBezTo>
                  <a:pt x="121661" y="135130"/>
                  <a:pt x="125904" y="136867"/>
                  <a:pt x="129406" y="140342"/>
                </a:cubicBezTo>
                <a:lnTo>
                  <a:pt x="165936" y="176744"/>
                </a:lnTo>
                <a:cubicBezTo>
                  <a:pt x="166668" y="177476"/>
                  <a:pt x="167555" y="177842"/>
                  <a:pt x="168606" y="177842"/>
                </a:cubicBezTo>
                <a:cubicBezTo>
                  <a:pt x="169649" y="177842"/>
                  <a:pt x="170572" y="177476"/>
                  <a:pt x="171368" y="176744"/>
                </a:cubicBezTo>
                <a:lnTo>
                  <a:pt x="246742" y="101681"/>
                </a:lnTo>
                <a:lnTo>
                  <a:pt x="211290" y="101681"/>
                </a:lnTo>
                <a:cubicBezTo>
                  <a:pt x="209260" y="101681"/>
                  <a:pt x="207560" y="100995"/>
                  <a:pt x="206197" y="99606"/>
                </a:cubicBezTo>
                <a:cubicBezTo>
                  <a:pt x="204835" y="98225"/>
                  <a:pt x="204158" y="96515"/>
                  <a:pt x="204158" y="94485"/>
                </a:cubicBezTo>
                <a:cubicBezTo>
                  <a:pt x="204158" y="92455"/>
                  <a:pt x="204835" y="90763"/>
                  <a:pt x="206197" y="89428"/>
                </a:cubicBezTo>
                <a:cubicBezTo>
                  <a:pt x="207560" y="88084"/>
                  <a:pt x="209260" y="87417"/>
                  <a:pt x="211290" y="87417"/>
                </a:cubicBezTo>
                <a:lnTo>
                  <a:pt x="261235" y="87417"/>
                </a:lnTo>
                <a:cubicBezTo>
                  <a:pt x="263832" y="87417"/>
                  <a:pt x="265990" y="88276"/>
                  <a:pt x="267709" y="89995"/>
                </a:cubicBezTo>
                <a:cubicBezTo>
                  <a:pt x="269446" y="91733"/>
                  <a:pt x="270324" y="93900"/>
                  <a:pt x="270324" y="96497"/>
                </a:cubicBezTo>
                <a:lnTo>
                  <a:pt x="270324" y="146441"/>
                </a:lnTo>
                <a:cubicBezTo>
                  <a:pt x="270324" y="148307"/>
                  <a:pt x="269666" y="149962"/>
                  <a:pt x="268367" y="151406"/>
                </a:cubicBezTo>
                <a:cubicBezTo>
                  <a:pt x="267069" y="152860"/>
                  <a:pt x="265450" y="153583"/>
                  <a:pt x="263503" y="153583"/>
                </a:cubicBezTo>
                <a:cubicBezTo>
                  <a:pt x="261546" y="153583"/>
                  <a:pt x="259863" y="152879"/>
                  <a:pt x="258437" y="151470"/>
                </a:cubicBezTo>
                <a:cubicBezTo>
                  <a:pt x="256992" y="150071"/>
                  <a:pt x="256270" y="148435"/>
                  <a:pt x="256270" y="146569"/>
                </a:cubicBezTo>
                <a:lnTo>
                  <a:pt x="256270" y="112151"/>
                </a:lnTo>
                <a:lnTo>
                  <a:pt x="180987" y="187214"/>
                </a:lnTo>
                <a:cubicBezTo>
                  <a:pt x="177595" y="190689"/>
                  <a:pt x="173407" y="192426"/>
                  <a:pt x="168414" y="192426"/>
                </a:cubicBezTo>
                <a:cubicBezTo>
                  <a:pt x="163403" y="192426"/>
                  <a:pt x="159160" y="190689"/>
                  <a:pt x="155686" y="187214"/>
                </a:cubicBezTo>
                <a:lnTo>
                  <a:pt x="119283" y="151031"/>
                </a:lnTo>
                <a:cubicBezTo>
                  <a:pt x="118488" y="150300"/>
                  <a:pt x="117546" y="149934"/>
                  <a:pt x="116458" y="149934"/>
                </a:cubicBezTo>
                <a:cubicBezTo>
                  <a:pt x="115370" y="149934"/>
                  <a:pt x="114455" y="150300"/>
                  <a:pt x="113724" y="151031"/>
                </a:cubicBezTo>
                <a:lnTo>
                  <a:pt x="46900" y="217700"/>
                </a:lnTo>
                <a:cubicBezTo>
                  <a:pt x="45409" y="219191"/>
                  <a:pt x="43699" y="219931"/>
                  <a:pt x="41770" y="219931"/>
                </a:cubicBezTo>
                <a:cubicBezTo>
                  <a:pt x="39850" y="219931"/>
                  <a:pt x="38140" y="219182"/>
                  <a:pt x="36649" y="21767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3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353"/>
                </a:moveTo>
                <a:lnTo>
                  <a:pt x="171340" y="131235"/>
                </a:lnTo>
                <a:cubicBezTo>
                  <a:pt x="170545" y="130494"/>
                  <a:pt x="169621" y="130128"/>
                  <a:pt x="168570" y="130128"/>
                </a:cubicBezTo>
                <a:cubicBezTo>
                  <a:pt x="167527" y="130128"/>
                  <a:pt x="166631" y="130494"/>
                  <a:pt x="165900" y="131235"/>
                </a:cubicBezTo>
                <a:lnTo>
                  <a:pt x="129406" y="167728"/>
                </a:lnTo>
                <a:cubicBezTo>
                  <a:pt x="125931" y="171203"/>
                  <a:pt x="121697" y="172940"/>
                  <a:pt x="116705" y="172940"/>
                </a:cubicBezTo>
                <a:cubicBezTo>
                  <a:pt x="111721" y="172940"/>
                  <a:pt x="107479" y="171203"/>
                  <a:pt x="103976" y="167728"/>
                </a:cubicBezTo>
                <a:lnTo>
                  <a:pt x="36649" y="100429"/>
                </a:lnTo>
                <a:cubicBezTo>
                  <a:pt x="35250" y="99020"/>
                  <a:pt x="34546" y="97320"/>
                  <a:pt x="34546" y="95308"/>
                </a:cubicBezTo>
                <a:cubicBezTo>
                  <a:pt x="34546" y="93296"/>
                  <a:pt x="35250" y="91541"/>
                  <a:pt x="36649" y="90050"/>
                </a:cubicBezTo>
                <a:cubicBezTo>
                  <a:pt x="38140" y="88651"/>
                  <a:pt x="39850" y="87947"/>
                  <a:pt x="41770" y="87947"/>
                </a:cubicBezTo>
                <a:cubicBezTo>
                  <a:pt x="43699" y="87947"/>
                  <a:pt x="45409" y="88651"/>
                  <a:pt x="46900" y="90050"/>
                </a:cubicBezTo>
                <a:lnTo>
                  <a:pt x="113687" y="157066"/>
                </a:lnTo>
                <a:cubicBezTo>
                  <a:pt x="114428" y="157798"/>
                  <a:pt x="115333" y="158173"/>
                  <a:pt x="116431" y="158173"/>
                </a:cubicBezTo>
                <a:cubicBezTo>
                  <a:pt x="117519" y="158173"/>
                  <a:pt x="118461" y="157798"/>
                  <a:pt x="119256" y="157066"/>
                </a:cubicBezTo>
                <a:lnTo>
                  <a:pt x="155658" y="120545"/>
                </a:lnTo>
                <a:cubicBezTo>
                  <a:pt x="159133" y="117153"/>
                  <a:pt x="163367" y="115452"/>
                  <a:pt x="168350" y="115452"/>
                </a:cubicBezTo>
                <a:cubicBezTo>
                  <a:pt x="173343" y="115452"/>
                  <a:pt x="177540" y="117153"/>
                  <a:pt x="180960" y="120545"/>
                </a:cubicBezTo>
                <a:lnTo>
                  <a:pt x="256242" y="195919"/>
                </a:lnTo>
                <a:lnTo>
                  <a:pt x="256242" y="161410"/>
                </a:lnTo>
                <a:cubicBezTo>
                  <a:pt x="256242" y="159398"/>
                  <a:pt x="256965" y="157725"/>
                  <a:pt x="258409" y="156408"/>
                </a:cubicBezTo>
                <a:cubicBezTo>
                  <a:pt x="259854" y="155110"/>
                  <a:pt x="261546" y="154460"/>
                  <a:pt x="263503" y="154460"/>
                </a:cubicBezTo>
                <a:cubicBezTo>
                  <a:pt x="265450" y="154460"/>
                  <a:pt x="267069" y="155110"/>
                  <a:pt x="268367" y="156408"/>
                </a:cubicBezTo>
                <a:cubicBezTo>
                  <a:pt x="269666" y="157707"/>
                  <a:pt x="270324" y="159371"/>
                  <a:pt x="270324" y="161410"/>
                </a:cubicBezTo>
                <a:lnTo>
                  <a:pt x="270324" y="211537"/>
                </a:lnTo>
                <a:cubicBezTo>
                  <a:pt x="270324" y="214143"/>
                  <a:pt x="269465" y="216301"/>
                  <a:pt x="267745" y="218020"/>
                </a:cubicBezTo>
                <a:cubicBezTo>
                  <a:pt x="266026" y="219730"/>
                  <a:pt x="263868" y="220590"/>
                  <a:pt x="261272" y="220590"/>
                </a:cubicBezTo>
                <a:lnTo>
                  <a:pt x="211290" y="220590"/>
                </a:lnTo>
                <a:cubicBezTo>
                  <a:pt x="209260" y="220590"/>
                  <a:pt x="207560" y="219904"/>
                  <a:pt x="206197" y="218523"/>
                </a:cubicBezTo>
                <a:cubicBezTo>
                  <a:pt x="204835" y="217133"/>
                  <a:pt x="204158" y="215423"/>
                  <a:pt x="204158" y="213394"/>
                </a:cubicBezTo>
                <a:cubicBezTo>
                  <a:pt x="204158" y="211364"/>
                  <a:pt x="204835" y="209672"/>
                  <a:pt x="206197" y="208337"/>
                </a:cubicBezTo>
                <a:cubicBezTo>
                  <a:pt x="207560" y="206993"/>
                  <a:pt x="209260" y="206325"/>
                  <a:pt x="211290" y="206325"/>
                </a:cubicBezTo>
                <a:lnTo>
                  <a:pt x="246742" y="20632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5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008" y="143744"/>
                </a:moveTo>
                <a:lnTo>
                  <a:pt x="255858" y="143744"/>
                </a:lnTo>
                <a:cubicBezTo>
                  <a:pt x="254121" y="117610"/>
                  <a:pt x="243934" y="95061"/>
                  <a:pt x="225308" y="76096"/>
                </a:cubicBezTo>
                <a:cubicBezTo>
                  <a:pt x="206700" y="57159"/>
                  <a:pt x="184270" y="47082"/>
                  <a:pt x="158008" y="45894"/>
                </a:cubicBezTo>
                <a:lnTo>
                  <a:pt x="158008" y="143744"/>
                </a:lnTo>
                <a:close/>
                <a:moveTo>
                  <a:pt x="143744" y="255858"/>
                </a:moveTo>
                <a:lnTo>
                  <a:pt x="143744" y="45894"/>
                </a:lnTo>
                <a:cubicBezTo>
                  <a:pt x="116293" y="47549"/>
                  <a:pt x="93086" y="58531"/>
                  <a:pt x="74121" y="78830"/>
                </a:cubicBezTo>
                <a:cubicBezTo>
                  <a:pt x="55157" y="99121"/>
                  <a:pt x="45674" y="123133"/>
                  <a:pt x="45674" y="150876"/>
                </a:cubicBezTo>
                <a:cubicBezTo>
                  <a:pt x="45674" y="178619"/>
                  <a:pt x="55157" y="202631"/>
                  <a:pt x="74121" y="222922"/>
                </a:cubicBezTo>
                <a:cubicBezTo>
                  <a:pt x="93086" y="243221"/>
                  <a:pt x="116293" y="254203"/>
                  <a:pt x="143744" y="255858"/>
                </a:cubicBezTo>
                <a:close/>
                <a:moveTo>
                  <a:pt x="158008" y="255858"/>
                </a:moveTo>
                <a:cubicBezTo>
                  <a:pt x="184270" y="254670"/>
                  <a:pt x="206691" y="244584"/>
                  <a:pt x="225281" y="225619"/>
                </a:cubicBezTo>
                <a:cubicBezTo>
                  <a:pt x="243861" y="206654"/>
                  <a:pt x="254057" y="184114"/>
                  <a:pt x="255858" y="157981"/>
                </a:cubicBezTo>
                <a:lnTo>
                  <a:pt x="158008" y="157981"/>
                </a:lnTo>
                <a:lnTo>
                  <a:pt x="158008" y="255858"/>
                </a:lnTo>
                <a:close/>
                <a:moveTo>
                  <a:pt x="150876" y="150876"/>
                </a:moveTo>
                <a:close/>
                <a:moveTo>
                  <a:pt x="150903" y="270324"/>
                </a:moveTo>
                <a:cubicBezTo>
                  <a:pt x="134399" y="270324"/>
                  <a:pt x="118863" y="267188"/>
                  <a:pt x="104324" y="260924"/>
                </a:cubicBez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73"/>
                  <a:pt x="197428" y="40865"/>
                </a:cubicBezTo>
                <a:cubicBezTo>
                  <a:pt x="211949" y="47146"/>
                  <a:pt x="224595" y="55669"/>
                  <a:pt x="235367" y="66413"/>
                </a:cubicBezTo>
                <a:cubicBezTo>
                  <a:pt x="246120" y="77166"/>
                  <a:pt x="254633" y="89803"/>
                  <a:pt x="260924" y="104324"/>
                </a:cubicBezTo>
                <a:cubicBezTo>
                  <a:pt x="267188" y="118826"/>
                  <a:pt x="270324" y="134353"/>
                  <a:pt x="270324" y="150903"/>
                </a:cubicBezTo>
                <a:cubicBezTo>
                  <a:pt x="270324" y="167399"/>
                  <a:pt x="267188" y="182898"/>
                  <a:pt x="260924" y="197401"/>
                </a:cubicBezTo>
                <a:cubicBezTo>
                  <a:pt x="254651" y="211921"/>
                  <a:pt x="246147" y="224567"/>
                  <a:pt x="235394" y="235339"/>
                </a:cubicBezTo>
                <a:cubicBezTo>
                  <a:pt x="224650" y="246102"/>
                  <a:pt x="212013" y="254624"/>
                  <a:pt x="197492" y="260887"/>
                </a:cubicBezTo>
                <a:cubicBezTo>
                  <a:pt x="182944" y="267179"/>
                  <a:pt x="167417" y="270324"/>
                  <a:pt x="150903" y="27032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7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609" y="257559"/>
                </a:moveTo>
                <a:lnTo>
                  <a:pt x="62143" y="257559"/>
                </a:lnTo>
                <a:cubicBezTo>
                  <a:pt x="57214" y="257559"/>
                  <a:pt x="52962" y="255767"/>
                  <a:pt x="49378" y="252182"/>
                </a:cubicBezTo>
                <a:cubicBezTo>
                  <a:pt x="45793" y="248598"/>
                  <a:pt x="44010" y="244346"/>
                  <a:pt x="44010" y="239417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417"/>
                </a:lnTo>
                <a:cubicBezTo>
                  <a:pt x="257751" y="244346"/>
                  <a:pt x="255959" y="248598"/>
                  <a:pt x="252374" y="252182"/>
                </a:cubicBezTo>
                <a:cubicBezTo>
                  <a:pt x="248790" y="255767"/>
                  <a:pt x="244538" y="257559"/>
                  <a:pt x="239609" y="257559"/>
                </a:cubicBezTo>
                <a:close/>
                <a:moveTo>
                  <a:pt x="58275" y="103912"/>
                </a:moveTo>
                <a:lnTo>
                  <a:pt x="243477" y="103912"/>
                </a:ln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3912"/>
                </a:lnTo>
                <a:close/>
                <a:moveTo>
                  <a:pt x="99011" y="118186"/>
                </a:moveTo>
                <a:lnTo>
                  <a:pt x="58275" y="118186"/>
                </a:lnTo>
                <a:lnTo>
                  <a:pt x="58275" y="239417"/>
                </a:lnTo>
                <a:cubicBezTo>
                  <a:pt x="58275" y="240387"/>
                  <a:pt x="58677" y="241274"/>
                  <a:pt x="59473" y="242097"/>
                </a:cubicBezTo>
                <a:cubicBezTo>
                  <a:pt x="60286" y="242910"/>
                  <a:pt x="61183" y="243322"/>
                  <a:pt x="62143" y="243322"/>
                </a:cubicBezTo>
                <a:lnTo>
                  <a:pt x="99011" y="243322"/>
                </a:lnTo>
                <a:lnTo>
                  <a:pt x="99011" y="118214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609" y="243285"/>
                </a:lnTo>
                <a:cubicBezTo>
                  <a:pt x="240569" y="243285"/>
                  <a:pt x="241466" y="242883"/>
                  <a:pt x="242279" y="242060"/>
                </a:cubicBezTo>
                <a:cubicBezTo>
                  <a:pt x="243075" y="241264"/>
                  <a:pt x="243477" y="240377"/>
                  <a:pt x="243477" y="239390"/>
                </a:cubicBezTo>
                <a:lnTo>
                  <a:pt x="243477" y="118186"/>
                </a:lnTo>
                <a:lnTo>
                  <a:pt x="202741" y="118186"/>
                </a:lnTo>
                <a:close/>
                <a:moveTo>
                  <a:pt x="188467" y="118186"/>
                </a:moveTo>
                <a:lnTo>
                  <a:pt x="113285" y="118186"/>
                </a:lnTo>
                <a:lnTo>
                  <a:pt x="113285" y="243285"/>
                </a:lnTo>
                <a:lnTo>
                  <a:pt x="188467" y="243285"/>
                </a:lnTo>
                <a:lnTo>
                  <a:pt x="188467" y="11818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89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299" y="110926"/>
                </a:moveTo>
                <a:lnTo>
                  <a:pt x="164299" y="53154"/>
                </a:lnTo>
                <a:cubicBezTo>
                  <a:pt x="164299" y="50511"/>
                  <a:pt x="165168" y="48335"/>
                  <a:pt x="166905" y="46616"/>
                </a:cubicBezTo>
                <a:cubicBezTo>
                  <a:pt x="168643" y="44879"/>
                  <a:pt x="170801" y="44010"/>
                  <a:pt x="173379" y="44010"/>
                </a:cubicBezTo>
                <a:lnTo>
                  <a:pt x="248699" y="44010"/>
                </a:lnTo>
                <a:cubicBezTo>
                  <a:pt x="251268" y="44010"/>
                  <a:pt x="253426" y="44879"/>
                  <a:pt x="255172" y="46616"/>
                </a:cubicBezTo>
                <a:cubicBezTo>
                  <a:pt x="256910" y="48335"/>
                  <a:pt x="257779" y="50511"/>
                  <a:pt x="257779" y="53154"/>
                </a:cubicBezTo>
                <a:lnTo>
                  <a:pt x="257779" y="110926"/>
                </a:lnTo>
                <a:cubicBezTo>
                  <a:pt x="257779" y="113541"/>
                  <a:pt x="256910" y="115726"/>
                  <a:pt x="255172" y="117464"/>
                </a:cubicBezTo>
                <a:cubicBezTo>
                  <a:pt x="253426" y="119183"/>
                  <a:pt x="251268" y="120042"/>
                  <a:pt x="248699" y="120042"/>
                </a:cubicBezTo>
                <a:lnTo>
                  <a:pt x="173352" y="120042"/>
                </a:lnTo>
                <a:cubicBezTo>
                  <a:pt x="170773" y="120042"/>
                  <a:pt x="168615" y="119183"/>
                  <a:pt x="166878" y="117464"/>
                </a:cubicBezTo>
                <a:cubicBezTo>
                  <a:pt x="165131" y="115726"/>
                  <a:pt x="164263" y="113541"/>
                  <a:pt x="164263" y="110926"/>
                </a:cubicBezTo>
                <a:close/>
                <a:moveTo>
                  <a:pt x="44010" y="145847"/>
                </a:moveTo>
                <a:lnTo>
                  <a:pt x="44010" y="53026"/>
                </a:lnTo>
                <a:cubicBezTo>
                  <a:pt x="44010" y="50466"/>
                  <a:pt x="44879" y="48335"/>
                  <a:pt x="46616" y="46616"/>
                </a:cubicBezTo>
                <a:cubicBezTo>
                  <a:pt x="48353" y="44879"/>
                  <a:pt x="50511" y="44010"/>
                  <a:pt x="53090" y="44010"/>
                </a:cubicBezTo>
                <a:lnTo>
                  <a:pt x="128400" y="44010"/>
                </a:lnTo>
                <a:cubicBezTo>
                  <a:pt x="130979" y="44010"/>
                  <a:pt x="133137" y="44879"/>
                  <a:pt x="134874" y="46616"/>
                </a:cubicBezTo>
                <a:cubicBezTo>
                  <a:pt x="136621" y="48353"/>
                  <a:pt x="137489" y="50493"/>
                  <a:pt x="137489" y="53026"/>
                </a:cubicBezTo>
                <a:lnTo>
                  <a:pt x="137489" y="145847"/>
                </a:lnTo>
                <a:cubicBezTo>
                  <a:pt x="137489" y="148407"/>
                  <a:pt x="136621" y="150538"/>
                  <a:pt x="134874" y="152257"/>
                </a:cubicBezTo>
                <a:cubicBezTo>
                  <a:pt x="133137" y="153976"/>
                  <a:pt x="130979" y="154835"/>
                  <a:pt x="128400" y="154835"/>
                </a:cubicBezTo>
                <a:lnTo>
                  <a:pt x="53063" y="154835"/>
                </a:lnTo>
                <a:cubicBezTo>
                  <a:pt x="50484" y="154835"/>
                  <a:pt x="48326" y="153967"/>
                  <a:pt x="46580" y="152229"/>
                </a:cubicBezTo>
                <a:cubicBezTo>
                  <a:pt x="44860" y="150529"/>
                  <a:pt x="44010" y="148407"/>
                  <a:pt x="44010" y="145847"/>
                </a:cubicBezTo>
                <a:close/>
                <a:moveTo>
                  <a:pt x="164299" y="248726"/>
                </a:moveTo>
                <a:lnTo>
                  <a:pt x="164299" y="155905"/>
                </a:lnTo>
                <a:cubicBezTo>
                  <a:pt x="164299" y="153345"/>
                  <a:pt x="165168" y="151214"/>
                  <a:pt x="166905" y="149495"/>
                </a:cubicBezTo>
                <a:cubicBezTo>
                  <a:pt x="168643" y="147776"/>
                  <a:pt x="170801" y="146917"/>
                  <a:pt x="173379" y="146917"/>
                </a:cubicBezTo>
                <a:lnTo>
                  <a:pt x="248699" y="146917"/>
                </a:lnTo>
                <a:cubicBezTo>
                  <a:pt x="251268" y="146917"/>
                  <a:pt x="253426" y="147785"/>
                  <a:pt x="255172" y="149523"/>
                </a:cubicBezTo>
                <a:cubicBezTo>
                  <a:pt x="256892" y="151223"/>
                  <a:pt x="257751" y="153345"/>
                  <a:pt x="257751" y="155905"/>
                </a:cubicBezTo>
                <a:lnTo>
                  <a:pt x="257751" y="248726"/>
                </a:lnTo>
                <a:cubicBezTo>
                  <a:pt x="257751" y="251286"/>
                  <a:pt x="256873" y="253417"/>
                  <a:pt x="255136" y="255136"/>
                </a:cubicBezTo>
                <a:cubicBezTo>
                  <a:pt x="253399" y="256873"/>
                  <a:pt x="251241" y="257751"/>
                  <a:pt x="248662" y="257751"/>
                </a:cubicBezTo>
                <a:lnTo>
                  <a:pt x="173352" y="257751"/>
                </a:lnTo>
                <a:cubicBezTo>
                  <a:pt x="170773" y="257751"/>
                  <a:pt x="168615" y="256873"/>
                  <a:pt x="166878" y="255136"/>
                </a:cubicBezTo>
                <a:cubicBezTo>
                  <a:pt x="165131" y="253399"/>
                  <a:pt x="164263" y="251259"/>
                  <a:pt x="164263" y="248726"/>
                </a:cubicBezTo>
                <a:close/>
                <a:moveTo>
                  <a:pt x="44010" y="248635"/>
                </a:moveTo>
                <a:lnTo>
                  <a:pt x="44010" y="190863"/>
                </a:lnTo>
                <a:cubicBezTo>
                  <a:pt x="44010" y="188238"/>
                  <a:pt x="44879" y="186062"/>
                  <a:pt x="46616" y="184325"/>
                </a:cubicBezTo>
                <a:cubicBezTo>
                  <a:pt x="48353" y="182606"/>
                  <a:pt x="50511" y="181746"/>
                  <a:pt x="53090" y="181746"/>
                </a:cubicBezTo>
                <a:lnTo>
                  <a:pt x="128400" y="181746"/>
                </a:lnTo>
                <a:cubicBezTo>
                  <a:pt x="130979" y="181746"/>
                  <a:pt x="133137" y="182606"/>
                  <a:pt x="134874" y="184325"/>
                </a:cubicBezTo>
                <a:cubicBezTo>
                  <a:pt x="136621" y="186062"/>
                  <a:pt x="137489" y="188238"/>
                  <a:pt x="137489" y="190863"/>
                </a:cubicBezTo>
                <a:lnTo>
                  <a:pt x="137489" y="248635"/>
                </a:lnTo>
                <a:cubicBezTo>
                  <a:pt x="137489" y="251268"/>
                  <a:pt x="136621" y="253453"/>
                  <a:pt x="134874" y="255172"/>
                </a:cubicBezTo>
                <a:cubicBezTo>
                  <a:pt x="133137" y="256910"/>
                  <a:pt x="130979" y="257779"/>
                  <a:pt x="128400" y="257779"/>
                </a:cubicBezTo>
                <a:lnTo>
                  <a:pt x="53063" y="257779"/>
                </a:lnTo>
                <a:cubicBezTo>
                  <a:pt x="50484" y="257779"/>
                  <a:pt x="48326" y="256910"/>
                  <a:pt x="46580" y="255172"/>
                </a:cubicBezTo>
                <a:cubicBezTo>
                  <a:pt x="44842" y="253453"/>
                  <a:pt x="43973" y="251268"/>
                  <a:pt x="43973" y="248635"/>
                </a:cubicBezTo>
                <a:close/>
                <a:moveTo>
                  <a:pt x="58275" y="140626"/>
                </a:moveTo>
                <a:lnTo>
                  <a:pt x="123188" y="140626"/>
                </a:lnTo>
                <a:lnTo>
                  <a:pt x="123188" y="58311"/>
                </a:lnTo>
                <a:lnTo>
                  <a:pt x="58275" y="58311"/>
                </a:lnTo>
                <a:lnTo>
                  <a:pt x="58275" y="140626"/>
                </a:lnTo>
                <a:close/>
                <a:moveTo>
                  <a:pt x="178564" y="243505"/>
                </a:moveTo>
                <a:lnTo>
                  <a:pt x="243477" y="243505"/>
                </a:lnTo>
                <a:lnTo>
                  <a:pt x="243477" y="161190"/>
                </a:lnTo>
                <a:lnTo>
                  <a:pt x="178564" y="161190"/>
                </a:lnTo>
                <a:lnTo>
                  <a:pt x="178564" y="243505"/>
                </a:lnTo>
                <a:close/>
                <a:moveTo>
                  <a:pt x="178564" y="105805"/>
                </a:moveTo>
                <a:lnTo>
                  <a:pt x="243477" y="105805"/>
                </a:lnTo>
                <a:lnTo>
                  <a:pt x="243477" y="58275"/>
                </a:lnTo>
                <a:lnTo>
                  <a:pt x="178564" y="58275"/>
                </a:lnTo>
                <a:lnTo>
                  <a:pt x="178564" y="105805"/>
                </a:lnTo>
                <a:close/>
                <a:moveTo>
                  <a:pt x="58275" y="243477"/>
                </a:moveTo>
                <a:lnTo>
                  <a:pt x="123188" y="243477"/>
                </a:lnTo>
                <a:lnTo>
                  <a:pt x="123188" y="195947"/>
                </a:lnTo>
                <a:lnTo>
                  <a:pt x="58275" y="195947"/>
                </a:lnTo>
                <a:lnTo>
                  <a:pt x="58275" y="243477"/>
                </a:lnTo>
                <a:close/>
                <a:moveTo>
                  <a:pt x="123188" y="140598"/>
                </a:moveTo>
                <a:close/>
                <a:moveTo>
                  <a:pt x="178564" y="105769"/>
                </a:moveTo>
                <a:close/>
                <a:moveTo>
                  <a:pt x="178564" y="161154"/>
                </a:moveTo>
                <a:close/>
                <a:moveTo>
                  <a:pt x="123188" y="195983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1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396" y="223168"/>
                </a:moveTo>
                <a:cubicBezTo>
                  <a:pt x="29983" y="223168"/>
                  <a:pt x="25356" y="221230"/>
                  <a:pt x="21498" y="217353"/>
                </a:cubicBezTo>
                <a:cubicBezTo>
                  <a:pt x="17648" y="213503"/>
                  <a:pt x="15719" y="208858"/>
                  <a:pt x="15719" y="203436"/>
                </a:cubicBezTo>
                <a:cubicBezTo>
                  <a:pt x="15719" y="197940"/>
                  <a:pt x="17648" y="193286"/>
                  <a:pt x="21498" y="189473"/>
                </a:cubicBezTo>
                <a:cubicBezTo>
                  <a:pt x="25356" y="185660"/>
                  <a:pt x="29974" y="183758"/>
                  <a:pt x="35360" y="183758"/>
                </a:cubicBezTo>
                <a:cubicBezTo>
                  <a:pt x="36622" y="183758"/>
                  <a:pt x="37874" y="183868"/>
                  <a:pt x="39136" y="184096"/>
                </a:cubicBezTo>
                <a:cubicBezTo>
                  <a:pt x="40389" y="184334"/>
                  <a:pt x="41816" y="184736"/>
                  <a:pt x="43407" y="185331"/>
                </a:cubicBezTo>
                <a:lnTo>
                  <a:pt x="107597" y="121140"/>
                </a:lnTo>
                <a:cubicBezTo>
                  <a:pt x="107003" y="119549"/>
                  <a:pt x="106610" y="118122"/>
                  <a:pt x="106400" y="116869"/>
                </a:cubicBezTo>
                <a:cubicBezTo>
                  <a:pt x="106171" y="115608"/>
                  <a:pt x="106052" y="114355"/>
                  <a:pt x="106052" y="113093"/>
                </a:cubicBezTo>
                <a:cubicBezTo>
                  <a:pt x="106052" y="107625"/>
                  <a:pt x="107991" y="102980"/>
                  <a:pt x="111868" y="99167"/>
                </a:cubicBezTo>
                <a:cubicBezTo>
                  <a:pt x="115745" y="95354"/>
                  <a:pt x="120390" y="93452"/>
                  <a:pt x="125794" y="93452"/>
                </a:cubicBezTo>
                <a:cubicBezTo>
                  <a:pt x="131280" y="93452"/>
                  <a:pt x="135935" y="95363"/>
                  <a:pt x="139748" y="99203"/>
                </a:cubicBezTo>
                <a:cubicBezTo>
                  <a:pt x="143561" y="103035"/>
                  <a:pt x="145472" y="107707"/>
                  <a:pt x="145472" y="113221"/>
                </a:cubicBezTo>
                <a:cubicBezTo>
                  <a:pt x="145472" y="113916"/>
                  <a:pt x="145033" y="116458"/>
                  <a:pt x="144146" y="120856"/>
                </a:cubicBezTo>
                <a:lnTo>
                  <a:pt x="180896" y="157606"/>
                </a:lnTo>
                <a:cubicBezTo>
                  <a:pt x="182487" y="157103"/>
                  <a:pt x="183868" y="156756"/>
                  <a:pt x="185047" y="156564"/>
                </a:cubicBezTo>
                <a:cubicBezTo>
                  <a:pt x="186218" y="156381"/>
                  <a:pt x="187397" y="156280"/>
                  <a:pt x="188595" y="156280"/>
                </a:cubicBezTo>
                <a:cubicBezTo>
                  <a:pt x="189793" y="156280"/>
                  <a:pt x="190991" y="156399"/>
                  <a:pt x="192207" y="156628"/>
                </a:cubicBezTo>
                <a:cubicBezTo>
                  <a:pt x="193423" y="156856"/>
                  <a:pt x="194785" y="157259"/>
                  <a:pt x="196294" y="157825"/>
                </a:cubicBezTo>
                <a:lnTo>
                  <a:pt x="248159" y="105961"/>
                </a:lnTo>
                <a:cubicBezTo>
                  <a:pt x="247574" y="104452"/>
                  <a:pt x="247162" y="103089"/>
                  <a:pt x="246934" y="101873"/>
                </a:cubicBezTo>
                <a:cubicBezTo>
                  <a:pt x="246705" y="100657"/>
                  <a:pt x="246586" y="99423"/>
                  <a:pt x="246586" y="98161"/>
                </a:cubicBezTo>
                <a:cubicBezTo>
                  <a:pt x="246586" y="92693"/>
                  <a:pt x="248525" y="88057"/>
                  <a:pt x="252402" y="84244"/>
                </a:cubicBezTo>
                <a:cubicBezTo>
                  <a:pt x="256297" y="80467"/>
                  <a:pt x="260951" y="78584"/>
                  <a:pt x="266356" y="78584"/>
                </a:cubicBezTo>
                <a:cubicBezTo>
                  <a:pt x="271851" y="78584"/>
                  <a:pt x="276505" y="80495"/>
                  <a:pt x="280318" y="84335"/>
                </a:cubicBezTo>
                <a:cubicBezTo>
                  <a:pt x="284132" y="88166"/>
                  <a:pt x="286033" y="92830"/>
                  <a:pt x="286033" y="98325"/>
                </a:cubicBezTo>
                <a:cubicBezTo>
                  <a:pt x="286033" y="103730"/>
                  <a:pt x="284132" y="108356"/>
                  <a:pt x="280318" y="112215"/>
                </a:cubicBezTo>
                <a:cubicBezTo>
                  <a:pt x="276505" y="116074"/>
                  <a:pt x="271860" y="117994"/>
                  <a:pt x="266392" y="117994"/>
                </a:cubicBezTo>
                <a:cubicBezTo>
                  <a:pt x="265130" y="117994"/>
                  <a:pt x="263896" y="117884"/>
                  <a:pt x="262680" y="117656"/>
                </a:cubicBezTo>
                <a:cubicBezTo>
                  <a:pt x="261464" y="117418"/>
                  <a:pt x="260101" y="117016"/>
                  <a:pt x="258592" y="116431"/>
                </a:cubicBezTo>
                <a:lnTo>
                  <a:pt x="206728" y="168286"/>
                </a:lnTo>
                <a:cubicBezTo>
                  <a:pt x="207322" y="169795"/>
                  <a:pt x="207715" y="171157"/>
                  <a:pt x="207925" y="172374"/>
                </a:cubicBezTo>
                <a:cubicBezTo>
                  <a:pt x="208154" y="173590"/>
                  <a:pt x="208273" y="174824"/>
                  <a:pt x="208273" y="176086"/>
                </a:cubicBezTo>
                <a:cubicBezTo>
                  <a:pt x="208273" y="181472"/>
                  <a:pt x="206353" y="186090"/>
                  <a:pt x="202521" y="189948"/>
                </a:cubicBezTo>
                <a:cubicBezTo>
                  <a:pt x="198681" y="193798"/>
                  <a:pt x="194027" y="195727"/>
                  <a:pt x="188531" y="195727"/>
                </a:cubicBezTo>
                <a:cubicBezTo>
                  <a:pt x="183127" y="195727"/>
                  <a:pt x="178491" y="193798"/>
                  <a:pt x="174641" y="189948"/>
                </a:cubicBezTo>
                <a:cubicBezTo>
                  <a:pt x="170782" y="186090"/>
                  <a:pt x="168853" y="181472"/>
                  <a:pt x="168853" y="176086"/>
                </a:cubicBezTo>
                <a:cubicBezTo>
                  <a:pt x="168853" y="174824"/>
                  <a:pt x="168972" y="173571"/>
                  <a:pt x="169201" y="172310"/>
                </a:cubicBezTo>
                <a:cubicBezTo>
                  <a:pt x="169429" y="171057"/>
                  <a:pt x="169832" y="169630"/>
                  <a:pt x="170398" y="168039"/>
                </a:cubicBezTo>
                <a:lnTo>
                  <a:pt x="133685" y="131326"/>
                </a:lnTo>
                <a:cubicBezTo>
                  <a:pt x="132094" y="131911"/>
                  <a:pt x="130668" y="132314"/>
                  <a:pt x="129406" y="132524"/>
                </a:cubicBezTo>
                <a:cubicBezTo>
                  <a:pt x="128153" y="132753"/>
                  <a:pt x="126891" y="132862"/>
                  <a:pt x="125639" y="132862"/>
                </a:cubicBezTo>
                <a:cubicBezTo>
                  <a:pt x="124944" y="132862"/>
                  <a:pt x="122402" y="132423"/>
                  <a:pt x="117994" y="131546"/>
                </a:cubicBezTo>
                <a:lnTo>
                  <a:pt x="53812" y="195764"/>
                </a:lnTo>
                <a:cubicBezTo>
                  <a:pt x="54315" y="197355"/>
                  <a:pt x="54663" y="198736"/>
                  <a:pt x="54846" y="199915"/>
                </a:cubicBezTo>
                <a:cubicBezTo>
                  <a:pt x="55038" y="201086"/>
                  <a:pt x="55129" y="202302"/>
                  <a:pt x="55129" y="203555"/>
                </a:cubicBezTo>
                <a:cubicBezTo>
                  <a:pt x="55129" y="208940"/>
                  <a:pt x="53218" y="213567"/>
                  <a:pt x="49378" y="217417"/>
                </a:cubicBezTo>
                <a:cubicBezTo>
                  <a:pt x="45546" y="221276"/>
                  <a:pt x="40883" y="223196"/>
                  <a:pt x="35396" y="22316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3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276"/>
                </a:moveTo>
                <a:lnTo>
                  <a:pt x="100429" y="150245"/>
                </a:lnTo>
                <a:cubicBezTo>
                  <a:pt x="98938" y="148846"/>
                  <a:pt x="97182" y="148124"/>
                  <a:pt x="95143" y="148078"/>
                </a:cubicBezTo>
                <a:cubicBezTo>
                  <a:pt x="93113" y="148032"/>
                  <a:pt x="91294" y="148819"/>
                  <a:pt x="89675" y="150437"/>
                </a:cubicBezTo>
                <a:cubicBezTo>
                  <a:pt x="88185" y="151928"/>
                  <a:pt x="87444" y="153683"/>
                  <a:pt x="87444" y="155713"/>
                </a:cubicBezTo>
                <a:cubicBezTo>
                  <a:pt x="87444" y="157752"/>
                  <a:pt x="88185" y="159508"/>
                  <a:pt x="89675" y="160998"/>
                </a:cubicBezTo>
                <a:lnTo>
                  <a:pt x="125986" y="197492"/>
                </a:lnTo>
                <a:cubicBezTo>
                  <a:pt x="127787" y="199376"/>
                  <a:pt x="129900" y="200318"/>
                  <a:pt x="132332" y="200318"/>
                </a:cubicBezTo>
                <a:cubicBezTo>
                  <a:pt x="134764" y="200318"/>
                  <a:pt x="136877" y="199376"/>
                  <a:pt x="138678" y="197492"/>
                </a:cubicBezTo>
                <a:lnTo>
                  <a:pt x="211638" y="124660"/>
                </a:lnTo>
                <a:cubicBezTo>
                  <a:pt x="213165" y="123051"/>
                  <a:pt x="213951" y="121222"/>
                  <a:pt x="213997" y="119192"/>
                </a:cubicBezTo>
                <a:cubicBezTo>
                  <a:pt x="214034" y="117162"/>
                  <a:pt x="213247" y="115333"/>
                  <a:pt x="211638" y="113724"/>
                </a:cubicBezTo>
                <a:cubicBezTo>
                  <a:pt x="210019" y="112233"/>
                  <a:pt x="208163" y="111520"/>
                  <a:pt x="206069" y="111584"/>
                </a:cubicBezTo>
                <a:cubicBezTo>
                  <a:pt x="203975" y="111648"/>
                  <a:pt x="202183" y="112425"/>
                  <a:pt x="200693" y="113916"/>
                </a:cubicBezTo>
                <a:lnTo>
                  <a:pt x="132332" y="182276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5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70" y="267261"/>
                  <a:pt x="103949" y="261143"/>
                </a:cubicBezTo>
                <a:cubicBezTo>
                  <a:pt x="89428" y="255044"/>
                  <a:pt x="76773" y="246586"/>
                  <a:pt x="65974" y="235778"/>
                </a:cubicBezTo>
                <a:cubicBezTo>
                  <a:pt x="55184" y="224979"/>
                  <a:pt x="46726" y="212324"/>
                  <a:pt x="40609" y="197803"/>
                </a:cubicBezTo>
                <a:cubicBezTo>
                  <a:pt x="34491" y="183282"/>
                  <a:pt x="31437" y="167637"/>
                  <a:pt x="31437" y="150876"/>
                </a:cubicBezTo>
                <a:cubicBezTo>
                  <a:pt x="31437" y="134234"/>
                  <a:pt x="34491" y="118662"/>
                  <a:pt x="40609" y="104132"/>
                </a:cubicBezTo>
                <a:cubicBezTo>
                  <a:pt x="46708" y="89611"/>
                  <a:pt x="55166" y="76956"/>
                  <a:pt x="65974" y="66166"/>
                </a:cubicBezTo>
                <a:cubicBezTo>
                  <a:pt x="76773" y="55376"/>
                  <a:pt x="89428" y="46890"/>
                  <a:pt x="103949" y="40709"/>
                </a:cubicBezTo>
                <a:cubicBezTo>
                  <a:pt x="118470" y="34528"/>
                  <a:pt x="134115" y="31437"/>
                  <a:pt x="150876" y="31437"/>
                </a:cubicBezTo>
                <a:cubicBezTo>
                  <a:pt x="163220" y="31437"/>
                  <a:pt x="175172" y="33266"/>
                  <a:pt x="186739" y="36933"/>
                </a:cubicBezTo>
                <a:cubicBezTo>
                  <a:pt x="198324" y="40599"/>
                  <a:pt x="209196" y="45958"/>
                  <a:pt x="219337" y="52999"/>
                </a:cubicBezTo>
                <a:cubicBezTo>
                  <a:pt x="221157" y="54151"/>
                  <a:pt x="222272" y="55696"/>
                  <a:pt x="222666" y="57644"/>
                </a:cubicBezTo>
                <a:cubicBezTo>
                  <a:pt x="223068" y="59591"/>
                  <a:pt x="222629" y="61375"/>
                  <a:pt x="221349" y="62993"/>
                </a:cubicBezTo>
                <a:cubicBezTo>
                  <a:pt x="220069" y="64602"/>
                  <a:pt x="218459" y="65453"/>
                  <a:pt x="216512" y="65535"/>
                </a:cubicBezTo>
                <a:cubicBezTo>
                  <a:pt x="214555" y="65617"/>
                  <a:pt x="212717" y="65050"/>
                  <a:pt x="210980" y="63843"/>
                </a:cubicBezTo>
                <a:cubicBezTo>
                  <a:pt x="202092" y="57863"/>
                  <a:pt x="192554" y="53355"/>
                  <a:pt x="182368" y="50292"/>
                </a:cubicBezTo>
                <a:cubicBezTo>
                  <a:pt x="172191" y="47229"/>
                  <a:pt x="161675" y="45702"/>
                  <a:pt x="150849" y="45702"/>
                </a:cubicBezTo>
                <a:cubicBezTo>
                  <a:pt x="121195" y="45702"/>
                  <a:pt x="96250" y="55815"/>
                  <a:pt x="76005" y="76032"/>
                </a:cubicBezTo>
                <a:cubicBezTo>
                  <a:pt x="55778" y="96259"/>
                  <a:pt x="45674" y="121204"/>
                  <a:pt x="45674" y="150876"/>
                </a:cubicBezTo>
                <a:cubicBezTo>
                  <a:pt x="45674" y="180530"/>
                  <a:pt x="55778" y="205475"/>
                  <a:pt x="76005" y="225720"/>
                </a:cubicBezTo>
                <a:cubicBezTo>
                  <a:pt x="96222" y="245937"/>
                  <a:pt x="121176" y="256050"/>
                  <a:pt x="150849" y="256050"/>
                </a:cubicBezTo>
                <a:cubicBezTo>
                  <a:pt x="180493" y="256050"/>
                  <a:pt x="205447" y="245937"/>
                  <a:pt x="225683" y="225720"/>
                </a:cubicBezTo>
                <a:cubicBezTo>
                  <a:pt x="245910" y="205493"/>
                  <a:pt x="256014" y="180548"/>
                  <a:pt x="256014" y="150876"/>
                </a:cubicBezTo>
                <a:cubicBezTo>
                  <a:pt x="256014" y="146725"/>
                  <a:pt x="255840" y="142701"/>
                  <a:pt x="255483" y="138806"/>
                </a:cubicBezTo>
                <a:cubicBezTo>
                  <a:pt x="255127" y="134911"/>
                  <a:pt x="254532" y="131107"/>
                  <a:pt x="253691" y="127394"/>
                </a:cubicBezTo>
                <a:cubicBezTo>
                  <a:pt x="253271" y="125319"/>
                  <a:pt x="253536" y="123389"/>
                  <a:pt x="254478" y="121615"/>
                </a:cubicBezTo>
                <a:cubicBezTo>
                  <a:pt x="255419" y="119832"/>
                  <a:pt x="256864" y="118817"/>
                  <a:pt x="258812" y="118561"/>
                </a:cubicBezTo>
                <a:cubicBezTo>
                  <a:pt x="260887" y="118186"/>
                  <a:pt x="262780" y="118634"/>
                  <a:pt x="264472" y="119914"/>
                </a:cubicBezTo>
                <a:cubicBezTo>
                  <a:pt x="266173" y="121213"/>
                  <a:pt x="267224" y="122905"/>
                  <a:pt x="267645" y="124980"/>
                </a:cubicBezTo>
                <a:cubicBezTo>
                  <a:pt x="268486" y="129086"/>
                  <a:pt x="269135" y="133292"/>
                  <a:pt x="269593" y="137608"/>
                </a:cubicBezTo>
                <a:cubicBezTo>
                  <a:pt x="270077" y="141924"/>
                  <a:pt x="270324" y="146350"/>
                  <a:pt x="270324" y="150876"/>
                </a:cubicBezTo>
                <a:cubicBezTo>
                  <a:pt x="270324" y="167637"/>
                  <a:pt x="267224" y="183282"/>
                  <a:pt x="261043" y="197803"/>
                </a:cubicBezTo>
                <a:cubicBezTo>
                  <a:pt x="254862" y="212324"/>
                  <a:pt x="246376" y="224979"/>
                  <a:pt x="235586" y="235778"/>
                </a:cubicBezTo>
                <a:cubicBezTo>
                  <a:pt x="224796" y="246568"/>
                  <a:pt x="212141" y="255026"/>
                  <a:pt x="197620" y="261143"/>
                </a:cubicBezTo>
                <a:cubicBezTo>
                  <a:pt x="183090" y="267261"/>
                  <a:pt x="167518" y="270324"/>
                  <a:pt x="150876" y="270324"/>
                </a:cubicBezTo>
                <a:close/>
                <a:moveTo>
                  <a:pt x="132332" y="182276"/>
                </a:moveTo>
                <a:lnTo>
                  <a:pt x="254322" y="60259"/>
                </a:lnTo>
                <a:cubicBezTo>
                  <a:pt x="255721" y="58851"/>
                  <a:pt x="257468" y="58128"/>
                  <a:pt x="259534" y="58092"/>
                </a:cubicBezTo>
                <a:cubicBezTo>
                  <a:pt x="261610" y="58046"/>
                  <a:pt x="263457" y="58768"/>
                  <a:pt x="265066" y="60259"/>
                </a:cubicBezTo>
                <a:cubicBezTo>
                  <a:pt x="266685" y="61868"/>
                  <a:pt x="267489" y="63697"/>
                  <a:pt x="267489" y="65727"/>
                </a:cubicBezTo>
                <a:cubicBezTo>
                  <a:pt x="267489" y="67757"/>
                  <a:pt x="266685" y="69577"/>
                  <a:pt x="265066" y="71195"/>
                </a:cubicBezTo>
                <a:lnTo>
                  <a:pt x="138678" y="197492"/>
                </a:lnTo>
                <a:cubicBezTo>
                  <a:pt x="136877" y="199376"/>
                  <a:pt x="134764" y="200318"/>
                  <a:pt x="132332" y="200318"/>
                </a:cubicBezTo>
                <a:cubicBezTo>
                  <a:pt x="129900" y="200318"/>
                  <a:pt x="127787" y="199376"/>
                  <a:pt x="125986" y="197492"/>
                </a:cubicBezTo>
                <a:lnTo>
                  <a:pt x="89675" y="160998"/>
                </a:lnTo>
                <a:cubicBezTo>
                  <a:pt x="88276" y="159590"/>
                  <a:pt x="87581" y="157825"/>
                  <a:pt x="87600" y="155686"/>
                </a:cubicBezTo>
                <a:cubicBezTo>
                  <a:pt x="87627" y="153546"/>
                  <a:pt x="88377" y="151736"/>
                  <a:pt x="89867" y="150245"/>
                </a:cubicBezTo>
                <a:cubicBezTo>
                  <a:pt x="91358" y="148764"/>
                  <a:pt x="93141" y="148014"/>
                  <a:pt x="95244" y="148014"/>
                </a:cubicBezTo>
                <a:cubicBezTo>
                  <a:pt x="97338" y="148014"/>
                  <a:pt x="99130" y="148764"/>
                  <a:pt x="100611" y="150245"/>
                </a:cubicBezTo>
                <a:lnTo>
                  <a:pt x="132332" y="18227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7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527" y="202585"/>
                </a:lnTo>
                <a:cubicBezTo>
                  <a:pt x="193926" y="203984"/>
                  <a:pt x="195581" y="204707"/>
                  <a:pt x="197492" y="204752"/>
                </a:cubicBezTo>
                <a:cubicBezTo>
                  <a:pt x="199394" y="204789"/>
                  <a:pt x="201095" y="204067"/>
                  <a:pt x="202585" y="202585"/>
                </a:cubicBezTo>
                <a:cubicBezTo>
                  <a:pt x="204067" y="201095"/>
                  <a:pt x="204816" y="199421"/>
                  <a:pt x="204816" y="197556"/>
                </a:cubicBezTo>
                <a:cubicBezTo>
                  <a:pt x="204816" y="195691"/>
                  <a:pt x="204067" y="194008"/>
                  <a:pt x="202585" y="192527"/>
                </a:cubicBezTo>
                <a:lnTo>
                  <a:pt x="160934" y="150876"/>
                </a:lnTo>
                <a:lnTo>
                  <a:pt x="202585" y="109225"/>
                </a:lnTo>
                <a:cubicBezTo>
                  <a:pt x="203984" y="107826"/>
                  <a:pt x="204707" y="106171"/>
                  <a:pt x="204752" y="104260"/>
                </a:cubicBezTo>
                <a:cubicBezTo>
                  <a:pt x="204789" y="102358"/>
                  <a:pt x="204067" y="100657"/>
                  <a:pt x="202585" y="99167"/>
                </a:cubicBezTo>
                <a:cubicBezTo>
                  <a:pt x="201095" y="97685"/>
                  <a:pt x="199421" y="96936"/>
                  <a:pt x="197556" y="96936"/>
                </a:cubicBezTo>
                <a:cubicBezTo>
                  <a:pt x="195691" y="96936"/>
                  <a:pt x="194008" y="97685"/>
                  <a:pt x="192527" y="99167"/>
                </a:cubicBezTo>
                <a:lnTo>
                  <a:pt x="150876" y="140818"/>
                </a:lnTo>
                <a:lnTo>
                  <a:pt x="109225" y="99167"/>
                </a:lnTo>
                <a:cubicBezTo>
                  <a:pt x="107826" y="97768"/>
                  <a:pt x="106171" y="97045"/>
                  <a:pt x="104260" y="97000"/>
                </a:cubicBezTo>
                <a:cubicBezTo>
                  <a:pt x="102358" y="96963"/>
                  <a:pt x="100657" y="97685"/>
                  <a:pt x="99167" y="99167"/>
                </a:cubicBezTo>
                <a:cubicBezTo>
                  <a:pt x="97685" y="100657"/>
                  <a:pt x="96936" y="102331"/>
                  <a:pt x="96936" y="104196"/>
                </a:cubicBezTo>
                <a:cubicBezTo>
                  <a:pt x="96936" y="106061"/>
                  <a:pt x="97685" y="107744"/>
                  <a:pt x="99167" y="109225"/>
                </a:cubicBezTo>
                <a:lnTo>
                  <a:pt x="140818" y="150876"/>
                </a:lnTo>
                <a:lnTo>
                  <a:pt x="99167" y="192527"/>
                </a:lnTo>
                <a:cubicBezTo>
                  <a:pt x="97768" y="193926"/>
                  <a:pt x="97045" y="195581"/>
                  <a:pt x="97000" y="197492"/>
                </a:cubicBezTo>
                <a:cubicBezTo>
                  <a:pt x="96963" y="199394"/>
                  <a:pt x="97685" y="201095"/>
                  <a:pt x="99167" y="202585"/>
                </a:cubicBezTo>
                <a:cubicBezTo>
                  <a:pt x="100657" y="204067"/>
                  <a:pt x="102331" y="204816"/>
                  <a:pt x="104196" y="204816"/>
                </a:cubicBezTo>
                <a:cubicBezTo>
                  <a:pt x="106061" y="204816"/>
                  <a:pt x="107744" y="204067"/>
                  <a:pt x="109225" y="202585"/>
                </a:cubicBezTo>
                <a:lnTo>
                  <a:pt x="150876" y="160934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99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164" y="257751"/>
                </a:moveTo>
                <a:cubicBezTo>
                  <a:pt x="37362" y="257751"/>
                  <a:pt x="35799" y="257340"/>
                  <a:pt x="34482" y="256517"/>
                </a:cubicBezTo>
                <a:cubicBezTo>
                  <a:pt x="33138" y="255703"/>
                  <a:pt x="32059" y="254569"/>
                  <a:pt x="31245" y="253124"/>
                </a:cubicBezTo>
                <a:cubicBezTo>
                  <a:pt x="30468" y="251762"/>
                  <a:pt x="30038" y="250317"/>
                  <a:pt x="29956" y="248790"/>
                </a:cubicBezTo>
                <a:cubicBezTo>
                  <a:pt x="29846" y="247235"/>
                  <a:pt x="30276" y="245663"/>
                  <a:pt x="31245" y="244072"/>
                </a:cubicBezTo>
                <a:lnTo>
                  <a:pt x="143085" y="51270"/>
                </a:lnTo>
                <a:cubicBezTo>
                  <a:pt x="144027" y="49762"/>
                  <a:pt x="145170" y="48637"/>
                  <a:pt x="146505" y="47905"/>
                </a:cubicBezTo>
                <a:cubicBezTo>
                  <a:pt x="147831" y="47174"/>
                  <a:pt x="149285" y="46799"/>
                  <a:pt x="150876" y="46799"/>
                </a:cubicBezTo>
                <a:cubicBezTo>
                  <a:pt x="152467" y="46799"/>
                  <a:pt x="153921" y="47174"/>
                  <a:pt x="155247" y="47905"/>
                </a:cubicBezTo>
                <a:cubicBezTo>
                  <a:pt x="156564" y="48637"/>
                  <a:pt x="157707" y="49762"/>
                  <a:pt x="158667" y="51270"/>
                </a:cubicBezTo>
                <a:lnTo>
                  <a:pt x="270507" y="244072"/>
                </a:lnTo>
                <a:cubicBezTo>
                  <a:pt x="271449" y="245663"/>
                  <a:pt x="271869" y="247226"/>
                  <a:pt x="271769" y="248753"/>
                </a:cubicBezTo>
                <a:cubicBezTo>
                  <a:pt x="271659" y="250290"/>
                  <a:pt x="271211" y="251762"/>
                  <a:pt x="270416" y="253188"/>
                </a:cubicBezTo>
                <a:cubicBezTo>
                  <a:pt x="269620" y="254615"/>
                  <a:pt x="268559" y="255721"/>
                  <a:pt x="267243" y="256517"/>
                </a:cubicBezTo>
                <a:cubicBezTo>
                  <a:pt x="265917" y="257321"/>
                  <a:pt x="264362" y="257714"/>
                  <a:pt x="262552" y="257714"/>
                </a:cubicBezTo>
                <a:lnTo>
                  <a:pt x="39164" y="257714"/>
                </a:lnTo>
                <a:close/>
                <a:moveTo>
                  <a:pt x="48152" y="243477"/>
                </a:moveTo>
                <a:lnTo>
                  <a:pt x="253563" y="243477"/>
                </a:lnTo>
                <a:lnTo>
                  <a:pt x="150876" y="66257"/>
                </a:lnTo>
                <a:lnTo>
                  <a:pt x="48152" y="243477"/>
                </a:lnTo>
                <a:close/>
                <a:moveTo>
                  <a:pt x="157387" y="222355"/>
                </a:moveTo>
                <a:cubicBezTo>
                  <a:pt x="158895" y="220846"/>
                  <a:pt x="159645" y="218981"/>
                  <a:pt x="159645" y="216759"/>
                </a:cubicBezTo>
                <a:cubicBezTo>
                  <a:pt x="159645" y="214537"/>
                  <a:pt x="158895" y="212662"/>
                  <a:pt x="157387" y="211135"/>
                </a:cubicBezTo>
                <a:cubicBezTo>
                  <a:pt x="155878" y="209626"/>
                  <a:pt x="154012" y="208867"/>
                  <a:pt x="151790" y="208867"/>
                </a:cubicBezTo>
                <a:cubicBezTo>
                  <a:pt x="149541" y="208867"/>
                  <a:pt x="147666" y="209626"/>
                  <a:pt x="146158" y="211135"/>
                </a:cubicBezTo>
                <a:cubicBezTo>
                  <a:pt x="144649" y="212644"/>
                  <a:pt x="143899" y="214518"/>
                  <a:pt x="143899" y="216759"/>
                </a:cubicBezTo>
                <a:cubicBezTo>
                  <a:pt x="143899" y="218999"/>
                  <a:pt x="144649" y="220864"/>
                  <a:pt x="146158" y="222355"/>
                </a:cubicBezTo>
                <a:cubicBezTo>
                  <a:pt x="147666" y="223863"/>
                  <a:pt x="149541" y="224613"/>
                  <a:pt x="151790" y="224613"/>
                </a:cubicBezTo>
                <a:cubicBezTo>
                  <a:pt x="154031" y="224613"/>
                  <a:pt x="155896" y="223863"/>
                  <a:pt x="157387" y="222355"/>
                </a:cubicBezTo>
                <a:close/>
                <a:moveTo>
                  <a:pt x="156911" y="191805"/>
                </a:moveTo>
                <a:cubicBezTo>
                  <a:pt x="158255" y="190460"/>
                  <a:pt x="158923" y="188750"/>
                  <a:pt x="158923" y="186675"/>
                </a:cubicBezTo>
                <a:lnTo>
                  <a:pt x="158923" y="132460"/>
                </a:lnTo>
                <a:cubicBezTo>
                  <a:pt x="158923" y="130384"/>
                  <a:pt x="158255" y="128674"/>
                  <a:pt x="156911" y="127330"/>
                </a:cubicBezTo>
                <a:cubicBezTo>
                  <a:pt x="155567" y="125995"/>
                  <a:pt x="153866" y="125319"/>
                  <a:pt x="151790" y="125319"/>
                </a:cubicBezTo>
                <a:cubicBezTo>
                  <a:pt x="149715" y="125319"/>
                  <a:pt x="148005" y="125995"/>
                  <a:pt x="146661" y="127330"/>
                </a:cubicBezTo>
                <a:cubicBezTo>
                  <a:pt x="145326" y="128674"/>
                  <a:pt x="144649" y="130384"/>
                  <a:pt x="144649" y="132460"/>
                </a:cubicBezTo>
                <a:lnTo>
                  <a:pt x="144649" y="186675"/>
                </a:lnTo>
                <a:cubicBezTo>
                  <a:pt x="144649" y="188750"/>
                  <a:pt x="145326" y="190460"/>
                  <a:pt x="146661" y="191805"/>
                </a:cubicBezTo>
                <a:cubicBezTo>
                  <a:pt x="148005" y="193140"/>
                  <a:pt x="149715" y="193816"/>
                  <a:pt x="151790" y="193816"/>
                </a:cubicBezTo>
                <a:cubicBezTo>
                  <a:pt x="153866" y="193816"/>
                  <a:pt x="155567" y="193140"/>
                  <a:pt x="156911" y="191805"/>
                </a:cubicBezTo>
                <a:close/>
                <a:moveTo>
                  <a:pt x="150876" y="15487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1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7002" y="207925"/>
                </a:moveTo>
                <a:cubicBezTo>
                  <a:pt x="158639" y="206289"/>
                  <a:pt x="159453" y="204250"/>
                  <a:pt x="159453" y="201799"/>
                </a:cubicBezTo>
                <a:cubicBezTo>
                  <a:pt x="159453" y="199348"/>
                  <a:pt x="158639" y="197300"/>
                  <a:pt x="157002" y="195663"/>
                </a:cubicBezTo>
                <a:cubicBezTo>
                  <a:pt x="155375" y="194036"/>
                  <a:pt x="153327" y="193213"/>
                  <a:pt x="150876" y="193213"/>
                </a:cubicBezTo>
                <a:cubicBezTo>
                  <a:pt x="148425" y="193213"/>
                  <a:pt x="146377" y="194036"/>
                  <a:pt x="144750" y="195663"/>
                </a:cubicBezTo>
                <a:cubicBezTo>
                  <a:pt x="143113" y="197300"/>
                  <a:pt x="142299" y="199348"/>
                  <a:pt x="142299" y="201799"/>
                </a:cubicBezTo>
                <a:cubicBezTo>
                  <a:pt x="142299" y="204250"/>
                  <a:pt x="143113" y="206289"/>
                  <a:pt x="144750" y="207925"/>
                </a:cubicBezTo>
                <a:cubicBezTo>
                  <a:pt x="146377" y="209562"/>
                  <a:pt x="148425" y="210376"/>
                  <a:pt x="150876" y="210376"/>
                </a:cubicBezTo>
                <a:cubicBezTo>
                  <a:pt x="153327" y="210376"/>
                  <a:pt x="155375" y="209562"/>
                  <a:pt x="157002" y="207925"/>
                </a:cubicBezTo>
                <a:close/>
                <a:moveTo>
                  <a:pt x="156719" y="163979"/>
                </a:moveTo>
                <a:cubicBezTo>
                  <a:pt x="158063" y="162617"/>
                  <a:pt x="158731" y="160925"/>
                  <a:pt x="158731" y="158895"/>
                </a:cubicBezTo>
                <a:lnTo>
                  <a:pt x="158731" y="94704"/>
                </a:lnTo>
                <a:cubicBezTo>
                  <a:pt x="158731" y="92674"/>
                  <a:pt x="158045" y="90974"/>
                  <a:pt x="156664" y="89611"/>
                </a:cubicBezTo>
                <a:cubicBezTo>
                  <a:pt x="155274" y="88249"/>
                  <a:pt x="153564" y="87572"/>
                  <a:pt x="151534" y="87572"/>
                </a:cubicBezTo>
                <a:cubicBezTo>
                  <a:pt x="149504" y="87572"/>
                  <a:pt x="147813" y="88249"/>
                  <a:pt x="146478" y="89611"/>
                </a:cubicBezTo>
                <a:cubicBezTo>
                  <a:pt x="145134" y="90974"/>
                  <a:pt x="144466" y="92674"/>
                  <a:pt x="144466" y="94704"/>
                </a:cubicBezTo>
                <a:lnTo>
                  <a:pt x="144466" y="158895"/>
                </a:lnTo>
                <a:cubicBezTo>
                  <a:pt x="144466" y="160925"/>
                  <a:pt x="145152" y="162617"/>
                  <a:pt x="146542" y="163979"/>
                </a:cubicBezTo>
                <a:cubicBezTo>
                  <a:pt x="147922" y="165342"/>
                  <a:pt x="149632" y="166028"/>
                  <a:pt x="151662" y="166028"/>
                </a:cubicBezTo>
                <a:cubicBezTo>
                  <a:pt x="153692" y="166028"/>
                  <a:pt x="155384" y="165342"/>
                  <a:pt x="156719" y="163979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3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692" y="208556"/>
                </a:moveTo>
                <a:cubicBezTo>
                  <a:pt x="158036" y="207194"/>
                  <a:pt x="158703" y="205493"/>
                  <a:pt x="158703" y="203463"/>
                </a:cubicBezTo>
                <a:lnTo>
                  <a:pt x="158703" y="145435"/>
                </a:lnTo>
                <a:cubicBezTo>
                  <a:pt x="158703" y="143424"/>
                  <a:pt x="158008" y="141732"/>
                  <a:pt x="156628" y="140342"/>
                </a:cubicBezTo>
                <a:cubicBezTo>
                  <a:pt x="155247" y="138980"/>
                  <a:pt x="153537" y="138303"/>
                  <a:pt x="151507" y="138303"/>
                </a:cubicBezTo>
                <a:cubicBezTo>
                  <a:pt x="149468" y="138303"/>
                  <a:pt x="147785" y="138980"/>
                  <a:pt x="146441" y="140342"/>
                </a:cubicBezTo>
                <a:cubicBezTo>
                  <a:pt x="145106" y="141705"/>
                  <a:pt x="144429" y="143405"/>
                  <a:pt x="144429" y="145435"/>
                </a:cubicBezTo>
                <a:lnTo>
                  <a:pt x="144429" y="203463"/>
                </a:lnTo>
                <a:cubicBezTo>
                  <a:pt x="144429" y="205475"/>
                  <a:pt x="145124" y="207176"/>
                  <a:pt x="146505" y="208556"/>
                </a:cubicBezTo>
                <a:cubicBezTo>
                  <a:pt x="147886" y="209919"/>
                  <a:pt x="149596" y="210595"/>
                  <a:pt x="151635" y="210595"/>
                </a:cubicBezTo>
                <a:cubicBezTo>
                  <a:pt x="153665" y="210595"/>
                  <a:pt x="155347" y="209919"/>
                  <a:pt x="156692" y="208556"/>
                </a:cubicBezTo>
                <a:close/>
                <a:moveTo>
                  <a:pt x="156911" y="115800"/>
                </a:moveTo>
                <a:cubicBezTo>
                  <a:pt x="158584" y="114209"/>
                  <a:pt x="159426" y="112224"/>
                  <a:pt x="159426" y="109856"/>
                </a:cubicBezTo>
                <a:cubicBezTo>
                  <a:pt x="159426" y="107323"/>
                  <a:pt x="158612" y="105229"/>
                  <a:pt x="156975" y="103574"/>
                </a:cubicBezTo>
                <a:cubicBezTo>
                  <a:pt x="155338" y="101892"/>
                  <a:pt x="153308" y="101059"/>
                  <a:pt x="150876" y="101059"/>
                </a:cubicBezTo>
                <a:cubicBezTo>
                  <a:pt x="148380" y="101059"/>
                  <a:pt x="146331" y="101892"/>
                  <a:pt x="144713" y="103574"/>
                </a:cubicBezTo>
                <a:cubicBezTo>
                  <a:pt x="143104" y="105247"/>
                  <a:pt x="142299" y="107323"/>
                  <a:pt x="142299" y="109792"/>
                </a:cubicBezTo>
                <a:cubicBezTo>
                  <a:pt x="142299" y="112160"/>
                  <a:pt x="143122" y="114154"/>
                  <a:pt x="144777" y="115763"/>
                </a:cubicBezTo>
                <a:cubicBezTo>
                  <a:pt x="146432" y="117382"/>
                  <a:pt x="148453" y="118186"/>
                  <a:pt x="150849" y="118186"/>
                </a:cubicBezTo>
                <a:cubicBezTo>
                  <a:pt x="153235" y="118186"/>
                  <a:pt x="155256" y="117391"/>
                  <a:pt x="156911" y="115800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5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234" y="216887"/>
                </a:moveTo>
                <a:cubicBezTo>
                  <a:pt x="161190" y="214893"/>
                  <a:pt x="162160" y="212525"/>
                  <a:pt x="162160" y="209782"/>
                </a:cubicBezTo>
                <a:cubicBezTo>
                  <a:pt x="162160" y="207038"/>
                  <a:pt x="161190" y="204679"/>
                  <a:pt x="159234" y="202704"/>
                </a:cubicBezTo>
                <a:cubicBezTo>
                  <a:pt x="157286" y="200738"/>
                  <a:pt x="154918" y="199742"/>
                  <a:pt x="152138" y="199723"/>
                </a:cubicBezTo>
                <a:cubicBezTo>
                  <a:pt x="149349" y="199723"/>
                  <a:pt x="146972" y="200720"/>
                  <a:pt x="144996" y="202704"/>
                </a:cubicBezTo>
                <a:cubicBezTo>
                  <a:pt x="143003" y="204698"/>
                  <a:pt x="142015" y="207066"/>
                  <a:pt x="142015" y="209809"/>
                </a:cubicBezTo>
                <a:cubicBezTo>
                  <a:pt x="142015" y="212561"/>
                  <a:pt x="143003" y="214911"/>
                  <a:pt x="144996" y="216887"/>
                </a:cubicBezTo>
                <a:cubicBezTo>
                  <a:pt x="146990" y="218871"/>
                  <a:pt x="149376" y="219867"/>
                  <a:pt x="152165" y="219867"/>
                </a:cubicBezTo>
                <a:cubicBezTo>
                  <a:pt x="154954" y="219867"/>
                  <a:pt x="157313" y="218871"/>
                  <a:pt x="159234" y="216887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  <a:moveTo>
                  <a:pt x="151635" y="95271"/>
                </a:moveTo>
                <a:cubicBezTo>
                  <a:pt x="158209" y="95271"/>
                  <a:pt x="163970" y="97283"/>
                  <a:pt x="168917" y="101306"/>
                </a:cubicBezTo>
                <a:cubicBezTo>
                  <a:pt x="173864" y="105330"/>
                  <a:pt x="176333" y="110441"/>
                  <a:pt x="176333" y="116650"/>
                </a:cubicBezTo>
                <a:cubicBezTo>
                  <a:pt x="176333" y="121908"/>
                  <a:pt x="174815" y="126535"/>
                  <a:pt x="171779" y="130540"/>
                </a:cubicBezTo>
                <a:cubicBezTo>
                  <a:pt x="168743" y="134517"/>
                  <a:pt x="165287" y="138276"/>
                  <a:pt x="161410" y="141796"/>
                </a:cubicBezTo>
                <a:cubicBezTo>
                  <a:pt x="156838" y="145710"/>
                  <a:pt x="152860" y="150035"/>
                  <a:pt x="149459" y="154771"/>
                </a:cubicBezTo>
                <a:cubicBezTo>
                  <a:pt x="146048" y="159508"/>
                  <a:pt x="144219" y="164811"/>
                  <a:pt x="143991" y="170682"/>
                </a:cubicBezTo>
                <a:cubicBezTo>
                  <a:pt x="143908" y="172502"/>
                  <a:pt x="144557" y="173946"/>
                  <a:pt x="145938" y="175016"/>
                </a:cubicBezTo>
                <a:cubicBezTo>
                  <a:pt x="147328" y="176104"/>
                  <a:pt x="148928" y="176653"/>
                  <a:pt x="150748" y="176653"/>
                </a:cubicBezTo>
                <a:cubicBezTo>
                  <a:pt x="152696" y="176653"/>
                  <a:pt x="154323" y="176013"/>
                  <a:pt x="155622" y="174733"/>
                </a:cubicBezTo>
                <a:cubicBezTo>
                  <a:pt x="156902" y="173453"/>
                  <a:pt x="157697" y="171843"/>
                  <a:pt x="158008" y="169896"/>
                </a:cubicBezTo>
                <a:cubicBezTo>
                  <a:pt x="158722" y="165662"/>
                  <a:pt x="160358" y="161794"/>
                  <a:pt x="162919" y="158292"/>
                </a:cubicBezTo>
                <a:cubicBezTo>
                  <a:pt x="165470" y="154817"/>
                  <a:pt x="168478" y="151644"/>
                  <a:pt x="171935" y="148773"/>
                </a:cubicBezTo>
                <a:cubicBezTo>
                  <a:pt x="176818" y="144512"/>
                  <a:pt x="180914" y="139684"/>
                  <a:pt x="184224" y="134280"/>
                </a:cubicBezTo>
                <a:cubicBezTo>
                  <a:pt x="187534" y="128876"/>
                  <a:pt x="189189" y="122969"/>
                  <a:pt x="189189" y="116549"/>
                </a:cubicBezTo>
                <a:cubicBezTo>
                  <a:pt x="189189" y="106720"/>
                  <a:pt x="185587" y="98517"/>
                  <a:pt x="178381" y="91943"/>
                </a:cubicBezTo>
                <a:cubicBezTo>
                  <a:pt x="171167" y="85359"/>
                  <a:pt x="162580" y="82067"/>
                  <a:pt x="152604" y="82067"/>
                </a:cubicBezTo>
                <a:cubicBezTo>
                  <a:pt x="145563" y="82067"/>
                  <a:pt x="138824" y="83640"/>
                  <a:pt x="132396" y="86786"/>
                </a:cubicBezTo>
                <a:cubicBezTo>
                  <a:pt x="125959" y="89931"/>
                  <a:pt x="120673" y="94384"/>
                  <a:pt x="116522" y="100145"/>
                </a:cubicBezTo>
                <a:cubicBezTo>
                  <a:pt x="115370" y="101754"/>
                  <a:pt x="114876" y="103501"/>
                  <a:pt x="115041" y="105366"/>
                </a:cubicBezTo>
                <a:cubicBezTo>
                  <a:pt x="115187" y="107223"/>
                  <a:pt x="115955" y="108713"/>
                  <a:pt x="117336" y="109829"/>
                </a:cubicBezTo>
                <a:cubicBezTo>
                  <a:pt x="119329" y="111100"/>
                  <a:pt x="121332" y="111493"/>
                  <a:pt x="123343" y="110990"/>
                </a:cubicBezTo>
                <a:cubicBezTo>
                  <a:pt x="125328" y="110487"/>
                  <a:pt x="126992" y="109326"/>
                  <a:pt x="128309" y="107497"/>
                </a:cubicBezTo>
                <a:cubicBezTo>
                  <a:pt x="131134" y="103748"/>
                  <a:pt x="134572" y="100776"/>
                  <a:pt x="138614" y="98572"/>
                </a:cubicBezTo>
                <a:cubicBezTo>
                  <a:pt x="142665" y="96369"/>
                  <a:pt x="147054" y="95271"/>
                  <a:pt x="151790" y="9527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7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50482"/>
                </a:moveTo>
                <a:cubicBezTo>
                  <a:pt x="146277" y="250482"/>
                  <a:pt x="142381" y="248863"/>
                  <a:pt x="139153" y="245617"/>
                </a:cubicBezTo>
                <a:cubicBezTo>
                  <a:pt x="135926" y="242362"/>
                  <a:pt x="134307" y="238457"/>
                  <a:pt x="134307" y="233885"/>
                </a:cubicBezTo>
                <a:cubicBezTo>
                  <a:pt x="134307" y="229322"/>
                  <a:pt x="135935" y="225427"/>
                  <a:pt x="139181" y="222199"/>
                </a:cubicBezTo>
                <a:cubicBezTo>
                  <a:pt x="142427" y="218971"/>
                  <a:pt x="146341" y="217353"/>
                  <a:pt x="150903" y="217353"/>
                </a:cubicBezTo>
                <a:cubicBezTo>
                  <a:pt x="155475" y="217353"/>
                  <a:pt x="159371" y="218981"/>
                  <a:pt x="162599" y="222227"/>
                </a:cubicBezTo>
                <a:cubicBezTo>
                  <a:pt x="165826" y="225473"/>
                  <a:pt x="167445" y="229386"/>
                  <a:pt x="167445" y="233949"/>
                </a:cubicBezTo>
                <a:cubicBezTo>
                  <a:pt x="167445" y="238521"/>
                  <a:pt x="165817" y="242417"/>
                  <a:pt x="162571" y="245644"/>
                </a:cubicBezTo>
                <a:cubicBezTo>
                  <a:pt x="159325" y="248872"/>
                  <a:pt x="155411" y="250482"/>
                  <a:pt x="150849" y="250482"/>
                </a:cubicBezTo>
                <a:close/>
                <a:moveTo>
                  <a:pt x="150812" y="188814"/>
                </a:moveTo>
                <a:cubicBezTo>
                  <a:pt x="146706" y="188814"/>
                  <a:pt x="143204" y="187361"/>
                  <a:pt x="140315" y="184444"/>
                </a:cubicBezTo>
                <a:cubicBezTo>
                  <a:pt x="137425" y="181536"/>
                  <a:pt x="135980" y="178034"/>
                  <a:pt x="135980" y="173946"/>
                </a:cubicBezTo>
                <a:lnTo>
                  <a:pt x="135980" y="59820"/>
                </a:lnTo>
                <a:cubicBezTo>
                  <a:pt x="135980" y="55733"/>
                  <a:pt x="137434" y="52231"/>
                  <a:pt x="140342" y="49314"/>
                </a:cubicBezTo>
                <a:cubicBezTo>
                  <a:pt x="143259" y="46406"/>
                  <a:pt x="146770" y="44952"/>
                  <a:pt x="150876" y="44952"/>
                </a:cubicBezTo>
                <a:cubicBezTo>
                  <a:pt x="154982" y="44952"/>
                  <a:pt x="158484" y="46406"/>
                  <a:pt x="161373" y="49314"/>
                </a:cubicBezTo>
                <a:cubicBezTo>
                  <a:pt x="164263" y="52231"/>
                  <a:pt x="165717" y="55733"/>
                  <a:pt x="165717" y="59820"/>
                </a:cubicBezTo>
                <a:lnTo>
                  <a:pt x="165717" y="173946"/>
                </a:lnTo>
                <a:cubicBezTo>
                  <a:pt x="165717" y="178034"/>
                  <a:pt x="164254" y="181536"/>
                  <a:pt x="161346" y="184444"/>
                </a:cubicBezTo>
                <a:cubicBezTo>
                  <a:pt x="158429" y="187361"/>
                  <a:pt x="154918" y="188814"/>
                  <a:pt x="150812" y="18881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09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50876" y="256050"/>
                </a:moveTo>
                <a:cubicBezTo>
                  <a:pt x="163824" y="256050"/>
                  <a:pt x="176241" y="253819"/>
                  <a:pt x="188120" y="249357"/>
                </a:cubicBezTo>
                <a:cubicBezTo>
                  <a:pt x="200007" y="244895"/>
                  <a:pt x="210705" y="238412"/>
                  <a:pt x="220215" y="229926"/>
                </a:cubicBezTo>
                <a:lnTo>
                  <a:pt x="71826" y="81564"/>
                </a:lnTo>
                <a:cubicBezTo>
                  <a:pt x="63542" y="91294"/>
                  <a:pt x="57123" y="102065"/>
                  <a:pt x="52560" y="113879"/>
                </a:cubicBezTo>
                <a:cubicBezTo>
                  <a:pt x="47988" y="125703"/>
                  <a:pt x="45702" y="138038"/>
                  <a:pt x="45702" y="150903"/>
                </a:cubicBezTo>
                <a:cubicBezTo>
                  <a:pt x="45702" y="180265"/>
                  <a:pt x="55897" y="205127"/>
                  <a:pt x="76288" y="225500"/>
                </a:cubicBezTo>
                <a:cubicBezTo>
                  <a:pt x="96680" y="245882"/>
                  <a:pt x="121542" y="256078"/>
                  <a:pt x="150876" y="256078"/>
                </a:cubicBezTo>
                <a:close/>
                <a:moveTo>
                  <a:pt x="229743" y="220188"/>
                </a:moveTo>
                <a:cubicBezTo>
                  <a:pt x="237890" y="210669"/>
                  <a:pt x="244319" y="199970"/>
                  <a:pt x="249009" y="188092"/>
                </a:cubicBezTo>
                <a:cubicBezTo>
                  <a:pt x="253700" y="176214"/>
                  <a:pt x="256050" y="163796"/>
                  <a:pt x="256050" y="150849"/>
                </a:cubicBezTo>
                <a:cubicBezTo>
                  <a:pt x="256050" y="121487"/>
                  <a:pt x="245855" y="96625"/>
                  <a:pt x="225464" y="76252"/>
                </a:cubicBezTo>
                <a:cubicBezTo>
                  <a:pt x="205072" y="55870"/>
                  <a:pt x="180210" y="45674"/>
                  <a:pt x="150876" y="45674"/>
                </a:cubicBezTo>
                <a:cubicBezTo>
                  <a:pt x="137992" y="45674"/>
                  <a:pt x="125602" y="47933"/>
                  <a:pt x="113724" y="52459"/>
                </a:cubicBezTo>
                <a:cubicBezTo>
                  <a:pt x="101846" y="56985"/>
                  <a:pt x="91120" y="63496"/>
                  <a:pt x="81564" y="71982"/>
                </a:cubicBezTo>
                <a:lnTo>
                  <a:pt x="229770" y="22018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1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30" y="160367"/>
                </a:moveTo>
                <a:cubicBezTo>
                  <a:pt x="96926" y="157752"/>
                  <a:pt x="98225" y="154570"/>
                  <a:pt x="98225" y="150849"/>
                </a:cubicBezTo>
                <a:cubicBezTo>
                  <a:pt x="98225" y="147118"/>
                  <a:pt x="96917" y="143954"/>
                  <a:pt x="94302" y="141348"/>
                </a:cubicBezTo>
                <a:cubicBezTo>
                  <a:pt x="91678" y="138751"/>
                  <a:pt x="88505" y="137453"/>
                  <a:pt x="84774" y="137453"/>
                </a:cubicBezTo>
                <a:cubicBezTo>
                  <a:pt x="81043" y="137453"/>
                  <a:pt x="77879" y="138760"/>
                  <a:pt x="75283" y="141385"/>
                </a:cubicBezTo>
                <a:cubicBezTo>
                  <a:pt x="72686" y="144000"/>
                  <a:pt x="71387" y="147182"/>
                  <a:pt x="71387" y="150903"/>
                </a:cubicBezTo>
                <a:cubicBezTo>
                  <a:pt x="71387" y="154634"/>
                  <a:pt x="72695" y="157798"/>
                  <a:pt x="75310" y="160404"/>
                </a:cubicBezTo>
                <a:cubicBezTo>
                  <a:pt x="77934" y="163001"/>
                  <a:pt x="81107" y="164299"/>
                  <a:pt x="84838" y="164299"/>
                </a:cubicBezTo>
                <a:cubicBezTo>
                  <a:pt x="88569" y="164299"/>
                  <a:pt x="91733" y="162992"/>
                  <a:pt x="94330" y="160367"/>
                </a:cubicBezTo>
                <a:close/>
                <a:moveTo>
                  <a:pt x="160404" y="160367"/>
                </a:moveTo>
                <a:cubicBezTo>
                  <a:pt x="163001" y="157752"/>
                  <a:pt x="164299" y="154570"/>
                  <a:pt x="164299" y="150849"/>
                </a:cubicBezTo>
                <a:cubicBezTo>
                  <a:pt x="164299" y="147118"/>
                  <a:pt x="162992" y="143954"/>
                  <a:pt x="160367" y="141348"/>
                </a:cubicBezTo>
                <a:cubicBezTo>
                  <a:pt x="157752" y="138751"/>
                  <a:pt x="154570" y="137453"/>
                  <a:pt x="150849" y="137453"/>
                </a:cubicBezTo>
                <a:cubicBezTo>
                  <a:pt x="147118" y="137453"/>
                  <a:pt x="143954" y="138760"/>
                  <a:pt x="141348" y="141385"/>
                </a:cubicBezTo>
                <a:cubicBezTo>
                  <a:pt x="138751" y="144000"/>
                  <a:pt x="137453" y="147182"/>
                  <a:pt x="137453" y="150903"/>
                </a:cubicBezTo>
                <a:cubicBezTo>
                  <a:pt x="137453" y="154634"/>
                  <a:pt x="138760" y="157798"/>
                  <a:pt x="141385" y="160404"/>
                </a:cubicBezTo>
                <a:cubicBezTo>
                  <a:pt x="144000" y="163001"/>
                  <a:pt x="147182" y="164299"/>
                  <a:pt x="150903" y="164299"/>
                </a:cubicBezTo>
                <a:cubicBezTo>
                  <a:pt x="154634" y="164299"/>
                  <a:pt x="157798" y="162992"/>
                  <a:pt x="160404" y="160367"/>
                </a:cubicBezTo>
                <a:close/>
                <a:moveTo>
                  <a:pt x="226250" y="160367"/>
                </a:moveTo>
                <a:cubicBezTo>
                  <a:pt x="228847" y="157752"/>
                  <a:pt x="230145" y="154570"/>
                  <a:pt x="230145" y="150849"/>
                </a:cubicBezTo>
                <a:cubicBezTo>
                  <a:pt x="230145" y="147118"/>
                  <a:pt x="228838" y="143954"/>
                  <a:pt x="226223" y="141348"/>
                </a:cubicBezTo>
                <a:cubicBezTo>
                  <a:pt x="223598" y="138751"/>
                  <a:pt x="220425" y="137453"/>
                  <a:pt x="216695" y="137453"/>
                </a:cubicBezTo>
                <a:cubicBezTo>
                  <a:pt x="212964" y="137453"/>
                  <a:pt x="209800" y="138760"/>
                  <a:pt x="207203" y="141385"/>
                </a:cubicBezTo>
                <a:cubicBezTo>
                  <a:pt x="204606" y="144000"/>
                  <a:pt x="203308" y="147182"/>
                  <a:pt x="203308" y="150903"/>
                </a:cubicBezTo>
                <a:cubicBezTo>
                  <a:pt x="203308" y="154634"/>
                  <a:pt x="204615" y="157798"/>
                  <a:pt x="207230" y="160404"/>
                </a:cubicBezTo>
                <a:cubicBezTo>
                  <a:pt x="209855" y="163001"/>
                  <a:pt x="213028" y="164299"/>
                  <a:pt x="216759" y="164299"/>
                </a:cubicBezTo>
                <a:cubicBezTo>
                  <a:pt x="220489" y="164299"/>
                  <a:pt x="223653" y="162992"/>
                  <a:pt x="226250" y="160367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3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489" y="168670"/>
                </a:moveTo>
                <a:lnTo>
                  <a:pt x="113568" y="144055"/>
                </a:lnTo>
                <a:cubicBezTo>
                  <a:pt x="112160" y="142528"/>
                  <a:pt x="110423" y="141741"/>
                  <a:pt x="108347" y="141695"/>
                </a:cubicBezTo>
                <a:cubicBezTo>
                  <a:pt x="106272" y="141659"/>
                  <a:pt x="104470" y="142336"/>
                  <a:pt x="102943" y="143744"/>
                </a:cubicBezTo>
                <a:cubicBezTo>
                  <a:pt x="101242" y="145353"/>
                  <a:pt x="100392" y="147182"/>
                  <a:pt x="100392" y="149212"/>
                </a:cubicBezTo>
                <a:cubicBezTo>
                  <a:pt x="100392" y="151242"/>
                  <a:pt x="101242" y="153061"/>
                  <a:pt x="102943" y="154680"/>
                </a:cubicBezTo>
                <a:lnTo>
                  <a:pt x="131134" y="182688"/>
                </a:lnTo>
                <a:cubicBezTo>
                  <a:pt x="132935" y="184572"/>
                  <a:pt x="135039" y="185513"/>
                  <a:pt x="137425" y="185513"/>
                </a:cubicBezTo>
                <a:cubicBezTo>
                  <a:pt x="139812" y="185513"/>
                  <a:pt x="141951" y="184572"/>
                  <a:pt x="143835" y="182688"/>
                </a:cubicBezTo>
                <a:lnTo>
                  <a:pt x="198937" y="127897"/>
                </a:lnTo>
                <a:cubicBezTo>
                  <a:pt x="200254" y="126498"/>
                  <a:pt x="200939" y="124752"/>
                  <a:pt x="200976" y="122685"/>
                </a:cubicBezTo>
                <a:cubicBezTo>
                  <a:pt x="201022" y="120609"/>
                  <a:pt x="200235" y="118826"/>
                  <a:pt x="198626" y="117336"/>
                </a:cubicBezTo>
                <a:cubicBezTo>
                  <a:pt x="197218" y="116056"/>
                  <a:pt x="195535" y="115470"/>
                  <a:pt x="193560" y="115580"/>
                </a:cubicBezTo>
                <a:cubicBezTo>
                  <a:pt x="191594" y="115681"/>
                  <a:pt x="189967" y="116376"/>
                  <a:pt x="188686" y="117656"/>
                </a:cubicBezTo>
                <a:lnTo>
                  <a:pt x="137489" y="168670"/>
                </a:lnTo>
                <a:close/>
                <a:moveTo>
                  <a:pt x="107149" y="267709"/>
                </a:moveTo>
                <a:lnTo>
                  <a:pt x="88861" y="236564"/>
                </a:lnTo>
                <a:lnTo>
                  <a:pt x="52651" y="229304"/>
                </a:lnTo>
                <a:cubicBezTo>
                  <a:pt x="50429" y="228883"/>
                  <a:pt x="48610" y="227667"/>
                  <a:pt x="47183" y="225656"/>
                </a:cubicBezTo>
                <a:cubicBezTo>
                  <a:pt x="45775" y="223644"/>
                  <a:pt x="45245" y="221523"/>
                  <a:pt x="45574" y="219301"/>
                </a:cubicBezTo>
                <a:lnTo>
                  <a:pt x="49378" y="183877"/>
                </a:lnTo>
                <a:lnTo>
                  <a:pt x="26124" y="156911"/>
                </a:lnTo>
                <a:cubicBezTo>
                  <a:pt x="24524" y="155320"/>
                  <a:pt x="23729" y="153308"/>
                  <a:pt x="23729" y="150876"/>
                </a:cubicBezTo>
                <a:cubicBezTo>
                  <a:pt x="23729" y="148444"/>
                  <a:pt x="24524" y="146432"/>
                  <a:pt x="26124" y="144841"/>
                </a:cubicBezTo>
                <a:lnTo>
                  <a:pt x="49378" y="118058"/>
                </a:lnTo>
                <a:lnTo>
                  <a:pt x="45574" y="82634"/>
                </a:lnTo>
                <a:cubicBezTo>
                  <a:pt x="45245" y="80412"/>
                  <a:pt x="45775" y="78300"/>
                  <a:pt x="47183" y="76288"/>
                </a:cubicBezTo>
                <a:cubicBezTo>
                  <a:pt x="48582" y="74277"/>
                  <a:pt x="50411" y="73061"/>
                  <a:pt x="52651" y="72640"/>
                </a:cubicBezTo>
                <a:lnTo>
                  <a:pt x="88861" y="65380"/>
                </a:lnTo>
                <a:lnTo>
                  <a:pt x="107149" y="34043"/>
                </a:lnTo>
                <a:cubicBezTo>
                  <a:pt x="108329" y="32031"/>
                  <a:pt x="110002" y="30623"/>
                  <a:pt x="112179" y="29828"/>
                </a:cubicBezTo>
                <a:cubicBezTo>
                  <a:pt x="114364" y="29032"/>
                  <a:pt x="116559" y="29114"/>
                  <a:pt x="118781" y="30084"/>
                </a:cubicBezTo>
                <a:lnTo>
                  <a:pt x="150876" y="44760"/>
                </a:lnTo>
                <a:lnTo>
                  <a:pt x="183090" y="30047"/>
                </a:lnTo>
                <a:cubicBezTo>
                  <a:pt x="185230" y="29087"/>
                  <a:pt x="187388" y="28968"/>
                  <a:pt x="189573" y="29700"/>
                </a:cubicBezTo>
                <a:cubicBezTo>
                  <a:pt x="191750" y="30440"/>
                  <a:pt x="193423" y="31812"/>
                  <a:pt x="194603" y="33824"/>
                </a:cubicBezTo>
                <a:lnTo>
                  <a:pt x="213211" y="65352"/>
                </a:lnTo>
                <a:lnTo>
                  <a:pt x="249101" y="72613"/>
                </a:lnTo>
                <a:cubicBezTo>
                  <a:pt x="251323" y="73024"/>
                  <a:pt x="253142" y="74240"/>
                  <a:pt x="254569" y="76252"/>
                </a:cubicBezTo>
                <a:cubicBezTo>
                  <a:pt x="255977" y="78263"/>
                  <a:pt x="256553" y="80385"/>
                  <a:pt x="256297" y="82607"/>
                </a:cubicBezTo>
                <a:lnTo>
                  <a:pt x="252374" y="118031"/>
                </a:lnTo>
                <a:lnTo>
                  <a:pt x="275628" y="144814"/>
                </a:lnTo>
                <a:cubicBezTo>
                  <a:pt x="277228" y="146405"/>
                  <a:pt x="278023" y="148416"/>
                  <a:pt x="278023" y="150849"/>
                </a:cubicBezTo>
                <a:cubicBezTo>
                  <a:pt x="278023" y="153272"/>
                  <a:pt x="277228" y="155283"/>
                  <a:pt x="275628" y="156884"/>
                </a:cubicBezTo>
                <a:lnTo>
                  <a:pt x="252374" y="183849"/>
                </a:lnTo>
                <a:lnTo>
                  <a:pt x="256297" y="219273"/>
                </a:lnTo>
                <a:cubicBezTo>
                  <a:pt x="256553" y="221495"/>
                  <a:pt x="255977" y="223607"/>
                  <a:pt x="254569" y="225619"/>
                </a:cubicBezTo>
                <a:cubicBezTo>
                  <a:pt x="253170" y="227631"/>
                  <a:pt x="251341" y="228847"/>
                  <a:pt x="249101" y="229268"/>
                </a:cubicBezTo>
                <a:lnTo>
                  <a:pt x="213211" y="236528"/>
                </a:lnTo>
                <a:lnTo>
                  <a:pt x="194603" y="267864"/>
                </a:lnTo>
                <a:cubicBezTo>
                  <a:pt x="193423" y="269922"/>
                  <a:pt x="191750" y="271312"/>
                  <a:pt x="189573" y="272052"/>
                </a:cubicBezTo>
                <a:cubicBezTo>
                  <a:pt x="187388" y="272784"/>
                  <a:pt x="185230" y="272665"/>
                  <a:pt x="183090" y="271705"/>
                </a:cubicBezTo>
                <a:lnTo>
                  <a:pt x="150876" y="256992"/>
                </a:lnTo>
                <a:lnTo>
                  <a:pt x="118781" y="271705"/>
                </a:lnTo>
                <a:cubicBezTo>
                  <a:pt x="116559" y="272665"/>
                  <a:pt x="114364" y="272747"/>
                  <a:pt x="112179" y="271952"/>
                </a:cubicBezTo>
                <a:cubicBezTo>
                  <a:pt x="110002" y="271156"/>
                  <a:pt x="108329" y="269757"/>
                  <a:pt x="107149" y="267745"/>
                </a:cubicBezTo>
                <a:close/>
                <a:moveTo>
                  <a:pt x="117747" y="256114"/>
                </a:moveTo>
                <a:lnTo>
                  <a:pt x="150876" y="242343"/>
                </a:lnTo>
                <a:lnTo>
                  <a:pt x="184727" y="256142"/>
                </a:lnTo>
                <a:lnTo>
                  <a:pt x="205063" y="225061"/>
                </a:lnTo>
                <a:lnTo>
                  <a:pt x="241246" y="216100"/>
                </a:lnTo>
                <a:lnTo>
                  <a:pt x="237726" y="179067"/>
                </a:lnTo>
                <a:lnTo>
                  <a:pt x="262552" y="150876"/>
                </a:lnTo>
                <a:lnTo>
                  <a:pt x="237689" y="122301"/>
                </a:lnTo>
                <a:lnTo>
                  <a:pt x="241210" y="85149"/>
                </a:lnTo>
                <a:lnTo>
                  <a:pt x="205063" y="76700"/>
                </a:lnTo>
                <a:lnTo>
                  <a:pt x="184352" y="45638"/>
                </a:lnTo>
                <a:lnTo>
                  <a:pt x="150876" y="59409"/>
                </a:lnTo>
                <a:lnTo>
                  <a:pt x="117025" y="45610"/>
                </a:lnTo>
                <a:lnTo>
                  <a:pt x="96689" y="76700"/>
                </a:lnTo>
                <a:lnTo>
                  <a:pt x="60506" y="85149"/>
                </a:lnTo>
                <a:lnTo>
                  <a:pt x="64026" y="122301"/>
                </a:lnTo>
                <a:lnTo>
                  <a:pt x="39200" y="150876"/>
                </a:lnTo>
                <a:lnTo>
                  <a:pt x="64063" y="179067"/>
                </a:lnTo>
                <a:lnTo>
                  <a:pt x="60542" y="216512"/>
                </a:lnTo>
                <a:lnTo>
                  <a:pt x="96689" y="225061"/>
                </a:lnTo>
                <a:lnTo>
                  <a:pt x="117711" y="25611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5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237442"/>
                </a:moveTo>
                <a:cubicBezTo>
                  <a:pt x="61704" y="237442"/>
                  <a:pt x="60003" y="236747"/>
                  <a:pt x="58622" y="235367"/>
                </a:cubicBezTo>
                <a:cubicBezTo>
                  <a:pt x="57260" y="233986"/>
                  <a:pt x="56583" y="232276"/>
                  <a:pt x="56583" y="230246"/>
                </a:cubicBezTo>
                <a:cubicBezTo>
                  <a:pt x="56583" y="228207"/>
                  <a:pt x="57260" y="226524"/>
                  <a:pt x="58622" y="225180"/>
                </a:cubicBezTo>
                <a:cubicBezTo>
                  <a:pt x="59985" y="223845"/>
                  <a:pt x="61685" y="223168"/>
                  <a:pt x="63715" y="223168"/>
                </a:cubicBezTo>
                <a:lnTo>
                  <a:pt x="79306" y="223168"/>
                </a:lnTo>
                <a:lnTo>
                  <a:pt x="79306" y="123874"/>
                </a:lnTo>
                <a:cubicBezTo>
                  <a:pt x="79306" y="106857"/>
                  <a:pt x="84472" y="91678"/>
                  <a:pt x="94805" y="78328"/>
                </a:cubicBezTo>
                <a:cubicBezTo>
                  <a:pt x="105129" y="65005"/>
                  <a:pt x="118589" y="56739"/>
                  <a:pt x="135157" y="53529"/>
                </a:cubicBezTo>
                <a:lnTo>
                  <a:pt x="135157" y="47146"/>
                </a:lnTo>
                <a:cubicBezTo>
                  <a:pt x="135157" y="42794"/>
                  <a:pt x="136694" y="39081"/>
                  <a:pt x="139748" y="36018"/>
                </a:cubicBezTo>
                <a:cubicBezTo>
                  <a:pt x="142784" y="32964"/>
                  <a:pt x="146487" y="31437"/>
                  <a:pt x="150849" y="31437"/>
                </a:cubicBezTo>
                <a:cubicBezTo>
                  <a:pt x="155201" y="31437"/>
                  <a:pt x="158914" y="32964"/>
                  <a:pt x="161968" y="36018"/>
                </a:cubicBezTo>
                <a:cubicBezTo>
                  <a:pt x="165049" y="39081"/>
                  <a:pt x="166595" y="42794"/>
                  <a:pt x="166595" y="47146"/>
                </a:cubicBezTo>
                <a:lnTo>
                  <a:pt x="166595" y="53529"/>
                </a:lnTo>
                <a:cubicBezTo>
                  <a:pt x="183163" y="56739"/>
                  <a:pt x="196623" y="65005"/>
                  <a:pt x="206956" y="78328"/>
                </a:cubicBezTo>
                <a:cubicBezTo>
                  <a:pt x="217280" y="91659"/>
                  <a:pt x="222446" y="106838"/>
                  <a:pt x="222446" y="123874"/>
                </a:cubicBezTo>
                <a:lnTo>
                  <a:pt x="222446" y="223168"/>
                </a:lnTo>
                <a:lnTo>
                  <a:pt x="238037" y="223168"/>
                </a:lnTo>
                <a:cubicBezTo>
                  <a:pt x="240048" y="223168"/>
                  <a:pt x="241749" y="223863"/>
                  <a:pt x="243130" y="225244"/>
                </a:cubicBezTo>
                <a:cubicBezTo>
                  <a:pt x="244492" y="226625"/>
                  <a:pt x="245178" y="228335"/>
                  <a:pt x="245178" y="230365"/>
                </a:cubicBezTo>
                <a:cubicBezTo>
                  <a:pt x="245178" y="232404"/>
                  <a:pt x="244492" y="234086"/>
                  <a:pt x="243130" y="235431"/>
                </a:cubicBezTo>
                <a:cubicBezTo>
                  <a:pt x="241767" y="236775"/>
                  <a:pt x="240067" y="237442"/>
                  <a:pt x="238037" y="237442"/>
                </a:cubicBezTo>
                <a:lnTo>
                  <a:pt x="63715" y="237442"/>
                </a:lnTo>
                <a:close/>
                <a:moveTo>
                  <a:pt x="150876" y="144814"/>
                </a:moveTo>
                <a:close/>
                <a:moveTo>
                  <a:pt x="150849" y="272738"/>
                </a:moveTo>
                <a:cubicBezTo>
                  <a:pt x="144576" y="272738"/>
                  <a:pt x="139236" y="270516"/>
                  <a:pt x="134810" y="266072"/>
                </a:cubicBezTo>
                <a:cubicBezTo>
                  <a:pt x="130375" y="261637"/>
                  <a:pt x="128153" y="256279"/>
                  <a:pt x="128153" y="250015"/>
                </a:cubicBezTo>
                <a:lnTo>
                  <a:pt x="173599" y="250015"/>
                </a:lnTo>
                <a:cubicBezTo>
                  <a:pt x="173599" y="256279"/>
                  <a:pt x="171368" y="261637"/>
                  <a:pt x="166905" y="266072"/>
                </a:cubicBezTo>
                <a:cubicBezTo>
                  <a:pt x="162443" y="270516"/>
                  <a:pt x="157085" y="272738"/>
                  <a:pt x="150849" y="272738"/>
                </a:cubicBezTo>
                <a:close/>
                <a:moveTo>
                  <a:pt x="93571" y="223168"/>
                </a:moveTo>
                <a:lnTo>
                  <a:pt x="208181" y="223168"/>
                </a:lnTo>
                <a:lnTo>
                  <a:pt x="208181" y="123874"/>
                </a:lnTo>
                <a:cubicBezTo>
                  <a:pt x="208181" y="107991"/>
                  <a:pt x="202594" y="94476"/>
                  <a:pt x="191420" y="83329"/>
                </a:cubicBezTo>
                <a:cubicBezTo>
                  <a:pt x="180256" y="72155"/>
                  <a:pt x="166741" y="66577"/>
                  <a:pt x="150876" y="66577"/>
                </a:cubicBezTo>
                <a:cubicBezTo>
                  <a:pt x="134993" y="66577"/>
                  <a:pt x="121478" y="72155"/>
                  <a:pt x="110332" y="83329"/>
                </a:cubicBezTo>
                <a:cubicBezTo>
                  <a:pt x="99158" y="94494"/>
                  <a:pt x="93571" y="108009"/>
                  <a:pt x="93571" y="123874"/>
                </a:cubicBezTo>
                <a:lnTo>
                  <a:pt x="93571" y="22316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7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90" y="254743"/>
                  <a:pt x="116047" y="248726"/>
                </a:cubicBezTo>
                <a:cubicBezTo>
                  <a:pt x="105403" y="242709"/>
                  <a:pt x="97365" y="234196"/>
                  <a:pt x="91943" y="223168"/>
                </a:cubicBezTo>
                <a:lnTo>
                  <a:pt x="63715" y="223168"/>
                </a:lnTo>
                <a:cubicBezTo>
                  <a:pt x="61704" y="223168"/>
                  <a:pt x="60003" y="222483"/>
                  <a:pt x="58622" y="221093"/>
                </a:cubicBezTo>
                <a:cubicBezTo>
                  <a:pt x="57260" y="219712"/>
                  <a:pt x="56583" y="218002"/>
                  <a:pt x="56583" y="215972"/>
                </a:cubicBezTo>
                <a:cubicBezTo>
                  <a:pt x="56583" y="213942"/>
                  <a:pt x="57260" y="212251"/>
                  <a:pt x="58622" y="210916"/>
                </a:cubicBezTo>
                <a:cubicBezTo>
                  <a:pt x="59985" y="209571"/>
                  <a:pt x="61685" y="208904"/>
                  <a:pt x="63715" y="208904"/>
                </a:cubicBezTo>
                <a:lnTo>
                  <a:pt x="85752" y="208904"/>
                </a:lnTo>
                <a:cubicBezTo>
                  <a:pt x="83969" y="202805"/>
                  <a:pt x="83055" y="196614"/>
                  <a:pt x="83009" y="190323"/>
                </a:cubicBezTo>
                <a:cubicBezTo>
                  <a:pt x="82973" y="184041"/>
                  <a:pt x="82954" y="177750"/>
                  <a:pt x="82954" y="171468"/>
                </a:cubicBezTo>
                <a:lnTo>
                  <a:pt x="63523" y="171468"/>
                </a:lnTo>
                <a:cubicBezTo>
                  <a:pt x="61493" y="171468"/>
                  <a:pt x="59793" y="170773"/>
                  <a:pt x="58430" y="169393"/>
                </a:cubicBezTo>
                <a:cubicBezTo>
                  <a:pt x="57068" y="168003"/>
                  <a:pt x="56391" y="166302"/>
                  <a:pt x="56391" y="164263"/>
                </a:cubicBezTo>
                <a:cubicBezTo>
                  <a:pt x="56391" y="162233"/>
                  <a:pt x="57068" y="160550"/>
                  <a:pt x="58430" y="159206"/>
                </a:cubicBezTo>
                <a:cubicBezTo>
                  <a:pt x="59793" y="157862"/>
                  <a:pt x="61493" y="157195"/>
                  <a:pt x="63523" y="157195"/>
                </a:cubicBezTo>
                <a:lnTo>
                  <a:pt x="82954" y="157195"/>
                </a:lnTo>
                <a:cubicBezTo>
                  <a:pt x="82954" y="150547"/>
                  <a:pt x="82964" y="143917"/>
                  <a:pt x="82982" y="137297"/>
                </a:cubicBezTo>
                <a:cubicBezTo>
                  <a:pt x="83000" y="130677"/>
                  <a:pt x="84088" y="124230"/>
                  <a:pt x="86255" y="117967"/>
                </a:cubicBezTo>
                <a:lnTo>
                  <a:pt x="63715" y="117967"/>
                </a:lnTo>
                <a:cubicBezTo>
                  <a:pt x="61704" y="117967"/>
                  <a:pt x="60003" y="117272"/>
                  <a:pt x="58622" y="115891"/>
                </a:cubicBezTo>
                <a:cubicBezTo>
                  <a:pt x="57260" y="114510"/>
                  <a:pt x="56583" y="112800"/>
                  <a:pt x="56583" y="110770"/>
                </a:cubicBezTo>
                <a:cubicBezTo>
                  <a:pt x="56583" y="108731"/>
                  <a:pt x="57260" y="107049"/>
                  <a:pt x="58622" y="105705"/>
                </a:cubicBezTo>
                <a:cubicBezTo>
                  <a:pt x="59985" y="104370"/>
                  <a:pt x="61685" y="103693"/>
                  <a:pt x="63715" y="103693"/>
                </a:cubicBezTo>
                <a:lnTo>
                  <a:pt x="92848" y="103693"/>
                </a:lnTo>
                <a:cubicBezTo>
                  <a:pt x="95957" y="97740"/>
                  <a:pt x="99962" y="92592"/>
                  <a:pt x="104891" y="88230"/>
                </a:cubicBezTo>
                <a:cubicBezTo>
                  <a:pt x="109838" y="83869"/>
                  <a:pt x="115324" y="80312"/>
                  <a:pt x="121359" y="77541"/>
                </a:cubicBezTo>
                <a:lnTo>
                  <a:pt x="101745" y="58247"/>
                </a:lnTo>
                <a:cubicBezTo>
                  <a:pt x="100465" y="56985"/>
                  <a:pt x="99834" y="55449"/>
                  <a:pt x="99834" y="53620"/>
                </a:cubicBezTo>
                <a:cubicBezTo>
                  <a:pt x="99834" y="51782"/>
                  <a:pt x="100502" y="50201"/>
                  <a:pt x="101846" y="48875"/>
                </a:cubicBezTo>
                <a:cubicBezTo>
                  <a:pt x="103053" y="47659"/>
                  <a:pt x="104580" y="47055"/>
                  <a:pt x="106400" y="47055"/>
                </a:cubicBezTo>
                <a:cubicBezTo>
                  <a:pt x="108219" y="47055"/>
                  <a:pt x="109774" y="47695"/>
                  <a:pt x="111054" y="48975"/>
                </a:cubicBezTo>
                <a:lnTo>
                  <a:pt x="135039" y="72832"/>
                </a:lnTo>
                <a:cubicBezTo>
                  <a:pt x="140379" y="71049"/>
                  <a:pt x="145783" y="70153"/>
                  <a:pt x="151251" y="70153"/>
                </a:cubicBezTo>
                <a:cubicBezTo>
                  <a:pt x="156719" y="70153"/>
                  <a:pt x="162151" y="71049"/>
                  <a:pt x="167536" y="72832"/>
                </a:cubicBezTo>
                <a:lnTo>
                  <a:pt x="191640" y="48975"/>
                </a:lnTo>
                <a:cubicBezTo>
                  <a:pt x="192884" y="47695"/>
                  <a:pt x="194401" y="47055"/>
                  <a:pt x="196203" y="47055"/>
                </a:cubicBezTo>
                <a:cubicBezTo>
                  <a:pt x="198004" y="47055"/>
                  <a:pt x="199604" y="47750"/>
                  <a:pt x="201013" y="49131"/>
                </a:cubicBezTo>
                <a:cubicBezTo>
                  <a:pt x="202247" y="50237"/>
                  <a:pt x="202869" y="51718"/>
                  <a:pt x="202869" y="53556"/>
                </a:cubicBezTo>
                <a:cubicBezTo>
                  <a:pt x="202869" y="55403"/>
                  <a:pt x="202229" y="56976"/>
                  <a:pt x="200949" y="58275"/>
                </a:cubicBezTo>
                <a:lnTo>
                  <a:pt x="181646" y="77578"/>
                </a:lnTo>
                <a:cubicBezTo>
                  <a:pt x="187681" y="80339"/>
                  <a:pt x="193002" y="83978"/>
                  <a:pt x="197620" y="88486"/>
                </a:cubicBezTo>
                <a:cubicBezTo>
                  <a:pt x="202247" y="92967"/>
                  <a:pt x="206243" y="98051"/>
                  <a:pt x="209590" y="103730"/>
                </a:cubicBezTo>
                <a:lnTo>
                  <a:pt x="238229" y="103730"/>
                </a:lnTo>
                <a:cubicBezTo>
                  <a:pt x="240259" y="103730"/>
                  <a:pt x="241959" y="104415"/>
                  <a:pt x="243322" y="105805"/>
                </a:cubicBezTo>
                <a:cubicBezTo>
                  <a:pt x="244684" y="107186"/>
                  <a:pt x="245361" y="108896"/>
                  <a:pt x="245361" y="110926"/>
                </a:cubicBezTo>
                <a:cubicBezTo>
                  <a:pt x="245361" y="112956"/>
                  <a:pt x="244684" y="114647"/>
                  <a:pt x="243322" y="115982"/>
                </a:cubicBezTo>
                <a:cubicBezTo>
                  <a:pt x="241959" y="117327"/>
                  <a:pt x="240259" y="117994"/>
                  <a:pt x="238229" y="117994"/>
                </a:cubicBezTo>
                <a:lnTo>
                  <a:pt x="215506" y="117994"/>
                </a:lnTo>
                <a:cubicBezTo>
                  <a:pt x="217865" y="124267"/>
                  <a:pt x="218981" y="130732"/>
                  <a:pt x="218834" y="137389"/>
                </a:cubicBezTo>
                <a:cubicBezTo>
                  <a:pt x="218688" y="144055"/>
                  <a:pt x="218615" y="150657"/>
                  <a:pt x="218615" y="157195"/>
                </a:cubicBezTo>
                <a:lnTo>
                  <a:pt x="238229" y="157195"/>
                </a:lnTo>
                <a:cubicBezTo>
                  <a:pt x="240259" y="157195"/>
                  <a:pt x="241959" y="157889"/>
                  <a:pt x="243322" y="159270"/>
                </a:cubicBezTo>
                <a:cubicBezTo>
                  <a:pt x="244684" y="160651"/>
                  <a:pt x="245361" y="162361"/>
                  <a:pt x="245361" y="164391"/>
                </a:cubicBezTo>
                <a:cubicBezTo>
                  <a:pt x="245361" y="166421"/>
                  <a:pt x="244684" y="168112"/>
                  <a:pt x="243322" y="169457"/>
                </a:cubicBezTo>
                <a:cubicBezTo>
                  <a:pt x="241959" y="170792"/>
                  <a:pt x="240259" y="171468"/>
                  <a:pt x="238229" y="171468"/>
                </a:cubicBezTo>
                <a:lnTo>
                  <a:pt x="218615" y="171468"/>
                </a:lnTo>
                <a:cubicBezTo>
                  <a:pt x="218615" y="177769"/>
                  <a:pt x="218624" y="184060"/>
                  <a:pt x="218642" y="190323"/>
                </a:cubicBezTo>
                <a:cubicBezTo>
                  <a:pt x="218670" y="196614"/>
                  <a:pt x="217783" y="202796"/>
                  <a:pt x="216009" y="208867"/>
                </a:cubicBezTo>
                <a:lnTo>
                  <a:pt x="238229" y="208867"/>
                </a:lnTo>
                <a:cubicBezTo>
                  <a:pt x="240259" y="208867"/>
                  <a:pt x="241959" y="209562"/>
                  <a:pt x="243322" y="210943"/>
                </a:cubicBezTo>
                <a:cubicBezTo>
                  <a:pt x="244684" y="212324"/>
                  <a:pt x="245361" y="214034"/>
                  <a:pt x="245361" y="216064"/>
                </a:cubicBezTo>
                <a:cubicBezTo>
                  <a:pt x="245361" y="218103"/>
                  <a:pt x="244684" y="219785"/>
                  <a:pt x="243322" y="221129"/>
                </a:cubicBezTo>
                <a:cubicBezTo>
                  <a:pt x="241959" y="222464"/>
                  <a:pt x="240259" y="223141"/>
                  <a:pt x="238229" y="223141"/>
                </a:cubicBezTo>
                <a:lnTo>
                  <a:pt x="210001" y="223141"/>
                </a:lnTo>
                <a:cubicBezTo>
                  <a:pt x="204716" y="234370"/>
                  <a:pt x="196715" y="242938"/>
                  <a:pt x="185989" y="248854"/>
                </a:cubicBezTo>
                <a:cubicBezTo>
                  <a:pt x="175236" y="254779"/>
                  <a:pt x="163531" y="257751"/>
                  <a:pt x="150876" y="257751"/>
                </a:cubicBezTo>
                <a:close/>
                <a:moveTo>
                  <a:pt x="150940" y="243477"/>
                </a:moveTo>
                <a:cubicBezTo>
                  <a:pt x="165671" y="243477"/>
                  <a:pt x="178253" y="238293"/>
                  <a:pt x="188686" y="227914"/>
                </a:cubicBezTo>
                <a:cubicBezTo>
                  <a:pt x="199129" y="217545"/>
                  <a:pt x="204341" y="204972"/>
                  <a:pt x="204341" y="190195"/>
                </a:cubicBezTo>
                <a:lnTo>
                  <a:pt x="204341" y="138303"/>
                </a:lnTo>
                <a:cubicBezTo>
                  <a:pt x="204341" y="123508"/>
                  <a:pt x="199101" y="110926"/>
                  <a:pt x="188622" y="100557"/>
                </a:cubicBezTo>
                <a:cubicBezTo>
                  <a:pt x="178153" y="90178"/>
                  <a:pt x="165543" y="84993"/>
                  <a:pt x="150812" y="84993"/>
                </a:cubicBezTo>
                <a:cubicBezTo>
                  <a:pt x="136081" y="84993"/>
                  <a:pt x="123499" y="90178"/>
                  <a:pt x="113066" y="100557"/>
                </a:cubicBezTo>
                <a:cubicBezTo>
                  <a:pt x="102623" y="110926"/>
                  <a:pt x="97411" y="123508"/>
                  <a:pt x="97411" y="138303"/>
                </a:cubicBezTo>
                <a:lnTo>
                  <a:pt x="97411" y="190195"/>
                </a:lnTo>
                <a:cubicBezTo>
                  <a:pt x="97411" y="204990"/>
                  <a:pt x="102651" y="217563"/>
                  <a:pt x="113130" y="227914"/>
                </a:cubicBezTo>
                <a:cubicBezTo>
                  <a:pt x="123599" y="238293"/>
                  <a:pt x="136209" y="243477"/>
                  <a:pt x="150940" y="243477"/>
                </a:cubicBezTo>
                <a:close/>
                <a:moveTo>
                  <a:pt x="134810" y="198022"/>
                </a:moveTo>
                <a:lnTo>
                  <a:pt x="166969" y="198022"/>
                </a:lnTo>
                <a:cubicBezTo>
                  <a:pt x="168999" y="198022"/>
                  <a:pt x="170700" y="197337"/>
                  <a:pt x="172063" y="195947"/>
                </a:cubicBezTo>
                <a:cubicBezTo>
                  <a:pt x="173425" y="194566"/>
                  <a:pt x="174102" y="192856"/>
                  <a:pt x="174102" y="190826"/>
                </a:cubicBezTo>
                <a:cubicBezTo>
                  <a:pt x="174102" y="188796"/>
                  <a:pt x="173425" y="187105"/>
                  <a:pt x="172063" y="185770"/>
                </a:cubicBezTo>
                <a:cubicBezTo>
                  <a:pt x="170700" y="184425"/>
                  <a:pt x="168999" y="183758"/>
                  <a:pt x="166969" y="183758"/>
                </a:cubicBezTo>
                <a:lnTo>
                  <a:pt x="134810" y="183758"/>
                </a:lnTo>
                <a:cubicBezTo>
                  <a:pt x="132780" y="183758"/>
                  <a:pt x="131088" y="184444"/>
                  <a:pt x="129726" y="185834"/>
                </a:cubicBezTo>
                <a:cubicBezTo>
                  <a:pt x="128363" y="187214"/>
                  <a:pt x="127678" y="188924"/>
                  <a:pt x="127678" y="190954"/>
                </a:cubicBezTo>
                <a:cubicBezTo>
                  <a:pt x="127678" y="192984"/>
                  <a:pt x="128363" y="194676"/>
                  <a:pt x="129726" y="196011"/>
                </a:cubicBezTo>
                <a:cubicBezTo>
                  <a:pt x="131088" y="197355"/>
                  <a:pt x="132780" y="198022"/>
                  <a:pt x="134810" y="198022"/>
                </a:cubicBezTo>
                <a:close/>
                <a:moveTo>
                  <a:pt x="134810" y="144750"/>
                </a:moveTo>
                <a:lnTo>
                  <a:pt x="166969" y="144750"/>
                </a:lnTo>
                <a:cubicBezTo>
                  <a:pt x="168999" y="144750"/>
                  <a:pt x="170700" y="144055"/>
                  <a:pt x="172063" y="142674"/>
                </a:cubicBezTo>
                <a:cubicBezTo>
                  <a:pt x="173425" y="141293"/>
                  <a:pt x="174102" y="139583"/>
                  <a:pt x="174102" y="137553"/>
                </a:cubicBezTo>
                <a:cubicBezTo>
                  <a:pt x="174102" y="135514"/>
                  <a:pt x="173425" y="133832"/>
                  <a:pt x="172063" y="132487"/>
                </a:cubicBezTo>
                <a:cubicBezTo>
                  <a:pt x="170700" y="131143"/>
                  <a:pt x="168999" y="130476"/>
                  <a:pt x="166969" y="130476"/>
                </a:cubicBezTo>
                <a:lnTo>
                  <a:pt x="134810" y="130476"/>
                </a:lnTo>
                <a:cubicBezTo>
                  <a:pt x="132780" y="130476"/>
                  <a:pt x="131088" y="131171"/>
                  <a:pt x="129726" y="132551"/>
                </a:cubicBezTo>
                <a:cubicBezTo>
                  <a:pt x="128363" y="133932"/>
                  <a:pt x="127678" y="135642"/>
                  <a:pt x="127678" y="137672"/>
                </a:cubicBezTo>
                <a:cubicBezTo>
                  <a:pt x="127678" y="139711"/>
                  <a:pt x="128363" y="141394"/>
                  <a:pt x="129726" y="142738"/>
                </a:cubicBezTo>
                <a:cubicBezTo>
                  <a:pt x="131088" y="144073"/>
                  <a:pt x="132780" y="144750"/>
                  <a:pt x="134810" y="144750"/>
                </a:cubicBezTo>
                <a:close/>
                <a:moveTo>
                  <a:pt x="151004" y="164363"/>
                </a:move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19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03" y="147950"/>
                </a:moveTo>
                <a:lnTo>
                  <a:pt x="158703" y="92162"/>
                </a:lnTo>
                <a:cubicBezTo>
                  <a:pt x="158703" y="90087"/>
                  <a:pt x="158036" y="88377"/>
                  <a:pt x="156692" y="87033"/>
                </a:cubicBezTo>
                <a:cubicBezTo>
                  <a:pt x="155347" y="85698"/>
                  <a:pt x="153647" y="85021"/>
                  <a:pt x="151571" y="85021"/>
                </a:cubicBezTo>
                <a:cubicBezTo>
                  <a:pt x="149495" y="85021"/>
                  <a:pt x="147785" y="85698"/>
                  <a:pt x="146441" y="87033"/>
                </a:cubicBezTo>
                <a:cubicBezTo>
                  <a:pt x="145106" y="88377"/>
                  <a:pt x="144429" y="90087"/>
                  <a:pt x="144429" y="92162"/>
                </a:cubicBezTo>
                <a:lnTo>
                  <a:pt x="144429" y="150154"/>
                </a:lnTo>
                <a:cubicBezTo>
                  <a:pt x="144429" y="151370"/>
                  <a:pt x="144640" y="152485"/>
                  <a:pt x="145060" y="153519"/>
                </a:cubicBezTo>
                <a:cubicBezTo>
                  <a:pt x="145481" y="154543"/>
                  <a:pt x="146112" y="155539"/>
                  <a:pt x="146944" y="156500"/>
                </a:cubicBezTo>
                <a:lnTo>
                  <a:pt x="192682" y="203463"/>
                </a:lnTo>
                <a:cubicBezTo>
                  <a:pt x="194081" y="204990"/>
                  <a:pt x="195855" y="205749"/>
                  <a:pt x="197995" y="205722"/>
                </a:cubicBezTo>
                <a:cubicBezTo>
                  <a:pt x="200135" y="205703"/>
                  <a:pt x="201945" y="204954"/>
                  <a:pt x="203436" y="203463"/>
                </a:cubicBezTo>
                <a:cubicBezTo>
                  <a:pt x="204917" y="201973"/>
                  <a:pt x="205667" y="200217"/>
                  <a:pt x="205667" y="198178"/>
                </a:cubicBezTo>
                <a:cubicBezTo>
                  <a:pt x="205667" y="196148"/>
                  <a:pt x="204917" y="194429"/>
                  <a:pt x="203436" y="193030"/>
                </a:cubicBezTo>
                <a:lnTo>
                  <a:pt x="158703" y="147950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517"/>
                  <a:pt x="34564" y="119073"/>
                  <a:pt x="40828" y="104580"/>
                </a:cubicBezTo>
                <a:cubicBezTo>
                  <a:pt x="47101" y="90078"/>
                  <a:pt x="55660" y="77395"/>
                  <a:pt x="66513" y="66541"/>
                </a:cubicBezTo>
                <a:cubicBezTo>
                  <a:pt x="77367" y="55687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235" y="31437"/>
                  <a:pt x="182679" y="34564"/>
                  <a:pt x="197172" y="40828"/>
                </a:cubicBezTo>
                <a:cubicBezTo>
                  <a:pt x="211674" y="47101"/>
                  <a:pt x="224357" y="55660"/>
                  <a:pt x="235211" y="66513"/>
                </a:cubicBezTo>
                <a:cubicBezTo>
                  <a:pt x="246065" y="77367"/>
                  <a:pt x="254633" y="90032"/>
                  <a:pt x="260924" y="104516"/>
                </a:cubicBezTo>
                <a:cubicBezTo>
                  <a:pt x="267188" y="119018"/>
                  <a:pt x="270324" y="134453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092" y="224357"/>
                  <a:pt x="235239" y="235211"/>
                </a:cubicBezTo>
                <a:cubicBezTo>
                  <a:pt x="224385" y="246065"/>
                  <a:pt x="211720" y="254633"/>
                  <a:pt x="197236" y="260924"/>
                </a:cubicBezTo>
                <a:cubicBezTo>
                  <a:pt x="182734" y="267188"/>
                  <a:pt x="167299" y="270324"/>
                  <a:pt x="150903" y="270324"/>
                </a:cubicBezTo>
                <a:close/>
                <a:moveTo>
                  <a:pt x="150876" y="150876"/>
                </a:moveTo>
                <a:close/>
                <a:moveTo>
                  <a:pt x="150876" y="256050"/>
                </a:moveTo>
                <a:cubicBezTo>
                  <a:pt x="179817" y="256050"/>
                  <a:pt x="204570" y="245754"/>
                  <a:pt x="225153" y="225153"/>
                </a:cubicBezTo>
                <a:cubicBezTo>
                  <a:pt x="245754" y="204551"/>
                  <a:pt x="256050" y="179798"/>
                  <a:pt x="256050" y="150876"/>
                </a:cubicBezTo>
                <a:cubicBezTo>
                  <a:pt x="256050" y="121935"/>
                  <a:pt x="245754" y="97182"/>
                  <a:pt x="225153" y="76599"/>
                </a:cubicBezTo>
                <a:cubicBezTo>
                  <a:pt x="204551" y="55998"/>
                  <a:pt x="179798" y="45702"/>
                  <a:pt x="150876" y="45702"/>
                </a:cubicBezTo>
                <a:cubicBezTo>
                  <a:pt x="121935" y="45702"/>
                  <a:pt x="97182" y="55998"/>
                  <a:pt x="76599" y="76599"/>
                </a:cubicBezTo>
                <a:cubicBezTo>
                  <a:pt x="55998" y="97201"/>
                  <a:pt x="45702" y="121963"/>
                  <a:pt x="45702" y="150876"/>
                </a:cubicBezTo>
                <a:cubicBezTo>
                  <a:pt x="45702" y="179817"/>
                  <a:pt x="55998" y="204570"/>
                  <a:pt x="76599" y="225153"/>
                </a:cubicBezTo>
                <a:cubicBezTo>
                  <a:pt x="97201" y="245754"/>
                  <a:pt x="121963" y="256050"/>
                  <a:pt x="150876" y="25605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1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712" y="29983"/>
                </a:moveTo>
                <a:cubicBezTo>
                  <a:pt x="120637" y="29983"/>
                  <a:pt x="118927" y="29316"/>
                  <a:pt x="117592" y="27971"/>
                </a:cubicBezTo>
                <a:cubicBezTo>
                  <a:pt x="116248" y="26636"/>
                  <a:pt x="115580" y="24927"/>
                  <a:pt x="115580" y="22851"/>
                </a:cubicBezTo>
                <a:cubicBezTo>
                  <a:pt x="115580" y="20775"/>
                  <a:pt x="116248" y="19065"/>
                  <a:pt x="117592" y="17730"/>
                </a:cubicBezTo>
                <a:cubicBezTo>
                  <a:pt x="118927" y="16386"/>
                  <a:pt x="120637" y="15719"/>
                  <a:pt x="122712" y="15719"/>
                </a:cubicBezTo>
                <a:lnTo>
                  <a:pt x="179040" y="15719"/>
                </a:lnTo>
                <a:cubicBezTo>
                  <a:pt x="181115" y="15719"/>
                  <a:pt x="182825" y="16386"/>
                  <a:pt x="184160" y="17730"/>
                </a:cubicBezTo>
                <a:cubicBezTo>
                  <a:pt x="185504" y="19065"/>
                  <a:pt x="186172" y="20775"/>
                  <a:pt x="186172" y="22851"/>
                </a:cubicBezTo>
                <a:cubicBezTo>
                  <a:pt x="186172" y="24927"/>
                  <a:pt x="185504" y="26636"/>
                  <a:pt x="184160" y="27971"/>
                </a:cubicBezTo>
                <a:cubicBezTo>
                  <a:pt x="182825" y="29316"/>
                  <a:pt x="181115" y="29983"/>
                  <a:pt x="179040" y="29983"/>
                </a:cubicBezTo>
                <a:lnTo>
                  <a:pt x="122712" y="29983"/>
                </a:lnTo>
                <a:close/>
                <a:moveTo>
                  <a:pt x="155997" y="168606"/>
                </a:moveTo>
                <a:cubicBezTo>
                  <a:pt x="157341" y="167262"/>
                  <a:pt x="158008" y="165552"/>
                  <a:pt x="158008" y="163476"/>
                </a:cubicBezTo>
                <a:lnTo>
                  <a:pt x="158008" y="109445"/>
                </a:lnTo>
                <a:cubicBezTo>
                  <a:pt x="158008" y="107369"/>
                  <a:pt x="157341" y="105668"/>
                  <a:pt x="155997" y="104324"/>
                </a:cubicBezTo>
                <a:cubicBezTo>
                  <a:pt x="154662" y="102980"/>
                  <a:pt x="152952" y="102312"/>
                  <a:pt x="150876" y="102312"/>
                </a:cubicBezTo>
                <a:cubicBezTo>
                  <a:pt x="148800" y="102312"/>
                  <a:pt x="147090" y="102980"/>
                  <a:pt x="145755" y="104324"/>
                </a:cubicBezTo>
                <a:cubicBezTo>
                  <a:pt x="144411" y="105668"/>
                  <a:pt x="143744" y="107369"/>
                  <a:pt x="143744" y="109445"/>
                </a:cubicBezTo>
                <a:lnTo>
                  <a:pt x="143744" y="163476"/>
                </a:lnTo>
                <a:cubicBezTo>
                  <a:pt x="143744" y="165552"/>
                  <a:pt x="144411" y="167262"/>
                  <a:pt x="145755" y="168606"/>
                </a:cubicBezTo>
                <a:cubicBezTo>
                  <a:pt x="147090" y="169941"/>
                  <a:pt x="148800" y="170618"/>
                  <a:pt x="150876" y="170618"/>
                </a:cubicBezTo>
                <a:cubicBezTo>
                  <a:pt x="152952" y="170618"/>
                  <a:pt x="154662" y="169941"/>
                  <a:pt x="155997" y="168606"/>
                </a:cubicBezTo>
                <a:close/>
                <a:moveTo>
                  <a:pt x="109390" y="261646"/>
                </a:moveTo>
                <a:cubicBezTo>
                  <a:pt x="96414" y="255986"/>
                  <a:pt x="85076" y="248324"/>
                  <a:pt x="75374" y="238668"/>
                </a:cubicBezTo>
                <a:cubicBezTo>
                  <a:pt x="65672" y="229002"/>
                  <a:pt x="58010" y="217673"/>
                  <a:pt x="52395" y="204661"/>
                </a:cubicBezTo>
                <a:cubicBezTo>
                  <a:pt x="46781" y="191667"/>
                  <a:pt x="43973" y="177833"/>
                  <a:pt x="43973" y="163166"/>
                </a:cubicBezTo>
                <a:cubicBezTo>
                  <a:pt x="43973" y="148499"/>
                  <a:pt x="46781" y="134691"/>
                  <a:pt x="52395" y="121734"/>
                </a:cubicBezTo>
                <a:cubicBezTo>
                  <a:pt x="58010" y="108768"/>
                  <a:pt x="65672" y="97429"/>
                  <a:pt x="75374" y="87728"/>
                </a:cubicBezTo>
                <a:cubicBezTo>
                  <a:pt x="85076" y="78026"/>
                  <a:pt x="96414" y="70363"/>
                  <a:pt x="109390" y="64749"/>
                </a:cubicBezTo>
                <a:cubicBezTo>
                  <a:pt x="122356" y="59134"/>
                  <a:pt x="136191" y="56327"/>
                  <a:pt x="150876" y="56327"/>
                </a:cubicBezTo>
                <a:cubicBezTo>
                  <a:pt x="164263" y="56327"/>
                  <a:pt x="176946" y="58640"/>
                  <a:pt x="188906" y="63276"/>
                </a:cubicBezTo>
                <a:cubicBezTo>
                  <a:pt x="200875" y="67903"/>
                  <a:pt x="211556" y="74368"/>
                  <a:pt x="220937" y="82671"/>
                </a:cubicBezTo>
                <a:lnTo>
                  <a:pt x="230365" y="73115"/>
                </a:lnTo>
                <a:cubicBezTo>
                  <a:pt x="231773" y="71707"/>
                  <a:pt x="233428" y="70985"/>
                  <a:pt x="235339" y="70939"/>
                </a:cubicBezTo>
                <a:cubicBezTo>
                  <a:pt x="237241" y="70903"/>
                  <a:pt x="238942" y="71625"/>
                  <a:pt x="240423" y="73115"/>
                </a:cubicBezTo>
                <a:cubicBezTo>
                  <a:pt x="241914" y="74597"/>
                  <a:pt x="242663" y="76279"/>
                  <a:pt x="242663" y="78145"/>
                </a:cubicBezTo>
                <a:cubicBezTo>
                  <a:pt x="242663" y="80010"/>
                  <a:pt x="241914" y="81683"/>
                  <a:pt x="240423" y="83174"/>
                </a:cubicBezTo>
                <a:lnTo>
                  <a:pt x="230868" y="92729"/>
                </a:lnTo>
                <a:cubicBezTo>
                  <a:pt x="238585" y="101105"/>
                  <a:pt x="244986" y="111136"/>
                  <a:pt x="250079" y="122804"/>
                </a:cubicBezTo>
                <a:cubicBezTo>
                  <a:pt x="255191" y="134499"/>
                  <a:pt x="257751" y="147986"/>
                  <a:pt x="257751" y="163257"/>
                </a:cubicBezTo>
                <a:cubicBezTo>
                  <a:pt x="257751" y="177887"/>
                  <a:pt x="254935" y="191695"/>
                  <a:pt x="249320" y="204688"/>
                </a:cubicBezTo>
                <a:cubicBezTo>
                  <a:pt x="243706" y="217682"/>
                  <a:pt x="236043" y="229021"/>
                  <a:pt x="226341" y="238695"/>
                </a:cubicBezTo>
                <a:cubicBezTo>
                  <a:pt x="216640" y="248360"/>
                  <a:pt x="205310" y="256014"/>
                  <a:pt x="192335" y="261674"/>
                </a:cubicBezTo>
                <a:cubicBezTo>
                  <a:pt x="179369" y="267334"/>
                  <a:pt x="165534" y="270159"/>
                  <a:pt x="150849" y="270159"/>
                </a:cubicBezTo>
                <a:cubicBezTo>
                  <a:pt x="136154" y="270159"/>
                  <a:pt x="122328" y="267334"/>
                  <a:pt x="109353" y="261674"/>
                </a:cubicBezTo>
                <a:close/>
                <a:moveTo>
                  <a:pt x="216448" y="228829"/>
                </a:moveTo>
                <a:cubicBezTo>
                  <a:pt x="234461" y="210806"/>
                  <a:pt x="243477" y="188942"/>
                  <a:pt x="243477" y="163230"/>
                </a:cubicBezTo>
                <a:cubicBezTo>
                  <a:pt x="243477" y="137517"/>
                  <a:pt x="234461" y="115653"/>
                  <a:pt x="216448" y="97630"/>
                </a:cubicBezTo>
                <a:cubicBezTo>
                  <a:pt x="198425" y="79608"/>
                  <a:pt x="176552" y="70601"/>
                  <a:pt x="150849" y="70601"/>
                </a:cubicBezTo>
                <a:cubicBezTo>
                  <a:pt x="125136" y="70601"/>
                  <a:pt x="103263" y="79608"/>
                  <a:pt x="85250" y="97630"/>
                </a:cubicBezTo>
                <a:cubicBezTo>
                  <a:pt x="67227" y="115653"/>
                  <a:pt x="58211" y="137517"/>
                  <a:pt x="58211" y="163230"/>
                </a:cubicBezTo>
                <a:cubicBezTo>
                  <a:pt x="58211" y="188942"/>
                  <a:pt x="67227" y="210806"/>
                  <a:pt x="85250" y="228829"/>
                </a:cubicBezTo>
                <a:cubicBezTo>
                  <a:pt x="103263" y="246851"/>
                  <a:pt x="125145" y="255858"/>
                  <a:pt x="150876" y="255858"/>
                </a:cubicBezTo>
                <a:cubicBezTo>
                  <a:pt x="176589" y="255858"/>
                  <a:pt x="198452" y="246851"/>
                  <a:pt x="216475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3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561" y="256050"/>
                </a:moveTo>
                <a:lnTo>
                  <a:pt x="205164" y="256050"/>
                </a:lnTo>
                <a:lnTo>
                  <a:pt x="205164" y="216731"/>
                </a:lnTo>
                <a:cubicBezTo>
                  <a:pt x="205164" y="201552"/>
                  <a:pt x="199897" y="188686"/>
                  <a:pt x="189381" y="178125"/>
                </a:cubicBezTo>
                <a:cubicBezTo>
                  <a:pt x="178866" y="167546"/>
                  <a:pt x="166018" y="162251"/>
                  <a:pt x="150849" y="162251"/>
                </a:cubicBezTo>
                <a:cubicBezTo>
                  <a:pt x="135670" y="162251"/>
                  <a:pt x="122831" y="167546"/>
                  <a:pt x="112307" y="178125"/>
                </a:cubicBezTo>
                <a:cubicBezTo>
                  <a:pt x="101791" y="188714"/>
                  <a:pt x="96533" y="201579"/>
                  <a:pt x="96533" y="216731"/>
                </a:cubicBezTo>
                <a:lnTo>
                  <a:pt x="96533" y="256050"/>
                </a:lnTo>
                <a:close/>
                <a:moveTo>
                  <a:pt x="189409" y="123526"/>
                </a:moveTo>
                <a:cubicBezTo>
                  <a:pt x="199934" y="112883"/>
                  <a:pt x="205191" y="99990"/>
                  <a:pt x="205191" y="84838"/>
                </a:cubicBezTo>
                <a:lnTo>
                  <a:pt x="205191" y="45702"/>
                </a:lnTo>
                <a:lnTo>
                  <a:pt x="96561" y="45702"/>
                </a:lnTo>
                <a:lnTo>
                  <a:pt x="96561" y="84838"/>
                </a:lnTo>
                <a:cubicBezTo>
                  <a:pt x="96561" y="100008"/>
                  <a:pt x="101818" y="112919"/>
                  <a:pt x="112343" y="123563"/>
                </a:cubicBezTo>
                <a:cubicBezTo>
                  <a:pt x="122859" y="134206"/>
                  <a:pt x="135706" y="139528"/>
                  <a:pt x="150876" y="139528"/>
                </a:cubicBezTo>
                <a:cubicBezTo>
                  <a:pt x="166046" y="139528"/>
                  <a:pt x="178893" y="134206"/>
                  <a:pt x="189409" y="123563"/>
                </a:cubicBezTo>
                <a:close/>
                <a:moveTo>
                  <a:pt x="63715" y="270324"/>
                </a:moveTo>
                <a:cubicBezTo>
                  <a:pt x="61640" y="270324"/>
                  <a:pt x="59930" y="269647"/>
                  <a:pt x="58586" y="268312"/>
                </a:cubicBezTo>
                <a:cubicBezTo>
                  <a:pt x="57251" y="266968"/>
                  <a:pt x="56574" y="265258"/>
                  <a:pt x="56574" y="263183"/>
                </a:cubicBezTo>
                <a:cubicBezTo>
                  <a:pt x="56574" y="261107"/>
                  <a:pt x="57251" y="259406"/>
                  <a:pt x="58586" y="258062"/>
                </a:cubicBezTo>
                <a:cubicBezTo>
                  <a:pt x="59930" y="256718"/>
                  <a:pt x="61640" y="256050"/>
                  <a:pt x="63715" y="256050"/>
                </a:cubicBezTo>
                <a:lnTo>
                  <a:pt x="82323" y="256050"/>
                </a:lnTo>
                <a:lnTo>
                  <a:pt x="82323" y="216731"/>
                </a:lnTo>
                <a:cubicBezTo>
                  <a:pt x="82323" y="200967"/>
                  <a:pt x="87078" y="186949"/>
                  <a:pt x="96588" y="174669"/>
                </a:cubicBezTo>
                <a:cubicBezTo>
                  <a:pt x="106107" y="162388"/>
                  <a:pt x="118415" y="154460"/>
                  <a:pt x="133521" y="150876"/>
                </a:cubicBezTo>
                <a:cubicBezTo>
                  <a:pt x="118397" y="147081"/>
                  <a:pt x="106089" y="139025"/>
                  <a:pt x="96588" y="126708"/>
                </a:cubicBezTo>
                <a:cubicBezTo>
                  <a:pt x="87078" y="114382"/>
                  <a:pt x="82323" y="100429"/>
                  <a:pt x="82323" y="84838"/>
                </a:cubicBezTo>
                <a:lnTo>
                  <a:pt x="82323" y="45702"/>
                </a:lnTo>
                <a:lnTo>
                  <a:pt x="63715" y="45702"/>
                </a:lnTo>
                <a:cubicBezTo>
                  <a:pt x="61640" y="45702"/>
                  <a:pt x="59930" y="45034"/>
                  <a:pt x="58586" y="43690"/>
                </a:cubicBezTo>
                <a:cubicBezTo>
                  <a:pt x="57251" y="42346"/>
                  <a:pt x="56574" y="40645"/>
                  <a:pt x="56574" y="38569"/>
                </a:cubicBezTo>
                <a:cubicBezTo>
                  <a:pt x="56574" y="36494"/>
                  <a:pt x="57251" y="34784"/>
                  <a:pt x="58586" y="33449"/>
                </a:cubicBezTo>
                <a:cubicBezTo>
                  <a:pt x="59930" y="32105"/>
                  <a:pt x="61640" y="31437"/>
                  <a:pt x="63715" y="31437"/>
                </a:cubicBezTo>
                <a:lnTo>
                  <a:pt x="238037" y="31437"/>
                </a:lnTo>
                <a:cubicBezTo>
                  <a:pt x="240112" y="31437"/>
                  <a:pt x="241822" y="32105"/>
                  <a:pt x="243166" y="33449"/>
                </a:cubicBezTo>
                <a:cubicBezTo>
                  <a:pt x="244501" y="34784"/>
                  <a:pt x="245178" y="36494"/>
                  <a:pt x="245178" y="38569"/>
                </a:cubicBezTo>
                <a:cubicBezTo>
                  <a:pt x="245178" y="40645"/>
                  <a:pt x="244501" y="42346"/>
                  <a:pt x="243166" y="43690"/>
                </a:cubicBezTo>
                <a:cubicBezTo>
                  <a:pt x="241822" y="45034"/>
                  <a:pt x="240112" y="45702"/>
                  <a:pt x="238037" y="45702"/>
                </a:cubicBezTo>
                <a:lnTo>
                  <a:pt x="219429" y="45702"/>
                </a:lnTo>
                <a:lnTo>
                  <a:pt x="219429" y="84838"/>
                </a:lnTo>
                <a:cubicBezTo>
                  <a:pt x="219429" y="100447"/>
                  <a:pt x="214674" y="114401"/>
                  <a:pt x="205164" y="126708"/>
                </a:cubicBezTo>
                <a:cubicBezTo>
                  <a:pt x="195645" y="139025"/>
                  <a:pt x="183337" y="147081"/>
                  <a:pt x="168231" y="150876"/>
                </a:cubicBezTo>
                <a:cubicBezTo>
                  <a:pt x="183355" y="154460"/>
                  <a:pt x="195663" y="162388"/>
                  <a:pt x="205164" y="174669"/>
                </a:cubicBezTo>
                <a:cubicBezTo>
                  <a:pt x="214674" y="186949"/>
                  <a:pt x="219429" y="200967"/>
                  <a:pt x="219429" y="216731"/>
                </a:cubicBezTo>
                <a:lnTo>
                  <a:pt x="219429" y="256050"/>
                </a:lnTo>
                <a:lnTo>
                  <a:pt x="238037" y="256050"/>
                </a:lnTo>
                <a:cubicBezTo>
                  <a:pt x="240112" y="256050"/>
                  <a:pt x="241822" y="256718"/>
                  <a:pt x="243166" y="258062"/>
                </a:cubicBezTo>
                <a:cubicBezTo>
                  <a:pt x="244501" y="259406"/>
                  <a:pt x="245178" y="261107"/>
                  <a:pt x="245178" y="263183"/>
                </a:cubicBezTo>
                <a:cubicBezTo>
                  <a:pt x="245178" y="265258"/>
                  <a:pt x="244501" y="266968"/>
                  <a:pt x="243166" y="268312"/>
                </a:cubicBezTo>
                <a:cubicBezTo>
                  <a:pt x="241822" y="269647"/>
                  <a:pt x="240112" y="270324"/>
                  <a:pt x="238037" y="270324"/>
                </a:cubicBezTo>
                <a:lnTo>
                  <a:pt x="63715" y="27032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5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  <a:moveTo>
                  <a:pt x="150876" y="177000"/>
                </a:moveTo>
                <a:cubicBezTo>
                  <a:pt x="147794" y="177000"/>
                  <a:pt x="145179" y="175921"/>
                  <a:pt x="143021" y="173763"/>
                </a:cubicBezTo>
                <a:cubicBezTo>
                  <a:pt x="140863" y="171596"/>
                  <a:pt x="139784" y="168981"/>
                  <a:pt x="139784" y="165900"/>
                </a:cubicBezTo>
                <a:cubicBezTo>
                  <a:pt x="139784" y="162818"/>
                  <a:pt x="140863" y="160203"/>
                  <a:pt x="143021" y="158045"/>
                </a:cubicBezTo>
                <a:cubicBezTo>
                  <a:pt x="145179" y="155887"/>
                  <a:pt x="147794" y="154808"/>
                  <a:pt x="150876" y="154808"/>
                </a:cubicBezTo>
                <a:cubicBezTo>
                  <a:pt x="153958" y="154808"/>
                  <a:pt x="156573" y="155887"/>
                  <a:pt x="158731" y="158045"/>
                </a:cubicBezTo>
                <a:cubicBezTo>
                  <a:pt x="160889" y="160203"/>
                  <a:pt x="161968" y="162818"/>
                  <a:pt x="161968" y="165900"/>
                </a:cubicBezTo>
                <a:cubicBezTo>
                  <a:pt x="161968" y="168981"/>
                  <a:pt x="160889" y="171596"/>
                  <a:pt x="158731" y="173763"/>
                </a:cubicBezTo>
                <a:cubicBezTo>
                  <a:pt x="156573" y="175921"/>
                  <a:pt x="153958" y="177000"/>
                  <a:pt x="150876" y="177000"/>
                </a:cubicBezTo>
                <a:close/>
                <a:moveTo>
                  <a:pt x="92729" y="173763"/>
                </a:moveTo>
                <a:cubicBezTo>
                  <a:pt x="90571" y="171596"/>
                  <a:pt x="89492" y="168981"/>
                  <a:pt x="89492" y="165900"/>
                </a:cubicBezTo>
                <a:cubicBezTo>
                  <a:pt x="89492" y="162818"/>
                  <a:pt x="90571" y="160203"/>
                  <a:pt x="92729" y="158045"/>
                </a:cubicBezTo>
                <a:cubicBezTo>
                  <a:pt x="94887" y="155887"/>
                  <a:pt x="97502" y="154808"/>
                  <a:pt x="100584" y="154808"/>
                </a:cubicBezTo>
                <a:cubicBezTo>
                  <a:pt x="103666" y="154808"/>
                  <a:pt x="106281" y="155887"/>
                  <a:pt x="108439" y="158045"/>
                </a:cubicBezTo>
                <a:cubicBezTo>
                  <a:pt x="110597" y="160203"/>
                  <a:pt x="111676" y="162818"/>
                  <a:pt x="111676" y="165900"/>
                </a:cubicBezTo>
                <a:cubicBezTo>
                  <a:pt x="111676" y="168981"/>
                  <a:pt x="110597" y="171596"/>
                  <a:pt x="108439" y="173763"/>
                </a:cubicBezTo>
                <a:cubicBezTo>
                  <a:pt x="106281" y="175921"/>
                  <a:pt x="103666" y="177000"/>
                  <a:pt x="100584" y="177000"/>
                </a:cubicBezTo>
                <a:cubicBezTo>
                  <a:pt x="97502" y="177000"/>
                  <a:pt x="94887" y="175921"/>
                  <a:pt x="92729" y="173763"/>
                </a:cubicBezTo>
                <a:close/>
                <a:moveTo>
                  <a:pt x="201168" y="177000"/>
                </a:moveTo>
                <a:cubicBezTo>
                  <a:pt x="198086" y="177000"/>
                  <a:pt x="195471" y="175921"/>
                  <a:pt x="193313" y="173763"/>
                </a:cubicBezTo>
                <a:cubicBezTo>
                  <a:pt x="191155" y="171596"/>
                  <a:pt x="190076" y="168981"/>
                  <a:pt x="190076" y="165900"/>
                </a:cubicBezTo>
                <a:cubicBezTo>
                  <a:pt x="190076" y="162818"/>
                  <a:pt x="191155" y="160203"/>
                  <a:pt x="193313" y="158045"/>
                </a:cubicBezTo>
                <a:cubicBezTo>
                  <a:pt x="195471" y="155887"/>
                  <a:pt x="198086" y="154808"/>
                  <a:pt x="201168" y="154808"/>
                </a:cubicBezTo>
                <a:cubicBezTo>
                  <a:pt x="204250" y="154808"/>
                  <a:pt x="206865" y="155887"/>
                  <a:pt x="209023" y="158045"/>
                </a:cubicBezTo>
                <a:cubicBezTo>
                  <a:pt x="211181" y="160203"/>
                  <a:pt x="212260" y="162818"/>
                  <a:pt x="212260" y="165900"/>
                </a:cubicBezTo>
                <a:cubicBezTo>
                  <a:pt x="212260" y="168981"/>
                  <a:pt x="211181" y="171596"/>
                  <a:pt x="209023" y="173763"/>
                </a:cubicBezTo>
                <a:cubicBezTo>
                  <a:pt x="206865" y="175921"/>
                  <a:pt x="204250" y="177000"/>
                  <a:pt x="201168" y="177000"/>
                </a:cubicBezTo>
                <a:close/>
                <a:moveTo>
                  <a:pt x="150876" y="226314"/>
                </a:moveTo>
                <a:cubicBezTo>
                  <a:pt x="147794" y="226314"/>
                  <a:pt x="145179" y="225235"/>
                  <a:pt x="143021" y="223077"/>
                </a:cubicBezTo>
                <a:cubicBezTo>
                  <a:pt x="140863" y="220919"/>
                  <a:pt x="139784" y="218295"/>
                  <a:pt x="139784" y="215222"/>
                </a:cubicBezTo>
                <a:cubicBezTo>
                  <a:pt x="139784" y="212141"/>
                  <a:pt x="140863" y="209516"/>
                  <a:pt x="143021" y="207358"/>
                </a:cubicBezTo>
                <a:cubicBezTo>
                  <a:pt x="145179" y="205201"/>
                  <a:pt x="147794" y="204122"/>
                  <a:pt x="150876" y="204122"/>
                </a:cubicBezTo>
                <a:cubicBezTo>
                  <a:pt x="153958" y="204122"/>
                  <a:pt x="156573" y="205201"/>
                  <a:pt x="158731" y="207358"/>
                </a:cubicBezTo>
                <a:cubicBezTo>
                  <a:pt x="160889" y="209516"/>
                  <a:pt x="161968" y="212141"/>
                  <a:pt x="161968" y="215222"/>
                </a:cubicBezTo>
                <a:cubicBezTo>
                  <a:pt x="161968" y="218295"/>
                  <a:pt x="160889" y="220919"/>
                  <a:pt x="158731" y="223077"/>
                </a:cubicBezTo>
                <a:cubicBezTo>
                  <a:pt x="156573" y="225235"/>
                  <a:pt x="153958" y="226314"/>
                  <a:pt x="150876" y="226314"/>
                </a:cubicBezTo>
                <a:close/>
                <a:moveTo>
                  <a:pt x="92729" y="223077"/>
                </a:moveTo>
                <a:cubicBezTo>
                  <a:pt x="90571" y="220919"/>
                  <a:pt x="89492" y="218295"/>
                  <a:pt x="89492" y="215222"/>
                </a:cubicBezTo>
                <a:cubicBezTo>
                  <a:pt x="89492" y="212141"/>
                  <a:pt x="90571" y="209516"/>
                  <a:pt x="92729" y="207358"/>
                </a:cubicBezTo>
                <a:cubicBezTo>
                  <a:pt x="94887" y="205201"/>
                  <a:pt x="97502" y="204122"/>
                  <a:pt x="100584" y="204122"/>
                </a:cubicBezTo>
                <a:cubicBezTo>
                  <a:pt x="103666" y="204122"/>
                  <a:pt x="106281" y="205201"/>
                  <a:pt x="108439" y="207358"/>
                </a:cubicBezTo>
                <a:cubicBezTo>
                  <a:pt x="110597" y="209516"/>
                  <a:pt x="111676" y="212141"/>
                  <a:pt x="111676" y="215222"/>
                </a:cubicBezTo>
                <a:cubicBezTo>
                  <a:pt x="111676" y="218295"/>
                  <a:pt x="110597" y="220919"/>
                  <a:pt x="108439" y="223077"/>
                </a:cubicBezTo>
                <a:cubicBezTo>
                  <a:pt x="106281" y="225235"/>
                  <a:pt x="103666" y="226314"/>
                  <a:pt x="100584" y="226314"/>
                </a:cubicBezTo>
                <a:cubicBezTo>
                  <a:pt x="97502" y="226314"/>
                  <a:pt x="94887" y="225235"/>
                  <a:pt x="92729" y="223077"/>
                </a:cubicBezTo>
                <a:close/>
                <a:moveTo>
                  <a:pt x="201168" y="226314"/>
                </a:moveTo>
                <a:cubicBezTo>
                  <a:pt x="198086" y="226314"/>
                  <a:pt x="195471" y="225235"/>
                  <a:pt x="193313" y="223077"/>
                </a:cubicBezTo>
                <a:cubicBezTo>
                  <a:pt x="191155" y="220919"/>
                  <a:pt x="190076" y="218295"/>
                  <a:pt x="190076" y="215222"/>
                </a:cubicBezTo>
                <a:cubicBezTo>
                  <a:pt x="190076" y="212141"/>
                  <a:pt x="191155" y="209516"/>
                  <a:pt x="193313" y="207358"/>
                </a:cubicBezTo>
                <a:cubicBezTo>
                  <a:pt x="195471" y="205201"/>
                  <a:pt x="198086" y="204122"/>
                  <a:pt x="201168" y="204122"/>
                </a:cubicBezTo>
                <a:cubicBezTo>
                  <a:pt x="204250" y="204122"/>
                  <a:pt x="206865" y="205201"/>
                  <a:pt x="209023" y="207358"/>
                </a:cubicBezTo>
                <a:cubicBezTo>
                  <a:pt x="211181" y="209516"/>
                  <a:pt x="212260" y="212141"/>
                  <a:pt x="212260" y="215222"/>
                </a:cubicBezTo>
                <a:cubicBezTo>
                  <a:pt x="212260" y="218295"/>
                  <a:pt x="211181" y="220919"/>
                  <a:pt x="209023" y="223077"/>
                </a:cubicBezTo>
                <a:cubicBezTo>
                  <a:pt x="206865" y="225235"/>
                  <a:pt x="204250" y="226314"/>
                  <a:pt x="201168" y="22631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7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506" y="222638"/>
                </a:moveTo>
                <a:cubicBezTo>
                  <a:pt x="163038" y="217124"/>
                  <a:pt x="160303" y="210422"/>
                  <a:pt x="160303" y="202521"/>
                </a:cubicBezTo>
                <a:cubicBezTo>
                  <a:pt x="160303" y="194621"/>
                  <a:pt x="163065" y="187937"/>
                  <a:pt x="168570" y="182469"/>
                </a:cubicBezTo>
                <a:cubicBezTo>
                  <a:pt x="174083" y="177000"/>
                  <a:pt x="180786" y="174266"/>
                  <a:pt x="188686" y="174266"/>
                </a:cubicBezTo>
                <a:cubicBezTo>
                  <a:pt x="196587" y="174266"/>
                  <a:pt x="203271" y="177019"/>
                  <a:pt x="208739" y="182533"/>
                </a:cubicBezTo>
                <a:cubicBezTo>
                  <a:pt x="214216" y="188037"/>
                  <a:pt x="216951" y="194749"/>
                  <a:pt x="216951" y="202649"/>
                </a:cubicBezTo>
                <a:cubicBezTo>
                  <a:pt x="216951" y="210550"/>
                  <a:pt x="214189" y="217234"/>
                  <a:pt x="208684" y="222702"/>
                </a:cubicBezTo>
                <a:cubicBezTo>
                  <a:pt x="203171" y="228170"/>
                  <a:pt x="196468" y="230904"/>
                  <a:pt x="188568" y="230904"/>
                </a:cubicBezTo>
                <a:cubicBezTo>
                  <a:pt x="180667" y="230904"/>
                  <a:pt x="173983" y="228152"/>
                  <a:pt x="168506" y="222638"/>
                </a:cubicBez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29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575" y="205539"/>
                </a:moveTo>
                <a:lnTo>
                  <a:pt x="188312" y="153701"/>
                </a:lnTo>
                <a:cubicBezTo>
                  <a:pt x="189720" y="152385"/>
                  <a:pt x="191347" y="151736"/>
                  <a:pt x="193213" y="151754"/>
                </a:cubicBezTo>
                <a:cubicBezTo>
                  <a:pt x="195078" y="151781"/>
                  <a:pt x="196761" y="152513"/>
                  <a:pt x="198242" y="153958"/>
                </a:cubicBezTo>
                <a:cubicBezTo>
                  <a:pt x="199732" y="155402"/>
                  <a:pt x="200473" y="157076"/>
                  <a:pt x="200473" y="158987"/>
                </a:cubicBezTo>
                <a:cubicBezTo>
                  <a:pt x="200473" y="160889"/>
                  <a:pt x="199732" y="162544"/>
                  <a:pt x="198242" y="163952"/>
                </a:cubicBezTo>
                <a:lnTo>
                  <a:pt x="142829" y="219246"/>
                </a:lnTo>
                <a:cubicBezTo>
                  <a:pt x="141028" y="221129"/>
                  <a:pt x="138934" y="222071"/>
                  <a:pt x="136547" y="222071"/>
                </a:cubicBezTo>
                <a:cubicBezTo>
                  <a:pt x="134152" y="222071"/>
                  <a:pt x="132049" y="221129"/>
                  <a:pt x="130229" y="219246"/>
                </a:cubicBezTo>
                <a:lnTo>
                  <a:pt x="102093" y="191420"/>
                </a:lnTo>
                <a:cubicBezTo>
                  <a:pt x="100685" y="190186"/>
                  <a:pt x="99990" y="188595"/>
                  <a:pt x="99990" y="186647"/>
                </a:cubicBezTo>
                <a:cubicBezTo>
                  <a:pt x="99990" y="184700"/>
                  <a:pt x="100712" y="182999"/>
                  <a:pt x="102157" y="181554"/>
                </a:cubicBezTo>
                <a:cubicBezTo>
                  <a:pt x="103602" y="180109"/>
                  <a:pt x="105257" y="179414"/>
                  <a:pt x="107122" y="179478"/>
                </a:cubicBezTo>
                <a:cubicBezTo>
                  <a:pt x="108987" y="179542"/>
                  <a:pt x="110661" y="180210"/>
                  <a:pt x="112151" y="181490"/>
                </a:cubicBezTo>
                <a:lnTo>
                  <a:pt x="136575" y="205539"/>
                </a:ln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1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70" y="220873"/>
                </a:moveTo>
                <a:lnTo>
                  <a:pt x="191082" y="220873"/>
                </a:lnTo>
                <a:cubicBezTo>
                  <a:pt x="193112" y="220873"/>
                  <a:pt x="194804" y="220188"/>
                  <a:pt x="196166" y="218798"/>
                </a:cubicBezTo>
                <a:cubicBezTo>
                  <a:pt x="197529" y="217417"/>
                  <a:pt x="198214" y="215707"/>
                  <a:pt x="198214" y="213677"/>
                </a:cubicBezTo>
                <a:cubicBezTo>
                  <a:pt x="198214" y="211647"/>
                  <a:pt x="197529" y="209955"/>
                  <a:pt x="196166" y="208620"/>
                </a:cubicBezTo>
                <a:cubicBezTo>
                  <a:pt x="194804" y="207276"/>
                  <a:pt x="193112" y="206609"/>
                  <a:pt x="191082" y="206609"/>
                </a:cubicBezTo>
                <a:lnTo>
                  <a:pt x="110670" y="206609"/>
                </a:lnTo>
                <a:cubicBezTo>
                  <a:pt x="108640" y="206609"/>
                  <a:pt x="106948" y="207294"/>
                  <a:pt x="105586" y="208684"/>
                </a:cubicBezTo>
                <a:cubicBezTo>
                  <a:pt x="104223" y="210065"/>
                  <a:pt x="103538" y="211775"/>
                  <a:pt x="103538" y="213805"/>
                </a:cubicBezTo>
                <a:cubicBezTo>
                  <a:pt x="103538" y="215835"/>
                  <a:pt x="104223" y="217527"/>
                  <a:pt x="105586" y="218862"/>
                </a:cubicBezTo>
                <a:cubicBezTo>
                  <a:pt x="106948" y="220206"/>
                  <a:pt x="108640" y="220873"/>
                  <a:pt x="110670" y="220873"/>
                </a:cubicBezTo>
                <a:close/>
                <a:moveTo>
                  <a:pt x="110670" y="168286"/>
                </a:moveTo>
                <a:lnTo>
                  <a:pt x="191082" y="168286"/>
                </a:lnTo>
                <a:cubicBezTo>
                  <a:pt x="193112" y="168286"/>
                  <a:pt x="194804" y="167600"/>
                  <a:pt x="196166" y="166220"/>
                </a:cubicBezTo>
                <a:cubicBezTo>
                  <a:pt x="197529" y="164830"/>
                  <a:pt x="198214" y="163120"/>
                  <a:pt x="198214" y="161090"/>
                </a:cubicBezTo>
                <a:cubicBezTo>
                  <a:pt x="198214" y="159060"/>
                  <a:pt x="197529" y="157368"/>
                  <a:pt x="196166" y="156033"/>
                </a:cubicBezTo>
                <a:cubicBezTo>
                  <a:pt x="194804" y="154689"/>
                  <a:pt x="193112" y="154022"/>
                  <a:pt x="191082" y="154022"/>
                </a:cubicBezTo>
                <a:lnTo>
                  <a:pt x="110670" y="154022"/>
                </a:lnTo>
                <a:cubicBezTo>
                  <a:pt x="108640" y="154022"/>
                  <a:pt x="106948" y="154707"/>
                  <a:pt x="105586" y="156097"/>
                </a:cubicBezTo>
                <a:cubicBezTo>
                  <a:pt x="104223" y="157478"/>
                  <a:pt x="103538" y="159188"/>
                  <a:pt x="103538" y="161218"/>
                </a:cubicBezTo>
                <a:cubicBezTo>
                  <a:pt x="103538" y="163275"/>
                  <a:pt x="104223" y="164958"/>
                  <a:pt x="105586" y="166274"/>
                </a:cubicBezTo>
                <a:cubicBezTo>
                  <a:pt x="106948" y="167619"/>
                  <a:pt x="108640" y="168286"/>
                  <a:pt x="110670" y="168286"/>
                </a:cubicBez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76461" y="31437"/>
                </a:lnTo>
                <a:cubicBezTo>
                  <a:pt x="178994" y="31437"/>
                  <a:pt x="181390" y="31940"/>
                  <a:pt x="183630" y="32937"/>
                </a:cubicBezTo>
                <a:cubicBezTo>
                  <a:pt x="185870" y="33943"/>
                  <a:pt x="187827" y="35250"/>
                  <a:pt x="189509" y="36841"/>
                </a:cubicBezTo>
                <a:lnTo>
                  <a:pt x="239765" y="87097"/>
                </a:lnTo>
                <a:cubicBezTo>
                  <a:pt x="241356" y="88779"/>
                  <a:pt x="242663" y="90736"/>
                  <a:pt x="243660" y="92976"/>
                </a:cubicBezTo>
                <a:cubicBezTo>
                  <a:pt x="244666" y="95216"/>
                  <a:pt x="245178" y="97612"/>
                  <a:pt x="245178" y="100145"/>
                </a:cubicBez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176836" y="90023"/>
                </a:moveTo>
                <a:lnTo>
                  <a:pt x="176836" y="45702"/>
                </a:lnTo>
                <a:lnTo>
                  <a:pt x="74716" y="45702"/>
                </a:lnTo>
                <a:cubicBezTo>
                  <a:pt x="73756" y="45702"/>
                  <a:pt x="72859" y="46104"/>
                  <a:pt x="72046" y="46900"/>
                </a:cubicBezTo>
                <a:cubicBezTo>
                  <a:pt x="71250" y="47713"/>
                  <a:pt x="70848" y="48610"/>
                  <a:pt x="70848" y="49570"/>
                </a:cubicBezTo>
                <a:lnTo>
                  <a:pt x="70848" y="252182"/>
                </a:lnTo>
                <a:cubicBezTo>
                  <a:pt x="70848" y="253142"/>
                  <a:pt x="71250" y="254039"/>
                  <a:pt x="72046" y="254852"/>
                </a:cubicBezTo>
                <a:cubicBezTo>
                  <a:pt x="72859" y="255648"/>
                  <a:pt x="73756" y="256050"/>
                  <a:pt x="74716" y="256050"/>
                </a:cubicBez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99075"/>
                </a:lnTo>
                <a:lnTo>
                  <a:pt x="185888" y="99075"/>
                </a:lnTo>
                <a:cubicBezTo>
                  <a:pt x="183374" y="99075"/>
                  <a:pt x="181243" y="98197"/>
                  <a:pt x="179478" y="96433"/>
                </a:cubicBezTo>
                <a:cubicBezTo>
                  <a:pt x="177723" y="94677"/>
                  <a:pt x="176836" y="92537"/>
                  <a:pt x="176836" y="90023"/>
                </a:cubicBezTo>
                <a:close/>
                <a:moveTo>
                  <a:pt x="70848" y="45702"/>
                </a:moveTo>
                <a:lnTo>
                  <a:pt x="70848" y="99075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3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97594" y="210787"/>
                </a:moveTo>
                <a:lnTo>
                  <a:pt x="163979" y="210787"/>
                </a:lnTo>
                <a:cubicBezTo>
                  <a:pt x="166018" y="210787"/>
                  <a:pt x="167710" y="210093"/>
                  <a:pt x="169073" y="208712"/>
                </a:cubicBezTo>
                <a:cubicBezTo>
                  <a:pt x="170435" y="207331"/>
                  <a:pt x="171121" y="205621"/>
                  <a:pt x="171121" y="203591"/>
                </a:cubicBezTo>
                <a:cubicBezTo>
                  <a:pt x="171121" y="201552"/>
                  <a:pt x="170435" y="199870"/>
                  <a:pt x="169073" y="198525"/>
                </a:cubicBezTo>
                <a:cubicBezTo>
                  <a:pt x="167710" y="197190"/>
                  <a:pt x="166018" y="196514"/>
                  <a:pt x="163979" y="196514"/>
                </a:cubicBezTo>
                <a:lnTo>
                  <a:pt x="97594" y="196514"/>
                </a:lnTo>
                <a:cubicBezTo>
                  <a:pt x="95564" y="196514"/>
                  <a:pt x="93872" y="197209"/>
                  <a:pt x="92510" y="198589"/>
                </a:cubicBezTo>
                <a:cubicBezTo>
                  <a:pt x="91147" y="199970"/>
                  <a:pt x="90462" y="201680"/>
                  <a:pt x="90462" y="203710"/>
                </a:cubicBezTo>
                <a:cubicBezTo>
                  <a:pt x="90462" y="205749"/>
                  <a:pt x="91147" y="207432"/>
                  <a:pt x="92510" y="208776"/>
                </a:cubicBezTo>
                <a:cubicBezTo>
                  <a:pt x="93872" y="210120"/>
                  <a:pt x="95564" y="210787"/>
                  <a:pt x="97594" y="210787"/>
                </a:cubicBezTo>
                <a:close/>
                <a:moveTo>
                  <a:pt x="97594" y="158008"/>
                </a:moveTo>
                <a:lnTo>
                  <a:pt x="204186" y="158008"/>
                </a:lnTo>
                <a:cubicBezTo>
                  <a:pt x="206215" y="158008"/>
                  <a:pt x="207916" y="157323"/>
                  <a:pt x="209279" y="155933"/>
                </a:cubicBezTo>
                <a:cubicBezTo>
                  <a:pt x="210641" y="154552"/>
                  <a:pt x="211318" y="152842"/>
                  <a:pt x="211318" y="150812"/>
                </a:cubicBezTo>
                <a:cubicBezTo>
                  <a:pt x="211318" y="148782"/>
                  <a:pt x="210641" y="147090"/>
                  <a:pt x="209279" y="145755"/>
                </a:cubicBezTo>
                <a:cubicBezTo>
                  <a:pt x="207916" y="144411"/>
                  <a:pt x="206215" y="143744"/>
                  <a:pt x="204186" y="143744"/>
                </a:cubicBezTo>
                <a:lnTo>
                  <a:pt x="97594" y="143744"/>
                </a:lnTo>
                <a:cubicBezTo>
                  <a:pt x="95564" y="143744"/>
                  <a:pt x="93872" y="144429"/>
                  <a:pt x="92510" y="145819"/>
                </a:cubicBezTo>
                <a:cubicBezTo>
                  <a:pt x="91147" y="147200"/>
                  <a:pt x="90462" y="148910"/>
                  <a:pt x="90462" y="150940"/>
                </a:cubicBezTo>
                <a:cubicBezTo>
                  <a:pt x="90462" y="152970"/>
                  <a:pt x="91147" y="154662"/>
                  <a:pt x="92510" y="155997"/>
                </a:cubicBezTo>
                <a:cubicBezTo>
                  <a:pt x="93872" y="157341"/>
                  <a:pt x="95564" y="158008"/>
                  <a:pt x="97594" y="158008"/>
                </a:cubicBezTo>
                <a:close/>
                <a:moveTo>
                  <a:pt x="97594" y="105238"/>
                </a:moveTo>
                <a:lnTo>
                  <a:pt x="204186" y="105238"/>
                </a:lnTo>
                <a:cubicBezTo>
                  <a:pt x="206215" y="105238"/>
                  <a:pt x="207916" y="104543"/>
                  <a:pt x="209279" y="103163"/>
                </a:cubicBezTo>
                <a:cubicBezTo>
                  <a:pt x="210641" y="101782"/>
                  <a:pt x="211318" y="100072"/>
                  <a:pt x="211318" y="98042"/>
                </a:cubicBezTo>
                <a:cubicBezTo>
                  <a:pt x="211318" y="96003"/>
                  <a:pt x="210641" y="94320"/>
                  <a:pt x="209279" y="92976"/>
                </a:cubicBezTo>
                <a:cubicBezTo>
                  <a:pt x="207916" y="91632"/>
                  <a:pt x="206215" y="90965"/>
                  <a:pt x="204186" y="90965"/>
                </a:cubicBezTo>
                <a:lnTo>
                  <a:pt x="97594" y="90965"/>
                </a:lnTo>
                <a:cubicBezTo>
                  <a:pt x="95564" y="90965"/>
                  <a:pt x="93872" y="91659"/>
                  <a:pt x="92510" y="93040"/>
                </a:cubicBezTo>
                <a:cubicBezTo>
                  <a:pt x="91147" y="94421"/>
                  <a:pt x="90462" y="96131"/>
                  <a:pt x="90462" y="98161"/>
                </a:cubicBezTo>
                <a:cubicBezTo>
                  <a:pt x="90462" y="100200"/>
                  <a:pt x="91147" y="101882"/>
                  <a:pt x="92510" y="103227"/>
                </a:cubicBezTo>
                <a:cubicBezTo>
                  <a:pt x="93872" y="104562"/>
                  <a:pt x="95564" y="105238"/>
                  <a:pt x="97594" y="10523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5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35" y="18864"/>
                  <a:pt x="150940" y="18864"/>
                </a:cubicBezTo>
                <a:cubicBezTo>
                  <a:pt x="158045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65" y="44010"/>
                  <a:pt x="248817" y="45793"/>
                  <a:pt x="252402" y="49378"/>
                </a:cubicBezTo>
                <a:cubicBezTo>
                  <a:pt x="255986" y="52962"/>
                  <a:pt x="257779" y="57214"/>
                  <a:pt x="257779" y="62143"/>
                </a:cubicBezTo>
                <a:lnTo>
                  <a:pt x="257779" y="239609"/>
                </a:lnTo>
                <a:cubicBezTo>
                  <a:pt x="257779" y="244538"/>
                  <a:pt x="255986" y="248790"/>
                  <a:pt x="252402" y="252374"/>
                </a:cubicBezTo>
                <a:cubicBezTo>
                  <a:pt x="248817" y="255959"/>
                  <a:pt x="244565" y="257751"/>
                  <a:pt x="239646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98289" y="209151"/>
                </a:moveTo>
                <a:lnTo>
                  <a:pt x="164144" y="209151"/>
                </a:lnTo>
                <a:cubicBezTo>
                  <a:pt x="166156" y="209151"/>
                  <a:pt x="167847" y="208465"/>
                  <a:pt x="169237" y="207075"/>
                </a:cubicBezTo>
                <a:cubicBezTo>
                  <a:pt x="170590" y="205694"/>
                  <a:pt x="171276" y="203984"/>
                  <a:pt x="171276" y="201954"/>
                </a:cubicBezTo>
                <a:cubicBezTo>
                  <a:pt x="171276" y="199924"/>
                  <a:pt x="170590" y="198233"/>
                  <a:pt x="169237" y="196889"/>
                </a:cubicBezTo>
                <a:cubicBezTo>
                  <a:pt x="167875" y="195554"/>
                  <a:pt x="166174" y="194886"/>
                  <a:pt x="164144" y="194886"/>
                </a:cubicBezTo>
                <a:lnTo>
                  <a:pt x="98289" y="194886"/>
                </a:lnTo>
                <a:cubicBezTo>
                  <a:pt x="96277" y="194886"/>
                  <a:pt x="94576" y="195572"/>
                  <a:pt x="93196" y="196953"/>
                </a:cubicBezTo>
                <a:cubicBezTo>
                  <a:pt x="91833" y="198343"/>
                  <a:pt x="91157" y="200043"/>
                  <a:pt x="91157" y="202082"/>
                </a:cubicBezTo>
                <a:cubicBezTo>
                  <a:pt x="91157" y="204112"/>
                  <a:pt x="91833" y="205795"/>
                  <a:pt x="93196" y="207139"/>
                </a:cubicBezTo>
                <a:cubicBezTo>
                  <a:pt x="94558" y="208483"/>
                  <a:pt x="96259" y="209151"/>
                  <a:pt x="98289" y="209151"/>
                </a:cubicBezTo>
                <a:close/>
                <a:moveTo>
                  <a:pt x="98289" y="158008"/>
                </a:moveTo>
                <a:lnTo>
                  <a:pt x="203463" y="158008"/>
                </a:lnTo>
                <a:cubicBezTo>
                  <a:pt x="205475" y="158008"/>
                  <a:pt x="207176" y="157323"/>
                  <a:pt x="208556" y="155933"/>
                </a:cubicBezTo>
                <a:cubicBezTo>
                  <a:pt x="209919" y="154552"/>
                  <a:pt x="210595" y="152842"/>
                  <a:pt x="210595" y="150812"/>
                </a:cubicBezTo>
                <a:cubicBezTo>
                  <a:pt x="210595" y="148782"/>
                  <a:pt x="209919" y="147090"/>
                  <a:pt x="208556" y="145755"/>
                </a:cubicBezTo>
                <a:cubicBezTo>
                  <a:pt x="207194" y="144411"/>
                  <a:pt x="205493" y="143744"/>
                  <a:pt x="203463" y="143744"/>
                </a:cubicBezTo>
                <a:lnTo>
                  <a:pt x="98289" y="143744"/>
                </a:lnTo>
                <a:cubicBezTo>
                  <a:pt x="96277" y="143744"/>
                  <a:pt x="94576" y="144429"/>
                  <a:pt x="93196" y="145819"/>
                </a:cubicBezTo>
                <a:cubicBezTo>
                  <a:pt x="91833" y="147200"/>
                  <a:pt x="91157" y="148910"/>
                  <a:pt x="91157" y="150940"/>
                </a:cubicBezTo>
                <a:cubicBezTo>
                  <a:pt x="91157" y="152970"/>
                  <a:pt x="91833" y="154662"/>
                  <a:pt x="93196" y="155997"/>
                </a:cubicBezTo>
                <a:cubicBezTo>
                  <a:pt x="94558" y="157341"/>
                  <a:pt x="96259" y="158008"/>
                  <a:pt x="98289" y="158008"/>
                </a:cubicBezTo>
                <a:close/>
                <a:moveTo>
                  <a:pt x="98289" y="106875"/>
                </a:moveTo>
                <a:lnTo>
                  <a:pt x="203463" y="106875"/>
                </a:lnTo>
                <a:cubicBezTo>
                  <a:pt x="205475" y="106875"/>
                  <a:pt x="207176" y="106180"/>
                  <a:pt x="208556" y="104799"/>
                </a:cubicBezTo>
                <a:cubicBezTo>
                  <a:pt x="209919" y="103409"/>
                  <a:pt x="210595" y="101709"/>
                  <a:pt x="210595" y="99670"/>
                </a:cubicBezTo>
                <a:cubicBezTo>
                  <a:pt x="210595" y="97640"/>
                  <a:pt x="209919" y="95957"/>
                  <a:pt x="208556" y="94613"/>
                </a:cubicBezTo>
                <a:cubicBezTo>
                  <a:pt x="207194" y="93269"/>
                  <a:pt x="205493" y="92601"/>
                  <a:pt x="203463" y="92601"/>
                </a:cubicBezTo>
                <a:lnTo>
                  <a:pt x="98289" y="92601"/>
                </a:lnTo>
                <a:cubicBezTo>
                  <a:pt x="96277" y="92601"/>
                  <a:pt x="94576" y="93296"/>
                  <a:pt x="93196" y="94677"/>
                </a:cubicBezTo>
                <a:cubicBezTo>
                  <a:pt x="91833" y="96058"/>
                  <a:pt x="91157" y="97768"/>
                  <a:pt x="91157" y="99798"/>
                </a:cubicBezTo>
                <a:cubicBezTo>
                  <a:pt x="91157" y="101828"/>
                  <a:pt x="91833" y="103519"/>
                  <a:pt x="93196" y="104863"/>
                </a:cubicBezTo>
                <a:cubicBezTo>
                  <a:pt x="94558" y="106198"/>
                  <a:pt x="96259" y="106875"/>
                  <a:pt x="98289" y="106875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7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835" y="174577"/>
                </a:moveTo>
                <a:lnTo>
                  <a:pt x="100429" y="142171"/>
                </a:lnTo>
                <a:cubicBezTo>
                  <a:pt x="98920" y="140763"/>
                  <a:pt x="97237" y="140040"/>
                  <a:pt x="95399" y="140004"/>
                </a:cubicBezTo>
                <a:cubicBezTo>
                  <a:pt x="93534" y="139958"/>
                  <a:pt x="91861" y="140680"/>
                  <a:pt x="90370" y="142171"/>
                </a:cubicBezTo>
                <a:cubicBezTo>
                  <a:pt x="88880" y="143661"/>
                  <a:pt x="88166" y="145335"/>
                  <a:pt x="88230" y="147200"/>
                </a:cubicBezTo>
                <a:cubicBezTo>
                  <a:pt x="88294" y="149065"/>
                  <a:pt x="89008" y="150739"/>
                  <a:pt x="90370" y="152229"/>
                </a:cubicBezTo>
                <a:lnTo>
                  <a:pt x="126452" y="188851"/>
                </a:lnTo>
                <a:cubicBezTo>
                  <a:pt x="128254" y="190652"/>
                  <a:pt x="130348" y="191549"/>
                  <a:pt x="132743" y="191549"/>
                </a:cubicBezTo>
                <a:cubicBezTo>
                  <a:pt x="135130" y="191549"/>
                  <a:pt x="137270" y="190652"/>
                  <a:pt x="139153" y="188851"/>
                </a:cubicBezTo>
                <a:lnTo>
                  <a:pt x="211071" y="116805"/>
                </a:lnTo>
                <a:cubicBezTo>
                  <a:pt x="212470" y="115397"/>
                  <a:pt x="213192" y="113715"/>
                  <a:pt x="213238" y="111740"/>
                </a:cubicBezTo>
                <a:cubicBezTo>
                  <a:pt x="213284" y="109774"/>
                  <a:pt x="212561" y="108046"/>
                  <a:pt x="211071" y="106555"/>
                </a:cubicBezTo>
                <a:cubicBezTo>
                  <a:pt x="209580" y="105065"/>
                  <a:pt x="207871" y="104324"/>
                  <a:pt x="205950" y="104324"/>
                </a:cubicBezTo>
                <a:cubicBezTo>
                  <a:pt x="204021" y="104324"/>
                  <a:pt x="202311" y="105065"/>
                  <a:pt x="200821" y="106555"/>
                </a:cubicBezTo>
                <a:lnTo>
                  <a:pt x="132835" y="174577"/>
                </a:lnTo>
                <a:close/>
                <a:moveTo>
                  <a:pt x="62143" y="257751"/>
                </a:moveTo>
                <a:cubicBezTo>
                  <a:pt x="57196" y="257751"/>
                  <a:pt x="52944" y="255959"/>
                  <a:pt x="49378" y="252374"/>
                </a:cubicBezTo>
                <a:cubicBezTo>
                  <a:pt x="45821" y="248790"/>
                  <a:pt x="44028" y="244538"/>
                  <a:pt x="44010" y="239609"/>
                </a:cubicBezTo>
                <a:lnTo>
                  <a:pt x="44010" y="62143"/>
                </a:lnTo>
                <a:cubicBezTo>
                  <a:pt x="44010" y="57196"/>
                  <a:pt x="45793" y="52944"/>
                  <a:pt x="49378" y="49378"/>
                </a:cubicBezTo>
                <a:cubicBezTo>
                  <a:pt x="52962" y="45821"/>
                  <a:pt x="57214" y="44028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17" y="18864"/>
                  <a:pt x="150876" y="18864"/>
                </a:cubicBezTo>
                <a:cubicBezTo>
                  <a:pt x="158017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84" y="44010"/>
                  <a:pt x="248845" y="45793"/>
                  <a:pt x="252402" y="49378"/>
                </a:cubicBezTo>
                <a:cubicBezTo>
                  <a:pt x="255968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56"/>
                  <a:pt x="255959" y="248808"/>
                  <a:pt x="252374" y="252374"/>
                </a:cubicBezTo>
                <a:cubicBezTo>
                  <a:pt x="248790" y="255931"/>
                  <a:pt x="244538" y="257724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39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479" y="208620"/>
                </a:moveTo>
                <a:lnTo>
                  <a:pt x="121990" y="158109"/>
                </a:lnTo>
                <a:cubicBezTo>
                  <a:pt x="123389" y="156783"/>
                  <a:pt x="125072" y="156134"/>
                  <a:pt x="127019" y="156161"/>
                </a:cubicBezTo>
                <a:cubicBezTo>
                  <a:pt x="128967" y="156180"/>
                  <a:pt x="130686" y="156893"/>
                  <a:pt x="132177" y="158292"/>
                </a:cubicBezTo>
                <a:cubicBezTo>
                  <a:pt x="133493" y="159700"/>
                  <a:pt x="134152" y="161373"/>
                  <a:pt x="134152" y="163321"/>
                </a:cubicBezTo>
                <a:cubicBezTo>
                  <a:pt x="134152" y="165269"/>
                  <a:pt x="133448" y="166951"/>
                  <a:pt x="132049" y="168350"/>
                </a:cubicBezTo>
                <a:lnTo>
                  <a:pt x="77953" y="222446"/>
                </a:lnTo>
                <a:cubicBezTo>
                  <a:pt x="76151" y="224247"/>
                  <a:pt x="74030" y="225153"/>
                  <a:pt x="71607" y="225153"/>
                </a:cubicBezTo>
                <a:cubicBezTo>
                  <a:pt x="69174" y="225153"/>
                  <a:pt x="67053" y="224247"/>
                  <a:pt x="65252" y="222446"/>
                </a:cubicBezTo>
                <a:lnTo>
                  <a:pt x="36366" y="193560"/>
                </a:lnTo>
                <a:cubicBezTo>
                  <a:pt x="34967" y="192161"/>
                  <a:pt x="34281" y="190506"/>
                  <a:pt x="34327" y="188595"/>
                </a:cubicBezTo>
                <a:cubicBezTo>
                  <a:pt x="34363" y="186684"/>
                  <a:pt x="35086" y="185029"/>
                  <a:pt x="36494" y="183630"/>
                </a:cubicBezTo>
                <a:cubicBezTo>
                  <a:pt x="37893" y="182222"/>
                  <a:pt x="39557" y="181554"/>
                  <a:pt x="41459" y="181618"/>
                </a:cubicBezTo>
                <a:cubicBezTo>
                  <a:pt x="43370" y="181682"/>
                  <a:pt x="45025" y="182350"/>
                  <a:pt x="46424" y="183630"/>
                </a:cubicBezTo>
                <a:lnTo>
                  <a:pt x="71506" y="208620"/>
                </a:lnTo>
                <a:close/>
                <a:moveTo>
                  <a:pt x="71479" y="112874"/>
                </a:moveTo>
                <a:lnTo>
                  <a:pt x="121990" y="62362"/>
                </a:lnTo>
                <a:cubicBezTo>
                  <a:pt x="123389" y="61045"/>
                  <a:pt x="125072" y="60396"/>
                  <a:pt x="127019" y="60414"/>
                </a:cubicBezTo>
                <a:cubicBezTo>
                  <a:pt x="128967" y="60433"/>
                  <a:pt x="130686" y="61146"/>
                  <a:pt x="132177" y="62554"/>
                </a:cubicBezTo>
                <a:cubicBezTo>
                  <a:pt x="133493" y="63953"/>
                  <a:pt x="134152" y="65626"/>
                  <a:pt x="134152" y="67583"/>
                </a:cubicBezTo>
                <a:cubicBezTo>
                  <a:pt x="134152" y="69531"/>
                  <a:pt x="133448" y="71204"/>
                  <a:pt x="132049" y="72613"/>
                </a:cubicBezTo>
                <a:lnTo>
                  <a:pt x="77953" y="126708"/>
                </a:lnTo>
                <a:cubicBezTo>
                  <a:pt x="76151" y="128510"/>
                  <a:pt x="74030" y="129406"/>
                  <a:pt x="71607" y="129406"/>
                </a:cubicBezTo>
                <a:cubicBezTo>
                  <a:pt x="69174" y="129406"/>
                  <a:pt x="67053" y="128510"/>
                  <a:pt x="65252" y="126708"/>
                </a:cubicBezTo>
                <a:lnTo>
                  <a:pt x="36366" y="97823"/>
                </a:lnTo>
                <a:cubicBezTo>
                  <a:pt x="34967" y="96414"/>
                  <a:pt x="34281" y="94759"/>
                  <a:pt x="34327" y="92848"/>
                </a:cubicBezTo>
                <a:cubicBezTo>
                  <a:pt x="34363" y="90946"/>
                  <a:pt x="35086" y="89291"/>
                  <a:pt x="36494" y="87883"/>
                </a:cubicBezTo>
                <a:cubicBezTo>
                  <a:pt x="37893" y="86484"/>
                  <a:pt x="39557" y="85807"/>
                  <a:pt x="41459" y="85871"/>
                </a:cubicBezTo>
                <a:cubicBezTo>
                  <a:pt x="43370" y="85935"/>
                  <a:pt x="45025" y="86603"/>
                  <a:pt x="46424" y="87883"/>
                </a:cubicBezTo>
                <a:lnTo>
                  <a:pt x="71506" y="112874"/>
                </a:lnTo>
                <a:close/>
                <a:moveTo>
                  <a:pt x="170709" y="205886"/>
                </a:moveTo>
                <a:cubicBezTo>
                  <a:pt x="168679" y="205886"/>
                  <a:pt x="166979" y="205191"/>
                  <a:pt x="165616" y="203811"/>
                </a:cubicBezTo>
                <a:cubicBezTo>
                  <a:pt x="164254" y="202430"/>
                  <a:pt x="163577" y="200720"/>
                  <a:pt x="163577" y="198681"/>
                </a:cubicBezTo>
                <a:cubicBezTo>
                  <a:pt x="163577" y="196651"/>
                  <a:pt x="164254" y="194968"/>
                  <a:pt x="165616" y="193624"/>
                </a:cubicBezTo>
                <a:cubicBezTo>
                  <a:pt x="166979" y="192280"/>
                  <a:pt x="168679" y="191613"/>
                  <a:pt x="170709" y="191613"/>
                </a:cubicBezTo>
                <a:lnTo>
                  <a:pt x="263311" y="191613"/>
                </a:lnTo>
                <a:cubicBezTo>
                  <a:pt x="265341" y="191613"/>
                  <a:pt x="267041" y="192307"/>
                  <a:pt x="268404" y="193688"/>
                </a:cubicBezTo>
                <a:cubicBezTo>
                  <a:pt x="269766" y="195069"/>
                  <a:pt x="270443" y="196779"/>
                  <a:pt x="270443" y="198809"/>
                </a:cubicBezTo>
                <a:cubicBezTo>
                  <a:pt x="270443" y="200866"/>
                  <a:pt x="269766" y="202549"/>
                  <a:pt x="268404" y="203875"/>
                </a:cubicBezTo>
                <a:cubicBezTo>
                  <a:pt x="267041" y="205210"/>
                  <a:pt x="265341" y="205886"/>
                  <a:pt x="263311" y="205886"/>
                </a:cubicBezTo>
                <a:lnTo>
                  <a:pt x="170709" y="205886"/>
                </a:lnTo>
                <a:close/>
                <a:moveTo>
                  <a:pt x="170709" y="110139"/>
                </a:moveTo>
                <a:cubicBezTo>
                  <a:pt x="168679" y="110139"/>
                  <a:pt x="166979" y="109445"/>
                  <a:pt x="165616" y="108064"/>
                </a:cubicBezTo>
                <a:cubicBezTo>
                  <a:pt x="164254" y="106683"/>
                  <a:pt x="163577" y="104973"/>
                  <a:pt x="163577" y="102943"/>
                </a:cubicBezTo>
                <a:cubicBezTo>
                  <a:pt x="163577" y="100886"/>
                  <a:pt x="164254" y="99203"/>
                  <a:pt x="165616" y="97877"/>
                </a:cubicBezTo>
                <a:cubicBezTo>
                  <a:pt x="166979" y="96542"/>
                  <a:pt x="168679" y="95866"/>
                  <a:pt x="170709" y="95866"/>
                </a:cubicBezTo>
                <a:lnTo>
                  <a:pt x="263311" y="95866"/>
                </a:lnTo>
                <a:cubicBezTo>
                  <a:pt x="265341" y="95866"/>
                  <a:pt x="267041" y="96561"/>
                  <a:pt x="268404" y="97941"/>
                </a:cubicBezTo>
                <a:cubicBezTo>
                  <a:pt x="269766" y="99331"/>
                  <a:pt x="270443" y="101032"/>
                  <a:pt x="270443" y="103071"/>
                </a:cubicBezTo>
                <a:cubicBezTo>
                  <a:pt x="270443" y="105119"/>
                  <a:pt x="269766" y="106811"/>
                  <a:pt x="268404" y="108128"/>
                </a:cubicBezTo>
                <a:cubicBezTo>
                  <a:pt x="267041" y="109472"/>
                  <a:pt x="265341" y="110139"/>
                  <a:pt x="263311" y="110139"/>
                </a:cubicBezTo>
                <a:lnTo>
                  <a:pt x="170709" y="11013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1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849" y="257751"/>
                  <a:pt x="38597" y="255959"/>
                  <a:pt x="35012" y="252374"/>
                </a:cubicBezTo>
                <a:cubicBezTo>
                  <a:pt x="31437" y="248790"/>
                  <a:pt x="29645" y="244538"/>
                  <a:pt x="29645" y="239609"/>
                </a:cubicBezTo>
                <a:lnTo>
                  <a:pt x="29645" y="62143"/>
                </a:lnTo>
                <a:cubicBezTo>
                  <a:pt x="29645" y="57214"/>
                  <a:pt x="31437" y="52962"/>
                  <a:pt x="35012" y="49378"/>
                </a:cubicBezTo>
                <a:cubicBezTo>
                  <a:pt x="38597" y="45793"/>
                  <a:pt x="42849" y="44010"/>
                  <a:pt x="47777" y="44010"/>
                </a:cubicBezTo>
                <a:lnTo>
                  <a:pt x="253975" y="44010"/>
                </a:lnTo>
                <a:cubicBezTo>
                  <a:pt x="258903" y="44010"/>
                  <a:pt x="263155" y="45793"/>
                  <a:pt x="266740" y="49378"/>
                </a:cubicBezTo>
                <a:cubicBezTo>
                  <a:pt x="270324" y="52962"/>
                  <a:pt x="272107" y="57214"/>
                  <a:pt x="272107" y="62143"/>
                </a:cubicBezTo>
                <a:lnTo>
                  <a:pt x="272107" y="239609"/>
                </a:lnTo>
                <a:cubicBezTo>
                  <a:pt x="272107" y="244538"/>
                  <a:pt x="270324" y="248790"/>
                  <a:pt x="266740" y="252374"/>
                </a:cubicBezTo>
                <a:cubicBezTo>
                  <a:pt x="263155" y="255959"/>
                  <a:pt x="258903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477"/>
                </a:moveTo>
                <a:lnTo>
                  <a:pt x="253975" y="243477"/>
                </a:lnTo>
                <a:cubicBezTo>
                  <a:pt x="254935" y="243477"/>
                  <a:pt x="255831" y="243075"/>
                  <a:pt x="256645" y="242279"/>
                </a:cubicBezTo>
                <a:cubicBezTo>
                  <a:pt x="257468" y="241466"/>
                  <a:pt x="257870" y="240569"/>
                  <a:pt x="257870" y="239609"/>
                </a:cubicBezTo>
                <a:lnTo>
                  <a:pt x="257870" y="62143"/>
                </a:lnTo>
                <a:cubicBezTo>
                  <a:pt x="257870" y="61183"/>
                  <a:pt x="257468" y="60286"/>
                  <a:pt x="256645" y="59473"/>
                </a:cubicBezTo>
                <a:cubicBezTo>
                  <a:pt x="255831" y="58677"/>
                  <a:pt x="254935" y="58275"/>
                  <a:pt x="253975" y="58275"/>
                </a:cubicBezTo>
                <a:lnTo>
                  <a:pt x="47777" y="58275"/>
                </a:lnTo>
                <a:cubicBezTo>
                  <a:pt x="46817" y="58275"/>
                  <a:pt x="45921" y="58677"/>
                  <a:pt x="45107" y="59473"/>
                </a:cubicBezTo>
                <a:cubicBezTo>
                  <a:pt x="44284" y="60286"/>
                  <a:pt x="43882" y="61183"/>
                  <a:pt x="43882" y="62143"/>
                </a:cubicBezTo>
                <a:lnTo>
                  <a:pt x="43882" y="239609"/>
                </a:lnTo>
                <a:cubicBezTo>
                  <a:pt x="43882" y="240569"/>
                  <a:pt x="44284" y="241466"/>
                  <a:pt x="45107" y="242279"/>
                </a:cubicBezTo>
                <a:cubicBezTo>
                  <a:pt x="45921" y="243075"/>
                  <a:pt x="46817" y="243477"/>
                  <a:pt x="47777" y="243477"/>
                </a:cubicBezTo>
                <a:close/>
                <a:moveTo>
                  <a:pt x="113157" y="210595"/>
                </a:moveTo>
                <a:cubicBezTo>
                  <a:pt x="115836" y="210595"/>
                  <a:pt x="118086" y="209699"/>
                  <a:pt x="119887" y="207898"/>
                </a:cubicBezTo>
                <a:cubicBezTo>
                  <a:pt x="121688" y="206097"/>
                  <a:pt x="122584" y="203847"/>
                  <a:pt x="122584" y="201168"/>
                </a:cubicBezTo>
                <a:cubicBezTo>
                  <a:pt x="122584" y="198489"/>
                  <a:pt x="121688" y="196239"/>
                  <a:pt x="119887" y="194438"/>
                </a:cubicBezTo>
                <a:cubicBezTo>
                  <a:pt x="118086" y="192637"/>
                  <a:pt x="115836" y="191741"/>
                  <a:pt x="113157" y="191741"/>
                </a:cubicBezTo>
                <a:lnTo>
                  <a:pt x="75438" y="191741"/>
                </a:lnTo>
                <a:cubicBezTo>
                  <a:pt x="72759" y="191741"/>
                  <a:pt x="70509" y="192637"/>
                  <a:pt x="68708" y="194438"/>
                </a:cubicBezTo>
                <a:cubicBezTo>
                  <a:pt x="66907" y="196239"/>
                  <a:pt x="66011" y="198489"/>
                  <a:pt x="66011" y="201168"/>
                </a:cubicBezTo>
                <a:cubicBezTo>
                  <a:pt x="66011" y="203847"/>
                  <a:pt x="66907" y="206097"/>
                  <a:pt x="68708" y="207898"/>
                </a:cubicBezTo>
                <a:cubicBezTo>
                  <a:pt x="70509" y="209699"/>
                  <a:pt x="72759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542"/>
                </a:moveTo>
                <a:lnTo>
                  <a:pt x="171651" y="146258"/>
                </a:lnTo>
                <a:cubicBezTo>
                  <a:pt x="169786" y="144393"/>
                  <a:pt x="167573" y="143469"/>
                  <a:pt x="165022" y="143488"/>
                </a:cubicBezTo>
                <a:cubicBezTo>
                  <a:pt x="162461" y="143506"/>
                  <a:pt x="160258" y="144493"/>
                  <a:pt x="158392" y="146441"/>
                </a:cubicBezTo>
                <a:cubicBezTo>
                  <a:pt x="156646" y="148307"/>
                  <a:pt x="155768" y="150519"/>
                  <a:pt x="155750" y="153080"/>
                </a:cubicBezTo>
                <a:cubicBezTo>
                  <a:pt x="155731" y="155631"/>
                  <a:pt x="156646" y="157844"/>
                  <a:pt x="158511" y="159709"/>
                </a:cubicBezTo>
                <a:lnTo>
                  <a:pt x="176589" y="177787"/>
                </a:lnTo>
                <a:cubicBezTo>
                  <a:pt x="178409" y="179588"/>
                  <a:pt x="180539" y="180484"/>
                  <a:pt x="182971" y="180484"/>
                </a:cubicBezTo>
                <a:cubicBezTo>
                  <a:pt x="185404" y="180484"/>
                  <a:pt x="187516" y="179588"/>
                  <a:pt x="189317" y="177787"/>
                </a:cubicBezTo>
                <a:lnTo>
                  <a:pt x="234114" y="132990"/>
                </a:lnTo>
                <a:cubicBezTo>
                  <a:pt x="235970" y="131125"/>
                  <a:pt x="236930" y="128940"/>
                  <a:pt x="236967" y="126425"/>
                </a:cubicBezTo>
                <a:cubicBezTo>
                  <a:pt x="237012" y="123910"/>
                  <a:pt x="236062" y="121679"/>
                  <a:pt x="234114" y="119722"/>
                </a:cubicBezTo>
                <a:cubicBezTo>
                  <a:pt x="232157" y="117775"/>
                  <a:pt x="229917" y="116805"/>
                  <a:pt x="227384" y="116805"/>
                </a:cubicBezTo>
                <a:cubicBezTo>
                  <a:pt x="224851" y="116805"/>
                  <a:pt x="222602" y="117775"/>
                  <a:pt x="220654" y="119722"/>
                </a:cubicBezTo>
                <a:lnTo>
                  <a:pt x="182935" y="157542"/>
                </a:lnTo>
                <a:close/>
                <a:moveTo>
                  <a:pt x="113157" y="160303"/>
                </a:moveTo>
                <a:cubicBezTo>
                  <a:pt x="115836" y="160303"/>
                  <a:pt x="118086" y="159407"/>
                  <a:pt x="119887" y="157606"/>
                </a:cubicBezTo>
                <a:cubicBezTo>
                  <a:pt x="121688" y="155805"/>
                  <a:pt x="122584" y="153555"/>
                  <a:pt x="122584" y="150876"/>
                </a:cubicBezTo>
                <a:cubicBezTo>
                  <a:pt x="122584" y="148197"/>
                  <a:pt x="121688" y="145947"/>
                  <a:pt x="119887" y="144146"/>
                </a:cubicBezTo>
                <a:cubicBezTo>
                  <a:pt x="118086" y="142345"/>
                  <a:pt x="115836" y="141449"/>
                  <a:pt x="113157" y="141449"/>
                </a:cubicBezTo>
                <a:lnTo>
                  <a:pt x="75438" y="141449"/>
                </a:lnTo>
                <a:cubicBezTo>
                  <a:pt x="72759" y="141449"/>
                  <a:pt x="70509" y="142345"/>
                  <a:pt x="68708" y="144146"/>
                </a:cubicBezTo>
                <a:cubicBezTo>
                  <a:pt x="66907" y="145947"/>
                  <a:pt x="66011" y="148197"/>
                  <a:pt x="66011" y="150876"/>
                </a:cubicBezTo>
                <a:cubicBezTo>
                  <a:pt x="66011" y="153555"/>
                  <a:pt x="66907" y="155805"/>
                  <a:pt x="68708" y="157606"/>
                </a:cubicBezTo>
                <a:cubicBezTo>
                  <a:pt x="70509" y="159407"/>
                  <a:pt x="72759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36" y="110011"/>
                  <a:pt x="118086" y="109115"/>
                  <a:pt x="119887" y="107314"/>
                </a:cubicBezTo>
                <a:cubicBezTo>
                  <a:pt x="121688" y="105513"/>
                  <a:pt x="122584" y="103263"/>
                  <a:pt x="122584" y="100584"/>
                </a:cubicBezTo>
                <a:cubicBezTo>
                  <a:pt x="122584" y="97905"/>
                  <a:pt x="121688" y="95655"/>
                  <a:pt x="119887" y="93854"/>
                </a:cubicBezTo>
                <a:cubicBezTo>
                  <a:pt x="118086" y="92053"/>
                  <a:pt x="115836" y="91157"/>
                  <a:pt x="113157" y="91157"/>
                </a:cubicBezTo>
                <a:lnTo>
                  <a:pt x="75438" y="91157"/>
                </a:lnTo>
                <a:cubicBezTo>
                  <a:pt x="72759" y="91157"/>
                  <a:pt x="70509" y="92053"/>
                  <a:pt x="68708" y="93854"/>
                </a:cubicBezTo>
                <a:cubicBezTo>
                  <a:pt x="66907" y="95655"/>
                  <a:pt x="66011" y="97905"/>
                  <a:pt x="66011" y="100584"/>
                </a:cubicBezTo>
                <a:cubicBezTo>
                  <a:pt x="66011" y="103263"/>
                  <a:pt x="66907" y="105513"/>
                  <a:pt x="68708" y="107314"/>
                </a:cubicBezTo>
                <a:cubicBezTo>
                  <a:pt x="70509" y="109115"/>
                  <a:pt x="72759" y="110011"/>
                  <a:pt x="75438" y="110011"/>
                </a:cubicBezTo>
                <a:lnTo>
                  <a:pt x="113157" y="110011"/>
                </a:lnTo>
                <a:close/>
                <a:moveTo>
                  <a:pt x="43909" y="243477"/>
                </a:moveTo>
                <a:lnTo>
                  <a:pt x="43909" y="58275"/>
                </a:lnTo>
                <a:lnTo>
                  <a:pt x="43909" y="243477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3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49"/>
                  <a:pt x="36805" y="239701"/>
                </a:cubicBezTo>
                <a:cubicBezTo>
                  <a:pt x="33220" y="236080"/>
                  <a:pt x="31437" y="231855"/>
                  <a:pt x="31437" y="227036"/>
                </a:cubicBezTo>
                <a:lnTo>
                  <a:pt x="31437" y="74716"/>
                </a:lnTo>
                <a:cubicBezTo>
                  <a:pt x="31437" y="69897"/>
                  <a:pt x="33220" y="65672"/>
                  <a:pt x="36805" y="62051"/>
                </a:cubicBezTo>
                <a:cubicBezTo>
                  <a:pt x="40389" y="58403"/>
                  <a:pt x="44641" y="56583"/>
                  <a:pt x="49570" y="56583"/>
                </a:cubicBezTo>
                <a:lnTo>
                  <a:pt x="120481" y="56583"/>
                </a:lnTo>
                <a:cubicBezTo>
                  <a:pt x="123014" y="56583"/>
                  <a:pt x="125401" y="57086"/>
                  <a:pt x="127650" y="58083"/>
                </a:cubicBezTo>
                <a:cubicBezTo>
                  <a:pt x="129891" y="59089"/>
                  <a:pt x="131856" y="60405"/>
                  <a:pt x="133557" y="62015"/>
                </a:cubicBezTo>
                <a:lnTo>
                  <a:pt x="148553" y="77139"/>
                </a:lnTo>
                <a:lnTo>
                  <a:pt x="252219" y="77139"/>
                </a:lnTo>
                <a:cubicBezTo>
                  <a:pt x="257038" y="77139"/>
                  <a:pt x="261253" y="78949"/>
                  <a:pt x="264883" y="82570"/>
                </a:cubicBezTo>
                <a:cubicBezTo>
                  <a:pt x="268504" y="86219"/>
                  <a:pt x="270324" y="90452"/>
                  <a:pt x="270324" y="95271"/>
                </a:cubicBezTo>
                <a:lnTo>
                  <a:pt x="270324" y="227036"/>
                </a:lnTo>
                <a:cubicBezTo>
                  <a:pt x="270324" y="231855"/>
                  <a:pt x="268495" y="236080"/>
                  <a:pt x="264847" y="239701"/>
                </a:cubicBezTo>
                <a:cubicBezTo>
                  <a:pt x="261226" y="243349"/>
                  <a:pt x="257001" y="245178"/>
                  <a:pt x="252182" y="245178"/>
                </a:cubicBezTo>
                <a:lnTo>
                  <a:pt x="49570" y="245178"/>
                </a:lnTo>
                <a:close/>
                <a:moveTo>
                  <a:pt x="49570" y="230904"/>
                </a:move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95271"/>
                </a:lnTo>
                <a:cubicBezTo>
                  <a:pt x="256050" y="94137"/>
                  <a:pt x="255685" y="93214"/>
                  <a:pt x="254953" y="92510"/>
                </a:cubicBezTo>
                <a:cubicBezTo>
                  <a:pt x="254212" y="91797"/>
                  <a:pt x="253298" y="91431"/>
                  <a:pt x="252182" y="91403"/>
                </a:cubicBezTo>
                <a:lnTo>
                  <a:pt x="142738" y="91403"/>
                </a:lnTo>
                <a:lnTo>
                  <a:pt x="123279" y="71945"/>
                </a:lnTo>
                <a:cubicBezTo>
                  <a:pt x="122877" y="71552"/>
                  <a:pt x="122466" y="71268"/>
                  <a:pt x="122018" y="71104"/>
                </a:cubicBezTo>
                <a:cubicBezTo>
                  <a:pt x="121579" y="70930"/>
                  <a:pt x="121121" y="70848"/>
                  <a:pt x="120637" y="70848"/>
                </a:cubicBezTo>
                <a:lnTo>
                  <a:pt x="49597" y="70848"/>
                </a:lnTo>
                <a:cubicBezTo>
                  <a:pt x="48472" y="70848"/>
                  <a:pt x="47549" y="71213"/>
                  <a:pt x="46836" y="71945"/>
                </a:cubicBezTo>
                <a:cubicBezTo>
                  <a:pt x="46122" y="72686"/>
                  <a:pt x="45757" y="73600"/>
                  <a:pt x="45738" y="74716"/>
                </a:cubicBezTo>
                <a:lnTo>
                  <a:pt x="45738" y="227036"/>
                </a:lnTo>
                <a:cubicBezTo>
                  <a:pt x="45738" y="228170"/>
                  <a:pt x="46104" y="229094"/>
                  <a:pt x="46836" y="229807"/>
                </a:cubicBezTo>
                <a:cubicBezTo>
                  <a:pt x="47567" y="230511"/>
                  <a:pt x="48491" y="230886"/>
                  <a:pt x="49597" y="230904"/>
                </a:cubicBezTo>
                <a:close/>
                <a:moveTo>
                  <a:pt x="45702" y="230904"/>
                </a:moveTo>
                <a:lnTo>
                  <a:pt x="45702" y="70848"/>
                </a:lnTo>
                <a:lnTo>
                  <a:pt x="45702" y="23090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5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173727"/>
                </a:moveTo>
                <a:cubicBezTo>
                  <a:pt x="61704" y="173727"/>
                  <a:pt x="60003" y="173032"/>
                  <a:pt x="58622" y="171651"/>
                </a:cubicBezTo>
                <a:cubicBezTo>
                  <a:pt x="57260" y="170270"/>
                  <a:pt x="56583" y="168560"/>
                  <a:pt x="56583" y="166531"/>
                </a:cubicBezTo>
                <a:cubicBezTo>
                  <a:pt x="56583" y="164501"/>
                  <a:pt x="57260" y="162809"/>
                  <a:pt x="58622" y="161465"/>
                </a:cubicBezTo>
                <a:cubicBezTo>
                  <a:pt x="59985" y="160130"/>
                  <a:pt x="61685" y="159453"/>
                  <a:pt x="63715" y="159453"/>
                </a:cubicBezTo>
                <a:lnTo>
                  <a:pt x="142043" y="159453"/>
                </a:lnTo>
                <a:cubicBezTo>
                  <a:pt x="144073" y="159453"/>
                  <a:pt x="145774" y="160148"/>
                  <a:pt x="147136" y="161529"/>
                </a:cubicBezTo>
                <a:cubicBezTo>
                  <a:pt x="148499" y="162919"/>
                  <a:pt x="149175" y="164619"/>
                  <a:pt x="149175" y="166659"/>
                </a:cubicBezTo>
                <a:cubicBezTo>
                  <a:pt x="149175" y="168689"/>
                  <a:pt x="148499" y="170371"/>
                  <a:pt x="147136" y="171715"/>
                </a:cubicBezTo>
                <a:cubicBezTo>
                  <a:pt x="145774" y="173059"/>
                  <a:pt x="144073" y="173727"/>
                  <a:pt x="142043" y="173727"/>
                </a:cubicBezTo>
                <a:lnTo>
                  <a:pt x="63715" y="173727"/>
                </a:lnTo>
                <a:close/>
                <a:moveTo>
                  <a:pt x="63715" y="122237"/>
                </a:moveTo>
                <a:cubicBezTo>
                  <a:pt x="61704" y="122237"/>
                  <a:pt x="60003" y="121560"/>
                  <a:pt x="58622" y="120198"/>
                </a:cubicBezTo>
                <a:cubicBezTo>
                  <a:pt x="57260" y="118835"/>
                  <a:pt x="56583" y="117153"/>
                  <a:pt x="56583" y="115141"/>
                </a:cubicBezTo>
                <a:cubicBezTo>
                  <a:pt x="56583" y="113130"/>
                  <a:pt x="57260" y="111429"/>
                  <a:pt x="58622" y="110048"/>
                </a:cubicBezTo>
                <a:cubicBezTo>
                  <a:pt x="59985" y="108658"/>
                  <a:pt x="61685" y="107972"/>
                  <a:pt x="63715" y="107972"/>
                </a:cubicBezTo>
                <a:lnTo>
                  <a:pt x="194630" y="107972"/>
                </a:lnTo>
                <a:cubicBezTo>
                  <a:pt x="196660" y="107972"/>
                  <a:pt x="198361" y="108686"/>
                  <a:pt x="199723" y="110112"/>
                </a:cubicBezTo>
                <a:cubicBezTo>
                  <a:pt x="201086" y="111529"/>
                  <a:pt x="201762" y="113248"/>
                  <a:pt x="201762" y="115260"/>
                </a:cubicBezTo>
                <a:cubicBezTo>
                  <a:pt x="201762" y="117272"/>
                  <a:pt x="201086" y="118936"/>
                  <a:pt x="199723" y="120262"/>
                </a:cubicBezTo>
                <a:cubicBezTo>
                  <a:pt x="198361" y="121579"/>
                  <a:pt x="196660" y="122237"/>
                  <a:pt x="194630" y="122237"/>
                </a:cubicBezTo>
                <a:lnTo>
                  <a:pt x="63715" y="122237"/>
                </a:lnTo>
                <a:close/>
                <a:moveTo>
                  <a:pt x="63715" y="70848"/>
                </a:moveTo>
                <a:cubicBezTo>
                  <a:pt x="61704" y="70848"/>
                  <a:pt x="60003" y="70153"/>
                  <a:pt x="58622" y="68772"/>
                </a:cubicBezTo>
                <a:cubicBezTo>
                  <a:pt x="57260" y="67391"/>
                  <a:pt x="56583" y="65681"/>
                  <a:pt x="56583" y="63651"/>
                </a:cubicBezTo>
                <a:cubicBezTo>
                  <a:pt x="56583" y="61621"/>
                  <a:pt x="57260" y="59930"/>
                  <a:pt x="58622" y="58586"/>
                </a:cubicBezTo>
                <a:cubicBezTo>
                  <a:pt x="59985" y="57251"/>
                  <a:pt x="61685" y="56583"/>
                  <a:pt x="63715" y="56583"/>
                </a:cubicBezTo>
                <a:lnTo>
                  <a:pt x="194630" y="56583"/>
                </a:lnTo>
                <a:cubicBezTo>
                  <a:pt x="196660" y="56583"/>
                  <a:pt x="198361" y="57269"/>
                  <a:pt x="199723" y="58650"/>
                </a:cubicBezTo>
                <a:cubicBezTo>
                  <a:pt x="201086" y="60040"/>
                  <a:pt x="201762" y="61740"/>
                  <a:pt x="201762" y="63779"/>
                </a:cubicBezTo>
                <a:cubicBezTo>
                  <a:pt x="201762" y="65809"/>
                  <a:pt x="201086" y="67492"/>
                  <a:pt x="199723" y="68836"/>
                </a:cubicBezTo>
                <a:cubicBezTo>
                  <a:pt x="198361" y="70180"/>
                  <a:pt x="196660" y="70848"/>
                  <a:pt x="194630" y="70848"/>
                </a:cubicBezTo>
                <a:lnTo>
                  <a:pt x="63715" y="70848"/>
                </a:lnTo>
                <a:close/>
                <a:moveTo>
                  <a:pt x="164894" y="236126"/>
                </a:moveTo>
                <a:lnTo>
                  <a:pt x="164894" y="215497"/>
                </a:lnTo>
                <a:cubicBezTo>
                  <a:pt x="164894" y="214454"/>
                  <a:pt x="165104" y="213394"/>
                  <a:pt x="165525" y="212324"/>
                </a:cubicBezTo>
                <a:cubicBezTo>
                  <a:pt x="165945" y="211254"/>
                  <a:pt x="166631" y="210239"/>
                  <a:pt x="167600" y="209279"/>
                </a:cubicBezTo>
                <a:lnTo>
                  <a:pt x="233071" y="144082"/>
                </a:lnTo>
                <a:cubicBezTo>
                  <a:pt x="234644" y="142518"/>
                  <a:pt x="236354" y="141403"/>
                  <a:pt x="238192" y="140754"/>
                </a:cubicBezTo>
                <a:cubicBezTo>
                  <a:pt x="240039" y="140104"/>
                  <a:pt x="241859" y="139784"/>
                  <a:pt x="243660" y="139784"/>
                </a:cubicBezTo>
                <a:cubicBezTo>
                  <a:pt x="245635" y="139784"/>
                  <a:pt x="247537" y="140150"/>
                  <a:pt x="249384" y="140882"/>
                </a:cubicBezTo>
                <a:cubicBezTo>
                  <a:pt x="251231" y="141613"/>
                  <a:pt x="252905" y="142729"/>
                  <a:pt x="254414" y="144210"/>
                </a:cubicBezTo>
                <a:lnTo>
                  <a:pt x="266045" y="155969"/>
                </a:lnTo>
                <a:cubicBezTo>
                  <a:pt x="267535" y="157542"/>
                  <a:pt x="268614" y="159234"/>
                  <a:pt x="269282" y="161062"/>
                </a:cubicBezTo>
                <a:cubicBezTo>
                  <a:pt x="269977" y="162864"/>
                  <a:pt x="270324" y="164674"/>
                  <a:pt x="270324" y="166494"/>
                </a:cubicBezTo>
                <a:cubicBezTo>
                  <a:pt x="270324" y="168323"/>
                  <a:pt x="269931" y="170179"/>
                  <a:pt x="269154" y="172063"/>
                </a:cubicBezTo>
                <a:cubicBezTo>
                  <a:pt x="268386" y="173946"/>
                  <a:pt x="267279" y="175684"/>
                  <a:pt x="265853" y="177284"/>
                </a:cubicBezTo>
                <a:lnTo>
                  <a:pt x="200821" y="242471"/>
                </a:lnTo>
                <a:cubicBezTo>
                  <a:pt x="199860" y="243432"/>
                  <a:pt x="198845" y="244127"/>
                  <a:pt x="197776" y="244547"/>
                </a:cubicBezTo>
                <a:cubicBezTo>
                  <a:pt x="196706" y="244968"/>
                  <a:pt x="195645" y="245178"/>
                  <a:pt x="194603" y="245178"/>
                </a:cubicBezTo>
                <a:lnTo>
                  <a:pt x="173983" y="245178"/>
                </a:lnTo>
                <a:cubicBezTo>
                  <a:pt x="171404" y="245178"/>
                  <a:pt x="169246" y="244300"/>
                  <a:pt x="167500" y="242563"/>
                </a:cubicBezTo>
                <a:cubicBezTo>
                  <a:pt x="165762" y="240826"/>
                  <a:pt x="164894" y="238668"/>
                  <a:pt x="164894" y="236089"/>
                </a:cubicBezTo>
                <a:close/>
                <a:moveTo>
                  <a:pt x="255328" y="166494"/>
                </a:moveTo>
                <a:lnTo>
                  <a:pt x="243697" y="154744"/>
                </a:lnTo>
                <a:lnTo>
                  <a:pt x="255328" y="166494"/>
                </a:lnTo>
                <a:close/>
                <a:moveTo>
                  <a:pt x="179890" y="230182"/>
                </a:moveTo>
                <a:lnTo>
                  <a:pt x="191832" y="230182"/>
                </a:lnTo>
                <a:lnTo>
                  <a:pt x="232633" y="189162"/>
                </a:lnTo>
                <a:lnTo>
                  <a:pt x="226844" y="183191"/>
                </a:lnTo>
                <a:lnTo>
                  <a:pt x="221001" y="177284"/>
                </a:lnTo>
                <a:lnTo>
                  <a:pt x="179890" y="218203"/>
                </a:lnTo>
                <a:lnTo>
                  <a:pt x="179890" y="230145"/>
                </a:lnTo>
                <a:close/>
                <a:moveTo>
                  <a:pt x="226881" y="183191"/>
                </a:moveTo>
                <a:lnTo>
                  <a:pt x="221038" y="177284"/>
                </a:lnTo>
                <a:lnTo>
                  <a:pt x="232660" y="189162"/>
                </a:lnTo>
                <a:lnTo>
                  <a:pt x="226881" y="183191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7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931" y="206005"/>
                </a:moveTo>
                <a:cubicBezTo>
                  <a:pt x="90388" y="206005"/>
                  <a:pt x="101517" y="207358"/>
                  <a:pt x="112307" y="210065"/>
                </a:cubicBezTo>
                <a:cubicBezTo>
                  <a:pt x="123097" y="212763"/>
                  <a:pt x="133749" y="216896"/>
                  <a:pt x="144247" y="222446"/>
                </a:cubicBezTo>
                <a:lnTo>
                  <a:pt x="144247" y="91248"/>
                </a:lnTo>
                <a:cubicBezTo>
                  <a:pt x="134810" y="84564"/>
                  <a:pt x="124441" y="79452"/>
                  <a:pt x="113130" y="75913"/>
                </a:cubicBezTo>
                <a:cubicBezTo>
                  <a:pt x="101809" y="72366"/>
                  <a:pt x="90398" y="70601"/>
                  <a:pt x="78894" y="70601"/>
                </a:cubicBezTo>
                <a:cubicBezTo>
                  <a:pt x="71012" y="70601"/>
                  <a:pt x="63734" y="71369"/>
                  <a:pt x="57049" y="72923"/>
                </a:cubicBezTo>
                <a:cubicBezTo>
                  <a:pt x="50365" y="74478"/>
                  <a:pt x="43269" y="76590"/>
                  <a:pt x="35771" y="79269"/>
                </a:cubicBezTo>
                <a:cubicBezTo>
                  <a:pt x="34802" y="79589"/>
                  <a:pt x="34125" y="80047"/>
                  <a:pt x="33723" y="80659"/>
                </a:cubicBezTo>
                <a:cubicBezTo>
                  <a:pt x="33330" y="81263"/>
                  <a:pt x="33129" y="81921"/>
                  <a:pt x="33129" y="82634"/>
                </a:cubicBezTo>
                <a:lnTo>
                  <a:pt x="33129" y="210349"/>
                </a:lnTo>
                <a:cubicBezTo>
                  <a:pt x="33129" y="211391"/>
                  <a:pt x="33531" y="212177"/>
                  <a:pt x="34327" y="212708"/>
                </a:cubicBezTo>
                <a:cubicBezTo>
                  <a:pt x="35140" y="213229"/>
                  <a:pt x="36037" y="213330"/>
                  <a:pt x="36997" y="213019"/>
                </a:cubicBezTo>
                <a:cubicBezTo>
                  <a:pt x="42364" y="210650"/>
                  <a:pt x="48719" y="208876"/>
                  <a:pt x="56080" y="207706"/>
                </a:cubicBezTo>
                <a:cubicBezTo>
                  <a:pt x="63432" y="206554"/>
                  <a:pt x="71049" y="205978"/>
                  <a:pt x="78931" y="205978"/>
                </a:cubicBezTo>
                <a:close/>
                <a:moveTo>
                  <a:pt x="158511" y="222446"/>
                </a:moveTo>
                <a:cubicBezTo>
                  <a:pt x="169073" y="216896"/>
                  <a:pt x="179542" y="212763"/>
                  <a:pt x="189912" y="210065"/>
                </a:cubicBezTo>
                <a:cubicBezTo>
                  <a:pt x="200290" y="207358"/>
                  <a:pt x="211254" y="206005"/>
                  <a:pt x="222821" y="206005"/>
                </a:cubicBezTo>
                <a:cubicBezTo>
                  <a:pt x="230703" y="206005"/>
                  <a:pt x="238402" y="206554"/>
                  <a:pt x="245928" y="207642"/>
                </a:cubicBezTo>
                <a:cubicBezTo>
                  <a:pt x="253453" y="208730"/>
                  <a:pt x="259726" y="210129"/>
                  <a:pt x="264755" y="211821"/>
                </a:cubicBezTo>
                <a:cubicBezTo>
                  <a:pt x="265715" y="212223"/>
                  <a:pt x="266612" y="212159"/>
                  <a:pt x="267425" y="211638"/>
                </a:cubicBezTo>
                <a:cubicBezTo>
                  <a:pt x="268221" y="211108"/>
                  <a:pt x="268623" y="210285"/>
                  <a:pt x="268623" y="209151"/>
                </a:cubicBezTo>
                <a:lnTo>
                  <a:pt x="268623" y="82671"/>
                </a:lnTo>
                <a:cubicBezTo>
                  <a:pt x="268623" y="81930"/>
                  <a:pt x="268422" y="81281"/>
                  <a:pt x="268029" y="80723"/>
                </a:cubicBezTo>
                <a:cubicBezTo>
                  <a:pt x="267627" y="80156"/>
                  <a:pt x="266950" y="79672"/>
                  <a:pt x="265981" y="79269"/>
                </a:cubicBezTo>
                <a:cubicBezTo>
                  <a:pt x="258940" y="76188"/>
                  <a:pt x="251981" y="73984"/>
                  <a:pt x="245114" y="72640"/>
                </a:cubicBezTo>
                <a:cubicBezTo>
                  <a:pt x="238238" y="71277"/>
                  <a:pt x="230822" y="70601"/>
                  <a:pt x="222858" y="70601"/>
                </a:cubicBezTo>
                <a:cubicBezTo>
                  <a:pt x="211309" y="70601"/>
                  <a:pt x="200034" y="72366"/>
                  <a:pt x="189034" y="75913"/>
                </a:cubicBezTo>
                <a:cubicBezTo>
                  <a:pt x="178052" y="79452"/>
                  <a:pt x="167893" y="84564"/>
                  <a:pt x="158548" y="91248"/>
                </a:cubicBezTo>
                <a:lnTo>
                  <a:pt x="158548" y="222446"/>
                </a:lnTo>
                <a:close/>
                <a:moveTo>
                  <a:pt x="147228" y="240268"/>
                </a:moveTo>
                <a:cubicBezTo>
                  <a:pt x="145993" y="239957"/>
                  <a:pt x="144896" y="239463"/>
                  <a:pt x="143927" y="238796"/>
                </a:cubicBezTo>
                <a:cubicBezTo>
                  <a:pt x="134078" y="232943"/>
                  <a:pt x="123654" y="228426"/>
                  <a:pt x="112654" y="225244"/>
                </a:cubicBezTo>
                <a:cubicBezTo>
                  <a:pt x="101654" y="222062"/>
                  <a:pt x="90398" y="220471"/>
                  <a:pt x="78894" y="220471"/>
                </a:cubicBezTo>
                <a:cubicBezTo>
                  <a:pt x="72128" y="220471"/>
                  <a:pt x="65453" y="221166"/>
                  <a:pt x="58869" y="222574"/>
                </a:cubicBezTo>
                <a:cubicBezTo>
                  <a:pt x="52295" y="223973"/>
                  <a:pt x="45702" y="225802"/>
                  <a:pt x="39100" y="228042"/>
                </a:cubicBezTo>
                <a:cubicBezTo>
                  <a:pt x="34263" y="230182"/>
                  <a:pt x="29672" y="229734"/>
                  <a:pt x="25338" y="226689"/>
                </a:cubicBezTo>
                <a:cubicBezTo>
                  <a:pt x="21022" y="223607"/>
                  <a:pt x="18864" y="219346"/>
                  <a:pt x="18864" y="213896"/>
                </a:cubicBezTo>
                <a:lnTo>
                  <a:pt x="18864" y="81784"/>
                </a:lnTo>
                <a:cubicBezTo>
                  <a:pt x="18864" y="78474"/>
                  <a:pt x="19678" y="75438"/>
                  <a:pt x="21315" y="72677"/>
                </a:cubicBezTo>
                <a:cubicBezTo>
                  <a:pt x="22942" y="69906"/>
                  <a:pt x="25301" y="67821"/>
                  <a:pt x="28383" y="66413"/>
                </a:cubicBezTo>
                <a:cubicBezTo>
                  <a:pt x="36302" y="62956"/>
                  <a:pt x="44513" y="60414"/>
                  <a:pt x="52999" y="58778"/>
                </a:cubicBezTo>
                <a:cubicBezTo>
                  <a:pt x="61503" y="57141"/>
                  <a:pt x="70134" y="56327"/>
                  <a:pt x="78894" y="56327"/>
                </a:cubicBezTo>
                <a:cubicBezTo>
                  <a:pt x="91934" y="56327"/>
                  <a:pt x="104589" y="58147"/>
                  <a:pt x="116869" y="61795"/>
                </a:cubicBezTo>
                <a:cubicBezTo>
                  <a:pt x="129150" y="65444"/>
                  <a:pt x="140653" y="70930"/>
                  <a:pt x="151379" y="78263"/>
                </a:cubicBezTo>
                <a:cubicBezTo>
                  <a:pt x="161895" y="70930"/>
                  <a:pt x="173233" y="65444"/>
                  <a:pt x="185385" y="61795"/>
                </a:cubicBezTo>
                <a:cubicBezTo>
                  <a:pt x="197520" y="58147"/>
                  <a:pt x="210010" y="56327"/>
                  <a:pt x="222858" y="56327"/>
                </a:cubicBezTo>
                <a:cubicBezTo>
                  <a:pt x="231554" y="56327"/>
                  <a:pt x="240131" y="57141"/>
                  <a:pt x="248598" y="58778"/>
                </a:cubicBezTo>
                <a:cubicBezTo>
                  <a:pt x="257084" y="60414"/>
                  <a:pt x="265277" y="62956"/>
                  <a:pt x="273177" y="66413"/>
                </a:cubicBezTo>
                <a:cubicBezTo>
                  <a:pt x="276277" y="67803"/>
                  <a:pt x="278673" y="69888"/>
                  <a:pt x="280346" y="72667"/>
                </a:cubicBezTo>
                <a:cubicBezTo>
                  <a:pt x="282019" y="75456"/>
                  <a:pt x="282870" y="78501"/>
                  <a:pt x="282897" y="81784"/>
                </a:cubicBezTo>
                <a:lnTo>
                  <a:pt x="282897" y="213896"/>
                </a:lnTo>
                <a:cubicBezTo>
                  <a:pt x="282897" y="219575"/>
                  <a:pt x="280556" y="223946"/>
                  <a:pt x="275884" y="227009"/>
                </a:cubicBezTo>
                <a:cubicBezTo>
                  <a:pt x="271211" y="230063"/>
                  <a:pt x="266484" y="230328"/>
                  <a:pt x="261710" y="227795"/>
                </a:cubicBezTo>
                <a:cubicBezTo>
                  <a:pt x="255401" y="225509"/>
                  <a:pt x="249000" y="223717"/>
                  <a:pt x="242499" y="222419"/>
                </a:cubicBezTo>
                <a:cubicBezTo>
                  <a:pt x="236007" y="221120"/>
                  <a:pt x="229460" y="220471"/>
                  <a:pt x="222858" y="220471"/>
                </a:cubicBezTo>
                <a:cubicBezTo>
                  <a:pt x="211482" y="220471"/>
                  <a:pt x="200382" y="222062"/>
                  <a:pt x="189573" y="225244"/>
                </a:cubicBezTo>
                <a:cubicBezTo>
                  <a:pt x="178738" y="228426"/>
                  <a:pt x="168460" y="232943"/>
                  <a:pt x="158731" y="238796"/>
                </a:cubicBezTo>
                <a:cubicBezTo>
                  <a:pt x="157771" y="239463"/>
                  <a:pt x="156673" y="239957"/>
                  <a:pt x="155430" y="240268"/>
                </a:cubicBezTo>
                <a:cubicBezTo>
                  <a:pt x="154195" y="240588"/>
                  <a:pt x="152833" y="240743"/>
                  <a:pt x="151351" y="240743"/>
                </a:cubicBezTo>
                <a:cubicBezTo>
                  <a:pt x="149879" y="240743"/>
                  <a:pt x="148517" y="240588"/>
                  <a:pt x="147264" y="240268"/>
                </a:cubicBezTo>
                <a:close/>
                <a:moveTo>
                  <a:pt x="88669" y="146725"/>
                </a:moveTo>
                <a:close/>
                <a:moveTo>
                  <a:pt x="175272" y="111621"/>
                </a:moveTo>
                <a:cubicBezTo>
                  <a:pt x="175272" y="110780"/>
                  <a:pt x="175574" y="109893"/>
                  <a:pt x="176177" y="108942"/>
                </a:cubicBezTo>
                <a:cubicBezTo>
                  <a:pt x="176790" y="108000"/>
                  <a:pt x="177522" y="107387"/>
                  <a:pt x="178381" y="107095"/>
                </a:cubicBezTo>
                <a:cubicBezTo>
                  <a:pt x="184773" y="104388"/>
                  <a:pt x="191439" y="102321"/>
                  <a:pt x="198370" y="100895"/>
                </a:cubicBezTo>
                <a:cubicBezTo>
                  <a:pt x="205310" y="99478"/>
                  <a:pt x="212561" y="98764"/>
                  <a:pt x="220124" y="98764"/>
                </a:cubicBezTo>
                <a:cubicBezTo>
                  <a:pt x="224476" y="98764"/>
                  <a:pt x="228691" y="99002"/>
                  <a:pt x="232761" y="99487"/>
                </a:cubicBezTo>
                <a:cubicBezTo>
                  <a:pt x="236820" y="99962"/>
                  <a:pt x="240908" y="100685"/>
                  <a:pt x="245013" y="101654"/>
                </a:cubicBezTo>
                <a:cubicBezTo>
                  <a:pt x="246019" y="101992"/>
                  <a:pt x="246952" y="102605"/>
                  <a:pt x="247812" y="103510"/>
                </a:cubicBezTo>
                <a:cubicBezTo>
                  <a:pt x="248653" y="104388"/>
                  <a:pt x="249073" y="105412"/>
                  <a:pt x="249073" y="106592"/>
                </a:cubicBezTo>
                <a:cubicBezTo>
                  <a:pt x="249073" y="108576"/>
                  <a:pt x="248442" y="110066"/>
                  <a:pt x="247190" y="111054"/>
                </a:cubicBezTo>
                <a:cubicBezTo>
                  <a:pt x="245928" y="112032"/>
                  <a:pt x="244355" y="112288"/>
                  <a:pt x="242471" y="111804"/>
                </a:cubicBezTo>
                <a:cubicBezTo>
                  <a:pt x="239033" y="110926"/>
                  <a:pt x="235440" y="110267"/>
                  <a:pt x="231691" y="109829"/>
                </a:cubicBezTo>
                <a:cubicBezTo>
                  <a:pt x="227960" y="109390"/>
                  <a:pt x="224074" y="109161"/>
                  <a:pt x="220032" y="109161"/>
                </a:cubicBezTo>
                <a:cubicBezTo>
                  <a:pt x="213467" y="109161"/>
                  <a:pt x="207102" y="109783"/>
                  <a:pt x="200921" y="111017"/>
                </a:cubicBezTo>
                <a:cubicBezTo>
                  <a:pt x="194731" y="112252"/>
                  <a:pt x="188805" y="114108"/>
                  <a:pt x="183127" y="116586"/>
                </a:cubicBezTo>
                <a:cubicBezTo>
                  <a:pt x="180841" y="117464"/>
                  <a:pt x="178966" y="117455"/>
                  <a:pt x="177503" y="116549"/>
                </a:cubicBezTo>
                <a:cubicBezTo>
                  <a:pt x="176031" y="115653"/>
                  <a:pt x="175300" y="114007"/>
                  <a:pt x="175300" y="111621"/>
                </a:cubicBezTo>
                <a:close/>
                <a:moveTo>
                  <a:pt x="175272" y="180301"/>
                </a:moveTo>
                <a:cubicBezTo>
                  <a:pt x="175272" y="179396"/>
                  <a:pt x="175574" y="178445"/>
                  <a:pt x="176177" y="177439"/>
                </a:cubicBezTo>
                <a:cubicBezTo>
                  <a:pt x="176790" y="176433"/>
                  <a:pt x="177522" y="175775"/>
                  <a:pt x="178381" y="175455"/>
                </a:cubicBezTo>
                <a:cubicBezTo>
                  <a:pt x="184581" y="172758"/>
                  <a:pt x="191238" y="170746"/>
                  <a:pt x="198343" y="169420"/>
                </a:cubicBezTo>
                <a:cubicBezTo>
                  <a:pt x="205420" y="168103"/>
                  <a:pt x="212671" y="167445"/>
                  <a:pt x="220087" y="167445"/>
                </a:cubicBezTo>
                <a:cubicBezTo>
                  <a:pt x="224449" y="167445"/>
                  <a:pt x="228664" y="167683"/>
                  <a:pt x="232724" y="168167"/>
                </a:cubicBezTo>
                <a:cubicBezTo>
                  <a:pt x="236793" y="168643"/>
                  <a:pt x="240880" y="169365"/>
                  <a:pt x="244986" y="170334"/>
                </a:cubicBezTo>
                <a:cubicBezTo>
                  <a:pt x="245992" y="170664"/>
                  <a:pt x="246925" y="171285"/>
                  <a:pt x="247784" y="172191"/>
                </a:cubicBezTo>
                <a:cubicBezTo>
                  <a:pt x="248616" y="173068"/>
                  <a:pt x="249037" y="174093"/>
                  <a:pt x="249037" y="175263"/>
                </a:cubicBezTo>
                <a:cubicBezTo>
                  <a:pt x="249037" y="177256"/>
                  <a:pt x="248415" y="178747"/>
                  <a:pt x="247153" y="179734"/>
                </a:cubicBezTo>
                <a:cubicBezTo>
                  <a:pt x="245900" y="180713"/>
                  <a:pt x="244328" y="180969"/>
                  <a:pt x="242435" y="180484"/>
                </a:cubicBezTo>
                <a:cubicBezTo>
                  <a:pt x="239006" y="179606"/>
                  <a:pt x="235412" y="178948"/>
                  <a:pt x="231654" y="178509"/>
                </a:cubicBezTo>
                <a:cubicBezTo>
                  <a:pt x="227923" y="178061"/>
                  <a:pt x="224037" y="177842"/>
                  <a:pt x="219995" y="177842"/>
                </a:cubicBezTo>
                <a:cubicBezTo>
                  <a:pt x="213522" y="177842"/>
                  <a:pt x="207212" y="178473"/>
                  <a:pt x="201077" y="179734"/>
                </a:cubicBezTo>
                <a:cubicBezTo>
                  <a:pt x="194932" y="180987"/>
                  <a:pt x="189016" y="182843"/>
                  <a:pt x="183319" y="185294"/>
                </a:cubicBezTo>
                <a:cubicBezTo>
                  <a:pt x="180951" y="186254"/>
                  <a:pt x="179012" y="186282"/>
                  <a:pt x="177503" y="185358"/>
                </a:cubicBezTo>
                <a:cubicBezTo>
                  <a:pt x="175995" y="184434"/>
                  <a:pt x="175236" y="182752"/>
                  <a:pt x="175236" y="180301"/>
                </a:cubicBezTo>
                <a:close/>
                <a:moveTo>
                  <a:pt x="175272" y="146103"/>
                </a:moveTo>
                <a:cubicBezTo>
                  <a:pt x="175272" y="145262"/>
                  <a:pt x="175574" y="144384"/>
                  <a:pt x="176177" y="143460"/>
                </a:cubicBezTo>
                <a:cubicBezTo>
                  <a:pt x="176790" y="142518"/>
                  <a:pt x="177522" y="141897"/>
                  <a:pt x="178381" y="141604"/>
                </a:cubicBezTo>
                <a:cubicBezTo>
                  <a:pt x="184745" y="138897"/>
                  <a:pt x="191402" y="136840"/>
                  <a:pt x="198343" y="135413"/>
                </a:cubicBezTo>
                <a:cubicBezTo>
                  <a:pt x="205274" y="133987"/>
                  <a:pt x="212525" y="133274"/>
                  <a:pt x="220087" y="133274"/>
                </a:cubicBezTo>
                <a:cubicBezTo>
                  <a:pt x="224449" y="133274"/>
                  <a:pt x="228664" y="133512"/>
                  <a:pt x="232724" y="133996"/>
                </a:cubicBezTo>
                <a:cubicBezTo>
                  <a:pt x="236775" y="134481"/>
                  <a:pt x="240853" y="135203"/>
                  <a:pt x="244986" y="136163"/>
                </a:cubicBezTo>
                <a:cubicBezTo>
                  <a:pt x="245992" y="136502"/>
                  <a:pt x="246925" y="137105"/>
                  <a:pt x="247784" y="137992"/>
                </a:cubicBezTo>
                <a:cubicBezTo>
                  <a:pt x="248616" y="138888"/>
                  <a:pt x="249037" y="139912"/>
                  <a:pt x="249037" y="141074"/>
                </a:cubicBezTo>
                <a:cubicBezTo>
                  <a:pt x="249037" y="143058"/>
                  <a:pt x="248415" y="144548"/>
                  <a:pt x="247153" y="145536"/>
                </a:cubicBezTo>
                <a:cubicBezTo>
                  <a:pt x="245900" y="146514"/>
                  <a:pt x="244328" y="146770"/>
                  <a:pt x="242435" y="146286"/>
                </a:cubicBezTo>
                <a:cubicBezTo>
                  <a:pt x="239006" y="145408"/>
                  <a:pt x="235412" y="144750"/>
                  <a:pt x="231654" y="144311"/>
                </a:cubicBezTo>
                <a:cubicBezTo>
                  <a:pt x="227923" y="143863"/>
                  <a:pt x="224037" y="143643"/>
                  <a:pt x="219995" y="143643"/>
                </a:cubicBezTo>
                <a:cubicBezTo>
                  <a:pt x="213439" y="143643"/>
                  <a:pt x="207066" y="144265"/>
                  <a:pt x="200885" y="145499"/>
                </a:cubicBezTo>
                <a:cubicBezTo>
                  <a:pt x="194703" y="146734"/>
                  <a:pt x="188769" y="148581"/>
                  <a:pt x="183090" y="151031"/>
                </a:cubicBezTo>
                <a:cubicBezTo>
                  <a:pt x="180813" y="151909"/>
                  <a:pt x="178939" y="151900"/>
                  <a:pt x="177467" y="151004"/>
                </a:cubicBezTo>
                <a:cubicBezTo>
                  <a:pt x="176004" y="150099"/>
                  <a:pt x="175272" y="148453"/>
                  <a:pt x="175272" y="14606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49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52" y="270324"/>
                </a:moveTo>
                <a:cubicBezTo>
                  <a:pt x="131866" y="270324"/>
                  <a:pt x="129817" y="269574"/>
                  <a:pt x="127989" y="268084"/>
                </a:cubicBezTo>
                <a:cubicBezTo>
                  <a:pt x="126169" y="266602"/>
                  <a:pt x="125090" y="264710"/>
                  <a:pt x="124752" y="262433"/>
                </a:cubicBezTo>
                <a:lnTo>
                  <a:pt x="120289" y="232504"/>
                </a:lnTo>
                <a:cubicBezTo>
                  <a:pt x="116001" y="231041"/>
                  <a:pt x="111365" y="228902"/>
                  <a:pt x="106400" y="226095"/>
                </a:cubicBezTo>
                <a:cubicBezTo>
                  <a:pt x="101434" y="223306"/>
                  <a:pt x="97146" y="220343"/>
                  <a:pt x="93543" y="217197"/>
                </a:cubicBezTo>
                <a:lnTo>
                  <a:pt x="66257" y="229770"/>
                </a:lnTo>
                <a:cubicBezTo>
                  <a:pt x="63971" y="230712"/>
                  <a:pt x="61685" y="230831"/>
                  <a:pt x="59372" y="230118"/>
                </a:cubicBezTo>
                <a:cubicBezTo>
                  <a:pt x="57095" y="229405"/>
                  <a:pt x="55312" y="227969"/>
                  <a:pt x="54032" y="225811"/>
                </a:cubicBezTo>
                <a:lnTo>
                  <a:pt x="37244" y="196139"/>
                </a:lnTo>
                <a:cubicBezTo>
                  <a:pt x="35972" y="193981"/>
                  <a:pt x="35607" y="191777"/>
                  <a:pt x="36146" y="189537"/>
                </a:cubicBezTo>
                <a:cubicBezTo>
                  <a:pt x="36667" y="187297"/>
                  <a:pt x="37948" y="185431"/>
                  <a:pt x="39987" y="183941"/>
                </a:cubicBezTo>
                <a:lnTo>
                  <a:pt x="65005" y="165397"/>
                </a:lnTo>
                <a:cubicBezTo>
                  <a:pt x="64584" y="163202"/>
                  <a:pt x="64282" y="160788"/>
                  <a:pt x="64090" y="158173"/>
                </a:cubicBezTo>
                <a:cubicBezTo>
                  <a:pt x="63898" y="155549"/>
                  <a:pt x="63807" y="153144"/>
                  <a:pt x="63807" y="150940"/>
                </a:cubicBezTo>
                <a:cubicBezTo>
                  <a:pt x="63807" y="148800"/>
                  <a:pt x="63898" y="146432"/>
                  <a:pt x="64090" y="143835"/>
                </a:cubicBezTo>
                <a:cubicBezTo>
                  <a:pt x="64282" y="141220"/>
                  <a:pt x="64584" y="138678"/>
                  <a:pt x="65005" y="136227"/>
                </a:cubicBezTo>
                <a:lnTo>
                  <a:pt x="39987" y="117683"/>
                </a:lnTo>
                <a:cubicBezTo>
                  <a:pt x="37948" y="116193"/>
                  <a:pt x="36695" y="114309"/>
                  <a:pt x="36210" y="112023"/>
                </a:cubicBezTo>
                <a:cubicBezTo>
                  <a:pt x="35726" y="109737"/>
                  <a:pt x="36119" y="107524"/>
                  <a:pt x="37372" y="105357"/>
                </a:cubicBezTo>
                <a:lnTo>
                  <a:pt x="54032" y="76069"/>
                </a:lnTo>
                <a:cubicBezTo>
                  <a:pt x="55312" y="73993"/>
                  <a:pt x="57095" y="72576"/>
                  <a:pt x="59372" y="71826"/>
                </a:cubicBezTo>
                <a:cubicBezTo>
                  <a:pt x="61658" y="71085"/>
                  <a:pt x="63953" y="71186"/>
                  <a:pt x="66257" y="72110"/>
                </a:cubicBezTo>
                <a:lnTo>
                  <a:pt x="93415" y="84427"/>
                </a:lnTo>
                <a:cubicBezTo>
                  <a:pt x="97256" y="81308"/>
                  <a:pt x="101572" y="78364"/>
                  <a:pt x="106372" y="75593"/>
                </a:cubicBezTo>
                <a:cubicBezTo>
                  <a:pt x="111164" y="72832"/>
                  <a:pt x="115754" y="70784"/>
                  <a:pt x="120134" y="69467"/>
                </a:cubicBezTo>
                <a:lnTo>
                  <a:pt x="124724" y="39228"/>
                </a:lnTo>
                <a:cubicBezTo>
                  <a:pt x="125062" y="36942"/>
                  <a:pt x="126141" y="35058"/>
                  <a:pt x="127961" y="33568"/>
                </a:cubicBezTo>
                <a:cubicBezTo>
                  <a:pt x="129781" y="32086"/>
                  <a:pt x="131838" y="31336"/>
                  <a:pt x="134124" y="31336"/>
                </a:cubicBezTo>
                <a:lnTo>
                  <a:pt x="167600" y="31336"/>
                </a:lnTo>
                <a:cubicBezTo>
                  <a:pt x="169886" y="31336"/>
                  <a:pt x="171935" y="32086"/>
                  <a:pt x="173763" y="33568"/>
                </a:cubicBezTo>
                <a:cubicBezTo>
                  <a:pt x="175583" y="35058"/>
                  <a:pt x="176662" y="36942"/>
                  <a:pt x="177000" y="39228"/>
                </a:cubicBezTo>
                <a:lnTo>
                  <a:pt x="181463" y="69248"/>
                </a:lnTo>
                <a:cubicBezTo>
                  <a:pt x="186090" y="70967"/>
                  <a:pt x="190726" y="73079"/>
                  <a:pt x="195352" y="75593"/>
                </a:cubicBezTo>
                <a:cubicBezTo>
                  <a:pt x="199988" y="78126"/>
                  <a:pt x="204158" y="81062"/>
                  <a:pt x="207861" y="84399"/>
                </a:cubicBezTo>
                <a:lnTo>
                  <a:pt x="235623" y="72073"/>
                </a:lnTo>
                <a:cubicBezTo>
                  <a:pt x="237899" y="71131"/>
                  <a:pt x="240158" y="71040"/>
                  <a:pt x="242380" y="71790"/>
                </a:cubicBezTo>
                <a:cubicBezTo>
                  <a:pt x="244593" y="72521"/>
                  <a:pt x="246349" y="73938"/>
                  <a:pt x="247629" y="76032"/>
                </a:cubicBezTo>
                <a:lnTo>
                  <a:pt x="264472" y="105458"/>
                </a:lnTo>
                <a:cubicBezTo>
                  <a:pt x="265752" y="107616"/>
                  <a:pt x="266118" y="109865"/>
                  <a:pt x="265569" y="112215"/>
                </a:cubicBezTo>
                <a:cubicBezTo>
                  <a:pt x="265048" y="114565"/>
                  <a:pt x="263768" y="116376"/>
                  <a:pt x="261738" y="117656"/>
                </a:cubicBezTo>
                <a:lnTo>
                  <a:pt x="236217" y="136035"/>
                </a:lnTo>
                <a:cubicBezTo>
                  <a:pt x="236802" y="138532"/>
                  <a:pt x="237168" y="141046"/>
                  <a:pt x="237314" y="143579"/>
                </a:cubicBezTo>
                <a:cubicBezTo>
                  <a:pt x="237461" y="146121"/>
                  <a:pt x="237534" y="148517"/>
                  <a:pt x="237534" y="150785"/>
                </a:cubicBezTo>
                <a:cubicBezTo>
                  <a:pt x="237534" y="152961"/>
                  <a:pt x="237442" y="155274"/>
                  <a:pt x="237250" y="157725"/>
                </a:cubicBezTo>
                <a:cubicBezTo>
                  <a:pt x="237067" y="160203"/>
                  <a:pt x="236720" y="162772"/>
                  <a:pt x="236217" y="165433"/>
                </a:cubicBezTo>
                <a:lnTo>
                  <a:pt x="261363" y="183913"/>
                </a:lnTo>
                <a:cubicBezTo>
                  <a:pt x="263393" y="185193"/>
                  <a:pt x="264691" y="187004"/>
                  <a:pt x="265258" y="189345"/>
                </a:cubicBezTo>
                <a:cubicBezTo>
                  <a:pt x="265825" y="191695"/>
                  <a:pt x="265469" y="193953"/>
                  <a:pt x="264188" y="196111"/>
                </a:cubicBezTo>
                <a:lnTo>
                  <a:pt x="247656" y="225656"/>
                </a:lnTo>
                <a:cubicBezTo>
                  <a:pt x="246294" y="227814"/>
                  <a:pt x="244447" y="229249"/>
                  <a:pt x="242124" y="229962"/>
                </a:cubicBezTo>
                <a:cubicBezTo>
                  <a:pt x="239801" y="230676"/>
                  <a:pt x="237534" y="230557"/>
                  <a:pt x="235339" y="229615"/>
                </a:cubicBezTo>
                <a:lnTo>
                  <a:pt x="207834" y="217042"/>
                </a:lnTo>
                <a:cubicBezTo>
                  <a:pt x="203911" y="220334"/>
                  <a:pt x="199678" y="223370"/>
                  <a:pt x="195133" y="226159"/>
                </a:cubicBezTo>
                <a:cubicBezTo>
                  <a:pt x="190607" y="228947"/>
                  <a:pt x="186035" y="230996"/>
                  <a:pt x="181426" y="232322"/>
                </a:cubicBezTo>
                <a:lnTo>
                  <a:pt x="176964" y="262332"/>
                </a:lnTo>
                <a:cubicBezTo>
                  <a:pt x="176626" y="264618"/>
                  <a:pt x="175547" y="266502"/>
                  <a:pt x="173727" y="267992"/>
                </a:cubicBezTo>
                <a:cubicBezTo>
                  <a:pt x="171907" y="269483"/>
                  <a:pt x="169850" y="270223"/>
                  <a:pt x="167564" y="270223"/>
                </a:cubicBezTo>
                <a:lnTo>
                  <a:pt x="134152" y="270223"/>
                </a:lnTo>
                <a:close/>
                <a:moveTo>
                  <a:pt x="137425" y="256050"/>
                </a:moveTo>
                <a:lnTo>
                  <a:pt x="164235" y="256050"/>
                </a:lnTo>
                <a:lnTo>
                  <a:pt x="168762" y="220974"/>
                </a:lnTo>
                <a:cubicBezTo>
                  <a:pt x="175428" y="219291"/>
                  <a:pt x="181646" y="216786"/>
                  <a:pt x="187434" y="213458"/>
                </a:cubicBezTo>
                <a:cubicBezTo>
                  <a:pt x="193213" y="210147"/>
                  <a:pt x="198736" y="205932"/>
                  <a:pt x="203993" y="200821"/>
                </a:cubicBezTo>
                <a:lnTo>
                  <a:pt x="236848" y="215030"/>
                </a:lnTo>
                <a:lnTo>
                  <a:pt x="249421" y="192774"/>
                </a:lnTo>
                <a:lnTo>
                  <a:pt x="220343" y="171340"/>
                </a:lnTo>
                <a:cubicBezTo>
                  <a:pt x="221184" y="167610"/>
                  <a:pt x="221843" y="164098"/>
                  <a:pt x="222318" y="160806"/>
                </a:cubicBezTo>
                <a:cubicBezTo>
                  <a:pt x="222803" y="157515"/>
                  <a:pt x="223040" y="154204"/>
                  <a:pt x="223040" y="150876"/>
                </a:cubicBezTo>
                <a:cubicBezTo>
                  <a:pt x="223040" y="147401"/>
                  <a:pt x="222839" y="144045"/>
                  <a:pt x="222419" y="140818"/>
                </a:cubicBezTo>
                <a:cubicBezTo>
                  <a:pt x="221998" y="137608"/>
                  <a:pt x="221303" y="134216"/>
                  <a:pt x="220343" y="130631"/>
                </a:cubicBezTo>
                <a:lnTo>
                  <a:pt x="249640" y="108942"/>
                </a:lnTo>
                <a:lnTo>
                  <a:pt x="237067" y="86694"/>
                </a:lnTo>
                <a:lnTo>
                  <a:pt x="203875" y="100895"/>
                </a:lnTo>
                <a:cubicBezTo>
                  <a:pt x="199449" y="95930"/>
                  <a:pt x="194127" y="91550"/>
                  <a:pt x="187900" y="87764"/>
                </a:cubicBezTo>
                <a:cubicBezTo>
                  <a:pt x="181655" y="83988"/>
                  <a:pt x="175236" y="81665"/>
                  <a:pt x="168634" y="80778"/>
                </a:cubicBezTo>
                <a:lnTo>
                  <a:pt x="164363" y="45702"/>
                </a:lnTo>
                <a:lnTo>
                  <a:pt x="137425" y="45702"/>
                </a:lnTo>
                <a:lnTo>
                  <a:pt x="133274" y="80659"/>
                </a:lnTo>
                <a:cubicBezTo>
                  <a:pt x="126315" y="82040"/>
                  <a:pt x="119905" y="84408"/>
                  <a:pt x="114035" y="87764"/>
                </a:cubicBezTo>
                <a:cubicBezTo>
                  <a:pt x="108174" y="91111"/>
                  <a:pt x="102715" y="95454"/>
                  <a:pt x="97658" y="100776"/>
                </a:cubicBezTo>
                <a:lnTo>
                  <a:pt x="64721" y="86694"/>
                </a:lnTo>
                <a:lnTo>
                  <a:pt x="52148" y="108942"/>
                </a:lnTo>
                <a:lnTo>
                  <a:pt x="81226" y="130256"/>
                </a:lnTo>
                <a:cubicBezTo>
                  <a:pt x="80303" y="133566"/>
                  <a:pt x="79599" y="136931"/>
                  <a:pt x="79114" y="140342"/>
                </a:cubicBezTo>
                <a:cubicBezTo>
                  <a:pt x="78629" y="143762"/>
                  <a:pt x="78392" y="147292"/>
                  <a:pt x="78392" y="150940"/>
                </a:cubicBezTo>
                <a:cubicBezTo>
                  <a:pt x="78392" y="154415"/>
                  <a:pt x="78629" y="157825"/>
                  <a:pt x="79114" y="161154"/>
                </a:cubicBezTo>
                <a:cubicBezTo>
                  <a:pt x="79599" y="164482"/>
                  <a:pt x="80257" y="167856"/>
                  <a:pt x="81098" y="171276"/>
                </a:cubicBezTo>
                <a:lnTo>
                  <a:pt x="52148" y="192710"/>
                </a:lnTo>
                <a:lnTo>
                  <a:pt x="64721" y="214966"/>
                </a:lnTo>
                <a:lnTo>
                  <a:pt x="97566" y="200885"/>
                </a:lnTo>
                <a:cubicBezTo>
                  <a:pt x="102596" y="205996"/>
                  <a:pt x="108055" y="210211"/>
                  <a:pt x="113943" y="213522"/>
                </a:cubicBezTo>
                <a:cubicBezTo>
                  <a:pt x="119850" y="216832"/>
                  <a:pt x="126260" y="219328"/>
                  <a:pt x="133182" y="221001"/>
                </a:cubicBezTo>
                <a:lnTo>
                  <a:pt x="137453" y="255959"/>
                </a:lnTo>
                <a:close/>
                <a:moveTo>
                  <a:pt x="150529" y="186300"/>
                </a:moveTo>
                <a:cubicBezTo>
                  <a:pt x="160404" y="186300"/>
                  <a:pt x="168771" y="182862"/>
                  <a:pt x="175647" y="175995"/>
                </a:cubicBezTo>
                <a:cubicBezTo>
                  <a:pt x="182514" y="169118"/>
                  <a:pt x="185952" y="160742"/>
                  <a:pt x="185952" y="150876"/>
                </a:cubicBezTo>
                <a:cubicBezTo>
                  <a:pt x="185952" y="141010"/>
                  <a:pt x="182514" y="132634"/>
                  <a:pt x="175647" y="125757"/>
                </a:cubicBezTo>
                <a:cubicBezTo>
                  <a:pt x="168771" y="118890"/>
                  <a:pt x="160404" y="115452"/>
                  <a:pt x="150529" y="115452"/>
                </a:cubicBezTo>
                <a:cubicBezTo>
                  <a:pt x="140744" y="115452"/>
                  <a:pt x="132396" y="118890"/>
                  <a:pt x="125483" y="125757"/>
                </a:cubicBezTo>
                <a:cubicBezTo>
                  <a:pt x="118561" y="132634"/>
                  <a:pt x="115105" y="141010"/>
                  <a:pt x="115105" y="150876"/>
                </a:cubicBezTo>
                <a:cubicBezTo>
                  <a:pt x="115105" y="160742"/>
                  <a:pt x="118561" y="169118"/>
                  <a:pt x="125483" y="175995"/>
                </a:cubicBezTo>
                <a:cubicBezTo>
                  <a:pt x="132396" y="182862"/>
                  <a:pt x="140744" y="186300"/>
                  <a:pt x="150529" y="1863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1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470" y="258848"/>
                </a:moveTo>
                <a:cubicBezTo>
                  <a:pt x="139135" y="257486"/>
                  <a:pt x="138458" y="255785"/>
                  <a:pt x="138458" y="253755"/>
                </a:cubicBezTo>
                <a:lnTo>
                  <a:pt x="138458" y="202265"/>
                </a:lnTo>
                <a:cubicBezTo>
                  <a:pt x="138458" y="200318"/>
                  <a:pt x="139153" y="198644"/>
                  <a:pt x="140534" y="197236"/>
                </a:cubicBezTo>
                <a:cubicBezTo>
                  <a:pt x="141915" y="195837"/>
                  <a:pt x="143625" y="195133"/>
                  <a:pt x="145655" y="195133"/>
                </a:cubicBezTo>
                <a:cubicBezTo>
                  <a:pt x="147694" y="195133"/>
                  <a:pt x="149376" y="195837"/>
                  <a:pt x="150721" y="197236"/>
                </a:cubicBezTo>
                <a:cubicBezTo>
                  <a:pt x="152056" y="198644"/>
                  <a:pt x="152732" y="200318"/>
                  <a:pt x="152732" y="202265"/>
                </a:cubicBezTo>
                <a:lnTo>
                  <a:pt x="152732" y="220974"/>
                </a:lnTo>
                <a:lnTo>
                  <a:pt x="253783" y="220974"/>
                </a:lnTo>
                <a:cubicBezTo>
                  <a:pt x="255794" y="220974"/>
                  <a:pt x="257495" y="221660"/>
                  <a:pt x="258876" y="223050"/>
                </a:cubicBezTo>
                <a:cubicBezTo>
                  <a:pt x="260238" y="224430"/>
                  <a:pt x="260924" y="226140"/>
                  <a:pt x="260924" y="228170"/>
                </a:cubicBezTo>
                <a:cubicBezTo>
                  <a:pt x="260924" y="230200"/>
                  <a:pt x="260238" y="231892"/>
                  <a:pt x="258876" y="233227"/>
                </a:cubicBezTo>
                <a:cubicBezTo>
                  <a:pt x="257513" y="234571"/>
                  <a:pt x="255822" y="235239"/>
                  <a:pt x="253783" y="235239"/>
                </a:cubicBezTo>
                <a:lnTo>
                  <a:pt x="152732" y="235239"/>
                </a:lnTo>
                <a:lnTo>
                  <a:pt x="152732" y="253755"/>
                </a:lnTo>
                <a:cubicBezTo>
                  <a:pt x="152732" y="255767"/>
                  <a:pt x="152037" y="257468"/>
                  <a:pt x="150657" y="258848"/>
                </a:cubicBezTo>
                <a:cubicBezTo>
                  <a:pt x="149276" y="260211"/>
                  <a:pt x="147566" y="260887"/>
                  <a:pt x="145536" y="260887"/>
                </a:cubicBezTo>
                <a:cubicBezTo>
                  <a:pt x="143497" y="260887"/>
                  <a:pt x="141814" y="260211"/>
                  <a:pt x="140470" y="258848"/>
                </a:cubicBezTo>
                <a:close/>
                <a:moveTo>
                  <a:pt x="47997" y="235239"/>
                </a:moveTo>
                <a:cubicBezTo>
                  <a:pt x="45985" y="235239"/>
                  <a:pt x="44284" y="234553"/>
                  <a:pt x="42904" y="233163"/>
                </a:cubicBezTo>
                <a:cubicBezTo>
                  <a:pt x="41541" y="231782"/>
                  <a:pt x="40865" y="230072"/>
                  <a:pt x="40865" y="228042"/>
                </a:cubicBezTo>
                <a:cubicBezTo>
                  <a:pt x="40865" y="226012"/>
                  <a:pt x="41541" y="224321"/>
                  <a:pt x="42904" y="222986"/>
                </a:cubicBezTo>
                <a:cubicBezTo>
                  <a:pt x="44266" y="221641"/>
                  <a:pt x="45967" y="220974"/>
                  <a:pt x="47997" y="220974"/>
                </a:cubicBezTo>
                <a:lnTo>
                  <a:pt x="104479" y="220974"/>
                </a:lnTo>
                <a:cubicBezTo>
                  <a:pt x="106518" y="220974"/>
                  <a:pt x="108210" y="221660"/>
                  <a:pt x="109573" y="223050"/>
                </a:cubicBezTo>
                <a:cubicBezTo>
                  <a:pt x="110935" y="224430"/>
                  <a:pt x="111621" y="226140"/>
                  <a:pt x="111621" y="228170"/>
                </a:cubicBezTo>
                <a:cubicBezTo>
                  <a:pt x="111621" y="230200"/>
                  <a:pt x="110935" y="231892"/>
                  <a:pt x="109573" y="233227"/>
                </a:cubicBezTo>
                <a:cubicBezTo>
                  <a:pt x="108210" y="234571"/>
                  <a:pt x="106518" y="235239"/>
                  <a:pt x="104479" y="235239"/>
                </a:cubicBezTo>
                <a:lnTo>
                  <a:pt x="47997" y="235239"/>
                </a:lnTo>
                <a:close/>
                <a:moveTo>
                  <a:pt x="99359" y="181618"/>
                </a:moveTo>
                <a:cubicBezTo>
                  <a:pt x="98015" y="180256"/>
                  <a:pt x="97347" y="178555"/>
                  <a:pt x="97347" y="176525"/>
                </a:cubicBezTo>
                <a:lnTo>
                  <a:pt x="97347" y="158008"/>
                </a:lnTo>
                <a:lnTo>
                  <a:pt x="47997" y="158008"/>
                </a:lnTo>
                <a:cubicBezTo>
                  <a:pt x="45985" y="158008"/>
                  <a:pt x="44284" y="157323"/>
                  <a:pt x="42904" y="155933"/>
                </a:cubicBezTo>
                <a:cubicBezTo>
                  <a:pt x="41541" y="154552"/>
                  <a:pt x="40865" y="152842"/>
                  <a:pt x="40865" y="150812"/>
                </a:cubicBezTo>
                <a:cubicBezTo>
                  <a:pt x="40865" y="148782"/>
                  <a:pt x="41541" y="147090"/>
                  <a:pt x="42904" y="145755"/>
                </a:cubicBezTo>
                <a:cubicBezTo>
                  <a:pt x="44266" y="144411"/>
                  <a:pt x="45967" y="143744"/>
                  <a:pt x="47997" y="143744"/>
                </a:cubicBezTo>
                <a:lnTo>
                  <a:pt x="97347" y="143744"/>
                </a:lnTo>
                <a:lnTo>
                  <a:pt x="97347" y="124816"/>
                </a:lnTo>
                <a:cubicBezTo>
                  <a:pt x="97347" y="122804"/>
                  <a:pt x="98042" y="121112"/>
                  <a:pt x="99423" y="119722"/>
                </a:cubicBezTo>
                <a:cubicBezTo>
                  <a:pt x="100803" y="118360"/>
                  <a:pt x="102513" y="117683"/>
                  <a:pt x="104543" y="117683"/>
                </a:cubicBezTo>
                <a:cubicBezTo>
                  <a:pt x="106573" y="117683"/>
                  <a:pt x="108265" y="118360"/>
                  <a:pt x="109609" y="119722"/>
                </a:cubicBezTo>
                <a:cubicBezTo>
                  <a:pt x="110944" y="121085"/>
                  <a:pt x="111621" y="122786"/>
                  <a:pt x="111621" y="124816"/>
                </a:cubicBezTo>
                <a:lnTo>
                  <a:pt x="111621" y="176525"/>
                </a:lnTo>
                <a:cubicBezTo>
                  <a:pt x="111621" y="178537"/>
                  <a:pt x="110926" y="180237"/>
                  <a:pt x="109545" y="181618"/>
                </a:cubicBezTo>
                <a:cubicBezTo>
                  <a:pt x="108155" y="182981"/>
                  <a:pt x="106454" y="183657"/>
                  <a:pt x="104415" y="183657"/>
                </a:cubicBezTo>
                <a:cubicBezTo>
                  <a:pt x="102385" y="183657"/>
                  <a:pt x="100703" y="182981"/>
                  <a:pt x="99359" y="181618"/>
                </a:cubicBezTo>
                <a:close/>
                <a:moveTo>
                  <a:pt x="145600" y="158008"/>
                </a:moveTo>
                <a:cubicBezTo>
                  <a:pt x="143588" y="158008"/>
                  <a:pt x="141887" y="157323"/>
                  <a:pt x="140507" y="155933"/>
                </a:cubicBezTo>
                <a:cubicBezTo>
                  <a:pt x="139144" y="154552"/>
                  <a:pt x="138458" y="152842"/>
                  <a:pt x="138458" y="150812"/>
                </a:cubicBezTo>
                <a:cubicBezTo>
                  <a:pt x="138458" y="148782"/>
                  <a:pt x="139144" y="147090"/>
                  <a:pt x="140507" y="145755"/>
                </a:cubicBezTo>
                <a:cubicBezTo>
                  <a:pt x="141869" y="144411"/>
                  <a:pt x="143561" y="143744"/>
                  <a:pt x="145600" y="143744"/>
                </a:cubicBezTo>
                <a:lnTo>
                  <a:pt x="253783" y="143744"/>
                </a:lnTo>
                <a:cubicBezTo>
                  <a:pt x="255794" y="143744"/>
                  <a:pt x="257495" y="144429"/>
                  <a:pt x="258876" y="145819"/>
                </a:cubicBezTo>
                <a:cubicBezTo>
                  <a:pt x="260238" y="147200"/>
                  <a:pt x="260924" y="148910"/>
                  <a:pt x="260924" y="150940"/>
                </a:cubicBezTo>
                <a:cubicBezTo>
                  <a:pt x="260924" y="152970"/>
                  <a:pt x="260238" y="154662"/>
                  <a:pt x="258876" y="155997"/>
                </a:cubicBezTo>
                <a:cubicBezTo>
                  <a:pt x="257513" y="157341"/>
                  <a:pt x="255822" y="158008"/>
                  <a:pt x="253783" y="158008"/>
                </a:cubicBezTo>
                <a:lnTo>
                  <a:pt x="145563" y="158008"/>
                </a:lnTo>
                <a:close/>
                <a:moveTo>
                  <a:pt x="192179" y="104452"/>
                </a:moveTo>
                <a:cubicBezTo>
                  <a:pt x="190835" y="103089"/>
                  <a:pt x="190168" y="101389"/>
                  <a:pt x="190168" y="99359"/>
                </a:cubicBezTo>
                <a:lnTo>
                  <a:pt x="190168" y="47969"/>
                </a:lnTo>
                <a:cubicBezTo>
                  <a:pt x="190168" y="45958"/>
                  <a:pt x="190863" y="44257"/>
                  <a:pt x="192243" y="42876"/>
                </a:cubicBezTo>
                <a:cubicBezTo>
                  <a:pt x="193624" y="41514"/>
                  <a:pt x="195334" y="40828"/>
                  <a:pt x="197364" y="40828"/>
                </a:cubicBezTo>
                <a:cubicBezTo>
                  <a:pt x="199394" y="40828"/>
                  <a:pt x="201086" y="41514"/>
                  <a:pt x="202430" y="42876"/>
                </a:cubicBezTo>
                <a:cubicBezTo>
                  <a:pt x="203765" y="44239"/>
                  <a:pt x="204442" y="45930"/>
                  <a:pt x="204442" y="47969"/>
                </a:cubicBezTo>
                <a:lnTo>
                  <a:pt x="204442" y="66477"/>
                </a:lnTo>
                <a:lnTo>
                  <a:pt x="253783" y="66477"/>
                </a:lnTo>
                <a:cubicBezTo>
                  <a:pt x="255794" y="66477"/>
                  <a:pt x="257495" y="67172"/>
                  <a:pt x="258876" y="68553"/>
                </a:cubicBezTo>
                <a:cubicBezTo>
                  <a:pt x="260238" y="69933"/>
                  <a:pt x="260924" y="71643"/>
                  <a:pt x="260924" y="73673"/>
                </a:cubicBezTo>
                <a:cubicBezTo>
                  <a:pt x="260924" y="75712"/>
                  <a:pt x="260238" y="77395"/>
                  <a:pt x="258876" y="78739"/>
                </a:cubicBezTo>
                <a:cubicBezTo>
                  <a:pt x="257513" y="80083"/>
                  <a:pt x="255822" y="80751"/>
                  <a:pt x="253783" y="80751"/>
                </a:cubicBezTo>
                <a:lnTo>
                  <a:pt x="204442" y="80751"/>
                </a:lnTo>
                <a:lnTo>
                  <a:pt x="204442" y="99331"/>
                </a:lnTo>
                <a:cubicBezTo>
                  <a:pt x="204442" y="101361"/>
                  <a:pt x="203747" y="103053"/>
                  <a:pt x="202366" y="104415"/>
                </a:cubicBezTo>
                <a:cubicBezTo>
                  <a:pt x="200976" y="105778"/>
                  <a:pt x="199275" y="106464"/>
                  <a:pt x="197236" y="106464"/>
                </a:cubicBezTo>
                <a:cubicBezTo>
                  <a:pt x="195206" y="106464"/>
                  <a:pt x="193524" y="105778"/>
                  <a:pt x="192179" y="104415"/>
                </a:cubicBezTo>
                <a:close/>
                <a:moveTo>
                  <a:pt x="47997" y="80778"/>
                </a:moveTo>
                <a:cubicBezTo>
                  <a:pt x="45985" y="80778"/>
                  <a:pt x="44284" y="80092"/>
                  <a:pt x="42904" y="78712"/>
                </a:cubicBezTo>
                <a:cubicBezTo>
                  <a:pt x="41541" y="77322"/>
                  <a:pt x="40865" y="75612"/>
                  <a:pt x="40865" y="73582"/>
                </a:cubicBezTo>
                <a:cubicBezTo>
                  <a:pt x="40865" y="71552"/>
                  <a:pt x="41541" y="69860"/>
                  <a:pt x="42904" y="68525"/>
                </a:cubicBezTo>
                <a:cubicBezTo>
                  <a:pt x="44266" y="67181"/>
                  <a:pt x="45967" y="66513"/>
                  <a:pt x="47997" y="66513"/>
                </a:cubicBezTo>
                <a:lnTo>
                  <a:pt x="156189" y="66513"/>
                </a:lnTo>
                <a:cubicBezTo>
                  <a:pt x="158200" y="66513"/>
                  <a:pt x="159901" y="67199"/>
                  <a:pt x="161282" y="68589"/>
                </a:cubicBezTo>
                <a:cubicBezTo>
                  <a:pt x="162644" y="69970"/>
                  <a:pt x="163321" y="71680"/>
                  <a:pt x="163321" y="73710"/>
                </a:cubicBezTo>
                <a:cubicBezTo>
                  <a:pt x="163321" y="75740"/>
                  <a:pt x="162644" y="77431"/>
                  <a:pt x="161282" y="78766"/>
                </a:cubicBezTo>
                <a:cubicBezTo>
                  <a:pt x="159919" y="80111"/>
                  <a:pt x="158219" y="80778"/>
                  <a:pt x="156189" y="80778"/>
                </a:cubicBezTo>
                <a:lnTo>
                  <a:pt x="47997" y="8077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3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140" y="245178"/>
                </a:moveTo>
                <a:cubicBezTo>
                  <a:pt x="139976" y="245178"/>
                  <a:pt x="137343" y="244108"/>
                  <a:pt x="135221" y="241969"/>
                </a:cubicBezTo>
                <a:cubicBezTo>
                  <a:pt x="133082" y="239847"/>
                  <a:pt x="132021" y="237214"/>
                  <a:pt x="132021" y="234050"/>
                </a:cubicBezTo>
                <a:lnTo>
                  <a:pt x="132021" y="161282"/>
                </a:lnTo>
                <a:lnTo>
                  <a:pt x="60040" y="69750"/>
                </a:lnTo>
                <a:cubicBezTo>
                  <a:pt x="57754" y="67062"/>
                  <a:pt x="57433" y="64209"/>
                  <a:pt x="59098" y="61164"/>
                </a:cubicBezTo>
                <a:cubicBezTo>
                  <a:pt x="60753" y="58110"/>
                  <a:pt x="63212" y="56583"/>
                  <a:pt x="66477" y="56583"/>
                </a:cubicBezTo>
                <a:lnTo>
                  <a:pt x="235303" y="56583"/>
                </a:lnTo>
                <a:cubicBezTo>
                  <a:pt x="238576" y="56583"/>
                  <a:pt x="241036" y="58110"/>
                  <a:pt x="242691" y="61164"/>
                </a:cubicBezTo>
                <a:cubicBezTo>
                  <a:pt x="244346" y="64227"/>
                  <a:pt x="244035" y="67090"/>
                  <a:pt x="241749" y="69750"/>
                </a:cubicBezTo>
                <a:lnTo>
                  <a:pt x="169740" y="161282"/>
                </a:lnTo>
                <a:lnTo>
                  <a:pt x="169740" y="234050"/>
                </a:lnTo>
                <a:cubicBezTo>
                  <a:pt x="169740" y="237214"/>
                  <a:pt x="168670" y="239847"/>
                  <a:pt x="166531" y="241969"/>
                </a:cubicBezTo>
                <a:cubicBezTo>
                  <a:pt x="164409" y="244108"/>
                  <a:pt x="161776" y="245178"/>
                  <a:pt x="158612" y="245178"/>
                </a:cubicBezTo>
                <a:lnTo>
                  <a:pt x="143140" y="245178"/>
                </a:lnTo>
                <a:close/>
                <a:moveTo>
                  <a:pt x="150876" y="162032"/>
                </a:moveTo>
                <a:lnTo>
                  <a:pt x="222794" y="70848"/>
                </a:lnTo>
                <a:lnTo>
                  <a:pt x="78931" y="70848"/>
                </a:lnTo>
                <a:lnTo>
                  <a:pt x="150876" y="162032"/>
                </a:lnTo>
                <a:close/>
                <a:moveTo>
                  <a:pt x="150876" y="16203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5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65" y="194219"/>
                </a:moveTo>
                <a:cubicBezTo>
                  <a:pt x="97832" y="194219"/>
                  <a:pt x="79763" y="186821"/>
                  <a:pt x="64968" y="172026"/>
                </a:cubicBezTo>
                <a:cubicBezTo>
                  <a:pt x="50173" y="157240"/>
                  <a:pt x="42776" y="139318"/>
                  <a:pt x="42776" y="118278"/>
                </a:cubicBezTo>
                <a:cubicBezTo>
                  <a:pt x="42776" y="97237"/>
                  <a:pt x="50173" y="79324"/>
                  <a:pt x="64968" y="64529"/>
                </a:cubicBezTo>
                <a:cubicBezTo>
                  <a:pt x="79763" y="49734"/>
                  <a:pt x="97704" y="42337"/>
                  <a:pt x="118781" y="42337"/>
                </a:cubicBezTo>
                <a:cubicBezTo>
                  <a:pt x="139867" y="42337"/>
                  <a:pt x="157798" y="49734"/>
                  <a:pt x="172593" y="64529"/>
                </a:cubicBezTo>
                <a:cubicBezTo>
                  <a:pt x="187370" y="79324"/>
                  <a:pt x="194758" y="97237"/>
                  <a:pt x="194758" y="118278"/>
                </a:cubicBezTo>
                <a:cubicBezTo>
                  <a:pt x="194758" y="127083"/>
                  <a:pt x="193249" y="135651"/>
                  <a:pt x="190232" y="143991"/>
                </a:cubicBezTo>
                <a:cubicBezTo>
                  <a:pt x="187214" y="152330"/>
                  <a:pt x="182853" y="159883"/>
                  <a:pt x="177156" y="166659"/>
                </a:cubicBezTo>
                <a:lnTo>
                  <a:pt x="253691" y="242691"/>
                </a:lnTo>
                <a:cubicBezTo>
                  <a:pt x="255099" y="244008"/>
                  <a:pt x="255822" y="245727"/>
                  <a:pt x="255858" y="247848"/>
                </a:cubicBezTo>
                <a:cubicBezTo>
                  <a:pt x="255904" y="249979"/>
                  <a:pt x="255182" y="251762"/>
                  <a:pt x="253691" y="253188"/>
                </a:cubicBezTo>
                <a:cubicBezTo>
                  <a:pt x="252201" y="254633"/>
                  <a:pt x="250427" y="255355"/>
                  <a:pt x="248351" y="255355"/>
                </a:cubicBezTo>
                <a:cubicBezTo>
                  <a:pt x="246275" y="255355"/>
                  <a:pt x="244538" y="254615"/>
                  <a:pt x="243130" y="253124"/>
                </a:cubicBezTo>
                <a:lnTo>
                  <a:pt x="166942" y="176936"/>
                </a:lnTo>
                <a:cubicBezTo>
                  <a:pt x="160669" y="182469"/>
                  <a:pt x="153381" y="186730"/>
                  <a:pt x="145060" y="189729"/>
                </a:cubicBezTo>
                <a:cubicBezTo>
                  <a:pt x="136739" y="192719"/>
                  <a:pt x="128117" y="194219"/>
                  <a:pt x="119192" y="194219"/>
                </a:cubicBezTo>
                <a:close/>
                <a:moveTo>
                  <a:pt x="118973" y="179954"/>
                </a:moveTo>
                <a:cubicBezTo>
                  <a:pt x="136154" y="179954"/>
                  <a:pt x="150711" y="173965"/>
                  <a:pt x="162635" y="162004"/>
                </a:cubicBezTo>
                <a:cubicBezTo>
                  <a:pt x="174559" y="150035"/>
                  <a:pt x="180521" y="135459"/>
                  <a:pt x="180521" y="118278"/>
                </a:cubicBezTo>
                <a:cubicBezTo>
                  <a:pt x="180521" y="101096"/>
                  <a:pt x="174559" y="86521"/>
                  <a:pt x="162635" y="74560"/>
                </a:cubicBezTo>
                <a:cubicBezTo>
                  <a:pt x="150711" y="62591"/>
                  <a:pt x="136154" y="56611"/>
                  <a:pt x="118973" y="56611"/>
                </a:cubicBezTo>
                <a:cubicBezTo>
                  <a:pt x="101681" y="56611"/>
                  <a:pt x="87051" y="62591"/>
                  <a:pt x="75063" y="74560"/>
                </a:cubicBezTo>
                <a:cubicBezTo>
                  <a:pt x="63057" y="86521"/>
                  <a:pt x="57049" y="101096"/>
                  <a:pt x="57049" y="118278"/>
                </a:cubicBezTo>
                <a:cubicBezTo>
                  <a:pt x="57049" y="135459"/>
                  <a:pt x="63057" y="150035"/>
                  <a:pt x="75063" y="162004"/>
                </a:cubicBezTo>
                <a:cubicBezTo>
                  <a:pt x="87069" y="173965"/>
                  <a:pt x="101709" y="179954"/>
                  <a:pt x="118973" y="17995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7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88" y="264691"/>
                </a:moveTo>
                <a:cubicBezTo>
                  <a:pt x="129552" y="260293"/>
                  <a:pt x="127074" y="254852"/>
                  <a:pt x="126736" y="248378"/>
                </a:cubicBezTo>
                <a:lnTo>
                  <a:pt x="174989" y="248378"/>
                </a:lnTo>
                <a:cubicBezTo>
                  <a:pt x="174669" y="254852"/>
                  <a:pt x="172191" y="260293"/>
                  <a:pt x="167536" y="264691"/>
                </a:cubicBezTo>
                <a:cubicBezTo>
                  <a:pt x="162882" y="269090"/>
                  <a:pt x="157323" y="271293"/>
                  <a:pt x="150849" y="271293"/>
                </a:cubicBezTo>
                <a:cubicBezTo>
                  <a:pt x="144365" y="271293"/>
                  <a:pt x="138806" y="269090"/>
                  <a:pt x="134152" y="264691"/>
                </a:cubicBezTo>
                <a:close/>
                <a:moveTo>
                  <a:pt x="110359" y="225875"/>
                </a:moveTo>
                <a:cubicBezTo>
                  <a:pt x="108283" y="225875"/>
                  <a:pt x="106573" y="225208"/>
                  <a:pt x="105238" y="223863"/>
                </a:cubicBezTo>
                <a:cubicBezTo>
                  <a:pt x="103894" y="222519"/>
                  <a:pt x="103227" y="220809"/>
                  <a:pt x="103227" y="218743"/>
                </a:cubicBezTo>
                <a:cubicBezTo>
                  <a:pt x="103227" y="216667"/>
                  <a:pt x="103894" y="214957"/>
                  <a:pt x="105238" y="213613"/>
                </a:cubicBezTo>
                <a:cubicBezTo>
                  <a:pt x="106573" y="212278"/>
                  <a:pt x="108283" y="211601"/>
                  <a:pt x="110359" y="211601"/>
                </a:cubicBezTo>
                <a:lnTo>
                  <a:pt x="191393" y="211601"/>
                </a:lnTo>
                <a:cubicBezTo>
                  <a:pt x="193469" y="211601"/>
                  <a:pt x="195179" y="212278"/>
                  <a:pt x="196514" y="213613"/>
                </a:cubicBezTo>
                <a:cubicBezTo>
                  <a:pt x="197858" y="214957"/>
                  <a:pt x="198525" y="216667"/>
                  <a:pt x="198525" y="218743"/>
                </a:cubicBezTo>
                <a:cubicBezTo>
                  <a:pt x="198525" y="220809"/>
                  <a:pt x="197858" y="222519"/>
                  <a:pt x="196514" y="223863"/>
                </a:cubicBezTo>
                <a:cubicBezTo>
                  <a:pt x="195179" y="225208"/>
                  <a:pt x="193469" y="225875"/>
                  <a:pt x="191393" y="225875"/>
                </a:cubicBezTo>
                <a:lnTo>
                  <a:pt x="110359" y="225875"/>
                </a:lnTo>
                <a:close/>
                <a:moveTo>
                  <a:pt x="104077" y="189409"/>
                </a:moveTo>
                <a:cubicBezTo>
                  <a:pt x="91376" y="180887"/>
                  <a:pt x="81336" y="170362"/>
                  <a:pt x="73957" y="157853"/>
                </a:cubicBezTo>
                <a:cubicBezTo>
                  <a:pt x="66559" y="145344"/>
                  <a:pt x="62865" y="131244"/>
                  <a:pt x="62865" y="115544"/>
                </a:cubicBezTo>
                <a:cubicBezTo>
                  <a:pt x="62865" y="91513"/>
                  <a:pt x="71534" y="70839"/>
                  <a:pt x="88861" y="53529"/>
                </a:cubicBezTo>
                <a:cubicBezTo>
                  <a:pt x="106189" y="36201"/>
                  <a:pt x="126864" y="27533"/>
                  <a:pt x="150876" y="27533"/>
                </a:cubicBezTo>
                <a:cubicBezTo>
                  <a:pt x="174888" y="27533"/>
                  <a:pt x="195563" y="36201"/>
                  <a:pt x="212891" y="53529"/>
                </a:cubicBezTo>
                <a:cubicBezTo>
                  <a:pt x="230218" y="70839"/>
                  <a:pt x="238887" y="91513"/>
                  <a:pt x="238887" y="115544"/>
                </a:cubicBezTo>
                <a:cubicBezTo>
                  <a:pt x="238887" y="131216"/>
                  <a:pt x="235229" y="145316"/>
                  <a:pt x="227914" y="157825"/>
                </a:cubicBezTo>
                <a:cubicBezTo>
                  <a:pt x="220608" y="170334"/>
                  <a:pt x="210522" y="180850"/>
                  <a:pt x="197675" y="189381"/>
                </a:cubicBezTo>
                <a:lnTo>
                  <a:pt x="104077" y="189381"/>
                </a:lnTo>
                <a:close/>
                <a:moveTo>
                  <a:pt x="109161" y="175144"/>
                </a:moveTo>
                <a:lnTo>
                  <a:pt x="192774" y="175144"/>
                </a:lnTo>
                <a:cubicBezTo>
                  <a:pt x="202668" y="168432"/>
                  <a:pt x="210449" y="159865"/>
                  <a:pt x="216128" y="149431"/>
                </a:cubicBezTo>
                <a:cubicBezTo>
                  <a:pt x="221788" y="138971"/>
                  <a:pt x="224613" y="127687"/>
                  <a:pt x="224613" y="115580"/>
                </a:cubicBezTo>
                <a:cubicBezTo>
                  <a:pt x="224613" y="95226"/>
                  <a:pt x="217408" y="77861"/>
                  <a:pt x="202988" y="63459"/>
                </a:cubicBezTo>
                <a:cubicBezTo>
                  <a:pt x="188595" y="49021"/>
                  <a:pt x="171221" y="41806"/>
                  <a:pt x="150876" y="41806"/>
                </a:cubicBezTo>
                <a:cubicBezTo>
                  <a:pt x="130531" y="41806"/>
                  <a:pt x="113157" y="49012"/>
                  <a:pt x="98764" y="63432"/>
                </a:cubicBezTo>
                <a:cubicBezTo>
                  <a:pt x="84344" y="77852"/>
                  <a:pt x="77139" y="95216"/>
                  <a:pt x="77139" y="115544"/>
                </a:cubicBezTo>
                <a:cubicBezTo>
                  <a:pt x="77139" y="127659"/>
                  <a:pt x="79964" y="138943"/>
                  <a:pt x="85624" y="149395"/>
                </a:cubicBezTo>
                <a:cubicBezTo>
                  <a:pt x="91285" y="159837"/>
                  <a:pt x="99130" y="168405"/>
                  <a:pt x="109161" y="175108"/>
                </a:cubicBezTo>
                <a:close/>
                <a:moveTo>
                  <a:pt x="150876" y="17514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59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225436" y="225436"/>
                </a:moveTo>
                <a:cubicBezTo>
                  <a:pt x="245864" y="205027"/>
                  <a:pt x="256078" y="180173"/>
                  <a:pt x="256078" y="150876"/>
                </a:cubicBezTo>
                <a:cubicBezTo>
                  <a:pt x="256078" y="121606"/>
                  <a:pt x="245873" y="96753"/>
                  <a:pt x="225464" y="76316"/>
                </a:cubicBezTo>
                <a:cubicBezTo>
                  <a:pt x="205054" y="55888"/>
                  <a:pt x="180201" y="45674"/>
                  <a:pt x="150903" y="45674"/>
                </a:cubicBezTo>
                <a:cubicBezTo>
                  <a:pt x="121633" y="45674"/>
                  <a:pt x="96780" y="55879"/>
                  <a:pt x="76352" y="76288"/>
                </a:cubicBezTo>
                <a:cubicBezTo>
                  <a:pt x="55916" y="96698"/>
                  <a:pt x="45702" y="121551"/>
                  <a:pt x="45702" y="150849"/>
                </a:cubicBezTo>
                <a:cubicBezTo>
                  <a:pt x="45702" y="180119"/>
                  <a:pt x="55906" y="204972"/>
                  <a:pt x="76316" y="225400"/>
                </a:cubicBezTo>
                <a:cubicBezTo>
                  <a:pt x="96725" y="245836"/>
                  <a:pt x="121579" y="256050"/>
                  <a:pt x="150876" y="256050"/>
                </a:cubicBezTo>
                <a:cubicBezTo>
                  <a:pt x="180146" y="256050"/>
                  <a:pt x="204999" y="245846"/>
                  <a:pt x="225436" y="225436"/>
                </a:cubicBezTo>
                <a:close/>
                <a:moveTo>
                  <a:pt x="101937" y="199879"/>
                </a:moveTo>
                <a:cubicBezTo>
                  <a:pt x="88459" y="186428"/>
                  <a:pt x="81729" y="170106"/>
                  <a:pt x="81729" y="150903"/>
                </a:cubicBezTo>
                <a:cubicBezTo>
                  <a:pt x="81729" y="131710"/>
                  <a:pt x="88441" y="115379"/>
                  <a:pt x="101873" y="101901"/>
                </a:cubicBezTo>
                <a:cubicBezTo>
                  <a:pt x="115324" y="88450"/>
                  <a:pt x="131646" y="81729"/>
                  <a:pt x="150849" y="81729"/>
                </a:cubicBezTo>
                <a:cubicBezTo>
                  <a:pt x="170042" y="81729"/>
                  <a:pt x="186373" y="88441"/>
                  <a:pt x="199851" y="101873"/>
                </a:cubicBezTo>
                <a:cubicBezTo>
                  <a:pt x="213302" y="115324"/>
                  <a:pt x="220032" y="131646"/>
                  <a:pt x="220032" y="150849"/>
                </a:cubicBezTo>
                <a:cubicBezTo>
                  <a:pt x="220032" y="170042"/>
                  <a:pt x="213311" y="186373"/>
                  <a:pt x="199879" y="199851"/>
                </a:cubicBezTo>
                <a:cubicBezTo>
                  <a:pt x="186428" y="213302"/>
                  <a:pt x="170106" y="220032"/>
                  <a:pt x="150903" y="220032"/>
                </a:cubicBezTo>
                <a:cubicBezTo>
                  <a:pt x="131710" y="220032"/>
                  <a:pt x="115379" y="213311"/>
                  <a:pt x="101901" y="199879"/>
                </a:cubicBezTo>
                <a:close/>
                <a:moveTo>
                  <a:pt x="189756" y="189793"/>
                </a:moveTo>
                <a:cubicBezTo>
                  <a:pt x="200446" y="179122"/>
                  <a:pt x="205786" y="166165"/>
                  <a:pt x="205786" y="150903"/>
                </a:cubicBezTo>
                <a:cubicBezTo>
                  <a:pt x="205786" y="135651"/>
                  <a:pt x="200455" y="122694"/>
                  <a:pt x="189793" y="112023"/>
                </a:cubicBezTo>
                <a:cubicBezTo>
                  <a:pt x="179122" y="101343"/>
                  <a:pt x="166165" y="95994"/>
                  <a:pt x="150903" y="95994"/>
                </a:cubicBezTo>
                <a:cubicBezTo>
                  <a:pt x="135651" y="95994"/>
                  <a:pt x="122694" y="101325"/>
                  <a:pt x="112023" y="111996"/>
                </a:cubicBezTo>
                <a:cubicBezTo>
                  <a:pt x="101343" y="122658"/>
                  <a:pt x="95994" y="135624"/>
                  <a:pt x="95994" y="150876"/>
                </a:cubicBezTo>
                <a:cubicBezTo>
                  <a:pt x="95994" y="166128"/>
                  <a:pt x="101325" y="179094"/>
                  <a:pt x="111996" y="189756"/>
                </a:cubicBezTo>
                <a:cubicBezTo>
                  <a:pt x="122658" y="200446"/>
                  <a:pt x="135624" y="205786"/>
                  <a:pt x="150876" y="205786"/>
                </a:cubicBezTo>
                <a:cubicBezTo>
                  <a:pt x="166128" y="205786"/>
                  <a:pt x="179094" y="200455"/>
                  <a:pt x="189756" y="189793"/>
                </a:cubicBezTo>
                <a:close/>
                <a:moveTo>
                  <a:pt x="137608" y="164208"/>
                </a:moveTo>
                <a:cubicBezTo>
                  <a:pt x="133877" y="160450"/>
                  <a:pt x="132021" y="156006"/>
                  <a:pt x="132021" y="150876"/>
                </a:cubicBezTo>
                <a:cubicBezTo>
                  <a:pt x="132021" y="145746"/>
                  <a:pt x="133868" y="141311"/>
                  <a:pt x="137581" y="137581"/>
                </a:cubicBezTo>
                <a:cubicBezTo>
                  <a:pt x="141311" y="133868"/>
                  <a:pt x="145746" y="132021"/>
                  <a:pt x="150876" y="132021"/>
                </a:cubicBezTo>
                <a:cubicBezTo>
                  <a:pt x="156006" y="132021"/>
                  <a:pt x="160441" y="133868"/>
                  <a:pt x="164171" y="137581"/>
                </a:cubicBezTo>
                <a:cubicBezTo>
                  <a:pt x="167884" y="141311"/>
                  <a:pt x="169740" y="145746"/>
                  <a:pt x="169740" y="150876"/>
                </a:cubicBezTo>
                <a:cubicBezTo>
                  <a:pt x="169740" y="156006"/>
                  <a:pt x="167884" y="160441"/>
                  <a:pt x="164171" y="164171"/>
                </a:cubicBezTo>
                <a:cubicBezTo>
                  <a:pt x="160441" y="167884"/>
                  <a:pt x="156006" y="169740"/>
                  <a:pt x="150876" y="169740"/>
                </a:cubicBezTo>
                <a:cubicBezTo>
                  <a:pt x="145746" y="169740"/>
                  <a:pt x="141311" y="167884"/>
                  <a:pt x="137581" y="16417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1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421" y="163038"/>
                </a:moveTo>
                <a:lnTo>
                  <a:pt x="83421" y="253755"/>
                </a:lnTo>
                <a:cubicBezTo>
                  <a:pt x="83421" y="255767"/>
                  <a:pt x="82735" y="257468"/>
                  <a:pt x="81345" y="258848"/>
                </a:cubicBezTo>
                <a:cubicBezTo>
                  <a:pt x="79964" y="260211"/>
                  <a:pt x="78254" y="260887"/>
                  <a:pt x="76224" y="260887"/>
                </a:cubicBezTo>
                <a:cubicBezTo>
                  <a:pt x="74194" y="260887"/>
                  <a:pt x="72503" y="260211"/>
                  <a:pt x="71159" y="258848"/>
                </a:cubicBezTo>
                <a:cubicBezTo>
                  <a:pt x="69824" y="257486"/>
                  <a:pt x="69147" y="255785"/>
                  <a:pt x="69147" y="253755"/>
                </a:cubicBezTo>
                <a:lnTo>
                  <a:pt x="69147" y="65626"/>
                </a:lnTo>
                <a:cubicBezTo>
                  <a:pt x="69147" y="63057"/>
                  <a:pt x="70025" y="60899"/>
                  <a:pt x="71762" y="59153"/>
                </a:cubicBezTo>
                <a:cubicBezTo>
                  <a:pt x="73499" y="57415"/>
                  <a:pt x="75657" y="56546"/>
                  <a:pt x="78236" y="56546"/>
                </a:cubicBezTo>
                <a:lnTo>
                  <a:pt x="159773" y="56546"/>
                </a:lnTo>
                <a:cubicBezTo>
                  <a:pt x="161803" y="56546"/>
                  <a:pt x="163687" y="57205"/>
                  <a:pt x="165433" y="58531"/>
                </a:cubicBezTo>
                <a:cubicBezTo>
                  <a:pt x="167171" y="59847"/>
                  <a:pt x="168250" y="61621"/>
                  <a:pt x="168670" y="63843"/>
                </a:cubicBezTo>
                <a:lnTo>
                  <a:pt x="172812" y="83073"/>
                </a:lnTo>
                <a:lnTo>
                  <a:pt x="236153" y="83073"/>
                </a:lnTo>
                <a:cubicBezTo>
                  <a:pt x="238732" y="83073"/>
                  <a:pt x="240890" y="83942"/>
                  <a:pt x="242627" y="85688"/>
                </a:cubicBezTo>
                <a:cubicBezTo>
                  <a:pt x="244364" y="87426"/>
                  <a:pt x="245233" y="89565"/>
                  <a:pt x="245233" y="92098"/>
                </a:cubicBezTo>
                <a:lnTo>
                  <a:pt x="245233" y="180329"/>
                </a:lnTo>
                <a:cubicBezTo>
                  <a:pt x="245233" y="182798"/>
                  <a:pt x="244364" y="184928"/>
                  <a:pt x="242627" y="186711"/>
                </a:cubicBezTo>
                <a:cubicBezTo>
                  <a:pt x="240890" y="188467"/>
                  <a:pt x="238732" y="189345"/>
                  <a:pt x="236153" y="189345"/>
                </a:cubicBezTo>
                <a:lnTo>
                  <a:pt x="181426" y="189345"/>
                </a:lnTo>
                <a:cubicBezTo>
                  <a:pt x="179296" y="189345"/>
                  <a:pt x="177384" y="188723"/>
                  <a:pt x="175711" y="187461"/>
                </a:cubicBezTo>
                <a:cubicBezTo>
                  <a:pt x="174029" y="186208"/>
                  <a:pt x="172986" y="184471"/>
                  <a:pt x="172566" y="182249"/>
                </a:cubicBezTo>
                <a:lnTo>
                  <a:pt x="168286" y="163010"/>
                </a:lnTo>
                <a:lnTo>
                  <a:pt x="83421" y="163010"/>
                </a:lnTo>
                <a:close/>
                <a:moveTo>
                  <a:pt x="186300" y="175144"/>
                </a:moveTo>
                <a:lnTo>
                  <a:pt x="230904" y="175144"/>
                </a:lnTo>
                <a:lnTo>
                  <a:pt x="230904" y="97411"/>
                </a:lnTo>
                <a:lnTo>
                  <a:pt x="167911" y="97411"/>
                </a:lnTo>
                <a:cubicBezTo>
                  <a:pt x="165772" y="97411"/>
                  <a:pt x="163870" y="96753"/>
                  <a:pt x="162196" y="95427"/>
                </a:cubicBezTo>
                <a:cubicBezTo>
                  <a:pt x="160514" y="94110"/>
                  <a:pt x="159471" y="92336"/>
                  <a:pt x="159051" y="90114"/>
                </a:cubicBezTo>
                <a:lnTo>
                  <a:pt x="154771" y="70884"/>
                </a:lnTo>
                <a:lnTo>
                  <a:pt x="83421" y="70884"/>
                </a:lnTo>
                <a:lnTo>
                  <a:pt x="83421" y="148800"/>
                </a:lnTo>
                <a:lnTo>
                  <a:pt x="173261" y="148800"/>
                </a:lnTo>
                <a:cubicBezTo>
                  <a:pt x="175290" y="148800"/>
                  <a:pt x="177156" y="149431"/>
                  <a:pt x="178847" y="150684"/>
                </a:cubicBezTo>
                <a:cubicBezTo>
                  <a:pt x="180548" y="151946"/>
                  <a:pt x="181646" y="153683"/>
                  <a:pt x="182148" y="155905"/>
                </a:cubicBezTo>
                <a:lnTo>
                  <a:pt x="186300" y="175144"/>
                </a:lnTo>
                <a:close/>
                <a:moveTo>
                  <a:pt x="157167" y="12293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3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43477"/>
                </a:moveTo>
                <a:lnTo>
                  <a:pt x="143744" y="194914"/>
                </a:lnTo>
                <a:cubicBezTo>
                  <a:pt x="132030" y="193341"/>
                  <a:pt x="121752" y="188668"/>
                  <a:pt x="112910" y="180896"/>
                </a:cubicBezTo>
                <a:cubicBezTo>
                  <a:pt x="104059" y="173142"/>
                  <a:pt x="98335" y="163504"/>
                  <a:pt x="95710" y="151973"/>
                </a:cubicBezTo>
                <a:cubicBezTo>
                  <a:pt x="81336" y="150382"/>
                  <a:pt x="69129" y="144640"/>
                  <a:pt x="59098" y="134755"/>
                </a:cubicBezTo>
                <a:cubicBezTo>
                  <a:pt x="49039" y="124861"/>
                  <a:pt x="44010" y="112874"/>
                  <a:pt x="44010" y="98792"/>
                </a:cubicBezTo>
                <a:lnTo>
                  <a:pt x="44010" y="89081"/>
                </a:lnTo>
                <a:cubicBezTo>
                  <a:pt x="44010" y="84134"/>
                  <a:pt x="45793" y="79882"/>
                  <a:pt x="49378" y="76316"/>
                </a:cubicBezTo>
                <a:cubicBezTo>
                  <a:pt x="52962" y="72731"/>
                  <a:pt x="57214" y="70939"/>
                  <a:pt x="62143" y="70939"/>
                </a:cubicBezTo>
                <a:lnTo>
                  <a:pt x="93013" y="70939"/>
                </a:lnTo>
                <a:lnTo>
                  <a:pt x="93013" y="62143"/>
                </a:lnTo>
                <a:cubicBezTo>
                  <a:pt x="93013" y="57196"/>
                  <a:pt x="94805" y="52944"/>
                  <a:pt x="98380" y="49378"/>
                </a:cubicBezTo>
                <a:cubicBezTo>
                  <a:pt x="101965" y="45821"/>
                  <a:pt x="106217" y="44028"/>
                  <a:pt x="111145" y="44010"/>
                </a:cubicBezTo>
                <a:lnTo>
                  <a:pt x="190607" y="44010"/>
                </a:lnTo>
                <a:cubicBezTo>
                  <a:pt x="195554" y="44010"/>
                  <a:pt x="199806" y="45793"/>
                  <a:pt x="203372" y="49378"/>
                </a:cubicBezTo>
                <a:cubicBezTo>
                  <a:pt x="206956" y="52962"/>
                  <a:pt x="208739" y="57214"/>
                  <a:pt x="208739" y="62143"/>
                </a:cubicBezTo>
                <a:lnTo>
                  <a:pt x="208739" y="70939"/>
                </a:lnTo>
                <a:lnTo>
                  <a:pt x="239609" y="70939"/>
                </a:lnTo>
                <a:cubicBezTo>
                  <a:pt x="244556" y="70939"/>
                  <a:pt x="248808" y="72731"/>
                  <a:pt x="252374" y="76316"/>
                </a:cubicBezTo>
                <a:cubicBezTo>
                  <a:pt x="255931" y="79900"/>
                  <a:pt x="257724" y="84152"/>
                  <a:pt x="257751" y="89081"/>
                </a:cubicBezTo>
                <a:lnTo>
                  <a:pt x="257751" y="98792"/>
                </a:lnTo>
                <a:cubicBezTo>
                  <a:pt x="257751" y="112874"/>
                  <a:pt x="252731" y="124861"/>
                  <a:pt x="242691" y="134755"/>
                </a:cubicBezTo>
                <a:cubicBezTo>
                  <a:pt x="232651" y="144640"/>
                  <a:pt x="220444" y="150382"/>
                  <a:pt x="206069" y="151973"/>
                </a:cubicBezTo>
                <a:cubicBezTo>
                  <a:pt x="203454" y="163476"/>
                  <a:pt x="197721" y="173123"/>
                  <a:pt x="188878" y="180896"/>
                </a:cubicBezTo>
                <a:cubicBezTo>
                  <a:pt x="180036" y="188650"/>
                  <a:pt x="169758" y="193322"/>
                  <a:pt x="158045" y="194914"/>
                </a:cubicBezTo>
                <a:lnTo>
                  <a:pt x="158045" y="243477"/>
                </a:lnTo>
                <a:lnTo>
                  <a:pt x="193844" y="243477"/>
                </a:lnTo>
                <a:cubicBezTo>
                  <a:pt x="195874" y="243477"/>
                  <a:pt x="197574" y="244172"/>
                  <a:pt x="198937" y="245553"/>
                </a:cubicBezTo>
                <a:cubicBezTo>
                  <a:pt x="200299" y="246934"/>
                  <a:pt x="200976" y="248644"/>
                  <a:pt x="200976" y="250674"/>
                </a:cubicBezTo>
                <a:cubicBezTo>
                  <a:pt x="200976" y="252704"/>
                  <a:pt x="200299" y="254395"/>
                  <a:pt x="198937" y="255739"/>
                </a:cubicBezTo>
                <a:cubicBezTo>
                  <a:pt x="197574" y="257074"/>
                  <a:pt x="195874" y="257751"/>
                  <a:pt x="193844" y="257751"/>
                </a:cubicBezTo>
                <a:lnTo>
                  <a:pt x="107936" y="257751"/>
                </a:lnTo>
                <a:cubicBezTo>
                  <a:pt x="105906" y="257751"/>
                  <a:pt x="104205" y="257056"/>
                  <a:pt x="102852" y="255675"/>
                </a:cubicBezTo>
                <a:cubicBezTo>
                  <a:pt x="101489" y="254285"/>
                  <a:pt x="100803" y="252585"/>
                  <a:pt x="100803" y="250546"/>
                </a:cubicBezTo>
                <a:cubicBezTo>
                  <a:pt x="100803" y="248516"/>
                  <a:pt x="101489" y="246833"/>
                  <a:pt x="102852" y="245489"/>
                </a:cubicBezTo>
                <a:cubicBezTo>
                  <a:pt x="104205" y="244145"/>
                  <a:pt x="105906" y="243477"/>
                  <a:pt x="107936" y="243477"/>
                </a:cubicBezTo>
                <a:lnTo>
                  <a:pt x="143744" y="243477"/>
                </a:lnTo>
                <a:close/>
                <a:moveTo>
                  <a:pt x="93013" y="137014"/>
                </a:moveTo>
                <a:lnTo>
                  <a:pt x="93013" y="85213"/>
                </a:lnTo>
                <a:lnTo>
                  <a:pt x="62143" y="85213"/>
                </a:lnTo>
                <a:cubicBezTo>
                  <a:pt x="61009" y="85213"/>
                  <a:pt x="60085" y="85588"/>
                  <a:pt x="59372" y="86347"/>
                </a:cubicBezTo>
                <a:cubicBezTo>
                  <a:pt x="58640" y="87124"/>
                  <a:pt x="58275" y="88029"/>
                  <a:pt x="58275" y="89081"/>
                </a:cubicBezTo>
                <a:lnTo>
                  <a:pt x="58275" y="98792"/>
                </a:lnTo>
                <a:cubicBezTo>
                  <a:pt x="58275" y="108539"/>
                  <a:pt x="61585" y="116961"/>
                  <a:pt x="68205" y="124066"/>
                </a:cubicBezTo>
                <a:cubicBezTo>
                  <a:pt x="74834" y="131171"/>
                  <a:pt x="83101" y="135487"/>
                  <a:pt x="93013" y="137014"/>
                </a:cubicBezTo>
                <a:close/>
                <a:moveTo>
                  <a:pt x="181618" y="168414"/>
                </a:moveTo>
                <a:cubicBezTo>
                  <a:pt x="190021" y="159974"/>
                  <a:pt x="194219" y="149678"/>
                  <a:pt x="194219" y="137544"/>
                </a:cubicBezTo>
                <a:lnTo>
                  <a:pt x="194219" y="62143"/>
                </a:lnTo>
                <a:cubicBezTo>
                  <a:pt x="194219" y="61009"/>
                  <a:pt x="193844" y="60085"/>
                  <a:pt x="193094" y="59372"/>
                </a:cubicBezTo>
                <a:cubicBezTo>
                  <a:pt x="192317" y="58640"/>
                  <a:pt x="191402" y="58275"/>
                  <a:pt x="190360" y="58275"/>
                </a:cubicBezTo>
                <a:lnTo>
                  <a:pt x="111401" y="58275"/>
                </a:lnTo>
                <a:cubicBezTo>
                  <a:pt x="110350" y="58275"/>
                  <a:pt x="109435" y="58640"/>
                  <a:pt x="108658" y="59372"/>
                </a:cubicBezTo>
                <a:cubicBezTo>
                  <a:pt x="107908" y="60113"/>
                  <a:pt x="107533" y="61027"/>
                  <a:pt x="107533" y="62143"/>
                </a:cubicBezTo>
                <a:lnTo>
                  <a:pt x="107533" y="137544"/>
                </a:lnTo>
                <a:cubicBezTo>
                  <a:pt x="107533" y="149678"/>
                  <a:pt x="111749" y="159974"/>
                  <a:pt x="120198" y="168414"/>
                </a:cubicBezTo>
                <a:cubicBezTo>
                  <a:pt x="128647" y="176863"/>
                  <a:pt x="138888" y="181079"/>
                  <a:pt x="150940" y="181079"/>
                </a:cubicBezTo>
                <a:cubicBezTo>
                  <a:pt x="162992" y="181079"/>
                  <a:pt x="173215" y="176863"/>
                  <a:pt x="181618" y="168414"/>
                </a:cubicBezTo>
                <a:close/>
                <a:moveTo>
                  <a:pt x="208712" y="137014"/>
                </a:moveTo>
                <a:cubicBezTo>
                  <a:pt x="218624" y="135487"/>
                  <a:pt x="226890" y="131171"/>
                  <a:pt x="233510" y="124066"/>
                </a:cubicBezTo>
                <a:cubicBezTo>
                  <a:pt x="240131" y="116961"/>
                  <a:pt x="243441" y="108539"/>
                  <a:pt x="243441" y="98792"/>
                </a:cubicBezTo>
                <a:lnTo>
                  <a:pt x="243441" y="89081"/>
                </a:lnTo>
                <a:cubicBezTo>
                  <a:pt x="243441" y="88029"/>
                  <a:pt x="243075" y="87124"/>
                  <a:pt x="242343" y="86347"/>
                </a:cubicBezTo>
                <a:cubicBezTo>
                  <a:pt x="241612" y="85588"/>
                  <a:pt x="240688" y="85213"/>
                  <a:pt x="239582" y="85213"/>
                </a:cubicBezTo>
                <a:lnTo>
                  <a:pt x="208712" y="85213"/>
                </a:lnTo>
                <a:lnTo>
                  <a:pt x="208712" y="137014"/>
                </a:lnTo>
                <a:close/>
                <a:moveTo>
                  <a:pt x="150876" y="11960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5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196" y="221257"/>
                </a:moveTo>
                <a:lnTo>
                  <a:pt x="150876" y="193149"/>
                </a:lnTo>
                <a:lnTo>
                  <a:pt x="197556" y="221568"/>
                </a:lnTo>
                <a:lnTo>
                  <a:pt x="185203" y="168387"/>
                </a:lnTo>
                <a:lnTo>
                  <a:pt x="226287" y="132707"/>
                </a:lnTo>
                <a:lnTo>
                  <a:pt x="172090" y="127934"/>
                </a:lnTo>
                <a:lnTo>
                  <a:pt x="150876" y="77925"/>
                </a:lnTo>
                <a:lnTo>
                  <a:pt x="129662" y="127614"/>
                </a:lnTo>
                <a:lnTo>
                  <a:pt x="75465" y="132396"/>
                </a:lnTo>
                <a:lnTo>
                  <a:pt x="116549" y="168167"/>
                </a:lnTo>
                <a:lnTo>
                  <a:pt x="104196" y="221221"/>
                </a:lnTo>
                <a:close/>
                <a:moveTo>
                  <a:pt x="150876" y="209809"/>
                </a:moveTo>
                <a:lnTo>
                  <a:pt x="97374" y="242124"/>
                </a:lnTo>
                <a:cubicBezTo>
                  <a:pt x="96012" y="242855"/>
                  <a:pt x="94631" y="243185"/>
                  <a:pt x="93232" y="243102"/>
                </a:cubicBezTo>
                <a:cubicBezTo>
                  <a:pt x="91824" y="243038"/>
                  <a:pt x="90544" y="242599"/>
                  <a:pt x="89392" y="241777"/>
                </a:cubicBezTo>
                <a:cubicBezTo>
                  <a:pt x="88240" y="240963"/>
                  <a:pt x="87380" y="239902"/>
                  <a:pt x="86813" y="238604"/>
                </a:cubicBezTo>
                <a:cubicBezTo>
                  <a:pt x="86255" y="237287"/>
                  <a:pt x="86173" y="235815"/>
                  <a:pt x="86594" y="234205"/>
                </a:cubicBezTo>
                <a:lnTo>
                  <a:pt x="100675" y="173379"/>
                </a:lnTo>
                <a:lnTo>
                  <a:pt x="53593" y="132332"/>
                </a:lnTo>
                <a:cubicBezTo>
                  <a:pt x="52313" y="131262"/>
                  <a:pt x="51517" y="130037"/>
                  <a:pt x="51206" y="128656"/>
                </a:cubicBezTo>
                <a:cubicBezTo>
                  <a:pt x="50886" y="127266"/>
                  <a:pt x="50923" y="125931"/>
                  <a:pt x="51298" y="124633"/>
                </a:cubicBezTo>
                <a:cubicBezTo>
                  <a:pt x="51673" y="123334"/>
                  <a:pt x="52423" y="122237"/>
                  <a:pt x="53529" y="121359"/>
                </a:cubicBezTo>
                <a:cubicBezTo>
                  <a:pt x="54645" y="120481"/>
                  <a:pt x="55998" y="119978"/>
                  <a:pt x="57616" y="119850"/>
                </a:cubicBezTo>
                <a:lnTo>
                  <a:pt x="119914" y="114355"/>
                </a:lnTo>
                <a:lnTo>
                  <a:pt x="144146" y="56803"/>
                </a:lnTo>
                <a:cubicBezTo>
                  <a:pt x="144823" y="55394"/>
                  <a:pt x="145774" y="54325"/>
                  <a:pt x="147008" y="53593"/>
                </a:cubicBezTo>
                <a:cubicBezTo>
                  <a:pt x="148224" y="52861"/>
                  <a:pt x="149514" y="52496"/>
                  <a:pt x="150876" y="52496"/>
                </a:cubicBezTo>
                <a:cubicBezTo>
                  <a:pt x="152238" y="52496"/>
                  <a:pt x="153528" y="52861"/>
                  <a:pt x="154744" y="53593"/>
                </a:cubicBezTo>
                <a:cubicBezTo>
                  <a:pt x="155978" y="54325"/>
                  <a:pt x="156929" y="55394"/>
                  <a:pt x="157606" y="56803"/>
                </a:cubicBezTo>
                <a:lnTo>
                  <a:pt x="181838" y="114355"/>
                </a:lnTo>
                <a:lnTo>
                  <a:pt x="244136" y="119850"/>
                </a:lnTo>
                <a:cubicBezTo>
                  <a:pt x="245754" y="119978"/>
                  <a:pt x="247107" y="120481"/>
                  <a:pt x="248223" y="121359"/>
                </a:cubicBezTo>
                <a:cubicBezTo>
                  <a:pt x="249329" y="122237"/>
                  <a:pt x="250079" y="123334"/>
                  <a:pt x="250454" y="124633"/>
                </a:cubicBezTo>
                <a:cubicBezTo>
                  <a:pt x="250829" y="125949"/>
                  <a:pt x="250866" y="127294"/>
                  <a:pt x="250546" y="128656"/>
                </a:cubicBezTo>
                <a:cubicBezTo>
                  <a:pt x="250235" y="130037"/>
                  <a:pt x="249439" y="131262"/>
                  <a:pt x="248159" y="132332"/>
                </a:cubicBezTo>
                <a:lnTo>
                  <a:pt x="201077" y="173416"/>
                </a:lnTo>
                <a:lnTo>
                  <a:pt x="215250" y="234233"/>
                </a:lnTo>
                <a:cubicBezTo>
                  <a:pt x="215588" y="235851"/>
                  <a:pt x="215469" y="237314"/>
                  <a:pt x="214902" y="238640"/>
                </a:cubicBezTo>
                <a:cubicBezTo>
                  <a:pt x="214335" y="239957"/>
                  <a:pt x="213476" y="241018"/>
                  <a:pt x="212324" y="241813"/>
                </a:cubicBezTo>
                <a:cubicBezTo>
                  <a:pt x="211172" y="242609"/>
                  <a:pt x="209891" y="243048"/>
                  <a:pt x="208492" y="243130"/>
                </a:cubicBezTo>
                <a:cubicBezTo>
                  <a:pt x="207084" y="243194"/>
                  <a:pt x="205703" y="242865"/>
                  <a:pt x="204341" y="242161"/>
                </a:cubicBezTo>
                <a:lnTo>
                  <a:pt x="150876" y="209809"/>
                </a:lnTo>
                <a:close/>
                <a:moveTo>
                  <a:pt x="150876" y="15279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7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482" y="170490"/>
                </a:moveTo>
                <a:lnTo>
                  <a:pt x="142857" y="178473"/>
                </a:lnTo>
                <a:cubicBezTo>
                  <a:pt x="142921" y="179771"/>
                  <a:pt x="143387" y="180813"/>
                  <a:pt x="144247" y="181582"/>
                </a:cubicBezTo>
                <a:cubicBezTo>
                  <a:pt x="145079" y="182359"/>
                  <a:pt x="146112" y="182752"/>
                  <a:pt x="147328" y="182752"/>
                </a:cubicBezTo>
                <a:lnTo>
                  <a:pt x="153921" y="182752"/>
                </a:lnTo>
                <a:cubicBezTo>
                  <a:pt x="155119" y="182752"/>
                  <a:pt x="156134" y="182359"/>
                  <a:pt x="156975" y="181582"/>
                </a:cubicBezTo>
                <a:cubicBezTo>
                  <a:pt x="157816" y="180813"/>
                  <a:pt x="158273" y="179771"/>
                  <a:pt x="158356" y="178473"/>
                </a:cubicBezTo>
                <a:lnTo>
                  <a:pt x="158859" y="170490"/>
                </a:lnTo>
                <a:cubicBezTo>
                  <a:pt x="161940" y="169987"/>
                  <a:pt x="164866" y="168935"/>
                  <a:pt x="167628" y="167344"/>
                </a:cubicBezTo>
                <a:cubicBezTo>
                  <a:pt x="170398" y="165753"/>
                  <a:pt x="172776" y="163824"/>
                  <a:pt x="174769" y="161565"/>
                </a:cubicBezTo>
                <a:lnTo>
                  <a:pt x="182368" y="164455"/>
                </a:lnTo>
                <a:cubicBezTo>
                  <a:pt x="183419" y="164875"/>
                  <a:pt x="184453" y="164912"/>
                  <a:pt x="185486" y="164583"/>
                </a:cubicBezTo>
                <a:cubicBezTo>
                  <a:pt x="186510" y="164245"/>
                  <a:pt x="187324" y="163577"/>
                  <a:pt x="187937" y="162571"/>
                </a:cubicBezTo>
                <a:lnTo>
                  <a:pt x="191082" y="157167"/>
                </a:lnTo>
                <a:cubicBezTo>
                  <a:pt x="191667" y="156216"/>
                  <a:pt x="191878" y="155229"/>
                  <a:pt x="191704" y="154177"/>
                </a:cubicBezTo>
                <a:cubicBezTo>
                  <a:pt x="191539" y="153125"/>
                  <a:pt x="191027" y="152211"/>
                  <a:pt x="190168" y="151406"/>
                </a:cubicBezTo>
                <a:lnTo>
                  <a:pt x="184636" y="147045"/>
                </a:lnTo>
                <a:cubicBezTo>
                  <a:pt x="185934" y="143607"/>
                  <a:pt x="186583" y="140050"/>
                  <a:pt x="186583" y="136383"/>
                </a:cubicBezTo>
                <a:cubicBezTo>
                  <a:pt x="186583" y="132743"/>
                  <a:pt x="185934" y="129205"/>
                  <a:pt x="184636" y="125794"/>
                </a:cubicBezTo>
                <a:lnTo>
                  <a:pt x="190168" y="121551"/>
                </a:lnTo>
                <a:cubicBezTo>
                  <a:pt x="191046" y="120692"/>
                  <a:pt x="191558" y="119722"/>
                  <a:pt x="191704" y="118662"/>
                </a:cubicBezTo>
                <a:cubicBezTo>
                  <a:pt x="191878" y="117610"/>
                  <a:pt x="191667" y="116595"/>
                  <a:pt x="191082" y="115608"/>
                </a:cubicBezTo>
                <a:lnTo>
                  <a:pt x="187900" y="110359"/>
                </a:lnTo>
                <a:cubicBezTo>
                  <a:pt x="187297" y="109371"/>
                  <a:pt x="186483" y="108695"/>
                  <a:pt x="185449" y="108320"/>
                </a:cubicBezTo>
                <a:cubicBezTo>
                  <a:pt x="184425" y="107936"/>
                  <a:pt x="183392" y="108000"/>
                  <a:pt x="182341" y="108503"/>
                </a:cubicBezTo>
                <a:lnTo>
                  <a:pt x="174733" y="111273"/>
                </a:lnTo>
                <a:cubicBezTo>
                  <a:pt x="172657" y="109088"/>
                  <a:pt x="170225" y="107241"/>
                  <a:pt x="167445" y="105705"/>
                </a:cubicBezTo>
                <a:cubicBezTo>
                  <a:pt x="164656" y="104178"/>
                  <a:pt x="161785" y="103099"/>
                  <a:pt x="158831" y="102468"/>
                </a:cubicBezTo>
                <a:lnTo>
                  <a:pt x="158328" y="94357"/>
                </a:lnTo>
                <a:cubicBezTo>
                  <a:pt x="158246" y="93104"/>
                  <a:pt x="157780" y="92080"/>
                  <a:pt x="156938" y="91275"/>
                </a:cubicBezTo>
                <a:cubicBezTo>
                  <a:pt x="156106" y="90480"/>
                  <a:pt x="155091" y="90087"/>
                  <a:pt x="153894" y="90087"/>
                </a:cubicBezTo>
                <a:lnTo>
                  <a:pt x="147383" y="90087"/>
                </a:lnTo>
                <a:cubicBezTo>
                  <a:pt x="146176" y="90087"/>
                  <a:pt x="145124" y="90480"/>
                  <a:pt x="144247" y="91275"/>
                </a:cubicBezTo>
                <a:cubicBezTo>
                  <a:pt x="143387" y="92080"/>
                  <a:pt x="142912" y="93104"/>
                  <a:pt x="142829" y="94357"/>
                </a:cubicBezTo>
                <a:lnTo>
                  <a:pt x="142454" y="102468"/>
                </a:lnTo>
                <a:cubicBezTo>
                  <a:pt x="139409" y="103099"/>
                  <a:pt x="136502" y="104178"/>
                  <a:pt x="133713" y="105705"/>
                </a:cubicBezTo>
                <a:cubicBezTo>
                  <a:pt x="130924" y="107241"/>
                  <a:pt x="128491" y="109088"/>
                  <a:pt x="126425" y="111273"/>
                </a:cubicBezTo>
                <a:lnTo>
                  <a:pt x="118817" y="108503"/>
                </a:lnTo>
                <a:cubicBezTo>
                  <a:pt x="117766" y="108000"/>
                  <a:pt x="116723" y="107954"/>
                  <a:pt x="115672" y="108347"/>
                </a:cubicBezTo>
                <a:cubicBezTo>
                  <a:pt x="114620" y="108750"/>
                  <a:pt x="113806" y="109399"/>
                  <a:pt x="113221" y="110295"/>
                </a:cubicBezTo>
                <a:lnTo>
                  <a:pt x="110075" y="115672"/>
                </a:lnTo>
                <a:cubicBezTo>
                  <a:pt x="109573" y="116613"/>
                  <a:pt x="109399" y="117610"/>
                  <a:pt x="109545" y="118662"/>
                </a:cubicBezTo>
                <a:cubicBezTo>
                  <a:pt x="109710" y="119704"/>
                  <a:pt x="110222" y="120673"/>
                  <a:pt x="111081" y="121551"/>
                </a:cubicBezTo>
                <a:lnTo>
                  <a:pt x="116613" y="125794"/>
                </a:lnTo>
                <a:cubicBezTo>
                  <a:pt x="115251" y="129232"/>
                  <a:pt x="114574" y="132780"/>
                  <a:pt x="114574" y="136447"/>
                </a:cubicBezTo>
                <a:cubicBezTo>
                  <a:pt x="114574" y="140095"/>
                  <a:pt x="115251" y="143625"/>
                  <a:pt x="116613" y="147045"/>
                </a:cubicBezTo>
                <a:lnTo>
                  <a:pt x="111081" y="151406"/>
                </a:lnTo>
                <a:cubicBezTo>
                  <a:pt x="110203" y="152211"/>
                  <a:pt x="109691" y="153125"/>
                  <a:pt x="109545" y="154177"/>
                </a:cubicBezTo>
                <a:cubicBezTo>
                  <a:pt x="109371" y="155229"/>
                  <a:pt x="109554" y="156216"/>
                  <a:pt x="110075" y="157167"/>
                </a:cubicBezTo>
                <a:lnTo>
                  <a:pt x="113248" y="162571"/>
                </a:lnTo>
                <a:cubicBezTo>
                  <a:pt x="113861" y="163577"/>
                  <a:pt x="114675" y="164245"/>
                  <a:pt x="115699" y="164583"/>
                </a:cubicBezTo>
                <a:cubicBezTo>
                  <a:pt x="116732" y="164912"/>
                  <a:pt x="117766" y="164875"/>
                  <a:pt x="118817" y="164455"/>
                </a:cubicBezTo>
                <a:lnTo>
                  <a:pt x="126425" y="161565"/>
                </a:lnTo>
                <a:cubicBezTo>
                  <a:pt x="128409" y="163824"/>
                  <a:pt x="130787" y="165753"/>
                  <a:pt x="133557" y="167344"/>
                </a:cubicBezTo>
                <a:cubicBezTo>
                  <a:pt x="136319" y="168935"/>
                  <a:pt x="139291" y="169987"/>
                  <a:pt x="142454" y="170490"/>
                </a:cubicBezTo>
                <a:close/>
                <a:moveTo>
                  <a:pt x="134033" y="153107"/>
                </a:moveTo>
                <a:cubicBezTo>
                  <a:pt x="129506" y="148535"/>
                  <a:pt x="127239" y="142985"/>
                  <a:pt x="127239" y="136447"/>
                </a:cubicBezTo>
                <a:cubicBezTo>
                  <a:pt x="127239" y="129927"/>
                  <a:pt x="129506" y="124395"/>
                  <a:pt x="134033" y="119850"/>
                </a:cubicBezTo>
                <a:cubicBezTo>
                  <a:pt x="138559" y="115306"/>
                  <a:pt x="144073" y="113029"/>
                  <a:pt x="150593" y="113029"/>
                </a:cubicBezTo>
                <a:cubicBezTo>
                  <a:pt x="157112" y="113029"/>
                  <a:pt x="162672" y="115297"/>
                  <a:pt x="167280" y="119823"/>
                </a:cubicBezTo>
                <a:cubicBezTo>
                  <a:pt x="171871" y="124349"/>
                  <a:pt x="174166" y="129872"/>
                  <a:pt x="174166" y="136383"/>
                </a:cubicBezTo>
                <a:cubicBezTo>
                  <a:pt x="174166" y="142921"/>
                  <a:pt x="171880" y="148489"/>
                  <a:pt x="167317" y="153080"/>
                </a:cubicBezTo>
                <a:cubicBezTo>
                  <a:pt x="162745" y="157670"/>
                  <a:pt x="157195" y="159956"/>
                  <a:pt x="150657" y="159956"/>
                </a:cubicBezTo>
                <a:cubicBezTo>
                  <a:pt x="144137" y="159956"/>
                  <a:pt x="138605" y="157679"/>
                  <a:pt x="134060" y="153107"/>
                </a:cubicBezTo>
                <a:close/>
                <a:moveTo>
                  <a:pt x="81729" y="219648"/>
                </a:moveTo>
                <a:cubicBezTo>
                  <a:pt x="69778" y="208758"/>
                  <a:pt x="60506" y="196267"/>
                  <a:pt x="53904" y="182185"/>
                </a:cubicBezTo>
                <a:cubicBezTo>
                  <a:pt x="47302" y="168103"/>
                  <a:pt x="44010" y="153445"/>
                  <a:pt x="44010" y="138212"/>
                </a:cubicBezTo>
                <a:cubicBezTo>
                  <a:pt x="44010" y="108539"/>
                  <a:pt x="54398" y="83329"/>
                  <a:pt x="75191" y="62582"/>
                </a:cubicBezTo>
                <a:cubicBezTo>
                  <a:pt x="95957" y="41816"/>
                  <a:pt x="121185" y="31437"/>
                  <a:pt x="150876" y="31437"/>
                </a:cubicBezTo>
                <a:cubicBezTo>
                  <a:pt x="175290" y="31437"/>
                  <a:pt x="197126" y="38734"/>
                  <a:pt x="216384" y="53337"/>
                </a:cubicBezTo>
                <a:cubicBezTo>
                  <a:pt x="235641" y="67949"/>
                  <a:pt x="248141" y="86877"/>
                  <a:pt x="253883" y="110139"/>
                </a:cubicBezTo>
                <a:lnTo>
                  <a:pt x="269282" y="171148"/>
                </a:lnTo>
                <a:cubicBezTo>
                  <a:pt x="270013" y="174001"/>
                  <a:pt x="269501" y="176580"/>
                  <a:pt x="267745" y="178884"/>
                </a:cubicBezTo>
                <a:cubicBezTo>
                  <a:pt x="265981" y="181170"/>
                  <a:pt x="263576" y="182313"/>
                  <a:pt x="260513" y="182313"/>
                </a:cubicBezTo>
                <a:lnTo>
                  <a:pt x="232605" y="182313"/>
                </a:lnTo>
                <a:lnTo>
                  <a:pt x="232605" y="227036"/>
                </a:lnTo>
                <a:cubicBezTo>
                  <a:pt x="232605" y="231965"/>
                  <a:pt x="230813" y="236217"/>
                  <a:pt x="227228" y="239801"/>
                </a:cubicBezTo>
                <a:cubicBezTo>
                  <a:pt x="223644" y="243386"/>
                  <a:pt x="219392" y="245178"/>
                  <a:pt x="214463" y="245178"/>
                </a:cubicBezTo>
                <a:lnTo>
                  <a:pt x="182313" y="245178"/>
                </a:lnTo>
                <a:lnTo>
                  <a:pt x="182313" y="263183"/>
                </a:lnTo>
                <a:cubicBezTo>
                  <a:pt x="182313" y="265194"/>
                  <a:pt x="181618" y="266895"/>
                  <a:pt x="180237" y="268276"/>
                </a:cubicBezTo>
                <a:cubicBezTo>
                  <a:pt x="178847" y="269638"/>
                  <a:pt x="177147" y="270324"/>
                  <a:pt x="175108" y="270324"/>
                </a:cubicBezTo>
                <a:cubicBezTo>
                  <a:pt x="173078" y="270324"/>
                  <a:pt x="171395" y="269638"/>
                  <a:pt x="170051" y="268276"/>
                </a:cubicBezTo>
                <a:cubicBezTo>
                  <a:pt x="168707" y="266913"/>
                  <a:pt x="168039" y="265213"/>
                  <a:pt x="168039" y="263183"/>
                </a:cubicBezTo>
                <a:lnTo>
                  <a:pt x="168039" y="240021"/>
                </a:lnTo>
                <a:cubicBezTo>
                  <a:pt x="168039" y="237397"/>
                  <a:pt x="168908" y="235220"/>
                  <a:pt x="170645" y="233483"/>
                </a:cubicBezTo>
                <a:cubicBezTo>
                  <a:pt x="172383" y="231746"/>
                  <a:pt x="174541" y="230868"/>
                  <a:pt x="177119" y="230868"/>
                </a:cubicBezTo>
                <a:lnTo>
                  <a:pt x="214463" y="230868"/>
                </a:lnTo>
                <a:cubicBezTo>
                  <a:pt x="215597" y="230868"/>
                  <a:pt x="216521" y="230502"/>
                  <a:pt x="217234" y="229770"/>
                </a:cubicBezTo>
                <a:cubicBezTo>
                  <a:pt x="217938" y="229039"/>
                  <a:pt x="218313" y="228115"/>
                  <a:pt x="218331" y="227009"/>
                </a:cubicBezTo>
                <a:lnTo>
                  <a:pt x="218331" y="177092"/>
                </a:lnTo>
                <a:cubicBezTo>
                  <a:pt x="218331" y="174513"/>
                  <a:pt x="219200" y="172355"/>
                  <a:pt x="220937" y="170618"/>
                </a:cubicBezTo>
                <a:cubicBezTo>
                  <a:pt x="222675" y="168881"/>
                  <a:pt x="224833" y="168003"/>
                  <a:pt x="227411" y="168003"/>
                </a:cubicBezTo>
                <a:lnTo>
                  <a:pt x="253691" y="168003"/>
                </a:lnTo>
                <a:lnTo>
                  <a:pt x="240149" y="113504"/>
                </a:lnTo>
                <a:cubicBezTo>
                  <a:pt x="235202" y="93424"/>
                  <a:pt x="224357" y="77102"/>
                  <a:pt x="207615" y="64529"/>
                </a:cubicBezTo>
                <a:cubicBezTo>
                  <a:pt x="190890" y="51956"/>
                  <a:pt x="171980" y="45674"/>
                  <a:pt x="150876" y="45674"/>
                </a:cubicBezTo>
                <a:cubicBezTo>
                  <a:pt x="125145" y="45674"/>
                  <a:pt x="103272" y="54581"/>
                  <a:pt x="85277" y="72393"/>
                </a:cubicBezTo>
                <a:cubicBezTo>
                  <a:pt x="67272" y="90196"/>
                  <a:pt x="58275" y="111941"/>
                  <a:pt x="58275" y="137608"/>
                </a:cubicBezTo>
                <a:cubicBezTo>
                  <a:pt x="58275" y="150922"/>
                  <a:pt x="60990" y="163522"/>
                  <a:pt x="66413" y="175428"/>
                </a:cubicBezTo>
                <a:cubicBezTo>
                  <a:pt x="71844" y="187306"/>
                  <a:pt x="79507" y="197849"/>
                  <a:pt x="89392" y="207048"/>
                </a:cubicBezTo>
                <a:lnTo>
                  <a:pt x="95966" y="213302"/>
                </a:lnTo>
                <a:lnTo>
                  <a:pt x="95966" y="263155"/>
                </a:lnTo>
                <a:cubicBezTo>
                  <a:pt x="95966" y="265167"/>
                  <a:pt x="95271" y="266858"/>
                  <a:pt x="93891" y="268248"/>
                </a:cubicBezTo>
                <a:cubicBezTo>
                  <a:pt x="92510" y="269611"/>
                  <a:pt x="90800" y="270287"/>
                  <a:pt x="88761" y="270287"/>
                </a:cubicBezTo>
                <a:cubicBezTo>
                  <a:pt x="86731" y="270287"/>
                  <a:pt x="85048" y="269611"/>
                  <a:pt x="83704" y="268248"/>
                </a:cubicBezTo>
                <a:cubicBezTo>
                  <a:pt x="82360" y="266886"/>
                  <a:pt x="81692" y="265185"/>
                  <a:pt x="81692" y="263155"/>
                </a:cubicBezTo>
                <a:lnTo>
                  <a:pt x="81692" y="219621"/>
                </a:lnTo>
                <a:close/>
                <a:moveTo>
                  <a:pt x="155969" y="158008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69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07" y="148992"/>
                </a:moveTo>
                <a:cubicBezTo>
                  <a:pt x="97694" y="140964"/>
                  <a:pt x="102093" y="133082"/>
                  <a:pt x="106811" y="125355"/>
                </a:cubicBezTo>
                <a:cubicBezTo>
                  <a:pt x="111520" y="117619"/>
                  <a:pt x="116559" y="110203"/>
                  <a:pt x="121926" y="103099"/>
                </a:cubicBezTo>
                <a:lnTo>
                  <a:pt x="98289" y="98325"/>
                </a:lnTo>
                <a:cubicBezTo>
                  <a:pt x="97640" y="98152"/>
                  <a:pt x="97009" y="98170"/>
                  <a:pt x="96405" y="98380"/>
                </a:cubicBezTo>
                <a:cubicBezTo>
                  <a:pt x="95793" y="98591"/>
                  <a:pt x="95253" y="98938"/>
                  <a:pt x="94768" y="99423"/>
                </a:cubicBezTo>
                <a:lnTo>
                  <a:pt x="60506" y="133557"/>
                </a:lnTo>
                <a:cubicBezTo>
                  <a:pt x="60277" y="133786"/>
                  <a:pt x="60195" y="134088"/>
                  <a:pt x="60259" y="134472"/>
                </a:cubicBezTo>
                <a:cubicBezTo>
                  <a:pt x="60341" y="134828"/>
                  <a:pt x="60542" y="135048"/>
                  <a:pt x="60853" y="135130"/>
                </a:cubicBezTo>
                <a:lnTo>
                  <a:pt x="93607" y="148992"/>
                </a:lnTo>
                <a:close/>
                <a:moveTo>
                  <a:pt x="248945" y="50319"/>
                </a:moveTo>
                <a:cubicBezTo>
                  <a:pt x="227091" y="51682"/>
                  <a:pt x="208117" y="56135"/>
                  <a:pt x="192024" y="63679"/>
                </a:cubicBezTo>
                <a:cubicBezTo>
                  <a:pt x="175931" y="71223"/>
                  <a:pt x="160230" y="82643"/>
                  <a:pt x="144932" y="97941"/>
                </a:cubicBezTo>
                <a:cubicBezTo>
                  <a:pt x="137562" y="105321"/>
                  <a:pt x="130412" y="114190"/>
                  <a:pt x="123499" y="124569"/>
                </a:cubicBezTo>
                <a:cubicBezTo>
                  <a:pt x="116586" y="134920"/>
                  <a:pt x="110441" y="145947"/>
                  <a:pt x="105083" y="157670"/>
                </a:cubicBezTo>
                <a:lnTo>
                  <a:pt x="145060" y="197776"/>
                </a:lnTo>
                <a:cubicBezTo>
                  <a:pt x="156774" y="192326"/>
                  <a:pt x="167829" y="186144"/>
                  <a:pt x="178226" y="179232"/>
                </a:cubicBezTo>
                <a:cubicBezTo>
                  <a:pt x="188613" y="172310"/>
                  <a:pt x="197501" y="165168"/>
                  <a:pt x="204880" y="157789"/>
                </a:cubicBezTo>
                <a:cubicBezTo>
                  <a:pt x="220178" y="142491"/>
                  <a:pt x="231590" y="126855"/>
                  <a:pt x="239143" y="110862"/>
                </a:cubicBezTo>
                <a:cubicBezTo>
                  <a:pt x="246687" y="94878"/>
                  <a:pt x="251131" y="75950"/>
                  <a:pt x="252493" y="54096"/>
                </a:cubicBezTo>
                <a:cubicBezTo>
                  <a:pt x="252493" y="53639"/>
                  <a:pt x="252438" y="53145"/>
                  <a:pt x="252310" y="52615"/>
                </a:cubicBezTo>
                <a:cubicBezTo>
                  <a:pt x="252182" y="52112"/>
                  <a:pt x="251954" y="51654"/>
                  <a:pt x="251615" y="51234"/>
                </a:cubicBezTo>
                <a:cubicBezTo>
                  <a:pt x="251286" y="50896"/>
                  <a:pt x="250893" y="50667"/>
                  <a:pt x="250454" y="50539"/>
                </a:cubicBezTo>
                <a:cubicBezTo>
                  <a:pt x="250015" y="50420"/>
                  <a:pt x="249521" y="50356"/>
                  <a:pt x="248973" y="50356"/>
                </a:cubicBezTo>
                <a:close/>
                <a:moveTo>
                  <a:pt x="171185" y="112343"/>
                </a:moveTo>
                <a:cubicBezTo>
                  <a:pt x="171185" y="106848"/>
                  <a:pt x="173078" y="102212"/>
                  <a:pt x="176872" y="98417"/>
                </a:cubicBezTo>
                <a:cubicBezTo>
                  <a:pt x="180667" y="94622"/>
                  <a:pt x="185303" y="92729"/>
                  <a:pt x="190799" y="92729"/>
                </a:cubicBezTo>
                <a:cubicBezTo>
                  <a:pt x="196285" y="92729"/>
                  <a:pt x="200930" y="94622"/>
                  <a:pt x="204716" y="98417"/>
                </a:cubicBezTo>
                <a:cubicBezTo>
                  <a:pt x="208511" y="102212"/>
                  <a:pt x="210413" y="106848"/>
                  <a:pt x="210413" y="112343"/>
                </a:cubicBezTo>
                <a:cubicBezTo>
                  <a:pt x="210413" y="117830"/>
                  <a:pt x="208511" y="122447"/>
                  <a:pt x="204716" y="126205"/>
                </a:cubicBezTo>
                <a:cubicBezTo>
                  <a:pt x="200930" y="129955"/>
                  <a:pt x="196285" y="131829"/>
                  <a:pt x="190799" y="131829"/>
                </a:cubicBezTo>
                <a:cubicBezTo>
                  <a:pt x="185303" y="131829"/>
                  <a:pt x="180667" y="129955"/>
                  <a:pt x="176872" y="126205"/>
                </a:cubicBezTo>
                <a:cubicBezTo>
                  <a:pt x="173078" y="122447"/>
                  <a:pt x="171185" y="117830"/>
                  <a:pt x="171185" y="112343"/>
                </a:cubicBezTo>
                <a:close/>
                <a:moveTo>
                  <a:pt x="153701" y="209407"/>
                </a:moveTo>
                <a:lnTo>
                  <a:pt x="167600" y="241932"/>
                </a:lnTo>
                <a:cubicBezTo>
                  <a:pt x="167683" y="242252"/>
                  <a:pt x="167902" y="242426"/>
                  <a:pt x="168259" y="242471"/>
                </a:cubicBezTo>
                <a:cubicBezTo>
                  <a:pt x="168615" y="242508"/>
                  <a:pt x="168917" y="242407"/>
                  <a:pt x="169173" y="242161"/>
                </a:cubicBezTo>
                <a:lnTo>
                  <a:pt x="203308" y="208145"/>
                </a:lnTo>
                <a:cubicBezTo>
                  <a:pt x="203783" y="207660"/>
                  <a:pt x="204131" y="207102"/>
                  <a:pt x="204341" y="206444"/>
                </a:cubicBezTo>
                <a:cubicBezTo>
                  <a:pt x="204551" y="205795"/>
                  <a:pt x="204570" y="205191"/>
                  <a:pt x="204405" y="204624"/>
                </a:cubicBezTo>
                <a:lnTo>
                  <a:pt x="199815" y="180896"/>
                </a:lnTo>
                <a:cubicBezTo>
                  <a:pt x="192710" y="186282"/>
                  <a:pt x="185276" y="191375"/>
                  <a:pt x="177503" y="196166"/>
                </a:cubicBezTo>
                <a:cubicBezTo>
                  <a:pt x="169749" y="200967"/>
                  <a:pt x="161812" y="205383"/>
                  <a:pt x="153701" y="209407"/>
                </a:cubicBezTo>
                <a:close/>
                <a:moveTo>
                  <a:pt x="267078" y="45071"/>
                </a:moveTo>
                <a:cubicBezTo>
                  <a:pt x="267060" y="69339"/>
                  <a:pt x="262817" y="91458"/>
                  <a:pt x="254350" y="111429"/>
                </a:cubicBezTo>
                <a:cubicBezTo>
                  <a:pt x="245882" y="131399"/>
                  <a:pt x="232898" y="150181"/>
                  <a:pt x="215378" y="167783"/>
                </a:cubicBezTo>
                <a:cubicBezTo>
                  <a:pt x="214847" y="168231"/>
                  <a:pt x="214317" y="168689"/>
                  <a:pt x="213768" y="169173"/>
                </a:cubicBezTo>
                <a:cubicBezTo>
                  <a:pt x="213247" y="169630"/>
                  <a:pt x="212717" y="170088"/>
                  <a:pt x="212168" y="170554"/>
                </a:cubicBezTo>
                <a:lnTo>
                  <a:pt x="218359" y="201735"/>
                </a:lnTo>
                <a:cubicBezTo>
                  <a:pt x="218990" y="204789"/>
                  <a:pt x="218862" y="207724"/>
                  <a:pt x="217984" y="210531"/>
                </a:cubicBezTo>
                <a:cubicBezTo>
                  <a:pt x="217106" y="213339"/>
                  <a:pt x="215597" y="215817"/>
                  <a:pt x="213458" y="217956"/>
                </a:cubicBezTo>
                <a:lnTo>
                  <a:pt x="172758" y="258784"/>
                </a:lnTo>
                <a:cubicBezTo>
                  <a:pt x="170444" y="261006"/>
                  <a:pt x="167738" y="261802"/>
                  <a:pt x="164610" y="261171"/>
                </a:cubicBezTo>
                <a:cubicBezTo>
                  <a:pt x="161492" y="260540"/>
                  <a:pt x="159343" y="258702"/>
                  <a:pt x="158173" y="255639"/>
                </a:cubicBezTo>
                <a:lnTo>
                  <a:pt x="139464" y="212205"/>
                </a:lnTo>
                <a:lnTo>
                  <a:pt x="90681" y="163230"/>
                </a:lnTo>
                <a:lnTo>
                  <a:pt x="47055" y="144713"/>
                </a:lnTo>
                <a:cubicBezTo>
                  <a:pt x="43992" y="143460"/>
                  <a:pt x="42227" y="141238"/>
                  <a:pt x="41742" y="138056"/>
                </a:cubicBezTo>
                <a:cubicBezTo>
                  <a:pt x="41258" y="134865"/>
                  <a:pt x="42126" y="132167"/>
                  <a:pt x="44348" y="129945"/>
                </a:cubicBezTo>
                <a:lnTo>
                  <a:pt x="84838" y="89328"/>
                </a:lnTo>
                <a:cubicBezTo>
                  <a:pt x="86978" y="87197"/>
                  <a:pt x="89474" y="85670"/>
                  <a:pt x="92345" y="84774"/>
                </a:cubicBezTo>
                <a:cubicBezTo>
                  <a:pt x="95198" y="83869"/>
                  <a:pt x="98124" y="83741"/>
                  <a:pt x="101114" y="84363"/>
                </a:cubicBezTo>
                <a:lnTo>
                  <a:pt x="132295" y="90526"/>
                </a:lnTo>
                <a:cubicBezTo>
                  <a:pt x="132743" y="90087"/>
                  <a:pt x="133210" y="89620"/>
                  <a:pt x="133713" y="89145"/>
                </a:cubicBezTo>
                <a:cubicBezTo>
                  <a:pt x="134197" y="88679"/>
                  <a:pt x="134709" y="88221"/>
                  <a:pt x="135258" y="87764"/>
                </a:cubicBezTo>
                <a:cubicBezTo>
                  <a:pt x="152769" y="70162"/>
                  <a:pt x="171487" y="57104"/>
                  <a:pt x="191393" y="48591"/>
                </a:cubicBezTo>
                <a:cubicBezTo>
                  <a:pt x="211300" y="40087"/>
                  <a:pt x="233382" y="35863"/>
                  <a:pt x="257650" y="35927"/>
                </a:cubicBezTo>
                <a:cubicBezTo>
                  <a:pt x="258912" y="35844"/>
                  <a:pt x="260092" y="36046"/>
                  <a:pt x="261208" y="36521"/>
                </a:cubicBezTo>
                <a:cubicBezTo>
                  <a:pt x="262314" y="37006"/>
                  <a:pt x="263356" y="37746"/>
                  <a:pt x="264316" y="38752"/>
                </a:cubicBezTo>
                <a:cubicBezTo>
                  <a:pt x="265277" y="39758"/>
                  <a:pt x="265981" y="40746"/>
                  <a:pt x="266420" y="41715"/>
                </a:cubicBezTo>
                <a:cubicBezTo>
                  <a:pt x="266858" y="42675"/>
                  <a:pt x="267078" y="43781"/>
                  <a:pt x="267078" y="45043"/>
                </a:cubicBezTo>
                <a:close/>
                <a:moveTo>
                  <a:pt x="55074" y="201168"/>
                </a:moveTo>
                <a:cubicBezTo>
                  <a:pt x="61192" y="194968"/>
                  <a:pt x="68635" y="191850"/>
                  <a:pt x="77422" y="191832"/>
                </a:cubicBezTo>
                <a:cubicBezTo>
                  <a:pt x="86200" y="191814"/>
                  <a:pt x="93689" y="194904"/>
                  <a:pt x="99889" y="201104"/>
                </a:cubicBezTo>
                <a:cubicBezTo>
                  <a:pt x="106016" y="207221"/>
                  <a:pt x="109042" y="214674"/>
                  <a:pt x="108978" y="223452"/>
                </a:cubicBezTo>
                <a:cubicBezTo>
                  <a:pt x="108914" y="232212"/>
                  <a:pt x="105824" y="239701"/>
                  <a:pt x="99706" y="245928"/>
                </a:cubicBezTo>
                <a:cubicBezTo>
                  <a:pt x="91303" y="254249"/>
                  <a:pt x="81308" y="259379"/>
                  <a:pt x="69714" y="261326"/>
                </a:cubicBezTo>
                <a:cubicBezTo>
                  <a:pt x="58128" y="263283"/>
                  <a:pt x="46470" y="264957"/>
                  <a:pt x="34729" y="266356"/>
                </a:cubicBezTo>
                <a:cubicBezTo>
                  <a:pt x="36137" y="254542"/>
                  <a:pt x="37783" y="242810"/>
                  <a:pt x="39667" y="231151"/>
                </a:cubicBezTo>
                <a:cubicBezTo>
                  <a:pt x="41550" y="219502"/>
                  <a:pt x="46698" y="209516"/>
                  <a:pt x="55102" y="201195"/>
                </a:cubicBezTo>
                <a:close/>
                <a:moveTo>
                  <a:pt x="65005" y="211537"/>
                </a:moveTo>
                <a:cubicBezTo>
                  <a:pt x="60286" y="216512"/>
                  <a:pt x="57196" y="222291"/>
                  <a:pt x="55733" y="228893"/>
                </a:cubicBezTo>
                <a:cubicBezTo>
                  <a:pt x="54260" y="235495"/>
                  <a:pt x="52980" y="242215"/>
                  <a:pt x="51892" y="249073"/>
                </a:cubicBezTo>
                <a:cubicBezTo>
                  <a:pt x="58750" y="247985"/>
                  <a:pt x="65453" y="246659"/>
                  <a:pt x="72009" y="245114"/>
                </a:cubicBezTo>
                <a:cubicBezTo>
                  <a:pt x="78574" y="243560"/>
                  <a:pt x="84372" y="240423"/>
                  <a:pt x="89428" y="235714"/>
                </a:cubicBezTo>
                <a:cubicBezTo>
                  <a:pt x="93132" y="232468"/>
                  <a:pt x="94988" y="228426"/>
                  <a:pt x="94988" y="223607"/>
                </a:cubicBezTo>
                <a:cubicBezTo>
                  <a:pt x="94988" y="218788"/>
                  <a:pt x="93260" y="214591"/>
                  <a:pt x="89803" y="211007"/>
                </a:cubicBezTo>
                <a:cubicBezTo>
                  <a:pt x="86219" y="207551"/>
                  <a:pt x="82022" y="205841"/>
                  <a:pt x="77203" y="205886"/>
                </a:cubicBezTo>
                <a:cubicBezTo>
                  <a:pt x="72375" y="205923"/>
                  <a:pt x="68306" y="207797"/>
                  <a:pt x="64968" y="21151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1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084" y="202238"/>
                </a:moveTo>
                <a:cubicBezTo>
                  <a:pt x="156984" y="201836"/>
                  <a:pt x="162708" y="198919"/>
                  <a:pt x="166247" y="193469"/>
                </a:cubicBezTo>
                <a:lnTo>
                  <a:pt x="219246" y="113815"/>
                </a:lnTo>
                <a:cubicBezTo>
                  <a:pt x="220709" y="111657"/>
                  <a:pt x="220572" y="109710"/>
                  <a:pt x="218834" y="107972"/>
                </a:cubicBezTo>
                <a:cubicBezTo>
                  <a:pt x="217097" y="106235"/>
                  <a:pt x="215094" y="106052"/>
                  <a:pt x="212827" y="107433"/>
                </a:cubicBezTo>
                <a:lnTo>
                  <a:pt x="133841" y="160806"/>
                </a:lnTo>
                <a:cubicBezTo>
                  <a:pt x="128437" y="164455"/>
                  <a:pt x="125520" y="170216"/>
                  <a:pt x="125099" y="178098"/>
                </a:cubicBezTo>
                <a:cubicBezTo>
                  <a:pt x="124678" y="185998"/>
                  <a:pt x="126599" y="192097"/>
                  <a:pt x="130851" y="196395"/>
                </a:cubicBezTo>
                <a:cubicBezTo>
                  <a:pt x="135112" y="200683"/>
                  <a:pt x="141183" y="202631"/>
                  <a:pt x="149084" y="202238"/>
                </a:cubicBezTo>
                <a:close/>
                <a:moveTo>
                  <a:pt x="150373" y="56766"/>
                </a:moveTo>
                <a:cubicBezTo>
                  <a:pt x="160057" y="56766"/>
                  <a:pt x="169777" y="57982"/>
                  <a:pt x="179542" y="60414"/>
                </a:cubicBezTo>
                <a:cubicBezTo>
                  <a:pt x="189308" y="62847"/>
                  <a:pt x="198891" y="66687"/>
                  <a:pt x="208300" y="71945"/>
                </a:cubicBezTo>
                <a:cubicBezTo>
                  <a:pt x="210129" y="73097"/>
                  <a:pt x="211217" y="74661"/>
                  <a:pt x="211574" y="76636"/>
                </a:cubicBezTo>
                <a:cubicBezTo>
                  <a:pt x="211930" y="78620"/>
                  <a:pt x="211492" y="80495"/>
                  <a:pt x="210248" y="82259"/>
                </a:cubicBezTo>
                <a:cubicBezTo>
                  <a:pt x="209014" y="84015"/>
                  <a:pt x="207551" y="85021"/>
                  <a:pt x="205850" y="85277"/>
                </a:cubicBezTo>
                <a:cubicBezTo>
                  <a:pt x="204158" y="85506"/>
                  <a:pt x="202329" y="85076"/>
                  <a:pt x="200382" y="83988"/>
                </a:cubicBezTo>
                <a:cubicBezTo>
                  <a:pt x="192042" y="79544"/>
                  <a:pt x="183511" y="76279"/>
                  <a:pt x="174797" y="74185"/>
                </a:cubicBezTo>
                <a:cubicBezTo>
                  <a:pt x="166101" y="72082"/>
                  <a:pt x="157944" y="71040"/>
                  <a:pt x="150346" y="71040"/>
                </a:cubicBezTo>
                <a:cubicBezTo>
                  <a:pt x="121341" y="71040"/>
                  <a:pt x="96643" y="81345"/>
                  <a:pt x="76252" y="101965"/>
                </a:cubicBezTo>
                <a:cubicBezTo>
                  <a:pt x="55870" y="122584"/>
                  <a:pt x="45674" y="147566"/>
                  <a:pt x="45674" y="176900"/>
                </a:cubicBezTo>
                <a:cubicBezTo>
                  <a:pt x="45674" y="186163"/>
                  <a:pt x="46936" y="195480"/>
                  <a:pt x="49478" y="204844"/>
                </a:cubicBezTo>
                <a:cubicBezTo>
                  <a:pt x="52011" y="214189"/>
                  <a:pt x="55660" y="222876"/>
                  <a:pt x="60414" y="230904"/>
                </a:cubicBezTo>
                <a:lnTo>
                  <a:pt x="240085" y="230904"/>
                </a:lnTo>
                <a:cubicBezTo>
                  <a:pt x="244776" y="223278"/>
                  <a:pt x="248424" y="214610"/>
                  <a:pt x="251021" y="204908"/>
                </a:cubicBezTo>
                <a:cubicBezTo>
                  <a:pt x="253618" y="195206"/>
                  <a:pt x="254916" y="185623"/>
                  <a:pt x="254916" y="176150"/>
                </a:cubicBezTo>
                <a:cubicBezTo>
                  <a:pt x="254916" y="168734"/>
                  <a:pt x="253956" y="160733"/>
                  <a:pt x="252027" y="152165"/>
                </a:cubicBezTo>
                <a:cubicBezTo>
                  <a:pt x="250098" y="143597"/>
                  <a:pt x="246979" y="135432"/>
                  <a:pt x="242654" y="127678"/>
                </a:cubicBezTo>
                <a:cubicBezTo>
                  <a:pt x="241502" y="125858"/>
                  <a:pt x="241036" y="123929"/>
                  <a:pt x="241246" y="121899"/>
                </a:cubicBezTo>
                <a:cubicBezTo>
                  <a:pt x="241429" y="119860"/>
                  <a:pt x="242453" y="118305"/>
                  <a:pt x="244291" y="117208"/>
                </a:cubicBezTo>
                <a:cubicBezTo>
                  <a:pt x="245992" y="115955"/>
                  <a:pt x="247839" y="115662"/>
                  <a:pt x="249823" y="116330"/>
                </a:cubicBezTo>
                <a:cubicBezTo>
                  <a:pt x="251817" y="117007"/>
                  <a:pt x="253325" y="118351"/>
                  <a:pt x="254350" y="120390"/>
                </a:cubicBezTo>
                <a:cubicBezTo>
                  <a:pt x="259260" y="129817"/>
                  <a:pt x="262872" y="138971"/>
                  <a:pt x="265194" y="147858"/>
                </a:cubicBezTo>
                <a:cubicBezTo>
                  <a:pt x="267544" y="156746"/>
                  <a:pt x="268888" y="165735"/>
                  <a:pt x="269218" y="174824"/>
                </a:cubicBezTo>
                <a:cubicBezTo>
                  <a:pt x="269474" y="186602"/>
                  <a:pt x="268258" y="197638"/>
                  <a:pt x="265569" y="207925"/>
                </a:cubicBezTo>
                <a:cubicBezTo>
                  <a:pt x="262890" y="218240"/>
                  <a:pt x="258839" y="228061"/>
                  <a:pt x="253408" y="237406"/>
                </a:cubicBezTo>
                <a:cubicBezTo>
                  <a:pt x="251542" y="240871"/>
                  <a:pt x="249540" y="243011"/>
                  <a:pt x="247409" y="243852"/>
                </a:cubicBezTo>
                <a:cubicBezTo>
                  <a:pt x="245270" y="244693"/>
                  <a:pt x="242545" y="245114"/>
                  <a:pt x="239234" y="245114"/>
                </a:cubicBezTo>
                <a:lnTo>
                  <a:pt x="61329" y="245114"/>
                </a:lnTo>
                <a:cubicBezTo>
                  <a:pt x="58640" y="245114"/>
                  <a:pt x="55989" y="244401"/>
                  <a:pt x="53374" y="242974"/>
                </a:cubicBezTo>
                <a:cubicBezTo>
                  <a:pt x="50777" y="241548"/>
                  <a:pt x="48792" y="239527"/>
                  <a:pt x="47430" y="236903"/>
                </a:cubicBezTo>
                <a:cubicBezTo>
                  <a:pt x="42629" y="228189"/>
                  <a:pt x="38771" y="218944"/>
                  <a:pt x="35835" y="209187"/>
                </a:cubicBezTo>
                <a:cubicBezTo>
                  <a:pt x="32900" y="199421"/>
                  <a:pt x="31437" y="188668"/>
                  <a:pt x="31437" y="176936"/>
                </a:cubicBezTo>
                <a:cubicBezTo>
                  <a:pt x="31437" y="160505"/>
                  <a:pt x="34546" y="144996"/>
                  <a:pt x="40764" y="130412"/>
                </a:cubicBezTo>
                <a:cubicBezTo>
                  <a:pt x="46991" y="115827"/>
                  <a:pt x="55468" y="103099"/>
                  <a:pt x="66193" y="92226"/>
                </a:cubicBezTo>
                <a:cubicBezTo>
                  <a:pt x="76901" y="81345"/>
                  <a:pt x="89520" y="72722"/>
                  <a:pt x="104040" y="66358"/>
                </a:cubicBezTo>
                <a:cubicBezTo>
                  <a:pt x="118543" y="59966"/>
                  <a:pt x="133987" y="56766"/>
                  <a:pt x="150373" y="56766"/>
                </a:cubicBezTo>
                <a:close/>
                <a:moveTo>
                  <a:pt x="148142" y="15392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3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5949" y="244200"/>
                </a:moveTo>
                <a:lnTo>
                  <a:pt x="207615" y="146286"/>
                </a:lnTo>
                <a:lnTo>
                  <a:pt x="152732" y="146286"/>
                </a:lnTo>
                <a:lnTo>
                  <a:pt x="163449" y="61356"/>
                </a:lnTo>
                <a:lnTo>
                  <a:pt x="89739" y="168039"/>
                </a:lnTo>
                <a:lnTo>
                  <a:pt x="136822" y="168039"/>
                </a:lnTo>
                <a:lnTo>
                  <a:pt x="125986" y="244200"/>
                </a:lnTo>
                <a:close/>
                <a:moveTo>
                  <a:pt x="120417" y="182313"/>
                </a:moveTo>
                <a:lnTo>
                  <a:pt x="77761" y="182313"/>
                </a:lnTo>
                <a:cubicBezTo>
                  <a:pt x="74560" y="182313"/>
                  <a:pt x="72183" y="180877"/>
                  <a:pt x="70628" y="178006"/>
                </a:cubicBezTo>
                <a:cubicBezTo>
                  <a:pt x="69101" y="175135"/>
                  <a:pt x="69321" y="172328"/>
                  <a:pt x="71287" y="169575"/>
                </a:cubicBezTo>
                <a:lnTo>
                  <a:pt x="162663" y="37344"/>
                </a:lnTo>
                <a:cubicBezTo>
                  <a:pt x="164025" y="35515"/>
                  <a:pt x="165717" y="34272"/>
                  <a:pt x="167728" y="33604"/>
                </a:cubicBezTo>
                <a:cubicBezTo>
                  <a:pt x="169758" y="32928"/>
                  <a:pt x="171788" y="33019"/>
                  <a:pt x="173818" y="33851"/>
                </a:cubicBezTo>
                <a:cubicBezTo>
                  <a:pt x="175857" y="34692"/>
                  <a:pt x="177458" y="36064"/>
                  <a:pt x="178628" y="37966"/>
                </a:cubicBezTo>
                <a:cubicBezTo>
                  <a:pt x="179826" y="39877"/>
                  <a:pt x="180247" y="41907"/>
                  <a:pt x="179890" y="44065"/>
                </a:cubicBezTo>
                <a:lnTo>
                  <a:pt x="168890" y="132021"/>
                </a:lnTo>
                <a:lnTo>
                  <a:pt x="220590" y="132021"/>
                </a:lnTo>
                <a:cubicBezTo>
                  <a:pt x="224092" y="132021"/>
                  <a:pt x="226552" y="133557"/>
                  <a:pt x="227978" y="136639"/>
                </a:cubicBezTo>
                <a:cubicBezTo>
                  <a:pt x="229405" y="139720"/>
                  <a:pt x="229030" y="142628"/>
                  <a:pt x="226844" y="145371"/>
                </a:cubicBezTo>
                <a:lnTo>
                  <a:pt x="126205" y="266136"/>
                </a:lnTo>
                <a:cubicBezTo>
                  <a:pt x="124843" y="267837"/>
                  <a:pt x="123097" y="268934"/>
                  <a:pt x="120984" y="269437"/>
                </a:cubicBezTo>
                <a:cubicBezTo>
                  <a:pt x="118845" y="269940"/>
                  <a:pt x="116842" y="269775"/>
                  <a:pt x="114977" y="268934"/>
                </a:cubicBezTo>
                <a:cubicBezTo>
                  <a:pt x="113111" y="268102"/>
                  <a:pt x="111667" y="266767"/>
                  <a:pt x="110642" y="264947"/>
                </a:cubicBezTo>
                <a:cubicBezTo>
                  <a:pt x="109591" y="263119"/>
                  <a:pt x="109207" y="261089"/>
                  <a:pt x="109481" y="258848"/>
                </a:cubicBezTo>
                <a:lnTo>
                  <a:pt x="120417" y="182313"/>
                </a:lnTo>
                <a:close/>
                <a:moveTo>
                  <a:pt x="148553" y="152824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5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716" y="270324"/>
                </a:moveTo>
                <a:cubicBezTo>
                  <a:pt x="69769" y="270324"/>
                  <a:pt x="65517" y="268532"/>
                  <a:pt x="61951" y="264947"/>
                </a:cubicBezTo>
                <a:cubicBezTo>
                  <a:pt x="58394" y="261363"/>
                  <a:pt x="56601" y="257111"/>
                  <a:pt x="56583" y="252182"/>
                </a:cubicBezTo>
                <a:lnTo>
                  <a:pt x="56583" y="126425"/>
                </a:lnTo>
                <a:cubicBezTo>
                  <a:pt x="56583" y="121414"/>
                  <a:pt x="58366" y="117135"/>
                  <a:pt x="61951" y="113596"/>
                </a:cubicBezTo>
                <a:cubicBezTo>
                  <a:pt x="65535" y="110057"/>
                  <a:pt x="69787" y="108283"/>
                  <a:pt x="74716" y="108283"/>
                </a:cubicBezTo>
                <a:lnTo>
                  <a:pt x="96588" y="108283"/>
                </a:lnTo>
                <a:lnTo>
                  <a:pt x="96588" y="79434"/>
                </a:lnTo>
                <a:cubicBezTo>
                  <a:pt x="96588" y="64365"/>
                  <a:pt x="101873" y="51554"/>
                  <a:pt x="112435" y="40993"/>
                </a:cubicBezTo>
                <a:cubicBezTo>
                  <a:pt x="123014" y="30431"/>
                  <a:pt x="135843" y="25146"/>
                  <a:pt x="150903" y="25146"/>
                </a:cubicBezTo>
                <a:cubicBezTo>
                  <a:pt x="165991" y="25146"/>
                  <a:pt x="178811" y="30422"/>
                  <a:pt x="189354" y="40993"/>
                </a:cubicBezTo>
                <a:cubicBezTo>
                  <a:pt x="199888" y="51554"/>
                  <a:pt x="205164" y="64365"/>
                  <a:pt x="205164" y="79434"/>
                </a:cubicBezTo>
                <a:lnTo>
                  <a:pt x="205164" y="108283"/>
                </a:lnTo>
                <a:lnTo>
                  <a:pt x="227036" y="108283"/>
                </a:lnTo>
                <a:cubicBezTo>
                  <a:pt x="231983" y="108283"/>
                  <a:pt x="236235" y="110057"/>
                  <a:pt x="239801" y="113596"/>
                </a:cubicBezTo>
                <a:cubicBezTo>
                  <a:pt x="243358" y="117135"/>
                  <a:pt x="245151" y="121414"/>
                  <a:pt x="245178" y="126425"/>
                </a:cubicBezTo>
                <a:lnTo>
                  <a:pt x="245178" y="252182"/>
                </a:lnTo>
                <a:cubicBezTo>
                  <a:pt x="245178" y="257129"/>
                  <a:pt x="243386" y="261381"/>
                  <a:pt x="239801" y="264947"/>
                </a:cubicBezTo>
                <a:cubicBezTo>
                  <a:pt x="236217" y="268504"/>
                  <a:pt x="231965" y="270297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8170" y="256050"/>
                  <a:pt x="229094" y="255685"/>
                  <a:pt x="229807" y="254953"/>
                </a:cubicBezTo>
                <a:cubicBezTo>
                  <a:pt x="230511" y="254212"/>
                  <a:pt x="230886" y="253298"/>
                  <a:pt x="230904" y="252182"/>
                </a:cubicBezTo>
                <a:lnTo>
                  <a:pt x="230904" y="126425"/>
                </a:lnTo>
                <a:cubicBezTo>
                  <a:pt x="230904" y="125291"/>
                  <a:pt x="230539" y="124368"/>
                  <a:pt x="229807" y="123654"/>
                </a:cubicBezTo>
                <a:cubicBezTo>
                  <a:pt x="229066" y="122941"/>
                  <a:pt x="228152" y="122575"/>
                  <a:pt x="227036" y="122557"/>
                </a:cubicBezTo>
                <a:lnTo>
                  <a:pt x="74716" y="122557"/>
                </a:lnTo>
                <a:cubicBezTo>
                  <a:pt x="73582" y="122557"/>
                  <a:pt x="72658" y="122923"/>
                  <a:pt x="71945" y="123654"/>
                </a:cubicBezTo>
                <a:cubicBezTo>
                  <a:pt x="71241" y="124386"/>
                  <a:pt x="70866" y="125309"/>
                  <a:pt x="70848" y="126425"/>
                </a:cubicBezTo>
                <a:lnTo>
                  <a:pt x="70848" y="252182"/>
                </a:lnTo>
                <a:cubicBezTo>
                  <a:pt x="70848" y="253316"/>
                  <a:pt x="71213" y="254240"/>
                  <a:pt x="71945" y="254953"/>
                </a:cubicBezTo>
                <a:cubicBezTo>
                  <a:pt x="72686" y="255657"/>
                  <a:pt x="73600" y="256032"/>
                  <a:pt x="74716" y="256050"/>
                </a:cubicBezTo>
                <a:close/>
                <a:moveTo>
                  <a:pt x="165964" y="204469"/>
                </a:moveTo>
                <a:cubicBezTo>
                  <a:pt x="170115" y="200382"/>
                  <a:pt x="172191" y="195462"/>
                  <a:pt x="172191" y="189692"/>
                </a:cubicBezTo>
                <a:cubicBezTo>
                  <a:pt x="172191" y="184142"/>
                  <a:pt x="170088" y="179131"/>
                  <a:pt x="165900" y="174669"/>
                </a:cubicBezTo>
                <a:cubicBezTo>
                  <a:pt x="161712" y="170225"/>
                  <a:pt x="156682" y="168003"/>
                  <a:pt x="150812" y="168003"/>
                </a:cubicBezTo>
                <a:cubicBezTo>
                  <a:pt x="144942" y="168003"/>
                  <a:pt x="139940" y="170225"/>
                  <a:pt x="135788" y="174669"/>
                </a:cubicBezTo>
                <a:cubicBezTo>
                  <a:pt x="131637" y="179113"/>
                  <a:pt x="129561" y="184169"/>
                  <a:pt x="129561" y="189857"/>
                </a:cubicBezTo>
                <a:cubicBezTo>
                  <a:pt x="129561" y="195508"/>
                  <a:pt x="131664" y="200382"/>
                  <a:pt x="135852" y="204469"/>
                </a:cubicBezTo>
                <a:cubicBezTo>
                  <a:pt x="140040" y="208556"/>
                  <a:pt x="145070" y="210595"/>
                  <a:pt x="150940" y="210595"/>
                </a:cubicBezTo>
                <a:cubicBezTo>
                  <a:pt x="156810" y="210595"/>
                  <a:pt x="161812" y="208556"/>
                  <a:pt x="165964" y="204469"/>
                </a:cubicBezTo>
                <a:close/>
                <a:moveTo>
                  <a:pt x="110862" y="108283"/>
                </a:moveTo>
                <a:lnTo>
                  <a:pt x="190890" y="108283"/>
                </a:lnTo>
                <a:lnTo>
                  <a:pt x="190890" y="79434"/>
                </a:lnTo>
                <a:cubicBezTo>
                  <a:pt x="190890" y="68324"/>
                  <a:pt x="187004" y="58869"/>
                  <a:pt x="179232" y="51078"/>
                </a:cubicBezTo>
                <a:cubicBezTo>
                  <a:pt x="171450" y="43279"/>
                  <a:pt x="162013" y="39392"/>
                  <a:pt x="150903" y="39420"/>
                </a:cubicBezTo>
                <a:cubicBezTo>
                  <a:pt x="139803" y="39420"/>
                  <a:pt x="130348" y="43306"/>
                  <a:pt x="122557" y="51078"/>
                </a:cubicBezTo>
                <a:cubicBezTo>
                  <a:pt x="114757" y="58851"/>
                  <a:pt x="110862" y="68306"/>
                  <a:pt x="110862" y="79434"/>
                </a:cubicBezTo>
                <a:lnTo>
                  <a:pt x="110862" y="108283"/>
                </a:lnTo>
                <a:close/>
                <a:moveTo>
                  <a:pt x="70848" y="256050"/>
                </a:moveTo>
                <a:lnTo>
                  <a:pt x="70848" y="122520"/>
                </a:lnTo>
                <a:lnTo>
                  <a:pt x="70848" y="256050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7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91"/>
                </a:moveTo>
                <a:cubicBezTo>
                  <a:pt x="172520" y="248196"/>
                  <a:pt x="190524" y="234992"/>
                  <a:pt x="204880" y="215689"/>
                </a:cubicBezTo>
                <a:cubicBezTo>
                  <a:pt x="219255" y="196395"/>
                  <a:pt x="227658" y="174788"/>
                  <a:pt x="230090" y="150876"/>
                </a:cubicBezTo>
                <a:lnTo>
                  <a:pt x="150876" y="150876"/>
                </a:lnTo>
                <a:lnTo>
                  <a:pt x="150876" y="47402"/>
                </a:lnTo>
                <a:lnTo>
                  <a:pt x="73399" y="76197"/>
                </a:lnTo>
                <a:cubicBezTo>
                  <a:pt x="72594" y="76508"/>
                  <a:pt x="71972" y="76992"/>
                  <a:pt x="71506" y="77642"/>
                </a:cubicBezTo>
                <a:cubicBezTo>
                  <a:pt x="71067" y="78291"/>
                  <a:pt x="70848" y="79013"/>
                  <a:pt x="70848" y="79809"/>
                </a:cubicBezTo>
                <a:lnTo>
                  <a:pt x="70848" y="138148"/>
                </a:lnTo>
                <a:cubicBezTo>
                  <a:pt x="70848" y="140488"/>
                  <a:pt x="70903" y="142555"/>
                  <a:pt x="71003" y="144338"/>
                </a:cubicBezTo>
                <a:cubicBezTo>
                  <a:pt x="71113" y="146121"/>
                  <a:pt x="71332" y="148297"/>
                  <a:pt x="71671" y="150876"/>
                </a:cubicBezTo>
                <a:lnTo>
                  <a:pt x="150876" y="150876"/>
                </a:lnTo>
                <a:lnTo>
                  <a:pt x="150876" y="255291"/>
                </a:lnTo>
                <a:close/>
                <a:moveTo>
                  <a:pt x="147831" y="268367"/>
                </a:moveTo>
                <a:cubicBezTo>
                  <a:pt x="146843" y="268157"/>
                  <a:pt x="14582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94"/>
                  <a:pt x="56583" y="137956"/>
                </a:cubicBezTo>
                <a:lnTo>
                  <a:pt x="56583" y="79745"/>
                </a:lnTo>
                <a:cubicBezTo>
                  <a:pt x="56583" y="75932"/>
                  <a:pt x="57689" y="72439"/>
                  <a:pt x="59911" y="69275"/>
                </a:cubicBezTo>
                <a:cubicBezTo>
                  <a:pt x="62133" y="66111"/>
                  <a:pt x="64941" y="63843"/>
                  <a:pt x="68333" y="62454"/>
                </a:cubicBezTo>
                <a:lnTo>
                  <a:pt x="144493" y="34135"/>
                </a:lnTo>
                <a:cubicBezTo>
                  <a:pt x="146715" y="33293"/>
                  <a:pt x="148837" y="32882"/>
                  <a:pt x="150849" y="32882"/>
                </a:cubicBezTo>
                <a:cubicBezTo>
                  <a:pt x="152860" y="32882"/>
                  <a:pt x="154973" y="33293"/>
                  <a:pt x="157195" y="34135"/>
                </a:cubicBezTo>
                <a:lnTo>
                  <a:pt x="233355" y="62454"/>
                </a:lnTo>
                <a:cubicBezTo>
                  <a:pt x="236747" y="63843"/>
                  <a:pt x="239555" y="66111"/>
                  <a:pt x="241777" y="69275"/>
                </a:cubicBezTo>
                <a:cubicBezTo>
                  <a:pt x="244044" y="72439"/>
                  <a:pt x="245178" y="75932"/>
                  <a:pt x="245178" y="79745"/>
                </a:cubicBezTo>
                <a:lnTo>
                  <a:pt x="245178" y="137956"/>
                </a:lnTo>
                <a:cubicBezTo>
                  <a:pt x="245178" y="166494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5923" y="267846"/>
                  <a:pt x="154909" y="268157"/>
                  <a:pt x="153921" y="268367"/>
                </a:cubicBezTo>
                <a:cubicBezTo>
                  <a:pt x="152943" y="268578"/>
                  <a:pt x="151928" y="268687"/>
                  <a:pt x="150876" y="268687"/>
                </a:cubicBezTo>
                <a:cubicBezTo>
                  <a:pt x="149824" y="268687"/>
                  <a:pt x="148809" y="268578"/>
                  <a:pt x="147831" y="268367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79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864" y="168670"/>
                </a:moveTo>
                <a:lnTo>
                  <a:pt x="112563" y="143360"/>
                </a:lnTo>
                <a:cubicBezTo>
                  <a:pt x="111237" y="141961"/>
                  <a:pt x="109545" y="141238"/>
                  <a:pt x="107469" y="141193"/>
                </a:cubicBezTo>
                <a:cubicBezTo>
                  <a:pt x="105394" y="141156"/>
                  <a:pt x="103611" y="141878"/>
                  <a:pt x="102120" y="143360"/>
                </a:cubicBezTo>
                <a:cubicBezTo>
                  <a:pt x="100639" y="144768"/>
                  <a:pt x="99889" y="146478"/>
                  <a:pt x="99889" y="148489"/>
                </a:cubicBezTo>
                <a:cubicBezTo>
                  <a:pt x="99889" y="150501"/>
                  <a:pt x="100639" y="152284"/>
                  <a:pt x="102120" y="153830"/>
                </a:cubicBezTo>
                <a:lnTo>
                  <a:pt x="130951" y="182715"/>
                </a:lnTo>
                <a:cubicBezTo>
                  <a:pt x="132753" y="184599"/>
                  <a:pt x="134847" y="185550"/>
                  <a:pt x="137233" y="185550"/>
                </a:cubicBezTo>
                <a:cubicBezTo>
                  <a:pt x="139620" y="185550"/>
                  <a:pt x="141723" y="184599"/>
                  <a:pt x="143524" y="182715"/>
                </a:cubicBezTo>
                <a:lnTo>
                  <a:pt x="199312" y="127019"/>
                </a:lnTo>
                <a:cubicBezTo>
                  <a:pt x="200720" y="125593"/>
                  <a:pt x="201442" y="123883"/>
                  <a:pt x="201479" y="121899"/>
                </a:cubicBezTo>
                <a:cubicBezTo>
                  <a:pt x="201525" y="119887"/>
                  <a:pt x="200857" y="118241"/>
                  <a:pt x="199467" y="116961"/>
                </a:cubicBezTo>
                <a:cubicBezTo>
                  <a:pt x="198086" y="115681"/>
                  <a:pt x="196377" y="115077"/>
                  <a:pt x="194347" y="115141"/>
                </a:cubicBezTo>
                <a:cubicBezTo>
                  <a:pt x="192317" y="115196"/>
                  <a:pt x="190662" y="115873"/>
                  <a:pt x="189381" y="117153"/>
                </a:cubicBezTo>
                <a:lnTo>
                  <a:pt x="137864" y="168670"/>
                </a:lnTo>
                <a:close/>
                <a:moveTo>
                  <a:pt x="147703" y="268367"/>
                </a:moveTo>
                <a:cubicBezTo>
                  <a:pt x="146697" y="268157"/>
                  <a:pt x="14571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85"/>
                  <a:pt x="56583" y="137928"/>
                </a:cubicBezTo>
                <a:lnTo>
                  <a:pt x="56583" y="79745"/>
                </a:lnTo>
                <a:cubicBezTo>
                  <a:pt x="56583" y="75868"/>
                  <a:pt x="57680" y="72356"/>
                  <a:pt x="59875" y="69211"/>
                </a:cubicBezTo>
                <a:cubicBezTo>
                  <a:pt x="62079" y="66075"/>
                  <a:pt x="64904" y="63807"/>
                  <a:pt x="68370" y="62426"/>
                </a:cubicBezTo>
                <a:lnTo>
                  <a:pt x="144530" y="34107"/>
                </a:lnTo>
                <a:cubicBezTo>
                  <a:pt x="146752" y="33266"/>
                  <a:pt x="148864" y="32845"/>
                  <a:pt x="150876" y="32845"/>
                </a:cubicBezTo>
                <a:cubicBezTo>
                  <a:pt x="152888" y="32845"/>
                  <a:pt x="155000" y="33266"/>
                  <a:pt x="157222" y="34107"/>
                </a:cubicBezTo>
                <a:lnTo>
                  <a:pt x="233382" y="62426"/>
                </a:lnTo>
                <a:cubicBezTo>
                  <a:pt x="236848" y="63789"/>
                  <a:pt x="239673" y="66047"/>
                  <a:pt x="241877" y="69211"/>
                </a:cubicBezTo>
                <a:cubicBezTo>
                  <a:pt x="244072" y="72356"/>
                  <a:pt x="245178" y="75868"/>
                  <a:pt x="245178" y="79745"/>
                </a:cubicBezTo>
                <a:lnTo>
                  <a:pt x="245178" y="137928"/>
                </a:lnTo>
                <a:cubicBezTo>
                  <a:pt x="245178" y="166485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6006" y="267846"/>
                  <a:pt x="155037" y="268157"/>
                  <a:pt x="154049" y="268367"/>
                </a:cubicBezTo>
                <a:cubicBezTo>
                  <a:pt x="153043" y="268578"/>
                  <a:pt x="151982" y="268687"/>
                  <a:pt x="150876" y="268687"/>
                </a:cubicBezTo>
                <a:cubicBezTo>
                  <a:pt x="149770" y="268687"/>
                  <a:pt x="148709" y="268578"/>
                  <a:pt x="147703" y="268367"/>
                </a:cubicBezTo>
                <a:close/>
                <a:moveTo>
                  <a:pt x="150876" y="254980"/>
                </a:moveTo>
                <a:cubicBezTo>
                  <a:pt x="174321" y="247354"/>
                  <a:pt x="193533" y="232660"/>
                  <a:pt x="208492" y="210916"/>
                </a:cubicBezTo>
                <a:cubicBezTo>
                  <a:pt x="223434" y="189162"/>
                  <a:pt x="230904" y="164839"/>
                  <a:pt x="230904" y="137956"/>
                </a:cubicBezTo>
                <a:lnTo>
                  <a:pt x="230904" y="79617"/>
                </a:lnTo>
                <a:cubicBezTo>
                  <a:pt x="230904" y="78803"/>
                  <a:pt x="230685" y="78081"/>
                  <a:pt x="230246" y="77450"/>
                </a:cubicBezTo>
                <a:cubicBezTo>
                  <a:pt x="229807" y="76800"/>
                  <a:pt x="229176" y="76316"/>
                  <a:pt x="228353" y="76005"/>
                </a:cubicBezTo>
                <a:lnTo>
                  <a:pt x="152193" y="47366"/>
                </a:lnTo>
                <a:cubicBezTo>
                  <a:pt x="151800" y="47201"/>
                  <a:pt x="151361" y="47119"/>
                  <a:pt x="150876" y="47119"/>
                </a:cubicBezTo>
                <a:cubicBezTo>
                  <a:pt x="150391" y="47119"/>
                  <a:pt x="149952" y="47201"/>
                  <a:pt x="149559" y="47366"/>
                </a:cubicBezTo>
                <a:lnTo>
                  <a:pt x="73399" y="76005"/>
                </a:lnTo>
                <a:cubicBezTo>
                  <a:pt x="72594" y="76316"/>
                  <a:pt x="71972" y="76800"/>
                  <a:pt x="71506" y="77450"/>
                </a:cubicBezTo>
                <a:cubicBezTo>
                  <a:pt x="71067" y="78099"/>
                  <a:pt x="70848" y="78821"/>
                  <a:pt x="70848" y="79617"/>
                </a:cubicBezTo>
                <a:lnTo>
                  <a:pt x="70848" y="137956"/>
                </a:lnTo>
                <a:cubicBezTo>
                  <a:pt x="70848" y="164839"/>
                  <a:pt x="78318" y="189162"/>
                  <a:pt x="93260" y="210916"/>
                </a:cubicBezTo>
                <a:cubicBezTo>
                  <a:pt x="108219" y="232660"/>
                  <a:pt x="127431" y="247354"/>
                  <a:pt x="150876" y="254980"/>
                </a:cubicBezTo>
                <a:close/>
                <a:moveTo>
                  <a:pt x="150876" y="151095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1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657" y="163257"/>
                </a:moveTo>
                <a:cubicBezTo>
                  <a:pt x="72219" y="159828"/>
                  <a:pt x="70500" y="155695"/>
                  <a:pt x="70500" y="150876"/>
                </a:cubicBezTo>
                <a:cubicBezTo>
                  <a:pt x="70500" y="146057"/>
                  <a:pt x="72210" y="141924"/>
                  <a:pt x="75630" y="138495"/>
                </a:cubicBezTo>
                <a:cubicBezTo>
                  <a:pt x="79059" y="135075"/>
                  <a:pt x="83192" y="133365"/>
                  <a:pt x="88011" y="133365"/>
                </a:cubicBezTo>
                <a:cubicBezTo>
                  <a:pt x="92830" y="133365"/>
                  <a:pt x="96963" y="135075"/>
                  <a:pt x="100392" y="138495"/>
                </a:cubicBezTo>
                <a:cubicBezTo>
                  <a:pt x="103812" y="141924"/>
                  <a:pt x="105522" y="146057"/>
                  <a:pt x="105522" y="150876"/>
                </a:cubicBezTo>
                <a:cubicBezTo>
                  <a:pt x="105522" y="155695"/>
                  <a:pt x="103812" y="159828"/>
                  <a:pt x="100392" y="163257"/>
                </a:cubicBezTo>
                <a:cubicBezTo>
                  <a:pt x="96963" y="166677"/>
                  <a:pt x="92830" y="168387"/>
                  <a:pt x="88011" y="168387"/>
                </a:cubicBezTo>
                <a:cubicBezTo>
                  <a:pt x="83192" y="168387"/>
                  <a:pt x="79059" y="166677"/>
                  <a:pt x="75630" y="163257"/>
                </a:cubicBezTo>
                <a:close/>
                <a:moveTo>
                  <a:pt x="88011" y="220032"/>
                </a:moveTo>
                <a:cubicBezTo>
                  <a:pt x="68836" y="220032"/>
                  <a:pt x="52514" y="213302"/>
                  <a:pt x="39036" y="199851"/>
                </a:cubicBezTo>
                <a:cubicBezTo>
                  <a:pt x="25567" y="186391"/>
                  <a:pt x="18837" y="170069"/>
                  <a:pt x="18864" y="150876"/>
                </a:cubicBezTo>
                <a:cubicBezTo>
                  <a:pt x="18864" y="131701"/>
                  <a:pt x="25585" y="115379"/>
                  <a:pt x="39036" y="101901"/>
                </a:cubicBezTo>
                <a:cubicBezTo>
                  <a:pt x="52496" y="88432"/>
                  <a:pt x="68818" y="81702"/>
                  <a:pt x="88011" y="81729"/>
                </a:cubicBezTo>
                <a:cubicBezTo>
                  <a:pt x="102221" y="81729"/>
                  <a:pt x="114757" y="85286"/>
                  <a:pt x="125639" y="92409"/>
                </a:cubicBezTo>
                <a:cubicBezTo>
                  <a:pt x="136511" y="99532"/>
                  <a:pt x="144713" y="109847"/>
                  <a:pt x="150245" y="123343"/>
                </a:cubicBezTo>
                <a:lnTo>
                  <a:pt x="260796" y="123343"/>
                </a:lnTo>
                <a:cubicBezTo>
                  <a:pt x="261966" y="123343"/>
                  <a:pt x="263055" y="123554"/>
                  <a:pt x="264060" y="123974"/>
                </a:cubicBezTo>
                <a:cubicBezTo>
                  <a:pt x="265066" y="124386"/>
                  <a:pt x="266054" y="125081"/>
                  <a:pt x="267023" y="126041"/>
                </a:cubicBezTo>
                <a:lnTo>
                  <a:pt x="287606" y="146633"/>
                </a:lnTo>
                <a:cubicBezTo>
                  <a:pt x="288575" y="147593"/>
                  <a:pt x="289261" y="148617"/>
                  <a:pt x="289682" y="149678"/>
                </a:cubicBezTo>
                <a:cubicBezTo>
                  <a:pt x="290103" y="150748"/>
                  <a:pt x="290313" y="151909"/>
                  <a:pt x="290313" y="153171"/>
                </a:cubicBezTo>
                <a:cubicBezTo>
                  <a:pt x="290313" y="154424"/>
                  <a:pt x="290066" y="155558"/>
                  <a:pt x="289590" y="156564"/>
                </a:cubicBezTo>
                <a:cubicBezTo>
                  <a:pt x="289106" y="157569"/>
                  <a:pt x="288383" y="158557"/>
                  <a:pt x="287423" y="159517"/>
                </a:cubicBezTo>
                <a:lnTo>
                  <a:pt x="254542" y="189857"/>
                </a:lnTo>
                <a:cubicBezTo>
                  <a:pt x="253783" y="190689"/>
                  <a:pt x="252905" y="191320"/>
                  <a:pt x="251899" y="191741"/>
                </a:cubicBezTo>
                <a:cubicBezTo>
                  <a:pt x="250893" y="192161"/>
                  <a:pt x="249869" y="192371"/>
                  <a:pt x="248817" y="192371"/>
                </a:cubicBezTo>
                <a:cubicBezTo>
                  <a:pt x="247775" y="192371"/>
                  <a:pt x="246797" y="192262"/>
                  <a:pt x="245900" y="192051"/>
                </a:cubicBezTo>
                <a:cubicBezTo>
                  <a:pt x="244995" y="191841"/>
                  <a:pt x="244063" y="191420"/>
                  <a:pt x="243102" y="190799"/>
                </a:cubicBezTo>
                <a:lnTo>
                  <a:pt x="223708" y="176653"/>
                </a:lnTo>
                <a:lnTo>
                  <a:pt x="203152" y="191457"/>
                </a:lnTo>
                <a:cubicBezTo>
                  <a:pt x="202311" y="192088"/>
                  <a:pt x="201442" y="192481"/>
                  <a:pt x="200537" y="192646"/>
                </a:cubicBezTo>
                <a:cubicBezTo>
                  <a:pt x="199641" y="192820"/>
                  <a:pt x="198708" y="192902"/>
                  <a:pt x="197739" y="192902"/>
                </a:cubicBezTo>
                <a:cubicBezTo>
                  <a:pt x="196779" y="192902"/>
                  <a:pt x="195846" y="192765"/>
                  <a:pt x="194941" y="192490"/>
                </a:cubicBezTo>
                <a:cubicBezTo>
                  <a:pt x="194045" y="192216"/>
                  <a:pt x="193213" y="191814"/>
                  <a:pt x="192463" y="191265"/>
                </a:cubicBezTo>
                <a:lnTo>
                  <a:pt x="175647" y="178381"/>
                </a:lnTo>
                <a:lnTo>
                  <a:pt x="150309" y="178381"/>
                </a:lnTo>
                <a:cubicBezTo>
                  <a:pt x="145636" y="190470"/>
                  <a:pt x="137919" y="200427"/>
                  <a:pt x="127147" y="208236"/>
                </a:cubicBezTo>
                <a:cubicBezTo>
                  <a:pt x="116330" y="216100"/>
                  <a:pt x="103291" y="220032"/>
                  <a:pt x="88011" y="220032"/>
                </a:cubicBezTo>
                <a:close/>
                <a:moveTo>
                  <a:pt x="88011" y="205758"/>
                </a:moveTo>
                <a:cubicBezTo>
                  <a:pt x="100337" y="205758"/>
                  <a:pt x="111410" y="201762"/>
                  <a:pt x="121231" y="193780"/>
                </a:cubicBezTo>
                <a:cubicBezTo>
                  <a:pt x="131061" y="185797"/>
                  <a:pt x="137361" y="175921"/>
                  <a:pt x="140123" y="164144"/>
                </a:cubicBezTo>
                <a:lnTo>
                  <a:pt x="180804" y="164144"/>
                </a:lnTo>
                <a:lnTo>
                  <a:pt x="198022" y="177558"/>
                </a:lnTo>
                <a:lnTo>
                  <a:pt x="197958" y="177558"/>
                </a:lnTo>
                <a:lnTo>
                  <a:pt x="198123" y="177558"/>
                </a:lnTo>
                <a:lnTo>
                  <a:pt x="198022" y="177558"/>
                </a:lnTo>
                <a:lnTo>
                  <a:pt x="223991" y="159078"/>
                </a:lnTo>
                <a:lnTo>
                  <a:pt x="247812" y="177119"/>
                </a:lnTo>
                <a:lnTo>
                  <a:pt x="247720" y="177119"/>
                </a:lnTo>
                <a:lnTo>
                  <a:pt x="247812" y="177119"/>
                </a:lnTo>
                <a:lnTo>
                  <a:pt x="247812" y="177055"/>
                </a:lnTo>
                <a:lnTo>
                  <a:pt x="247812" y="177119"/>
                </a:lnTo>
                <a:lnTo>
                  <a:pt x="273561" y="152668"/>
                </a:lnTo>
                <a:lnTo>
                  <a:pt x="273652" y="152824"/>
                </a:lnTo>
                <a:cubicBezTo>
                  <a:pt x="273716" y="152933"/>
                  <a:pt x="273680" y="152879"/>
                  <a:pt x="273561" y="152668"/>
                </a:cubicBezTo>
                <a:lnTo>
                  <a:pt x="273652" y="152668"/>
                </a:lnTo>
                <a:lnTo>
                  <a:pt x="273561" y="152668"/>
                </a:lnTo>
                <a:lnTo>
                  <a:pt x="258501" y="137608"/>
                </a:lnTo>
                <a:lnTo>
                  <a:pt x="140123" y="137608"/>
                </a:lnTo>
                <a:cubicBezTo>
                  <a:pt x="137699" y="126443"/>
                  <a:pt x="131628" y="116723"/>
                  <a:pt x="121926" y="108439"/>
                </a:cubicBezTo>
                <a:cubicBezTo>
                  <a:pt x="112224" y="100163"/>
                  <a:pt x="100922" y="96030"/>
                  <a:pt x="88011" y="96030"/>
                </a:cubicBezTo>
                <a:cubicBezTo>
                  <a:pt x="72777" y="96030"/>
                  <a:pt x="59820" y="101370"/>
                  <a:pt x="49131" y="112060"/>
                </a:cubicBezTo>
                <a:cubicBezTo>
                  <a:pt x="38441" y="122740"/>
                  <a:pt x="33101" y="135706"/>
                  <a:pt x="33101" y="150940"/>
                </a:cubicBezTo>
                <a:cubicBezTo>
                  <a:pt x="33101" y="166174"/>
                  <a:pt x="38441" y="179131"/>
                  <a:pt x="49131" y="189820"/>
                </a:cubicBezTo>
                <a:cubicBezTo>
                  <a:pt x="59820" y="200510"/>
                  <a:pt x="72777" y="205850"/>
                  <a:pt x="88011" y="20585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3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666" y="268468"/>
                </a:moveTo>
                <a:cubicBezTo>
                  <a:pt x="146578" y="268230"/>
                  <a:pt x="145554" y="267965"/>
                  <a:pt x="144594" y="267645"/>
                </a:cubicBezTo>
                <a:cubicBezTo>
                  <a:pt x="117519" y="257943"/>
                  <a:pt x="96076" y="241100"/>
                  <a:pt x="80275" y="217106"/>
                </a:cubicBezTo>
                <a:cubicBezTo>
                  <a:pt x="64474" y="193094"/>
                  <a:pt x="56583" y="166777"/>
                  <a:pt x="56583" y="138175"/>
                </a:cubicBezTo>
                <a:lnTo>
                  <a:pt x="56583" y="79937"/>
                </a:lnTo>
                <a:cubicBezTo>
                  <a:pt x="56583" y="76032"/>
                  <a:pt x="57671" y="72521"/>
                  <a:pt x="59847" y="69403"/>
                </a:cubicBezTo>
                <a:cubicBezTo>
                  <a:pt x="62024" y="66285"/>
                  <a:pt x="64858" y="64017"/>
                  <a:pt x="68333" y="62609"/>
                </a:cubicBezTo>
                <a:lnTo>
                  <a:pt x="144493" y="34290"/>
                </a:lnTo>
                <a:cubicBezTo>
                  <a:pt x="146761" y="33540"/>
                  <a:pt x="148873" y="33165"/>
                  <a:pt x="150849" y="33165"/>
                </a:cubicBezTo>
                <a:cubicBezTo>
                  <a:pt x="152815" y="33165"/>
                  <a:pt x="154927" y="33540"/>
                  <a:pt x="157195" y="34290"/>
                </a:cubicBezTo>
                <a:lnTo>
                  <a:pt x="233355" y="62609"/>
                </a:lnTo>
                <a:cubicBezTo>
                  <a:pt x="236830" y="64017"/>
                  <a:pt x="239664" y="66285"/>
                  <a:pt x="241841" y="69403"/>
                </a:cubicBezTo>
                <a:cubicBezTo>
                  <a:pt x="244063" y="72521"/>
                  <a:pt x="245178" y="76032"/>
                  <a:pt x="245178" y="79937"/>
                </a:cubicBezTo>
                <a:lnTo>
                  <a:pt x="245178" y="138148"/>
                </a:lnTo>
                <a:cubicBezTo>
                  <a:pt x="245178" y="151516"/>
                  <a:pt x="243550" y="164830"/>
                  <a:pt x="240304" y="178098"/>
                </a:cubicBezTo>
                <a:cubicBezTo>
                  <a:pt x="237049" y="191338"/>
                  <a:pt x="231471" y="204067"/>
                  <a:pt x="223553" y="216283"/>
                </a:cubicBezTo>
                <a:cubicBezTo>
                  <a:pt x="221952" y="218532"/>
                  <a:pt x="219858" y="219785"/>
                  <a:pt x="217261" y="220060"/>
                </a:cubicBezTo>
                <a:cubicBezTo>
                  <a:pt x="214646" y="220334"/>
                  <a:pt x="212351" y="219566"/>
                  <a:pt x="210376" y="217764"/>
                </a:cubicBezTo>
                <a:lnTo>
                  <a:pt x="175272" y="183822"/>
                </a:lnTo>
                <a:cubicBezTo>
                  <a:pt x="171596" y="186208"/>
                  <a:pt x="167701" y="188110"/>
                  <a:pt x="163577" y="189537"/>
                </a:cubicBezTo>
                <a:cubicBezTo>
                  <a:pt x="159426" y="190963"/>
                  <a:pt x="155192" y="191677"/>
                  <a:pt x="150876" y="191677"/>
                </a:cubicBezTo>
                <a:cubicBezTo>
                  <a:pt x="139355" y="191677"/>
                  <a:pt x="129552" y="187662"/>
                  <a:pt x="121487" y="179634"/>
                </a:cubicBezTo>
                <a:cubicBezTo>
                  <a:pt x="113422" y="171615"/>
                  <a:pt x="109390" y="161812"/>
                  <a:pt x="109390" y="150245"/>
                </a:cubicBezTo>
                <a:cubicBezTo>
                  <a:pt x="109390" y="138678"/>
                  <a:pt x="113413" y="128848"/>
                  <a:pt x="121460" y="120765"/>
                </a:cubicBezTo>
                <a:cubicBezTo>
                  <a:pt x="129506" y="112672"/>
                  <a:pt x="139309" y="108631"/>
                  <a:pt x="150876" y="108631"/>
                </a:cubicBezTo>
                <a:cubicBezTo>
                  <a:pt x="162443" y="108631"/>
                  <a:pt x="172264" y="112672"/>
                  <a:pt x="180329" y="120765"/>
                </a:cubicBezTo>
                <a:cubicBezTo>
                  <a:pt x="188394" y="128848"/>
                  <a:pt x="192426" y="138714"/>
                  <a:pt x="192426" y="150346"/>
                </a:cubicBezTo>
                <a:cubicBezTo>
                  <a:pt x="192426" y="154534"/>
                  <a:pt x="191805" y="158621"/>
                  <a:pt x="190543" y="162599"/>
                </a:cubicBezTo>
                <a:cubicBezTo>
                  <a:pt x="189290" y="166585"/>
                  <a:pt x="187452" y="170225"/>
                  <a:pt x="185047" y="173535"/>
                </a:cubicBezTo>
                <a:lnTo>
                  <a:pt x="214875" y="202485"/>
                </a:lnTo>
                <a:cubicBezTo>
                  <a:pt x="220069" y="193396"/>
                  <a:pt x="224037" y="183346"/>
                  <a:pt x="226789" y="172346"/>
                </a:cubicBezTo>
                <a:cubicBezTo>
                  <a:pt x="229551" y="161346"/>
                  <a:pt x="230932" y="149943"/>
                  <a:pt x="230932" y="138148"/>
                </a:cubicBezTo>
                <a:lnTo>
                  <a:pt x="230932" y="79150"/>
                </a:lnTo>
                <a:cubicBezTo>
                  <a:pt x="230932" y="78410"/>
                  <a:pt x="230712" y="77715"/>
                  <a:pt x="230273" y="77038"/>
                </a:cubicBezTo>
                <a:cubicBezTo>
                  <a:pt x="229834" y="76352"/>
                  <a:pt x="229204" y="75849"/>
                  <a:pt x="228390" y="75529"/>
                </a:cubicBezTo>
                <a:lnTo>
                  <a:pt x="152229" y="47869"/>
                </a:lnTo>
                <a:cubicBezTo>
                  <a:pt x="151827" y="47704"/>
                  <a:pt x="151388" y="47622"/>
                  <a:pt x="150903" y="47622"/>
                </a:cubicBezTo>
                <a:cubicBezTo>
                  <a:pt x="150428" y="47622"/>
                  <a:pt x="149989" y="47704"/>
                  <a:pt x="149587" y="47869"/>
                </a:cubicBezTo>
                <a:lnTo>
                  <a:pt x="73426" y="75529"/>
                </a:lnTo>
                <a:cubicBezTo>
                  <a:pt x="72631" y="75849"/>
                  <a:pt x="72000" y="76352"/>
                  <a:pt x="71543" y="77038"/>
                </a:cubicBezTo>
                <a:cubicBezTo>
                  <a:pt x="71104" y="77733"/>
                  <a:pt x="70884" y="78437"/>
                  <a:pt x="70884" y="79150"/>
                </a:cubicBezTo>
                <a:lnTo>
                  <a:pt x="70884" y="138148"/>
                </a:lnTo>
                <a:cubicBezTo>
                  <a:pt x="70884" y="165031"/>
                  <a:pt x="78355" y="189354"/>
                  <a:pt x="93296" y="211098"/>
                </a:cubicBezTo>
                <a:cubicBezTo>
                  <a:pt x="108228" y="232852"/>
                  <a:pt x="127431" y="247583"/>
                  <a:pt x="150876" y="255291"/>
                </a:cubicBezTo>
                <a:cubicBezTo>
                  <a:pt x="155777" y="253874"/>
                  <a:pt x="161291" y="251487"/>
                  <a:pt x="167408" y="248159"/>
                </a:cubicBezTo>
                <a:cubicBezTo>
                  <a:pt x="173526" y="244803"/>
                  <a:pt x="179186" y="241200"/>
                  <a:pt x="184380" y="237351"/>
                </a:cubicBezTo>
                <a:cubicBezTo>
                  <a:pt x="185998" y="235988"/>
                  <a:pt x="187763" y="235394"/>
                  <a:pt x="189692" y="235586"/>
                </a:cubicBezTo>
                <a:cubicBezTo>
                  <a:pt x="191622" y="235778"/>
                  <a:pt x="193222" y="236674"/>
                  <a:pt x="194502" y="238293"/>
                </a:cubicBezTo>
                <a:cubicBezTo>
                  <a:pt x="195736" y="239920"/>
                  <a:pt x="196203" y="241758"/>
                  <a:pt x="195892" y="243788"/>
                </a:cubicBezTo>
                <a:cubicBezTo>
                  <a:pt x="195572" y="245827"/>
                  <a:pt x="194557" y="247482"/>
                  <a:pt x="192838" y="248753"/>
                </a:cubicBezTo>
                <a:cubicBezTo>
                  <a:pt x="187324" y="252804"/>
                  <a:pt x="181627" y="256361"/>
                  <a:pt x="175739" y="259443"/>
                </a:cubicBezTo>
                <a:cubicBezTo>
                  <a:pt x="169868" y="262524"/>
                  <a:pt x="163723" y="265304"/>
                  <a:pt x="157286" y="267773"/>
                </a:cubicBezTo>
                <a:cubicBezTo>
                  <a:pt x="156198" y="268084"/>
                  <a:pt x="155119" y="268349"/>
                  <a:pt x="154049" y="268559"/>
                </a:cubicBezTo>
                <a:cubicBezTo>
                  <a:pt x="152961" y="268751"/>
                  <a:pt x="151891" y="268843"/>
                  <a:pt x="150849" y="268843"/>
                </a:cubicBezTo>
                <a:cubicBezTo>
                  <a:pt x="149797" y="268843"/>
                  <a:pt x="148727" y="268724"/>
                  <a:pt x="147639" y="268495"/>
                </a:cubicBezTo>
                <a:close/>
                <a:moveTo>
                  <a:pt x="170142" y="169575"/>
                </a:moveTo>
                <a:cubicBezTo>
                  <a:pt x="175464" y="164363"/>
                  <a:pt x="178125" y="157908"/>
                  <a:pt x="178125" y="150218"/>
                </a:cubicBezTo>
                <a:cubicBezTo>
                  <a:pt x="178125" y="142674"/>
                  <a:pt x="175446" y="136236"/>
                  <a:pt x="170078" y="130915"/>
                </a:cubicBezTo>
                <a:cubicBezTo>
                  <a:pt x="164720" y="125593"/>
                  <a:pt x="158292" y="122932"/>
                  <a:pt x="150812" y="122932"/>
                </a:cubicBezTo>
                <a:cubicBezTo>
                  <a:pt x="143350" y="122932"/>
                  <a:pt x="136950" y="125593"/>
                  <a:pt x="131610" y="130915"/>
                </a:cubicBezTo>
                <a:cubicBezTo>
                  <a:pt x="126260" y="136236"/>
                  <a:pt x="123599" y="142674"/>
                  <a:pt x="123627" y="150218"/>
                </a:cubicBezTo>
                <a:cubicBezTo>
                  <a:pt x="123627" y="157908"/>
                  <a:pt x="126306" y="164363"/>
                  <a:pt x="131674" y="169575"/>
                </a:cubicBezTo>
                <a:cubicBezTo>
                  <a:pt x="137032" y="174797"/>
                  <a:pt x="143460" y="177403"/>
                  <a:pt x="150940" y="177403"/>
                </a:cubicBezTo>
                <a:cubicBezTo>
                  <a:pt x="158402" y="177403"/>
                  <a:pt x="164802" y="174797"/>
                  <a:pt x="170142" y="169575"/>
                </a:cubicBezTo>
                <a:close/>
                <a:moveTo>
                  <a:pt x="150629" y="15118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5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558" y="195261"/>
                </a:moveTo>
                <a:lnTo>
                  <a:pt x="93388" y="230090"/>
                </a:lnTo>
                <a:cubicBezTo>
                  <a:pt x="94787" y="231490"/>
                  <a:pt x="95509" y="233145"/>
                  <a:pt x="95555" y="235056"/>
                </a:cubicBezTo>
                <a:cubicBezTo>
                  <a:pt x="95601" y="236958"/>
                  <a:pt x="94878" y="238613"/>
                  <a:pt x="93388" y="240021"/>
                </a:cubicBezTo>
                <a:cubicBezTo>
                  <a:pt x="91897" y="241502"/>
                  <a:pt x="90224" y="242252"/>
                  <a:pt x="88358" y="242252"/>
                </a:cubicBezTo>
                <a:cubicBezTo>
                  <a:pt x="86493" y="242252"/>
                  <a:pt x="84820" y="241502"/>
                  <a:pt x="83329" y="240021"/>
                </a:cubicBezTo>
                <a:lnTo>
                  <a:pt x="37783" y="194502"/>
                </a:lnTo>
                <a:cubicBezTo>
                  <a:pt x="36814" y="193542"/>
                  <a:pt x="36128" y="192554"/>
                  <a:pt x="35707" y="191549"/>
                </a:cubicBezTo>
                <a:cubicBezTo>
                  <a:pt x="35287" y="190543"/>
                  <a:pt x="35076" y="189436"/>
                  <a:pt x="35076" y="188220"/>
                </a:cubicBezTo>
                <a:cubicBezTo>
                  <a:pt x="35076" y="187004"/>
                  <a:pt x="35287" y="185870"/>
                  <a:pt x="35707" y="184828"/>
                </a:cubicBezTo>
                <a:cubicBezTo>
                  <a:pt x="36128" y="183776"/>
                  <a:pt x="36814" y="182770"/>
                  <a:pt x="37783" y="181810"/>
                </a:cubicBezTo>
                <a:lnTo>
                  <a:pt x="83293" y="136291"/>
                </a:lnTo>
                <a:cubicBezTo>
                  <a:pt x="84701" y="134883"/>
                  <a:pt x="86356" y="134161"/>
                  <a:pt x="88267" y="134124"/>
                </a:cubicBezTo>
                <a:cubicBezTo>
                  <a:pt x="90169" y="134078"/>
                  <a:pt x="91870" y="134801"/>
                  <a:pt x="93351" y="136291"/>
                </a:cubicBezTo>
                <a:cubicBezTo>
                  <a:pt x="94842" y="137699"/>
                  <a:pt x="95564" y="139355"/>
                  <a:pt x="95527" y="141257"/>
                </a:cubicBezTo>
                <a:cubicBezTo>
                  <a:pt x="95482" y="143168"/>
                  <a:pt x="94759" y="144859"/>
                  <a:pt x="93351" y="146350"/>
                </a:cubicBezTo>
                <a:lnTo>
                  <a:pt x="58558" y="181024"/>
                </a:lnTo>
                <a:lnTo>
                  <a:pt x="149651" y="181024"/>
                </a:lnTo>
                <a:cubicBezTo>
                  <a:pt x="151726" y="181024"/>
                  <a:pt x="153436" y="181691"/>
                  <a:pt x="154771" y="183035"/>
                </a:cubicBezTo>
                <a:cubicBezTo>
                  <a:pt x="156116" y="184370"/>
                  <a:pt x="156783" y="186080"/>
                  <a:pt x="156783" y="188156"/>
                </a:cubicBezTo>
                <a:cubicBezTo>
                  <a:pt x="156783" y="190232"/>
                  <a:pt x="156116" y="191942"/>
                  <a:pt x="154771" y="193277"/>
                </a:cubicBezTo>
                <a:cubicBezTo>
                  <a:pt x="153436" y="194621"/>
                  <a:pt x="151726" y="195288"/>
                  <a:pt x="149651" y="195288"/>
                </a:cubicBezTo>
                <a:lnTo>
                  <a:pt x="58558" y="195288"/>
                </a:lnTo>
                <a:close/>
                <a:moveTo>
                  <a:pt x="243194" y="120609"/>
                </a:moveTo>
                <a:lnTo>
                  <a:pt x="152101" y="120609"/>
                </a:lnTo>
                <a:cubicBezTo>
                  <a:pt x="150026" y="120609"/>
                  <a:pt x="148316" y="119933"/>
                  <a:pt x="146981" y="118598"/>
                </a:cubicBezTo>
                <a:cubicBezTo>
                  <a:pt x="145636" y="117254"/>
                  <a:pt x="144969" y="115544"/>
                  <a:pt x="144969" y="113468"/>
                </a:cubicBezTo>
                <a:cubicBezTo>
                  <a:pt x="144969" y="111401"/>
                  <a:pt x="145636" y="109691"/>
                  <a:pt x="146981" y="108347"/>
                </a:cubicBezTo>
                <a:cubicBezTo>
                  <a:pt x="148316" y="107003"/>
                  <a:pt x="150026" y="106336"/>
                  <a:pt x="152101" y="106336"/>
                </a:cubicBezTo>
                <a:lnTo>
                  <a:pt x="243194" y="106336"/>
                </a:lnTo>
                <a:lnTo>
                  <a:pt x="208364" y="71543"/>
                </a:lnTo>
                <a:cubicBezTo>
                  <a:pt x="206965" y="70134"/>
                  <a:pt x="206243" y="68479"/>
                  <a:pt x="206197" y="66577"/>
                </a:cubicBezTo>
                <a:cubicBezTo>
                  <a:pt x="206151" y="64666"/>
                  <a:pt x="206874" y="63011"/>
                  <a:pt x="208364" y="61612"/>
                </a:cubicBezTo>
                <a:cubicBezTo>
                  <a:pt x="209855" y="60122"/>
                  <a:pt x="211528" y="59372"/>
                  <a:pt x="213394" y="59372"/>
                </a:cubicBezTo>
                <a:cubicBezTo>
                  <a:pt x="215259" y="59372"/>
                  <a:pt x="216932" y="60122"/>
                  <a:pt x="218423" y="61612"/>
                </a:cubicBezTo>
                <a:lnTo>
                  <a:pt x="263942" y="107122"/>
                </a:lnTo>
                <a:cubicBezTo>
                  <a:pt x="264902" y="108082"/>
                  <a:pt x="265615" y="109070"/>
                  <a:pt x="266072" y="110075"/>
                </a:cubicBezTo>
                <a:cubicBezTo>
                  <a:pt x="266538" y="111081"/>
                  <a:pt x="266767" y="112197"/>
                  <a:pt x="266767" y="113413"/>
                </a:cubicBezTo>
                <a:cubicBezTo>
                  <a:pt x="266767" y="114620"/>
                  <a:pt x="266538" y="115754"/>
                  <a:pt x="266072" y="116805"/>
                </a:cubicBezTo>
                <a:cubicBezTo>
                  <a:pt x="265615" y="117848"/>
                  <a:pt x="264902" y="118854"/>
                  <a:pt x="263942" y="119823"/>
                </a:cubicBezTo>
                <a:lnTo>
                  <a:pt x="218423" y="165369"/>
                </a:lnTo>
                <a:cubicBezTo>
                  <a:pt x="217024" y="166768"/>
                  <a:pt x="215369" y="167491"/>
                  <a:pt x="213458" y="167536"/>
                </a:cubicBezTo>
                <a:cubicBezTo>
                  <a:pt x="211556" y="167573"/>
                  <a:pt x="209855" y="166851"/>
                  <a:pt x="208364" y="165369"/>
                </a:cubicBezTo>
                <a:cubicBezTo>
                  <a:pt x="206874" y="163961"/>
                  <a:pt x="206151" y="162306"/>
                  <a:pt x="206197" y="160404"/>
                </a:cubicBezTo>
                <a:cubicBezTo>
                  <a:pt x="206243" y="158493"/>
                  <a:pt x="206965" y="156792"/>
                  <a:pt x="208364" y="155311"/>
                </a:cubicBezTo>
                <a:lnTo>
                  <a:pt x="243194" y="120609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7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946"/>
                </a:moveTo>
                <a:cubicBezTo>
                  <a:pt x="67702" y="164583"/>
                  <a:pt x="70061" y="175830"/>
                  <a:pt x="74780" y="185705"/>
                </a:cubicBezTo>
                <a:cubicBezTo>
                  <a:pt x="79489" y="195572"/>
                  <a:pt x="86091" y="204268"/>
                  <a:pt x="94576" y="211793"/>
                </a:cubicBezTo>
                <a:lnTo>
                  <a:pt x="107149" y="222382"/>
                </a:lnTo>
                <a:lnTo>
                  <a:pt x="107149" y="189098"/>
                </a:lnTo>
                <a:cubicBezTo>
                  <a:pt x="107149" y="187022"/>
                  <a:pt x="107826" y="185312"/>
                  <a:pt x="109161" y="183977"/>
                </a:cubicBezTo>
                <a:cubicBezTo>
                  <a:pt x="110505" y="182633"/>
                  <a:pt x="112215" y="181966"/>
                  <a:pt x="114291" y="181966"/>
                </a:cubicBezTo>
                <a:cubicBezTo>
                  <a:pt x="116367" y="181966"/>
                  <a:pt x="118067" y="182633"/>
                  <a:pt x="119411" y="183977"/>
                </a:cubicBezTo>
                <a:cubicBezTo>
                  <a:pt x="120756" y="185312"/>
                  <a:pt x="121423" y="187022"/>
                  <a:pt x="121423" y="189098"/>
                </a:cubicBezTo>
                <a:lnTo>
                  <a:pt x="121423" y="238293"/>
                </a:lnTo>
                <a:cubicBezTo>
                  <a:pt x="121423" y="240908"/>
                  <a:pt x="120564" y="243075"/>
                  <a:pt x="118845" y="244794"/>
                </a:cubicBezTo>
                <a:cubicBezTo>
                  <a:pt x="117125" y="246513"/>
                  <a:pt x="114958" y="247373"/>
                  <a:pt x="112343" y="247373"/>
                </a:cubicBezTo>
                <a:lnTo>
                  <a:pt x="63121" y="247373"/>
                </a:lnTo>
                <a:cubicBezTo>
                  <a:pt x="61045" y="247373"/>
                  <a:pt x="59335" y="246705"/>
                  <a:pt x="57991" y="245361"/>
                </a:cubicBezTo>
                <a:cubicBezTo>
                  <a:pt x="56656" y="244017"/>
                  <a:pt x="55980" y="242316"/>
                  <a:pt x="55980" y="240240"/>
                </a:cubicBezTo>
                <a:cubicBezTo>
                  <a:pt x="55980" y="238165"/>
                  <a:pt x="56656" y="236455"/>
                  <a:pt x="57991" y="235120"/>
                </a:cubicBezTo>
                <a:cubicBezTo>
                  <a:pt x="59335" y="233776"/>
                  <a:pt x="61045" y="233108"/>
                  <a:pt x="63121" y="233108"/>
                </a:cubicBezTo>
                <a:lnTo>
                  <a:pt x="97320" y="233108"/>
                </a:lnTo>
                <a:lnTo>
                  <a:pt x="88358" y="224869"/>
                </a:lnTo>
                <a:cubicBezTo>
                  <a:pt x="76243" y="214491"/>
                  <a:pt x="67391" y="203317"/>
                  <a:pt x="61795" y="191329"/>
                </a:cubicBezTo>
                <a:cubicBezTo>
                  <a:pt x="56226" y="179341"/>
                  <a:pt x="53438" y="166220"/>
                  <a:pt x="53438" y="151946"/>
                </a:cubicBezTo>
                <a:cubicBezTo>
                  <a:pt x="53438" y="133045"/>
                  <a:pt x="58421" y="115717"/>
                  <a:pt x="68397" y="99953"/>
                </a:cubicBezTo>
                <a:cubicBezTo>
                  <a:pt x="78373" y="84216"/>
                  <a:pt x="91733" y="72192"/>
                  <a:pt x="108475" y="63871"/>
                </a:cubicBezTo>
                <a:cubicBezTo>
                  <a:pt x="110213" y="63075"/>
                  <a:pt x="111923" y="63011"/>
                  <a:pt x="113596" y="63679"/>
                </a:cubicBezTo>
                <a:cubicBezTo>
                  <a:pt x="115269" y="64355"/>
                  <a:pt x="116467" y="65553"/>
                  <a:pt x="117180" y="67300"/>
                </a:cubicBezTo>
                <a:cubicBezTo>
                  <a:pt x="117976" y="69037"/>
                  <a:pt x="117967" y="70839"/>
                  <a:pt x="117153" y="72704"/>
                </a:cubicBezTo>
                <a:cubicBezTo>
                  <a:pt x="116312" y="74588"/>
                  <a:pt x="114968" y="76023"/>
                  <a:pt x="113130" y="77011"/>
                </a:cubicBezTo>
                <a:cubicBezTo>
                  <a:pt x="99313" y="84299"/>
                  <a:pt x="88294" y="94640"/>
                  <a:pt x="80056" y="108036"/>
                </a:cubicBezTo>
                <a:cubicBezTo>
                  <a:pt x="71826" y="121423"/>
                  <a:pt x="67702" y="136063"/>
                  <a:pt x="67702" y="151946"/>
                </a:cubicBezTo>
                <a:close/>
                <a:moveTo>
                  <a:pt x="234050" y="149806"/>
                </a:moveTo>
                <a:cubicBezTo>
                  <a:pt x="234050" y="139519"/>
                  <a:pt x="231691" y="129177"/>
                  <a:pt x="226972" y="118781"/>
                </a:cubicBezTo>
                <a:cubicBezTo>
                  <a:pt x="222263" y="108411"/>
                  <a:pt x="215835" y="99158"/>
                  <a:pt x="207706" y="91029"/>
                </a:cubicBezTo>
                <a:lnTo>
                  <a:pt x="195325" y="79370"/>
                </a:lnTo>
                <a:lnTo>
                  <a:pt x="195325" y="112654"/>
                </a:lnTo>
                <a:cubicBezTo>
                  <a:pt x="195325" y="114730"/>
                  <a:pt x="194648" y="116440"/>
                  <a:pt x="193313" y="117775"/>
                </a:cubicBezTo>
                <a:cubicBezTo>
                  <a:pt x="191969" y="119119"/>
                  <a:pt x="190259" y="119786"/>
                  <a:pt x="188184" y="119786"/>
                </a:cubicBezTo>
                <a:cubicBezTo>
                  <a:pt x="186108" y="119786"/>
                  <a:pt x="184407" y="119119"/>
                  <a:pt x="183063" y="117775"/>
                </a:cubicBezTo>
                <a:cubicBezTo>
                  <a:pt x="181719" y="116440"/>
                  <a:pt x="181051" y="114730"/>
                  <a:pt x="181051" y="112654"/>
                </a:cubicBezTo>
                <a:lnTo>
                  <a:pt x="181051" y="63459"/>
                </a:lnTo>
                <a:cubicBezTo>
                  <a:pt x="181051" y="60844"/>
                  <a:pt x="181911" y="58677"/>
                  <a:pt x="183630" y="56958"/>
                </a:cubicBezTo>
                <a:cubicBezTo>
                  <a:pt x="185349" y="55239"/>
                  <a:pt x="187516" y="54379"/>
                  <a:pt x="190131" y="54379"/>
                </a:cubicBezTo>
                <a:lnTo>
                  <a:pt x="239326" y="54379"/>
                </a:lnTo>
                <a:cubicBezTo>
                  <a:pt x="241402" y="54379"/>
                  <a:pt x="243112" y="55047"/>
                  <a:pt x="244447" y="56391"/>
                </a:cubicBezTo>
                <a:cubicBezTo>
                  <a:pt x="245791" y="57735"/>
                  <a:pt x="246458" y="59436"/>
                  <a:pt x="246458" y="61512"/>
                </a:cubicBezTo>
                <a:cubicBezTo>
                  <a:pt x="246458" y="63587"/>
                  <a:pt x="245791" y="65297"/>
                  <a:pt x="244447" y="66632"/>
                </a:cubicBezTo>
                <a:cubicBezTo>
                  <a:pt x="243112" y="67976"/>
                  <a:pt x="241402" y="68644"/>
                  <a:pt x="239326" y="68644"/>
                </a:cubicBezTo>
                <a:lnTo>
                  <a:pt x="204908" y="68644"/>
                </a:lnTo>
                <a:lnTo>
                  <a:pt x="213741" y="77422"/>
                </a:lnTo>
                <a:cubicBezTo>
                  <a:pt x="225326" y="88422"/>
                  <a:pt x="233995" y="100237"/>
                  <a:pt x="239737" y="112874"/>
                </a:cubicBezTo>
                <a:cubicBezTo>
                  <a:pt x="245452" y="125529"/>
                  <a:pt x="248314" y="137855"/>
                  <a:pt x="248314" y="149843"/>
                </a:cubicBezTo>
                <a:cubicBezTo>
                  <a:pt x="248314" y="168597"/>
                  <a:pt x="243468" y="185742"/>
                  <a:pt x="233766" y="201296"/>
                </a:cubicBezTo>
                <a:cubicBezTo>
                  <a:pt x="224065" y="216841"/>
                  <a:pt x="211007" y="228929"/>
                  <a:pt x="194603" y="237570"/>
                </a:cubicBezTo>
                <a:cubicBezTo>
                  <a:pt x="192774" y="238512"/>
                  <a:pt x="190899" y="238713"/>
                  <a:pt x="188970" y="238165"/>
                </a:cubicBezTo>
                <a:cubicBezTo>
                  <a:pt x="187041" y="237616"/>
                  <a:pt x="185678" y="236391"/>
                  <a:pt x="184883" y="234489"/>
                </a:cubicBezTo>
                <a:cubicBezTo>
                  <a:pt x="184087" y="232751"/>
                  <a:pt x="184114" y="230923"/>
                  <a:pt x="184947" y="229021"/>
                </a:cubicBezTo>
                <a:cubicBezTo>
                  <a:pt x="185788" y="227110"/>
                  <a:pt x="187077" y="225692"/>
                  <a:pt x="188814" y="224778"/>
                </a:cubicBezTo>
                <a:cubicBezTo>
                  <a:pt x="202750" y="217691"/>
                  <a:pt x="213768" y="207404"/>
                  <a:pt x="221879" y="193908"/>
                </a:cubicBezTo>
                <a:cubicBezTo>
                  <a:pt x="229990" y="180411"/>
                  <a:pt x="234050" y="165726"/>
                  <a:pt x="234050" y="14984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89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507"/>
                </a:moveTo>
                <a:cubicBezTo>
                  <a:pt x="67702" y="155777"/>
                  <a:pt x="68013" y="160020"/>
                  <a:pt x="68617" y="164235"/>
                </a:cubicBezTo>
                <a:cubicBezTo>
                  <a:pt x="69229" y="168451"/>
                  <a:pt x="70098" y="172456"/>
                  <a:pt x="71223" y="176278"/>
                </a:cubicBezTo>
                <a:cubicBezTo>
                  <a:pt x="71771" y="178226"/>
                  <a:pt x="71680" y="180128"/>
                  <a:pt x="70939" y="181993"/>
                </a:cubicBezTo>
                <a:cubicBezTo>
                  <a:pt x="70208" y="183858"/>
                  <a:pt x="68973" y="185203"/>
                  <a:pt x="67236" y="186016"/>
                </a:cubicBezTo>
                <a:cubicBezTo>
                  <a:pt x="65498" y="186748"/>
                  <a:pt x="63725" y="186730"/>
                  <a:pt x="61923" y="185952"/>
                </a:cubicBezTo>
                <a:cubicBezTo>
                  <a:pt x="60122" y="185203"/>
                  <a:pt x="58887" y="183913"/>
                  <a:pt x="58211" y="182084"/>
                </a:cubicBezTo>
                <a:cubicBezTo>
                  <a:pt x="56537" y="177083"/>
                  <a:pt x="55330" y="172054"/>
                  <a:pt x="54599" y="166997"/>
                </a:cubicBezTo>
                <a:cubicBezTo>
                  <a:pt x="53822" y="161949"/>
                  <a:pt x="53438" y="156783"/>
                  <a:pt x="53438" y="151507"/>
                </a:cubicBezTo>
                <a:cubicBezTo>
                  <a:pt x="53438" y="124788"/>
                  <a:pt x="62993" y="101846"/>
                  <a:pt x="82104" y="82671"/>
                </a:cubicBezTo>
                <a:cubicBezTo>
                  <a:pt x="101215" y="63496"/>
                  <a:pt x="124139" y="53913"/>
                  <a:pt x="150876" y="53940"/>
                </a:cubicBezTo>
                <a:lnTo>
                  <a:pt x="168981" y="53940"/>
                </a:lnTo>
                <a:lnTo>
                  <a:pt x="146542" y="31492"/>
                </a:lnTo>
                <a:cubicBezTo>
                  <a:pt x="145262" y="30221"/>
                  <a:pt x="144622" y="28712"/>
                  <a:pt x="144622" y="26966"/>
                </a:cubicBezTo>
                <a:cubicBezTo>
                  <a:pt x="144622" y="25228"/>
                  <a:pt x="145262" y="23683"/>
                  <a:pt x="146542" y="22321"/>
                </a:cubicBezTo>
                <a:cubicBezTo>
                  <a:pt x="147904" y="21040"/>
                  <a:pt x="149486" y="20400"/>
                  <a:pt x="151287" y="20400"/>
                </a:cubicBezTo>
                <a:cubicBezTo>
                  <a:pt x="153089" y="20400"/>
                  <a:pt x="154625" y="21040"/>
                  <a:pt x="155905" y="22321"/>
                </a:cubicBezTo>
                <a:lnTo>
                  <a:pt x="188467" y="54690"/>
                </a:lnTo>
                <a:cubicBezTo>
                  <a:pt x="190268" y="56492"/>
                  <a:pt x="191174" y="58595"/>
                  <a:pt x="191174" y="60981"/>
                </a:cubicBezTo>
                <a:cubicBezTo>
                  <a:pt x="191174" y="63368"/>
                  <a:pt x="190268" y="65462"/>
                  <a:pt x="188467" y="67263"/>
                </a:cubicBezTo>
                <a:lnTo>
                  <a:pt x="156216" y="99670"/>
                </a:lnTo>
                <a:cubicBezTo>
                  <a:pt x="154945" y="100950"/>
                  <a:pt x="153345" y="101590"/>
                  <a:pt x="151443" y="101590"/>
                </a:cubicBezTo>
                <a:cubicBezTo>
                  <a:pt x="149532" y="101590"/>
                  <a:pt x="147904" y="100950"/>
                  <a:pt x="146542" y="99670"/>
                </a:cubicBezTo>
                <a:cubicBezTo>
                  <a:pt x="145262" y="98307"/>
                  <a:pt x="144622" y="96698"/>
                  <a:pt x="144622" y="94832"/>
                </a:cubicBezTo>
                <a:cubicBezTo>
                  <a:pt x="144622" y="92967"/>
                  <a:pt x="145262" y="91358"/>
                  <a:pt x="146542" y="899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7970" y="68205"/>
                  <a:pt x="108384" y="76362"/>
                  <a:pt x="92098" y="92665"/>
                </a:cubicBezTo>
                <a:cubicBezTo>
                  <a:pt x="75813" y="108969"/>
                  <a:pt x="67675" y="128583"/>
                  <a:pt x="67675" y="151507"/>
                </a:cubicBezTo>
                <a:close/>
                <a:moveTo>
                  <a:pt x="234050" y="150940"/>
                </a:moveTo>
                <a:cubicBezTo>
                  <a:pt x="234050" y="146661"/>
                  <a:pt x="233766" y="142418"/>
                  <a:pt x="233199" y="138212"/>
                </a:cubicBezTo>
                <a:cubicBezTo>
                  <a:pt x="232633" y="133996"/>
                  <a:pt x="231746" y="129918"/>
                  <a:pt x="230529" y="125986"/>
                </a:cubicBezTo>
                <a:cubicBezTo>
                  <a:pt x="229853" y="124029"/>
                  <a:pt x="229889" y="122127"/>
                  <a:pt x="230621" y="120262"/>
                </a:cubicBezTo>
                <a:cubicBezTo>
                  <a:pt x="231352" y="118397"/>
                  <a:pt x="232587" y="117052"/>
                  <a:pt x="234333" y="116239"/>
                </a:cubicBezTo>
                <a:cubicBezTo>
                  <a:pt x="236071" y="115425"/>
                  <a:pt x="237790" y="115425"/>
                  <a:pt x="239481" y="116239"/>
                </a:cubicBezTo>
                <a:cubicBezTo>
                  <a:pt x="241182" y="117052"/>
                  <a:pt x="242334" y="118333"/>
                  <a:pt x="242938" y="120070"/>
                </a:cubicBezTo>
                <a:cubicBezTo>
                  <a:pt x="244748" y="125081"/>
                  <a:pt x="246083" y="130165"/>
                  <a:pt x="246961" y="135313"/>
                </a:cubicBezTo>
                <a:cubicBezTo>
                  <a:pt x="247866" y="140452"/>
                  <a:pt x="248314" y="145655"/>
                  <a:pt x="248314" y="150940"/>
                </a:cubicBezTo>
                <a:cubicBezTo>
                  <a:pt x="248314" y="177659"/>
                  <a:pt x="238759" y="200601"/>
                  <a:pt x="219648" y="219776"/>
                </a:cubicBezTo>
                <a:cubicBezTo>
                  <a:pt x="200537" y="238951"/>
                  <a:pt x="177613" y="248525"/>
                  <a:pt x="150876" y="248506"/>
                </a:cubicBezTo>
                <a:lnTo>
                  <a:pt x="132359" y="248506"/>
                </a:lnTo>
                <a:lnTo>
                  <a:pt x="154680" y="270946"/>
                </a:lnTo>
                <a:cubicBezTo>
                  <a:pt x="155960" y="272226"/>
                  <a:pt x="156618" y="273735"/>
                  <a:pt x="156664" y="275472"/>
                </a:cubicBezTo>
                <a:cubicBezTo>
                  <a:pt x="156701" y="277210"/>
                  <a:pt x="156042" y="278718"/>
                  <a:pt x="154680" y="279998"/>
                </a:cubicBezTo>
                <a:cubicBezTo>
                  <a:pt x="153317" y="281361"/>
                  <a:pt x="151754" y="282047"/>
                  <a:pt x="149998" y="282047"/>
                </a:cubicBezTo>
                <a:cubicBezTo>
                  <a:pt x="148233" y="282047"/>
                  <a:pt x="146679" y="281361"/>
                  <a:pt x="145316" y="279998"/>
                </a:cubicBezTo>
                <a:lnTo>
                  <a:pt x="112874" y="247748"/>
                </a:lnTo>
                <a:cubicBezTo>
                  <a:pt x="111072" y="245946"/>
                  <a:pt x="110167" y="243852"/>
                  <a:pt x="110167" y="241466"/>
                </a:cubicBezTo>
                <a:cubicBezTo>
                  <a:pt x="110167" y="239079"/>
                  <a:pt x="111072" y="236939"/>
                  <a:pt x="112874" y="235056"/>
                </a:cubicBezTo>
                <a:lnTo>
                  <a:pt x="145316" y="202613"/>
                </a:lnTo>
                <a:cubicBezTo>
                  <a:pt x="146587" y="201333"/>
                  <a:pt x="148133" y="200674"/>
                  <a:pt x="149934" y="200638"/>
                </a:cubicBezTo>
                <a:cubicBezTo>
                  <a:pt x="151736" y="200592"/>
                  <a:pt x="153317" y="201250"/>
                  <a:pt x="154680" y="202613"/>
                </a:cubicBezTo>
                <a:cubicBezTo>
                  <a:pt x="156042" y="203975"/>
                  <a:pt x="156719" y="205539"/>
                  <a:pt x="156719" y="207294"/>
                </a:cubicBezTo>
                <a:cubicBezTo>
                  <a:pt x="156719" y="209059"/>
                  <a:pt x="156042" y="210623"/>
                  <a:pt x="154680" y="211976"/>
                </a:cubicBezTo>
                <a:lnTo>
                  <a:pt x="132359" y="234297"/>
                </a:lnTo>
                <a:lnTo>
                  <a:pt x="150876" y="234297"/>
                </a:lnTo>
                <a:cubicBezTo>
                  <a:pt x="173782" y="234297"/>
                  <a:pt x="193377" y="226149"/>
                  <a:pt x="209654" y="209846"/>
                </a:cubicBezTo>
                <a:cubicBezTo>
                  <a:pt x="225939" y="193542"/>
                  <a:pt x="234077" y="173928"/>
                  <a:pt x="234077" y="151004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1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370" y="247409"/>
                </a:moveTo>
                <a:cubicBezTo>
                  <a:pt x="70464" y="238412"/>
                  <a:pt x="66011" y="227558"/>
                  <a:pt x="66011" y="214838"/>
                </a:cubicBezTo>
                <a:lnTo>
                  <a:pt x="66011" y="104891"/>
                </a:lnTo>
                <a:cubicBezTo>
                  <a:pt x="58677" y="102166"/>
                  <a:pt x="52651" y="97978"/>
                  <a:pt x="47933" y="92318"/>
                </a:cubicBezTo>
                <a:cubicBezTo>
                  <a:pt x="43224" y="86658"/>
                  <a:pt x="40865" y="80303"/>
                  <a:pt x="40865" y="73234"/>
                </a:cubicBezTo>
                <a:cubicBezTo>
                  <a:pt x="40865" y="64163"/>
                  <a:pt x="44019" y="56501"/>
                  <a:pt x="50319" y="50265"/>
                </a:cubicBezTo>
                <a:cubicBezTo>
                  <a:pt x="56656" y="43992"/>
                  <a:pt x="64282" y="40865"/>
                  <a:pt x="73207" y="40865"/>
                </a:cubicBezTo>
                <a:cubicBezTo>
                  <a:pt x="82150" y="40865"/>
                  <a:pt x="89748" y="44010"/>
                  <a:pt x="95994" y="50292"/>
                </a:cubicBezTo>
                <a:cubicBezTo>
                  <a:pt x="102257" y="56583"/>
                  <a:pt x="105394" y="64209"/>
                  <a:pt x="105394" y="73179"/>
                </a:cubicBezTo>
                <a:cubicBezTo>
                  <a:pt x="105394" y="80175"/>
                  <a:pt x="103035" y="86521"/>
                  <a:pt x="98325" y="92226"/>
                </a:cubicBezTo>
                <a:cubicBezTo>
                  <a:pt x="93607" y="97923"/>
                  <a:pt x="87581" y="102138"/>
                  <a:pt x="80248" y="104863"/>
                </a:cubicBezTo>
                <a:lnTo>
                  <a:pt x="80248" y="214811"/>
                </a:lnTo>
                <a:cubicBezTo>
                  <a:pt x="80248" y="223553"/>
                  <a:pt x="83338" y="231032"/>
                  <a:pt x="89520" y="237250"/>
                </a:cubicBezTo>
                <a:cubicBezTo>
                  <a:pt x="95701" y="243477"/>
                  <a:pt x="103245" y="246586"/>
                  <a:pt x="112151" y="246586"/>
                </a:cubicBezTo>
                <a:cubicBezTo>
                  <a:pt x="121057" y="246586"/>
                  <a:pt x="128546" y="243477"/>
                  <a:pt x="134627" y="237250"/>
                </a:cubicBezTo>
                <a:cubicBezTo>
                  <a:pt x="140680" y="231032"/>
                  <a:pt x="143707" y="223553"/>
                  <a:pt x="143707" y="214811"/>
                </a:cubicBezTo>
                <a:lnTo>
                  <a:pt x="143707" y="86786"/>
                </a:lnTo>
                <a:cubicBezTo>
                  <a:pt x="143707" y="73984"/>
                  <a:pt x="148160" y="63112"/>
                  <a:pt x="157066" y="54187"/>
                </a:cubicBezTo>
                <a:cubicBezTo>
                  <a:pt x="165973" y="45281"/>
                  <a:pt x="176854" y="40828"/>
                  <a:pt x="189692" y="40828"/>
                </a:cubicBezTo>
                <a:cubicBezTo>
                  <a:pt x="202558" y="40828"/>
                  <a:pt x="213439" y="45281"/>
                  <a:pt x="222318" y="54187"/>
                </a:cubicBezTo>
                <a:cubicBezTo>
                  <a:pt x="231270" y="63112"/>
                  <a:pt x="235741" y="73984"/>
                  <a:pt x="235741" y="86786"/>
                </a:cubicBezTo>
                <a:lnTo>
                  <a:pt x="235741" y="196861"/>
                </a:lnTo>
                <a:cubicBezTo>
                  <a:pt x="243075" y="199586"/>
                  <a:pt x="249101" y="203774"/>
                  <a:pt x="253819" y="209434"/>
                </a:cubicBezTo>
                <a:cubicBezTo>
                  <a:pt x="258528" y="215094"/>
                  <a:pt x="260887" y="221459"/>
                  <a:pt x="260887" y="228545"/>
                </a:cubicBezTo>
                <a:cubicBezTo>
                  <a:pt x="260887" y="237433"/>
                  <a:pt x="257760" y="245041"/>
                  <a:pt x="251487" y="251369"/>
                </a:cubicBezTo>
                <a:cubicBezTo>
                  <a:pt x="245224" y="257696"/>
                  <a:pt x="237607" y="260860"/>
                  <a:pt x="228637" y="260860"/>
                </a:cubicBezTo>
                <a:cubicBezTo>
                  <a:pt x="219758" y="260860"/>
                  <a:pt x="212159" y="257696"/>
                  <a:pt x="205850" y="251369"/>
                </a:cubicBezTo>
                <a:cubicBezTo>
                  <a:pt x="199522" y="245041"/>
                  <a:pt x="196358" y="237433"/>
                  <a:pt x="196358" y="228545"/>
                </a:cubicBezTo>
                <a:cubicBezTo>
                  <a:pt x="196358" y="221459"/>
                  <a:pt x="198717" y="215030"/>
                  <a:pt x="203436" y="209242"/>
                </a:cubicBezTo>
                <a:cubicBezTo>
                  <a:pt x="208145" y="203481"/>
                  <a:pt x="214171" y="199348"/>
                  <a:pt x="221504" y="196834"/>
                </a:cubicBezTo>
                <a:lnTo>
                  <a:pt x="221504" y="86758"/>
                </a:lnTo>
                <a:cubicBezTo>
                  <a:pt x="221504" y="77998"/>
                  <a:pt x="218414" y="70528"/>
                  <a:pt x="212232" y="64346"/>
                </a:cubicBezTo>
                <a:cubicBezTo>
                  <a:pt x="206051" y="58165"/>
                  <a:pt x="198562" y="55074"/>
                  <a:pt x="189756" y="55074"/>
                </a:cubicBezTo>
                <a:cubicBezTo>
                  <a:pt x="180960" y="55074"/>
                  <a:pt x="173462" y="58165"/>
                  <a:pt x="167280" y="64346"/>
                </a:cubicBezTo>
                <a:cubicBezTo>
                  <a:pt x="161126" y="70528"/>
                  <a:pt x="158045" y="77998"/>
                  <a:pt x="158045" y="86758"/>
                </a:cubicBezTo>
                <a:lnTo>
                  <a:pt x="158045" y="214774"/>
                </a:lnTo>
                <a:cubicBezTo>
                  <a:pt x="158045" y="227494"/>
                  <a:pt x="153592" y="238357"/>
                  <a:pt x="144686" y="247345"/>
                </a:cubicBezTo>
                <a:cubicBezTo>
                  <a:pt x="135761" y="256370"/>
                  <a:pt x="124870" y="260887"/>
                  <a:pt x="112023" y="260887"/>
                </a:cubicBezTo>
                <a:cubicBezTo>
                  <a:pt x="99158" y="260887"/>
                  <a:pt x="88276" y="256398"/>
                  <a:pt x="79370" y="247409"/>
                </a:cubicBezTo>
                <a:close/>
                <a:moveTo>
                  <a:pt x="73298" y="91157"/>
                </a:moveTo>
                <a:cubicBezTo>
                  <a:pt x="78245" y="91157"/>
                  <a:pt x="82461" y="89364"/>
                  <a:pt x="85935" y="85780"/>
                </a:cubicBezTo>
                <a:cubicBezTo>
                  <a:pt x="89419" y="82195"/>
                  <a:pt x="91157" y="77934"/>
                  <a:pt x="91157" y="72987"/>
                </a:cubicBezTo>
                <a:cubicBezTo>
                  <a:pt x="91157" y="68041"/>
                  <a:pt x="89428" y="63825"/>
                  <a:pt x="85972" y="60350"/>
                </a:cubicBezTo>
                <a:cubicBezTo>
                  <a:pt x="82506" y="56876"/>
                  <a:pt x="78236" y="55129"/>
                  <a:pt x="73143" y="55129"/>
                </a:cubicBezTo>
                <a:cubicBezTo>
                  <a:pt x="68306" y="55129"/>
                  <a:pt x="64090" y="56857"/>
                  <a:pt x="60506" y="60323"/>
                </a:cubicBezTo>
                <a:cubicBezTo>
                  <a:pt x="56921" y="63779"/>
                  <a:pt x="55129" y="68050"/>
                  <a:pt x="55129" y="73143"/>
                </a:cubicBezTo>
                <a:cubicBezTo>
                  <a:pt x="55129" y="77980"/>
                  <a:pt x="56921" y="82195"/>
                  <a:pt x="60506" y="85780"/>
                </a:cubicBezTo>
                <a:cubicBezTo>
                  <a:pt x="64090" y="89364"/>
                  <a:pt x="68351" y="91157"/>
                  <a:pt x="73298" y="91157"/>
                </a:cubicBezTo>
                <a:close/>
                <a:moveTo>
                  <a:pt x="228765" y="246623"/>
                </a:moveTo>
                <a:cubicBezTo>
                  <a:pt x="233711" y="246623"/>
                  <a:pt x="237927" y="244831"/>
                  <a:pt x="241402" y="241246"/>
                </a:cubicBezTo>
                <a:cubicBezTo>
                  <a:pt x="244876" y="237662"/>
                  <a:pt x="246623" y="233401"/>
                  <a:pt x="246623" y="228454"/>
                </a:cubicBezTo>
                <a:cubicBezTo>
                  <a:pt x="246623" y="223507"/>
                  <a:pt x="244895" y="219291"/>
                  <a:pt x="241429" y="215817"/>
                </a:cubicBezTo>
                <a:cubicBezTo>
                  <a:pt x="237973" y="212333"/>
                  <a:pt x="233702" y="210595"/>
                  <a:pt x="228609" y="210595"/>
                </a:cubicBezTo>
                <a:cubicBezTo>
                  <a:pt x="223772" y="210595"/>
                  <a:pt x="219557" y="212324"/>
                  <a:pt x="215972" y="215780"/>
                </a:cubicBezTo>
                <a:cubicBezTo>
                  <a:pt x="212388" y="219246"/>
                  <a:pt x="210595" y="223516"/>
                  <a:pt x="210595" y="228609"/>
                </a:cubicBezTo>
                <a:cubicBezTo>
                  <a:pt x="210595" y="233446"/>
                  <a:pt x="212388" y="237662"/>
                  <a:pt x="215972" y="241246"/>
                </a:cubicBezTo>
                <a:cubicBezTo>
                  <a:pt x="219557" y="244831"/>
                  <a:pt x="223818" y="246623"/>
                  <a:pt x="228765" y="246623"/>
                </a:cubicBezTo>
                <a:close/>
                <a:moveTo>
                  <a:pt x="73143" y="73143"/>
                </a:moveTo>
                <a:close/>
                <a:moveTo>
                  <a:pt x="228609" y="228609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3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63183"/>
                </a:moveTo>
                <a:lnTo>
                  <a:pt x="143744" y="215561"/>
                </a:lnTo>
                <a:cubicBezTo>
                  <a:pt x="143744" y="205274"/>
                  <a:pt x="142107" y="196733"/>
                  <a:pt x="138833" y="189948"/>
                </a:cubicBezTo>
                <a:cubicBezTo>
                  <a:pt x="135569" y="183154"/>
                  <a:pt x="130476" y="176470"/>
                  <a:pt x="123563" y="169896"/>
                </a:cubicBezTo>
                <a:lnTo>
                  <a:pt x="133804" y="159645"/>
                </a:lnTo>
                <a:cubicBezTo>
                  <a:pt x="136621" y="162114"/>
                  <a:pt x="139647" y="165479"/>
                  <a:pt x="142893" y="169740"/>
                </a:cubicBezTo>
                <a:cubicBezTo>
                  <a:pt x="146121" y="173992"/>
                  <a:pt x="148782" y="178116"/>
                  <a:pt x="150876" y="182121"/>
                </a:cubicBezTo>
                <a:cubicBezTo>
                  <a:pt x="153958" y="176424"/>
                  <a:pt x="157423" y="171295"/>
                  <a:pt x="161282" y="166750"/>
                </a:cubicBezTo>
                <a:cubicBezTo>
                  <a:pt x="165131" y="162205"/>
                  <a:pt x="168963" y="158328"/>
                  <a:pt x="172758" y="155119"/>
                </a:cubicBezTo>
                <a:cubicBezTo>
                  <a:pt x="185075" y="145042"/>
                  <a:pt x="193963" y="132579"/>
                  <a:pt x="199412" y="117747"/>
                </a:cubicBezTo>
                <a:cubicBezTo>
                  <a:pt x="204880" y="102934"/>
                  <a:pt x="207066" y="83229"/>
                  <a:pt x="205978" y="58650"/>
                </a:cubicBezTo>
                <a:lnTo>
                  <a:pt x="181865" y="82762"/>
                </a:lnTo>
                <a:cubicBezTo>
                  <a:pt x="180466" y="84253"/>
                  <a:pt x="178811" y="84993"/>
                  <a:pt x="176900" y="84993"/>
                </a:cubicBezTo>
                <a:cubicBezTo>
                  <a:pt x="174998" y="84993"/>
                  <a:pt x="173297" y="84253"/>
                  <a:pt x="171807" y="82762"/>
                </a:cubicBezTo>
                <a:cubicBezTo>
                  <a:pt x="170408" y="81354"/>
                  <a:pt x="169703" y="79727"/>
                  <a:pt x="169703" y="77861"/>
                </a:cubicBezTo>
                <a:cubicBezTo>
                  <a:pt x="169703" y="75996"/>
                  <a:pt x="170408" y="74313"/>
                  <a:pt x="171807" y="72832"/>
                </a:cubicBezTo>
                <a:lnTo>
                  <a:pt x="206984" y="37783"/>
                </a:lnTo>
                <a:cubicBezTo>
                  <a:pt x="207944" y="36814"/>
                  <a:pt x="208931" y="36110"/>
                  <a:pt x="209937" y="35643"/>
                </a:cubicBezTo>
                <a:cubicBezTo>
                  <a:pt x="210943" y="35186"/>
                  <a:pt x="212059" y="34958"/>
                  <a:pt x="213266" y="34958"/>
                </a:cubicBezTo>
                <a:cubicBezTo>
                  <a:pt x="214482" y="34958"/>
                  <a:pt x="215597" y="35186"/>
                  <a:pt x="216603" y="35643"/>
                </a:cubicBezTo>
                <a:cubicBezTo>
                  <a:pt x="217609" y="36110"/>
                  <a:pt x="218596" y="36814"/>
                  <a:pt x="219557" y="37783"/>
                </a:cubicBezTo>
                <a:lnTo>
                  <a:pt x="254606" y="72832"/>
                </a:lnTo>
                <a:cubicBezTo>
                  <a:pt x="256005" y="74231"/>
                  <a:pt x="256727" y="75886"/>
                  <a:pt x="256773" y="77797"/>
                </a:cubicBezTo>
                <a:cubicBezTo>
                  <a:pt x="256818" y="79699"/>
                  <a:pt x="256087" y="81354"/>
                  <a:pt x="254606" y="82762"/>
                </a:cubicBezTo>
                <a:cubicBezTo>
                  <a:pt x="253115" y="84253"/>
                  <a:pt x="251442" y="84993"/>
                  <a:pt x="249576" y="84993"/>
                </a:cubicBezTo>
                <a:cubicBezTo>
                  <a:pt x="247711" y="84993"/>
                  <a:pt x="246028" y="84253"/>
                  <a:pt x="244547" y="82762"/>
                </a:cubicBezTo>
                <a:lnTo>
                  <a:pt x="220188" y="58403"/>
                </a:lnTo>
                <a:cubicBezTo>
                  <a:pt x="221230" y="84893"/>
                  <a:pt x="218816" y="106107"/>
                  <a:pt x="212927" y="122054"/>
                </a:cubicBezTo>
                <a:cubicBezTo>
                  <a:pt x="207011" y="138020"/>
                  <a:pt x="196834" y="152641"/>
                  <a:pt x="182368" y="165900"/>
                </a:cubicBezTo>
                <a:cubicBezTo>
                  <a:pt x="173553" y="173965"/>
                  <a:pt x="167271" y="181463"/>
                  <a:pt x="163540" y="188376"/>
                </a:cubicBezTo>
                <a:cubicBezTo>
                  <a:pt x="159810" y="195288"/>
                  <a:pt x="157944" y="204332"/>
                  <a:pt x="157944" y="215497"/>
                </a:cubicBezTo>
                <a:lnTo>
                  <a:pt x="157944" y="263119"/>
                </a:lnTo>
                <a:cubicBezTo>
                  <a:pt x="157944" y="265194"/>
                  <a:pt x="157277" y="266904"/>
                  <a:pt x="155933" y="268248"/>
                </a:cubicBezTo>
                <a:cubicBezTo>
                  <a:pt x="154634" y="269629"/>
                  <a:pt x="152952" y="270324"/>
                  <a:pt x="150876" y="270324"/>
                </a:cubicBezTo>
                <a:cubicBezTo>
                  <a:pt x="148800" y="270324"/>
                  <a:pt x="147090" y="269647"/>
                  <a:pt x="145755" y="268312"/>
                </a:cubicBezTo>
                <a:cubicBezTo>
                  <a:pt x="144411" y="266968"/>
                  <a:pt x="143744" y="265258"/>
                  <a:pt x="143744" y="263183"/>
                </a:cubicBezTo>
                <a:close/>
                <a:moveTo>
                  <a:pt x="83768" y="101718"/>
                </a:moveTo>
                <a:cubicBezTo>
                  <a:pt x="82845" y="97777"/>
                  <a:pt x="82122" y="91861"/>
                  <a:pt x="81601" y="83960"/>
                </a:cubicBezTo>
                <a:cubicBezTo>
                  <a:pt x="81071" y="76032"/>
                  <a:pt x="80943" y="67629"/>
                  <a:pt x="81190" y="58750"/>
                </a:cubicBezTo>
                <a:lnTo>
                  <a:pt x="57141" y="82790"/>
                </a:lnTo>
                <a:cubicBezTo>
                  <a:pt x="55742" y="84198"/>
                  <a:pt x="54087" y="84920"/>
                  <a:pt x="52176" y="84966"/>
                </a:cubicBezTo>
                <a:cubicBezTo>
                  <a:pt x="50274" y="85003"/>
                  <a:pt x="48573" y="84280"/>
                  <a:pt x="47082" y="82790"/>
                </a:cubicBezTo>
                <a:cubicBezTo>
                  <a:pt x="45601" y="81391"/>
                  <a:pt x="44851" y="79754"/>
                  <a:pt x="44851" y="77889"/>
                </a:cubicBezTo>
                <a:cubicBezTo>
                  <a:pt x="44851" y="76023"/>
                  <a:pt x="45601" y="74350"/>
                  <a:pt x="47082" y="72859"/>
                </a:cubicBezTo>
                <a:lnTo>
                  <a:pt x="82131" y="37810"/>
                </a:lnTo>
                <a:cubicBezTo>
                  <a:pt x="83101" y="36850"/>
                  <a:pt x="84079" y="36137"/>
                  <a:pt x="85085" y="35680"/>
                </a:cubicBezTo>
                <a:cubicBezTo>
                  <a:pt x="86091" y="35214"/>
                  <a:pt x="87206" y="34985"/>
                  <a:pt x="88422" y="34985"/>
                </a:cubicBezTo>
                <a:cubicBezTo>
                  <a:pt x="89639" y="34985"/>
                  <a:pt x="90745" y="35214"/>
                  <a:pt x="91751" y="35680"/>
                </a:cubicBezTo>
                <a:cubicBezTo>
                  <a:pt x="92757" y="36137"/>
                  <a:pt x="93781" y="36850"/>
                  <a:pt x="94832" y="37810"/>
                </a:cubicBezTo>
                <a:lnTo>
                  <a:pt x="129817" y="72859"/>
                </a:lnTo>
                <a:cubicBezTo>
                  <a:pt x="131216" y="74268"/>
                  <a:pt x="131939" y="75923"/>
                  <a:pt x="131984" y="77825"/>
                </a:cubicBezTo>
                <a:cubicBezTo>
                  <a:pt x="132030" y="79736"/>
                  <a:pt x="131344" y="81391"/>
                  <a:pt x="129945" y="82790"/>
                </a:cubicBezTo>
                <a:cubicBezTo>
                  <a:pt x="128455" y="84280"/>
                  <a:pt x="126754" y="85021"/>
                  <a:pt x="124852" y="85021"/>
                </a:cubicBezTo>
                <a:cubicBezTo>
                  <a:pt x="122941" y="85021"/>
                  <a:pt x="121286" y="84280"/>
                  <a:pt x="119887" y="82790"/>
                </a:cubicBezTo>
                <a:lnTo>
                  <a:pt x="95774" y="58686"/>
                </a:lnTo>
                <a:cubicBezTo>
                  <a:pt x="95354" y="66962"/>
                  <a:pt x="95317" y="74514"/>
                  <a:pt x="95646" y="81345"/>
                </a:cubicBezTo>
                <a:cubicBezTo>
                  <a:pt x="95985" y="88176"/>
                  <a:pt x="96616" y="93909"/>
                  <a:pt x="97539" y="98545"/>
                </a:cubicBezTo>
                <a:lnTo>
                  <a:pt x="83768" y="101745"/>
                </a:lnTo>
                <a:close/>
                <a:moveTo>
                  <a:pt x="108475" y="154872"/>
                </a:moveTo>
                <a:cubicBezTo>
                  <a:pt x="105165" y="151095"/>
                  <a:pt x="101581" y="146249"/>
                  <a:pt x="97722" y="140315"/>
                </a:cubicBezTo>
                <a:cubicBezTo>
                  <a:pt x="93872" y="134362"/>
                  <a:pt x="90983" y="128409"/>
                  <a:pt x="89081" y="122466"/>
                </a:cubicBezTo>
                <a:lnTo>
                  <a:pt x="103163" y="118945"/>
                </a:lnTo>
                <a:cubicBezTo>
                  <a:pt x="104735" y="123444"/>
                  <a:pt x="106967" y="128107"/>
                  <a:pt x="109856" y="132926"/>
                </a:cubicBezTo>
                <a:cubicBezTo>
                  <a:pt x="112746" y="137745"/>
                  <a:pt x="115644" y="141705"/>
                  <a:pt x="118534" y="144814"/>
                </a:cubicBezTo>
                <a:lnTo>
                  <a:pt x="108475" y="15487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5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848" y="80906"/>
                </a:moveTo>
                <a:lnTo>
                  <a:pt x="70848" y="115105"/>
                </a:lnTo>
                <a:cubicBezTo>
                  <a:pt x="70848" y="117135"/>
                  <a:pt x="70162" y="118835"/>
                  <a:pt x="68772" y="120198"/>
                </a:cubicBezTo>
                <a:cubicBezTo>
                  <a:pt x="67391" y="121560"/>
                  <a:pt x="65681" y="122237"/>
                  <a:pt x="63651" y="122237"/>
                </a:cubicBezTo>
                <a:cubicBezTo>
                  <a:pt x="61621" y="122237"/>
                  <a:pt x="59930" y="121560"/>
                  <a:pt x="58595" y="120198"/>
                </a:cubicBezTo>
                <a:cubicBezTo>
                  <a:pt x="57251" y="118835"/>
                  <a:pt x="56583" y="117135"/>
                  <a:pt x="56583" y="115105"/>
                </a:cubicBezTo>
                <a:lnTo>
                  <a:pt x="56583" y="65663"/>
                </a:lnTo>
                <a:cubicBezTo>
                  <a:pt x="56583" y="63066"/>
                  <a:pt x="57452" y="60908"/>
                  <a:pt x="59189" y="59189"/>
                </a:cubicBezTo>
                <a:cubicBezTo>
                  <a:pt x="60908" y="57452"/>
                  <a:pt x="63066" y="56574"/>
                  <a:pt x="65663" y="56574"/>
                </a:cubicBezTo>
                <a:lnTo>
                  <a:pt x="115233" y="56574"/>
                </a:lnTo>
                <a:cubicBezTo>
                  <a:pt x="117180" y="56574"/>
                  <a:pt x="118854" y="57269"/>
                  <a:pt x="120262" y="58650"/>
                </a:cubicBezTo>
                <a:cubicBezTo>
                  <a:pt x="121661" y="60040"/>
                  <a:pt x="122365" y="61740"/>
                  <a:pt x="122365" y="63779"/>
                </a:cubicBezTo>
                <a:cubicBezTo>
                  <a:pt x="122365" y="65809"/>
                  <a:pt x="121661" y="67492"/>
                  <a:pt x="120262" y="68836"/>
                </a:cubicBezTo>
                <a:cubicBezTo>
                  <a:pt x="118854" y="70180"/>
                  <a:pt x="117180" y="70848"/>
                  <a:pt x="115233" y="70848"/>
                </a:cubicBezTo>
                <a:lnTo>
                  <a:pt x="81098" y="70848"/>
                </a:lnTo>
                <a:lnTo>
                  <a:pt x="152979" y="142738"/>
                </a:lnTo>
                <a:cubicBezTo>
                  <a:pt x="154570" y="144311"/>
                  <a:pt x="155896" y="146249"/>
                  <a:pt x="156938" y="148553"/>
                </a:cubicBezTo>
                <a:cubicBezTo>
                  <a:pt x="157990" y="150858"/>
                  <a:pt x="158511" y="153253"/>
                  <a:pt x="158511" y="155750"/>
                </a:cubicBezTo>
                <a:lnTo>
                  <a:pt x="158511" y="238037"/>
                </a:lnTo>
                <a:cubicBezTo>
                  <a:pt x="158511" y="240067"/>
                  <a:pt x="157825" y="241767"/>
                  <a:pt x="156436" y="243130"/>
                </a:cubicBezTo>
                <a:cubicBezTo>
                  <a:pt x="155055" y="244492"/>
                  <a:pt x="153345" y="245169"/>
                  <a:pt x="151315" y="245169"/>
                </a:cubicBezTo>
                <a:cubicBezTo>
                  <a:pt x="149285" y="245169"/>
                  <a:pt x="147593" y="244492"/>
                  <a:pt x="146258" y="243130"/>
                </a:cubicBezTo>
                <a:cubicBezTo>
                  <a:pt x="144914" y="241767"/>
                  <a:pt x="144247" y="240067"/>
                  <a:pt x="144247" y="238037"/>
                </a:cubicBezTo>
                <a:lnTo>
                  <a:pt x="144247" y="155750"/>
                </a:lnTo>
                <a:cubicBezTo>
                  <a:pt x="144247" y="155265"/>
                  <a:pt x="144137" y="154808"/>
                  <a:pt x="143927" y="154369"/>
                </a:cubicBezTo>
                <a:cubicBezTo>
                  <a:pt x="143716" y="153921"/>
                  <a:pt x="143460" y="153509"/>
                  <a:pt x="143140" y="153107"/>
                </a:cubicBezTo>
                <a:lnTo>
                  <a:pt x="70820" y="80906"/>
                </a:lnTo>
                <a:close/>
                <a:moveTo>
                  <a:pt x="230904" y="80906"/>
                </a:moveTo>
                <a:lnTo>
                  <a:pt x="180704" y="130787"/>
                </a:lnTo>
                <a:cubicBezTo>
                  <a:pt x="179305" y="132195"/>
                  <a:pt x="177650" y="132917"/>
                  <a:pt x="175739" y="132963"/>
                </a:cubicBezTo>
                <a:cubicBezTo>
                  <a:pt x="173837" y="132999"/>
                  <a:pt x="172154" y="132277"/>
                  <a:pt x="170709" y="130787"/>
                </a:cubicBezTo>
                <a:cubicBezTo>
                  <a:pt x="169265" y="129305"/>
                  <a:pt x="168542" y="127605"/>
                  <a:pt x="168542" y="125703"/>
                </a:cubicBezTo>
                <a:cubicBezTo>
                  <a:pt x="168542" y="123791"/>
                  <a:pt x="169283" y="122182"/>
                  <a:pt x="170773" y="120856"/>
                </a:cubicBezTo>
                <a:lnTo>
                  <a:pt x="220654" y="70848"/>
                </a:lnTo>
                <a:lnTo>
                  <a:pt x="186675" y="70848"/>
                </a:lnTo>
                <a:cubicBezTo>
                  <a:pt x="184645" y="70848"/>
                  <a:pt x="182944" y="70153"/>
                  <a:pt x="181582" y="68772"/>
                </a:cubicBezTo>
                <a:cubicBezTo>
                  <a:pt x="180219" y="67391"/>
                  <a:pt x="179542" y="65681"/>
                  <a:pt x="179542" y="63651"/>
                </a:cubicBezTo>
                <a:cubicBezTo>
                  <a:pt x="179542" y="61621"/>
                  <a:pt x="180219" y="59930"/>
                  <a:pt x="181582" y="58586"/>
                </a:cubicBezTo>
                <a:cubicBezTo>
                  <a:pt x="182944" y="57251"/>
                  <a:pt x="184645" y="56583"/>
                  <a:pt x="186675" y="56583"/>
                </a:cubicBezTo>
                <a:lnTo>
                  <a:pt x="236126" y="56583"/>
                </a:lnTo>
                <a:cubicBezTo>
                  <a:pt x="238722" y="56583"/>
                  <a:pt x="240880" y="57452"/>
                  <a:pt x="242599" y="59189"/>
                </a:cubicBezTo>
                <a:cubicBezTo>
                  <a:pt x="244337" y="60908"/>
                  <a:pt x="245206" y="63066"/>
                  <a:pt x="245206" y="65663"/>
                </a:cubicBezTo>
                <a:lnTo>
                  <a:pt x="245206" y="115105"/>
                </a:lnTo>
                <a:cubicBezTo>
                  <a:pt x="245206" y="117135"/>
                  <a:pt x="244511" y="118835"/>
                  <a:pt x="243130" y="120198"/>
                </a:cubicBezTo>
                <a:cubicBezTo>
                  <a:pt x="241749" y="121560"/>
                  <a:pt x="240039" y="122237"/>
                  <a:pt x="238009" y="122237"/>
                </a:cubicBezTo>
                <a:cubicBezTo>
                  <a:pt x="235970" y="122237"/>
                  <a:pt x="234288" y="121560"/>
                  <a:pt x="232943" y="120198"/>
                </a:cubicBezTo>
                <a:cubicBezTo>
                  <a:pt x="231608" y="118835"/>
                  <a:pt x="230932" y="117135"/>
                  <a:pt x="230932" y="115105"/>
                </a:cubicBezTo>
                <a:lnTo>
                  <a:pt x="230932" y="8090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7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368" y="252841"/>
                </a:lnTo>
                <a:cubicBezTo>
                  <a:pt x="83969" y="254249"/>
                  <a:pt x="82333" y="254926"/>
                  <a:pt x="80467" y="254889"/>
                </a:cubicBezTo>
                <a:cubicBezTo>
                  <a:pt x="78602" y="254843"/>
                  <a:pt x="76965" y="254121"/>
                  <a:pt x="75566" y="252722"/>
                </a:cubicBezTo>
                <a:cubicBezTo>
                  <a:pt x="74158" y="251314"/>
                  <a:pt x="73454" y="249659"/>
                  <a:pt x="73454" y="247748"/>
                </a:cubicBezTo>
                <a:cubicBezTo>
                  <a:pt x="73454" y="245846"/>
                  <a:pt x="74158" y="244191"/>
                  <a:pt x="75566" y="242782"/>
                </a:cubicBezTo>
                <a:lnTo>
                  <a:pt x="131043" y="187397"/>
                </a:lnTo>
                <a:cubicBezTo>
                  <a:pt x="136319" y="182139"/>
                  <a:pt x="139757" y="177576"/>
                  <a:pt x="141348" y="173699"/>
                </a:cubicBezTo>
                <a:cubicBezTo>
                  <a:pt x="142948" y="169822"/>
                  <a:pt x="143744" y="163796"/>
                  <a:pt x="143744" y="155622"/>
                </a:cubicBezTo>
                <a:lnTo>
                  <a:pt x="143744" y="70884"/>
                </a:lnTo>
                <a:lnTo>
                  <a:pt x="119283" y="95335"/>
                </a:lnTo>
                <a:cubicBezTo>
                  <a:pt x="117884" y="96734"/>
                  <a:pt x="116248" y="97438"/>
                  <a:pt x="114382" y="97438"/>
                </a:cubicBezTo>
                <a:cubicBezTo>
                  <a:pt x="112517" y="97438"/>
                  <a:pt x="110880" y="96734"/>
                  <a:pt x="109481" y="95335"/>
                </a:cubicBezTo>
                <a:cubicBezTo>
                  <a:pt x="108073" y="93927"/>
                  <a:pt x="107378" y="92300"/>
                  <a:pt x="107378" y="90434"/>
                </a:cubicBezTo>
                <a:cubicBezTo>
                  <a:pt x="107378" y="88569"/>
                  <a:pt x="108073" y="86932"/>
                  <a:pt x="109481" y="85524"/>
                </a:cubicBezTo>
                <a:lnTo>
                  <a:pt x="144530" y="50356"/>
                </a:lnTo>
                <a:cubicBezTo>
                  <a:pt x="146331" y="48555"/>
                  <a:pt x="148444" y="47649"/>
                  <a:pt x="150876" y="47649"/>
                </a:cubicBezTo>
                <a:cubicBezTo>
                  <a:pt x="153308" y="47649"/>
                  <a:pt x="155421" y="48555"/>
                  <a:pt x="157222" y="50356"/>
                </a:cubicBezTo>
                <a:lnTo>
                  <a:pt x="192399" y="85524"/>
                </a:lnTo>
                <a:cubicBezTo>
                  <a:pt x="193798" y="86932"/>
                  <a:pt x="194502" y="88569"/>
                  <a:pt x="194502" y="90434"/>
                </a:cubicBezTo>
                <a:cubicBezTo>
                  <a:pt x="194502" y="92300"/>
                  <a:pt x="193798" y="93891"/>
                  <a:pt x="192399" y="95207"/>
                </a:cubicBezTo>
                <a:cubicBezTo>
                  <a:pt x="190991" y="96698"/>
                  <a:pt x="189336" y="97438"/>
                  <a:pt x="187434" y="97438"/>
                </a:cubicBezTo>
                <a:cubicBezTo>
                  <a:pt x="185523" y="97438"/>
                  <a:pt x="183868" y="96698"/>
                  <a:pt x="182469" y="95207"/>
                </a:cubicBezTo>
                <a:lnTo>
                  <a:pt x="158008" y="70848"/>
                </a:lnTo>
                <a:lnTo>
                  <a:pt x="158008" y="155594"/>
                </a:lnTo>
                <a:cubicBezTo>
                  <a:pt x="158008" y="163760"/>
                  <a:pt x="158850" y="169832"/>
                  <a:pt x="160523" y="173791"/>
                </a:cubicBezTo>
                <a:cubicBezTo>
                  <a:pt x="162205" y="177750"/>
                  <a:pt x="165680" y="182359"/>
                  <a:pt x="170965" y="187617"/>
                </a:cubicBezTo>
                <a:lnTo>
                  <a:pt x="226314" y="242910"/>
                </a:lnTo>
                <a:cubicBezTo>
                  <a:pt x="227722" y="244319"/>
                  <a:pt x="228417" y="245946"/>
                  <a:pt x="228417" y="247812"/>
                </a:cubicBezTo>
                <a:cubicBezTo>
                  <a:pt x="228417" y="249677"/>
                  <a:pt x="227722" y="251314"/>
                  <a:pt x="226314" y="252722"/>
                </a:cubicBezTo>
                <a:cubicBezTo>
                  <a:pt x="224906" y="254121"/>
                  <a:pt x="223251" y="254825"/>
                  <a:pt x="221349" y="254825"/>
                </a:cubicBezTo>
                <a:cubicBezTo>
                  <a:pt x="219438" y="254825"/>
                  <a:pt x="217783" y="254121"/>
                  <a:pt x="216384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199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511" y="276387"/>
                </a:moveTo>
                <a:cubicBezTo>
                  <a:pt x="44083" y="269949"/>
                  <a:pt x="40865" y="262094"/>
                  <a:pt x="40865" y="252813"/>
                </a:cubicBezTo>
                <a:cubicBezTo>
                  <a:pt x="40865" y="243532"/>
                  <a:pt x="44102" y="235696"/>
                  <a:pt x="50575" y="229304"/>
                </a:cubicBezTo>
                <a:cubicBezTo>
                  <a:pt x="57049" y="222912"/>
                  <a:pt x="64886" y="219712"/>
                  <a:pt x="74085" y="219712"/>
                </a:cubicBezTo>
                <a:cubicBezTo>
                  <a:pt x="76828" y="219712"/>
                  <a:pt x="79361" y="219995"/>
                  <a:pt x="81665" y="220562"/>
                </a:cubicBezTo>
                <a:cubicBezTo>
                  <a:pt x="83969" y="221129"/>
                  <a:pt x="86283" y="221980"/>
                  <a:pt x="88605" y="223104"/>
                </a:cubicBezTo>
                <a:lnTo>
                  <a:pt x="120042" y="184096"/>
                </a:lnTo>
                <a:cubicBezTo>
                  <a:pt x="116229" y="179597"/>
                  <a:pt x="113413" y="174559"/>
                  <a:pt x="111584" y="168981"/>
                </a:cubicBezTo>
                <a:cubicBezTo>
                  <a:pt x="109765" y="163403"/>
                  <a:pt x="109344" y="157588"/>
                  <a:pt x="110332" y="151534"/>
                </a:cubicBezTo>
                <a:lnTo>
                  <a:pt x="64904" y="136355"/>
                </a:lnTo>
                <a:cubicBezTo>
                  <a:pt x="62015" y="141421"/>
                  <a:pt x="58101" y="145408"/>
                  <a:pt x="53154" y="148297"/>
                </a:cubicBezTo>
                <a:cubicBezTo>
                  <a:pt x="48225" y="151187"/>
                  <a:pt x="42593" y="152641"/>
                  <a:pt x="36238" y="152641"/>
                </a:cubicBezTo>
                <a:cubicBezTo>
                  <a:pt x="27130" y="152641"/>
                  <a:pt x="19321" y="149413"/>
                  <a:pt x="12829" y="142957"/>
                </a:cubicBezTo>
                <a:cubicBezTo>
                  <a:pt x="6373" y="136483"/>
                  <a:pt x="3146" y="128629"/>
                  <a:pt x="3146" y="119411"/>
                </a:cubicBezTo>
                <a:cubicBezTo>
                  <a:pt x="3146" y="110194"/>
                  <a:pt x="6383" y="102367"/>
                  <a:pt x="12856" y="95930"/>
                </a:cubicBezTo>
                <a:cubicBezTo>
                  <a:pt x="19330" y="89474"/>
                  <a:pt x="27167" y="86255"/>
                  <a:pt x="36366" y="86255"/>
                </a:cubicBezTo>
                <a:cubicBezTo>
                  <a:pt x="45565" y="86255"/>
                  <a:pt x="53383" y="89474"/>
                  <a:pt x="59820" y="95930"/>
                </a:cubicBezTo>
                <a:cubicBezTo>
                  <a:pt x="66267" y="102385"/>
                  <a:pt x="69494" y="110213"/>
                  <a:pt x="69494" y="119411"/>
                </a:cubicBezTo>
                <a:cubicBezTo>
                  <a:pt x="69494" y="119814"/>
                  <a:pt x="69476" y="120262"/>
                  <a:pt x="69430" y="120765"/>
                </a:cubicBezTo>
                <a:cubicBezTo>
                  <a:pt x="69394" y="121268"/>
                  <a:pt x="69376" y="121633"/>
                  <a:pt x="69376" y="121862"/>
                </a:cubicBezTo>
                <a:lnTo>
                  <a:pt x="114977" y="137608"/>
                </a:lnTo>
                <a:cubicBezTo>
                  <a:pt x="118186" y="131783"/>
                  <a:pt x="122182" y="127193"/>
                  <a:pt x="126955" y="123846"/>
                </a:cubicBezTo>
                <a:cubicBezTo>
                  <a:pt x="131738" y="120490"/>
                  <a:pt x="137215" y="118159"/>
                  <a:pt x="143396" y="116833"/>
                </a:cubicBezTo>
                <a:lnTo>
                  <a:pt x="143396" y="68553"/>
                </a:lnTo>
                <a:cubicBezTo>
                  <a:pt x="135304" y="66651"/>
                  <a:pt x="129013" y="62554"/>
                  <a:pt x="124505" y="56263"/>
                </a:cubicBezTo>
                <a:cubicBezTo>
                  <a:pt x="119997" y="49954"/>
                  <a:pt x="117747" y="43306"/>
                  <a:pt x="117747" y="36302"/>
                </a:cubicBezTo>
                <a:cubicBezTo>
                  <a:pt x="117747" y="27167"/>
                  <a:pt x="120957" y="19349"/>
                  <a:pt x="127367" y="12856"/>
                </a:cubicBezTo>
                <a:cubicBezTo>
                  <a:pt x="133731" y="6383"/>
                  <a:pt x="141586" y="3146"/>
                  <a:pt x="150903" y="3146"/>
                </a:cubicBezTo>
                <a:cubicBezTo>
                  <a:pt x="160230" y="3146"/>
                  <a:pt x="168094" y="6383"/>
                  <a:pt x="174486" y="12856"/>
                </a:cubicBezTo>
                <a:cubicBezTo>
                  <a:pt x="180877" y="19330"/>
                  <a:pt x="184069" y="27149"/>
                  <a:pt x="184069" y="36302"/>
                </a:cubicBezTo>
                <a:cubicBezTo>
                  <a:pt x="184069" y="43324"/>
                  <a:pt x="181774" y="49981"/>
                  <a:pt x="177183" y="56263"/>
                </a:cubicBezTo>
                <a:cubicBezTo>
                  <a:pt x="172620" y="62572"/>
                  <a:pt x="166348" y="66669"/>
                  <a:pt x="158392" y="68553"/>
                </a:cubicBezTo>
                <a:lnTo>
                  <a:pt x="158392" y="116833"/>
                </a:lnTo>
                <a:cubicBezTo>
                  <a:pt x="164574" y="118131"/>
                  <a:pt x="170078" y="120472"/>
                  <a:pt x="174925" y="123846"/>
                </a:cubicBezTo>
                <a:cubicBezTo>
                  <a:pt x="179762" y="127193"/>
                  <a:pt x="183831" y="131783"/>
                  <a:pt x="187114" y="137608"/>
                </a:cubicBezTo>
                <a:lnTo>
                  <a:pt x="232413" y="121862"/>
                </a:lnTo>
                <a:cubicBezTo>
                  <a:pt x="232331" y="121633"/>
                  <a:pt x="232285" y="121268"/>
                  <a:pt x="232285" y="120765"/>
                </a:cubicBezTo>
                <a:lnTo>
                  <a:pt x="232285" y="119448"/>
                </a:lnTo>
                <a:cubicBezTo>
                  <a:pt x="232285" y="110240"/>
                  <a:pt x="235513" y="102422"/>
                  <a:pt x="241969" y="95966"/>
                </a:cubicBezTo>
                <a:cubicBezTo>
                  <a:pt x="248424" y="89511"/>
                  <a:pt x="256242" y="86283"/>
                  <a:pt x="265414" y="86283"/>
                </a:cubicBezTo>
                <a:cubicBezTo>
                  <a:pt x="274594" y="86283"/>
                  <a:pt x="282431" y="89492"/>
                  <a:pt x="288932" y="95902"/>
                </a:cubicBezTo>
                <a:cubicBezTo>
                  <a:pt x="295379" y="102294"/>
                  <a:pt x="298606" y="110149"/>
                  <a:pt x="298606" y="119476"/>
                </a:cubicBezTo>
                <a:cubicBezTo>
                  <a:pt x="298606" y="128802"/>
                  <a:pt x="295369" y="136657"/>
                  <a:pt x="288896" y="143049"/>
                </a:cubicBezTo>
                <a:cubicBezTo>
                  <a:pt x="282422" y="149440"/>
                  <a:pt x="274613" y="152641"/>
                  <a:pt x="265478" y="152641"/>
                </a:cubicBezTo>
                <a:cubicBezTo>
                  <a:pt x="259150" y="152641"/>
                  <a:pt x="253481" y="151169"/>
                  <a:pt x="248470" y="148233"/>
                </a:cubicBezTo>
                <a:cubicBezTo>
                  <a:pt x="243468" y="145298"/>
                  <a:pt x="239582" y="141330"/>
                  <a:pt x="236811" y="136319"/>
                </a:cubicBezTo>
                <a:lnTo>
                  <a:pt x="191420" y="151507"/>
                </a:lnTo>
                <a:cubicBezTo>
                  <a:pt x="192472" y="157560"/>
                  <a:pt x="192106" y="163394"/>
                  <a:pt x="190323" y="169009"/>
                </a:cubicBezTo>
                <a:cubicBezTo>
                  <a:pt x="188540" y="174632"/>
                  <a:pt x="185669" y="179606"/>
                  <a:pt x="181710" y="183941"/>
                </a:cubicBezTo>
                <a:lnTo>
                  <a:pt x="213147" y="223077"/>
                </a:lnTo>
                <a:cubicBezTo>
                  <a:pt x="215369" y="221943"/>
                  <a:pt x="217664" y="221093"/>
                  <a:pt x="220032" y="220535"/>
                </a:cubicBezTo>
                <a:cubicBezTo>
                  <a:pt x="222391" y="219968"/>
                  <a:pt x="224897" y="219685"/>
                  <a:pt x="227539" y="219685"/>
                </a:cubicBezTo>
                <a:cubicBezTo>
                  <a:pt x="236948" y="219685"/>
                  <a:pt x="244858" y="222876"/>
                  <a:pt x="251268" y="229268"/>
                </a:cubicBezTo>
                <a:cubicBezTo>
                  <a:pt x="257687" y="235659"/>
                  <a:pt x="260887" y="243505"/>
                  <a:pt x="260887" y="252813"/>
                </a:cubicBezTo>
                <a:cubicBezTo>
                  <a:pt x="260887" y="262113"/>
                  <a:pt x="257669" y="269977"/>
                  <a:pt x="251241" y="276387"/>
                </a:cubicBezTo>
                <a:cubicBezTo>
                  <a:pt x="244803" y="282815"/>
                  <a:pt x="236948" y="286033"/>
                  <a:pt x="227667" y="286033"/>
                </a:cubicBezTo>
                <a:cubicBezTo>
                  <a:pt x="218386" y="286033"/>
                  <a:pt x="210550" y="282796"/>
                  <a:pt x="204158" y="276323"/>
                </a:cubicBezTo>
                <a:cubicBezTo>
                  <a:pt x="197766" y="269867"/>
                  <a:pt x="194566" y="262030"/>
                  <a:pt x="194566" y="252813"/>
                </a:cubicBezTo>
                <a:cubicBezTo>
                  <a:pt x="194566" y="248808"/>
                  <a:pt x="195124" y="245187"/>
                  <a:pt x="196230" y="241932"/>
                </a:cubicBezTo>
                <a:cubicBezTo>
                  <a:pt x="197346" y="238713"/>
                  <a:pt x="199101" y="235522"/>
                  <a:pt x="201515" y="232376"/>
                </a:cubicBezTo>
                <a:lnTo>
                  <a:pt x="170078" y="193149"/>
                </a:lnTo>
                <a:cubicBezTo>
                  <a:pt x="164235" y="196468"/>
                  <a:pt x="157789" y="198123"/>
                  <a:pt x="150748" y="198123"/>
                </a:cubicBezTo>
                <a:cubicBezTo>
                  <a:pt x="143707" y="198123"/>
                  <a:pt x="137288" y="196468"/>
                  <a:pt x="131482" y="193149"/>
                </a:cubicBezTo>
                <a:lnTo>
                  <a:pt x="100237" y="232697"/>
                </a:lnTo>
                <a:cubicBezTo>
                  <a:pt x="102587" y="235751"/>
                  <a:pt x="104333" y="238869"/>
                  <a:pt x="105485" y="242033"/>
                </a:cubicBezTo>
                <a:cubicBezTo>
                  <a:pt x="106637" y="245196"/>
                  <a:pt x="107213" y="248781"/>
                  <a:pt x="107213" y="252777"/>
                </a:cubicBezTo>
                <a:cubicBezTo>
                  <a:pt x="107213" y="262003"/>
                  <a:pt x="104022" y="269839"/>
                  <a:pt x="97630" y="276295"/>
                </a:cubicBezTo>
                <a:cubicBezTo>
                  <a:pt x="91239" y="282787"/>
                  <a:pt x="83393" y="286033"/>
                  <a:pt x="74085" y="286033"/>
                </a:cubicBezTo>
                <a:cubicBezTo>
                  <a:pt x="64785" y="286033"/>
                  <a:pt x="56921" y="282815"/>
                  <a:pt x="50511" y="276387"/>
                </a:cubicBezTo>
                <a:close/>
                <a:moveTo>
                  <a:pt x="36366" y="138330"/>
                </a:moveTo>
                <a:cubicBezTo>
                  <a:pt x="41651" y="138330"/>
                  <a:pt x="46113" y="136502"/>
                  <a:pt x="49762" y="132835"/>
                </a:cubicBezTo>
                <a:cubicBezTo>
                  <a:pt x="53401" y="129168"/>
                  <a:pt x="55230" y="124697"/>
                  <a:pt x="55230" y="119411"/>
                </a:cubicBezTo>
                <a:cubicBezTo>
                  <a:pt x="55230" y="114135"/>
                  <a:pt x="53392" y="109664"/>
                  <a:pt x="49725" y="106025"/>
                </a:cubicBezTo>
                <a:cubicBezTo>
                  <a:pt x="46058" y="102376"/>
                  <a:pt x="41587" y="100557"/>
                  <a:pt x="36302" y="100557"/>
                </a:cubicBezTo>
                <a:cubicBezTo>
                  <a:pt x="31026" y="100557"/>
                  <a:pt x="26563" y="102385"/>
                  <a:pt x="22915" y="106052"/>
                </a:cubicBezTo>
                <a:cubicBezTo>
                  <a:pt x="19266" y="109719"/>
                  <a:pt x="17447" y="114190"/>
                  <a:pt x="17447" y="119476"/>
                </a:cubicBezTo>
                <a:cubicBezTo>
                  <a:pt x="17447" y="124752"/>
                  <a:pt x="19276" y="129223"/>
                  <a:pt x="22942" y="132862"/>
                </a:cubicBezTo>
                <a:cubicBezTo>
                  <a:pt x="26609" y="136511"/>
                  <a:pt x="31090" y="138330"/>
                  <a:pt x="36366" y="138330"/>
                </a:cubicBezTo>
                <a:close/>
                <a:moveTo>
                  <a:pt x="87481" y="266237"/>
                </a:moveTo>
                <a:cubicBezTo>
                  <a:pt x="91120" y="262570"/>
                  <a:pt x="92949" y="258089"/>
                  <a:pt x="92949" y="252813"/>
                </a:cubicBezTo>
                <a:cubicBezTo>
                  <a:pt x="92949" y="247528"/>
                  <a:pt x="91111" y="243066"/>
                  <a:pt x="87444" y="239417"/>
                </a:cubicBezTo>
                <a:cubicBezTo>
                  <a:pt x="83777" y="235778"/>
                  <a:pt x="79306" y="233949"/>
                  <a:pt x="74021" y="233949"/>
                </a:cubicBezTo>
                <a:cubicBezTo>
                  <a:pt x="68745" y="233949"/>
                  <a:pt x="64282" y="235787"/>
                  <a:pt x="60634" y="239454"/>
                </a:cubicBezTo>
                <a:cubicBezTo>
                  <a:pt x="56985" y="243121"/>
                  <a:pt x="55166" y="247592"/>
                  <a:pt x="55166" y="252877"/>
                </a:cubicBezTo>
                <a:cubicBezTo>
                  <a:pt x="55166" y="258153"/>
                  <a:pt x="56995" y="262616"/>
                  <a:pt x="60661" y="266264"/>
                </a:cubicBezTo>
                <a:cubicBezTo>
                  <a:pt x="64328" y="269913"/>
                  <a:pt x="68809" y="271732"/>
                  <a:pt x="74085" y="271732"/>
                </a:cubicBezTo>
                <a:cubicBezTo>
                  <a:pt x="79370" y="271732"/>
                  <a:pt x="83832" y="269903"/>
                  <a:pt x="87481" y="266237"/>
                </a:cubicBezTo>
                <a:close/>
                <a:moveTo>
                  <a:pt x="164327" y="49698"/>
                </a:moveTo>
                <a:cubicBezTo>
                  <a:pt x="167975" y="46031"/>
                  <a:pt x="169795" y="41550"/>
                  <a:pt x="169795" y="36274"/>
                </a:cubicBezTo>
                <a:cubicBezTo>
                  <a:pt x="169795" y="30989"/>
                  <a:pt x="167966" y="26527"/>
                  <a:pt x="164299" y="22878"/>
                </a:cubicBezTo>
                <a:cubicBezTo>
                  <a:pt x="160633" y="19239"/>
                  <a:pt x="156161" y="17410"/>
                  <a:pt x="150876" y="17410"/>
                </a:cubicBezTo>
                <a:cubicBezTo>
                  <a:pt x="145591" y="17410"/>
                  <a:pt x="141128" y="19248"/>
                  <a:pt x="137489" y="22915"/>
                </a:cubicBezTo>
                <a:cubicBezTo>
                  <a:pt x="133841" y="26582"/>
                  <a:pt x="132012" y="31053"/>
                  <a:pt x="132021" y="36338"/>
                </a:cubicBezTo>
                <a:cubicBezTo>
                  <a:pt x="132021" y="41614"/>
                  <a:pt x="133850" y="46077"/>
                  <a:pt x="137517" y="49725"/>
                </a:cubicBezTo>
                <a:cubicBezTo>
                  <a:pt x="141183" y="53374"/>
                  <a:pt x="145655" y="55193"/>
                  <a:pt x="150940" y="55193"/>
                </a:cubicBezTo>
                <a:cubicBezTo>
                  <a:pt x="156216" y="55193"/>
                  <a:pt x="160688" y="53364"/>
                  <a:pt x="164327" y="49698"/>
                </a:cubicBezTo>
                <a:close/>
                <a:moveTo>
                  <a:pt x="150967" y="183877"/>
                </a:moveTo>
                <a:cubicBezTo>
                  <a:pt x="158392" y="183877"/>
                  <a:pt x="164674" y="181262"/>
                  <a:pt x="169832" y="176022"/>
                </a:cubicBezTo>
                <a:cubicBezTo>
                  <a:pt x="175007" y="170801"/>
                  <a:pt x="177595" y="164482"/>
                  <a:pt x="177595" y="157066"/>
                </a:cubicBezTo>
                <a:cubicBezTo>
                  <a:pt x="177595" y="149651"/>
                  <a:pt x="174998" y="143360"/>
                  <a:pt x="169795" y="138212"/>
                </a:cubicBezTo>
                <a:cubicBezTo>
                  <a:pt x="164619" y="133036"/>
                  <a:pt x="158319" y="130448"/>
                  <a:pt x="150876" y="130448"/>
                </a:cubicBezTo>
                <a:cubicBezTo>
                  <a:pt x="143524" y="130448"/>
                  <a:pt x="137233" y="133045"/>
                  <a:pt x="132021" y="138239"/>
                </a:cubicBezTo>
                <a:cubicBezTo>
                  <a:pt x="126782" y="143414"/>
                  <a:pt x="124157" y="149724"/>
                  <a:pt x="124157" y="157167"/>
                </a:cubicBezTo>
                <a:cubicBezTo>
                  <a:pt x="124157" y="164519"/>
                  <a:pt x="126782" y="170801"/>
                  <a:pt x="132021" y="176022"/>
                </a:cubicBezTo>
                <a:cubicBezTo>
                  <a:pt x="137251" y="181243"/>
                  <a:pt x="143570" y="183858"/>
                  <a:pt x="150967" y="183877"/>
                </a:cubicBezTo>
                <a:close/>
                <a:moveTo>
                  <a:pt x="241155" y="266264"/>
                </a:moveTo>
                <a:cubicBezTo>
                  <a:pt x="244794" y="262597"/>
                  <a:pt x="246623" y="258126"/>
                  <a:pt x="246623" y="252841"/>
                </a:cubicBezTo>
                <a:cubicBezTo>
                  <a:pt x="246623" y="247565"/>
                  <a:pt x="244785" y="243102"/>
                  <a:pt x="241118" y="239454"/>
                </a:cubicBezTo>
                <a:cubicBezTo>
                  <a:pt x="237451" y="235805"/>
                  <a:pt x="232980" y="233986"/>
                  <a:pt x="227695" y="233986"/>
                </a:cubicBezTo>
                <a:cubicBezTo>
                  <a:pt x="222419" y="233986"/>
                  <a:pt x="217956" y="235815"/>
                  <a:pt x="214308" y="239481"/>
                </a:cubicBezTo>
                <a:cubicBezTo>
                  <a:pt x="210659" y="243148"/>
                  <a:pt x="208840" y="247629"/>
                  <a:pt x="208840" y="252905"/>
                </a:cubicBezTo>
                <a:cubicBezTo>
                  <a:pt x="208840" y="258190"/>
                  <a:pt x="210669" y="262652"/>
                  <a:pt x="214335" y="266301"/>
                </a:cubicBezTo>
                <a:cubicBezTo>
                  <a:pt x="218002" y="269940"/>
                  <a:pt x="222483" y="271769"/>
                  <a:pt x="227759" y="271769"/>
                </a:cubicBezTo>
                <a:cubicBezTo>
                  <a:pt x="233044" y="271769"/>
                  <a:pt x="237506" y="269931"/>
                  <a:pt x="241155" y="266264"/>
                </a:cubicBezTo>
                <a:close/>
                <a:moveTo>
                  <a:pt x="278874" y="132835"/>
                </a:moveTo>
                <a:cubicBezTo>
                  <a:pt x="282513" y="129168"/>
                  <a:pt x="284342" y="124697"/>
                  <a:pt x="284342" y="119411"/>
                </a:cubicBezTo>
                <a:cubicBezTo>
                  <a:pt x="284342" y="114135"/>
                  <a:pt x="282504" y="109664"/>
                  <a:pt x="278837" y="106025"/>
                </a:cubicBezTo>
                <a:cubicBezTo>
                  <a:pt x="275170" y="102376"/>
                  <a:pt x="270699" y="100557"/>
                  <a:pt x="265414" y="100557"/>
                </a:cubicBezTo>
                <a:cubicBezTo>
                  <a:pt x="260138" y="100557"/>
                  <a:pt x="255675" y="102385"/>
                  <a:pt x="252027" y="106052"/>
                </a:cubicBezTo>
                <a:cubicBezTo>
                  <a:pt x="248378" y="109719"/>
                  <a:pt x="246559" y="114190"/>
                  <a:pt x="246559" y="119476"/>
                </a:cubicBezTo>
                <a:cubicBezTo>
                  <a:pt x="246559" y="124752"/>
                  <a:pt x="248388" y="129223"/>
                  <a:pt x="252054" y="132862"/>
                </a:cubicBezTo>
                <a:cubicBezTo>
                  <a:pt x="255721" y="136511"/>
                  <a:pt x="260202" y="138330"/>
                  <a:pt x="265478" y="138330"/>
                </a:cubicBezTo>
                <a:cubicBezTo>
                  <a:pt x="270763" y="138330"/>
                  <a:pt x="275225" y="136502"/>
                  <a:pt x="278874" y="132835"/>
                </a:cubicBezTo>
                <a:close/>
                <a:moveTo>
                  <a:pt x="150876" y="36302"/>
                </a:moveTo>
                <a:close/>
                <a:moveTo>
                  <a:pt x="36302" y="119448"/>
                </a:moveTo>
                <a:close/>
                <a:moveTo>
                  <a:pt x="150876" y="157167"/>
                </a:moveTo>
                <a:close/>
                <a:moveTo>
                  <a:pt x="265450" y="119448"/>
                </a:moveTo>
                <a:close/>
                <a:moveTo>
                  <a:pt x="74021" y="252877"/>
                </a:moveTo>
                <a:close/>
                <a:moveTo>
                  <a:pt x="227695" y="25287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1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286" y="164427"/>
                </a:moveTo>
                <a:cubicBezTo>
                  <a:pt x="159508" y="164427"/>
                  <a:pt x="152074" y="161382"/>
                  <a:pt x="145975" y="155311"/>
                </a:cubicBezTo>
                <a:cubicBezTo>
                  <a:pt x="139894" y="149230"/>
                  <a:pt x="136858" y="141796"/>
                  <a:pt x="136858" y="132990"/>
                </a:cubicBezTo>
                <a:cubicBezTo>
                  <a:pt x="136858" y="124212"/>
                  <a:pt x="139894" y="116769"/>
                  <a:pt x="145975" y="110670"/>
                </a:cubicBezTo>
                <a:cubicBezTo>
                  <a:pt x="152046" y="104598"/>
                  <a:pt x="159490" y="101562"/>
                  <a:pt x="168286" y="101562"/>
                </a:cubicBezTo>
                <a:cubicBezTo>
                  <a:pt x="177074" y="101562"/>
                  <a:pt x="184508" y="104598"/>
                  <a:pt x="190607" y="110670"/>
                </a:cubicBezTo>
                <a:cubicBezTo>
                  <a:pt x="196687" y="116751"/>
                  <a:pt x="199723" y="124194"/>
                  <a:pt x="199723" y="132990"/>
                </a:cubicBezTo>
                <a:cubicBezTo>
                  <a:pt x="199723" y="141769"/>
                  <a:pt x="196687" y="149212"/>
                  <a:pt x="190607" y="155311"/>
                </a:cubicBezTo>
                <a:cubicBezTo>
                  <a:pt x="184526" y="161382"/>
                  <a:pt x="177092" y="164427"/>
                  <a:pt x="168286" y="164427"/>
                </a:cubicBezTo>
                <a:close/>
                <a:moveTo>
                  <a:pt x="76160" y="207925"/>
                </a:moveTo>
                <a:cubicBezTo>
                  <a:pt x="71241" y="207925"/>
                  <a:pt x="66980" y="206133"/>
                  <a:pt x="63395" y="202549"/>
                </a:cubicBezTo>
                <a:cubicBezTo>
                  <a:pt x="59820" y="198964"/>
                  <a:pt x="58028" y="194712"/>
                  <a:pt x="58028" y="189793"/>
                </a:cubicBezTo>
                <a:lnTo>
                  <a:pt x="58028" y="76160"/>
                </a:lnTo>
                <a:cubicBezTo>
                  <a:pt x="58028" y="71241"/>
                  <a:pt x="59820" y="66980"/>
                  <a:pt x="63395" y="63395"/>
                </a:cubicBezTo>
                <a:cubicBezTo>
                  <a:pt x="66980" y="59820"/>
                  <a:pt x="71241" y="58028"/>
                  <a:pt x="76160" y="58028"/>
                </a:cubicBezTo>
                <a:lnTo>
                  <a:pt x="260385" y="58028"/>
                </a:lnTo>
                <a:cubicBezTo>
                  <a:pt x="265313" y="58028"/>
                  <a:pt x="269565" y="59820"/>
                  <a:pt x="273150" y="63395"/>
                </a:cubicBezTo>
                <a:cubicBezTo>
                  <a:pt x="276734" y="66980"/>
                  <a:pt x="278526" y="71241"/>
                  <a:pt x="278526" y="76160"/>
                </a:cubicBezTo>
                <a:lnTo>
                  <a:pt x="278526" y="189793"/>
                </a:lnTo>
                <a:cubicBezTo>
                  <a:pt x="278526" y="194712"/>
                  <a:pt x="276734" y="198964"/>
                  <a:pt x="273150" y="202549"/>
                </a:cubicBezTo>
                <a:cubicBezTo>
                  <a:pt x="269565" y="206133"/>
                  <a:pt x="265313" y="207925"/>
                  <a:pt x="260385" y="207925"/>
                </a:cubicBezTo>
                <a:lnTo>
                  <a:pt x="76160" y="207925"/>
                </a:lnTo>
                <a:close/>
                <a:moveTo>
                  <a:pt x="99606" y="193652"/>
                </a:moveTo>
                <a:lnTo>
                  <a:pt x="236939" y="193652"/>
                </a:lnTo>
                <a:cubicBezTo>
                  <a:pt x="236939" y="186071"/>
                  <a:pt x="239600" y="179616"/>
                  <a:pt x="244922" y="174294"/>
                </a:cubicBezTo>
                <a:cubicBezTo>
                  <a:pt x="250244" y="168972"/>
                  <a:pt x="256690" y="166311"/>
                  <a:pt x="264252" y="166311"/>
                </a:cubicBezTo>
                <a:lnTo>
                  <a:pt x="264252" y="99578"/>
                </a:lnTo>
                <a:cubicBezTo>
                  <a:pt x="256663" y="99578"/>
                  <a:pt x="250216" y="96917"/>
                  <a:pt x="244895" y="91595"/>
                </a:cubicBezTo>
                <a:cubicBezTo>
                  <a:pt x="239591" y="86274"/>
                  <a:pt x="236939" y="79827"/>
                  <a:pt x="236939" y="72265"/>
                </a:cubicBezTo>
                <a:lnTo>
                  <a:pt x="99606" y="72265"/>
                </a:lnTo>
                <a:cubicBezTo>
                  <a:pt x="99606" y="79845"/>
                  <a:pt x="96945" y="86301"/>
                  <a:pt x="91623" y="91623"/>
                </a:cubicBezTo>
                <a:cubicBezTo>
                  <a:pt x="86301" y="96926"/>
                  <a:pt x="79864" y="99578"/>
                  <a:pt x="72292" y="99578"/>
                </a:cubicBezTo>
                <a:lnTo>
                  <a:pt x="72292" y="166311"/>
                </a:lnTo>
                <a:cubicBezTo>
                  <a:pt x="79882" y="166311"/>
                  <a:pt x="86338" y="168972"/>
                  <a:pt x="91659" y="174294"/>
                </a:cubicBezTo>
                <a:cubicBezTo>
                  <a:pt x="96963" y="179616"/>
                  <a:pt x="99606" y="186062"/>
                  <a:pt x="99606" y="193624"/>
                </a:cubicBezTo>
                <a:close/>
                <a:moveTo>
                  <a:pt x="233922" y="242755"/>
                </a:moveTo>
                <a:lnTo>
                  <a:pt x="41331" y="242755"/>
                </a:lnTo>
                <a:cubicBezTo>
                  <a:pt x="36411" y="242755"/>
                  <a:pt x="32159" y="240963"/>
                  <a:pt x="28575" y="237378"/>
                </a:cubicBezTo>
                <a:cubicBezTo>
                  <a:pt x="24991" y="233794"/>
                  <a:pt x="23198" y="229542"/>
                  <a:pt x="23198" y="224613"/>
                </a:cubicBezTo>
                <a:lnTo>
                  <a:pt x="23198" y="102623"/>
                </a:lnTo>
                <a:cubicBezTo>
                  <a:pt x="23198" y="100611"/>
                  <a:pt x="23893" y="98920"/>
                  <a:pt x="25274" y="97539"/>
                </a:cubicBezTo>
                <a:cubicBezTo>
                  <a:pt x="26655" y="96177"/>
                  <a:pt x="28365" y="95491"/>
                  <a:pt x="30395" y="95491"/>
                </a:cubicBezTo>
                <a:cubicBezTo>
                  <a:pt x="32425" y="95491"/>
                  <a:pt x="34116" y="96177"/>
                  <a:pt x="35460" y="97539"/>
                </a:cubicBezTo>
                <a:cubicBezTo>
                  <a:pt x="36795" y="98902"/>
                  <a:pt x="37472" y="100593"/>
                  <a:pt x="37472" y="102623"/>
                </a:cubicBezTo>
                <a:lnTo>
                  <a:pt x="37472" y="224613"/>
                </a:lnTo>
                <a:cubicBezTo>
                  <a:pt x="37472" y="225582"/>
                  <a:pt x="37874" y="226469"/>
                  <a:pt x="38697" y="227292"/>
                </a:cubicBezTo>
                <a:cubicBezTo>
                  <a:pt x="39511" y="228088"/>
                  <a:pt x="40398" y="228481"/>
                  <a:pt x="41367" y="228481"/>
                </a:cubicBezTo>
                <a:lnTo>
                  <a:pt x="233949" y="228481"/>
                </a:lnTo>
                <a:cubicBezTo>
                  <a:pt x="235961" y="228481"/>
                  <a:pt x="237662" y="229176"/>
                  <a:pt x="239042" y="230557"/>
                </a:cubicBezTo>
                <a:cubicBezTo>
                  <a:pt x="240405" y="231938"/>
                  <a:pt x="241091" y="233647"/>
                  <a:pt x="241091" y="235677"/>
                </a:cubicBezTo>
                <a:cubicBezTo>
                  <a:pt x="241091" y="237717"/>
                  <a:pt x="240405" y="239399"/>
                  <a:pt x="239042" y="240743"/>
                </a:cubicBezTo>
                <a:cubicBezTo>
                  <a:pt x="237680" y="242078"/>
                  <a:pt x="235988" y="242755"/>
                  <a:pt x="233949" y="242755"/>
                </a:cubicBezTo>
                <a:close/>
                <a:moveTo>
                  <a:pt x="76160" y="193652"/>
                </a:moveTo>
                <a:lnTo>
                  <a:pt x="72292" y="193652"/>
                </a:lnTo>
                <a:lnTo>
                  <a:pt x="72292" y="72292"/>
                </a:lnTo>
                <a:lnTo>
                  <a:pt x="76160" y="72292"/>
                </a:lnTo>
                <a:cubicBezTo>
                  <a:pt x="75109" y="72292"/>
                  <a:pt x="74204" y="72677"/>
                  <a:pt x="73426" y="73426"/>
                </a:cubicBezTo>
                <a:cubicBezTo>
                  <a:pt x="72677" y="74204"/>
                  <a:pt x="72292" y="75109"/>
                  <a:pt x="72292" y="76160"/>
                </a:cubicBezTo>
                <a:lnTo>
                  <a:pt x="72292" y="189793"/>
                </a:lnTo>
                <a:cubicBezTo>
                  <a:pt x="72292" y="190835"/>
                  <a:pt x="72677" y="191750"/>
                  <a:pt x="73426" y="192527"/>
                </a:cubicBezTo>
                <a:cubicBezTo>
                  <a:pt x="74204" y="193277"/>
                  <a:pt x="75109" y="193652"/>
                  <a:pt x="76160" y="193652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3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40" y="260887"/>
                </a:moveTo>
                <a:cubicBezTo>
                  <a:pt x="148864" y="260887"/>
                  <a:pt x="147154" y="260220"/>
                  <a:pt x="145819" y="258876"/>
                </a:cubicBezTo>
                <a:cubicBezTo>
                  <a:pt x="144475" y="257541"/>
                  <a:pt x="143808" y="255831"/>
                  <a:pt x="143808" y="253755"/>
                </a:cubicBezTo>
                <a:lnTo>
                  <a:pt x="143808" y="235083"/>
                </a:lnTo>
                <a:cubicBezTo>
                  <a:pt x="133658" y="233721"/>
                  <a:pt x="125008" y="230383"/>
                  <a:pt x="117839" y="225061"/>
                </a:cubicBezTo>
                <a:cubicBezTo>
                  <a:pt x="110670" y="219730"/>
                  <a:pt x="105101" y="212836"/>
                  <a:pt x="101114" y="204378"/>
                </a:cubicBezTo>
                <a:cubicBezTo>
                  <a:pt x="100301" y="202631"/>
                  <a:pt x="100301" y="200811"/>
                  <a:pt x="101114" y="198909"/>
                </a:cubicBezTo>
                <a:cubicBezTo>
                  <a:pt x="101937" y="196998"/>
                  <a:pt x="103272" y="195636"/>
                  <a:pt x="105138" y="194822"/>
                </a:cubicBezTo>
                <a:cubicBezTo>
                  <a:pt x="106884" y="193999"/>
                  <a:pt x="108695" y="193981"/>
                  <a:pt x="110578" y="194758"/>
                </a:cubicBezTo>
                <a:cubicBezTo>
                  <a:pt x="112462" y="195535"/>
                  <a:pt x="113834" y="196788"/>
                  <a:pt x="114693" y="198525"/>
                </a:cubicBezTo>
                <a:cubicBezTo>
                  <a:pt x="118552" y="206051"/>
                  <a:pt x="123563" y="211757"/>
                  <a:pt x="129726" y="215661"/>
                </a:cubicBezTo>
                <a:cubicBezTo>
                  <a:pt x="135880" y="219538"/>
                  <a:pt x="143387" y="221477"/>
                  <a:pt x="152229" y="221477"/>
                </a:cubicBezTo>
                <a:cubicBezTo>
                  <a:pt x="162370" y="221477"/>
                  <a:pt x="171112" y="218898"/>
                  <a:pt x="178445" y="213741"/>
                </a:cubicBezTo>
                <a:cubicBezTo>
                  <a:pt x="185779" y="208584"/>
                  <a:pt x="189445" y="201086"/>
                  <a:pt x="189445" y="191238"/>
                </a:cubicBezTo>
                <a:cubicBezTo>
                  <a:pt x="189445" y="181700"/>
                  <a:pt x="186419" y="174230"/>
                  <a:pt x="180356" y="168826"/>
                </a:cubicBezTo>
                <a:cubicBezTo>
                  <a:pt x="174321" y="163440"/>
                  <a:pt x="163422" y="158173"/>
                  <a:pt x="147639" y="153016"/>
                </a:cubicBezTo>
                <a:cubicBezTo>
                  <a:pt x="132634" y="148197"/>
                  <a:pt x="121533" y="142125"/>
                  <a:pt x="114318" y="134810"/>
                </a:cubicBezTo>
                <a:cubicBezTo>
                  <a:pt x="107113" y="127504"/>
                  <a:pt x="103510" y="118113"/>
                  <a:pt x="103510" y="106646"/>
                </a:cubicBezTo>
                <a:cubicBezTo>
                  <a:pt x="103510" y="95527"/>
                  <a:pt x="107451" y="86255"/>
                  <a:pt x="115324" y="78830"/>
                </a:cubicBezTo>
                <a:cubicBezTo>
                  <a:pt x="123206" y="71396"/>
                  <a:pt x="132679" y="67318"/>
                  <a:pt x="143744" y="66605"/>
                </a:cubicBezTo>
                <a:lnTo>
                  <a:pt x="143744" y="47997"/>
                </a:lnTo>
                <a:cubicBezTo>
                  <a:pt x="143744" y="45921"/>
                  <a:pt x="144411" y="44211"/>
                  <a:pt x="145755" y="42876"/>
                </a:cubicBezTo>
                <a:cubicBezTo>
                  <a:pt x="147090" y="41532"/>
                  <a:pt x="148800" y="40865"/>
                  <a:pt x="150876" y="40865"/>
                </a:cubicBezTo>
                <a:cubicBezTo>
                  <a:pt x="152952" y="40865"/>
                  <a:pt x="154662" y="41532"/>
                  <a:pt x="155997" y="42876"/>
                </a:cubicBezTo>
                <a:cubicBezTo>
                  <a:pt x="157341" y="44211"/>
                  <a:pt x="158008" y="45921"/>
                  <a:pt x="158008" y="47997"/>
                </a:cubicBezTo>
                <a:lnTo>
                  <a:pt x="158008" y="66605"/>
                </a:lnTo>
                <a:cubicBezTo>
                  <a:pt x="165470" y="67400"/>
                  <a:pt x="172127" y="69421"/>
                  <a:pt x="177970" y="72667"/>
                </a:cubicBezTo>
                <a:cubicBezTo>
                  <a:pt x="183822" y="75923"/>
                  <a:pt x="188814" y="80376"/>
                  <a:pt x="192966" y="86027"/>
                </a:cubicBezTo>
                <a:cubicBezTo>
                  <a:pt x="194036" y="87645"/>
                  <a:pt x="194301" y="89355"/>
                  <a:pt x="193780" y="91157"/>
                </a:cubicBezTo>
                <a:cubicBezTo>
                  <a:pt x="193258" y="92958"/>
                  <a:pt x="192061" y="94265"/>
                  <a:pt x="190195" y="95079"/>
                </a:cubicBezTo>
                <a:cubicBezTo>
                  <a:pt x="188458" y="95966"/>
                  <a:pt x="186611" y="96113"/>
                  <a:pt x="184663" y="95527"/>
                </a:cubicBezTo>
                <a:cubicBezTo>
                  <a:pt x="182715" y="94915"/>
                  <a:pt x="181143" y="93781"/>
                  <a:pt x="179954" y="92126"/>
                </a:cubicBezTo>
                <a:cubicBezTo>
                  <a:pt x="176854" y="88130"/>
                  <a:pt x="172995" y="85048"/>
                  <a:pt x="168387" y="82890"/>
                </a:cubicBezTo>
                <a:cubicBezTo>
                  <a:pt x="163778" y="80751"/>
                  <a:pt x="158145" y="79681"/>
                  <a:pt x="151507" y="79681"/>
                </a:cubicBezTo>
                <a:cubicBezTo>
                  <a:pt x="141778" y="79681"/>
                  <a:pt x="133731" y="82077"/>
                  <a:pt x="127367" y="86877"/>
                </a:cubicBezTo>
                <a:cubicBezTo>
                  <a:pt x="120975" y="91678"/>
                  <a:pt x="117775" y="98216"/>
                  <a:pt x="117775" y="106491"/>
                </a:cubicBezTo>
                <a:cubicBezTo>
                  <a:pt x="117775" y="114538"/>
                  <a:pt x="120719" y="121131"/>
                  <a:pt x="126608" y="126260"/>
                </a:cubicBezTo>
                <a:cubicBezTo>
                  <a:pt x="132497" y="131399"/>
                  <a:pt x="143972" y="136630"/>
                  <a:pt x="161026" y="141951"/>
                </a:cubicBezTo>
                <a:cubicBezTo>
                  <a:pt x="175757" y="146661"/>
                  <a:pt x="186556" y="152879"/>
                  <a:pt x="193405" y="160587"/>
                </a:cubicBezTo>
                <a:cubicBezTo>
                  <a:pt x="200254" y="168304"/>
                  <a:pt x="203683" y="178244"/>
                  <a:pt x="203683" y="190415"/>
                </a:cubicBezTo>
                <a:cubicBezTo>
                  <a:pt x="203683" y="202969"/>
                  <a:pt x="199650" y="213165"/>
                  <a:pt x="191585" y="221001"/>
                </a:cubicBezTo>
                <a:cubicBezTo>
                  <a:pt x="183511" y="228838"/>
                  <a:pt x="172337" y="233583"/>
                  <a:pt x="158045" y="235239"/>
                </a:cubicBezTo>
                <a:lnTo>
                  <a:pt x="158045" y="253847"/>
                </a:lnTo>
                <a:cubicBezTo>
                  <a:pt x="158045" y="255922"/>
                  <a:pt x="157368" y="257632"/>
                  <a:pt x="156033" y="258976"/>
                </a:cubicBezTo>
                <a:cubicBezTo>
                  <a:pt x="154689" y="260311"/>
                  <a:pt x="152979" y="260988"/>
                  <a:pt x="150903" y="260988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5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416" y="257751"/>
                </a:moveTo>
                <a:cubicBezTo>
                  <a:pt x="72183" y="257751"/>
                  <a:pt x="68223" y="256343"/>
                  <a:pt x="64529" y="253536"/>
                </a:cubicBezTo>
                <a:cubicBezTo>
                  <a:pt x="60844" y="250728"/>
                  <a:pt x="58421" y="247299"/>
                  <a:pt x="57269" y="243258"/>
                </a:cubicBezTo>
                <a:cubicBezTo>
                  <a:pt x="52029" y="224924"/>
                  <a:pt x="47732" y="209379"/>
                  <a:pt x="44385" y="196642"/>
                </a:cubicBezTo>
                <a:cubicBezTo>
                  <a:pt x="41029" y="183922"/>
                  <a:pt x="38414" y="172950"/>
                  <a:pt x="36521" y="163732"/>
                </a:cubicBezTo>
                <a:cubicBezTo>
                  <a:pt x="34619" y="154515"/>
                  <a:pt x="33293" y="146469"/>
                  <a:pt x="32562" y="139592"/>
                </a:cubicBezTo>
                <a:cubicBezTo>
                  <a:pt x="31812" y="132716"/>
                  <a:pt x="31437" y="125968"/>
                  <a:pt x="31437" y="119347"/>
                </a:cubicBezTo>
                <a:cubicBezTo>
                  <a:pt x="31437" y="101873"/>
                  <a:pt x="37527" y="87033"/>
                  <a:pt x="49725" y="74844"/>
                </a:cubicBezTo>
                <a:cubicBezTo>
                  <a:pt x="61941" y="62664"/>
                  <a:pt x="768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0916" y="31437"/>
                  <a:pt x="213878" y="32662"/>
                  <a:pt x="216347" y="35113"/>
                </a:cubicBezTo>
                <a:cubicBezTo>
                  <a:pt x="218825" y="37564"/>
                  <a:pt x="220050" y="40526"/>
                  <a:pt x="220032" y="44010"/>
                </a:cubicBezTo>
                <a:cubicBezTo>
                  <a:pt x="220032" y="44860"/>
                  <a:pt x="219913" y="45702"/>
                  <a:pt x="219685" y="46525"/>
                </a:cubicBezTo>
                <a:cubicBezTo>
                  <a:pt x="219447" y="47338"/>
                  <a:pt x="219209" y="48143"/>
                  <a:pt x="218962" y="48939"/>
                </a:cubicBezTo>
                <a:cubicBezTo>
                  <a:pt x="218039" y="51417"/>
                  <a:pt x="217143" y="54087"/>
                  <a:pt x="216283" y="56958"/>
                </a:cubicBezTo>
                <a:cubicBezTo>
                  <a:pt x="215423" y="59829"/>
                  <a:pt x="214628" y="63469"/>
                  <a:pt x="213896" y="67894"/>
                </a:cubicBezTo>
                <a:lnTo>
                  <a:pt x="246586" y="100584"/>
                </a:lnTo>
                <a:lnTo>
                  <a:pt x="261235" y="100584"/>
                </a:lnTo>
                <a:cubicBezTo>
                  <a:pt x="263832" y="100584"/>
                  <a:pt x="265990" y="101453"/>
                  <a:pt x="267709" y="103190"/>
                </a:cubicBezTo>
                <a:cubicBezTo>
                  <a:pt x="269446" y="104909"/>
                  <a:pt x="270324" y="107067"/>
                  <a:pt x="270324" y="109664"/>
                </a:cubicBezTo>
                <a:lnTo>
                  <a:pt x="270324" y="170746"/>
                </a:lnTo>
                <a:cubicBezTo>
                  <a:pt x="270324" y="172812"/>
                  <a:pt x="269766" y="174660"/>
                  <a:pt x="268651" y="176278"/>
                </a:cubicBezTo>
                <a:cubicBezTo>
                  <a:pt x="267563" y="177887"/>
                  <a:pt x="265990" y="178966"/>
                  <a:pt x="263942" y="179515"/>
                </a:cubicBezTo>
                <a:lnTo>
                  <a:pt x="236025" y="188787"/>
                </a:lnTo>
                <a:lnTo>
                  <a:pt x="219273" y="244730"/>
                </a:lnTo>
                <a:cubicBezTo>
                  <a:pt x="218020" y="248671"/>
                  <a:pt x="215808" y="251826"/>
                  <a:pt x="212644" y="254194"/>
                </a:cubicBezTo>
                <a:cubicBezTo>
                  <a:pt x="209498" y="256562"/>
                  <a:pt x="205868" y="257751"/>
                  <a:pt x="201762" y="257751"/>
                </a:cubicBezTo>
                <a:lnTo>
                  <a:pt x="175300" y="257751"/>
                </a:lnTo>
                <a:cubicBezTo>
                  <a:pt x="170353" y="257751"/>
                  <a:pt x="166101" y="255959"/>
                  <a:pt x="162535" y="252374"/>
                </a:cubicBezTo>
                <a:cubicBezTo>
                  <a:pt x="158978" y="248790"/>
                  <a:pt x="157185" y="244538"/>
                  <a:pt x="157167" y="239609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609"/>
                </a:lnTo>
                <a:cubicBezTo>
                  <a:pt x="119448" y="244556"/>
                  <a:pt x="117656" y="248808"/>
                  <a:pt x="114071" y="252374"/>
                </a:cubicBezTo>
                <a:cubicBezTo>
                  <a:pt x="110487" y="255931"/>
                  <a:pt x="106235" y="257724"/>
                  <a:pt x="101306" y="257751"/>
                </a:cubicBezTo>
                <a:lnTo>
                  <a:pt x="76416" y="257751"/>
                </a:lnTo>
                <a:close/>
                <a:moveTo>
                  <a:pt x="75191" y="243477"/>
                </a:moveTo>
                <a:lnTo>
                  <a:pt x="101306" y="243477"/>
                </a:lnTo>
                <a:cubicBezTo>
                  <a:pt x="102440" y="243477"/>
                  <a:pt x="103364" y="243112"/>
                  <a:pt x="104077" y="242380"/>
                </a:cubicBezTo>
                <a:cubicBezTo>
                  <a:pt x="104781" y="241639"/>
                  <a:pt x="105156" y="240725"/>
                  <a:pt x="105174" y="239609"/>
                </a:cubicBezTo>
                <a:lnTo>
                  <a:pt x="105174" y="218331"/>
                </a:lnTo>
                <a:lnTo>
                  <a:pt x="171432" y="218331"/>
                </a:lnTo>
                <a:lnTo>
                  <a:pt x="171432" y="239609"/>
                </a:lnTo>
                <a:cubicBezTo>
                  <a:pt x="171432" y="240743"/>
                  <a:pt x="171797" y="241667"/>
                  <a:pt x="172529" y="242380"/>
                </a:cubicBezTo>
                <a:cubicBezTo>
                  <a:pt x="173270" y="243084"/>
                  <a:pt x="174184" y="243459"/>
                  <a:pt x="175300" y="243477"/>
                </a:cubicBezTo>
                <a:lnTo>
                  <a:pt x="201762" y="243477"/>
                </a:lnTo>
                <a:cubicBezTo>
                  <a:pt x="202585" y="243477"/>
                  <a:pt x="203326" y="243240"/>
                  <a:pt x="203993" y="242755"/>
                </a:cubicBezTo>
                <a:cubicBezTo>
                  <a:pt x="204688" y="242270"/>
                  <a:pt x="205191" y="241594"/>
                  <a:pt x="205502" y="240707"/>
                </a:cubicBezTo>
                <a:lnTo>
                  <a:pt x="224330" y="177842"/>
                </a:lnTo>
                <a:lnTo>
                  <a:pt x="256014" y="166969"/>
                </a:lnTo>
                <a:lnTo>
                  <a:pt x="256014" y="114858"/>
                </a:lnTo>
                <a:lnTo>
                  <a:pt x="240652" y="114858"/>
                </a:lnTo>
                <a:lnTo>
                  <a:pt x="199467" y="73646"/>
                </a:lnTo>
                <a:cubicBezTo>
                  <a:pt x="199595" y="70080"/>
                  <a:pt x="200089" y="65819"/>
                  <a:pt x="200949" y="60853"/>
                </a:cubicBezTo>
                <a:cubicBezTo>
                  <a:pt x="201808" y="55888"/>
                  <a:pt x="203033" y="50703"/>
                  <a:pt x="204624" y="45290"/>
                </a:cubicBezTo>
                <a:cubicBezTo>
                  <a:pt x="196660" y="47348"/>
                  <a:pt x="189482" y="50703"/>
                  <a:pt x="183090" y="55349"/>
                </a:cubicBezTo>
                <a:cubicBezTo>
                  <a:pt x="176699" y="60003"/>
                  <a:pt x="171980" y="65169"/>
                  <a:pt x="168917" y="70848"/>
                </a:cubicBezTo>
                <a:lnTo>
                  <a:pt x="94302" y="70848"/>
                </a:lnTo>
                <a:cubicBezTo>
                  <a:pt x="80806" y="70848"/>
                  <a:pt x="69330" y="75575"/>
                  <a:pt x="59875" y="85021"/>
                </a:cubicBezTo>
                <a:cubicBezTo>
                  <a:pt x="50429" y="94476"/>
                  <a:pt x="45702" y="105952"/>
                  <a:pt x="45702" y="119439"/>
                </a:cubicBezTo>
                <a:cubicBezTo>
                  <a:pt x="45702" y="128080"/>
                  <a:pt x="47905" y="142921"/>
                  <a:pt x="52304" y="163979"/>
                </a:cubicBezTo>
                <a:cubicBezTo>
                  <a:pt x="56729" y="185020"/>
                  <a:pt x="63020" y="210513"/>
                  <a:pt x="71195" y="240460"/>
                </a:cubicBezTo>
                <a:cubicBezTo>
                  <a:pt x="71424" y="241338"/>
                  <a:pt x="71927" y="242060"/>
                  <a:pt x="72704" y="242627"/>
                </a:cubicBezTo>
                <a:cubicBezTo>
                  <a:pt x="73454" y="243194"/>
                  <a:pt x="74286" y="243477"/>
                  <a:pt x="75191" y="243477"/>
                </a:cubicBezTo>
                <a:close/>
                <a:moveTo>
                  <a:pt x="209023" y="133585"/>
                </a:moveTo>
                <a:cubicBezTo>
                  <a:pt x="211181" y="131427"/>
                  <a:pt x="212260" y="128812"/>
                  <a:pt x="212260" y="125730"/>
                </a:cubicBezTo>
                <a:cubicBezTo>
                  <a:pt x="212260" y="122648"/>
                  <a:pt x="211181" y="120033"/>
                  <a:pt x="209023" y="117875"/>
                </a:cubicBezTo>
                <a:cubicBezTo>
                  <a:pt x="206865" y="115717"/>
                  <a:pt x="204250" y="114638"/>
                  <a:pt x="201168" y="114638"/>
                </a:cubicBezTo>
                <a:cubicBezTo>
                  <a:pt x="198086" y="114638"/>
                  <a:pt x="195471" y="115717"/>
                  <a:pt x="193313" y="117875"/>
                </a:cubicBezTo>
                <a:cubicBezTo>
                  <a:pt x="191155" y="120033"/>
                  <a:pt x="190076" y="122648"/>
                  <a:pt x="190076" y="125730"/>
                </a:cubicBezTo>
                <a:cubicBezTo>
                  <a:pt x="190076" y="128812"/>
                  <a:pt x="191155" y="131427"/>
                  <a:pt x="193313" y="133585"/>
                </a:cubicBezTo>
                <a:cubicBezTo>
                  <a:pt x="195471" y="135743"/>
                  <a:pt x="198086" y="136822"/>
                  <a:pt x="201168" y="136822"/>
                </a:cubicBezTo>
                <a:cubicBezTo>
                  <a:pt x="204250" y="136822"/>
                  <a:pt x="206865" y="135743"/>
                  <a:pt x="209023" y="133585"/>
                </a:cubicBezTo>
                <a:close/>
                <a:moveTo>
                  <a:pt x="156317" y="105394"/>
                </a:moveTo>
                <a:cubicBezTo>
                  <a:pt x="158347" y="105394"/>
                  <a:pt x="160047" y="104699"/>
                  <a:pt x="161410" y="103318"/>
                </a:cubicBezTo>
                <a:cubicBezTo>
                  <a:pt x="162772" y="101937"/>
                  <a:pt x="163449" y="100227"/>
                  <a:pt x="163449" y="98197"/>
                </a:cubicBezTo>
                <a:cubicBezTo>
                  <a:pt x="163449" y="96158"/>
                  <a:pt x="162772" y="94476"/>
                  <a:pt x="161410" y="93132"/>
                </a:cubicBezTo>
                <a:cubicBezTo>
                  <a:pt x="160047" y="91797"/>
                  <a:pt x="158347" y="91120"/>
                  <a:pt x="156317" y="91120"/>
                </a:cubicBezTo>
                <a:lnTo>
                  <a:pt x="107716" y="91120"/>
                </a:lnTo>
                <a:cubicBezTo>
                  <a:pt x="105686" y="91120"/>
                  <a:pt x="103986" y="91815"/>
                  <a:pt x="102623" y="93196"/>
                </a:cubicBezTo>
                <a:cubicBezTo>
                  <a:pt x="101261" y="94576"/>
                  <a:pt x="100584" y="96286"/>
                  <a:pt x="100584" y="98325"/>
                </a:cubicBezTo>
                <a:cubicBezTo>
                  <a:pt x="100584" y="100374"/>
                  <a:pt x="101261" y="102065"/>
                  <a:pt x="102623" y="103382"/>
                </a:cubicBezTo>
                <a:cubicBezTo>
                  <a:pt x="103986" y="104726"/>
                  <a:pt x="105686" y="105394"/>
                  <a:pt x="107716" y="105394"/>
                </a:cubicBezTo>
                <a:lnTo>
                  <a:pt x="156317" y="105394"/>
                </a:lnTo>
                <a:close/>
                <a:moveTo>
                  <a:pt x="150876" y="144311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  <a:moveTo>
                  <a:pt x="155338" y="235933"/>
                </a:moveTo>
                <a:cubicBezTo>
                  <a:pt x="156701" y="234507"/>
                  <a:pt x="157387" y="232879"/>
                  <a:pt x="157387" y="231060"/>
                </a:cubicBezTo>
                <a:lnTo>
                  <a:pt x="157387" y="222318"/>
                </a:lnTo>
                <a:cubicBezTo>
                  <a:pt x="168679" y="221422"/>
                  <a:pt x="178162" y="217682"/>
                  <a:pt x="185834" y="211098"/>
                </a:cubicBezTo>
                <a:cubicBezTo>
                  <a:pt x="193496" y="204524"/>
                  <a:pt x="197337" y="195663"/>
                  <a:pt x="197337" y="184544"/>
                </a:cubicBezTo>
                <a:cubicBezTo>
                  <a:pt x="197337" y="174211"/>
                  <a:pt x="194392" y="165954"/>
                  <a:pt x="188504" y="159773"/>
                </a:cubicBezTo>
                <a:cubicBezTo>
                  <a:pt x="182615" y="153592"/>
                  <a:pt x="172291" y="148014"/>
                  <a:pt x="157542" y="143049"/>
                </a:cubicBezTo>
                <a:cubicBezTo>
                  <a:pt x="143853" y="138394"/>
                  <a:pt x="134792" y="134005"/>
                  <a:pt x="130348" y="129881"/>
                </a:cubicBezTo>
                <a:cubicBezTo>
                  <a:pt x="125904" y="125748"/>
                  <a:pt x="123691" y="120189"/>
                  <a:pt x="123691" y="113184"/>
                </a:cubicBezTo>
                <a:cubicBezTo>
                  <a:pt x="123691" y="106445"/>
                  <a:pt x="126224" y="101032"/>
                  <a:pt x="131290" y="96972"/>
                </a:cubicBezTo>
                <a:cubicBezTo>
                  <a:pt x="136364" y="92903"/>
                  <a:pt x="143113" y="90873"/>
                  <a:pt x="151534" y="90873"/>
                </a:cubicBezTo>
                <a:cubicBezTo>
                  <a:pt x="156884" y="90873"/>
                  <a:pt x="161602" y="91897"/>
                  <a:pt x="165717" y="93955"/>
                </a:cubicBezTo>
                <a:cubicBezTo>
                  <a:pt x="169822" y="96003"/>
                  <a:pt x="173379" y="98947"/>
                  <a:pt x="176397" y="102788"/>
                </a:cubicBezTo>
                <a:cubicBezTo>
                  <a:pt x="177467" y="103976"/>
                  <a:pt x="178829" y="104827"/>
                  <a:pt x="180484" y="105330"/>
                </a:cubicBezTo>
                <a:cubicBezTo>
                  <a:pt x="182139" y="105833"/>
                  <a:pt x="183703" y="105732"/>
                  <a:pt x="185166" y="105019"/>
                </a:cubicBezTo>
                <a:cubicBezTo>
                  <a:pt x="187031" y="104178"/>
                  <a:pt x="188248" y="102861"/>
                  <a:pt x="188814" y="101059"/>
                </a:cubicBezTo>
                <a:cubicBezTo>
                  <a:pt x="189381" y="99249"/>
                  <a:pt x="189089" y="97612"/>
                  <a:pt x="187937" y="96122"/>
                </a:cubicBezTo>
                <a:cubicBezTo>
                  <a:pt x="184370" y="91257"/>
                  <a:pt x="180045" y="87380"/>
                  <a:pt x="174952" y="84491"/>
                </a:cubicBezTo>
                <a:cubicBezTo>
                  <a:pt x="169859" y="81601"/>
                  <a:pt x="164226" y="79882"/>
                  <a:pt x="158045" y="79333"/>
                </a:cubicBezTo>
                <a:lnTo>
                  <a:pt x="158045" y="70692"/>
                </a:lnTo>
                <a:cubicBezTo>
                  <a:pt x="158045" y="68873"/>
                  <a:pt x="157359" y="67272"/>
                  <a:pt x="155997" y="65910"/>
                </a:cubicBezTo>
                <a:cubicBezTo>
                  <a:pt x="154634" y="64547"/>
                  <a:pt x="153043" y="63871"/>
                  <a:pt x="151223" y="63871"/>
                </a:cubicBezTo>
                <a:cubicBezTo>
                  <a:pt x="149395" y="63871"/>
                  <a:pt x="147776" y="64547"/>
                  <a:pt x="146350" y="65910"/>
                </a:cubicBezTo>
                <a:cubicBezTo>
                  <a:pt x="144923" y="67272"/>
                  <a:pt x="144210" y="68873"/>
                  <a:pt x="144210" y="70692"/>
                </a:cubicBezTo>
                <a:lnTo>
                  <a:pt x="144210" y="79333"/>
                </a:lnTo>
                <a:cubicBezTo>
                  <a:pt x="133356" y="80806"/>
                  <a:pt x="124944" y="84637"/>
                  <a:pt x="118973" y="90836"/>
                </a:cubicBezTo>
                <a:cubicBezTo>
                  <a:pt x="113002" y="97045"/>
                  <a:pt x="110011" y="104507"/>
                  <a:pt x="110011" y="113221"/>
                </a:cubicBezTo>
                <a:cubicBezTo>
                  <a:pt x="110011" y="123005"/>
                  <a:pt x="112709" y="130759"/>
                  <a:pt x="118095" y="136483"/>
                </a:cubicBezTo>
                <a:cubicBezTo>
                  <a:pt x="123481" y="142198"/>
                  <a:pt x="133438" y="147785"/>
                  <a:pt x="147986" y="153235"/>
                </a:cubicBezTo>
                <a:cubicBezTo>
                  <a:pt x="162544" y="158722"/>
                  <a:pt x="172154" y="163568"/>
                  <a:pt x="176808" y="167756"/>
                </a:cubicBezTo>
                <a:cubicBezTo>
                  <a:pt x="181463" y="171944"/>
                  <a:pt x="183785" y="177549"/>
                  <a:pt x="183785" y="184572"/>
                </a:cubicBezTo>
                <a:cubicBezTo>
                  <a:pt x="183785" y="192454"/>
                  <a:pt x="180676" y="198708"/>
                  <a:pt x="174449" y="203335"/>
                </a:cubicBezTo>
                <a:cubicBezTo>
                  <a:pt x="168231" y="207971"/>
                  <a:pt x="161072" y="210285"/>
                  <a:pt x="152979" y="210285"/>
                </a:cubicBezTo>
                <a:cubicBezTo>
                  <a:pt x="145938" y="210285"/>
                  <a:pt x="139510" y="208520"/>
                  <a:pt x="133685" y="204999"/>
                </a:cubicBezTo>
                <a:cubicBezTo>
                  <a:pt x="127861" y="201479"/>
                  <a:pt x="123261" y="196614"/>
                  <a:pt x="119887" y="190387"/>
                </a:cubicBezTo>
                <a:cubicBezTo>
                  <a:pt x="119064" y="189025"/>
                  <a:pt x="117939" y="188019"/>
                  <a:pt x="116485" y="187370"/>
                </a:cubicBezTo>
                <a:cubicBezTo>
                  <a:pt x="115022" y="186720"/>
                  <a:pt x="113559" y="186629"/>
                  <a:pt x="112087" y="187086"/>
                </a:cubicBezTo>
                <a:cubicBezTo>
                  <a:pt x="109993" y="187991"/>
                  <a:pt x="108576" y="189290"/>
                  <a:pt x="107844" y="190982"/>
                </a:cubicBezTo>
                <a:cubicBezTo>
                  <a:pt x="107113" y="192701"/>
                  <a:pt x="107351" y="194465"/>
                  <a:pt x="108567" y="196267"/>
                </a:cubicBezTo>
                <a:cubicBezTo>
                  <a:pt x="112672" y="203180"/>
                  <a:pt x="117592" y="208666"/>
                  <a:pt x="123307" y="212735"/>
                </a:cubicBezTo>
                <a:cubicBezTo>
                  <a:pt x="129031" y="216804"/>
                  <a:pt x="135788" y="219794"/>
                  <a:pt x="143588" y="221724"/>
                </a:cubicBezTo>
                <a:lnTo>
                  <a:pt x="143588" y="231316"/>
                </a:lnTo>
                <a:cubicBezTo>
                  <a:pt x="143588" y="233218"/>
                  <a:pt x="144292" y="234818"/>
                  <a:pt x="145719" y="236126"/>
                </a:cubicBezTo>
                <a:cubicBezTo>
                  <a:pt x="147145" y="237442"/>
                  <a:pt x="148773" y="238101"/>
                  <a:pt x="150593" y="238101"/>
                </a:cubicBezTo>
                <a:cubicBezTo>
                  <a:pt x="152412" y="238101"/>
                  <a:pt x="154012" y="237387"/>
                  <a:pt x="155375" y="235961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9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091" y="215597"/>
                </a:moveTo>
                <a:lnTo>
                  <a:pt x="75091" y="121990"/>
                </a:lnTo>
                <a:cubicBezTo>
                  <a:pt x="75091" y="119960"/>
                  <a:pt x="75785" y="118259"/>
                  <a:pt x="77166" y="116897"/>
                </a:cubicBezTo>
                <a:cubicBezTo>
                  <a:pt x="78547" y="115534"/>
                  <a:pt x="80257" y="114858"/>
                  <a:pt x="82287" y="114858"/>
                </a:cubicBezTo>
                <a:cubicBezTo>
                  <a:pt x="84326" y="114858"/>
                  <a:pt x="86008" y="115534"/>
                  <a:pt x="87353" y="116897"/>
                </a:cubicBezTo>
                <a:cubicBezTo>
                  <a:pt x="88688" y="118259"/>
                  <a:pt x="89364" y="119960"/>
                  <a:pt x="89364" y="121990"/>
                </a:cubicBezTo>
                <a:lnTo>
                  <a:pt x="89364" y="215597"/>
                </a:lnTo>
                <a:cubicBezTo>
                  <a:pt x="89364" y="217627"/>
                  <a:pt x="88669" y="219328"/>
                  <a:pt x="87289" y="220690"/>
                </a:cubicBezTo>
                <a:cubicBezTo>
                  <a:pt x="85908" y="222053"/>
                  <a:pt x="84198" y="222730"/>
                  <a:pt x="82168" y="222730"/>
                </a:cubicBezTo>
                <a:cubicBezTo>
                  <a:pt x="80129" y="222730"/>
                  <a:pt x="78446" y="222053"/>
                  <a:pt x="77102" y="220690"/>
                </a:cubicBezTo>
                <a:cubicBezTo>
                  <a:pt x="75767" y="219328"/>
                  <a:pt x="75091" y="217627"/>
                  <a:pt x="75091" y="215597"/>
                </a:cubicBezTo>
                <a:close/>
                <a:moveTo>
                  <a:pt x="144622" y="215597"/>
                </a:moveTo>
                <a:lnTo>
                  <a:pt x="144622" y="121990"/>
                </a:lnTo>
                <a:cubicBezTo>
                  <a:pt x="144622" y="119960"/>
                  <a:pt x="145316" y="118259"/>
                  <a:pt x="146697" y="116897"/>
                </a:cubicBezTo>
                <a:cubicBezTo>
                  <a:pt x="148078" y="115534"/>
                  <a:pt x="149788" y="114858"/>
                  <a:pt x="151818" y="114858"/>
                </a:cubicBezTo>
                <a:cubicBezTo>
                  <a:pt x="153848" y="114858"/>
                  <a:pt x="155539" y="115534"/>
                  <a:pt x="156884" y="116897"/>
                </a:cubicBezTo>
                <a:cubicBezTo>
                  <a:pt x="158219" y="118259"/>
                  <a:pt x="158895" y="119960"/>
                  <a:pt x="158895" y="121990"/>
                </a:cubicBezTo>
                <a:lnTo>
                  <a:pt x="158895" y="215597"/>
                </a:lnTo>
                <a:cubicBezTo>
                  <a:pt x="158895" y="217627"/>
                  <a:pt x="158200" y="219328"/>
                  <a:pt x="156820" y="220690"/>
                </a:cubicBezTo>
                <a:cubicBezTo>
                  <a:pt x="155430" y="222053"/>
                  <a:pt x="153729" y="222730"/>
                  <a:pt x="151690" y="222730"/>
                </a:cubicBezTo>
                <a:cubicBezTo>
                  <a:pt x="149660" y="222730"/>
                  <a:pt x="147977" y="222053"/>
                  <a:pt x="146633" y="220690"/>
                </a:cubicBezTo>
                <a:cubicBezTo>
                  <a:pt x="145289" y="219328"/>
                  <a:pt x="144622" y="217627"/>
                  <a:pt x="144622" y="215597"/>
                </a:cubicBezTo>
                <a:close/>
                <a:moveTo>
                  <a:pt x="41962" y="257559"/>
                </a:moveTo>
                <a:cubicBezTo>
                  <a:pt x="39950" y="257559"/>
                  <a:pt x="38249" y="256864"/>
                  <a:pt x="36869" y="255483"/>
                </a:cubicBezTo>
                <a:cubicBezTo>
                  <a:pt x="35506" y="254103"/>
                  <a:pt x="34829" y="252393"/>
                  <a:pt x="34829" y="250363"/>
                </a:cubicBezTo>
                <a:cubicBezTo>
                  <a:pt x="34829" y="248324"/>
                  <a:pt x="35506" y="246641"/>
                  <a:pt x="36869" y="245297"/>
                </a:cubicBezTo>
                <a:cubicBezTo>
                  <a:pt x="38231" y="243962"/>
                  <a:pt x="39932" y="243285"/>
                  <a:pt x="41962" y="243285"/>
                </a:cubicBezTo>
                <a:lnTo>
                  <a:pt x="259818" y="243285"/>
                </a:lnTo>
                <a:cubicBezTo>
                  <a:pt x="261829" y="243285"/>
                  <a:pt x="263530" y="243980"/>
                  <a:pt x="264911" y="245361"/>
                </a:cubicBezTo>
                <a:cubicBezTo>
                  <a:pt x="266273" y="246742"/>
                  <a:pt x="266959" y="248452"/>
                  <a:pt x="266959" y="250482"/>
                </a:cubicBezTo>
                <a:cubicBezTo>
                  <a:pt x="266959" y="252521"/>
                  <a:pt x="266273" y="254203"/>
                  <a:pt x="264911" y="255547"/>
                </a:cubicBezTo>
                <a:cubicBezTo>
                  <a:pt x="263548" y="256892"/>
                  <a:pt x="261857" y="257559"/>
                  <a:pt x="259818" y="257559"/>
                </a:cubicBezTo>
                <a:lnTo>
                  <a:pt x="41962" y="257559"/>
                </a:lnTo>
                <a:close/>
                <a:moveTo>
                  <a:pt x="212388" y="215597"/>
                </a:moveTo>
                <a:lnTo>
                  <a:pt x="212388" y="121990"/>
                </a:lnTo>
                <a:cubicBezTo>
                  <a:pt x="212388" y="119960"/>
                  <a:pt x="213083" y="118259"/>
                  <a:pt x="214463" y="116897"/>
                </a:cubicBezTo>
                <a:cubicBezTo>
                  <a:pt x="215844" y="115534"/>
                  <a:pt x="217554" y="114858"/>
                  <a:pt x="219584" y="114858"/>
                </a:cubicBezTo>
                <a:cubicBezTo>
                  <a:pt x="221623" y="114858"/>
                  <a:pt x="223306" y="115534"/>
                  <a:pt x="224650" y="116897"/>
                </a:cubicBezTo>
                <a:cubicBezTo>
                  <a:pt x="225985" y="118259"/>
                  <a:pt x="226661" y="119960"/>
                  <a:pt x="226661" y="121990"/>
                </a:cubicBezTo>
                <a:lnTo>
                  <a:pt x="226661" y="215597"/>
                </a:lnTo>
                <a:cubicBezTo>
                  <a:pt x="226661" y="217627"/>
                  <a:pt x="225967" y="219328"/>
                  <a:pt x="224586" y="220690"/>
                </a:cubicBezTo>
                <a:cubicBezTo>
                  <a:pt x="223205" y="222053"/>
                  <a:pt x="221495" y="222730"/>
                  <a:pt x="219465" y="222730"/>
                </a:cubicBezTo>
                <a:cubicBezTo>
                  <a:pt x="217426" y="222730"/>
                  <a:pt x="215744" y="222053"/>
                  <a:pt x="214399" y="220690"/>
                </a:cubicBezTo>
                <a:cubicBezTo>
                  <a:pt x="213064" y="219328"/>
                  <a:pt x="212388" y="217627"/>
                  <a:pt x="212388" y="215597"/>
                </a:cubicBezTo>
                <a:close/>
                <a:moveTo>
                  <a:pt x="261171" y="94302"/>
                </a:moveTo>
                <a:lnTo>
                  <a:pt x="39859" y="94302"/>
                </a:lnTo>
                <a:cubicBezTo>
                  <a:pt x="38515" y="94302"/>
                  <a:pt x="37335" y="93799"/>
                  <a:pt x="36302" y="92793"/>
                </a:cubicBezTo>
                <a:cubicBezTo>
                  <a:pt x="35296" y="91787"/>
                  <a:pt x="34793" y="90608"/>
                  <a:pt x="34793" y="89273"/>
                </a:cubicBezTo>
                <a:lnTo>
                  <a:pt x="34793" y="85432"/>
                </a:lnTo>
                <a:cubicBezTo>
                  <a:pt x="34793" y="84619"/>
                  <a:pt x="35040" y="83786"/>
                  <a:pt x="35515" y="82954"/>
                </a:cubicBezTo>
                <a:cubicBezTo>
                  <a:pt x="36000" y="82113"/>
                  <a:pt x="36649" y="81491"/>
                  <a:pt x="37472" y="81098"/>
                </a:cubicBezTo>
                <a:lnTo>
                  <a:pt x="142262" y="23985"/>
                </a:lnTo>
                <a:cubicBezTo>
                  <a:pt x="144969" y="22558"/>
                  <a:pt x="147813" y="21845"/>
                  <a:pt x="150812" y="21845"/>
                </a:cubicBezTo>
                <a:cubicBezTo>
                  <a:pt x="153830" y="21845"/>
                  <a:pt x="156701" y="22558"/>
                  <a:pt x="159426" y="23985"/>
                </a:cubicBezTo>
                <a:lnTo>
                  <a:pt x="264033" y="80778"/>
                </a:lnTo>
                <a:cubicBezTo>
                  <a:pt x="264893" y="81372"/>
                  <a:pt x="265587" y="82095"/>
                  <a:pt x="266109" y="82954"/>
                </a:cubicBezTo>
                <a:cubicBezTo>
                  <a:pt x="266630" y="83814"/>
                  <a:pt x="266895" y="84829"/>
                  <a:pt x="266895" y="85999"/>
                </a:cubicBezTo>
                <a:lnTo>
                  <a:pt x="266895" y="88294"/>
                </a:lnTo>
                <a:cubicBezTo>
                  <a:pt x="266895" y="90032"/>
                  <a:pt x="266356" y="91458"/>
                  <a:pt x="265295" y="92565"/>
                </a:cubicBezTo>
                <a:cubicBezTo>
                  <a:pt x="264225" y="93680"/>
                  <a:pt x="262835" y="94238"/>
                  <a:pt x="261143" y="94238"/>
                </a:cubicBez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69312" y="80028"/>
                </a:ln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152577" y="36494"/>
                </a:lnTo>
                <a:cubicBezTo>
                  <a:pt x="152010" y="36238"/>
                  <a:pt x="151443" y="36119"/>
                  <a:pt x="150876" y="36119"/>
                </a:cubicBezTo>
                <a:cubicBezTo>
                  <a:pt x="150309" y="36119"/>
                  <a:pt x="149742" y="36238"/>
                  <a:pt x="149175" y="36494"/>
                </a:cubicBezTo>
                <a:lnTo>
                  <a:pt x="69312" y="80028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1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911" y="221413"/>
                </a:moveTo>
                <a:lnTo>
                  <a:pt x="145911" y="229642"/>
                </a:lnTo>
                <a:cubicBezTo>
                  <a:pt x="145911" y="230795"/>
                  <a:pt x="146341" y="231819"/>
                  <a:pt x="147200" y="232697"/>
                </a:cubicBezTo>
                <a:cubicBezTo>
                  <a:pt x="148060" y="233574"/>
                  <a:pt x="149065" y="234013"/>
                  <a:pt x="150218" y="234013"/>
                </a:cubicBezTo>
                <a:lnTo>
                  <a:pt x="155658" y="234013"/>
                </a:lnTo>
                <a:cubicBezTo>
                  <a:pt x="156865" y="234013"/>
                  <a:pt x="157926" y="233556"/>
                  <a:pt x="158831" y="232633"/>
                </a:cubicBezTo>
                <a:cubicBezTo>
                  <a:pt x="159727" y="231709"/>
                  <a:pt x="160185" y="230639"/>
                  <a:pt x="160185" y="229423"/>
                </a:cubicBezTo>
                <a:lnTo>
                  <a:pt x="160185" y="221440"/>
                </a:lnTo>
                <a:lnTo>
                  <a:pt x="180484" y="221440"/>
                </a:lnTo>
                <a:cubicBezTo>
                  <a:pt x="182514" y="221440"/>
                  <a:pt x="184215" y="220764"/>
                  <a:pt x="185577" y="219401"/>
                </a:cubicBezTo>
                <a:cubicBezTo>
                  <a:pt x="186940" y="218039"/>
                  <a:pt x="187617" y="216338"/>
                  <a:pt x="187617" y="214308"/>
                </a:cubicBezTo>
                <a:lnTo>
                  <a:pt x="187617" y="174294"/>
                </a:lnTo>
                <a:cubicBezTo>
                  <a:pt x="187617" y="172282"/>
                  <a:pt x="186940" y="170581"/>
                  <a:pt x="185577" y="169201"/>
                </a:cubicBezTo>
                <a:cubicBezTo>
                  <a:pt x="184215" y="167838"/>
                  <a:pt x="182514" y="167161"/>
                  <a:pt x="180484" y="167161"/>
                </a:cubicBezTo>
                <a:lnTo>
                  <a:pt x="132743" y="167161"/>
                </a:lnTo>
                <a:lnTo>
                  <a:pt x="132743" y="141412"/>
                </a:lnTo>
                <a:lnTo>
                  <a:pt x="180484" y="141412"/>
                </a:lnTo>
                <a:cubicBezTo>
                  <a:pt x="182514" y="141412"/>
                  <a:pt x="184215" y="140726"/>
                  <a:pt x="185577" y="139336"/>
                </a:cubicBezTo>
                <a:cubicBezTo>
                  <a:pt x="186940" y="137956"/>
                  <a:pt x="187617" y="136246"/>
                  <a:pt x="187617" y="134216"/>
                </a:cubicBezTo>
                <a:cubicBezTo>
                  <a:pt x="187617" y="132186"/>
                  <a:pt x="186940" y="130494"/>
                  <a:pt x="185577" y="129159"/>
                </a:cubicBezTo>
                <a:cubicBezTo>
                  <a:pt x="184215" y="127815"/>
                  <a:pt x="182514" y="127147"/>
                  <a:pt x="180484" y="127147"/>
                </a:cubicBezTo>
                <a:lnTo>
                  <a:pt x="160185" y="127147"/>
                </a:lnTo>
                <a:lnTo>
                  <a:pt x="160185" y="118817"/>
                </a:lnTo>
                <a:cubicBezTo>
                  <a:pt x="160185" y="117683"/>
                  <a:pt x="159755" y="116696"/>
                  <a:pt x="158895" y="115864"/>
                </a:cubicBezTo>
                <a:cubicBezTo>
                  <a:pt x="158036" y="115022"/>
                  <a:pt x="157039" y="114602"/>
                  <a:pt x="155905" y="114602"/>
                </a:cubicBezTo>
                <a:lnTo>
                  <a:pt x="150501" y="114602"/>
                </a:lnTo>
                <a:cubicBezTo>
                  <a:pt x="149285" y="114602"/>
                  <a:pt x="148215" y="115050"/>
                  <a:pt x="147292" y="115955"/>
                </a:cubicBezTo>
                <a:cubicBezTo>
                  <a:pt x="146368" y="116851"/>
                  <a:pt x="145911" y="117903"/>
                  <a:pt x="145911" y="119101"/>
                </a:cubicBezTo>
                <a:lnTo>
                  <a:pt x="145911" y="127211"/>
                </a:lnTo>
                <a:lnTo>
                  <a:pt x="125602" y="127211"/>
                </a:lnTo>
                <a:cubicBezTo>
                  <a:pt x="123572" y="127211"/>
                  <a:pt x="121871" y="127888"/>
                  <a:pt x="120509" y="129250"/>
                </a:cubicBezTo>
                <a:cubicBezTo>
                  <a:pt x="119146" y="130613"/>
                  <a:pt x="118470" y="132314"/>
                  <a:pt x="118470" y="134344"/>
                </a:cubicBezTo>
                <a:lnTo>
                  <a:pt x="118470" y="174358"/>
                </a:lnTo>
                <a:cubicBezTo>
                  <a:pt x="118470" y="176388"/>
                  <a:pt x="119146" y="178089"/>
                  <a:pt x="120509" y="179451"/>
                </a:cubicBezTo>
                <a:cubicBezTo>
                  <a:pt x="121871" y="180813"/>
                  <a:pt x="123572" y="181490"/>
                  <a:pt x="125602" y="181490"/>
                </a:cubicBezTo>
                <a:lnTo>
                  <a:pt x="173352" y="181490"/>
                </a:lnTo>
                <a:lnTo>
                  <a:pt x="173352" y="207139"/>
                </a:lnTo>
                <a:lnTo>
                  <a:pt x="125602" y="207139"/>
                </a:lnTo>
                <a:cubicBezTo>
                  <a:pt x="123572" y="207139"/>
                  <a:pt x="121871" y="207834"/>
                  <a:pt x="120509" y="209215"/>
                </a:cubicBezTo>
                <a:cubicBezTo>
                  <a:pt x="119146" y="210595"/>
                  <a:pt x="118470" y="212305"/>
                  <a:pt x="118470" y="214335"/>
                </a:cubicBezTo>
                <a:cubicBezTo>
                  <a:pt x="118470" y="216374"/>
                  <a:pt x="119146" y="218057"/>
                  <a:pt x="120509" y="219401"/>
                </a:cubicBezTo>
                <a:cubicBezTo>
                  <a:pt x="121871" y="220736"/>
                  <a:pt x="123572" y="221413"/>
                  <a:pt x="125602" y="221413"/>
                </a:cubicBezTo>
                <a:lnTo>
                  <a:pt x="145911" y="221413"/>
                </a:ln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82496" y="31437"/>
                </a:lnTo>
                <a:lnTo>
                  <a:pt x="245178" y="94110"/>
                </a:ln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100520"/>
                </a:lnTo>
                <a:lnTo>
                  <a:pt x="185139" y="100520"/>
                </a:lnTo>
                <a:cubicBezTo>
                  <a:pt x="182642" y="100520"/>
                  <a:pt x="180503" y="99633"/>
                  <a:pt x="178729" y="97850"/>
                </a:cubicBezTo>
                <a:cubicBezTo>
                  <a:pt x="176946" y="96067"/>
                  <a:pt x="176049" y="93927"/>
                  <a:pt x="176049" y="91440"/>
                </a:cubicBezTo>
                <a:lnTo>
                  <a:pt x="176049" y="45674"/>
                </a:lnTo>
                <a:lnTo>
                  <a:pt x="74716" y="45674"/>
                </a:lnTo>
                <a:cubicBezTo>
                  <a:pt x="73756" y="45674"/>
                  <a:pt x="72859" y="46067"/>
                  <a:pt x="72046" y="46863"/>
                </a:cubicBezTo>
                <a:cubicBezTo>
                  <a:pt x="71250" y="47686"/>
                  <a:pt x="70848" y="48573"/>
                  <a:pt x="70848" y="49533"/>
                </a:cubicBezTo>
                <a:lnTo>
                  <a:pt x="70848" y="252155"/>
                </a:lnTo>
                <a:cubicBezTo>
                  <a:pt x="70848" y="253115"/>
                  <a:pt x="71250" y="254002"/>
                  <a:pt x="72046" y="254825"/>
                </a:cubicBezTo>
                <a:cubicBezTo>
                  <a:pt x="72859" y="255621"/>
                  <a:pt x="73756" y="256014"/>
                  <a:pt x="74716" y="256014"/>
                </a:cubicBezTo>
                <a:close/>
                <a:moveTo>
                  <a:pt x="70848" y="45702"/>
                </a:moveTo>
                <a:lnTo>
                  <a:pt x="70848" y="100557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3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86"/>
                  <a:pt x="36805" y="239801"/>
                </a:cubicBezTo>
                <a:cubicBezTo>
                  <a:pt x="33220" y="236217"/>
                  <a:pt x="31437" y="231965"/>
                  <a:pt x="31437" y="227036"/>
                </a:cubicBezTo>
                <a:lnTo>
                  <a:pt x="31437" y="74716"/>
                </a:lnTo>
                <a:cubicBezTo>
                  <a:pt x="31437" y="69787"/>
                  <a:pt x="33220" y="65535"/>
                  <a:pt x="36805" y="61951"/>
                </a:cubicBezTo>
                <a:cubicBezTo>
                  <a:pt x="40389" y="58366"/>
                  <a:pt x="44641" y="56583"/>
                  <a:pt x="49570" y="56583"/>
                </a:cubicBezTo>
                <a:lnTo>
                  <a:pt x="252182" y="56583"/>
                </a:lnTo>
                <a:cubicBezTo>
                  <a:pt x="257111" y="56583"/>
                  <a:pt x="261363" y="58366"/>
                  <a:pt x="264947" y="61951"/>
                </a:cubicBezTo>
                <a:cubicBezTo>
                  <a:pt x="268532" y="65535"/>
                  <a:pt x="270324" y="69787"/>
                  <a:pt x="270324" y="74716"/>
                </a:cubicBezTo>
                <a:lnTo>
                  <a:pt x="270324" y="227036"/>
                </a:lnTo>
                <a:cubicBezTo>
                  <a:pt x="270324" y="231965"/>
                  <a:pt x="268532" y="236217"/>
                  <a:pt x="264947" y="239801"/>
                </a:cubicBezTo>
                <a:cubicBezTo>
                  <a:pt x="261363" y="243386"/>
                  <a:pt x="257111" y="245178"/>
                  <a:pt x="252182" y="245178"/>
                </a:cubicBezTo>
                <a:lnTo>
                  <a:pt x="49570" y="245178"/>
                </a:lnTo>
                <a:close/>
                <a:moveTo>
                  <a:pt x="256050" y="83174"/>
                </a:moveTo>
                <a:lnTo>
                  <a:pt x="155905" y="149459"/>
                </a:lnTo>
                <a:cubicBezTo>
                  <a:pt x="155064" y="149879"/>
                  <a:pt x="154259" y="150245"/>
                  <a:pt x="153482" y="150565"/>
                </a:cubicBezTo>
                <a:cubicBezTo>
                  <a:pt x="152714" y="150876"/>
                  <a:pt x="151836" y="151031"/>
                  <a:pt x="150876" y="151031"/>
                </a:cubicBezTo>
                <a:cubicBezTo>
                  <a:pt x="149916" y="151031"/>
                  <a:pt x="149038" y="150876"/>
                  <a:pt x="148270" y="150565"/>
                </a:cubicBezTo>
                <a:cubicBezTo>
                  <a:pt x="147493" y="150245"/>
                  <a:pt x="146725" y="149879"/>
                  <a:pt x="145975" y="149459"/>
                </a:cubicBezTo>
                <a:lnTo>
                  <a:pt x="45702" y="83174"/>
                </a:lnTo>
                <a:lnTo>
                  <a:pt x="45702" y="227036"/>
                </a:lnTo>
                <a:cubicBezTo>
                  <a:pt x="45702" y="228170"/>
                  <a:pt x="46067" y="229094"/>
                  <a:pt x="46799" y="229807"/>
                </a:cubicBezTo>
                <a:cubicBezTo>
                  <a:pt x="47540" y="230511"/>
                  <a:pt x="48454" y="230886"/>
                  <a:pt x="49570" y="230904"/>
                </a:cubicBez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83174"/>
                </a:lnTo>
                <a:close/>
                <a:moveTo>
                  <a:pt x="150876" y="137800"/>
                </a:moveTo>
                <a:lnTo>
                  <a:pt x="253225" y="70848"/>
                </a:lnTo>
                <a:lnTo>
                  <a:pt x="48847" y="70848"/>
                </a:lnTo>
                <a:lnTo>
                  <a:pt x="150876" y="137800"/>
                </a:lnTo>
                <a:close/>
                <a:moveTo>
                  <a:pt x="45702" y="83174"/>
                </a:moveTo>
                <a:lnTo>
                  <a:pt x="45702" y="85496"/>
                </a:lnTo>
                <a:lnTo>
                  <a:pt x="45702" y="75630"/>
                </a:lnTo>
                <a:lnTo>
                  <a:pt x="45702" y="75941"/>
                </a:lnTo>
                <a:lnTo>
                  <a:pt x="45702" y="70848"/>
                </a:lnTo>
                <a:lnTo>
                  <a:pt x="45702" y="75785"/>
                </a:lnTo>
                <a:lnTo>
                  <a:pt x="45702" y="75374"/>
                </a:lnTo>
                <a:lnTo>
                  <a:pt x="45702" y="85496"/>
                </a:lnTo>
                <a:lnTo>
                  <a:pt x="45702" y="83174"/>
                </a:lnTo>
                <a:lnTo>
                  <a:pt x="45702" y="230904"/>
                </a:lnTo>
                <a:lnTo>
                  <a:pt x="45702" y="8317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5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20032"/>
                </a:moveTo>
                <a:lnTo>
                  <a:pt x="46836" y="249101"/>
                </a:lnTo>
                <a:cubicBezTo>
                  <a:pt x="43983" y="251954"/>
                  <a:pt x="40691" y="252612"/>
                  <a:pt x="36969" y="251085"/>
                </a:cubicBezTo>
                <a:cubicBezTo>
                  <a:pt x="33257" y="249549"/>
                  <a:pt x="31400" y="246778"/>
                  <a:pt x="31400" y="242755"/>
                </a:cubicBezTo>
                <a:lnTo>
                  <a:pt x="31400" y="49597"/>
                </a:lnTo>
                <a:cubicBezTo>
                  <a:pt x="31400" y="44678"/>
                  <a:pt x="33193" y="40426"/>
                  <a:pt x="36777" y="36841"/>
                </a:cubicBezTo>
                <a:cubicBezTo>
                  <a:pt x="40362" y="33257"/>
                  <a:pt x="44623" y="31455"/>
                  <a:pt x="49570" y="31437"/>
                </a:cubicBezTo>
                <a:lnTo>
                  <a:pt x="252182" y="31437"/>
                </a:lnTo>
                <a:cubicBezTo>
                  <a:pt x="257111" y="31437"/>
                  <a:pt x="261363" y="33220"/>
                  <a:pt x="264947" y="36805"/>
                </a:cubicBezTo>
                <a:cubicBezTo>
                  <a:pt x="268532" y="40389"/>
                  <a:pt x="270324" y="44641"/>
                  <a:pt x="270324" y="49570"/>
                </a:cubicBezTo>
                <a:lnTo>
                  <a:pt x="270324" y="201890"/>
                </a:lnTo>
                <a:cubicBezTo>
                  <a:pt x="270324" y="206819"/>
                  <a:pt x="268532" y="211071"/>
                  <a:pt x="264947" y="214655"/>
                </a:cubicBezTo>
                <a:cubicBezTo>
                  <a:pt x="261363" y="218240"/>
                  <a:pt x="257111" y="220032"/>
                  <a:pt x="252182" y="220032"/>
                </a:cubicBezTo>
                <a:lnTo>
                  <a:pt x="75913" y="220032"/>
                </a:lnTo>
                <a:close/>
                <a:moveTo>
                  <a:pt x="69659" y="205758"/>
                </a:moveTo>
                <a:lnTo>
                  <a:pt x="252155" y="205758"/>
                </a:lnTo>
                <a:cubicBezTo>
                  <a:pt x="253115" y="205758"/>
                  <a:pt x="254002" y="205356"/>
                  <a:pt x="254825" y="204560"/>
                </a:cubicBezTo>
                <a:cubicBezTo>
                  <a:pt x="255621" y="203747"/>
                  <a:pt x="256014" y="202850"/>
                  <a:pt x="256014" y="201890"/>
                </a:cubicBezTo>
                <a:lnTo>
                  <a:pt x="256014" y="49570"/>
                </a:lnTo>
                <a:cubicBezTo>
                  <a:pt x="256014" y="48610"/>
                  <a:pt x="255621" y="47713"/>
                  <a:pt x="254825" y="46900"/>
                </a:cubicBezTo>
                <a:cubicBezTo>
                  <a:pt x="254002" y="46104"/>
                  <a:pt x="253115" y="45702"/>
                  <a:pt x="252155" y="45702"/>
                </a:cubicBezTo>
                <a:lnTo>
                  <a:pt x="49570" y="45702"/>
                </a:lnTo>
                <a:cubicBezTo>
                  <a:pt x="48610" y="45702"/>
                  <a:pt x="47713" y="46104"/>
                  <a:pt x="46900" y="46900"/>
                </a:cubicBezTo>
                <a:cubicBezTo>
                  <a:pt x="46104" y="47713"/>
                  <a:pt x="45702" y="48610"/>
                  <a:pt x="45702" y="49570"/>
                </a:cubicBezTo>
                <a:lnTo>
                  <a:pt x="45702" y="231151"/>
                </a:lnTo>
                <a:lnTo>
                  <a:pt x="69686" y="205758"/>
                </a:lnTo>
                <a:close/>
                <a:moveTo>
                  <a:pt x="45674" y="205758"/>
                </a:moveTo>
                <a:lnTo>
                  <a:pt x="45674" y="45702"/>
                </a:lnTo>
                <a:lnTo>
                  <a:pt x="45674" y="205758"/>
                </a:lnTo>
                <a:close/>
                <a:moveTo>
                  <a:pt x="85688" y="173068"/>
                </a:moveTo>
                <a:lnTo>
                  <a:pt x="164107" y="173068"/>
                </a:lnTo>
                <a:cubicBezTo>
                  <a:pt x="166137" y="173068"/>
                  <a:pt x="167838" y="172374"/>
                  <a:pt x="169201" y="170993"/>
                </a:cubicBezTo>
                <a:cubicBezTo>
                  <a:pt x="170563" y="169612"/>
                  <a:pt x="171249" y="167902"/>
                  <a:pt x="171249" y="165872"/>
                </a:cubicBezTo>
                <a:cubicBezTo>
                  <a:pt x="171249" y="163833"/>
                  <a:pt x="170563" y="162151"/>
                  <a:pt x="169201" y="160806"/>
                </a:cubicBezTo>
                <a:cubicBezTo>
                  <a:pt x="167838" y="159471"/>
                  <a:pt x="166137" y="158795"/>
                  <a:pt x="164107" y="158795"/>
                </a:cubicBezTo>
                <a:lnTo>
                  <a:pt x="85716" y="158795"/>
                </a:lnTo>
                <a:cubicBezTo>
                  <a:pt x="83686" y="158795"/>
                  <a:pt x="81985" y="159490"/>
                  <a:pt x="80623" y="160870"/>
                </a:cubicBezTo>
                <a:cubicBezTo>
                  <a:pt x="79260" y="162251"/>
                  <a:pt x="78584" y="163961"/>
                  <a:pt x="78584" y="165991"/>
                </a:cubicBezTo>
                <a:cubicBezTo>
                  <a:pt x="78584" y="168030"/>
                  <a:pt x="79260" y="169713"/>
                  <a:pt x="80623" y="171057"/>
                </a:cubicBezTo>
                <a:cubicBezTo>
                  <a:pt x="81985" y="172401"/>
                  <a:pt x="83686" y="173068"/>
                  <a:pt x="85716" y="173068"/>
                </a:cubicBezTo>
                <a:close/>
                <a:moveTo>
                  <a:pt x="85688" y="133054"/>
                </a:moveTo>
                <a:lnTo>
                  <a:pt x="216009" y="133054"/>
                </a:lnTo>
                <a:cubicBezTo>
                  <a:pt x="218039" y="133054"/>
                  <a:pt x="219730" y="132359"/>
                  <a:pt x="221093" y="130979"/>
                </a:cubicBezTo>
                <a:cubicBezTo>
                  <a:pt x="222455" y="129598"/>
                  <a:pt x="223141" y="127888"/>
                  <a:pt x="223141" y="125858"/>
                </a:cubicBezTo>
                <a:cubicBezTo>
                  <a:pt x="223141" y="123819"/>
                  <a:pt x="222455" y="122136"/>
                  <a:pt x="221093" y="120792"/>
                </a:cubicBezTo>
                <a:cubicBezTo>
                  <a:pt x="219730" y="119457"/>
                  <a:pt x="218039" y="118781"/>
                  <a:pt x="216009" y="118781"/>
                </a:cubicBezTo>
                <a:lnTo>
                  <a:pt x="85716" y="118781"/>
                </a:lnTo>
                <a:cubicBezTo>
                  <a:pt x="83686" y="118781"/>
                  <a:pt x="81985" y="119476"/>
                  <a:pt x="80623" y="120856"/>
                </a:cubicBezTo>
                <a:cubicBezTo>
                  <a:pt x="79260" y="122237"/>
                  <a:pt x="78584" y="123947"/>
                  <a:pt x="78584" y="125986"/>
                </a:cubicBezTo>
                <a:cubicBezTo>
                  <a:pt x="78584" y="128016"/>
                  <a:pt x="79260" y="129698"/>
                  <a:pt x="80623" y="131043"/>
                </a:cubicBezTo>
                <a:cubicBezTo>
                  <a:pt x="81985" y="132387"/>
                  <a:pt x="83686" y="133054"/>
                  <a:pt x="85716" y="133054"/>
                </a:cubicBezTo>
                <a:close/>
                <a:moveTo>
                  <a:pt x="85688" y="93040"/>
                </a:moveTo>
                <a:lnTo>
                  <a:pt x="216009" y="93040"/>
                </a:lnTo>
                <a:cubicBezTo>
                  <a:pt x="218039" y="93040"/>
                  <a:pt x="219730" y="92345"/>
                  <a:pt x="221093" y="90965"/>
                </a:cubicBezTo>
                <a:cubicBezTo>
                  <a:pt x="222455" y="89584"/>
                  <a:pt x="223141" y="87874"/>
                  <a:pt x="223141" y="85844"/>
                </a:cubicBezTo>
                <a:cubicBezTo>
                  <a:pt x="223141" y="83814"/>
                  <a:pt x="222455" y="82122"/>
                  <a:pt x="221093" y="80778"/>
                </a:cubicBezTo>
                <a:cubicBezTo>
                  <a:pt x="219730" y="79443"/>
                  <a:pt x="218039" y="78766"/>
                  <a:pt x="216009" y="78766"/>
                </a:cubicBezTo>
                <a:lnTo>
                  <a:pt x="85716" y="78766"/>
                </a:lnTo>
                <a:cubicBezTo>
                  <a:pt x="83686" y="78766"/>
                  <a:pt x="81985" y="79461"/>
                  <a:pt x="80623" y="80842"/>
                </a:cubicBezTo>
                <a:cubicBezTo>
                  <a:pt x="79260" y="82232"/>
                  <a:pt x="78584" y="83933"/>
                  <a:pt x="78584" y="85972"/>
                </a:cubicBezTo>
                <a:cubicBezTo>
                  <a:pt x="78584" y="88002"/>
                  <a:pt x="79260" y="89684"/>
                  <a:pt x="80623" y="91029"/>
                </a:cubicBezTo>
                <a:cubicBezTo>
                  <a:pt x="81985" y="92373"/>
                  <a:pt x="83686" y="93040"/>
                  <a:pt x="85716" y="93040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7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552" y="243130"/>
                </a:moveTo>
                <a:cubicBezTo>
                  <a:pt x="261930" y="244748"/>
                  <a:pt x="260531" y="245736"/>
                  <a:pt x="258373" y="246120"/>
                </a:cubicBezTo>
                <a:cubicBezTo>
                  <a:pt x="256215" y="246513"/>
                  <a:pt x="254249" y="245827"/>
                  <a:pt x="252466" y="244044"/>
                </a:cubicBezTo>
                <a:lnTo>
                  <a:pt x="223607" y="215186"/>
                </a:lnTo>
                <a:lnTo>
                  <a:pt x="95994" y="215186"/>
                </a:lnTo>
                <a:cubicBezTo>
                  <a:pt x="91129" y="215186"/>
                  <a:pt x="86978" y="213458"/>
                  <a:pt x="83512" y="210001"/>
                </a:cubicBezTo>
                <a:cubicBezTo>
                  <a:pt x="80056" y="206545"/>
                  <a:pt x="78328" y="202384"/>
                  <a:pt x="78328" y="197520"/>
                </a:cubicBezTo>
                <a:lnTo>
                  <a:pt x="78328" y="180576"/>
                </a:lnTo>
                <a:lnTo>
                  <a:pt x="215186" y="180576"/>
                </a:lnTo>
                <a:cubicBezTo>
                  <a:pt x="220114" y="180576"/>
                  <a:pt x="224366" y="178793"/>
                  <a:pt x="227951" y="175208"/>
                </a:cubicBezTo>
                <a:cubicBezTo>
                  <a:pt x="231535" y="171624"/>
                  <a:pt x="233327" y="167372"/>
                  <a:pt x="233327" y="162443"/>
                </a:cubicBezTo>
                <a:lnTo>
                  <a:pt x="233327" y="75438"/>
                </a:lnTo>
                <a:lnTo>
                  <a:pt x="250235" y="75438"/>
                </a:lnTo>
                <a:cubicBezTo>
                  <a:pt x="255099" y="75438"/>
                  <a:pt x="259260" y="77166"/>
                  <a:pt x="262716" y="80623"/>
                </a:cubicBezTo>
                <a:cubicBezTo>
                  <a:pt x="266173" y="84079"/>
                  <a:pt x="267901" y="88230"/>
                  <a:pt x="267901" y="93068"/>
                </a:cubicBezTo>
                <a:lnTo>
                  <a:pt x="267901" y="237689"/>
                </a:lnTo>
                <a:cubicBezTo>
                  <a:pt x="267901" y="239408"/>
                  <a:pt x="267325" y="240752"/>
                  <a:pt x="266173" y="241712"/>
                </a:cubicBezTo>
                <a:cubicBezTo>
                  <a:pt x="265021" y="242663"/>
                  <a:pt x="263814" y="243130"/>
                  <a:pt x="262552" y="243130"/>
                </a:cubicBezTo>
                <a:close/>
                <a:moveTo>
                  <a:pt x="48125" y="169987"/>
                </a:moveTo>
                <a:lnTo>
                  <a:pt x="72292" y="145819"/>
                </a:lnTo>
                <a:lnTo>
                  <a:pt x="194630" y="145819"/>
                </a:lnTo>
                <a:cubicBezTo>
                  <a:pt x="195764" y="145819"/>
                  <a:pt x="196687" y="145444"/>
                  <a:pt x="197401" y="144713"/>
                </a:cubicBezTo>
                <a:cubicBezTo>
                  <a:pt x="198132" y="143981"/>
                  <a:pt x="198498" y="143058"/>
                  <a:pt x="198498" y="141951"/>
                </a:cubicBezTo>
                <a:lnTo>
                  <a:pt x="198498" y="49570"/>
                </a:lnTo>
                <a:cubicBezTo>
                  <a:pt x="198498" y="48436"/>
                  <a:pt x="198132" y="47512"/>
                  <a:pt x="197401" y="46799"/>
                </a:cubicBezTo>
                <a:cubicBezTo>
                  <a:pt x="196660" y="46095"/>
                  <a:pt x="195736" y="45720"/>
                  <a:pt x="194630" y="45702"/>
                </a:cubicBezTo>
                <a:lnTo>
                  <a:pt x="51993" y="45702"/>
                </a:lnTo>
                <a:cubicBezTo>
                  <a:pt x="50859" y="45702"/>
                  <a:pt x="49935" y="46067"/>
                  <a:pt x="49222" y="46799"/>
                </a:cubicBezTo>
                <a:cubicBezTo>
                  <a:pt x="48509" y="47540"/>
                  <a:pt x="48143" y="48454"/>
                  <a:pt x="48125" y="49570"/>
                </a:cubicBezTo>
                <a:lnTo>
                  <a:pt x="48125" y="169987"/>
                </a:lnTo>
                <a:close/>
                <a:moveTo>
                  <a:pt x="42776" y="191832"/>
                </a:moveTo>
                <a:cubicBezTo>
                  <a:pt x="40645" y="191832"/>
                  <a:pt x="38624" y="191036"/>
                  <a:pt x="36713" y="189445"/>
                </a:cubicBezTo>
                <a:cubicBezTo>
                  <a:pt x="34802" y="187854"/>
                  <a:pt x="33851" y="185605"/>
                  <a:pt x="33851" y="182715"/>
                </a:cubicBezTo>
                <a:lnTo>
                  <a:pt x="33851" y="49570"/>
                </a:lnTo>
                <a:cubicBezTo>
                  <a:pt x="33851" y="44641"/>
                  <a:pt x="35643" y="40389"/>
                  <a:pt x="39228" y="36805"/>
                </a:cubicBezTo>
                <a:cubicBezTo>
                  <a:pt x="42812" y="33220"/>
                  <a:pt x="47064" y="31437"/>
                  <a:pt x="51993" y="31437"/>
                </a:cubicBezTo>
                <a:lnTo>
                  <a:pt x="194630" y="31437"/>
                </a:lnTo>
                <a:cubicBezTo>
                  <a:pt x="199559" y="31437"/>
                  <a:pt x="203811" y="33220"/>
                  <a:pt x="207395" y="36805"/>
                </a:cubicBezTo>
                <a:cubicBezTo>
                  <a:pt x="210980" y="40389"/>
                  <a:pt x="212763" y="44641"/>
                  <a:pt x="212763" y="49570"/>
                </a:cubicBezTo>
                <a:lnTo>
                  <a:pt x="212763" y="141951"/>
                </a:lnTo>
                <a:cubicBezTo>
                  <a:pt x="212763" y="146871"/>
                  <a:pt x="210980" y="151132"/>
                  <a:pt x="207395" y="154707"/>
                </a:cubicBezTo>
                <a:cubicBezTo>
                  <a:pt x="203811" y="158292"/>
                  <a:pt x="199559" y="160084"/>
                  <a:pt x="194630" y="160084"/>
                </a:cubicBezTo>
                <a:lnTo>
                  <a:pt x="78328" y="160084"/>
                </a:lnTo>
                <a:lnTo>
                  <a:pt x="49259" y="189162"/>
                </a:lnTo>
                <a:cubicBezTo>
                  <a:pt x="48289" y="190122"/>
                  <a:pt x="47256" y="190817"/>
                  <a:pt x="46141" y="191238"/>
                </a:cubicBezTo>
                <a:cubicBezTo>
                  <a:pt x="45034" y="191658"/>
                  <a:pt x="43900" y="191869"/>
                  <a:pt x="42748" y="191869"/>
                </a:cubicBezTo>
                <a:close/>
                <a:moveTo>
                  <a:pt x="48125" y="141915"/>
                </a:moveTo>
                <a:lnTo>
                  <a:pt x="48125" y="45702"/>
                </a:lnTo>
                <a:lnTo>
                  <a:pt x="48125" y="141915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19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161" y="158008"/>
                </a:moveTo>
                <a:lnTo>
                  <a:pt x="235275" y="158008"/>
                </a:lnTo>
                <a:cubicBezTo>
                  <a:pt x="233236" y="158008"/>
                  <a:pt x="231544" y="157323"/>
                  <a:pt x="230182" y="155933"/>
                </a:cubicBezTo>
                <a:cubicBezTo>
                  <a:pt x="228819" y="154552"/>
                  <a:pt x="228134" y="152842"/>
                  <a:pt x="228134" y="150812"/>
                </a:cubicBezTo>
                <a:cubicBezTo>
                  <a:pt x="228134" y="148782"/>
                  <a:pt x="228819" y="147090"/>
                  <a:pt x="230182" y="145755"/>
                </a:cubicBezTo>
                <a:cubicBezTo>
                  <a:pt x="231544" y="144411"/>
                  <a:pt x="233236" y="143744"/>
                  <a:pt x="235275" y="143744"/>
                </a:cubicBezTo>
                <a:lnTo>
                  <a:pt x="264161" y="143744"/>
                </a:lnTo>
                <a:cubicBezTo>
                  <a:pt x="266191" y="143744"/>
                  <a:pt x="267892" y="144429"/>
                  <a:pt x="269254" y="145819"/>
                </a:cubicBezTo>
                <a:cubicBezTo>
                  <a:pt x="270617" y="147200"/>
                  <a:pt x="271293" y="148910"/>
                  <a:pt x="271293" y="150940"/>
                </a:cubicBezTo>
                <a:cubicBezTo>
                  <a:pt x="271293" y="152970"/>
                  <a:pt x="270617" y="154662"/>
                  <a:pt x="269254" y="155997"/>
                </a:cubicBezTo>
                <a:cubicBezTo>
                  <a:pt x="267892" y="157341"/>
                  <a:pt x="266191" y="158008"/>
                  <a:pt x="264161" y="158008"/>
                </a:cubicBezTo>
                <a:close/>
                <a:moveTo>
                  <a:pt x="212543" y="213330"/>
                </a:moveTo>
                <a:cubicBezTo>
                  <a:pt x="213823" y="211802"/>
                  <a:pt x="215396" y="210870"/>
                  <a:pt x="217261" y="210531"/>
                </a:cubicBezTo>
                <a:cubicBezTo>
                  <a:pt x="219127" y="210202"/>
                  <a:pt x="220910" y="210669"/>
                  <a:pt x="222602" y="211949"/>
                </a:cubicBezTo>
                <a:lnTo>
                  <a:pt x="245800" y="229268"/>
                </a:lnTo>
                <a:cubicBezTo>
                  <a:pt x="247418" y="230548"/>
                  <a:pt x="248388" y="232120"/>
                  <a:pt x="248726" y="233986"/>
                </a:cubicBezTo>
                <a:cubicBezTo>
                  <a:pt x="249064" y="235851"/>
                  <a:pt x="248589" y="237589"/>
                  <a:pt x="247309" y="239198"/>
                </a:cubicBezTo>
                <a:cubicBezTo>
                  <a:pt x="246028" y="240816"/>
                  <a:pt x="244437" y="241786"/>
                  <a:pt x="242535" y="242124"/>
                </a:cubicBezTo>
                <a:cubicBezTo>
                  <a:pt x="240624" y="242462"/>
                  <a:pt x="238869" y="241987"/>
                  <a:pt x="237250" y="240707"/>
                </a:cubicBezTo>
                <a:lnTo>
                  <a:pt x="213933" y="223388"/>
                </a:lnTo>
                <a:cubicBezTo>
                  <a:pt x="212397" y="222117"/>
                  <a:pt x="211464" y="220544"/>
                  <a:pt x="211135" y="218679"/>
                </a:cubicBezTo>
                <a:cubicBezTo>
                  <a:pt x="210797" y="216813"/>
                  <a:pt x="211272" y="215030"/>
                  <a:pt x="212543" y="213330"/>
                </a:cubicBezTo>
                <a:close/>
                <a:moveTo>
                  <a:pt x="245297" y="72009"/>
                </a:moveTo>
                <a:lnTo>
                  <a:pt x="222821" y="89145"/>
                </a:lnTo>
                <a:cubicBezTo>
                  <a:pt x="221148" y="90425"/>
                  <a:pt x="219365" y="90891"/>
                  <a:pt x="217481" y="90553"/>
                </a:cubicBezTo>
                <a:cubicBezTo>
                  <a:pt x="215616" y="90224"/>
                  <a:pt x="214043" y="89245"/>
                  <a:pt x="212763" y="87636"/>
                </a:cubicBezTo>
                <a:cubicBezTo>
                  <a:pt x="211492" y="86100"/>
                  <a:pt x="211016" y="84390"/>
                  <a:pt x="211354" y="82479"/>
                </a:cubicBezTo>
                <a:cubicBezTo>
                  <a:pt x="211684" y="80568"/>
                  <a:pt x="212616" y="78977"/>
                  <a:pt x="214152" y="77697"/>
                </a:cubicBezTo>
                <a:lnTo>
                  <a:pt x="236747" y="60570"/>
                </a:lnTo>
                <a:cubicBezTo>
                  <a:pt x="238366" y="59290"/>
                  <a:pt x="240121" y="58823"/>
                  <a:pt x="242033" y="59153"/>
                </a:cubicBezTo>
                <a:cubicBezTo>
                  <a:pt x="243934" y="59491"/>
                  <a:pt x="245526" y="60469"/>
                  <a:pt x="246806" y="62079"/>
                </a:cubicBezTo>
                <a:cubicBezTo>
                  <a:pt x="248086" y="63606"/>
                  <a:pt x="248561" y="65325"/>
                  <a:pt x="248223" y="67236"/>
                </a:cubicBezTo>
                <a:cubicBezTo>
                  <a:pt x="247885" y="69138"/>
                  <a:pt x="246915" y="70738"/>
                  <a:pt x="245297" y="72009"/>
                </a:cubicBezTo>
                <a:close/>
                <a:moveTo>
                  <a:pt x="68306" y="183282"/>
                </a:moveTo>
                <a:lnTo>
                  <a:pt x="48591" y="183282"/>
                </a:lnTo>
                <a:cubicBezTo>
                  <a:pt x="43653" y="183282"/>
                  <a:pt x="39392" y="181490"/>
                  <a:pt x="35835" y="177906"/>
                </a:cubicBezTo>
                <a:cubicBezTo>
                  <a:pt x="32251" y="174321"/>
                  <a:pt x="30459" y="170069"/>
                  <a:pt x="30459" y="165150"/>
                </a:cubicBezTo>
                <a:lnTo>
                  <a:pt x="30459" y="136602"/>
                </a:lnTo>
                <a:cubicBezTo>
                  <a:pt x="30459" y="131664"/>
                  <a:pt x="32251" y="127403"/>
                  <a:pt x="35835" y="123846"/>
                </a:cubicBezTo>
                <a:cubicBezTo>
                  <a:pt x="39420" y="120262"/>
                  <a:pt x="43672" y="118470"/>
                  <a:pt x="48591" y="118470"/>
                </a:cubicBezTo>
                <a:lnTo>
                  <a:pt x="101782" y="118470"/>
                </a:lnTo>
                <a:lnTo>
                  <a:pt x="144594" y="93013"/>
                </a:lnTo>
                <a:cubicBezTo>
                  <a:pt x="147566" y="91202"/>
                  <a:pt x="150565" y="91175"/>
                  <a:pt x="153583" y="92912"/>
                </a:cubicBezTo>
                <a:cubicBezTo>
                  <a:pt x="156600" y="94677"/>
                  <a:pt x="158109" y="97301"/>
                  <a:pt x="158109" y="100803"/>
                </a:cubicBezTo>
                <a:lnTo>
                  <a:pt x="158109" y="200949"/>
                </a:lnTo>
                <a:cubicBezTo>
                  <a:pt x="158109" y="204451"/>
                  <a:pt x="156600" y="207075"/>
                  <a:pt x="153583" y="208840"/>
                </a:cubicBezTo>
                <a:cubicBezTo>
                  <a:pt x="150565" y="210595"/>
                  <a:pt x="147566" y="210568"/>
                  <a:pt x="144594" y="208739"/>
                </a:cubicBezTo>
                <a:lnTo>
                  <a:pt x="101782" y="183255"/>
                </a:lnTo>
                <a:lnTo>
                  <a:pt x="82543" y="183255"/>
                </a:lnTo>
                <a:lnTo>
                  <a:pt x="82543" y="225217"/>
                </a:lnTo>
                <a:cubicBezTo>
                  <a:pt x="82543" y="227247"/>
                  <a:pt x="81848" y="228947"/>
                  <a:pt x="80467" y="230310"/>
                </a:cubicBezTo>
                <a:cubicBezTo>
                  <a:pt x="79086" y="231672"/>
                  <a:pt x="77377" y="232349"/>
                  <a:pt x="75347" y="232349"/>
                </a:cubicBezTo>
                <a:cubicBezTo>
                  <a:pt x="73307" y="232349"/>
                  <a:pt x="71625" y="231672"/>
                  <a:pt x="70281" y="230310"/>
                </a:cubicBezTo>
                <a:cubicBezTo>
                  <a:pt x="68946" y="228947"/>
                  <a:pt x="68269" y="227247"/>
                  <a:pt x="68269" y="225217"/>
                </a:cubicBezTo>
                <a:lnTo>
                  <a:pt x="68269" y="183255"/>
                </a:lnTo>
                <a:close/>
                <a:moveTo>
                  <a:pt x="143863" y="191677"/>
                </a:moveTo>
                <a:lnTo>
                  <a:pt x="143863" y="110112"/>
                </a:lnTo>
                <a:lnTo>
                  <a:pt x="105613" y="132743"/>
                </a:lnTo>
                <a:lnTo>
                  <a:pt x="48591" y="132743"/>
                </a:lnTo>
                <a:cubicBezTo>
                  <a:pt x="47631" y="132743"/>
                  <a:pt x="46744" y="133137"/>
                  <a:pt x="45921" y="133932"/>
                </a:cubicBezTo>
                <a:cubicBezTo>
                  <a:pt x="45126" y="134755"/>
                  <a:pt x="44732" y="135642"/>
                  <a:pt x="44732" y="136602"/>
                </a:cubicBezTo>
                <a:lnTo>
                  <a:pt x="44732" y="165150"/>
                </a:lnTo>
                <a:cubicBezTo>
                  <a:pt x="44732" y="166110"/>
                  <a:pt x="45126" y="166997"/>
                  <a:pt x="45921" y="167820"/>
                </a:cubicBezTo>
                <a:cubicBezTo>
                  <a:pt x="46744" y="168615"/>
                  <a:pt x="47631" y="169009"/>
                  <a:pt x="48591" y="169009"/>
                </a:cubicBezTo>
                <a:lnTo>
                  <a:pt x="105613" y="169009"/>
                </a:lnTo>
                <a:lnTo>
                  <a:pt x="143863" y="191677"/>
                </a:lnTo>
                <a:close/>
                <a:moveTo>
                  <a:pt x="175547" y="190104"/>
                </a:moveTo>
                <a:lnTo>
                  <a:pt x="175547" y="111676"/>
                </a:lnTo>
                <a:cubicBezTo>
                  <a:pt x="180475" y="116147"/>
                  <a:pt x="184444" y="121771"/>
                  <a:pt x="187461" y="128555"/>
                </a:cubicBezTo>
                <a:cubicBezTo>
                  <a:pt x="190479" y="135349"/>
                  <a:pt x="191987" y="142802"/>
                  <a:pt x="191987" y="150903"/>
                </a:cubicBezTo>
                <a:cubicBezTo>
                  <a:pt x="191987" y="159014"/>
                  <a:pt x="190479" y="166467"/>
                  <a:pt x="187461" y="173261"/>
                </a:cubicBezTo>
                <a:cubicBezTo>
                  <a:pt x="184444" y="180045"/>
                  <a:pt x="180475" y="185669"/>
                  <a:pt x="175547" y="190131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1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724" y="257751"/>
                </a:moveTo>
                <a:cubicBezTo>
                  <a:pt x="221431" y="257751"/>
                  <a:pt x="198443" y="252118"/>
                  <a:pt x="174769" y="240871"/>
                </a:cubicBezTo>
                <a:cubicBezTo>
                  <a:pt x="151086" y="229615"/>
                  <a:pt x="129004" y="213723"/>
                  <a:pt x="108503" y="193185"/>
                </a:cubicBezTo>
                <a:cubicBezTo>
                  <a:pt x="88011" y="172648"/>
                  <a:pt x="72137" y="150565"/>
                  <a:pt x="60881" y="126928"/>
                </a:cubicBezTo>
                <a:cubicBezTo>
                  <a:pt x="49634" y="103291"/>
                  <a:pt x="44010" y="80321"/>
                  <a:pt x="44010" y="58028"/>
                </a:cubicBezTo>
                <a:cubicBezTo>
                  <a:pt x="44010" y="54023"/>
                  <a:pt x="45327" y="50676"/>
                  <a:pt x="47969" y="47997"/>
                </a:cubicBezTo>
                <a:cubicBezTo>
                  <a:pt x="50603" y="45318"/>
                  <a:pt x="53913" y="43983"/>
                  <a:pt x="57900" y="44010"/>
                </a:cubicBezTo>
                <a:lnTo>
                  <a:pt x="93763" y="44010"/>
                </a:lnTo>
                <a:cubicBezTo>
                  <a:pt x="97036" y="44010"/>
                  <a:pt x="99798" y="45071"/>
                  <a:pt x="102065" y="47210"/>
                </a:cubicBezTo>
                <a:cubicBezTo>
                  <a:pt x="104324" y="49350"/>
                  <a:pt x="105915" y="52112"/>
                  <a:pt x="106838" y="55513"/>
                </a:cubicBezTo>
                <a:lnTo>
                  <a:pt x="114355" y="89209"/>
                </a:lnTo>
                <a:cubicBezTo>
                  <a:pt x="114794" y="92373"/>
                  <a:pt x="114684" y="95216"/>
                  <a:pt x="114035" y="97759"/>
                </a:cubicBezTo>
                <a:cubicBezTo>
                  <a:pt x="113386" y="100291"/>
                  <a:pt x="112160" y="102422"/>
                  <a:pt x="110359" y="104132"/>
                </a:cubicBezTo>
                <a:lnTo>
                  <a:pt x="80687" y="133027"/>
                </a:lnTo>
                <a:cubicBezTo>
                  <a:pt x="86301" y="142637"/>
                  <a:pt x="92226" y="151553"/>
                  <a:pt x="98444" y="159773"/>
                </a:cubicBezTo>
                <a:cubicBezTo>
                  <a:pt x="104671" y="167984"/>
                  <a:pt x="111420" y="175684"/>
                  <a:pt x="118689" y="182871"/>
                </a:cubicBezTo>
                <a:cubicBezTo>
                  <a:pt x="126526" y="190918"/>
                  <a:pt x="134856" y="198269"/>
                  <a:pt x="143680" y="204908"/>
                </a:cubicBezTo>
                <a:cubicBezTo>
                  <a:pt x="152522" y="211556"/>
                  <a:pt x="161968" y="217591"/>
                  <a:pt x="172026" y="223013"/>
                </a:cubicBezTo>
                <a:lnTo>
                  <a:pt x="200574" y="193652"/>
                </a:lnTo>
                <a:cubicBezTo>
                  <a:pt x="202668" y="191347"/>
                  <a:pt x="205018" y="189802"/>
                  <a:pt x="207615" y="189006"/>
                </a:cubicBezTo>
                <a:cubicBezTo>
                  <a:pt x="210211" y="188211"/>
                  <a:pt x="212909" y="188019"/>
                  <a:pt x="215725" y="188440"/>
                </a:cubicBezTo>
                <a:lnTo>
                  <a:pt x="246239" y="195160"/>
                </a:lnTo>
                <a:cubicBezTo>
                  <a:pt x="249613" y="195919"/>
                  <a:pt x="252384" y="197629"/>
                  <a:pt x="254542" y="200290"/>
                </a:cubicBezTo>
                <a:cubicBezTo>
                  <a:pt x="256681" y="202933"/>
                  <a:pt x="257751" y="205923"/>
                  <a:pt x="257751" y="209279"/>
                </a:cubicBezTo>
                <a:lnTo>
                  <a:pt x="257751" y="243852"/>
                </a:lnTo>
                <a:cubicBezTo>
                  <a:pt x="257751" y="247812"/>
                  <a:pt x="256407" y="251122"/>
                  <a:pt x="253728" y="253783"/>
                </a:cubicBezTo>
                <a:cubicBezTo>
                  <a:pt x="251039" y="256443"/>
                  <a:pt x="247711" y="257769"/>
                  <a:pt x="243724" y="257751"/>
                </a:cubicBezTo>
                <a:close/>
                <a:moveTo>
                  <a:pt x="73554" y="120070"/>
                </a:moveTo>
                <a:lnTo>
                  <a:pt x="99487" y="94896"/>
                </a:lnTo>
                <a:cubicBezTo>
                  <a:pt x="99798" y="94576"/>
                  <a:pt x="100017" y="94137"/>
                  <a:pt x="100145" y="93571"/>
                </a:cubicBezTo>
                <a:cubicBezTo>
                  <a:pt x="100273" y="93013"/>
                  <a:pt x="100291" y="92482"/>
                  <a:pt x="100209" y="92007"/>
                </a:cubicBezTo>
                <a:lnTo>
                  <a:pt x="93351" y="60195"/>
                </a:lnTo>
                <a:cubicBezTo>
                  <a:pt x="93269" y="59546"/>
                  <a:pt x="93013" y="59061"/>
                  <a:pt x="92565" y="58750"/>
                </a:cubicBezTo>
                <a:cubicBezTo>
                  <a:pt x="92126" y="58430"/>
                  <a:pt x="91586" y="58275"/>
                  <a:pt x="90937" y="58275"/>
                </a:cubicBezTo>
                <a:lnTo>
                  <a:pt x="59975" y="58275"/>
                </a:lnTo>
                <a:cubicBezTo>
                  <a:pt x="59491" y="58275"/>
                  <a:pt x="59079" y="58430"/>
                  <a:pt x="58750" y="58750"/>
                </a:cubicBezTo>
                <a:cubicBezTo>
                  <a:pt x="58430" y="59061"/>
                  <a:pt x="58275" y="59473"/>
                  <a:pt x="58275" y="59975"/>
                </a:cubicBezTo>
                <a:cubicBezTo>
                  <a:pt x="58439" y="68690"/>
                  <a:pt x="59793" y="77980"/>
                  <a:pt x="62335" y="87856"/>
                </a:cubicBezTo>
                <a:cubicBezTo>
                  <a:pt x="64868" y="97704"/>
                  <a:pt x="68607" y="108439"/>
                  <a:pt x="73554" y="120070"/>
                </a:cubicBezTo>
                <a:close/>
                <a:moveTo>
                  <a:pt x="185550" y="229807"/>
                </a:moveTo>
                <a:cubicBezTo>
                  <a:pt x="194136" y="234032"/>
                  <a:pt x="203545" y="237323"/>
                  <a:pt x="213768" y="239673"/>
                </a:cubicBezTo>
                <a:cubicBezTo>
                  <a:pt x="224001" y="242023"/>
                  <a:pt x="233346" y="243331"/>
                  <a:pt x="241813" y="243605"/>
                </a:cubicBezTo>
                <a:cubicBezTo>
                  <a:pt x="242289" y="243605"/>
                  <a:pt x="242700" y="243441"/>
                  <a:pt x="243038" y="243130"/>
                </a:cubicBezTo>
                <a:cubicBezTo>
                  <a:pt x="243349" y="242819"/>
                  <a:pt x="243505" y="242407"/>
                  <a:pt x="243505" y="241905"/>
                </a:cubicBezTo>
                <a:lnTo>
                  <a:pt x="243505" y="211034"/>
                </a:lnTo>
                <a:cubicBezTo>
                  <a:pt x="243505" y="210385"/>
                  <a:pt x="243349" y="209846"/>
                  <a:pt x="243038" y="209407"/>
                </a:cubicBezTo>
                <a:cubicBezTo>
                  <a:pt x="242718" y="208968"/>
                  <a:pt x="242243" y="208703"/>
                  <a:pt x="241594" y="208620"/>
                </a:cubicBezTo>
                <a:lnTo>
                  <a:pt x="213083" y="202741"/>
                </a:lnTo>
                <a:cubicBezTo>
                  <a:pt x="212598" y="202658"/>
                  <a:pt x="212177" y="202677"/>
                  <a:pt x="211821" y="202805"/>
                </a:cubicBezTo>
                <a:cubicBezTo>
                  <a:pt x="211464" y="202933"/>
                  <a:pt x="211089" y="203152"/>
                  <a:pt x="210696" y="203463"/>
                </a:cubicBezTo>
                <a:lnTo>
                  <a:pt x="185605" y="229807"/>
                </a:lnTo>
                <a:close/>
                <a:moveTo>
                  <a:pt x="73554" y="120070"/>
                </a:moveTo>
                <a:close/>
                <a:moveTo>
                  <a:pt x="185550" y="229807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3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587" y="245178"/>
                </a:moveTo>
                <a:cubicBezTo>
                  <a:pt x="47659" y="245178"/>
                  <a:pt x="43407" y="243386"/>
                  <a:pt x="39822" y="239801"/>
                </a:cubicBezTo>
                <a:cubicBezTo>
                  <a:pt x="36238" y="236217"/>
                  <a:pt x="34455" y="231965"/>
                  <a:pt x="34455" y="227036"/>
                </a:cubicBezTo>
                <a:lnTo>
                  <a:pt x="34455" y="74716"/>
                </a:lnTo>
                <a:cubicBezTo>
                  <a:pt x="34455" y="69787"/>
                  <a:pt x="36238" y="65535"/>
                  <a:pt x="39822" y="61951"/>
                </a:cubicBezTo>
                <a:cubicBezTo>
                  <a:pt x="43407" y="58366"/>
                  <a:pt x="47659" y="56583"/>
                  <a:pt x="52587" y="56583"/>
                </a:cubicBezTo>
                <a:lnTo>
                  <a:pt x="204908" y="56583"/>
                </a:lnTo>
                <a:cubicBezTo>
                  <a:pt x="209837" y="56583"/>
                  <a:pt x="214088" y="58366"/>
                  <a:pt x="217673" y="61951"/>
                </a:cubicBezTo>
                <a:cubicBezTo>
                  <a:pt x="221257" y="65535"/>
                  <a:pt x="223050" y="69787"/>
                  <a:pt x="223050" y="74716"/>
                </a:cubicBezTo>
                <a:lnTo>
                  <a:pt x="223050" y="140251"/>
                </a:lnTo>
                <a:lnTo>
                  <a:pt x="259351" y="103949"/>
                </a:lnTo>
                <a:cubicBezTo>
                  <a:pt x="260732" y="102568"/>
                  <a:pt x="262396" y="102221"/>
                  <a:pt x="264344" y="102907"/>
                </a:cubicBezTo>
                <a:cubicBezTo>
                  <a:pt x="266301" y="103620"/>
                  <a:pt x="267270" y="104973"/>
                  <a:pt x="267270" y="106967"/>
                </a:cubicBezTo>
                <a:lnTo>
                  <a:pt x="267270" y="194822"/>
                </a:lnTo>
                <a:cubicBezTo>
                  <a:pt x="267270" y="196806"/>
                  <a:pt x="266301" y="198160"/>
                  <a:pt x="264344" y="198873"/>
                </a:cubicBezTo>
                <a:cubicBezTo>
                  <a:pt x="262396" y="199586"/>
                  <a:pt x="260732" y="199239"/>
                  <a:pt x="259351" y="197840"/>
                </a:cubicBezTo>
                <a:lnTo>
                  <a:pt x="223050" y="161410"/>
                </a:lnTo>
                <a:lnTo>
                  <a:pt x="223050" y="227036"/>
                </a:lnTo>
                <a:cubicBezTo>
                  <a:pt x="223050" y="231965"/>
                  <a:pt x="221257" y="236217"/>
                  <a:pt x="217673" y="239801"/>
                </a:cubicBezTo>
                <a:cubicBezTo>
                  <a:pt x="214088" y="243386"/>
                  <a:pt x="209837" y="245178"/>
                  <a:pt x="204908" y="245178"/>
                </a:cubicBezTo>
                <a:lnTo>
                  <a:pt x="52587" y="245178"/>
                </a:lnTo>
                <a:close/>
                <a:moveTo>
                  <a:pt x="52587" y="230904"/>
                </a:moveTo>
                <a:lnTo>
                  <a:pt x="204908" y="230904"/>
                </a:lnTo>
                <a:cubicBezTo>
                  <a:pt x="206042" y="230904"/>
                  <a:pt x="206965" y="230539"/>
                  <a:pt x="207679" y="229807"/>
                </a:cubicBezTo>
                <a:cubicBezTo>
                  <a:pt x="208383" y="229066"/>
                  <a:pt x="208758" y="228152"/>
                  <a:pt x="208776" y="227036"/>
                </a:cubicBezTo>
                <a:lnTo>
                  <a:pt x="208776" y="74716"/>
                </a:lnTo>
                <a:cubicBezTo>
                  <a:pt x="208776" y="73582"/>
                  <a:pt x="208410" y="72658"/>
                  <a:pt x="207679" y="71945"/>
                </a:cubicBezTo>
                <a:cubicBezTo>
                  <a:pt x="206938" y="71241"/>
                  <a:pt x="206023" y="70866"/>
                  <a:pt x="204908" y="70848"/>
                </a:cubicBezTo>
                <a:lnTo>
                  <a:pt x="52587" y="70848"/>
                </a:lnTo>
                <a:cubicBezTo>
                  <a:pt x="51453" y="70848"/>
                  <a:pt x="50530" y="71213"/>
                  <a:pt x="49817" y="71945"/>
                </a:cubicBezTo>
                <a:cubicBezTo>
                  <a:pt x="49112" y="72686"/>
                  <a:pt x="48738" y="73600"/>
                  <a:pt x="48719" y="74716"/>
                </a:cubicBezTo>
                <a:lnTo>
                  <a:pt x="48719" y="227036"/>
                </a:lnTo>
                <a:cubicBezTo>
                  <a:pt x="48719" y="228170"/>
                  <a:pt x="49085" y="229094"/>
                  <a:pt x="49817" y="229807"/>
                </a:cubicBezTo>
                <a:cubicBezTo>
                  <a:pt x="50557" y="230511"/>
                  <a:pt x="51472" y="230886"/>
                  <a:pt x="52587" y="230904"/>
                </a:cubicBezTo>
                <a:close/>
                <a:moveTo>
                  <a:pt x="48719" y="230904"/>
                </a:moveTo>
                <a:lnTo>
                  <a:pt x="48719" y="70848"/>
                </a:lnTo>
                <a:lnTo>
                  <a:pt x="48719" y="230904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5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37608" y="255611"/>
                </a:moveTo>
                <a:lnTo>
                  <a:pt x="137608" y="230209"/>
                </a:lnTo>
                <a:cubicBezTo>
                  <a:pt x="130339" y="230209"/>
                  <a:pt x="124212" y="227576"/>
                  <a:pt x="119219" y="222291"/>
                </a:cubicBezTo>
                <a:cubicBezTo>
                  <a:pt x="114236" y="217015"/>
                  <a:pt x="111740" y="210742"/>
                  <a:pt x="111740" y="203491"/>
                </a:cubicBezTo>
                <a:lnTo>
                  <a:pt x="111740" y="190012"/>
                </a:lnTo>
                <a:lnTo>
                  <a:pt x="48408" y="126644"/>
                </a:lnTo>
                <a:cubicBezTo>
                  <a:pt x="47531" y="130668"/>
                  <a:pt x="46854" y="134691"/>
                  <a:pt x="46397" y="138714"/>
                </a:cubicBezTo>
                <a:cubicBezTo>
                  <a:pt x="45930" y="142710"/>
                  <a:pt x="45702" y="146779"/>
                  <a:pt x="45702" y="150903"/>
                </a:cubicBezTo>
                <a:cubicBezTo>
                  <a:pt x="45702" y="177650"/>
                  <a:pt x="54416" y="201003"/>
                  <a:pt x="71854" y="220974"/>
                </a:cubicBezTo>
                <a:cubicBezTo>
                  <a:pt x="89291" y="240944"/>
                  <a:pt x="111209" y="252493"/>
                  <a:pt x="137608" y="255639"/>
                </a:cubicBezTo>
                <a:close/>
                <a:moveTo>
                  <a:pt x="228582" y="222135"/>
                </a:moveTo>
                <a:cubicBezTo>
                  <a:pt x="237570" y="212305"/>
                  <a:pt x="244401" y="201269"/>
                  <a:pt x="249073" y="189034"/>
                </a:cubicBezTo>
                <a:cubicBezTo>
                  <a:pt x="253746" y="176781"/>
                  <a:pt x="256078" y="164034"/>
                  <a:pt x="256078" y="150812"/>
                </a:cubicBezTo>
                <a:cubicBezTo>
                  <a:pt x="256078" y="129040"/>
                  <a:pt x="250125" y="109207"/>
                  <a:pt x="238229" y="91312"/>
                </a:cubicBezTo>
                <a:cubicBezTo>
                  <a:pt x="226305" y="73435"/>
                  <a:pt x="210303" y="60424"/>
                  <a:pt x="190232" y="52276"/>
                </a:cubicBezTo>
                <a:lnTo>
                  <a:pt x="190232" y="58083"/>
                </a:lnTo>
                <a:cubicBezTo>
                  <a:pt x="190232" y="65316"/>
                  <a:pt x="187735" y="71570"/>
                  <a:pt x="182752" y="76855"/>
                </a:cubicBezTo>
                <a:cubicBezTo>
                  <a:pt x="177759" y="82131"/>
                  <a:pt x="171633" y="84774"/>
                  <a:pt x="164363" y="84774"/>
                </a:cubicBezTo>
                <a:lnTo>
                  <a:pt x="137608" y="84774"/>
                </a:lnTo>
                <a:lnTo>
                  <a:pt x="137608" y="111520"/>
                </a:lnTo>
                <a:cubicBezTo>
                  <a:pt x="137608" y="115123"/>
                  <a:pt x="136264" y="118095"/>
                  <a:pt x="133557" y="120417"/>
                </a:cubicBezTo>
                <a:cubicBezTo>
                  <a:pt x="130851" y="122740"/>
                  <a:pt x="127733" y="123910"/>
                  <a:pt x="124194" y="123910"/>
                </a:cubicBezTo>
                <a:lnTo>
                  <a:pt x="98289" y="123910"/>
                </a:lnTo>
                <a:lnTo>
                  <a:pt x="98289" y="150876"/>
                </a:lnTo>
                <a:lnTo>
                  <a:pt x="177814" y="150876"/>
                </a:lnTo>
                <a:cubicBezTo>
                  <a:pt x="181417" y="150876"/>
                  <a:pt x="184380" y="152193"/>
                  <a:pt x="186711" y="154835"/>
                </a:cubicBezTo>
                <a:cubicBezTo>
                  <a:pt x="189034" y="157478"/>
                  <a:pt x="190195" y="160578"/>
                  <a:pt x="190195" y="164144"/>
                </a:cubicBezTo>
                <a:lnTo>
                  <a:pt x="190195" y="203463"/>
                </a:lnTo>
                <a:lnTo>
                  <a:pt x="203436" y="203463"/>
                </a:lnTo>
                <a:cubicBezTo>
                  <a:pt x="209379" y="203463"/>
                  <a:pt x="214646" y="205201"/>
                  <a:pt x="219209" y="208684"/>
                </a:cubicBezTo>
                <a:cubicBezTo>
                  <a:pt x="223781" y="212159"/>
                  <a:pt x="226899" y="216658"/>
                  <a:pt x="228582" y="22216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7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524"/>
                </a:moveTo>
                <a:cubicBezTo>
                  <a:pt x="177128" y="228097"/>
                  <a:pt x="197135" y="205758"/>
                  <a:pt x="210879" y="184508"/>
                </a:cubicBezTo>
                <a:cubicBezTo>
                  <a:pt x="224632" y="163257"/>
                  <a:pt x="231499" y="144695"/>
                  <a:pt x="231499" y="128812"/>
                </a:cubicBezTo>
                <a:cubicBezTo>
                  <a:pt x="231499" y="104479"/>
                  <a:pt x="223772" y="84518"/>
                  <a:pt x="208300" y="68927"/>
                </a:cubicBezTo>
                <a:cubicBezTo>
                  <a:pt x="192856" y="53364"/>
                  <a:pt x="173718" y="45574"/>
                  <a:pt x="150876" y="45574"/>
                </a:cubicBezTo>
                <a:cubicBezTo>
                  <a:pt x="128034" y="45574"/>
                  <a:pt x="108887" y="53374"/>
                  <a:pt x="93415" y="68964"/>
                </a:cubicBezTo>
                <a:cubicBezTo>
                  <a:pt x="77953" y="84555"/>
                  <a:pt x="70217" y="104516"/>
                  <a:pt x="70217" y="128839"/>
                </a:cubicBezTo>
                <a:cubicBezTo>
                  <a:pt x="70217" y="144722"/>
                  <a:pt x="77212" y="163294"/>
                  <a:pt x="91184" y="184544"/>
                </a:cubicBezTo>
                <a:cubicBezTo>
                  <a:pt x="105183" y="205786"/>
                  <a:pt x="125081" y="228115"/>
                  <a:pt x="150876" y="251524"/>
                </a:cubicBezTo>
                <a:close/>
                <a:moveTo>
                  <a:pt x="145033" y="263942"/>
                </a:moveTo>
                <a:cubicBezTo>
                  <a:pt x="143104" y="263329"/>
                  <a:pt x="141385" y="262305"/>
                  <a:pt x="139876" y="260860"/>
                </a:cubicBezTo>
                <a:cubicBezTo>
                  <a:pt x="132122" y="253773"/>
                  <a:pt x="123389" y="245306"/>
                  <a:pt x="113687" y="235458"/>
                </a:cubicBezTo>
                <a:cubicBezTo>
                  <a:pt x="103986" y="225610"/>
                  <a:pt x="94851" y="214893"/>
                  <a:pt x="86283" y="203308"/>
                </a:cubicBezTo>
                <a:cubicBezTo>
                  <a:pt x="77715" y="191713"/>
                  <a:pt x="70509" y="179570"/>
                  <a:pt x="64685" y="166878"/>
                </a:cubicBezTo>
                <a:cubicBezTo>
                  <a:pt x="58860" y="154159"/>
                  <a:pt x="55952" y="141467"/>
                  <a:pt x="55952" y="128812"/>
                </a:cubicBezTo>
                <a:cubicBezTo>
                  <a:pt x="55952" y="99788"/>
                  <a:pt x="65334" y="76298"/>
                  <a:pt x="84116" y="58339"/>
                </a:cubicBezTo>
                <a:cubicBezTo>
                  <a:pt x="102888" y="40398"/>
                  <a:pt x="125145" y="31437"/>
                  <a:pt x="150876" y="31437"/>
                </a:cubicBezTo>
                <a:cubicBezTo>
                  <a:pt x="176607" y="31437"/>
                  <a:pt x="198855" y="40407"/>
                  <a:pt x="217609" y="58366"/>
                </a:cubicBezTo>
                <a:cubicBezTo>
                  <a:pt x="236382" y="76325"/>
                  <a:pt x="245772" y="99816"/>
                  <a:pt x="245772" y="128839"/>
                </a:cubicBezTo>
                <a:cubicBezTo>
                  <a:pt x="245772" y="141522"/>
                  <a:pt x="242855" y="154204"/>
                  <a:pt x="237031" y="166905"/>
                </a:cubicBezTo>
                <a:cubicBezTo>
                  <a:pt x="231206" y="179606"/>
                  <a:pt x="224028" y="191731"/>
                  <a:pt x="215506" y="203271"/>
                </a:cubicBezTo>
                <a:cubicBezTo>
                  <a:pt x="206993" y="214820"/>
                  <a:pt x="197876" y="225518"/>
                  <a:pt x="188156" y="235367"/>
                </a:cubicBezTo>
                <a:cubicBezTo>
                  <a:pt x="178454" y="245215"/>
                  <a:pt x="169722" y="253682"/>
                  <a:pt x="161968" y="260769"/>
                </a:cubicBezTo>
                <a:cubicBezTo>
                  <a:pt x="160459" y="262186"/>
                  <a:pt x="158722" y="263237"/>
                  <a:pt x="156756" y="263905"/>
                </a:cubicBezTo>
                <a:cubicBezTo>
                  <a:pt x="154808" y="264554"/>
                  <a:pt x="152833" y="264883"/>
                  <a:pt x="150849" y="264883"/>
                </a:cubicBezTo>
                <a:cubicBezTo>
                  <a:pt x="148855" y="264883"/>
                  <a:pt x="146908" y="264582"/>
                  <a:pt x="144996" y="263969"/>
                </a:cubicBezTo>
                <a:close/>
                <a:moveTo>
                  <a:pt x="150876" y="126452"/>
                </a:moveTo>
                <a:close/>
                <a:moveTo>
                  <a:pt x="165333" y="140909"/>
                </a:moveTo>
                <a:cubicBezTo>
                  <a:pt x="169319" y="136950"/>
                  <a:pt x="171304" y="132131"/>
                  <a:pt x="171304" y="126452"/>
                </a:cubicBezTo>
                <a:cubicBezTo>
                  <a:pt x="171304" y="120774"/>
                  <a:pt x="169319" y="115955"/>
                  <a:pt x="165333" y="111996"/>
                </a:cubicBezTo>
                <a:cubicBezTo>
                  <a:pt x="161355" y="108036"/>
                  <a:pt x="156536" y="106043"/>
                  <a:pt x="150876" y="106025"/>
                </a:cubicBezTo>
                <a:cubicBezTo>
                  <a:pt x="145198" y="106025"/>
                  <a:pt x="140379" y="108009"/>
                  <a:pt x="136419" y="111996"/>
                </a:cubicBezTo>
                <a:cubicBezTo>
                  <a:pt x="132460" y="115973"/>
                  <a:pt x="130467" y="120792"/>
                  <a:pt x="130448" y="126452"/>
                </a:cubicBezTo>
                <a:cubicBezTo>
                  <a:pt x="130448" y="132131"/>
                  <a:pt x="132433" y="136950"/>
                  <a:pt x="136419" y="140909"/>
                </a:cubicBezTo>
                <a:cubicBezTo>
                  <a:pt x="140397" y="144896"/>
                  <a:pt x="145216" y="146880"/>
                  <a:pt x="150876" y="146880"/>
                </a:cubicBezTo>
                <a:cubicBezTo>
                  <a:pt x="156536" y="146880"/>
                  <a:pt x="161355" y="144896"/>
                  <a:pt x="165333" y="140909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29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85" y="258720"/>
                </a:moveTo>
                <a:cubicBezTo>
                  <a:pt x="51398" y="258720"/>
                  <a:pt x="47988" y="257294"/>
                  <a:pt x="45135" y="254450"/>
                </a:cubicBezTo>
                <a:cubicBezTo>
                  <a:pt x="42291" y="251597"/>
                  <a:pt x="40865" y="248177"/>
                  <a:pt x="40865" y="244200"/>
                </a:cubicBezTo>
                <a:lnTo>
                  <a:pt x="40865" y="104580"/>
                </a:lnTo>
                <a:cubicBezTo>
                  <a:pt x="40865" y="100593"/>
                  <a:pt x="42291" y="97182"/>
                  <a:pt x="45135" y="94330"/>
                </a:cubicBezTo>
                <a:cubicBezTo>
                  <a:pt x="47988" y="91477"/>
                  <a:pt x="51398" y="90050"/>
                  <a:pt x="55385" y="90050"/>
                </a:cubicBezTo>
                <a:lnTo>
                  <a:pt x="92382" y="90050"/>
                </a:lnTo>
                <a:lnTo>
                  <a:pt x="92382" y="53182"/>
                </a:lnTo>
                <a:cubicBezTo>
                  <a:pt x="92382" y="49204"/>
                  <a:pt x="93781" y="45784"/>
                  <a:pt x="96588" y="42940"/>
                </a:cubicBezTo>
                <a:cubicBezTo>
                  <a:pt x="99404" y="40087"/>
                  <a:pt x="102824" y="38661"/>
                  <a:pt x="106875" y="38661"/>
                </a:cubicBezTo>
                <a:lnTo>
                  <a:pt x="195005" y="38661"/>
                </a:lnTo>
                <a:cubicBezTo>
                  <a:pt x="198992" y="38661"/>
                  <a:pt x="202402" y="40087"/>
                  <a:pt x="205255" y="42940"/>
                </a:cubicBezTo>
                <a:cubicBezTo>
                  <a:pt x="208108" y="45784"/>
                  <a:pt x="209526" y="49204"/>
                  <a:pt x="209526" y="53182"/>
                </a:cubicBezTo>
                <a:lnTo>
                  <a:pt x="209526" y="141540"/>
                </a:lnTo>
                <a:lnTo>
                  <a:pt x="246403" y="141540"/>
                </a:lnTo>
                <a:cubicBezTo>
                  <a:pt x="250381" y="141540"/>
                  <a:pt x="253801" y="142966"/>
                  <a:pt x="256645" y="145819"/>
                </a:cubicBezTo>
                <a:cubicBezTo>
                  <a:pt x="259479" y="148691"/>
                  <a:pt x="260887" y="152101"/>
                  <a:pt x="260887" y="156061"/>
                </a:cubicBezTo>
                <a:lnTo>
                  <a:pt x="260887" y="244200"/>
                </a:lnTo>
                <a:cubicBezTo>
                  <a:pt x="260887" y="248177"/>
                  <a:pt x="259461" y="251597"/>
                  <a:pt x="256617" y="254450"/>
                </a:cubicBezTo>
                <a:cubicBezTo>
                  <a:pt x="253764" y="257294"/>
                  <a:pt x="250354" y="258720"/>
                  <a:pt x="246367" y="258720"/>
                </a:cubicBezTo>
                <a:lnTo>
                  <a:pt x="169575" y="258720"/>
                </a:lnTo>
                <a:lnTo>
                  <a:pt x="169575" y="207230"/>
                </a:lnTo>
                <a:lnTo>
                  <a:pt x="132177" y="207230"/>
                </a:lnTo>
                <a:lnTo>
                  <a:pt x="132177" y="258720"/>
                </a:lnTo>
                <a:lnTo>
                  <a:pt x="55385" y="258720"/>
                </a:lnTo>
                <a:close/>
                <a:moveTo>
                  <a:pt x="55129" y="244447"/>
                </a:moveTo>
                <a:lnTo>
                  <a:pt x="92382" y="244447"/>
                </a:lnTo>
                <a:lnTo>
                  <a:pt x="92382" y="207203"/>
                </a:lnTo>
                <a:lnTo>
                  <a:pt x="55129" y="207203"/>
                </a:lnTo>
                <a:lnTo>
                  <a:pt x="55129" y="244447"/>
                </a:lnTo>
                <a:close/>
                <a:moveTo>
                  <a:pt x="55129" y="192966"/>
                </a:moveTo>
                <a:lnTo>
                  <a:pt x="92382" y="192966"/>
                </a:lnTo>
                <a:lnTo>
                  <a:pt x="92382" y="155841"/>
                </a:lnTo>
                <a:lnTo>
                  <a:pt x="55129" y="155841"/>
                </a:lnTo>
                <a:lnTo>
                  <a:pt x="55129" y="192966"/>
                </a:lnTo>
                <a:close/>
                <a:moveTo>
                  <a:pt x="55129" y="141577"/>
                </a:moveTo>
                <a:lnTo>
                  <a:pt x="92382" y="141577"/>
                </a:lnTo>
                <a:lnTo>
                  <a:pt x="92382" y="104324"/>
                </a:lnTo>
                <a:lnTo>
                  <a:pt x="55129" y="104324"/>
                </a:lnTo>
                <a:lnTo>
                  <a:pt x="55129" y="141577"/>
                </a:lnTo>
                <a:close/>
                <a:moveTo>
                  <a:pt x="106619" y="192966"/>
                </a:moveTo>
                <a:lnTo>
                  <a:pt x="143744" y="192966"/>
                </a:lnTo>
                <a:lnTo>
                  <a:pt x="143744" y="155841"/>
                </a:lnTo>
                <a:lnTo>
                  <a:pt x="106619" y="155841"/>
                </a:lnTo>
                <a:lnTo>
                  <a:pt x="106619" y="192966"/>
                </a:lnTo>
                <a:close/>
                <a:moveTo>
                  <a:pt x="106619" y="141577"/>
                </a:moveTo>
                <a:lnTo>
                  <a:pt x="143744" y="141577"/>
                </a:lnTo>
                <a:lnTo>
                  <a:pt x="143744" y="104324"/>
                </a:lnTo>
                <a:lnTo>
                  <a:pt x="106619" y="104324"/>
                </a:lnTo>
                <a:lnTo>
                  <a:pt x="106619" y="141577"/>
                </a:lnTo>
                <a:close/>
                <a:moveTo>
                  <a:pt x="106619" y="90087"/>
                </a:moveTo>
                <a:lnTo>
                  <a:pt x="143744" y="90087"/>
                </a:lnTo>
                <a:lnTo>
                  <a:pt x="143744" y="52962"/>
                </a:lnTo>
                <a:lnTo>
                  <a:pt x="106619" y="52962"/>
                </a:lnTo>
                <a:lnTo>
                  <a:pt x="106619" y="90087"/>
                </a:lnTo>
                <a:close/>
                <a:moveTo>
                  <a:pt x="158008" y="192966"/>
                </a:moveTo>
                <a:lnTo>
                  <a:pt x="195261" y="192966"/>
                </a:lnTo>
                <a:lnTo>
                  <a:pt x="195261" y="155841"/>
                </a:lnTo>
                <a:lnTo>
                  <a:pt x="158008" y="155841"/>
                </a:lnTo>
                <a:lnTo>
                  <a:pt x="158008" y="192966"/>
                </a:lnTo>
                <a:close/>
                <a:moveTo>
                  <a:pt x="158008" y="141567"/>
                </a:moveTo>
                <a:lnTo>
                  <a:pt x="195261" y="141567"/>
                </a:lnTo>
                <a:lnTo>
                  <a:pt x="195261" y="104324"/>
                </a:lnTo>
                <a:lnTo>
                  <a:pt x="158008" y="104324"/>
                </a:lnTo>
                <a:lnTo>
                  <a:pt x="158008" y="141567"/>
                </a:lnTo>
                <a:close/>
                <a:moveTo>
                  <a:pt x="158008" y="90087"/>
                </a:moveTo>
                <a:lnTo>
                  <a:pt x="195261" y="90087"/>
                </a:lnTo>
                <a:lnTo>
                  <a:pt x="195261" y="52962"/>
                </a:lnTo>
                <a:lnTo>
                  <a:pt x="158008" y="52962"/>
                </a:lnTo>
                <a:lnTo>
                  <a:pt x="158008" y="90087"/>
                </a:lnTo>
                <a:close/>
                <a:moveTo>
                  <a:pt x="209498" y="244447"/>
                </a:moveTo>
                <a:lnTo>
                  <a:pt x="246623" y="244447"/>
                </a:lnTo>
                <a:lnTo>
                  <a:pt x="246623" y="207203"/>
                </a:lnTo>
                <a:lnTo>
                  <a:pt x="209498" y="207203"/>
                </a:lnTo>
                <a:lnTo>
                  <a:pt x="209498" y="244447"/>
                </a:lnTo>
                <a:close/>
                <a:moveTo>
                  <a:pt x="209498" y="192966"/>
                </a:moveTo>
                <a:lnTo>
                  <a:pt x="246623" y="192966"/>
                </a:lnTo>
                <a:lnTo>
                  <a:pt x="246623" y="155841"/>
                </a:lnTo>
                <a:lnTo>
                  <a:pt x="209498" y="155841"/>
                </a:lnTo>
                <a:lnTo>
                  <a:pt x="209498" y="19296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1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543" y="242215"/>
                </a:moveTo>
                <a:cubicBezTo>
                  <a:pt x="62966" y="233309"/>
                  <a:pt x="56236" y="223077"/>
                  <a:pt x="51325" y="211510"/>
                </a:cubicBezTo>
                <a:cubicBezTo>
                  <a:pt x="46442" y="199924"/>
                  <a:pt x="44010" y="188046"/>
                  <a:pt x="44010" y="175894"/>
                </a:cubicBezTo>
                <a:cubicBezTo>
                  <a:pt x="44010" y="161959"/>
                  <a:pt x="46497" y="148956"/>
                  <a:pt x="51490" y="136886"/>
                </a:cubicBezTo>
                <a:cubicBezTo>
                  <a:pt x="56473" y="124816"/>
                  <a:pt x="64026" y="113724"/>
                  <a:pt x="74149" y="103602"/>
                </a:cubicBezTo>
                <a:cubicBezTo>
                  <a:pt x="87938" y="89812"/>
                  <a:pt x="107780" y="80458"/>
                  <a:pt x="133685" y="75529"/>
                </a:cubicBezTo>
                <a:cubicBezTo>
                  <a:pt x="159581" y="70610"/>
                  <a:pt x="188686" y="68626"/>
                  <a:pt x="221001" y="69595"/>
                </a:cubicBezTo>
                <a:cubicBezTo>
                  <a:pt x="224421" y="69888"/>
                  <a:pt x="227439" y="70610"/>
                  <a:pt x="230054" y="71762"/>
                </a:cubicBezTo>
                <a:cubicBezTo>
                  <a:pt x="232651" y="72896"/>
                  <a:pt x="235001" y="74496"/>
                  <a:pt x="237095" y="76572"/>
                </a:cubicBezTo>
                <a:cubicBezTo>
                  <a:pt x="239170" y="78648"/>
                  <a:pt x="240752" y="80961"/>
                  <a:pt x="241841" y="83512"/>
                </a:cubicBezTo>
                <a:cubicBezTo>
                  <a:pt x="242929" y="86072"/>
                  <a:pt x="243578" y="88953"/>
                  <a:pt x="243788" y="92162"/>
                </a:cubicBezTo>
                <a:cubicBezTo>
                  <a:pt x="244419" y="108384"/>
                  <a:pt x="244319" y="123865"/>
                  <a:pt x="243477" y="138614"/>
                </a:cubicBezTo>
                <a:cubicBezTo>
                  <a:pt x="242636" y="153372"/>
                  <a:pt x="240853" y="167097"/>
                  <a:pt x="238137" y="179798"/>
                </a:cubicBezTo>
                <a:cubicBezTo>
                  <a:pt x="235412" y="192490"/>
                  <a:pt x="231746" y="203966"/>
                  <a:pt x="227128" y="214216"/>
                </a:cubicBezTo>
                <a:cubicBezTo>
                  <a:pt x="222519" y="224458"/>
                  <a:pt x="216740" y="233053"/>
                  <a:pt x="209782" y="239984"/>
                </a:cubicBezTo>
                <a:cubicBezTo>
                  <a:pt x="199742" y="250107"/>
                  <a:pt x="188851" y="257696"/>
                  <a:pt x="177092" y="262744"/>
                </a:cubicBezTo>
                <a:cubicBezTo>
                  <a:pt x="165296" y="267791"/>
                  <a:pt x="152933" y="270324"/>
                  <a:pt x="140004" y="270324"/>
                </a:cubicBezTo>
                <a:cubicBezTo>
                  <a:pt x="126690" y="270324"/>
                  <a:pt x="114236" y="267974"/>
                  <a:pt x="102623" y="263283"/>
                </a:cubicBezTo>
                <a:cubicBezTo>
                  <a:pt x="91019" y="258601"/>
                  <a:pt x="80659" y="251579"/>
                  <a:pt x="71543" y="242188"/>
                </a:cubicBezTo>
                <a:close/>
                <a:moveTo>
                  <a:pt x="97630" y="243852"/>
                </a:moveTo>
                <a:cubicBezTo>
                  <a:pt x="103355" y="247812"/>
                  <a:pt x="109911" y="250838"/>
                  <a:pt x="117308" y="252941"/>
                </a:cubicBezTo>
                <a:cubicBezTo>
                  <a:pt x="124706" y="255035"/>
                  <a:pt x="132259" y="256078"/>
                  <a:pt x="139967" y="256078"/>
                </a:cubicBezTo>
                <a:cubicBezTo>
                  <a:pt x="150757" y="256078"/>
                  <a:pt x="161282" y="253883"/>
                  <a:pt x="171523" y="249476"/>
                </a:cubicBezTo>
                <a:cubicBezTo>
                  <a:pt x="181774" y="245077"/>
                  <a:pt x="191155" y="238512"/>
                  <a:pt x="199659" y="229770"/>
                </a:cubicBezTo>
                <a:cubicBezTo>
                  <a:pt x="204816" y="224595"/>
                  <a:pt x="209361" y="217755"/>
                  <a:pt x="213302" y="209242"/>
                </a:cubicBezTo>
                <a:cubicBezTo>
                  <a:pt x="217216" y="200738"/>
                  <a:pt x="220480" y="190451"/>
                  <a:pt x="223077" y="178381"/>
                </a:cubicBezTo>
                <a:cubicBezTo>
                  <a:pt x="225656" y="166311"/>
                  <a:pt x="227466" y="152440"/>
                  <a:pt x="228518" y="136767"/>
                </a:cubicBezTo>
                <a:cubicBezTo>
                  <a:pt x="229542" y="121085"/>
                  <a:pt x="229679" y="103455"/>
                  <a:pt x="228920" y="83860"/>
                </a:cubicBezTo>
                <a:cubicBezTo>
                  <a:pt x="211802" y="83439"/>
                  <a:pt x="195736" y="83622"/>
                  <a:pt x="180740" y="84399"/>
                </a:cubicBezTo>
                <a:cubicBezTo>
                  <a:pt x="165735" y="85167"/>
                  <a:pt x="152092" y="86767"/>
                  <a:pt x="139812" y="89172"/>
                </a:cubicBezTo>
                <a:cubicBezTo>
                  <a:pt x="127550" y="91559"/>
                  <a:pt x="116760" y="94695"/>
                  <a:pt x="107433" y="98572"/>
                </a:cubicBezTo>
                <a:cubicBezTo>
                  <a:pt x="98115" y="102449"/>
                  <a:pt x="90571" y="107332"/>
                  <a:pt x="84801" y="113221"/>
                </a:cubicBezTo>
                <a:cubicBezTo>
                  <a:pt x="75923" y="122228"/>
                  <a:pt x="69275" y="131847"/>
                  <a:pt x="64877" y="142079"/>
                </a:cubicBezTo>
                <a:cubicBezTo>
                  <a:pt x="60478" y="152302"/>
                  <a:pt x="58275" y="162370"/>
                  <a:pt x="58275" y="172282"/>
                </a:cubicBezTo>
                <a:cubicBezTo>
                  <a:pt x="58275" y="182505"/>
                  <a:pt x="60442" y="193039"/>
                  <a:pt x="64785" y="203875"/>
                </a:cubicBezTo>
                <a:cubicBezTo>
                  <a:pt x="69119" y="214701"/>
                  <a:pt x="74789" y="223516"/>
                  <a:pt x="81784" y="230310"/>
                </a:cubicBezTo>
                <a:cubicBezTo>
                  <a:pt x="90398" y="211702"/>
                  <a:pt x="101471" y="194785"/>
                  <a:pt x="115013" y="179570"/>
                </a:cubicBezTo>
                <a:cubicBezTo>
                  <a:pt x="128546" y="164363"/>
                  <a:pt x="144365" y="151516"/>
                  <a:pt x="162471" y="141037"/>
                </a:cubicBezTo>
                <a:cubicBezTo>
                  <a:pt x="145463" y="155786"/>
                  <a:pt x="131646" y="171487"/>
                  <a:pt x="121048" y="188120"/>
                </a:cubicBezTo>
                <a:cubicBezTo>
                  <a:pt x="110469" y="204762"/>
                  <a:pt x="102660" y="223342"/>
                  <a:pt x="97630" y="243852"/>
                </a:cubicBezTo>
                <a:close/>
                <a:moveTo>
                  <a:pt x="97630" y="243852"/>
                </a:moveTo>
                <a:close/>
                <a:moveTo>
                  <a:pt x="97630" y="243852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3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32" y="110990"/>
                </a:moveTo>
                <a:lnTo>
                  <a:pt x="144247" y="76224"/>
                </a:lnTo>
                <a:lnTo>
                  <a:pt x="127019" y="47713"/>
                </a:lnTo>
                <a:cubicBezTo>
                  <a:pt x="124752" y="43836"/>
                  <a:pt x="121423" y="41898"/>
                  <a:pt x="117025" y="41898"/>
                </a:cubicBezTo>
                <a:cubicBezTo>
                  <a:pt x="112627" y="41898"/>
                  <a:pt x="109289" y="43836"/>
                  <a:pt x="107031" y="47713"/>
                </a:cubicBezTo>
                <a:lnTo>
                  <a:pt x="83110" y="87161"/>
                </a:lnTo>
                <a:cubicBezTo>
                  <a:pt x="81811" y="89383"/>
                  <a:pt x="81500" y="91678"/>
                  <a:pt x="82195" y="94046"/>
                </a:cubicBezTo>
                <a:cubicBezTo>
                  <a:pt x="82890" y="96414"/>
                  <a:pt x="84344" y="98243"/>
                  <a:pt x="86566" y="99551"/>
                </a:cubicBezTo>
                <a:lnTo>
                  <a:pt x="110514" y="114190"/>
                </a:lnTo>
                <a:cubicBezTo>
                  <a:pt x="112736" y="115452"/>
                  <a:pt x="115013" y="115790"/>
                  <a:pt x="117336" y="115196"/>
                </a:cubicBezTo>
                <a:cubicBezTo>
                  <a:pt x="119668" y="114611"/>
                  <a:pt x="121515" y="113212"/>
                  <a:pt x="122905" y="110990"/>
                </a:cubicBezTo>
                <a:close/>
                <a:moveTo>
                  <a:pt x="230685" y="197776"/>
                </a:moveTo>
                <a:lnTo>
                  <a:pt x="209782" y="162699"/>
                </a:lnTo>
                <a:cubicBezTo>
                  <a:pt x="208309" y="160559"/>
                  <a:pt x="207907" y="158264"/>
                  <a:pt x="208556" y="155814"/>
                </a:cubicBezTo>
                <a:cubicBezTo>
                  <a:pt x="209206" y="153381"/>
                  <a:pt x="210678" y="151534"/>
                  <a:pt x="212991" y="150282"/>
                </a:cubicBezTo>
                <a:lnTo>
                  <a:pt x="237250" y="136136"/>
                </a:lnTo>
                <a:cubicBezTo>
                  <a:pt x="239472" y="134956"/>
                  <a:pt x="241804" y="134636"/>
                  <a:pt x="244227" y="135157"/>
                </a:cubicBezTo>
                <a:cubicBezTo>
                  <a:pt x="246659" y="135688"/>
                  <a:pt x="248506" y="137014"/>
                  <a:pt x="249759" y="139153"/>
                </a:cubicBezTo>
                <a:lnTo>
                  <a:pt x="263722" y="162663"/>
                </a:lnTo>
                <a:cubicBezTo>
                  <a:pt x="265770" y="165973"/>
                  <a:pt x="266923" y="169676"/>
                  <a:pt x="267179" y="173763"/>
                </a:cubicBezTo>
                <a:cubicBezTo>
                  <a:pt x="267425" y="177842"/>
                  <a:pt x="266593" y="181609"/>
                  <a:pt x="264664" y="185047"/>
                </a:cubicBezTo>
                <a:cubicBezTo>
                  <a:pt x="262735" y="189006"/>
                  <a:pt x="259863" y="192115"/>
                  <a:pt x="256050" y="194383"/>
                </a:cubicBezTo>
                <a:cubicBezTo>
                  <a:pt x="252256" y="196642"/>
                  <a:pt x="248150" y="197776"/>
                  <a:pt x="243724" y="197776"/>
                </a:cubicBezTo>
                <a:lnTo>
                  <a:pt x="230685" y="197776"/>
                </a:lnTo>
                <a:close/>
                <a:moveTo>
                  <a:pt x="189381" y="271101"/>
                </a:moveTo>
                <a:lnTo>
                  <a:pt x="157222" y="238951"/>
                </a:lnTo>
                <a:cubicBezTo>
                  <a:pt x="155421" y="237150"/>
                  <a:pt x="154524" y="235028"/>
                  <a:pt x="154524" y="232605"/>
                </a:cubicBezTo>
                <a:cubicBezTo>
                  <a:pt x="154524" y="230173"/>
                  <a:pt x="155421" y="228051"/>
                  <a:pt x="157222" y="226250"/>
                </a:cubicBezTo>
                <a:lnTo>
                  <a:pt x="189354" y="194127"/>
                </a:lnTo>
                <a:cubicBezTo>
                  <a:pt x="190735" y="192746"/>
                  <a:pt x="192399" y="192399"/>
                  <a:pt x="194347" y="193094"/>
                </a:cubicBezTo>
                <a:cubicBezTo>
                  <a:pt x="196294" y="193780"/>
                  <a:pt x="197273" y="195087"/>
                  <a:pt x="197273" y="197017"/>
                </a:cubicBezTo>
                <a:lnTo>
                  <a:pt x="197273" y="209407"/>
                </a:lnTo>
                <a:lnTo>
                  <a:pt x="252402" y="209407"/>
                </a:lnTo>
                <a:lnTo>
                  <a:pt x="235623" y="243102"/>
                </a:lnTo>
                <a:cubicBezTo>
                  <a:pt x="233483" y="246979"/>
                  <a:pt x="230557" y="250070"/>
                  <a:pt x="226844" y="252374"/>
                </a:cubicBezTo>
                <a:cubicBezTo>
                  <a:pt x="223141" y="254679"/>
                  <a:pt x="219081" y="255831"/>
                  <a:pt x="214683" y="255831"/>
                </a:cubicBezTo>
                <a:lnTo>
                  <a:pt x="197273" y="255831"/>
                </a:lnTo>
                <a:lnTo>
                  <a:pt x="197273" y="268212"/>
                </a:lnTo>
                <a:cubicBezTo>
                  <a:pt x="197273" y="270141"/>
                  <a:pt x="196294" y="271449"/>
                  <a:pt x="194347" y="272144"/>
                </a:cubicBezTo>
                <a:cubicBezTo>
                  <a:pt x="192399" y="272839"/>
                  <a:pt x="190735" y="272491"/>
                  <a:pt x="189354" y="271101"/>
                </a:cubicBezTo>
                <a:close/>
                <a:moveTo>
                  <a:pt x="84993" y="255831"/>
                </a:moveTo>
                <a:cubicBezTo>
                  <a:pt x="81116" y="255831"/>
                  <a:pt x="77596" y="254834"/>
                  <a:pt x="74432" y="252841"/>
                </a:cubicBezTo>
                <a:cubicBezTo>
                  <a:pt x="71250" y="250856"/>
                  <a:pt x="68900" y="248196"/>
                  <a:pt x="67391" y="244858"/>
                </a:cubicBezTo>
                <a:cubicBezTo>
                  <a:pt x="65883" y="241758"/>
                  <a:pt x="65160" y="238512"/>
                  <a:pt x="65224" y="235120"/>
                </a:cubicBezTo>
                <a:cubicBezTo>
                  <a:pt x="65288" y="231746"/>
                  <a:pt x="66175" y="228600"/>
                  <a:pt x="67894" y="225683"/>
                </a:cubicBezTo>
                <a:lnTo>
                  <a:pt x="77733" y="209407"/>
                </a:lnTo>
                <a:lnTo>
                  <a:pt x="118625" y="209407"/>
                </a:lnTo>
                <a:cubicBezTo>
                  <a:pt x="121268" y="209407"/>
                  <a:pt x="123435" y="210248"/>
                  <a:pt x="125136" y="211949"/>
                </a:cubicBezTo>
                <a:cubicBezTo>
                  <a:pt x="126827" y="213650"/>
                  <a:pt x="127678" y="215817"/>
                  <a:pt x="127678" y="218459"/>
                </a:cubicBezTo>
                <a:lnTo>
                  <a:pt x="127678" y="246742"/>
                </a:lnTo>
                <a:cubicBezTo>
                  <a:pt x="127678" y="249384"/>
                  <a:pt x="126827" y="251551"/>
                  <a:pt x="125136" y="253252"/>
                </a:cubicBezTo>
                <a:cubicBezTo>
                  <a:pt x="123435" y="254953"/>
                  <a:pt x="121268" y="255794"/>
                  <a:pt x="118625" y="255794"/>
                </a:cubicBezTo>
                <a:lnTo>
                  <a:pt x="84993" y="255794"/>
                </a:lnTo>
                <a:close/>
                <a:moveTo>
                  <a:pt x="56263" y="222766"/>
                </a:moveTo>
                <a:lnTo>
                  <a:pt x="37408" y="185047"/>
                </a:lnTo>
                <a:cubicBezTo>
                  <a:pt x="35607" y="181527"/>
                  <a:pt x="34775" y="177769"/>
                  <a:pt x="34921" y="173791"/>
                </a:cubicBezTo>
                <a:cubicBezTo>
                  <a:pt x="35067" y="169813"/>
                  <a:pt x="36210" y="166101"/>
                  <a:pt x="38350" y="162663"/>
                </a:cubicBezTo>
                <a:lnTo>
                  <a:pt x="42904" y="154899"/>
                </a:lnTo>
                <a:lnTo>
                  <a:pt x="32498" y="148709"/>
                </a:lnTo>
                <a:cubicBezTo>
                  <a:pt x="30907" y="147657"/>
                  <a:pt x="30221" y="146103"/>
                  <a:pt x="30431" y="144027"/>
                </a:cubicBezTo>
                <a:cubicBezTo>
                  <a:pt x="30632" y="141951"/>
                  <a:pt x="31748" y="140699"/>
                  <a:pt x="33760" y="140287"/>
                </a:cubicBezTo>
                <a:lnTo>
                  <a:pt x="78017" y="129122"/>
                </a:lnTo>
                <a:cubicBezTo>
                  <a:pt x="80449" y="128501"/>
                  <a:pt x="82698" y="128839"/>
                  <a:pt x="84774" y="130165"/>
                </a:cubicBezTo>
                <a:cubicBezTo>
                  <a:pt x="86850" y="131482"/>
                  <a:pt x="88203" y="133356"/>
                  <a:pt x="88825" y="135788"/>
                </a:cubicBezTo>
                <a:lnTo>
                  <a:pt x="99990" y="180237"/>
                </a:lnTo>
                <a:cubicBezTo>
                  <a:pt x="100410" y="182249"/>
                  <a:pt x="99816" y="183831"/>
                  <a:pt x="98225" y="184983"/>
                </a:cubicBezTo>
                <a:cubicBezTo>
                  <a:pt x="96634" y="186135"/>
                  <a:pt x="94997" y="186181"/>
                  <a:pt x="93324" y="185139"/>
                </a:cubicBezTo>
                <a:lnTo>
                  <a:pt x="82698" y="178628"/>
                </a:lnTo>
                <a:lnTo>
                  <a:pt x="56263" y="222766"/>
                </a:lnTo>
                <a:close/>
                <a:moveTo>
                  <a:pt x="204186" y="121396"/>
                </a:moveTo>
                <a:lnTo>
                  <a:pt x="159929" y="110231"/>
                </a:lnTo>
                <a:cubicBezTo>
                  <a:pt x="157917" y="109810"/>
                  <a:pt x="156774" y="108567"/>
                  <a:pt x="156500" y="106491"/>
                </a:cubicBezTo>
                <a:cubicBezTo>
                  <a:pt x="156234" y="104415"/>
                  <a:pt x="156993" y="102861"/>
                  <a:pt x="158795" y="101809"/>
                </a:cubicBezTo>
                <a:lnTo>
                  <a:pt x="169420" y="95619"/>
                </a:lnTo>
                <a:lnTo>
                  <a:pt x="133146" y="35296"/>
                </a:lnTo>
                <a:lnTo>
                  <a:pt x="174074" y="35296"/>
                </a:lnTo>
                <a:cubicBezTo>
                  <a:pt x="178162" y="35296"/>
                  <a:pt x="181975" y="36311"/>
                  <a:pt x="185513" y="38350"/>
                </a:cubicBezTo>
                <a:cubicBezTo>
                  <a:pt x="189052" y="40380"/>
                  <a:pt x="191905" y="43123"/>
                  <a:pt x="194063" y="46580"/>
                </a:cubicBezTo>
                <a:lnTo>
                  <a:pt x="209187" y="71890"/>
                </a:lnTo>
                <a:lnTo>
                  <a:pt x="219365" y="65508"/>
                </a:lnTo>
                <a:cubicBezTo>
                  <a:pt x="221047" y="64456"/>
                  <a:pt x="222702" y="64520"/>
                  <a:pt x="224330" y="65690"/>
                </a:cubicBezTo>
                <a:cubicBezTo>
                  <a:pt x="225967" y="66870"/>
                  <a:pt x="226579" y="68461"/>
                  <a:pt x="226159" y="70473"/>
                </a:cubicBezTo>
                <a:lnTo>
                  <a:pt x="215030" y="114730"/>
                </a:lnTo>
                <a:cubicBezTo>
                  <a:pt x="214399" y="117162"/>
                  <a:pt x="213046" y="119037"/>
                  <a:pt x="210980" y="120353"/>
                </a:cubicBezTo>
                <a:cubicBezTo>
                  <a:pt x="208904" y="121679"/>
                  <a:pt x="206645" y="122018"/>
                  <a:pt x="204213" y="121396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5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004" y="240085"/>
                </a:moveTo>
                <a:cubicBezTo>
                  <a:pt x="175748" y="240085"/>
                  <a:pt x="196788" y="231398"/>
                  <a:pt x="214116" y="214024"/>
                </a:cubicBezTo>
                <a:cubicBezTo>
                  <a:pt x="231444" y="196651"/>
                  <a:pt x="240112" y="175565"/>
                  <a:pt x="240112" y="150748"/>
                </a:cubicBezTo>
                <a:lnTo>
                  <a:pt x="240112" y="65508"/>
                </a:lnTo>
                <a:cubicBezTo>
                  <a:pt x="240112" y="64374"/>
                  <a:pt x="239747" y="63450"/>
                  <a:pt x="239015" y="62737"/>
                </a:cubicBezTo>
                <a:cubicBezTo>
                  <a:pt x="238283" y="62024"/>
                  <a:pt x="237360" y="61658"/>
                  <a:pt x="236244" y="61640"/>
                </a:cubicBezTo>
                <a:lnTo>
                  <a:pt x="151004" y="61640"/>
                </a:lnTo>
                <a:cubicBezTo>
                  <a:pt x="126169" y="61640"/>
                  <a:pt x="105083" y="70308"/>
                  <a:pt x="87728" y="87636"/>
                </a:cubicBezTo>
                <a:cubicBezTo>
                  <a:pt x="70354" y="104964"/>
                  <a:pt x="61667" y="126004"/>
                  <a:pt x="61667" y="150748"/>
                </a:cubicBezTo>
                <a:cubicBezTo>
                  <a:pt x="61667" y="175583"/>
                  <a:pt x="70345" y="196669"/>
                  <a:pt x="87700" y="214024"/>
                </a:cubicBezTo>
                <a:cubicBezTo>
                  <a:pt x="105046" y="231398"/>
                  <a:pt x="126151" y="240085"/>
                  <a:pt x="151004" y="240085"/>
                </a:cubicBezTo>
                <a:close/>
                <a:moveTo>
                  <a:pt x="135980" y="205850"/>
                </a:moveTo>
                <a:lnTo>
                  <a:pt x="194319" y="153546"/>
                </a:lnTo>
                <a:cubicBezTo>
                  <a:pt x="196185" y="151873"/>
                  <a:pt x="196733" y="149870"/>
                  <a:pt x="195983" y="147548"/>
                </a:cubicBezTo>
                <a:cubicBezTo>
                  <a:pt x="195224" y="145198"/>
                  <a:pt x="193542" y="143817"/>
                  <a:pt x="190918" y="143396"/>
                </a:cubicBezTo>
                <a:lnTo>
                  <a:pt x="145188" y="138961"/>
                </a:lnTo>
                <a:lnTo>
                  <a:pt x="172785" y="101398"/>
                </a:lnTo>
                <a:cubicBezTo>
                  <a:pt x="173453" y="100520"/>
                  <a:pt x="173736" y="99560"/>
                  <a:pt x="173635" y="98508"/>
                </a:cubicBezTo>
                <a:cubicBezTo>
                  <a:pt x="173526" y="97466"/>
                  <a:pt x="173096" y="96469"/>
                  <a:pt x="172346" y="95527"/>
                </a:cubicBezTo>
                <a:cubicBezTo>
                  <a:pt x="171377" y="94640"/>
                  <a:pt x="170289" y="94192"/>
                  <a:pt x="169073" y="94174"/>
                </a:cubicBezTo>
                <a:cubicBezTo>
                  <a:pt x="167856" y="94174"/>
                  <a:pt x="166768" y="94613"/>
                  <a:pt x="165808" y="95491"/>
                </a:cubicBezTo>
                <a:lnTo>
                  <a:pt x="107881" y="147767"/>
                </a:lnTo>
                <a:cubicBezTo>
                  <a:pt x="106034" y="149440"/>
                  <a:pt x="105467" y="151461"/>
                  <a:pt x="106180" y="153830"/>
                </a:cubicBezTo>
                <a:cubicBezTo>
                  <a:pt x="106893" y="156198"/>
                  <a:pt x="108558" y="157588"/>
                  <a:pt x="111173" y="158008"/>
                </a:cubicBezTo>
                <a:lnTo>
                  <a:pt x="156911" y="162315"/>
                </a:lnTo>
                <a:lnTo>
                  <a:pt x="129250" y="200007"/>
                </a:lnTo>
                <a:cubicBezTo>
                  <a:pt x="128583" y="200885"/>
                  <a:pt x="128299" y="201845"/>
                  <a:pt x="128400" y="202896"/>
                </a:cubicBezTo>
                <a:cubicBezTo>
                  <a:pt x="128510" y="203948"/>
                  <a:pt x="129022" y="204944"/>
                  <a:pt x="129945" y="205886"/>
                </a:cubicBezTo>
                <a:cubicBezTo>
                  <a:pt x="130777" y="206764"/>
                  <a:pt x="131765" y="207203"/>
                  <a:pt x="132899" y="207203"/>
                </a:cubicBezTo>
                <a:cubicBezTo>
                  <a:pt x="134005" y="207203"/>
                  <a:pt x="135048" y="206755"/>
                  <a:pt x="136008" y="205850"/>
                </a:cubicBezTo>
                <a:close/>
                <a:moveTo>
                  <a:pt x="151004" y="254350"/>
                </a:moveTo>
                <a:cubicBezTo>
                  <a:pt x="137928" y="254350"/>
                  <a:pt x="125611" y="252109"/>
                  <a:pt x="114071" y="247629"/>
                </a:cubicBezTo>
                <a:cubicBezTo>
                  <a:pt x="102523" y="243166"/>
                  <a:pt x="92117" y="236939"/>
                  <a:pt x="82854" y="228957"/>
                </a:cubicBezTo>
                <a:lnTo>
                  <a:pt x="59564" y="252246"/>
                </a:lnTo>
                <a:cubicBezTo>
                  <a:pt x="58750" y="253042"/>
                  <a:pt x="57955" y="253600"/>
                  <a:pt x="57177" y="253911"/>
                </a:cubicBezTo>
                <a:cubicBezTo>
                  <a:pt x="56400" y="254203"/>
                  <a:pt x="55513" y="254350"/>
                  <a:pt x="54507" y="254350"/>
                </a:cubicBezTo>
                <a:cubicBezTo>
                  <a:pt x="52551" y="254350"/>
                  <a:pt x="50877" y="253645"/>
                  <a:pt x="49478" y="252246"/>
                </a:cubicBezTo>
                <a:cubicBezTo>
                  <a:pt x="48070" y="250838"/>
                  <a:pt x="47366" y="249165"/>
                  <a:pt x="47366" y="247217"/>
                </a:cubicBezTo>
                <a:cubicBezTo>
                  <a:pt x="47366" y="246211"/>
                  <a:pt x="47512" y="245334"/>
                  <a:pt x="47805" y="244575"/>
                </a:cubicBezTo>
                <a:cubicBezTo>
                  <a:pt x="48107" y="243797"/>
                  <a:pt x="48655" y="243011"/>
                  <a:pt x="49478" y="242215"/>
                </a:cubicBezTo>
                <a:lnTo>
                  <a:pt x="72768" y="218926"/>
                </a:lnTo>
                <a:cubicBezTo>
                  <a:pt x="64785" y="209690"/>
                  <a:pt x="58558" y="199284"/>
                  <a:pt x="54096" y="187717"/>
                </a:cubicBezTo>
                <a:cubicBezTo>
                  <a:pt x="49615" y="176168"/>
                  <a:pt x="47366" y="163860"/>
                  <a:pt x="47366" y="150785"/>
                </a:cubicBezTo>
                <a:cubicBezTo>
                  <a:pt x="47366" y="122036"/>
                  <a:pt x="57452" y="97621"/>
                  <a:pt x="77605" y="77541"/>
                </a:cubicBezTo>
                <a:cubicBezTo>
                  <a:pt x="97768" y="57470"/>
                  <a:pt x="122228" y="47430"/>
                  <a:pt x="151004" y="47430"/>
                </a:cubicBezTo>
                <a:lnTo>
                  <a:pt x="236244" y="47430"/>
                </a:lnTo>
                <a:cubicBezTo>
                  <a:pt x="241237" y="47430"/>
                  <a:pt x="245498" y="49213"/>
                  <a:pt x="249037" y="52779"/>
                </a:cubicBezTo>
                <a:cubicBezTo>
                  <a:pt x="252585" y="56336"/>
                  <a:pt x="254359" y="60606"/>
                  <a:pt x="254386" y="65572"/>
                </a:cubicBezTo>
                <a:lnTo>
                  <a:pt x="254386" y="150812"/>
                </a:lnTo>
                <a:cubicBezTo>
                  <a:pt x="254386" y="179588"/>
                  <a:pt x="244346" y="204048"/>
                  <a:pt x="224275" y="224211"/>
                </a:cubicBezTo>
                <a:cubicBezTo>
                  <a:pt x="204195" y="244364"/>
                  <a:pt x="179780" y="254450"/>
                  <a:pt x="151031" y="2544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7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488" y="121359"/>
                </a:moveTo>
                <a:cubicBezTo>
                  <a:pt x="163458" y="121359"/>
                  <a:pt x="161767" y="120673"/>
                  <a:pt x="160404" y="119283"/>
                </a:cubicBezTo>
                <a:cubicBezTo>
                  <a:pt x="159042" y="117903"/>
                  <a:pt x="158356" y="116193"/>
                  <a:pt x="158356" y="114163"/>
                </a:cubicBezTo>
                <a:cubicBezTo>
                  <a:pt x="158356" y="112133"/>
                  <a:pt x="159042" y="110441"/>
                  <a:pt x="160404" y="109106"/>
                </a:cubicBezTo>
                <a:cubicBezTo>
                  <a:pt x="161767" y="107762"/>
                  <a:pt x="163458" y="107095"/>
                  <a:pt x="165488" y="107095"/>
                </a:cubicBezTo>
                <a:lnTo>
                  <a:pt x="220032" y="107095"/>
                </a:lnTo>
                <a:cubicBezTo>
                  <a:pt x="222062" y="107095"/>
                  <a:pt x="223754" y="107780"/>
                  <a:pt x="225116" y="109161"/>
                </a:cubicBezTo>
                <a:cubicBezTo>
                  <a:pt x="226479" y="110551"/>
                  <a:pt x="227164" y="112252"/>
                  <a:pt x="227164" y="114291"/>
                </a:cubicBezTo>
                <a:cubicBezTo>
                  <a:pt x="227164" y="116321"/>
                  <a:pt x="226479" y="118012"/>
                  <a:pt x="225116" y="119347"/>
                </a:cubicBezTo>
                <a:cubicBezTo>
                  <a:pt x="223754" y="120692"/>
                  <a:pt x="222062" y="121359"/>
                  <a:pt x="220032" y="121359"/>
                </a:cubicBezTo>
                <a:lnTo>
                  <a:pt x="165488" y="121359"/>
                </a:lnTo>
                <a:close/>
                <a:moveTo>
                  <a:pt x="165488" y="81692"/>
                </a:moveTo>
                <a:cubicBezTo>
                  <a:pt x="163458" y="81692"/>
                  <a:pt x="161767" y="80998"/>
                  <a:pt x="160404" y="79617"/>
                </a:cubicBezTo>
                <a:cubicBezTo>
                  <a:pt x="159042" y="78236"/>
                  <a:pt x="158356" y="76526"/>
                  <a:pt x="158356" y="74496"/>
                </a:cubicBezTo>
                <a:cubicBezTo>
                  <a:pt x="158356" y="72466"/>
                  <a:pt x="159042" y="70775"/>
                  <a:pt x="160404" y="69430"/>
                </a:cubicBezTo>
                <a:cubicBezTo>
                  <a:pt x="161767" y="68095"/>
                  <a:pt x="163458" y="67419"/>
                  <a:pt x="165488" y="67419"/>
                </a:cubicBezTo>
                <a:lnTo>
                  <a:pt x="250829" y="67419"/>
                </a:lnTo>
                <a:cubicBezTo>
                  <a:pt x="252868" y="67419"/>
                  <a:pt x="254560" y="68114"/>
                  <a:pt x="255922" y="69494"/>
                </a:cubicBezTo>
                <a:cubicBezTo>
                  <a:pt x="257285" y="70884"/>
                  <a:pt x="257971" y="72585"/>
                  <a:pt x="257971" y="74624"/>
                </a:cubicBezTo>
                <a:cubicBezTo>
                  <a:pt x="257971" y="76654"/>
                  <a:pt x="257285" y="78337"/>
                  <a:pt x="255922" y="79681"/>
                </a:cubicBezTo>
                <a:cubicBezTo>
                  <a:pt x="254542" y="81043"/>
                  <a:pt x="252841" y="81729"/>
                  <a:pt x="250829" y="81729"/>
                </a:cubicBezTo>
                <a:lnTo>
                  <a:pt x="165488" y="81729"/>
                </a:lnTo>
                <a:close/>
                <a:moveTo>
                  <a:pt x="58842" y="242215"/>
                </a:moveTo>
                <a:cubicBezTo>
                  <a:pt x="48655" y="231992"/>
                  <a:pt x="43562" y="219611"/>
                  <a:pt x="43562" y="205063"/>
                </a:cubicBezTo>
                <a:cubicBezTo>
                  <a:pt x="43562" y="195636"/>
                  <a:pt x="45994" y="186775"/>
                  <a:pt x="50859" y="178473"/>
                </a:cubicBezTo>
                <a:cubicBezTo>
                  <a:pt x="55724" y="170179"/>
                  <a:pt x="62435" y="163467"/>
                  <a:pt x="71003" y="158356"/>
                </a:cubicBezTo>
                <a:lnTo>
                  <a:pt x="71003" y="69055"/>
                </a:lnTo>
                <a:cubicBezTo>
                  <a:pt x="71003" y="61996"/>
                  <a:pt x="73426" y="56053"/>
                  <a:pt x="78263" y="51234"/>
                </a:cubicBezTo>
                <a:cubicBezTo>
                  <a:pt x="83110" y="46415"/>
                  <a:pt x="89017" y="44010"/>
                  <a:pt x="95994" y="44010"/>
                </a:cubicBezTo>
                <a:cubicBezTo>
                  <a:pt x="102952" y="44010"/>
                  <a:pt x="108859" y="46415"/>
                  <a:pt x="113724" y="51234"/>
                </a:cubicBezTo>
                <a:cubicBezTo>
                  <a:pt x="118589" y="56053"/>
                  <a:pt x="121003" y="61996"/>
                  <a:pt x="120984" y="69055"/>
                </a:cubicBezTo>
                <a:lnTo>
                  <a:pt x="120984" y="158356"/>
                </a:lnTo>
                <a:cubicBezTo>
                  <a:pt x="129552" y="163495"/>
                  <a:pt x="136273" y="170197"/>
                  <a:pt x="141128" y="178473"/>
                </a:cubicBezTo>
                <a:cubicBezTo>
                  <a:pt x="145993" y="186748"/>
                  <a:pt x="148425" y="195618"/>
                  <a:pt x="148425" y="205063"/>
                </a:cubicBezTo>
                <a:cubicBezTo>
                  <a:pt x="148425" y="219611"/>
                  <a:pt x="143350" y="231992"/>
                  <a:pt x="133210" y="242215"/>
                </a:cubicBezTo>
                <a:cubicBezTo>
                  <a:pt x="123069" y="252448"/>
                  <a:pt x="110688" y="257559"/>
                  <a:pt x="96058" y="257559"/>
                </a:cubicBezTo>
                <a:cubicBezTo>
                  <a:pt x="81427" y="257559"/>
                  <a:pt x="69028" y="252448"/>
                  <a:pt x="58842" y="242215"/>
                </a:cubicBezTo>
                <a:close/>
                <a:moveTo>
                  <a:pt x="57836" y="205063"/>
                </a:moveTo>
                <a:lnTo>
                  <a:pt x="134152" y="205063"/>
                </a:lnTo>
                <a:cubicBezTo>
                  <a:pt x="134152" y="197245"/>
                  <a:pt x="132167" y="190085"/>
                  <a:pt x="128181" y="183566"/>
                </a:cubicBezTo>
                <a:cubicBezTo>
                  <a:pt x="124203" y="177046"/>
                  <a:pt x="118771" y="171999"/>
                  <a:pt x="111904" y="168414"/>
                </a:cubicBezTo>
                <a:lnTo>
                  <a:pt x="106710" y="165964"/>
                </a:lnTo>
                <a:lnTo>
                  <a:pt x="106710" y="69092"/>
                </a:lnTo>
                <a:cubicBezTo>
                  <a:pt x="106710" y="66075"/>
                  <a:pt x="105668" y="63523"/>
                  <a:pt x="103574" y="61448"/>
                </a:cubicBezTo>
                <a:cubicBezTo>
                  <a:pt x="101471" y="59354"/>
                  <a:pt x="98975" y="58311"/>
                  <a:pt x="96058" y="58311"/>
                </a:cubicBezTo>
                <a:cubicBezTo>
                  <a:pt x="93040" y="58311"/>
                  <a:pt x="90498" y="59354"/>
                  <a:pt x="88422" y="61448"/>
                </a:cubicBezTo>
                <a:cubicBezTo>
                  <a:pt x="86329" y="63542"/>
                  <a:pt x="85277" y="66093"/>
                  <a:pt x="85277" y="69092"/>
                </a:cubicBezTo>
                <a:lnTo>
                  <a:pt x="85277" y="165964"/>
                </a:lnTo>
                <a:lnTo>
                  <a:pt x="80184" y="168414"/>
                </a:lnTo>
                <a:cubicBezTo>
                  <a:pt x="73253" y="171999"/>
                  <a:pt x="67794" y="177083"/>
                  <a:pt x="63807" y="183657"/>
                </a:cubicBezTo>
                <a:cubicBezTo>
                  <a:pt x="59829" y="190241"/>
                  <a:pt x="57836" y="197373"/>
                  <a:pt x="57836" y="205063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39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512" y="242563"/>
                </a:moveTo>
                <a:cubicBezTo>
                  <a:pt x="65553" y="224083"/>
                  <a:pt x="56583" y="201077"/>
                  <a:pt x="56583" y="173535"/>
                </a:cubicBezTo>
                <a:cubicBezTo>
                  <a:pt x="56583" y="161090"/>
                  <a:pt x="59427" y="148645"/>
                  <a:pt x="65133" y="136200"/>
                </a:cubicBezTo>
                <a:cubicBezTo>
                  <a:pt x="70829" y="123746"/>
                  <a:pt x="77943" y="111795"/>
                  <a:pt x="86475" y="100337"/>
                </a:cubicBezTo>
                <a:cubicBezTo>
                  <a:pt x="94997" y="88871"/>
                  <a:pt x="104196" y="78126"/>
                  <a:pt x="114071" y="68114"/>
                </a:cubicBezTo>
                <a:cubicBezTo>
                  <a:pt x="123956" y="58101"/>
                  <a:pt x="133155" y="49240"/>
                  <a:pt x="141668" y="41550"/>
                </a:cubicBezTo>
                <a:cubicBezTo>
                  <a:pt x="143049" y="40380"/>
                  <a:pt x="144503" y="39493"/>
                  <a:pt x="146039" y="38880"/>
                </a:cubicBezTo>
                <a:cubicBezTo>
                  <a:pt x="147566" y="38277"/>
                  <a:pt x="149175" y="37975"/>
                  <a:pt x="150876" y="37975"/>
                </a:cubicBezTo>
                <a:cubicBezTo>
                  <a:pt x="152577" y="37975"/>
                  <a:pt x="154186" y="38277"/>
                  <a:pt x="155713" y="38880"/>
                </a:cubicBezTo>
                <a:cubicBezTo>
                  <a:pt x="157249" y="39493"/>
                  <a:pt x="158703" y="40380"/>
                  <a:pt x="160084" y="41550"/>
                </a:cubicBezTo>
                <a:cubicBezTo>
                  <a:pt x="168615" y="49240"/>
                  <a:pt x="177814" y="58101"/>
                  <a:pt x="187681" y="68114"/>
                </a:cubicBezTo>
                <a:cubicBezTo>
                  <a:pt x="197556" y="78126"/>
                  <a:pt x="206755" y="88871"/>
                  <a:pt x="215277" y="100337"/>
                </a:cubicBezTo>
                <a:cubicBezTo>
                  <a:pt x="223809" y="111795"/>
                  <a:pt x="230923" y="123746"/>
                  <a:pt x="236619" y="136200"/>
                </a:cubicBezTo>
                <a:cubicBezTo>
                  <a:pt x="242325" y="148627"/>
                  <a:pt x="245178" y="161072"/>
                  <a:pt x="245178" y="173535"/>
                </a:cubicBezTo>
                <a:cubicBezTo>
                  <a:pt x="245178" y="201077"/>
                  <a:pt x="236180" y="224092"/>
                  <a:pt x="218203" y="242599"/>
                </a:cubicBezTo>
                <a:cubicBezTo>
                  <a:pt x="200226" y="261079"/>
                  <a:pt x="177769" y="270324"/>
                  <a:pt x="150849" y="270324"/>
                </a:cubicBezTo>
                <a:cubicBezTo>
                  <a:pt x="123919" y="270324"/>
                  <a:pt x="101471" y="261070"/>
                  <a:pt x="83512" y="242563"/>
                </a:cubicBezTo>
                <a:close/>
                <a:moveTo>
                  <a:pt x="208117" y="232477"/>
                </a:moveTo>
                <a:cubicBezTo>
                  <a:pt x="223306" y="216759"/>
                  <a:pt x="230904" y="197090"/>
                  <a:pt x="230904" y="173480"/>
                </a:cubicBezTo>
                <a:cubicBezTo>
                  <a:pt x="230904" y="157240"/>
                  <a:pt x="224092" y="138824"/>
                  <a:pt x="210477" y="118250"/>
                </a:cubicBezTo>
                <a:cubicBezTo>
                  <a:pt x="196852" y="97667"/>
                  <a:pt x="176973" y="75731"/>
                  <a:pt x="150849" y="52432"/>
                </a:cubicBezTo>
                <a:cubicBezTo>
                  <a:pt x="124715" y="75731"/>
                  <a:pt x="104836" y="97667"/>
                  <a:pt x="91221" y="118250"/>
                </a:cubicBezTo>
                <a:cubicBezTo>
                  <a:pt x="77596" y="138824"/>
                  <a:pt x="70784" y="157240"/>
                  <a:pt x="70784" y="173480"/>
                </a:cubicBezTo>
                <a:cubicBezTo>
                  <a:pt x="70784" y="197090"/>
                  <a:pt x="78382" y="216759"/>
                  <a:pt x="93571" y="232477"/>
                </a:cubicBezTo>
                <a:cubicBezTo>
                  <a:pt x="108768" y="248196"/>
                  <a:pt x="127861" y="256050"/>
                  <a:pt x="150849" y="256050"/>
                </a:cubicBezTo>
                <a:cubicBezTo>
                  <a:pt x="173837" y="256050"/>
                  <a:pt x="192920" y="248196"/>
                  <a:pt x="208117" y="232477"/>
                </a:cubicBezTo>
                <a:close/>
                <a:moveTo>
                  <a:pt x="150876" y="151854"/>
                </a:moveTo>
                <a:close/>
                <a:moveTo>
                  <a:pt x="151159" y="235175"/>
                </a:moveTo>
                <a:cubicBezTo>
                  <a:pt x="153948" y="235092"/>
                  <a:pt x="156070" y="234571"/>
                  <a:pt x="157542" y="233611"/>
                </a:cubicBezTo>
                <a:cubicBezTo>
                  <a:pt x="159005" y="232642"/>
                  <a:pt x="159737" y="231215"/>
                  <a:pt x="159737" y="229332"/>
                </a:cubicBezTo>
                <a:cubicBezTo>
                  <a:pt x="159737" y="227448"/>
                  <a:pt x="158996" y="226012"/>
                  <a:pt x="157505" y="225025"/>
                </a:cubicBezTo>
                <a:cubicBezTo>
                  <a:pt x="156024" y="224037"/>
                  <a:pt x="153839" y="223553"/>
                  <a:pt x="150967" y="223553"/>
                </a:cubicBezTo>
                <a:cubicBezTo>
                  <a:pt x="142253" y="223717"/>
                  <a:pt x="133009" y="220901"/>
                  <a:pt x="123243" y="215094"/>
                </a:cubicBezTo>
                <a:cubicBezTo>
                  <a:pt x="113486" y="209288"/>
                  <a:pt x="107341" y="199367"/>
                  <a:pt x="104827" y="185331"/>
                </a:cubicBezTo>
                <a:cubicBezTo>
                  <a:pt x="104488" y="183438"/>
                  <a:pt x="103730" y="182002"/>
                  <a:pt x="102532" y="181024"/>
                </a:cubicBezTo>
                <a:cubicBezTo>
                  <a:pt x="101343" y="180036"/>
                  <a:pt x="100026" y="179542"/>
                  <a:pt x="98600" y="179542"/>
                </a:cubicBezTo>
                <a:cubicBezTo>
                  <a:pt x="96780" y="179542"/>
                  <a:pt x="95344" y="180256"/>
                  <a:pt x="94293" y="181682"/>
                </a:cubicBezTo>
                <a:cubicBezTo>
                  <a:pt x="93251" y="183109"/>
                  <a:pt x="92894" y="184764"/>
                  <a:pt x="93232" y="186647"/>
                </a:cubicBezTo>
                <a:cubicBezTo>
                  <a:pt x="96369" y="203939"/>
                  <a:pt x="103940" y="216356"/>
                  <a:pt x="115928" y="223927"/>
                </a:cubicBezTo>
                <a:cubicBezTo>
                  <a:pt x="127888" y="231508"/>
                  <a:pt x="139647" y="235266"/>
                  <a:pt x="151187" y="235175"/>
                </a:cubicBez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小節"/>
          <p:cNvSpPr/>
          <p:nvPr/>
        </p:nvSpPr>
        <p:spPr>
          <a:xfrm>
            <a:off x="548640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488" y="308308"/>
                  </a:moveTo>
                  <a:cubicBezTo>
                    <a:pt x="78574" y="308308"/>
                    <a:pt x="75273" y="306955"/>
                    <a:pt x="72585" y="304267"/>
                  </a:cubicBezTo>
                  <a:cubicBezTo>
                    <a:pt x="69888" y="301578"/>
                    <a:pt x="68543" y="298268"/>
                    <a:pt x="68543" y="294364"/>
                  </a:cubicBezTo>
                  <a:cubicBezTo>
                    <a:pt x="68543" y="290450"/>
                    <a:pt x="69888" y="287149"/>
                    <a:pt x="72585" y="284452"/>
                  </a:cubicBezTo>
                  <a:cubicBezTo>
                    <a:pt x="75273" y="281763"/>
                    <a:pt x="78574" y="280419"/>
                    <a:pt x="82488" y="280419"/>
                  </a:cubicBezTo>
                  <a:lnTo>
                    <a:pt x="116056" y="280419"/>
                  </a:lnTo>
                  <a:lnTo>
                    <a:pt x="75785" y="144402"/>
                  </a:lnTo>
                  <a:cubicBezTo>
                    <a:pt x="68132" y="140891"/>
                    <a:pt x="62152" y="136118"/>
                    <a:pt x="57836" y="130073"/>
                  </a:cubicBezTo>
                  <a:cubicBezTo>
                    <a:pt x="53520" y="124029"/>
                    <a:pt x="51362" y="116165"/>
                    <a:pt x="51362" y="106491"/>
                  </a:cubicBezTo>
                  <a:cubicBezTo>
                    <a:pt x="51362" y="95335"/>
                    <a:pt x="55376" y="85752"/>
                    <a:pt x="63395" y="77724"/>
                  </a:cubicBezTo>
                  <a:cubicBezTo>
                    <a:pt x="71424" y="69696"/>
                    <a:pt x="81016" y="65681"/>
                    <a:pt x="92162" y="65681"/>
                  </a:cubicBezTo>
                  <a:cubicBezTo>
                    <a:pt x="102651" y="65681"/>
                    <a:pt x="111392" y="68644"/>
                    <a:pt x="118378" y="74560"/>
                  </a:cubicBezTo>
                  <a:cubicBezTo>
                    <a:pt x="125364" y="80476"/>
                    <a:pt x="129973" y="88240"/>
                    <a:pt x="132204" y="97841"/>
                  </a:cubicBezTo>
                  <a:lnTo>
                    <a:pt x="189436" y="97841"/>
                  </a:lnTo>
                  <a:lnTo>
                    <a:pt x="189436" y="73454"/>
                  </a:lnTo>
                  <a:cubicBezTo>
                    <a:pt x="189436" y="71095"/>
                    <a:pt x="190314" y="69065"/>
                    <a:pt x="192061" y="67364"/>
                  </a:cubicBezTo>
                  <a:cubicBezTo>
                    <a:pt x="193816" y="65663"/>
                    <a:pt x="195819" y="64804"/>
                    <a:pt x="198086" y="64804"/>
                  </a:cubicBezTo>
                  <a:cubicBezTo>
                    <a:pt x="200491" y="64804"/>
                    <a:pt x="202448" y="65736"/>
                    <a:pt x="203948" y="67592"/>
                  </a:cubicBezTo>
                  <a:cubicBezTo>
                    <a:pt x="205475" y="69440"/>
                    <a:pt x="206133" y="71579"/>
                    <a:pt x="205932" y="73993"/>
                  </a:cubicBezTo>
                  <a:lnTo>
                    <a:pt x="205932" y="76051"/>
                  </a:lnTo>
                  <a:lnTo>
                    <a:pt x="234809" y="48765"/>
                  </a:lnTo>
                  <a:cubicBezTo>
                    <a:pt x="236738" y="46836"/>
                    <a:pt x="239152" y="45601"/>
                    <a:pt x="242051" y="45071"/>
                  </a:cubicBezTo>
                  <a:cubicBezTo>
                    <a:pt x="244922" y="44540"/>
                    <a:pt x="247866" y="44979"/>
                    <a:pt x="250893" y="46406"/>
                  </a:cubicBezTo>
                  <a:lnTo>
                    <a:pt x="309908" y="74642"/>
                  </a:lnTo>
                  <a:cubicBezTo>
                    <a:pt x="311810" y="75603"/>
                    <a:pt x="313209" y="77038"/>
                    <a:pt x="314096" y="78940"/>
                  </a:cubicBezTo>
                  <a:cubicBezTo>
                    <a:pt x="314983" y="80851"/>
                    <a:pt x="314901" y="82863"/>
                    <a:pt x="313831" y="85003"/>
                  </a:cubicBezTo>
                  <a:cubicBezTo>
                    <a:pt x="312761" y="87060"/>
                    <a:pt x="311243" y="88294"/>
                    <a:pt x="309259" y="88697"/>
                  </a:cubicBezTo>
                  <a:cubicBezTo>
                    <a:pt x="307275" y="89099"/>
                    <a:pt x="305346" y="88770"/>
                    <a:pt x="303471" y="87709"/>
                  </a:cubicBezTo>
                  <a:lnTo>
                    <a:pt x="243953" y="59134"/>
                  </a:lnTo>
                  <a:lnTo>
                    <a:pt x="206773" y="95820"/>
                  </a:lnTo>
                  <a:lnTo>
                    <a:pt x="206773" y="116092"/>
                  </a:lnTo>
                  <a:lnTo>
                    <a:pt x="243916" y="153546"/>
                  </a:lnTo>
                  <a:lnTo>
                    <a:pt x="303425" y="124742"/>
                  </a:lnTo>
                  <a:cubicBezTo>
                    <a:pt x="305583" y="123673"/>
                    <a:pt x="307558" y="123380"/>
                    <a:pt x="309332" y="123865"/>
                  </a:cubicBezTo>
                  <a:cubicBezTo>
                    <a:pt x="311134" y="124349"/>
                    <a:pt x="312624" y="125620"/>
                    <a:pt x="313795" y="127678"/>
                  </a:cubicBezTo>
                  <a:cubicBezTo>
                    <a:pt x="314782" y="129836"/>
                    <a:pt x="314846" y="131930"/>
                    <a:pt x="313987" y="133960"/>
                  </a:cubicBezTo>
                  <a:cubicBezTo>
                    <a:pt x="313145" y="136017"/>
                    <a:pt x="311701" y="137581"/>
                    <a:pt x="309643" y="138650"/>
                  </a:cubicBezTo>
                  <a:lnTo>
                    <a:pt x="251917" y="165625"/>
                  </a:lnTo>
                  <a:cubicBezTo>
                    <a:pt x="248744" y="167198"/>
                    <a:pt x="245681" y="167893"/>
                    <a:pt x="242737" y="167719"/>
                  </a:cubicBezTo>
                  <a:cubicBezTo>
                    <a:pt x="239765" y="167536"/>
                    <a:pt x="237113" y="166329"/>
                    <a:pt x="234772" y="164098"/>
                  </a:cubicBezTo>
                  <a:lnTo>
                    <a:pt x="205895" y="137123"/>
                  </a:lnTo>
                  <a:lnTo>
                    <a:pt x="205895" y="139181"/>
                  </a:lnTo>
                  <a:cubicBezTo>
                    <a:pt x="206097" y="142253"/>
                    <a:pt x="205438" y="144548"/>
                    <a:pt x="203911" y="146075"/>
                  </a:cubicBezTo>
                  <a:cubicBezTo>
                    <a:pt x="202384" y="147602"/>
                    <a:pt x="200427" y="148361"/>
                    <a:pt x="198041" y="148361"/>
                  </a:cubicBezTo>
                  <a:cubicBezTo>
                    <a:pt x="195782" y="148361"/>
                    <a:pt x="193780" y="147484"/>
                    <a:pt x="192024" y="145737"/>
                  </a:cubicBezTo>
                  <a:cubicBezTo>
                    <a:pt x="190268" y="143981"/>
                    <a:pt x="189400" y="141970"/>
                    <a:pt x="189400" y="139711"/>
                  </a:cubicBezTo>
                  <a:lnTo>
                    <a:pt x="189400" y="115105"/>
                  </a:lnTo>
                  <a:lnTo>
                    <a:pt x="131600" y="115105"/>
                  </a:lnTo>
                  <a:cubicBezTo>
                    <a:pt x="131390" y="118534"/>
                    <a:pt x="130357" y="122036"/>
                    <a:pt x="128473" y="125620"/>
                  </a:cubicBezTo>
                  <a:cubicBezTo>
                    <a:pt x="126571" y="129168"/>
                    <a:pt x="124432" y="132021"/>
                    <a:pt x="122072" y="134152"/>
                  </a:cubicBezTo>
                  <a:lnTo>
                    <a:pt x="198544" y="280419"/>
                  </a:lnTo>
                  <a:lnTo>
                    <a:pt x="245096" y="280419"/>
                  </a:lnTo>
                  <a:cubicBezTo>
                    <a:pt x="249009" y="280419"/>
                    <a:pt x="252310" y="281763"/>
                    <a:pt x="255008" y="284452"/>
                  </a:cubicBezTo>
                  <a:cubicBezTo>
                    <a:pt x="257696" y="287149"/>
                    <a:pt x="259040" y="290450"/>
                    <a:pt x="259040" y="294364"/>
                  </a:cubicBezTo>
                  <a:cubicBezTo>
                    <a:pt x="259040" y="298268"/>
                    <a:pt x="257696" y="301578"/>
                    <a:pt x="255008" y="304267"/>
                  </a:cubicBezTo>
                  <a:cubicBezTo>
                    <a:pt x="252310" y="306955"/>
                    <a:pt x="249009" y="308308"/>
                    <a:pt x="245096" y="308308"/>
                  </a:cubicBezTo>
                  <a:lnTo>
                    <a:pt x="82488" y="308308"/>
                  </a:lnTo>
                  <a:close/>
                  <a:moveTo>
                    <a:pt x="108887" y="123179"/>
                  </a:moveTo>
                  <a:cubicBezTo>
                    <a:pt x="113440" y="118634"/>
                    <a:pt x="115708" y="113056"/>
                    <a:pt x="115708" y="106454"/>
                  </a:cubicBezTo>
                  <a:cubicBezTo>
                    <a:pt x="115708" y="99770"/>
                    <a:pt x="113440" y="94183"/>
                    <a:pt x="108887" y="89684"/>
                  </a:cubicBezTo>
                  <a:cubicBezTo>
                    <a:pt x="104342" y="85195"/>
                    <a:pt x="98755" y="82945"/>
                    <a:pt x="92126" y="82945"/>
                  </a:cubicBezTo>
                  <a:cubicBezTo>
                    <a:pt x="85496" y="82945"/>
                    <a:pt x="79919" y="85195"/>
                    <a:pt x="75401" y="89684"/>
                  </a:cubicBezTo>
                  <a:cubicBezTo>
                    <a:pt x="70903" y="94183"/>
                    <a:pt x="68653" y="99770"/>
                    <a:pt x="68653" y="106454"/>
                  </a:cubicBezTo>
                  <a:cubicBezTo>
                    <a:pt x="68653" y="113029"/>
                    <a:pt x="70903" y="118607"/>
                    <a:pt x="75401" y="123179"/>
                  </a:cubicBezTo>
                  <a:cubicBezTo>
                    <a:pt x="79900" y="127723"/>
                    <a:pt x="85469" y="130000"/>
                    <a:pt x="92126" y="130000"/>
                  </a:cubicBezTo>
                  <a:cubicBezTo>
                    <a:pt x="98755" y="130000"/>
                    <a:pt x="104342" y="127723"/>
                    <a:pt x="108887" y="123179"/>
                  </a:cubicBezTo>
                  <a:close/>
                  <a:moveTo>
                    <a:pt x="135176" y="280419"/>
                  </a:moveTo>
                  <a:lnTo>
                    <a:pt x="179186" y="280419"/>
                  </a:lnTo>
                  <a:lnTo>
                    <a:pt x="107177" y="142189"/>
                  </a:lnTo>
                  <a:cubicBezTo>
                    <a:pt x="105933" y="142976"/>
                    <a:pt x="103976" y="143725"/>
                    <a:pt x="101306" y="144439"/>
                  </a:cubicBezTo>
                  <a:cubicBezTo>
                    <a:pt x="98645" y="145152"/>
                    <a:pt x="96369" y="145527"/>
                    <a:pt x="94485" y="145582"/>
                  </a:cubicBezTo>
                  <a:lnTo>
                    <a:pt x="135176" y="280419"/>
                  </a:lnTo>
                  <a:close/>
                  <a:moveTo>
                    <a:pt x="179186" y="280419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657"/>
                  </a:moveTo>
                  <a:cubicBezTo>
                    <a:pt x="275984" y="263283"/>
                    <a:pt x="279185" y="255456"/>
                    <a:pt x="279185" y="246175"/>
                  </a:cubicBezTo>
                  <a:cubicBezTo>
                    <a:pt x="279185" y="236875"/>
                    <a:pt x="276002" y="229021"/>
                    <a:pt x="269657" y="222629"/>
                  </a:cubicBezTo>
                  <a:cubicBezTo>
                    <a:pt x="263283" y="216237"/>
                    <a:pt x="255456" y="213037"/>
                    <a:pt x="246175" y="213037"/>
                  </a:cubicBezTo>
                  <a:cubicBezTo>
                    <a:pt x="236875" y="213037"/>
                    <a:pt x="229021" y="216219"/>
                    <a:pt x="222629" y="222565"/>
                  </a:cubicBezTo>
                  <a:cubicBezTo>
                    <a:pt x="216237" y="228938"/>
                    <a:pt x="213037" y="236766"/>
                    <a:pt x="213037" y="246047"/>
                  </a:cubicBezTo>
                  <a:cubicBezTo>
                    <a:pt x="213037" y="255346"/>
                    <a:pt x="216219" y="263201"/>
                    <a:pt x="222565" y="269593"/>
                  </a:cubicBezTo>
                  <a:cubicBezTo>
                    <a:pt x="228938" y="275984"/>
                    <a:pt x="236766" y="279185"/>
                    <a:pt x="246047" y="279185"/>
                  </a:cubicBezTo>
                  <a:cubicBezTo>
                    <a:pt x="255346" y="279185"/>
                    <a:pt x="263201" y="276002"/>
                    <a:pt x="269593" y="269657"/>
                  </a:cubicBezTo>
                  <a:close/>
                  <a:moveTo>
                    <a:pt x="246275" y="299027"/>
                  </a:moveTo>
                  <a:cubicBezTo>
                    <a:pt x="231618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618"/>
                    <a:pt x="299027" y="246275"/>
                  </a:cubicBezTo>
                  <a:cubicBezTo>
                    <a:pt x="299027" y="251012"/>
                    <a:pt x="298195" y="255867"/>
                    <a:pt x="296540" y="260823"/>
                  </a:cubicBezTo>
                  <a:cubicBezTo>
                    <a:pt x="294894" y="265789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31" y="307622"/>
                    <a:pt x="320022" y="310265"/>
                  </a:cubicBezTo>
                  <a:cubicBezTo>
                    <a:pt x="319912" y="312917"/>
                    <a:pt x="318870" y="315276"/>
                    <a:pt x="316885" y="317343"/>
                  </a:cubicBezTo>
                  <a:cubicBezTo>
                    <a:pt x="314901" y="319244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789" y="295168"/>
                    <a:pt x="260823" y="296714"/>
                  </a:cubicBezTo>
                  <a:cubicBezTo>
                    <a:pt x="255867" y="298250"/>
                    <a:pt x="251012" y="299027"/>
                    <a:pt x="246275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64"/>
                    <a:pt x="137937" y="303105"/>
                    <a:pt x="139857" y="301203"/>
                  </a:cubicBezTo>
                  <a:cubicBezTo>
                    <a:pt x="141769" y="299311"/>
                    <a:pt x="144146" y="298360"/>
                    <a:pt x="146962" y="298360"/>
                  </a:cubicBezTo>
                  <a:cubicBezTo>
                    <a:pt x="149788" y="298360"/>
                    <a:pt x="152138" y="299311"/>
                    <a:pt x="154012" y="301203"/>
                  </a:cubicBezTo>
                  <a:cubicBezTo>
                    <a:pt x="155887" y="303105"/>
                    <a:pt x="156820" y="305464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00" y="355244"/>
                    <a:pt x="208959" y="356205"/>
                    <a:pt x="210861" y="358125"/>
                  </a:cubicBezTo>
                  <a:cubicBezTo>
                    <a:pt x="212753" y="360036"/>
                    <a:pt x="213704" y="362413"/>
                    <a:pt x="213704" y="365230"/>
                  </a:cubicBezTo>
                  <a:cubicBezTo>
                    <a:pt x="213704" y="368055"/>
                    <a:pt x="212753" y="370405"/>
                    <a:pt x="210861" y="372280"/>
                  </a:cubicBezTo>
                  <a:cubicBezTo>
                    <a:pt x="208959" y="374154"/>
                    <a:pt x="206600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64" y="375087"/>
                    <a:pt x="303105" y="374127"/>
                    <a:pt x="301203" y="372207"/>
                  </a:cubicBezTo>
                  <a:cubicBezTo>
                    <a:pt x="299311" y="370295"/>
                    <a:pt x="298360" y="367918"/>
                    <a:pt x="298360" y="365102"/>
                  </a:cubicBezTo>
                  <a:cubicBezTo>
                    <a:pt x="298360" y="362276"/>
                    <a:pt x="299311" y="359926"/>
                    <a:pt x="301203" y="358052"/>
                  </a:cubicBezTo>
                  <a:cubicBezTo>
                    <a:pt x="303105" y="356177"/>
                    <a:pt x="305464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64"/>
                    <a:pt x="356205" y="303105"/>
                    <a:pt x="358125" y="301203"/>
                  </a:cubicBezTo>
                  <a:cubicBezTo>
                    <a:pt x="360036" y="299311"/>
                    <a:pt x="362413" y="298360"/>
                    <a:pt x="365230" y="298360"/>
                  </a:cubicBezTo>
                  <a:cubicBezTo>
                    <a:pt x="368055" y="298360"/>
                    <a:pt x="370405" y="299311"/>
                    <a:pt x="372280" y="301203"/>
                  </a:cubicBezTo>
                  <a:cubicBezTo>
                    <a:pt x="374154" y="303105"/>
                    <a:pt x="375087" y="305464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00" y="136977"/>
                    <a:pt x="208959" y="137937"/>
                    <a:pt x="210861" y="139857"/>
                  </a:cubicBezTo>
                  <a:cubicBezTo>
                    <a:pt x="212753" y="141769"/>
                    <a:pt x="213704" y="144146"/>
                    <a:pt x="213704" y="146962"/>
                  </a:cubicBezTo>
                  <a:cubicBezTo>
                    <a:pt x="213704" y="149788"/>
                    <a:pt x="212753" y="152138"/>
                    <a:pt x="210861" y="154012"/>
                  </a:cubicBezTo>
                  <a:cubicBezTo>
                    <a:pt x="208959" y="155887"/>
                    <a:pt x="206600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00"/>
                    <a:pt x="155859" y="208959"/>
                    <a:pt x="153939" y="210861"/>
                  </a:cubicBezTo>
                  <a:cubicBezTo>
                    <a:pt x="152028" y="212753"/>
                    <a:pt x="149651" y="213704"/>
                    <a:pt x="146834" y="213704"/>
                  </a:cubicBezTo>
                  <a:cubicBezTo>
                    <a:pt x="144009" y="213704"/>
                    <a:pt x="141659" y="212753"/>
                    <a:pt x="139784" y="210861"/>
                  </a:cubicBezTo>
                  <a:cubicBezTo>
                    <a:pt x="137910" y="208959"/>
                    <a:pt x="136977" y="206600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64" y="156820"/>
                    <a:pt x="303105" y="155859"/>
                    <a:pt x="301203" y="153939"/>
                  </a:cubicBezTo>
                  <a:cubicBezTo>
                    <a:pt x="299311" y="152028"/>
                    <a:pt x="298360" y="149651"/>
                    <a:pt x="298360" y="146834"/>
                  </a:cubicBezTo>
                  <a:cubicBezTo>
                    <a:pt x="298360" y="144009"/>
                    <a:pt x="299311" y="141659"/>
                    <a:pt x="301203" y="139784"/>
                  </a:cubicBezTo>
                  <a:cubicBezTo>
                    <a:pt x="303105" y="137910"/>
                    <a:pt x="305464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00"/>
                    <a:pt x="374127" y="208959"/>
                    <a:pt x="372207" y="210861"/>
                  </a:cubicBezTo>
                  <a:cubicBezTo>
                    <a:pt x="370295" y="212753"/>
                    <a:pt x="367918" y="213704"/>
                    <a:pt x="365102" y="213704"/>
                  </a:cubicBezTo>
                  <a:cubicBezTo>
                    <a:pt x="362276" y="213704"/>
                    <a:pt x="359926" y="212753"/>
                    <a:pt x="358052" y="210861"/>
                  </a:cubicBezTo>
                  <a:cubicBezTo>
                    <a:pt x="356177" y="208959"/>
                    <a:pt x="355244" y="206600"/>
                    <a:pt x="355244" y="203783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36" y="304669"/>
                    <a:pt x="161008" y="297784"/>
                  </a:cubicBezTo>
                  <a:cubicBezTo>
                    <a:pt x="154579" y="290898"/>
                    <a:pt x="150913" y="283117"/>
                    <a:pt x="150007" y="274421"/>
                  </a:cubicBezTo>
                  <a:cubicBezTo>
                    <a:pt x="139318" y="273515"/>
                    <a:pt x="130403" y="269035"/>
                    <a:pt x="123243" y="260979"/>
                  </a:cubicBezTo>
                  <a:cubicBezTo>
                    <a:pt x="116092" y="252914"/>
                    <a:pt x="112517" y="243093"/>
                    <a:pt x="112517" y="231499"/>
                  </a:cubicBezTo>
                  <a:cubicBezTo>
                    <a:pt x="112517" y="227521"/>
                    <a:pt x="113011" y="223671"/>
                    <a:pt x="114007" y="219959"/>
                  </a:cubicBezTo>
                  <a:cubicBezTo>
                    <a:pt x="115004" y="216246"/>
                    <a:pt x="116504" y="212662"/>
                    <a:pt x="118497" y="209224"/>
                  </a:cubicBezTo>
                  <a:cubicBezTo>
                    <a:pt x="116504" y="205969"/>
                    <a:pt x="115004" y="202521"/>
                    <a:pt x="114007" y="198900"/>
                  </a:cubicBezTo>
                  <a:cubicBezTo>
                    <a:pt x="113011" y="195279"/>
                    <a:pt x="112517" y="191384"/>
                    <a:pt x="112517" y="187223"/>
                  </a:cubicBezTo>
                  <a:cubicBezTo>
                    <a:pt x="112517" y="176351"/>
                    <a:pt x="116275" y="167024"/>
                    <a:pt x="123791" y="159243"/>
                  </a:cubicBezTo>
                  <a:cubicBezTo>
                    <a:pt x="131308" y="151452"/>
                    <a:pt x="140223" y="146926"/>
                    <a:pt x="150547" y="145655"/>
                  </a:cubicBezTo>
                  <a:cubicBezTo>
                    <a:pt x="150913" y="136419"/>
                    <a:pt x="154396" y="128592"/>
                    <a:pt x="161008" y="122164"/>
                  </a:cubicBezTo>
                  <a:cubicBezTo>
                    <a:pt x="167619" y="115736"/>
                    <a:pt x="175537" y="112517"/>
                    <a:pt x="184773" y="112517"/>
                  </a:cubicBezTo>
                  <a:cubicBezTo>
                    <a:pt x="190031" y="112517"/>
                    <a:pt x="194694" y="113468"/>
                    <a:pt x="198763" y="115370"/>
                  </a:cubicBezTo>
                  <a:cubicBezTo>
                    <a:pt x="202841" y="117272"/>
                    <a:pt x="206691" y="120033"/>
                    <a:pt x="210312" y="123654"/>
                  </a:cubicBezTo>
                  <a:cubicBezTo>
                    <a:pt x="213933" y="120033"/>
                    <a:pt x="217737" y="117272"/>
                    <a:pt x="221724" y="115370"/>
                  </a:cubicBezTo>
                  <a:cubicBezTo>
                    <a:pt x="225701" y="113468"/>
                    <a:pt x="230328" y="112517"/>
                    <a:pt x="235577" y="112517"/>
                  </a:cubicBezTo>
                  <a:cubicBezTo>
                    <a:pt x="244629" y="112517"/>
                    <a:pt x="252420" y="115736"/>
                    <a:pt x="258940" y="122164"/>
                  </a:cubicBezTo>
                  <a:cubicBezTo>
                    <a:pt x="265459" y="128592"/>
                    <a:pt x="268989" y="136419"/>
                    <a:pt x="269529" y="145655"/>
                  </a:cubicBezTo>
                  <a:cubicBezTo>
                    <a:pt x="280035" y="146560"/>
                    <a:pt x="289088" y="150958"/>
                    <a:pt x="296695" y="158831"/>
                  </a:cubicBezTo>
                  <a:cubicBezTo>
                    <a:pt x="304303" y="166713"/>
                    <a:pt x="308107" y="176177"/>
                    <a:pt x="308107" y="187223"/>
                  </a:cubicBezTo>
                  <a:cubicBezTo>
                    <a:pt x="308107" y="191384"/>
                    <a:pt x="307568" y="195325"/>
                    <a:pt x="306479" y="199037"/>
                  </a:cubicBezTo>
                  <a:cubicBezTo>
                    <a:pt x="305391" y="202750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32" y="253819"/>
                    <a:pt x="297381" y="261518"/>
                  </a:cubicBezTo>
                  <a:cubicBezTo>
                    <a:pt x="290221" y="269218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24" y="283885"/>
                    <a:pt x="223763" y="287058"/>
                  </a:cubicBezTo>
                  <a:cubicBezTo>
                    <a:pt x="227292" y="290221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01"/>
                    <a:pt x="242636" y="266950"/>
                  </a:cubicBezTo>
                  <a:cubicBezTo>
                    <a:pt x="239015" y="264508"/>
                    <a:pt x="235933" y="261473"/>
                    <a:pt x="233401" y="257852"/>
                  </a:cubicBezTo>
                  <a:cubicBezTo>
                    <a:pt x="231956" y="255858"/>
                    <a:pt x="231407" y="253819"/>
                    <a:pt x="231773" y="251743"/>
                  </a:cubicBezTo>
                  <a:cubicBezTo>
                    <a:pt x="232139" y="249659"/>
                    <a:pt x="233309" y="247894"/>
                    <a:pt x="235303" y="246440"/>
                  </a:cubicBezTo>
                  <a:cubicBezTo>
                    <a:pt x="237296" y="244995"/>
                    <a:pt x="239335" y="244447"/>
                    <a:pt x="241420" y="244812"/>
                  </a:cubicBezTo>
                  <a:cubicBezTo>
                    <a:pt x="243496" y="245178"/>
                    <a:pt x="245260" y="246349"/>
                    <a:pt x="246714" y="248342"/>
                  </a:cubicBezTo>
                  <a:cubicBezTo>
                    <a:pt x="249064" y="251606"/>
                    <a:pt x="251963" y="254093"/>
                    <a:pt x="255410" y="255813"/>
                  </a:cubicBezTo>
                  <a:cubicBezTo>
                    <a:pt x="258848" y="257532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286"/>
                    <a:pt x="291264" y="227558"/>
                  </a:cubicBezTo>
                  <a:cubicBezTo>
                    <a:pt x="290898" y="225839"/>
                    <a:pt x="290541" y="224074"/>
                    <a:pt x="290176" y="222263"/>
                  </a:cubicBezTo>
                  <a:cubicBezTo>
                    <a:pt x="286920" y="224622"/>
                    <a:pt x="283345" y="226387"/>
                    <a:pt x="279450" y="227558"/>
                  </a:cubicBezTo>
                  <a:cubicBezTo>
                    <a:pt x="275554" y="228737"/>
                    <a:pt x="271522" y="229332"/>
                    <a:pt x="267361" y="229332"/>
                  </a:cubicBezTo>
                  <a:cubicBezTo>
                    <a:pt x="265002" y="229332"/>
                    <a:pt x="263055" y="228554"/>
                    <a:pt x="261518" y="227018"/>
                  </a:cubicBezTo>
                  <a:cubicBezTo>
                    <a:pt x="259982" y="225482"/>
                    <a:pt x="259214" y="223534"/>
                    <a:pt x="259214" y="221175"/>
                  </a:cubicBezTo>
                  <a:cubicBezTo>
                    <a:pt x="259214" y="218825"/>
                    <a:pt x="259982" y="216877"/>
                    <a:pt x="261518" y="215341"/>
                  </a:cubicBezTo>
                  <a:cubicBezTo>
                    <a:pt x="263055" y="213796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24" y="169877"/>
                    <a:pt x="259077" y="173233"/>
                  </a:cubicBezTo>
                  <a:cubicBezTo>
                    <a:pt x="255721" y="176580"/>
                    <a:pt x="251871" y="179076"/>
                    <a:pt x="247528" y="180704"/>
                  </a:cubicBezTo>
                  <a:cubicBezTo>
                    <a:pt x="245352" y="181609"/>
                    <a:pt x="243276" y="181563"/>
                    <a:pt x="241283" y="180567"/>
                  </a:cubicBezTo>
                  <a:cubicBezTo>
                    <a:pt x="239289" y="179570"/>
                    <a:pt x="237927" y="177988"/>
                    <a:pt x="237205" y="175812"/>
                  </a:cubicBezTo>
                  <a:cubicBezTo>
                    <a:pt x="236482" y="173635"/>
                    <a:pt x="236574" y="171514"/>
                    <a:pt x="237479" y="169429"/>
                  </a:cubicBezTo>
                  <a:cubicBezTo>
                    <a:pt x="238384" y="167344"/>
                    <a:pt x="239920" y="165945"/>
                    <a:pt x="242097" y="165214"/>
                  </a:cubicBezTo>
                  <a:cubicBezTo>
                    <a:pt x="245352" y="164135"/>
                    <a:pt x="248031" y="161959"/>
                    <a:pt x="250107" y="158694"/>
                  </a:cubicBezTo>
                  <a:cubicBezTo>
                    <a:pt x="252192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03"/>
                    <a:pt x="223626" y="133566"/>
                  </a:cubicBezTo>
                  <a:cubicBezTo>
                    <a:pt x="220178" y="136739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491" y="136739"/>
                    <a:pt x="197135" y="133566"/>
                  </a:cubicBezTo>
                  <a:cubicBezTo>
                    <a:pt x="193789" y="130403"/>
                    <a:pt x="189665" y="128821"/>
                    <a:pt x="184773" y="128821"/>
                  </a:cubicBezTo>
                  <a:cubicBezTo>
                    <a:pt x="180064" y="128821"/>
                    <a:pt x="175949" y="130631"/>
                    <a:pt x="172419" y="134252"/>
                  </a:cubicBezTo>
                  <a:cubicBezTo>
                    <a:pt x="168881" y="137873"/>
                    <a:pt x="167116" y="142308"/>
                    <a:pt x="167116" y="147557"/>
                  </a:cubicBezTo>
                  <a:cubicBezTo>
                    <a:pt x="167116" y="151726"/>
                    <a:pt x="168112" y="155393"/>
                    <a:pt x="170106" y="158566"/>
                  </a:cubicBezTo>
                  <a:cubicBezTo>
                    <a:pt x="172099" y="161730"/>
                    <a:pt x="174724" y="163860"/>
                    <a:pt x="177988" y="164949"/>
                  </a:cubicBezTo>
                  <a:cubicBezTo>
                    <a:pt x="180155" y="165671"/>
                    <a:pt x="181746" y="167070"/>
                    <a:pt x="182743" y="169155"/>
                  </a:cubicBezTo>
                  <a:cubicBezTo>
                    <a:pt x="183740" y="171240"/>
                    <a:pt x="183868" y="173279"/>
                    <a:pt x="183145" y="175272"/>
                  </a:cubicBezTo>
                  <a:cubicBezTo>
                    <a:pt x="182240" y="177439"/>
                    <a:pt x="180749" y="179076"/>
                    <a:pt x="178665" y="180155"/>
                  </a:cubicBezTo>
                  <a:cubicBezTo>
                    <a:pt x="176580" y="181243"/>
                    <a:pt x="174458" y="181335"/>
                    <a:pt x="172282" y="180429"/>
                  </a:cubicBezTo>
                  <a:cubicBezTo>
                    <a:pt x="167939" y="178985"/>
                    <a:pt x="164135" y="176580"/>
                    <a:pt x="160870" y="173233"/>
                  </a:cubicBezTo>
                  <a:cubicBezTo>
                    <a:pt x="157615" y="169877"/>
                    <a:pt x="155073" y="166037"/>
                    <a:pt x="153263" y="161684"/>
                  </a:cubicBezTo>
                  <a:cubicBezTo>
                    <a:pt x="146926" y="162233"/>
                    <a:pt x="141266" y="164903"/>
                    <a:pt x="136282" y="169703"/>
                  </a:cubicBezTo>
                  <a:cubicBezTo>
                    <a:pt x="131308" y="174495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569" y="213796"/>
                    <a:pt x="159106" y="215341"/>
                  </a:cubicBezTo>
                  <a:cubicBezTo>
                    <a:pt x="160642" y="216877"/>
                    <a:pt x="161419" y="218825"/>
                    <a:pt x="161419" y="221175"/>
                  </a:cubicBezTo>
                  <a:cubicBezTo>
                    <a:pt x="161419" y="223534"/>
                    <a:pt x="160642" y="225482"/>
                    <a:pt x="159106" y="227018"/>
                  </a:cubicBezTo>
                  <a:cubicBezTo>
                    <a:pt x="157569" y="228554"/>
                    <a:pt x="155622" y="229332"/>
                    <a:pt x="153263" y="229332"/>
                  </a:cubicBezTo>
                  <a:cubicBezTo>
                    <a:pt x="149102" y="229332"/>
                    <a:pt x="145070" y="228691"/>
                    <a:pt x="141174" y="227430"/>
                  </a:cubicBezTo>
                  <a:cubicBezTo>
                    <a:pt x="137279" y="226159"/>
                    <a:pt x="133704" y="224439"/>
                    <a:pt x="130448" y="222263"/>
                  </a:cubicBezTo>
                  <a:cubicBezTo>
                    <a:pt x="129900" y="223717"/>
                    <a:pt x="129497" y="225253"/>
                    <a:pt x="129223" y="226881"/>
                  </a:cubicBezTo>
                  <a:cubicBezTo>
                    <a:pt x="128949" y="228509"/>
                    <a:pt x="128821" y="230145"/>
                    <a:pt x="128821" y="231773"/>
                  </a:cubicBezTo>
                  <a:cubicBezTo>
                    <a:pt x="128821" y="239564"/>
                    <a:pt x="131216" y="245946"/>
                    <a:pt x="136017" y="250921"/>
                  </a:cubicBezTo>
                  <a:cubicBezTo>
                    <a:pt x="140818" y="255904"/>
                    <a:pt x="146651" y="258391"/>
                    <a:pt x="153537" y="258391"/>
                  </a:cubicBezTo>
                  <a:cubicBezTo>
                    <a:pt x="157524" y="258391"/>
                    <a:pt x="161282" y="257486"/>
                    <a:pt x="164811" y="255675"/>
                  </a:cubicBezTo>
                  <a:cubicBezTo>
                    <a:pt x="168341" y="253865"/>
                    <a:pt x="171285" y="251423"/>
                    <a:pt x="173635" y="248342"/>
                  </a:cubicBezTo>
                  <a:cubicBezTo>
                    <a:pt x="175089" y="246531"/>
                    <a:pt x="176900" y="245398"/>
                    <a:pt x="179076" y="244949"/>
                  </a:cubicBezTo>
                  <a:cubicBezTo>
                    <a:pt x="181243" y="244492"/>
                    <a:pt x="183237" y="244995"/>
                    <a:pt x="185047" y="246440"/>
                  </a:cubicBezTo>
                  <a:cubicBezTo>
                    <a:pt x="186858" y="247894"/>
                    <a:pt x="187991" y="249704"/>
                    <a:pt x="188440" y="251871"/>
                  </a:cubicBezTo>
                  <a:cubicBezTo>
                    <a:pt x="188897" y="254048"/>
                    <a:pt x="188403" y="256041"/>
                    <a:pt x="186949" y="257852"/>
                  </a:cubicBezTo>
                  <a:cubicBezTo>
                    <a:pt x="184416" y="261473"/>
                    <a:pt x="181380" y="264508"/>
                    <a:pt x="177851" y="266950"/>
                  </a:cubicBezTo>
                  <a:cubicBezTo>
                    <a:pt x="174321" y="269401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21"/>
                    <a:pt x="196998" y="287058"/>
                  </a:cubicBezTo>
                  <a:cubicBezTo>
                    <a:pt x="200446" y="283885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4F5BD5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649" y="204442"/>
                  </a:moveTo>
                  <a:lnTo>
                    <a:pt x="137654" y="174614"/>
                  </a:lnTo>
                  <a:cubicBezTo>
                    <a:pt x="135953" y="172758"/>
                    <a:pt x="133850" y="171807"/>
                    <a:pt x="131326" y="171752"/>
                  </a:cubicBezTo>
                  <a:cubicBezTo>
                    <a:pt x="128821" y="171706"/>
                    <a:pt x="126635" y="172529"/>
                    <a:pt x="124779" y="174230"/>
                  </a:cubicBezTo>
                  <a:cubicBezTo>
                    <a:pt x="122722" y="176187"/>
                    <a:pt x="121688" y="178399"/>
                    <a:pt x="121688" y="180859"/>
                  </a:cubicBezTo>
                  <a:cubicBezTo>
                    <a:pt x="121688" y="183328"/>
                    <a:pt x="122722" y="185532"/>
                    <a:pt x="124779" y="187489"/>
                  </a:cubicBezTo>
                  <a:lnTo>
                    <a:pt x="158950" y="221440"/>
                  </a:lnTo>
                  <a:cubicBezTo>
                    <a:pt x="161136" y="223726"/>
                    <a:pt x="163678" y="224869"/>
                    <a:pt x="166576" y="224869"/>
                  </a:cubicBezTo>
                  <a:cubicBezTo>
                    <a:pt x="169466" y="224869"/>
                    <a:pt x="172063" y="223726"/>
                    <a:pt x="174349" y="221440"/>
                  </a:cubicBezTo>
                  <a:lnTo>
                    <a:pt x="241136" y="155027"/>
                  </a:lnTo>
                  <a:cubicBezTo>
                    <a:pt x="242737" y="153327"/>
                    <a:pt x="243560" y="151214"/>
                    <a:pt x="243614" y="148700"/>
                  </a:cubicBezTo>
                  <a:cubicBezTo>
                    <a:pt x="243660" y="146185"/>
                    <a:pt x="242709" y="144027"/>
                    <a:pt x="240752" y="142226"/>
                  </a:cubicBezTo>
                  <a:cubicBezTo>
                    <a:pt x="239052" y="140680"/>
                    <a:pt x="237003" y="139967"/>
                    <a:pt x="234617" y="140095"/>
                  </a:cubicBezTo>
                  <a:cubicBezTo>
                    <a:pt x="232230" y="140223"/>
                    <a:pt x="230264" y="141055"/>
                    <a:pt x="228719" y="142610"/>
                  </a:cubicBezTo>
                  <a:lnTo>
                    <a:pt x="166649" y="204442"/>
                  </a:lnTo>
                  <a:close/>
                  <a:moveTo>
                    <a:pt x="129881" y="324502"/>
                  </a:moveTo>
                  <a:lnTo>
                    <a:pt x="107707" y="286738"/>
                  </a:lnTo>
                  <a:lnTo>
                    <a:pt x="63816" y="277941"/>
                  </a:lnTo>
                  <a:cubicBezTo>
                    <a:pt x="61128" y="277429"/>
                    <a:pt x="58915" y="275957"/>
                    <a:pt x="57187" y="273524"/>
                  </a:cubicBezTo>
                  <a:cubicBezTo>
                    <a:pt x="55486" y="271083"/>
                    <a:pt x="54837" y="268514"/>
                    <a:pt x="55248" y="265825"/>
                  </a:cubicBezTo>
                  <a:lnTo>
                    <a:pt x="59857" y="222885"/>
                  </a:lnTo>
                  <a:lnTo>
                    <a:pt x="31666" y="190195"/>
                  </a:lnTo>
                  <a:cubicBezTo>
                    <a:pt x="29727" y="188266"/>
                    <a:pt x="28767" y="185824"/>
                    <a:pt x="28767" y="182880"/>
                  </a:cubicBezTo>
                  <a:cubicBezTo>
                    <a:pt x="28767" y="179936"/>
                    <a:pt x="29727" y="177494"/>
                    <a:pt x="31666" y="175565"/>
                  </a:cubicBezTo>
                  <a:lnTo>
                    <a:pt x="59857" y="143104"/>
                  </a:lnTo>
                  <a:lnTo>
                    <a:pt x="55248" y="100163"/>
                  </a:lnTo>
                  <a:cubicBezTo>
                    <a:pt x="54837" y="97475"/>
                    <a:pt x="55486" y="94906"/>
                    <a:pt x="57187" y="92464"/>
                  </a:cubicBezTo>
                  <a:cubicBezTo>
                    <a:pt x="58887" y="90032"/>
                    <a:pt x="61100" y="88560"/>
                    <a:pt x="63816" y="88048"/>
                  </a:cubicBezTo>
                  <a:lnTo>
                    <a:pt x="107707" y="79251"/>
                  </a:lnTo>
                  <a:lnTo>
                    <a:pt x="129881" y="41258"/>
                  </a:lnTo>
                  <a:cubicBezTo>
                    <a:pt x="131308" y="38825"/>
                    <a:pt x="133338" y="37125"/>
                    <a:pt x="135980" y="36155"/>
                  </a:cubicBezTo>
                  <a:cubicBezTo>
                    <a:pt x="138623" y="35195"/>
                    <a:pt x="141284" y="35296"/>
                    <a:pt x="143981" y="36457"/>
                  </a:cubicBezTo>
                  <a:lnTo>
                    <a:pt x="182880" y="54251"/>
                  </a:lnTo>
                  <a:lnTo>
                    <a:pt x="221934" y="36421"/>
                  </a:lnTo>
                  <a:cubicBezTo>
                    <a:pt x="224522" y="35259"/>
                    <a:pt x="227137" y="35113"/>
                    <a:pt x="229780" y="36009"/>
                  </a:cubicBezTo>
                  <a:cubicBezTo>
                    <a:pt x="232422" y="36896"/>
                    <a:pt x="234452" y="38560"/>
                    <a:pt x="235879" y="40993"/>
                  </a:cubicBezTo>
                  <a:lnTo>
                    <a:pt x="258437" y="79214"/>
                  </a:lnTo>
                  <a:lnTo>
                    <a:pt x="301944" y="88011"/>
                  </a:lnTo>
                  <a:cubicBezTo>
                    <a:pt x="304632" y="88523"/>
                    <a:pt x="306845" y="89995"/>
                    <a:pt x="308573" y="92428"/>
                  </a:cubicBezTo>
                  <a:cubicBezTo>
                    <a:pt x="310274" y="94869"/>
                    <a:pt x="310969" y="97438"/>
                    <a:pt x="310667" y="100127"/>
                  </a:cubicBezTo>
                  <a:lnTo>
                    <a:pt x="305903" y="143067"/>
                  </a:lnTo>
                  <a:lnTo>
                    <a:pt x="334103" y="175528"/>
                  </a:lnTo>
                  <a:cubicBezTo>
                    <a:pt x="336033" y="177458"/>
                    <a:pt x="336993" y="179899"/>
                    <a:pt x="336993" y="182843"/>
                  </a:cubicBezTo>
                  <a:cubicBezTo>
                    <a:pt x="336993" y="185788"/>
                    <a:pt x="336033" y="188229"/>
                    <a:pt x="334103" y="190159"/>
                  </a:cubicBezTo>
                  <a:lnTo>
                    <a:pt x="305903" y="222848"/>
                  </a:lnTo>
                  <a:lnTo>
                    <a:pt x="310667" y="265789"/>
                  </a:lnTo>
                  <a:cubicBezTo>
                    <a:pt x="310969" y="268477"/>
                    <a:pt x="310274" y="271046"/>
                    <a:pt x="308573" y="273479"/>
                  </a:cubicBezTo>
                  <a:cubicBezTo>
                    <a:pt x="306873" y="275920"/>
                    <a:pt x="304660" y="277392"/>
                    <a:pt x="301944" y="277904"/>
                  </a:cubicBezTo>
                  <a:lnTo>
                    <a:pt x="258437" y="286701"/>
                  </a:lnTo>
                  <a:lnTo>
                    <a:pt x="235879" y="324685"/>
                  </a:lnTo>
                  <a:cubicBezTo>
                    <a:pt x="234452" y="327181"/>
                    <a:pt x="232422" y="328864"/>
                    <a:pt x="229780" y="329760"/>
                  </a:cubicBezTo>
                  <a:cubicBezTo>
                    <a:pt x="227137" y="330647"/>
                    <a:pt x="224522" y="330501"/>
                    <a:pt x="221934" y="329339"/>
                  </a:cubicBezTo>
                  <a:lnTo>
                    <a:pt x="182880" y="311509"/>
                  </a:lnTo>
                  <a:lnTo>
                    <a:pt x="143981" y="329339"/>
                  </a:lnTo>
                  <a:cubicBezTo>
                    <a:pt x="141284" y="330501"/>
                    <a:pt x="138623" y="330610"/>
                    <a:pt x="135980" y="329641"/>
                  </a:cubicBezTo>
                  <a:cubicBezTo>
                    <a:pt x="133338" y="328672"/>
                    <a:pt x="131308" y="326971"/>
                    <a:pt x="129881" y="324539"/>
                  </a:cubicBezTo>
                  <a:close/>
                  <a:moveTo>
                    <a:pt x="142720" y="310439"/>
                  </a:moveTo>
                  <a:lnTo>
                    <a:pt x="182880" y="293751"/>
                  </a:lnTo>
                  <a:lnTo>
                    <a:pt x="223918" y="310475"/>
                  </a:lnTo>
                  <a:lnTo>
                    <a:pt x="248561" y="272793"/>
                  </a:lnTo>
                  <a:lnTo>
                    <a:pt x="292416" y="261939"/>
                  </a:lnTo>
                  <a:lnTo>
                    <a:pt x="288155" y="217060"/>
                  </a:lnTo>
                  <a:lnTo>
                    <a:pt x="318248" y="182880"/>
                  </a:lnTo>
                  <a:lnTo>
                    <a:pt x="288109" y="148252"/>
                  </a:lnTo>
                  <a:lnTo>
                    <a:pt x="292379" y="103217"/>
                  </a:lnTo>
                  <a:lnTo>
                    <a:pt x="248561" y="92967"/>
                  </a:lnTo>
                  <a:lnTo>
                    <a:pt x="223461" y="55321"/>
                  </a:lnTo>
                  <a:lnTo>
                    <a:pt x="182880" y="72009"/>
                  </a:lnTo>
                  <a:lnTo>
                    <a:pt x="141851" y="55285"/>
                  </a:lnTo>
                  <a:lnTo>
                    <a:pt x="117199" y="92967"/>
                  </a:lnTo>
                  <a:lnTo>
                    <a:pt x="73344" y="103217"/>
                  </a:lnTo>
                  <a:lnTo>
                    <a:pt x="77614" y="148252"/>
                  </a:lnTo>
                  <a:lnTo>
                    <a:pt x="47512" y="182880"/>
                  </a:lnTo>
                  <a:lnTo>
                    <a:pt x="77651" y="217060"/>
                  </a:lnTo>
                  <a:lnTo>
                    <a:pt x="73381" y="262433"/>
                  </a:lnTo>
                  <a:lnTo>
                    <a:pt x="117199" y="272793"/>
                  </a:lnTo>
                  <a:lnTo>
                    <a:pt x="142683" y="310439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6E8F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76"/>
                  </a:moveTo>
                  <a:cubicBezTo>
                    <a:pt x="216841" y="206865"/>
                    <a:pt x="219355" y="200720"/>
                    <a:pt x="219355" y="193423"/>
                  </a:cubicBezTo>
                  <a:cubicBezTo>
                    <a:pt x="219355" y="186117"/>
                    <a:pt x="216859" y="179945"/>
                    <a:pt x="211876" y="174925"/>
                  </a:cubicBezTo>
                  <a:cubicBezTo>
                    <a:pt x="206865" y="169905"/>
                    <a:pt x="200720" y="167390"/>
                    <a:pt x="193423" y="167390"/>
                  </a:cubicBezTo>
                  <a:cubicBezTo>
                    <a:pt x="186117" y="167390"/>
                    <a:pt x="179945" y="169886"/>
                    <a:pt x="174925" y="174870"/>
                  </a:cubicBezTo>
                  <a:cubicBezTo>
                    <a:pt x="169905" y="179881"/>
                    <a:pt x="167390" y="186026"/>
                    <a:pt x="167390" y="193322"/>
                  </a:cubicBezTo>
                  <a:cubicBezTo>
                    <a:pt x="167390" y="200629"/>
                    <a:pt x="169886" y="206801"/>
                    <a:pt x="174870" y="211821"/>
                  </a:cubicBezTo>
                  <a:cubicBezTo>
                    <a:pt x="179881" y="216841"/>
                    <a:pt x="186026" y="219355"/>
                    <a:pt x="193322" y="219355"/>
                  </a:cubicBezTo>
                  <a:cubicBezTo>
                    <a:pt x="200629" y="219355"/>
                    <a:pt x="206801" y="216859"/>
                    <a:pt x="211821" y="211876"/>
                  </a:cubicBezTo>
                  <a:close/>
                  <a:moveTo>
                    <a:pt x="193505" y="234946"/>
                  </a:moveTo>
                  <a:cubicBezTo>
                    <a:pt x="181984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84"/>
                    <a:pt x="234946" y="193505"/>
                  </a:cubicBezTo>
                  <a:cubicBezTo>
                    <a:pt x="234946" y="197227"/>
                    <a:pt x="234297" y="201040"/>
                    <a:pt x="232998" y="204935"/>
                  </a:cubicBezTo>
                  <a:cubicBezTo>
                    <a:pt x="231700" y="208831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33" y="241703"/>
                    <a:pt x="251451" y="243779"/>
                  </a:cubicBezTo>
                  <a:cubicBezTo>
                    <a:pt x="251359" y="245864"/>
                    <a:pt x="250536" y="247711"/>
                    <a:pt x="248982" y="249339"/>
                  </a:cubicBezTo>
                  <a:cubicBezTo>
                    <a:pt x="247418" y="250829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31" y="231919"/>
                    <a:pt x="204935" y="233126"/>
                  </a:cubicBezTo>
                  <a:cubicBezTo>
                    <a:pt x="201040" y="234342"/>
                    <a:pt x="197227" y="234946"/>
                    <a:pt x="193505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40003"/>
                    <a:pt x="108375" y="238155"/>
                    <a:pt x="109883" y="236665"/>
                  </a:cubicBezTo>
                  <a:cubicBezTo>
                    <a:pt x="111392" y="235175"/>
                    <a:pt x="113258" y="234425"/>
                    <a:pt x="115470" y="234425"/>
                  </a:cubicBezTo>
                  <a:cubicBezTo>
                    <a:pt x="117692" y="234425"/>
                    <a:pt x="119530" y="235175"/>
                    <a:pt x="121003" y="236665"/>
                  </a:cubicBezTo>
                  <a:cubicBezTo>
                    <a:pt x="122475" y="238155"/>
                    <a:pt x="123215" y="240003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33" y="279121"/>
                    <a:pt x="164181" y="279870"/>
                    <a:pt x="165671" y="281379"/>
                  </a:cubicBezTo>
                  <a:cubicBezTo>
                    <a:pt x="167161" y="282888"/>
                    <a:pt x="167911" y="284753"/>
                    <a:pt x="167911" y="286966"/>
                  </a:cubicBezTo>
                  <a:cubicBezTo>
                    <a:pt x="167911" y="289188"/>
                    <a:pt x="167161" y="291026"/>
                    <a:pt x="165671" y="292498"/>
                  </a:cubicBezTo>
                  <a:cubicBezTo>
                    <a:pt x="164181" y="293970"/>
                    <a:pt x="162333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40003" y="294711"/>
                    <a:pt x="238155" y="293961"/>
                    <a:pt x="236665" y="292453"/>
                  </a:cubicBezTo>
                  <a:cubicBezTo>
                    <a:pt x="235175" y="290944"/>
                    <a:pt x="234425" y="289078"/>
                    <a:pt x="234425" y="286866"/>
                  </a:cubicBezTo>
                  <a:cubicBezTo>
                    <a:pt x="234425" y="284644"/>
                    <a:pt x="235175" y="282806"/>
                    <a:pt x="236665" y="281333"/>
                  </a:cubicBezTo>
                  <a:cubicBezTo>
                    <a:pt x="238155" y="279861"/>
                    <a:pt x="240003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40003"/>
                    <a:pt x="279870" y="238155"/>
                    <a:pt x="281379" y="236665"/>
                  </a:cubicBezTo>
                  <a:cubicBezTo>
                    <a:pt x="282888" y="235175"/>
                    <a:pt x="284753" y="234425"/>
                    <a:pt x="286966" y="234425"/>
                  </a:cubicBezTo>
                  <a:cubicBezTo>
                    <a:pt x="289188" y="234425"/>
                    <a:pt x="291026" y="235175"/>
                    <a:pt x="292498" y="236665"/>
                  </a:cubicBezTo>
                  <a:cubicBezTo>
                    <a:pt x="293970" y="238155"/>
                    <a:pt x="294711" y="240003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33" y="107625"/>
                    <a:pt x="164181" y="108375"/>
                    <a:pt x="165671" y="109883"/>
                  </a:cubicBezTo>
                  <a:cubicBezTo>
                    <a:pt x="167161" y="111392"/>
                    <a:pt x="167911" y="113258"/>
                    <a:pt x="167911" y="115470"/>
                  </a:cubicBezTo>
                  <a:cubicBezTo>
                    <a:pt x="167911" y="117692"/>
                    <a:pt x="167161" y="119530"/>
                    <a:pt x="165671" y="121003"/>
                  </a:cubicBezTo>
                  <a:cubicBezTo>
                    <a:pt x="164181" y="122475"/>
                    <a:pt x="162333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33"/>
                    <a:pt x="122466" y="164181"/>
                    <a:pt x="120957" y="165671"/>
                  </a:cubicBezTo>
                  <a:cubicBezTo>
                    <a:pt x="119448" y="167161"/>
                    <a:pt x="117583" y="167911"/>
                    <a:pt x="115370" y="167911"/>
                  </a:cubicBezTo>
                  <a:cubicBezTo>
                    <a:pt x="113148" y="167911"/>
                    <a:pt x="111310" y="167161"/>
                    <a:pt x="109838" y="165671"/>
                  </a:cubicBezTo>
                  <a:cubicBezTo>
                    <a:pt x="108366" y="164181"/>
                    <a:pt x="107625" y="162333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40003" y="123215"/>
                    <a:pt x="238155" y="122466"/>
                    <a:pt x="236665" y="120957"/>
                  </a:cubicBezTo>
                  <a:cubicBezTo>
                    <a:pt x="235175" y="119448"/>
                    <a:pt x="234425" y="117583"/>
                    <a:pt x="234425" y="115370"/>
                  </a:cubicBezTo>
                  <a:cubicBezTo>
                    <a:pt x="234425" y="113148"/>
                    <a:pt x="235175" y="111310"/>
                    <a:pt x="236665" y="109838"/>
                  </a:cubicBezTo>
                  <a:cubicBezTo>
                    <a:pt x="238155" y="108366"/>
                    <a:pt x="240003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33"/>
                    <a:pt x="293961" y="164181"/>
                    <a:pt x="292453" y="165671"/>
                  </a:cubicBezTo>
                  <a:cubicBezTo>
                    <a:pt x="290944" y="167161"/>
                    <a:pt x="289078" y="167911"/>
                    <a:pt x="286866" y="167911"/>
                  </a:cubicBezTo>
                  <a:cubicBezTo>
                    <a:pt x="284644" y="167911"/>
                    <a:pt x="282806" y="167161"/>
                    <a:pt x="281333" y="165671"/>
                  </a:cubicBezTo>
                  <a:cubicBezTo>
                    <a:pt x="279861" y="164181"/>
                    <a:pt x="279121" y="162333"/>
                    <a:pt x="279121" y="160111"/>
                  </a:cubicBezTo>
                  <a:close/>
                </a:path>
              </a:pathLst>
            </a:cu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4F5BD5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08" y="229752"/>
                    <a:pt x="137315" y="223891"/>
                    <a:pt x="125556" y="212159"/>
                  </a:cubicBezTo>
                  <a:cubicBezTo>
                    <a:pt x="113779" y="200446"/>
                    <a:pt x="107881" y="186218"/>
                    <a:pt x="107881" y="169466"/>
                  </a:cubicBezTo>
                  <a:cubicBezTo>
                    <a:pt x="107881" y="166000"/>
                    <a:pt x="108146" y="162754"/>
                    <a:pt x="108667" y="159727"/>
                  </a:cubicBezTo>
                  <a:cubicBezTo>
                    <a:pt x="109189" y="156692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10" y="145911"/>
                    <a:pt x="117190" y="145563"/>
                  </a:cubicBezTo>
                  <a:cubicBezTo>
                    <a:pt x="118369" y="145216"/>
                    <a:pt x="119576" y="145216"/>
                    <a:pt x="120829" y="145563"/>
                  </a:cubicBezTo>
                  <a:cubicBezTo>
                    <a:pt x="122072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783" y="122969"/>
                    <a:pt x="145088" y="121844"/>
                    <a:pt x="144759" y="120619"/>
                  </a:cubicBezTo>
                  <a:cubicBezTo>
                    <a:pt x="144429" y="119402"/>
                    <a:pt x="144439" y="118195"/>
                    <a:pt x="144786" y="116979"/>
                  </a:cubicBezTo>
                  <a:cubicBezTo>
                    <a:pt x="145124" y="115763"/>
                    <a:pt x="145646" y="114702"/>
                    <a:pt x="146341" y="113779"/>
                  </a:cubicBezTo>
                  <a:cubicBezTo>
                    <a:pt x="147036" y="112864"/>
                    <a:pt x="148078" y="112105"/>
                    <a:pt x="149459" y="111493"/>
                  </a:cubicBezTo>
                  <a:cubicBezTo>
                    <a:pt x="152751" y="110112"/>
                    <a:pt x="155869" y="109115"/>
                    <a:pt x="158813" y="108512"/>
                  </a:cubicBezTo>
                  <a:cubicBezTo>
                    <a:pt x="161757" y="107899"/>
                    <a:pt x="164958" y="107597"/>
                    <a:pt x="168405" y="107597"/>
                  </a:cubicBezTo>
                  <a:cubicBezTo>
                    <a:pt x="185587" y="107597"/>
                    <a:pt x="200199" y="113614"/>
                    <a:pt x="212241" y="125629"/>
                  </a:cubicBezTo>
                  <a:cubicBezTo>
                    <a:pt x="224257" y="137672"/>
                    <a:pt x="230273" y="152284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89993" y="261061"/>
                    <a:pt x="289901" y="267553"/>
                  </a:cubicBezTo>
                  <a:cubicBezTo>
                    <a:pt x="289819" y="274055"/>
                    <a:pt x="287350" y="279550"/>
                    <a:pt x="282495" y="284058"/>
                  </a:cubicBezTo>
                  <a:cubicBezTo>
                    <a:pt x="277996" y="288219"/>
                    <a:pt x="272665" y="290249"/>
                    <a:pt x="266520" y="290167"/>
                  </a:cubicBezTo>
                  <a:cubicBezTo>
                    <a:pt x="260366" y="290075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568"/>
                    <a:pt x="212598" y="183630"/>
                  </a:cubicBezTo>
                  <a:cubicBezTo>
                    <a:pt x="213988" y="178692"/>
                    <a:pt x="214683" y="173974"/>
                    <a:pt x="214683" y="169466"/>
                  </a:cubicBezTo>
                  <a:cubicBezTo>
                    <a:pt x="214683" y="156472"/>
                    <a:pt x="209873" y="145472"/>
                    <a:pt x="200263" y="136465"/>
                  </a:cubicBezTo>
                  <a:cubicBezTo>
                    <a:pt x="190643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185" y="153144"/>
                    <a:pt x="196102" y="155302"/>
                  </a:cubicBezTo>
                  <a:cubicBezTo>
                    <a:pt x="196011" y="157469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460" y="194758"/>
                    <a:pt x="155594" y="195453"/>
                    <a:pt x="153464" y="195453"/>
                  </a:cubicBezTo>
                  <a:cubicBezTo>
                    <a:pt x="151315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52" y="192509"/>
                    <a:pt x="136913" y="201168"/>
                  </a:cubicBezTo>
                  <a:cubicBezTo>
                    <a:pt x="145865" y="209827"/>
                    <a:pt x="156372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9525">
              <a:solidFill>
                <a:srgbClr val="7F7F7F"/>
              </a:solidFill>
              <a:prstDash val="solid"/>
              <a:tailEnd type="arrow" w="lg" len="lg"/>
            </a:ln>
          </p:spPr>
        </p:cxnSp>
      </p:grpSp>
      <p:sp>
        <p:nvSpPr>
          <p:cNvPr id="268" name="Text 26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69" name="Text 26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色彩、字級與元件語言一覽：全部 0.75pt 髮絲線、無填色無陰影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#4F5BD5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EEF0FB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#EEF0FB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48640" y="3547872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29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172200" y="1783080"/>
            <a:ext cx="5470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36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0.75pt</a:t>
            </a:r>
            <a:endParaRPr lang="en-US" sz="1000" dirty="0"/>
          </a:p>
        </p:txBody>
      </p:sp>
      <p:sp>
        <p:nvSpPr>
          <p:cNvPr id="39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線條"/>
          <p:cNvSpPr/>
          <p:nvPr/>
        </p:nvSpPr>
        <p:spPr>
          <a:xfrm>
            <a:off x="8595360" y="2532888"/>
            <a:ext cx="1188720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42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</a:t>
            </a:r>
            <a:endParaRPr lang="en-US" sz="1000" dirty="0"/>
          </a:p>
        </p:txBody>
      </p:sp>
      <p:sp>
        <p:nvSpPr>
          <p:cNvPr id="45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46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47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48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空心細圓</a:t>
            </a:r>
            <a:endParaRPr lang="en-US" sz="1000" dirty="0"/>
          </a:p>
        </p:txBody>
      </p:sp>
      <p:sp>
        <p:nvSpPr>
          <p:cNvPr id="51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200" dirty="0"/>
          </a:p>
        </p:txBody>
      </p:sp>
      <p:sp>
        <p:nvSpPr>
          <p:cNvPr id="52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200" dirty="0"/>
          </a:p>
        </p:txBody>
      </p:sp>
      <p:sp>
        <p:nvSpPr>
          <p:cNvPr id="53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開放箭頭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59" name="線條"/>
          <p:cNvSpPr/>
          <p:nvPr/>
        </p:nvSpPr>
        <p:spPr>
          <a:xfrm>
            <a:off x="767181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0" name="Text 58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1" name="線條"/>
          <p:cNvSpPr/>
          <p:nvPr/>
        </p:nvSpPr>
        <p:spPr>
          <a:xfrm>
            <a:off x="8769096" y="4553712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62" name="Text 60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63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0.75pt 實線＋開放箭頭</a:t>
            </a:r>
            <a:endParaRPr lang="en-US" sz="1000" dirty="0"/>
          </a:p>
        </p:txBody>
      </p:sp>
      <p:sp>
        <p:nvSpPr>
          <p:cNvPr id="66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67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空心線框 V 形</a:t>
            </a:r>
            <a:endParaRPr lang="en-US" sz="1000" dirty="0"/>
          </a:p>
        </p:txBody>
      </p:sp>
      <p:sp>
        <p:nvSpPr>
          <p:cNvPr id="71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72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73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7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9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1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3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4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線條"/>
          <p:cNvSpPr/>
          <p:nvPr/>
        </p:nvSpPr>
        <p:spPr>
          <a:xfrm>
            <a:off x="8232343" y="2404872"/>
            <a:ext cx="3410712" cy="0"/>
          </a:xfrm>
          <a:prstGeom prst="line">
            <a:avLst/>
          </a:prstGeom>
          <a:noFill/>
          <a:ln w="19050">
            <a:solidFill>
              <a:srgbClr val="4F5B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2343" y="1874520"/>
            <a:ext cx="73152" cy="530352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4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0" y="4572000"/>
            <a:ext cx="432785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noFill/>
          <a:ln w="95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18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19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63060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177479" y="3063240"/>
            <a:ext cx="346557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1206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4100" dirty="0"/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783080"/>
            <a:ext cx="533369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6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17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18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19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0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1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0" name="Text 8"/>
          <p:cNvSpPr/>
          <p:nvPr/>
        </p:nvSpPr>
        <p:spPr>
          <a:xfrm>
            <a:off x="3395396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2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4" name="連接線"/>
          <p:cNvCxnSpPr>
            <a:stCxn id="12" idx="3"/>
            <a:endCxn id="13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15" name="Text 13"/>
          <p:cNvSpPr/>
          <p:nvPr/>
        </p:nvSpPr>
        <p:spPr>
          <a:xfrm>
            <a:off x="6242152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6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7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9" name="連接線"/>
          <p:cNvCxnSpPr>
            <a:stCxn id="17" idx="3"/>
            <a:endCxn id="18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arrow" w="lg" len="lg"/>
          </a:ln>
        </p:spPr>
      </p:cxnSp>
      <p:sp>
        <p:nvSpPr>
          <p:cNvPr id="20" name="Text 18"/>
          <p:cNvSpPr/>
          <p:nvPr/>
        </p:nvSpPr>
        <p:spPr>
          <a:xfrm>
            <a:off x="9088907" y="178308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1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2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4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28" name="線條"/>
          <p:cNvSpPr/>
          <p:nvPr/>
        </p:nvSpPr>
        <p:spPr>
          <a:xfrm>
            <a:off x="109116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29" name="Text 27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0" name="線條"/>
          <p:cNvSpPr/>
          <p:nvPr/>
        </p:nvSpPr>
        <p:spPr>
          <a:xfrm>
            <a:off x="2084775" y="5166360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31" name="Text 2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395396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35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36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2152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2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43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088907" y="3931920"/>
            <a:ext cx="255414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45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6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7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48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49" name="連接線"/>
          <p:cNvCxnSpPr>
            <a:stCxn id="46" idx="3"/>
            <a:endCxn id="47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50" name="連接線"/>
          <p:cNvCxnSpPr>
            <a:stCxn id="46" idx="3"/>
            <a:endCxn id="48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51" name="Text 4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67328"/>
            <a:ext cx="110944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2" name="連接線"/>
          <p:cNvCxnSpPr>
            <a:stCxn id="22" idx="2"/>
            <a:endCxn id="31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9525">
            <a:solidFill>
              <a:srgbClr val="7F7F7F"/>
            </a:solidFill>
            <a:prstDash val="sysDash"/>
            <a:headEnd type="triangle" w="lg" len="lg"/>
            <a:tailEnd type="arrow" w="lg" len="lg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9525">
            <a:solidFill>
              <a:srgbClr val="7F7F7F"/>
            </a:solidFill>
            <a:prstDash val="solid"/>
            <a:tailEnd type="arrow" w="lg" len="lg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52120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783080"/>
            <a:ext cx="26974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3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4F5BD5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6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7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28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1783080"/>
            <a:ext cx="2407615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38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300" dirty="0"/>
          </a:p>
        </p:txBody>
      </p:sp>
      <p:sp>
        <p:nvSpPr>
          <p:cNvPr id="42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Why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8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How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1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What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4" name="線條"/>
          <p:cNvSpPr/>
          <p:nvPr/>
        </p:nvSpPr>
        <p:spPr>
          <a:xfrm>
            <a:off x="3961486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5" name="線條"/>
          <p:cNvSpPr/>
          <p:nvPr/>
        </p:nvSpPr>
        <p:spPr>
          <a:xfrm>
            <a:off x="7659624" y="3017520"/>
            <a:ext cx="570586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7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2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4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5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2403592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8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0" name="線條"/>
          <p:cNvSpPr/>
          <p:nvPr/>
        </p:nvSpPr>
        <p:spPr>
          <a:xfrm>
            <a:off x="4706600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1" name="Text 9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FFFFFF"/>
          </a:solidFill>
          <a:ln w="19050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7009608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3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5" name="線條"/>
          <p:cNvSpPr/>
          <p:nvPr/>
        </p:nvSpPr>
        <p:spPr>
          <a:xfrm>
            <a:off x="9312615" y="4352544"/>
            <a:ext cx="475488" cy="0"/>
          </a:xfrm>
          <a:prstGeom prst="line">
            <a:avLst/>
          </a:prstGeom>
          <a:noFill/>
          <a:ln w="9525">
            <a:solidFill>
              <a:srgbClr val="707070"/>
            </a:solidFill>
            <a:prstDash val="solid"/>
            <a:tailEnd type="arrow" w="lg" len="lg"/>
          </a:ln>
        </p:spPr>
      </p:sp>
      <p:sp>
        <p:nvSpPr>
          <p:cNvPr id="16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8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0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4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9525">
            <a:solidFill>
              <a:srgbClr val="7F7F7F"/>
            </a:solidFill>
            <a:prstDash val="sysDash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9525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7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8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0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06</a:t>
            </a:r>
            <a:endParaRPr lang="en-US" sz="1100" dirty="0"/>
          </a:p>
        </p:txBody>
      </p:sp>
      <p:sp>
        <p:nvSpPr>
          <p:cNvPr id="35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07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39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12</a:t>
            </a:r>
            <a:endParaRPr lang="en-US" sz="1100" dirty="0"/>
          </a:p>
        </p:txBody>
      </p:sp>
      <p:sp>
        <p:nvSpPr>
          <p:cNvPr id="46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13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14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15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457200" cy="32004"/>
          </a:xfrm>
          <a:prstGeom prst="rect">
            <a:avLst/>
          </a:prstGeom>
          <a:solidFill>
            <a:srgbClr val="4F5BD5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512064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2B2B2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4F5BD5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4F5BD5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4F5BD5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0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1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2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4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5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6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8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noFill/>
          <a:ln w="9525">
            <a:solidFill>
              <a:srgbClr val="4F5BD5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39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noFill/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0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noFill/>
          <a:ln w="9525">
            <a:solidFill>
              <a:srgbClr val="A6A6A6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看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練</a:t>
            </a:r>
            <a:endParaRPr lang="en-US" sz="1400" dirty="0"/>
          </a:p>
        </p:txBody>
      </p:sp>
      <p:sp>
        <p:nvSpPr>
          <p:cNvPr id="45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6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問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談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想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F5BD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5BD5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寫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3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5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7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0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2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5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9525">
            <a:solidFill>
              <a:srgbClr val="7F7F7F"/>
            </a:solidFill>
            <a:prstDash val="solid"/>
            <a:tailEnd type="arrow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F5BD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極簡線框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極簡線框</dc:title>
  <dc:subject>PptxGenJS Presentation</dc:subject>
  <dc:creator>PPT Style Studio</dc:creator>
  <cp:lastModifiedBy>PPT Style Studio</cp:lastModifiedBy>
  <cp:revision>1</cp:revision>
  <dcterms:created xsi:type="dcterms:W3CDTF">2026-10-09T03:26:40Z</dcterms:created>
  <dcterms:modified xsi:type="dcterms:W3CDTF">2026-10-09T03:26:40Z</dcterms:modified>
</cp:coreProperties>
</file>