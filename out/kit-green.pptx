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380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93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6504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58191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19979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17170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3362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22199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221992"/>
            <a:ext cx="960120" cy="475488"/>
          </a:xfrm>
          <a:prstGeom prst="diamond">
            <a:avLst/>
          </a:prstGeom>
          <a:solidFill>
            <a:srgbClr val="E2EBE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22199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221992"/>
            <a:ext cx="960120" cy="475488"/>
          </a:xfrm>
          <a:prstGeom prst="diamond">
            <a:avLst/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22199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221992"/>
            <a:ext cx="1115568" cy="475488"/>
            <a:chOff x="10330695" y="222199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22199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459736"/>
              <a:ext cx="54864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27685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72948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0322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038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5D50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295351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3329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067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61645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739896"/>
            <a:ext cx="1060704" cy="0"/>
          </a:xfrm>
          <a:prstGeom prst="line">
            <a:avLst/>
          </a:prstGeom>
          <a:noFill/>
          <a:ln w="34290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0273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739896"/>
            <a:ext cx="1060704" cy="0"/>
          </a:xfrm>
          <a:prstGeom prst="line">
            <a:avLst/>
          </a:prstGeom>
          <a:noFill/>
          <a:ln w="190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739896"/>
            <a:ext cx="106070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611880"/>
            <a:ext cx="640080" cy="256032"/>
            <a:chOff x="9214735" y="361188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63931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61188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55701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395478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12851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2565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C0504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17880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174785"/>
            <a:ext cx="476044" cy="410383"/>
            <a:chOff x="6507050" y="417478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17478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C0504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29789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215018"/>
            <a:ext cx="329916" cy="329916"/>
          </a:xfrm>
          <a:prstGeom prst="ellipse">
            <a:avLst/>
          </a:prstGeom>
          <a:solidFill>
            <a:srgbClr val="C050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119372"/>
            <a:ext cx="1156716" cy="461772"/>
            <a:chOff x="8995279" y="411937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17880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119372"/>
              <a:ext cx="155448" cy="155448"/>
            </a:xfrm>
            <a:prstGeom prst="ellipse">
              <a:avLst/>
            </a:prstGeom>
            <a:solidFill>
              <a:srgbClr val="C0504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23367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6131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7868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499719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837176"/>
            <a:ext cx="566928" cy="56692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782312"/>
            <a:ext cx="676656" cy="676656"/>
            <a:chOff x="3607896" y="478231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78231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837176"/>
              <a:ext cx="566928" cy="566928"/>
            </a:xfrm>
            <a:prstGeom prst="ellipse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83717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4965192"/>
            <a:ext cx="1078992" cy="310896"/>
            <a:chOff x="6205576" y="496519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4965192"/>
              <a:ext cx="310896" cy="310896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742200" y="497433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圖說"/>
          <p:cNvSpPr/>
          <p:nvPr/>
        </p:nvSpPr>
        <p:spPr>
          <a:xfrm>
            <a:off x="7472216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4983480"/>
            <a:ext cx="1107440" cy="274320"/>
            <a:chOff x="8990199" y="4983480"/>
            <a:chExt cx="1107440" cy="274320"/>
          </a:xfrm>
        </p:grpSpPr>
        <p:sp>
          <p:nvSpPr>
            <p:cNvPr id="103" name="標籤"/>
            <p:cNvSpPr/>
            <p:nvPr/>
          </p:nvSpPr>
          <p:spPr>
            <a:xfrm>
              <a:off x="8990199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9580495" y="498348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8871639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052060"/>
            <a:ext cx="685800" cy="137160"/>
            <a:chOff x="10600443" y="5052060"/>
            <a:chExt cx="685800" cy="137160"/>
          </a:xfrm>
        </p:grpSpPr>
        <p:sp>
          <p:nvSpPr>
            <p:cNvPr id="106" name="圓點"/>
            <p:cNvSpPr/>
            <p:nvPr/>
          </p:nvSpPr>
          <p:spPr>
            <a:xfrm>
              <a:off x="10600443" y="5052060"/>
              <a:ext cx="137160" cy="137160"/>
            </a:xfrm>
            <a:prstGeom prst="ellipse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0874763" y="5052060"/>
              <a:ext cx="137160" cy="137160"/>
            </a:xfrm>
            <a:prstGeom prst="ellipse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1149083" y="505206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0271063" y="543610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0" name="線條"/>
          <p:cNvSpPr/>
          <p:nvPr/>
        </p:nvSpPr>
        <p:spPr>
          <a:xfrm>
            <a:off x="548640" y="560984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548640" y="574700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632704"/>
            <a:ext cx="1097280" cy="448056"/>
            <a:chOff x="1998160" y="5632704"/>
            <a:chExt cx="1097280" cy="448056"/>
          </a:xfrm>
        </p:grpSpPr>
        <p:sp>
          <p:nvSpPr>
            <p:cNvPr id="112" name="群組框"/>
            <p:cNvSpPr/>
            <p:nvPr/>
          </p:nvSpPr>
          <p:spPr>
            <a:xfrm>
              <a:off x="1998160" y="5715000"/>
              <a:ext cx="1097280" cy="365760"/>
            </a:xfrm>
            <a:prstGeom prst="roundRect">
              <a:avLst>
                <a:gd name="adj" fmla="val 250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089600" y="5632704"/>
              <a:ext cx="566928" cy="164592"/>
            </a:xfrm>
            <a:prstGeom prst="rect">
              <a:avLst/>
            </a:prstGeom>
            <a:solidFill>
              <a:srgbClr val="F4F4F1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1874520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5" name="淺灰面板"/>
          <p:cNvSpPr/>
          <p:nvPr/>
        </p:nvSpPr>
        <p:spPr>
          <a:xfrm>
            <a:off x="3397584" y="566013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3273944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17" name="卡片"/>
          <p:cNvSpPr/>
          <p:nvPr/>
        </p:nvSpPr>
        <p:spPr>
          <a:xfrm>
            <a:off x="4797008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4673368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19" name="卡片"/>
          <p:cNvSpPr/>
          <p:nvPr/>
        </p:nvSpPr>
        <p:spPr>
          <a:xfrm>
            <a:off x="6196432" y="5660136"/>
            <a:ext cx="10972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6072792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660136"/>
            <a:ext cx="1097280" cy="420624"/>
            <a:chOff x="7595855" y="566013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7595855" y="566013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7595855" y="566013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7472216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660136"/>
            <a:ext cx="1097280" cy="420624"/>
            <a:chOff x="8995279" y="566013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8995279" y="566013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8995279" y="5660136"/>
              <a:ext cx="54864" cy="420624"/>
            </a:xfrm>
            <a:prstGeom prst="rect">
              <a:avLst/>
            </a:pr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8871639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660136"/>
            <a:ext cx="731520" cy="420624"/>
            <a:chOff x="10577583" y="5660136"/>
            <a:chExt cx="731520" cy="420624"/>
          </a:xfrm>
        </p:grpSpPr>
        <p:sp>
          <p:nvSpPr>
            <p:cNvPr id="127" name="寬欄條"/>
            <p:cNvSpPr/>
            <p:nvPr/>
          </p:nvSpPr>
          <p:spPr>
            <a:xfrm>
              <a:off x="10577583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0998207" y="5660136"/>
              <a:ext cx="310896" cy="420624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0271063" y="611276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0" name="線條"/>
          <p:cNvSpPr/>
          <p:nvPr/>
        </p:nvSpPr>
        <p:spPr>
          <a:xfrm>
            <a:off x="1737360" y="1700784"/>
            <a:ext cx="0" cy="453542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7363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89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9050">
              <a:solidFill>
                <a:srgbClr val="C0504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9050">
              <a:solidFill>
                <a:srgbClr val="8C8C8C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2F5D50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9050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85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0157955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0285971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0413987" y="5125212"/>
              <a:ext cx="91440" cy="118872"/>
            </a:xfrm>
            <a:custGeom>
              <a:avLst/>
              <a:gdLst/>
              <a:ahLst/>
              <a:cxnLst/>
              <a:rect l="l" t="t" r="r" b="b"/>
              <a:pathLst>
                <a:path w="91440" h="118872">
                  <a:moveTo>
                    <a:pt x="0" y="0"/>
                  </a:moveTo>
                  <a:lnTo>
                    <a:pt x="91440" y="59436"/>
                  </a:lnTo>
                  <a:lnTo>
                    <a:pt x="0" y="118872"/>
                  </a:lnTo>
                  <a:close/>
                </a:path>
              </a:pathLst>
            </a:custGeom>
            <a:solidFill>
              <a:srgbClr val="C9A22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2225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5025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37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09728"/>
                </a:lnTo>
                <a:arcTo hR="109728" wR="109728" stAng="10800000" swAng="5400000"/>
                <a:lnTo>
                  <a:pt x="1078992" y="0"/>
                </a:lnTo>
                <a:arcTo hR="109728" wR="109728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000" dirty="0"/>
          </a:p>
        </p:txBody>
      </p:sp>
      <p:sp>
        <p:nvSpPr>
          <p:cNvPr id="52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3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5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000" dirty="0"/>
          </a:p>
        </p:txBody>
      </p:sp>
      <p:sp>
        <p:nvSpPr>
          <p:cNvPr id="58" name="編號"/>
          <p:cNvSpPr/>
          <p:nvPr/>
        </p:nvSpPr>
        <p:spPr>
          <a:xfrm>
            <a:off x="7123176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編號"/>
          <p:cNvSpPr/>
          <p:nvPr/>
        </p:nvSpPr>
        <p:spPr>
          <a:xfrm>
            <a:off x="7690104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8257032" y="3721608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2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6" name="三角形"/>
          <p:cNvSpPr/>
          <p:nvPr/>
        </p:nvSpPr>
        <p:spPr>
          <a:xfrm>
            <a:off x="773582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786384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799185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0" name="三角形"/>
          <p:cNvSpPr/>
          <p:nvPr/>
        </p:nvSpPr>
        <p:spPr>
          <a:xfrm>
            <a:off x="8833104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8961120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9089136" y="44942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4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000" dirty="0"/>
          </a:p>
        </p:txBody>
      </p:sp>
      <p:sp>
        <p:nvSpPr>
          <p:cNvPr id="77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000" dirty="0"/>
          </a:p>
        </p:txBody>
      </p:sp>
      <p:sp>
        <p:nvSpPr>
          <p:cNvPr id="82" name="流程鏈"/>
          <p:cNvSpPr/>
          <p:nvPr/>
        </p:nvSpPr>
        <p:spPr>
          <a:xfrm>
            <a:off x="708660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3" name="三角形"/>
          <p:cNvSpPr/>
          <p:nvPr/>
        </p:nvSpPr>
        <p:spPr>
          <a:xfrm>
            <a:off x="774344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787146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799947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816864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三角形"/>
          <p:cNvSpPr/>
          <p:nvPr/>
        </p:nvSpPr>
        <p:spPr>
          <a:xfrm>
            <a:off x="8825484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8953500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9081516" y="57927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9250680" y="5650992"/>
            <a:ext cx="579120" cy="402336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136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748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2" name="線條"/>
          <p:cNvSpPr/>
          <p:nvPr/>
        </p:nvSpPr>
        <p:spPr>
          <a:xfrm>
            <a:off x="4628236" y="2514600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09728"/>
                </a:lnTo>
                <a:arcTo hR="109728" wR="109728" stAng="10800000" swAng="5400000"/>
                <a:lnTo>
                  <a:pt x="3300984" y="0"/>
                </a:lnTo>
                <a:arcTo hR="109728" wR="109728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2F5D5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7805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3931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2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4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6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4399636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4966564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5533492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6100420" y="367588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編號"/>
          <p:cNvSpPr/>
          <p:nvPr/>
        </p:nvSpPr>
        <p:spPr>
          <a:xfrm>
            <a:off x="4427068" y="4517136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4" name="編號"/>
          <p:cNvSpPr/>
          <p:nvPr/>
        </p:nvSpPr>
        <p:spPr>
          <a:xfrm>
            <a:off x="4427068" y="5084064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4427068" y="56509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三角形"/>
          <p:cNvSpPr/>
          <p:nvPr/>
        </p:nvSpPr>
        <p:spPr>
          <a:xfrm>
            <a:off x="7829702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7957718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8085734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8254898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3" name="三角形"/>
          <p:cNvSpPr/>
          <p:nvPr/>
        </p:nvSpPr>
        <p:spPr>
          <a:xfrm>
            <a:off x="9775241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903257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0031273" y="26654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0200437" y="2395728"/>
            <a:ext cx="1442618" cy="658368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7" name="流程鏈"/>
          <p:cNvSpPr/>
          <p:nvPr/>
        </p:nvSpPr>
        <p:spPr>
          <a:xfrm>
            <a:off x="6309360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8" name="三角形"/>
          <p:cNvSpPr/>
          <p:nvPr/>
        </p:nvSpPr>
        <p:spPr>
          <a:xfrm>
            <a:off x="708468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721269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7340712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7454555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32" name="三角形"/>
          <p:cNvSpPr/>
          <p:nvPr/>
        </p:nvSpPr>
        <p:spPr>
          <a:xfrm>
            <a:off x="8229874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8357890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8485906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8599749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36" name="三角形"/>
          <p:cNvSpPr/>
          <p:nvPr/>
        </p:nvSpPr>
        <p:spPr>
          <a:xfrm>
            <a:off x="937506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950308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9631101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9744944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40" name="三角形"/>
          <p:cNvSpPr/>
          <p:nvPr/>
        </p:nvSpPr>
        <p:spPr>
          <a:xfrm>
            <a:off x="10520263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0648279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0776295" y="371703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0890138" y="3520440"/>
            <a:ext cx="752917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44" name="流程鏈"/>
          <p:cNvSpPr/>
          <p:nvPr/>
        </p:nvSpPr>
        <p:spPr>
          <a:xfrm>
            <a:off x="6309360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45" name="三角形"/>
          <p:cNvSpPr/>
          <p:nvPr/>
        </p:nvSpPr>
        <p:spPr>
          <a:xfrm>
            <a:off x="734331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747133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7599350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7768514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49" name="三角形"/>
          <p:cNvSpPr/>
          <p:nvPr/>
        </p:nvSpPr>
        <p:spPr>
          <a:xfrm>
            <a:off x="8802472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8930488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9058504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9227668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53" name="三角形"/>
          <p:cNvSpPr/>
          <p:nvPr/>
        </p:nvSpPr>
        <p:spPr>
          <a:xfrm>
            <a:off x="10261625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0389641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0517657" y="4722876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0686821" y="4526280"/>
            <a:ext cx="956234" cy="512064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/>
        </p:spPr>
        <p:txBody>
          <a:bodyPr wrap="square" lIns="12700" tIns="0" rIns="127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309360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68514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227668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686821" y="5138928"/>
            <a:ext cx="956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54507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5772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三角形"/>
          <p:cNvSpPr/>
          <p:nvPr/>
        </p:nvSpPr>
        <p:spPr>
          <a:xfrm>
            <a:off x="115517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28318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41120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8" name="三角形"/>
          <p:cNvSpPr/>
          <p:nvPr/>
        </p:nvSpPr>
        <p:spPr>
          <a:xfrm>
            <a:off x="2148783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276799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2404815" y="5106924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4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6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7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52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4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5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61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62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3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4491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104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8575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9050">
            <a:solidFill>
              <a:srgbClr val="8C8C8C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2F5D50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2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2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1022299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46" name="編號"/>
          <p:cNvSpPr/>
          <p:nvPr/>
        </p:nvSpPr>
        <p:spPr>
          <a:xfrm>
            <a:off x="11000232" y="299008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8" name="編號"/>
          <p:cNvSpPr/>
          <p:nvPr/>
        </p:nvSpPr>
        <p:spPr>
          <a:xfrm>
            <a:off x="1022299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49" name="編號"/>
          <p:cNvSpPr/>
          <p:nvPr/>
        </p:nvSpPr>
        <p:spPr>
          <a:xfrm>
            <a:off x="11000232" y="395020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022299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2" name="編號"/>
          <p:cNvSpPr/>
          <p:nvPr/>
        </p:nvSpPr>
        <p:spPr>
          <a:xfrm>
            <a:off x="11000232" y="4910328"/>
            <a:ext cx="420624" cy="420624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6027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2153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三角形"/>
          <p:cNvSpPr/>
          <p:nvPr/>
        </p:nvSpPr>
        <p:spPr>
          <a:xfrm>
            <a:off x="4038295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419191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43455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736434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890053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8043672" y="294619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2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3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7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2471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597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三角形"/>
          <p:cNvSpPr/>
          <p:nvPr/>
        </p:nvSpPr>
        <p:spPr>
          <a:xfrm>
            <a:off x="246760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2595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2723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3" name="三角形"/>
          <p:cNvSpPr/>
          <p:nvPr/>
        </p:nvSpPr>
        <p:spPr>
          <a:xfrm>
            <a:off x="477060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4898624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5026640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7" name="三角形"/>
          <p:cNvSpPr/>
          <p:nvPr/>
        </p:nvSpPr>
        <p:spPr>
          <a:xfrm>
            <a:off x="7073616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7201632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7329648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22" name="三角形"/>
          <p:cNvSpPr/>
          <p:nvPr/>
        </p:nvSpPr>
        <p:spPr>
          <a:xfrm>
            <a:off x="9376623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9504639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9632655" y="4293108"/>
            <a:ext cx="91440" cy="118872"/>
          </a:xfrm>
          <a:custGeom>
            <a:avLst/>
            <a:gdLst/>
            <a:ahLst/>
            <a:cxnLst/>
            <a:rect l="l" t="t" r="r" b="b"/>
            <a:pathLst>
              <a:path w="91440" h="118872">
                <a:moveTo>
                  <a:pt x="0" y="0"/>
                </a:moveTo>
                <a:lnTo>
                  <a:pt x="91440" y="59436"/>
                </a:lnTo>
                <a:lnTo>
                  <a:pt x="0" y="118872"/>
                </a:lnTo>
                <a:close/>
              </a:path>
            </a:pathLst>
          </a:cu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2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3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9050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90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548640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923544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9" name="編號"/>
          <p:cNvSpPr/>
          <p:nvPr/>
        </p:nvSpPr>
        <p:spPr>
          <a:xfrm>
            <a:off x="548640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23544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4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2" name="編號"/>
          <p:cNvSpPr/>
          <p:nvPr/>
        </p:nvSpPr>
        <p:spPr>
          <a:xfrm>
            <a:off x="9669231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10044135" y="18653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4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5" name="編號"/>
          <p:cNvSpPr/>
          <p:nvPr/>
        </p:nvSpPr>
        <p:spPr>
          <a:xfrm>
            <a:off x="9669231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10044135" y="23225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44527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1519431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3918130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4293034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6" name="編號"/>
          <p:cNvSpPr/>
          <p:nvPr/>
        </p:nvSpPr>
        <p:spPr>
          <a:xfrm>
            <a:off x="6879186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465338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9" name="編號"/>
          <p:cNvSpPr/>
          <p:nvPr/>
        </p:nvSpPr>
        <p:spPr>
          <a:xfrm>
            <a:off x="9840242" y="5815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6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28600" y="228600"/>
            <a:ext cx="11734495" cy="64008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548640" y="329184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069848"/>
            <a:ext cx="3424936" cy="365760"/>
          </a:xfrm>
          <a:prstGeom prst="rect">
            <a:avLst/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37584" y="1069848"/>
            <a:ext cx="109728" cy="36576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C9A22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5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6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7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39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0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1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714146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7872984" y="252374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714146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7872984" y="384962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714146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5175504"/>
            <a:ext cx="438912" cy="438912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6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1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3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9050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6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9050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48640" y="6309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10271455" y="63093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