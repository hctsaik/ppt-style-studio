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025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色彩、字級與元件語言一覽：暖灰畫布、粗灰外框扁平卡片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37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#2F5D50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48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#24483E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2EB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#E2EBE7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#C9A227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F5D5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2.25pt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09728"/>
                </a:lnTo>
                <a:arcTo hR="109728" wR="109728" stAng="10800000" swAng="5400000"/>
                <a:lnTo>
                  <a:pt x="1078992" y="0"/>
                </a:lnTo>
                <a:arcTo hR="109728" wR="109728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圓角方塊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773582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三角形"/>
          <p:cNvSpPr/>
          <p:nvPr/>
        </p:nvSpPr>
        <p:spPr>
          <a:xfrm>
            <a:off x="786384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三角形"/>
          <p:cNvSpPr/>
          <p:nvPr/>
        </p:nvSpPr>
        <p:spPr>
          <a:xfrm>
            <a:off x="799185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0" name="三角形"/>
          <p:cNvSpPr/>
          <p:nvPr/>
        </p:nvSpPr>
        <p:spPr>
          <a:xfrm>
            <a:off x="883310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三角形"/>
          <p:cNvSpPr/>
          <p:nvPr/>
        </p:nvSpPr>
        <p:spPr>
          <a:xfrm>
            <a:off x="896112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三角形"/>
          <p:cNvSpPr/>
          <p:nvPr/>
        </p:nvSpPr>
        <p:spPr>
          <a:xfrm>
            <a:off x="908913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1.5pt 實線＋三角箭頭</a:t>
            </a:r>
            <a:endParaRPr lang="en-US" sz="1000" dirty="0"/>
          </a:p>
        </p:txBody>
      </p:sp>
      <p:sp>
        <p:nvSpPr>
          <p:cNvPr id="7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7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六角形鏈</a:t>
            </a:r>
            <a:endParaRPr lang="en-US" sz="1000" dirty="0"/>
          </a:p>
        </p:txBody>
      </p:sp>
      <p:sp>
        <p:nvSpPr>
          <p:cNvPr id="82" name="流程鏈"/>
          <p:cNvSpPr/>
          <p:nvPr/>
        </p:nvSpPr>
        <p:spPr>
          <a:xfrm>
            <a:off x="708660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3" name="三角形"/>
          <p:cNvSpPr/>
          <p:nvPr/>
        </p:nvSpPr>
        <p:spPr>
          <a:xfrm>
            <a:off x="774344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三角形"/>
          <p:cNvSpPr/>
          <p:nvPr/>
        </p:nvSpPr>
        <p:spPr>
          <a:xfrm>
            <a:off x="787146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三角形"/>
          <p:cNvSpPr/>
          <p:nvPr/>
        </p:nvSpPr>
        <p:spPr>
          <a:xfrm>
            <a:off x="799947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流程鏈"/>
          <p:cNvSpPr/>
          <p:nvPr/>
        </p:nvSpPr>
        <p:spPr>
          <a:xfrm>
            <a:off x="816864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7" name="三角形"/>
          <p:cNvSpPr/>
          <p:nvPr/>
        </p:nvSpPr>
        <p:spPr>
          <a:xfrm>
            <a:off x="882548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三角形"/>
          <p:cNvSpPr/>
          <p:nvPr/>
        </p:nvSpPr>
        <p:spPr>
          <a:xfrm>
            <a:off x="895350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三角形"/>
          <p:cNvSpPr/>
          <p:nvPr/>
        </p:nvSpPr>
        <p:spPr>
          <a:xfrm>
            <a:off x="908151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流程鏈"/>
          <p:cNvSpPr/>
          <p:nvPr/>
        </p:nvSpPr>
        <p:spPr>
          <a:xfrm>
            <a:off x="925068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136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748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109728"/>
                </a:lnTo>
                <a:arcTo hR="109728" wR="109728" stAng="10800000" swAng="5400000"/>
                <a:lnTo>
                  <a:pt x="3300984" y="0"/>
                </a:lnTo>
                <a:arcTo hR="109728" wR="10972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7805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3931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7829702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7957718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三角形"/>
          <p:cNvSpPr/>
          <p:nvPr/>
        </p:nvSpPr>
        <p:spPr>
          <a:xfrm>
            <a:off x="8085734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8254898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3" name="三角形"/>
          <p:cNvSpPr/>
          <p:nvPr/>
        </p:nvSpPr>
        <p:spPr>
          <a:xfrm>
            <a:off x="9775241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9903257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三角形"/>
          <p:cNvSpPr/>
          <p:nvPr/>
        </p:nvSpPr>
        <p:spPr>
          <a:xfrm>
            <a:off x="10031273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流程鏈"/>
          <p:cNvSpPr/>
          <p:nvPr/>
        </p:nvSpPr>
        <p:spPr>
          <a:xfrm>
            <a:off x="10200437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7" name="流程鏈"/>
          <p:cNvSpPr/>
          <p:nvPr/>
        </p:nvSpPr>
        <p:spPr>
          <a:xfrm>
            <a:off x="6309360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708468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三角形"/>
          <p:cNvSpPr/>
          <p:nvPr/>
        </p:nvSpPr>
        <p:spPr>
          <a:xfrm>
            <a:off x="721269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三角形"/>
          <p:cNvSpPr/>
          <p:nvPr/>
        </p:nvSpPr>
        <p:spPr>
          <a:xfrm>
            <a:off x="7340712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7454555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32" name="三角形"/>
          <p:cNvSpPr/>
          <p:nvPr/>
        </p:nvSpPr>
        <p:spPr>
          <a:xfrm>
            <a:off x="8229874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三角形"/>
          <p:cNvSpPr/>
          <p:nvPr/>
        </p:nvSpPr>
        <p:spPr>
          <a:xfrm>
            <a:off x="835789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三角形"/>
          <p:cNvSpPr/>
          <p:nvPr/>
        </p:nvSpPr>
        <p:spPr>
          <a:xfrm>
            <a:off x="848590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流程鏈"/>
          <p:cNvSpPr/>
          <p:nvPr/>
        </p:nvSpPr>
        <p:spPr>
          <a:xfrm>
            <a:off x="8599749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36" name="三角形"/>
          <p:cNvSpPr/>
          <p:nvPr/>
        </p:nvSpPr>
        <p:spPr>
          <a:xfrm>
            <a:off x="937506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950308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9631101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流程鏈"/>
          <p:cNvSpPr/>
          <p:nvPr/>
        </p:nvSpPr>
        <p:spPr>
          <a:xfrm>
            <a:off x="9744944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40" name="三角形"/>
          <p:cNvSpPr/>
          <p:nvPr/>
        </p:nvSpPr>
        <p:spPr>
          <a:xfrm>
            <a:off x="10520263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三角形"/>
          <p:cNvSpPr/>
          <p:nvPr/>
        </p:nvSpPr>
        <p:spPr>
          <a:xfrm>
            <a:off x="1064827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1077629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流程鏈"/>
          <p:cNvSpPr/>
          <p:nvPr/>
        </p:nvSpPr>
        <p:spPr>
          <a:xfrm>
            <a:off x="10890138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44" name="流程鏈"/>
          <p:cNvSpPr/>
          <p:nvPr/>
        </p:nvSpPr>
        <p:spPr>
          <a:xfrm>
            <a:off x="6309360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45" name="三角形"/>
          <p:cNvSpPr/>
          <p:nvPr/>
        </p:nvSpPr>
        <p:spPr>
          <a:xfrm>
            <a:off x="734331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三角形"/>
          <p:cNvSpPr/>
          <p:nvPr/>
        </p:nvSpPr>
        <p:spPr>
          <a:xfrm>
            <a:off x="747133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三角形"/>
          <p:cNvSpPr/>
          <p:nvPr/>
        </p:nvSpPr>
        <p:spPr>
          <a:xfrm>
            <a:off x="7599350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流程鏈"/>
          <p:cNvSpPr/>
          <p:nvPr/>
        </p:nvSpPr>
        <p:spPr>
          <a:xfrm>
            <a:off x="7768514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49" name="三角形"/>
          <p:cNvSpPr/>
          <p:nvPr/>
        </p:nvSpPr>
        <p:spPr>
          <a:xfrm>
            <a:off x="8802472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三角形"/>
          <p:cNvSpPr/>
          <p:nvPr/>
        </p:nvSpPr>
        <p:spPr>
          <a:xfrm>
            <a:off x="893048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三角形"/>
          <p:cNvSpPr/>
          <p:nvPr/>
        </p:nvSpPr>
        <p:spPr>
          <a:xfrm>
            <a:off x="905850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流程鏈"/>
          <p:cNvSpPr/>
          <p:nvPr/>
        </p:nvSpPr>
        <p:spPr>
          <a:xfrm>
            <a:off x="9227668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53" name="三角形"/>
          <p:cNvSpPr/>
          <p:nvPr/>
        </p:nvSpPr>
        <p:spPr>
          <a:xfrm>
            <a:off x="10261625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三角形"/>
          <p:cNvSpPr/>
          <p:nvPr/>
        </p:nvSpPr>
        <p:spPr>
          <a:xfrm>
            <a:off x="10389641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三角形"/>
          <p:cNvSpPr/>
          <p:nvPr/>
        </p:nvSpPr>
        <p:spPr>
          <a:xfrm>
            <a:off x="10517657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流程鏈"/>
          <p:cNvSpPr/>
          <p:nvPr/>
        </p:nvSpPr>
        <p:spPr>
          <a:xfrm>
            <a:off x="10686821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309360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768514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227668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686821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54507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5772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7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ysDot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115517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三角形"/>
          <p:cNvSpPr/>
          <p:nvPr/>
        </p:nvSpPr>
        <p:spPr>
          <a:xfrm>
            <a:off x="128318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三角形"/>
          <p:cNvSpPr/>
          <p:nvPr/>
        </p:nvSpPr>
        <p:spPr>
          <a:xfrm>
            <a:off x="141120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8" name="三角形"/>
          <p:cNvSpPr/>
          <p:nvPr/>
        </p:nvSpPr>
        <p:spPr>
          <a:xfrm>
            <a:off x="214878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227679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三角形"/>
          <p:cNvSpPr/>
          <p:nvPr/>
        </p:nvSpPr>
        <p:spPr>
          <a:xfrm>
            <a:off x="240481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52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3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4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867C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5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9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60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61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62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491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04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9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30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31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4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9050">
            <a:solidFill>
              <a:srgbClr val="8C8C8C"/>
            </a:solidFill>
            <a:prstDash val="sysDash"/>
            <a:headEnd type="triangle"/>
            <a:tailEnd type="triangle"/>
          </a:ln>
        </p:spPr>
      </p:sp>
      <p:sp>
        <p:nvSpPr>
          <p:cNvPr id="35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5D5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三角形"/>
          <p:cNvSpPr/>
          <p:nvPr/>
        </p:nvSpPr>
        <p:spPr>
          <a:xfrm>
            <a:off x="4038295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419191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三角形"/>
          <p:cNvSpPr/>
          <p:nvPr/>
        </p:nvSpPr>
        <p:spPr>
          <a:xfrm>
            <a:off x="43455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77364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890053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8043672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2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3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7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2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46760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三角形"/>
          <p:cNvSpPr/>
          <p:nvPr/>
        </p:nvSpPr>
        <p:spPr>
          <a:xfrm>
            <a:off x="2595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三角形"/>
          <p:cNvSpPr/>
          <p:nvPr/>
        </p:nvSpPr>
        <p:spPr>
          <a:xfrm>
            <a:off x="2723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477060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4898624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三角形"/>
          <p:cNvSpPr/>
          <p:nvPr/>
        </p:nvSpPr>
        <p:spPr>
          <a:xfrm>
            <a:off x="502664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7" name="三角形"/>
          <p:cNvSpPr/>
          <p:nvPr/>
        </p:nvSpPr>
        <p:spPr>
          <a:xfrm>
            <a:off x="7073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7201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32964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9376623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三角形"/>
          <p:cNvSpPr/>
          <p:nvPr/>
        </p:nvSpPr>
        <p:spPr>
          <a:xfrm>
            <a:off x="9504639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9632655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27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9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31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33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905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6" name="編號"/>
          <p:cNvSpPr/>
          <p:nvPr/>
        </p:nvSpPr>
        <p:spPr>
          <a:xfrm>
            <a:off x="548640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23544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9" name="編號"/>
          <p:cNvSpPr/>
          <p:nvPr/>
        </p:nvSpPr>
        <p:spPr>
          <a:xfrm>
            <a:off x="548640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23544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41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9669231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0044135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9669231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10044135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8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519431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3918130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4" name="編號"/>
          <p:cNvSpPr/>
          <p:nvPr/>
        </p:nvSpPr>
        <p:spPr>
          <a:xfrm>
            <a:off x="4293034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5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6" name="編號"/>
          <p:cNvSpPr/>
          <p:nvPr/>
        </p:nvSpPr>
        <p:spPr>
          <a:xfrm>
            <a:off x="6879186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57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465338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9" name="編號"/>
          <p:cNvSpPr/>
          <p:nvPr/>
        </p:nvSpPr>
        <p:spPr>
          <a:xfrm>
            <a:off x="9840242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60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4249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0375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C9A227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墨綠筆記</dc:title>
  <dc:subject>PptxGenJS Presentation</dc:subject>
  <dc:creator>PPT Style Studio</dc:creator>
  <cp:lastModifiedBy>PPT Style Studio</cp:lastModifiedBy>
  <cp:revision>1</cp:revision>
  <dcterms:created xsi:type="dcterms:W3CDTF">2026-10-07T22:46:04Z</dcterms:created>
  <dcterms:modified xsi:type="dcterms:W3CDTF">2026-10-07T22:46:04Z</dcterms:modified>
</cp:coreProperties>
</file>