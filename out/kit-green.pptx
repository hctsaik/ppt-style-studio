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53807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933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548640" y="16504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" name="流程方塊"/>
          <p:cNvSpPr/>
          <p:nvPr/>
        </p:nvSpPr>
        <p:spPr>
          <a:xfrm>
            <a:off x="1998160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8" name="圖說"/>
          <p:cNvSpPr/>
          <p:nvPr/>
        </p:nvSpPr>
        <p:spPr>
          <a:xfrm>
            <a:off x="1874520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9" name="流程方塊"/>
          <p:cNvSpPr/>
          <p:nvPr/>
        </p:nvSpPr>
        <p:spPr>
          <a:xfrm>
            <a:off x="3397584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4836" dist="24257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0" name="圖說"/>
          <p:cNvSpPr/>
          <p:nvPr/>
        </p:nvSpPr>
        <p:spPr>
          <a:xfrm>
            <a:off x="3273944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1" name="流程方塊"/>
          <p:cNvSpPr/>
          <p:nvPr/>
        </p:nvSpPr>
        <p:spPr>
          <a:xfrm>
            <a:off x="4797008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2EBE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2" name="圖說"/>
          <p:cNvSpPr/>
          <p:nvPr/>
        </p:nvSpPr>
        <p:spPr>
          <a:xfrm>
            <a:off x="4673368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3" name="流程方塊"/>
          <p:cNvSpPr/>
          <p:nvPr/>
        </p:nvSpPr>
        <p:spPr>
          <a:xfrm>
            <a:off x="6196432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4" name="圖說"/>
          <p:cNvSpPr/>
          <p:nvPr/>
        </p:nvSpPr>
        <p:spPr>
          <a:xfrm>
            <a:off x="6072792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5" name="流程方塊"/>
          <p:cNvSpPr/>
          <p:nvPr/>
        </p:nvSpPr>
        <p:spPr>
          <a:xfrm>
            <a:off x="7595855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2225">
            <a:solidFill>
              <a:srgbClr val="2F5D5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6" name="圖說"/>
          <p:cNvSpPr/>
          <p:nvPr/>
        </p:nvSpPr>
        <p:spPr>
          <a:xfrm>
            <a:off x="7472216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7" name="流程方塊"/>
          <p:cNvSpPr/>
          <p:nvPr/>
        </p:nvSpPr>
        <p:spPr>
          <a:xfrm>
            <a:off x="8995279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2F5D50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8" name="圖說"/>
          <p:cNvSpPr/>
          <p:nvPr/>
        </p:nvSpPr>
        <p:spPr>
          <a:xfrm>
            <a:off x="8871639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9" name="流程方塊"/>
          <p:cNvSpPr/>
          <p:nvPr/>
        </p:nvSpPr>
        <p:spPr>
          <a:xfrm>
            <a:off x="10394703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20" name="圖說"/>
          <p:cNvSpPr/>
          <p:nvPr/>
        </p:nvSpPr>
        <p:spPr>
          <a:xfrm>
            <a:off x="10271063" y="19979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1" name="線條"/>
          <p:cNvSpPr/>
          <p:nvPr/>
        </p:nvSpPr>
        <p:spPr>
          <a:xfrm>
            <a:off x="548640" y="217170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548640" y="23362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判斷菱形"/>
          <p:cNvSpPr/>
          <p:nvPr/>
        </p:nvSpPr>
        <p:spPr>
          <a:xfrm>
            <a:off x="2066740" y="222199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4" name="圖說"/>
          <p:cNvSpPr/>
          <p:nvPr/>
        </p:nvSpPr>
        <p:spPr>
          <a:xfrm>
            <a:off x="1874520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5" name="判斷菱形"/>
          <p:cNvSpPr/>
          <p:nvPr/>
        </p:nvSpPr>
        <p:spPr>
          <a:xfrm>
            <a:off x="3466164" y="222199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6" name="圖說"/>
          <p:cNvSpPr/>
          <p:nvPr/>
        </p:nvSpPr>
        <p:spPr>
          <a:xfrm>
            <a:off x="3273944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7" name="判斷菱形"/>
          <p:cNvSpPr/>
          <p:nvPr/>
        </p:nvSpPr>
        <p:spPr>
          <a:xfrm>
            <a:off x="4865588" y="2221992"/>
            <a:ext cx="960120" cy="475488"/>
          </a:xfrm>
          <a:prstGeom prst="diamond">
            <a:avLst/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8" name="圖說"/>
          <p:cNvSpPr/>
          <p:nvPr/>
        </p:nvSpPr>
        <p:spPr>
          <a:xfrm>
            <a:off x="4673368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9" name="判斷菱形"/>
          <p:cNvSpPr/>
          <p:nvPr/>
        </p:nvSpPr>
        <p:spPr>
          <a:xfrm>
            <a:off x="6265012" y="222199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F5D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0" name="圖說"/>
          <p:cNvSpPr/>
          <p:nvPr/>
        </p:nvSpPr>
        <p:spPr>
          <a:xfrm>
            <a:off x="6072792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1" name="判斷菱形"/>
          <p:cNvSpPr/>
          <p:nvPr/>
        </p:nvSpPr>
        <p:spPr>
          <a:xfrm>
            <a:off x="7664435" y="2221992"/>
            <a:ext cx="960120" cy="475488"/>
          </a:xfrm>
          <a:prstGeom prst="diamond">
            <a:avLst/>
          </a:prstGeom>
          <a:solidFill>
            <a:srgbClr val="2F5D50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2" name="圖說"/>
          <p:cNvSpPr/>
          <p:nvPr/>
        </p:nvSpPr>
        <p:spPr>
          <a:xfrm>
            <a:off x="7472216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3" name="判斷菱形"/>
          <p:cNvSpPr/>
          <p:nvPr/>
        </p:nvSpPr>
        <p:spPr>
          <a:xfrm>
            <a:off x="9063859" y="222199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4" name="圖說"/>
          <p:cNvSpPr/>
          <p:nvPr/>
        </p:nvSpPr>
        <p:spPr>
          <a:xfrm>
            <a:off x="8871639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221992"/>
            <a:ext cx="1115568" cy="475488"/>
            <a:chOff x="10330695" y="2221992"/>
            <a:chExt cx="1115568" cy="475488"/>
          </a:xfrm>
        </p:grpSpPr>
        <p:sp>
          <p:nvSpPr>
            <p:cNvPr id="35" name="判斷菱形"/>
            <p:cNvSpPr/>
            <p:nvPr/>
          </p:nvSpPr>
          <p:spPr>
            <a:xfrm>
              <a:off x="10330695" y="222199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0897623" y="2459736"/>
              <a:ext cx="548640" cy="0"/>
            </a:xfrm>
            <a:prstGeom prst="line">
              <a:avLst/>
            </a:prstGeom>
            <a:noFill/>
            <a:ln w="19050">
              <a:solidFill>
                <a:srgbClr val="8C8C8C"/>
              </a:solidFill>
              <a:prstDash val="solid"/>
              <a:tailEnd type="triangle"/>
            </a:ln>
          </p:spPr>
        </p:sp>
        <p:sp>
          <p:nvSpPr>
            <p:cNvPr id="37" name="標註"/>
            <p:cNvSpPr/>
            <p:nvPr/>
          </p:nvSpPr>
          <p:spPr>
            <a:xfrm>
              <a:off x="10915911" y="2276856"/>
              <a:ext cx="2743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0271063" y="272948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9" name="線條"/>
          <p:cNvSpPr/>
          <p:nvPr/>
        </p:nvSpPr>
        <p:spPr>
          <a:xfrm>
            <a:off x="548640" y="290322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548640" y="300380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1" name="開始／結束"/>
          <p:cNvSpPr/>
          <p:nvPr/>
        </p:nvSpPr>
        <p:spPr>
          <a:xfrm>
            <a:off x="1998160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F5D5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2" name="圖說"/>
          <p:cNvSpPr/>
          <p:nvPr/>
        </p:nvSpPr>
        <p:spPr>
          <a:xfrm>
            <a:off x="1874520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3" name="開始／結束"/>
          <p:cNvSpPr/>
          <p:nvPr/>
        </p:nvSpPr>
        <p:spPr>
          <a:xfrm>
            <a:off x="3397584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4" name="圖說"/>
          <p:cNvSpPr/>
          <p:nvPr/>
        </p:nvSpPr>
        <p:spPr>
          <a:xfrm>
            <a:off x="3273944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5" name="開始／結束"/>
          <p:cNvSpPr/>
          <p:nvPr/>
        </p:nvSpPr>
        <p:spPr>
          <a:xfrm>
            <a:off x="4797008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6" name="圖說"/>
          <p:cNvSpPr/>
          <p:nvPr/>
        </p:nvSpPr>
        <p:spPr>
          <a:xfrm>
            <a:off x="4673368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7" name="開始／結束"/>
          <p:cNvSpPr/>
          <p:nvPr/>
        </p:nvSpPr>
        <p:spPr>
          <a:xfrm>
            <a:off x="6196432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835" dist="2197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8" name="圖說"/>
          <p:cNvSpPr/>
          <p:nvPr/>
        </p:nvSpPr>
        <p:spPr>
          <a:xfrm>
            <a:off x="6072792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9" name="開始／結束"/>
          <p:cNvSpPr/>
          <p:nvPr/>
        </p:nvSpPr>
        <p:spPr>
          <a:xfrm>
            <a:off x="7595855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0" name="圖說"/>
          <p:cNvSpPr/>
          <p:nvPr/>
        </p:nvSpPr>
        <p:spPr>
          <a:xfrm>
            <a:off x="7472216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1" name="開始／結束"/>
          <p:cNvSpPr/>
          <p:nvPr/>
        </p:nvSpPr>
        <p:spPr>
          <a:xfrm>
            <a:off x="8995279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2" name="圖說"/>
          <p:cNvSpPr/>
          <p:nvPr/>
        </p:nvSpPr>
        <p:spPr>
          <a:xfrm>
            <a:off x="8871639" y="33329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3" name="線條"/>
          <p:cNvSpPr/>
          <p:nvPr/>
        </p:nvSpPr>
        <p:spPr>
          <a:xfrm>
            <a:off x="548640" y="35067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548640" y="361645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5" name="線條"/>
          <p:cNvSpPr/>
          <p:nvPr/>
        </p:nvSpPr>
        <p:spPr>
          <a:xfrm>
            <a:off x="2016448" y="3739896"/>
            <a:ext cx="1060704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1874520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7" name="線條"/>
          <p:cNvSpPr/>
          <p:nvPr/>
        </p:nvSpPr>
        <p:spPr>
          <a:xfrm>
            <a:off x="3415872" y="3739896"/>
            <a:ext cx="1060704" cy="0"/>
          </a:xfrm>
          <a:prstGeom prst="line">
            <a:avLst/>
          </a:prstGeom>
          <a:noFill/>
          <a:ln w="34290">
            <a:solidFill>
              <a:srgbClr val="2F5D50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3273944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9" name="連接線"/>
          <p:cNvSpPr/>
          <p:nvPr/>
        </p:nvSpPr>
        <p:spPr>
          <a:xfrm>
            <a:off x="4815296" y="360273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4673368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61" name="線條"/>
          <p:cNvSpPr/>
          <p:nvPr/>
        </p:nvSpPr>
        <p:spPr>
          <a:xfrm>
            <a:off x="6214720" y="3739896"/>
            <a:ext cx="1060704" cy="0"/>
          </a:xfrm>
          <a:prstGeom prst="line">
            <a:avLst/>
          </a:prstGeom>
          <a:noFill/>
          <a:ln w="1905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6072792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3" name="線條"/>
          <p:cNvSpPr/>
          <p:nvPr/>
        </p:nvSpPr>
        <p:spPr>
          <a:xfrm>
            <a:off x="7614143" y="3739896"/>
            <a:ext cx="1060704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  <a:headEnd type="triangle"/>
            <a:tailEnd type="triangle"/>
          </a:ln>
        </p:spPr>
      </p:sp>
      <p:sp>
        <p:nvSpPr>
          <p:cNvPr id="64" name="圖說"/>
          <p:cNvSpPr/>
          <p:nvPr/>
        </p:nvSpPr>
        <p:spPr>
          <a:xfrm>
            <a:off x="7472216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611880"/>
            <a:ext cx="640080" cy="256032"/>
            <a:chOff x="9214735" y="3611880"/>
            <a:chExt cx="640080" cy="256032"/>
          </a:xfrm>
        </p:grpSpPr>
        <p:sp>
          <p:nvSpPr>
            <p:cNvPr id="65" name="三角分隔"/>
            <p:cNvSpPr/>
            <p:nvPr/>
          </p:nvSpPr>
          <p:spPr>
            <a:xfrm>
              <a:off x="9214735" y="363931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9708511" y="361188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8871639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8" name="區塊箭頭"/>
          <p:cNvSpPr/>
          <p:nvPr/>
        </p:nvSpPr>
        <p:spPr>
          <a:xfrm>
            <a:off x="10440423" y="355701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0271063" y="395478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70" name="線條"/>
          <p:cNvSpPr/>
          <p:nvPr/>
        </p:nvSpPr>
        <p:spPr>
          <a:xfrm>
            <a:off x="548640" y="412851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548640" y="42565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2" name="警示方塊"/>
          <p:cNvSpPr/>
          <p:nvPr/>
        </p:nvSpPr>
        <p:spPr>
          <a:xfrm>
            <a:off x="1998160" y="417880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3" name="圖說"/>
          <p:cNvSpPr/>
          <p:nvPr/>
        </p:nvSpPr>
        <p:spPr>
          <a:xfrm>
            <a:off x="1874520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4" name="警示方塊"/>
          <p:cNvSpPr/>
          <p:nvPr/>
        </p:nvSpPr>
        <p:spPr>
          <a:xfrm>
            <a:off x="3397584" y="417880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5" name="圖說"/>
          <p:cNvSpPr/>
          <p:nvPr/>
        </p:nvSpPr>
        <p:spPr>
          <a:xfrm>
            <a:off x="3273944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6" name="警示方塊"/>
          <p:cNvSpPr/>
          <p:nvPr/>
        </p:nvSpPr>
        <p:spPr>
          <a:xfrm>
            <a:off x="4797008" y="417880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7" name="圖說"/>
          <p:cNvSpPr/>
          <p:nvPr/>
        </p:nvSpPr>
        <p:spPr>
          <a:xfrm>
            <a:off x="4673368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174785"/>
            <a:ext cx="476044" cy="410383"/>
            <a:chOff x="6507050" y="4174785"/>
            <a:chExt cx="476044" cy="410383"/>
          </a:xfrm>
        </p:grpSpPr>
        <p:sp>
          <p:nvSpPr>
            <p:cNvPr id="78" name="警告三角"/>
            <p:cNvSpPr/>
            <p:nvPr/>
          </p:nvSpPr>
          <p:spPr>
            <a:xfrm>
              <a:off x="6507050" y="417478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6507050" y="4297899"/>
              <a:ext cx="476044" cy="27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6072792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81" name="錯誤標記"/>
          <p:cNvSpPr/>
          <p:nvPr/>
        </p:nvSpPr>
        <p:spPr>
          <a:xfrm>
            <a:off x="7979538" y="4215018"/>
            <a:ext cx="329916" cy="329916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2" name="圖說"/>
          <p:cNvSpPr/>
          <p:nvPr/>
        </p:nvSpPr>
        <p:spPr>
          <a:xfrm>
            <a:off x="7472216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119372"/>
            <a:ext cx="1156716" cy="461772"/>
            <a:chOff x="8995279" y="4119372"/>
            <a:chExt cx="1156716" cy="461772"/>
          </a:xfrm>
        </p:grpSpPr>
        <p:sp>
          <p:nvSpPr>
            <p:cNvPr id="83" name="流程方塊"/>
            <p:cNvSpPr/>
            <p:nvPr/>
          </p:nvSpPr>
          <p:spPr>
            <a:xfrm>
              <a:off x="8995279" y="4178808"/>
              <a:ext cx="1097280" cy="402336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9996547" y="4119372"/>
              <a:ext cx="155448" cy="155448"/>
            </a:xfrm>
            <a:prstGeom prst="ellipse">
              <a:avLst/>
            </a:prstGeom>
            <a:solidFill>
              <a:srgbClr val="C0504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8871639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6" name="連接線"/>
          <p:cNvSpPr/>
          <p:nvPr/>
        </p:nvSpPr>
        <p:spPr>
          <a:xfrm>
            <a:off x="10412991" y="423367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noFill/>
          <a:ln w="15875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0271063" y="46131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8" name="線條"/>
          <p:cNvSpPr/>
          <p:nvPr/>
        </p:nvSpPr>
        <p:spPr>
          <a:xfrm>
            <a:off x="548640" y="47868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548640" y="499719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90" name="大圓"/>
          <p:cNvSpPr/>
          <p:nvPr/>
        </p:nvSpPr>
        <p:spPr>
          <a:xfrm>
            <a:off x="2263336" y="4837176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  <a:effectLst>
            <a:outerShdw blurRad="85344" dist="1524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874520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782312"/>
            <a:ext cx="676656" cy="676656"/>
            <a:chOff x="3607896" y="4782312"/>
            <a:chExt cx="676656" cy="676656"/>
          </a:xfrm>
        </p:grpSpPr>
        <p:sp>
          <p:nvSpPr>
            <p:cNvPr id="92" name="外圈細環"/>
            <p:cNvSpPr/>
            <p:nvPr/>
          </p:nvSpPr>
          <p:spPr>
            <a:xfrm>
              <a:off x="3607896" y="4782312"/>
              <a:ext cx="676656" cy="676656"/>
            </a:xfrm>
            <a:prstGeom prst="ellipse">
              <a:avLst/>
            </a:prstGeom>
            <a:noFill/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3662760" y="4837176"/>
              <a:ext cx="566928" cy="5669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3273944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5" name="外框圓"/>
          <p:cNvSpPr/>
          <p:nvPr/>
        </p:nvSpPr>
        <p:spPr>
          <a:xfrm>
            <a:off x="5062184" y="483717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673368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205576" y="4965192"/>
            <a:ext cx="1078992" cy="310896"/>
            <a:chOff x="6205576" y="4965192"/>
            <a:chExt cx="1078992" cy="310896"/>
          </a:xfrm>
        </p:grpSpPr>
        <p:sp>
          <p:nvSpPr>
            <p:cNvPr id="97" name="編號"/>
            <p:cNvSpPr/>
            <p:nvPr/>
          </p:nvSpPr>
          <p:spPr>
            <a:xfrm>
              <a:off x="6205576" y="4965192"/>
              <a:ext cx="310896" cy="310896"/>
            </a:xfrm>
            <a:prstGeom prst="roundRect">
              <a:avLst>
                <a:gd name="adj" fmla="val 1764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6589624" y="4965192"/>
              <a:ext cx="310896" cy="310896"/>
            </a:xfrm>
            <a:prstGeom prst="roundRect">
              <a:avLst>
                <a:gd name="adj" fmla="val 1764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6973672" y="4965192"/>
              <a:ext cx="310896" cy="310896"/>
            </a:xfrm>
            <a:prstGeom prst="roundRect">
              <a:avLst>
                <a:gd name="adj" fmla="val 1764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6072792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101" name="標籤"/>
          <p:cNvSpPr/>
          <p:nvPr/>
        </p:nvSpPr>
        <p:spPr>
          <a:xfrm>
            <a:off x="7742200" y="4974336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2" name="圖說"/>
          <p:cNvSpPr/>
          <p:nvPr/>
        </p:nvSpPr>
        <p:spPr>
          <a:xfrm>
            <a:off x="7472216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4983480"/>
            <a:ext cx="1107440" cy="274320"/>
            <a:chOff x="8990199" y="4983480"/>
            <a:chExt cx="1107440" cy="274320"/>
          </a:xfrm>
        </p:grpSpPr>
        <p:sp>
          <p:nvSpPr>
            <p:cNvPr id="103" name="標籤"/>
            <p:cNvSpPr/>
            <p:nvPr/>
          </p:nvSpPr>
          <p:spPr>
            <a:xfrm>
              <a:off x="8990199" y="4983480"/>
              <a:ext cx="517144" cy="274320"/>
            </a:xfrm>
            <a:prstGeom prst="roundRect">
              <a:avLst>
                <a:gd name="adj" fmla="val 1666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9580495" y="4983480"/>
              <a:ext cx="517144" cy="274320"/>
            </a:xfrm>
            <a:prstGeom prst="roundRect">
              <a:avLst>
                <a:gd name="adj" fmla="val 16667"/>
              </a:avLst>
            </a:prstGeom>
            <a:solidFill>
              <a:srgbClr val="DFDFDF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8871639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052060"/>
            <a:ext cx="685800" cy="137160"/>
            <a:chOff x="10600443" y="5052060"/>
            <a:chExt cx="685800" cy="137160"/>
          </a:xfrm>
        </p:grpSpPr>
        <p:sp>
          <p:nvSpPr>
            <p:cNvPr id="106" name="圓點"/>
            <p:cNvSpPr/>
            <p:nvPr/>
          </p:nvSpPr>
          <p:spPr>
            <a:xfrm>
              <a:off x="10600443" y="5052060"/>
              <a:ext cx="137160" cy="137160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10874763" y="5052060"/>
              <a:ext cx="137160" cy="137160"/>
            </a:xfrm>
            <a:prstGeom prst="ellipse">
              <a:avLst/>
            </a:pr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1149083" y="5052060"/>
              <a:ext cx="137160" cy="13716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10271063" y="543610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10" name="線條"/>
          <p:cNvSpPr/>
          <p:nvPr/>
        </p:nvSpPr>
        <p:spPr>
          <a:xfrm>
            <a:off x="548640" y="560984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548640" y="574700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632704"/>
            <a:ext cx="1097280" cy="448056"/>
            <a:chOff x="1998160" y="5632704"/>
            <a:chExt cx="1097280" cy="448056"/>
          </a:xfrm>
        </p:grpSpPr>
        <p:sp>
          <p:nvSpPr>
            <p:cNvPr id="112" name="群組框"/>
            <p:cNvSpPr/>
            <p:nvPr/>
          </p:nvSpPr>
          <p:spPr>
            <a:xfrm>
              <a:off x="1998160" y="5715000"/>
              <a:ext cx="1097280" cy="365760"/>
            </a:xfrm>
            <a:prstGeom prst="roundRect">
              <a:avLst>
                <a:gd name="adj" fmla="val 25000"/>
              </a:avLst>
            </a:prstGeom>
            <a:noFill/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2089600" y="5632704"/>
              <a:ext cx="566928" cy="164592"/>
            </a:xfrm>
            <a:prstGeom prst="rect">
              <a:avLst/>
            </a:prstGeom>
            <a:solidFill>
              <a:srgbClr val="F4F4F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1874520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5" name="淺灰面板"/>
          <p:cNvSpPr/>
          <p:nvPr/>
        </p:nvSpPr>
        <p:spPr>
          <a:xfrm>
            <a:off x="3397584" y="566013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3273944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7" name="卡片"/>
          <p:cNvSpPr/>
          <p:nvPr/>
        </p:nvSpPr>
        <p:spPr>
          <a:xfrm>
            <a:off x="4797008" y="5660136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4673368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19" name="卡片"/>
          <p:cNvSpPr/>
          <p:nvPr/>
        </p:nvSpPr>
        <p:spPr>
          <a:xfrm>
            <a:off x="6196432" y="5660136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6072792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660136"/>
            <a:ext cx="1097280" cy="420624"/>
            <a:chOff x="7595855" y="5660136"/>
            <a:chExt cx="1097280" cy="420624"/>
          </a:xfrm>
        </p:grpSpPr>
        <p:sp>
          <p:nvSpPr>
            <p:cNvPr id="121" name="卡片"/>
            <p:cNvSpPr/>
            <p:nvPr/>
          </p:nvSpPr>
          <p:spPr>
            <a:xfrm>
              <a:off x="7595855" y="5660136"/>
              <a:ext cx="1097280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7595855" y="566013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91440"/>
                  </a:lnTo>
                  <a:arcTo hR="91440" wR="91440" stAng="10800000" swAng="5400000"/>
                  <a:lnTo>
                    <a:pt x="1005840" y="0"/>
                  </a:lnTo>
                  <a:arcTo hR="91440" wR="91440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7472216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660136"/>
            <a:ext cx="1097280" cy="420624"/>
            <a:chOff x="8995279" y="5660136"/>
            <a:chExt cx="1097280" cy="420624"/>
          </a:xfrm>
        </p:grpSpPr>
        <p:sp>
          <p:nvSpPr>
            <p:cNvPr id="124" name="卡片"/>
            <p:cNvSpPr/>
            <p:nvPr/>
          </p:nvSpPr>
          <p:spPr>
            <a:xfrm>
              <a:off x="8995279" y="566013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8995279" y="5660136"/>
              <a:ext cx="54864" cy="420624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8871639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660136"/>
            <a:ext cx="731520" cy="420624"/>
            <a:chOff x="10577583" y="5660136"/>
            <a:chExt cx="731520" cy="420624"/>
          </a:xfrm>
        </p:grpSpPr>
        <p:sp>
          <p:nvSpPr>
            <p:cNvPr id="127" name="寬欄條"/>
            <p:cNvSpPr/>
            <p:nvPr/>
          </p:nvSpPr>
          <p:spPr>
            <a:xfrm>
              <a:off x="10577583" y="5660136"/>
              <a:ext cx="310896" cy="420624"/>
            </a:xfrm>
            <a:prstGeom prst="roundRect">
              <a:avLst>
                <a:gd name="adj" fmla="val 35294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10998207" y="5660136"/>
              <a:ext cx="310896" cy="420624"/>
            </a:xfrm>
            <a:prstGeom prst="roundRect">
              <a:avLst>
                <a:gd name="adj" fmla="val 35294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0271063" y="611276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30" name="線條"/>
          <p:cNvSpPr/>
          <p:nvPr/>
        </p:nvSpPr>
        <p:spPr>
          <a:xfrm>
            <a:off x="1737360" y="1700784"/>
            <a:ext cx="0" cy="453542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57363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89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749808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9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768096" y="2276856"/>
              <a:ext cx="237744" cy="237744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1741132" y="2276856"/>
              <a:ext cx="237744" cy="237744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714168" y="2276856"/>
              <a:ext cx="237744" cy="237744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90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1225296" y="2862072"/>
              <a:ext cx="296380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2198332" y="2862072"/>
              <a:ext cx="296380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17" name="Text 15"/>
          <p:cNvSpPr/>
          <p:nvPr/>
        </p:nvSpPr>
        <p:spPr>
          <a:xfrm>
            <a:off x="3372536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3573704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9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20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4030904" y="2514600"/>
              <a:ext cx="237744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3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5036744" y="2514600"/>
              <a:ext cx="281864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5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4652696" y="2807208"/>
              <a:ext cx="0" cy="448056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8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6196432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6397600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31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2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6873088" y="2624328"/>
              <a:ext cx="296380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7846124" y="2624328"/>
              <a:ext cx="296380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7018534" y="2332577"/>
              <a:ext cx="5486" cy="973036"/>
            </a:xfrm>
            <a:prstGeom prst="bentConnector3">
              <a:avLst>
                <a:gd name="adj1" fmla="val 7000000"/>
              </a:avLst>
            </a:prstGeom>
            <a:ln w="19050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9020327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9221495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41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2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9751847" y="3008376"/>
              <a:ext cx="182880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5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10611383" y="3008376"/>
              <a:ext cx="464744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9788423" y="2331720"/>
              <a:ext cx="82296" cy="886968"/>
            </a:xfrm>
            <a:prstGeom prst="bentConnector3">
              <a:avLst>
                <a:gd name="adj1" fmla="val -500000"/>
              </a:avLst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9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548640" y="411937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749808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3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1737360" y="4809744"/>
              <a:ext cx="594360" cy="594360"/>
            </a:xfrm>
            <a:prstGeom prst="bentConnector2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2651760" y="5001768"/>
              <a:ext cx="126416" cy="594360"/>
            </a:xfrm>
            <a:prstGeom prst="bentConnector2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62" name="Text 60"/>
          <p:cNvSpPr/>
          <p:nvPr/>
        </p:nvSpPr>
        <p:spPr>
          <a:xfrm>
            <a:off x="3372536" y="411937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3573704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4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5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3884600" y="5175504"/>
              <a:ext cx="182880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4131488" y="4754880"/>
              <a:ext cx="192024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4131488" y="5596128"/>
              <a:ext cx="192024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5000168" y="4754880"/>
              <a:ext cx="25832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5000168" y="5596128"/>
              <a:ext cx="25832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5090008" y="5175504"/>
              <a:ext cx="338328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77" name="Text 75"/>
          <p:cNvSpPr/>
          <p:nvPr/>
        </p:nvSpPr>
        <p:spPr>
          <a:xfrm>
            <a:off x="6196432" y="411937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6397600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18888"/>
            <a:ext cx="2714168" cy="777240"/>
            <a:chOff x="6150712" y="4818888"/>
            <a:chExt cx="2714168" cy="777240"/>
          </a:xfrm>
        </p:grpSpPr>
        <p:sp>
          <p:nvSpPr>
            <p:cNvPr id="80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8069351" y="4818888"/>
              <a:ext cx="749808" cy="475488"/>
            </a:xfrm>
            <a:prstGeom prst="flowChartDocument">
              <a:avLst/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38100" tIns="0" rIns="3810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6865590" y="5056632"/>
              <a:ext cx="322166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7827836" y="5056632"/>
              <a:ext cx="241516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88" name="Text 86"/>
          <p:cNvSpPr/>
          <p:nvPr/>
        </p:nvSpPr>
        <p:spPr>
          <a:xfrm>
            <a:off x="9020327" y="411937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9221495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90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91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4" name="三角形"/>
            <p:cNvSpPr/>
            <p:nvPr/>
          </p:nvSpPr>
          <p:spPr>
            <a:xfrm>
              <a:off x="10157955" y="5125212"/>
              <a:ext cx="91440" cy="118872"/>
            </a:xfrm>
            <a:custGeom>
              <a:avLst/>
              <a:gdLst/>
              <a:ahLst/>
              <a:cxnLst/>
              <a:rect l="l" t="t" r="r" b="b"/>
              <a:pathLst>
                <a:path w="91440" h="118872">
                  <a:moveTo>
                    <a:pt x="0" y="0"/>
                  </a:moveTo>
                  <a:lnTo>
                    <a:pt x="91440" y="59436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三角形"/>
            <p:cNvSpPr/>
            <p:nvPr/>
          </p:nvSpPr>
          <p:spPr>
            <a:xfrm>
              <a:off x="10285971" y="5125212"/>
              <a:ext cx="91440" cy="118872"/>
            </a:xfrm>
            <a:custGeom>
              <a:avLst/>
              <a:gdLst/>
              <a:ahLst/>
              <a:cxnLst/>
              <a:rect l="l" t="t" r="r" b="b"/>
              <a:pathLst>
                <a:path w="91440" h="118872">
                  <a:moveTo>
                    <a:pt x="0" y="0"/>
                  </a:moveTo>
                  <a:lnTo>
                    <a:pt x="91440" y="59436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三角形"/>
            <p:cNvSpPr/>
            <p:nvPr/>
          </p:nvSpPr>
          <p:spPr>
            <a:xfrm>
              <a:off x="10413987" y="5125212"/>
              <a:ext cx="91440" cy="118872"/>
            </a:xfrm>
            <a:custGeom>
              <a:avLst/>
              <a:gdLst/>
              <a:ahLst/>
              <a:cxnLst/>
              <a:rect l="l" t="t" r="r" b="b"/>
              <a:pathLst>
                <a:path w="91440" h="118872">
                  <a:moveTo>
                    <a:pt x="0" y="0"/>
                  </a:moveTo>
                  <a:lnTo>
                    <a:pt x="91440" y="59436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 w="22225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8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9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100" name="Text 98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7020052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32700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749808" y="1737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54864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607543"/>
                <a:gridCol w="607543"/>
                <a:gridCol w="607543"/>
                <a:gridCol w="607543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1757667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RACI 標記"/>
          <p:cNvSpPr/>
          <p:nvPr/>
        </p:nvSpPr>
        <p:spPr>
          <a:xfrm>
            <a:off x="2365210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2" name="RACI 標記"/>
          <p:cNvSpPr/>
          <p:nvPr/>
        </p:nvSpPr>
        <p:spPr>
          <a:xfrm>
            <a:off x="2972753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3" name="RACI 標記"/>
          <p:cNvSpPr/>
          <p:nvPr/>
        </p:nvSpPr>
        <p:spPr>
          <a:xfrm>
            <a:off x="3580295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4" name="RACI 標記"/>
          <p:cNvSpPr/>
          <p:nvPr/>
        </p:nvSpPr>
        <p:spPr>
          <a:xfrm>
            <a:off x="1757667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5" name="RACI 標記"/>
          <p:cNvSpPr/>
          <p:nvPr/>
        </p:nvSpPr>
        <p:spPr>
          <a:xfrm>
            <a:off x="2365210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6" name="RACI 標記"/>
          <p:cNvSpPr/>
          <p:nvPr/>
        </p:nvSpPr>
        <p:spPr>
          <a:xfrm>
            <a:off x="2972753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7" name="RACI 標記"/>
          <p:cNvSpPr/>
          <p:nvPr/>
        </p:nvSpPr>
        <p:spPr>
          <a:xfrm>
            <a:off x="3580295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18" name="RACI 標記"/>
          <p:cNvSpPr/>
          <p:nvPr/>
        </p:nvSpPr>
        <p:spPr>
          <a:xfrm>
            <a:off x="1757667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9" name="RACI 標記"/>
          <p:cNvSpPr/>
          <p:nvPr/>
        </p:nvSpPr>
        <p:spPr>
          <a:xfrm>
            <a:off x="2365210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0" name="RACI 標記"/>
          <p:cNvSpPr/>
          <p:nvPr/>
        </p:nvSpPr>
        <p:spPr>
          <a:xfrm>
            <a:off x="2972753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1" name="RACI 標記"/>
          <p:cNvSpPr/>
          <p:nvPr/>
        </p:nvSpPr>
        <p:spPr>
          <a:xfrm>
            <a:off x="3580295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2" name="RACI 標記"/>
          <p:cNvSpPr/>
          <p:nvPr/>
        </p:nvSpPr>
        <p:spPr>
          <a:xfrm>
            <a:off x="1757667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3" name="RACI 標記"/>
          <p:cNvSpPr/>
          <p:nvPr/>
        </p:nvSpPr>
        <p:spPr>
          <a:xfrm>
            <a:off x="2365210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4" name="RACI 標記"/>
          <p:cNvSpPr/>
          <p:nvPr/>
        </p:nvSpPr>
        <p:spPr>
          <a:xfrm>
            <a:off x="2972753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5" name="RACI 標記"/>
          <p:cNvSpPr/>
          <p:nvPr/>
        </p:nvSpPr>
        <p:spPr>
          <a:xfrm>
            <a:off x="3580295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6" name="圖例"/>
          <p:cNvSpPr/>
          <p:nvPr/>
        </p:nvSpPr>
        <p:spPr>
          <a:xfrm>
            <a:off x="548640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7" name="圖例"/>
          <p:cNvSpPr/>
          <p:nvPr/>
        </p:nvSpPr>
        <p:spPr>
          <a:xfrm>
            <a:off x="786384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800" dirty="0"/>
          </a:p>
        </p:txBody>
      </p:sp>
      <p:sp>
        <p:nvSpPr>
          <p:cNvPr id="28" name="圖例"/>
          <p:cNvSpPr/>
          <p:nvPr/>
        </p:nvSpPr>
        <p:spPr>
          <a:xfrm>
            <a:off x="1335024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9" name="圖例"/>
          <p:cNvSpPr/>
          <p:nvPr/>
        </p:nvSpPr>
        <p:spPr>
          <a:xfrm>
            <a:off x="1572768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800" dirty="0"/>
          </a:p>
        </p:txBody>
      </p:sp>
      <p:sp>
        <p:nvSpPr>
          <p:cNvPr id="30" name="圖例"/>
          <p:cNvSpPr/>
          <p:nvPr/>
        </p:nvSpPr>
        <p:spPr>
          <a:xfrm>
            <a:off x="2121408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31" name="圖例"/>
          <p:cNvSpPr/>
          <p:nvPr/>
        </p:nvSpPr>
        <p:spPr>
          <a:xfrm>
            <a:off x="2359152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800" dirty="0"/>
          </a:p>
        </p:txBody>
      </p:sp>
      <p:sp>
        <p:nvSpPr>
          <p:cNvPr id="32" name="圖例"/>
          <p:cNvSpPr/>
          <p:nvPr/>
        </p:nvSpPr>
        <p:spPr>
          <a:xfrm>
            <a:off x="2907792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33" name="圖例"/>
          <p:cNvSpPr/>
          <p:nvPr/>
        </p:nvSpPr>
        <p:spPr>
          <a:xfrm>
            <a:off x="3145536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50410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4551578" y="1737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400" dirty="0"/>
          </a:p>
        </p:txBody>
      </p:sp>
      <p:sp>
        <p:nvSpPr>
          <p:cNvPr id="36" name="線條"/>
          <p:cNvSpPr/>
          <p:nvPr/>
        </p:nvSpPr>
        <p:spPr>
          <a:xfrm>
            <a:off x="435041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1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8237"/>
                <a:gridCol w="12882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4350410" y="3785616"/>
            <a:ext cx="349087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152181" y="1815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8353349" y="1737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400" dirty="0"/>
          </a:p>
        </p:txBody>
      </p:sp>
      <p:sp>
        <p:nvSpPr>
          <p:cNvPr id="41" name="線條"/>
          <p:cNvSpPr/>
          <p:nvPr/>
        </p:nvSpPr>
        <p:spPr>
          <a:xfrm>
            <a:off x="8152181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8152181" y="2304288"/>
            <a:ext cx="3490874" cy="1060704"/>
            <a:chOff x="8152181" y="2304288"/>
            <a:chExt cx="3490874" cy="1060704"/>
          </a:xfrm>
        </p:grpSpPr>
        <p:sp>
          <p:nvSpPr>
            <p:cNvPr id="42" name="問題"/>
            <p:cNvSpPr/>
            <p:nvPr/>
          </p:nvSpPr>
          <p:spPr>
            <a:xfrm>
              <a:off x="8152181" y="2304288"/>
              <a:ext cx="932688" cy="1060704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C0504D"/>
              </a:solidFill>
              <a:prstDash val="solid"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85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9431274" y="2304288"/>
              <a:ext cx="932688" cy="1060704"/>
            </a:xfrm>
            <a:prstGeom prst="roundRect">
              <a:avLst>
                <a:gd name="adj" fmla="val 11765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85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10710367" y="2304288"/>
              <a:ext cx="932688" cy="1060704"/>
            </a:xfrm>
            <a:prstGeom prst="roundRect">
              <a:avLst>
                <a:gd name="adj" fmla="val 11765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C1CEC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85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9084869" y="2834640"/>
              <a:ext cx="346405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10363962" y="2834640"/>
              <a:ext cx="346405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47" name="Text 43"/>
          <p:cNvSpPr/>
          <p:nvPr/>
        </p:nvSpPr>
        <p:spPr>
          <a:xfrm>
            <a:off x="548640" y="4101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749808" y="4023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400" dirty="0"/>
          </a:p>
        </p:txBody>
      </p:sp>
      <p:sp>
        <p:nvSpPr>
          <p:cNvPr id="49" name="線條"/>
          <p:cNvSpPr/>
          <p:nvPr/>
        </p:nvSpPr>
        <p:spPr>
          <a:xfrm>
            <a:off x="54864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548640" y="4443984"/>
            <a:ext cx="3490874" cy="1773936"/>
            <a:chOff x="548640" y="4443984"/>
            <a:chExt cx="3490874" cy="1773936"/>
          </a:xfrm>
        </p:grpSpPr>
        <p:sp>
          <p:nvSpPr>
            <p:cNvPr id="50" name="方案"/>
            <p:cNvSpPr/>
            <p:nvPr/>
          </p:nvSpPr>
          <p:spPr>
            <a:xfrm>
              <a:off x="548640" y="4443984"/>
              <a:ext cx="1090473" cy="164592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549554" y="4444898"/>
              <a:ext cx="1088644" cy="36576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548640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4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658368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658368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9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658368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658368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9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658368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658368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95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1748841" y="4443984"/>
              <a:ext cx="1090473" cy="164592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22225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1748841" y="4443984"/>
              <a:ext cx="1090473" cy="365760"/>
            </a:xfrm>
            <a:custGeom>
              <a:avLst/>
              <a:gdLst/>
              <a:ahLst/>
              <a:cxnLst/>
              <a:rect l="l" t="t" r="r" b="b"/>
              <a:pathLst>
                <a:path w="1090473" h="365760">
                  <a:moveTo>
                    <a:pt x="0" y="365760"/>
                  </a:moveTo>
                  <a:lnTo>
                    <a:pt x="0" y="109728"/>
                  </a:lnTo>
                  <a:arcTo hR="109728" wR="109728" stAng="10800000" swAng="5400000"/>
                  <a:lnTo>
                    <a:pt x="980745" y="0"/>
                  </a:lnTo>
                  <a:arcTo hR="109728" wR="109728" stAng="16200000" swAng="5400000"/>
                  <a:lnTo>
                    <a:pt x="1090473" y="365760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C1CEC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4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858569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858569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9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858569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858569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95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1858569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1858569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95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2073605" y="6016752"/>
              <a:ext cx="440944" cy="201168"/>
            </a:xfrm>
            <a:prstGeom prst="roundRect">
              <a:avLst>
                <a:gd name="adj" fmla="val 2272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80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2949042" y="4443984"/>
              <a:ext cx="1090473" cy="164592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2949956" y="4444898"/>
              <a:ext cx="1088644" cy="36576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2949042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4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3058770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3058770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95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3058770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3058770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95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3058770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3058770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95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4350410" y="4101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4551578" y="4023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400" dirty="0"/>
          </a:p>
        </p:txBody>
      </p:sp>
      <p:sp>
        <p:nvSpPr>
          <p:cNvPr id="80" name="線條"/>
          <p:cNvSpPr/>
          <p:nvPr/>
        </p:nvSpPr>
        <p:spPr>
          <a:xfrm>
            <a:off x="435041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4350410" y="4590288"/>
            <a:ext cx="3490874" cy="1243584"/>
            <a:chOff x="4350410" y="4590288"/>
            <a:chExt cx="3490874" cy="1243584"/>
          </a:xfrm>
        </p:grpSpPr>
        <p:sp>
          <p:nvSpPr>
            <p:cNvPr id="81" name="卡片"/>
            <p:cNvSpPr/>
            <p:nvPr/>
          </p:nvSpPr>
          <p:spPr>
            <a:xfrm>
              <a:off x="4350410" y="4590288"/>
              <a:ext cx="1078281" cy="1243584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4478426" y="4736592"/>
              <a:ext cx="219456" cy="36576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4478426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8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4460138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4478426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5556707" y="4590288"/>
              <a:ext cx="1078281" cy="1243584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5684723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5684723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85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5666435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4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5684723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6763004" y="4590288"/>
              <a:ext cx="1078281" cy="1243584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6891020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6891020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85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6872732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40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6891020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8152181" y="41010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8353349" y="4023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400" dirty="0"/>
          </a:p>
        </p:txBody>
      </p:sp>
      <p:sp>
        <p:nvSpPr>
          <p:cNvPr id="98" name="線條"/>
          <p:cNvSpPr/>
          <p:nvPr/>
        </p:nvSpPr>
        <p:spPr>
          <a:xfrm>
            <a:off x="8152181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8152181" y="4443984"/>
            <a:ext cx="3490874" cy="1645920"/>
            <a:chOff x="8152181" y="4443984"/>
            <a:chExt cx="3490874" cy="1645920"/>
          </a:xfrm>
        </p:grpSpPr>
        <p:sp>
          <p:nvSpPr>
            <p:cNvPr id="99" name="PDCA Plan"/>
            <p:cNvSpPr/>
            <p:nvPr/>
          </p:nvSpPr>
          <p:spPr>
            <a:xfrm>
              <a:off x="8152181" y="4443984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85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10326319" y="4443984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85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10326319" y="5468112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85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8152181" y="5468112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85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9468917" y="4754880"/>
              <a:ext cx="857402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10984687" y="5065776"/>
              <a:ext cx="0" cy="402336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9468917" y="5779008"/>
              <a:ext cx="857402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8810549" y="5065776"/>
              <a:ext cx="0" cy="402336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9440418" y="5148072"/>
              <a:ext cx="914400" cy="2377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80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9" name="Text 105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778992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個線條圖示：顏色、線寬跟著風格；每個都是可編輯的 PowerPoint 圖案，點一下即可複製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0257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828027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89563" y="320040"/>
                </a:moveTo>
                <a:lnTo>
                  <a:pt x="289563" y="289563"/>
                </a:lnTo>
                <a:cubicBezTo>
                  <a:pt x="289563" y="255895"/>
                  <a:pt x="262268" y="228600"/>
                  <a:pt x="228600" y="228600"/>
                </a:cubicBezTo>
                <a:lnTo>
                  <a:pt x="137160" y="228600"/>
                </a:lnTo>
                <a:cubicBezTo>
                  <a:pt x="103492" y="228600"/>
                  <a:pt x="76197" y="255895"/>
                  <a:pt x="76197" y="289563"/>
                </a:cubicBezTo>
                <a:lnTo>
                  <a:pt x="76197" y="320040"/>
                </a:lnTo>
                <a:moveTo>
                  <a:pt x="243843" y="106683"/>
                </a:moveTo>
                <a:cubicBezTo>
                  <a:pt x="243843" y="140351"/>
                  <a:pt x="216548" y="167637"/>
                  <a:pt x="182880" y="167637"/>
                </a:cubicBezTo>
                <a:cubicBezTo>
                  <a:pt x="149212" y="167637"/>
                  <a:pt x="121917" y="140351"/>
                  <a:pt x="121917" y="106683"/>
                </a:cubicBezTo>
                <a:cubicBezTo>
                  <a:pt x="121917" y="73015"/>
                  <a:pt x="149212" y="45720"/>
                  <a:pt x="182880" y="45720"/>
                </a:cubicBezTo>
                <a:cubicBezTo>
                  <a:pt x="216548" y="45720"/>
                  <a:pt x="243843" y="73015"/>
                  <a:pt x="243843" y="10668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548640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800" dirty="0"/>
          </a:p>
        </p:txBody>
      </p:sp>
      <p:sp>
        <p:nvSpPr>
          <p:cNvPr id="8" name="圖示 團隊"/>
          <p:cNvSpPr/>
          <p:nvPr/>
        </p:nvSpPr>
        <p:spPr>
          <a:xfrm>
            <a:off x="1752562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320040"/>
                </a:moveTo>
                <a:lnTo>
                  <a:pt x="243843" y="289563"/>
                </a:lnTo>
                <a:cubicBezTo>
                  <a:pt x="243843" y="255895"/>
                  <a:pt x="216548" y="228600"/>
                  <a:pt x="182880" y="228600"/>
                </a:cubicBezTo>
                <a:lnTo>
                  <a:pt x="91440" y="228600"/>
                </a:lnTo>
                <a:cubicBezTo>
                  <a:pt x="57772" y="228600"/>
                  <a:pt x="30477" y="255895"/>
                  <a:pt x="30477" y="289563"/>
                </a:cubicBezTo>
                <a:lnTo>
                  <a:pt x="30477" y="320040"/>
                </a:lnTo>
                <a:moveTo>
                  <a:pt x="243843" y="47668"/>
                </a:moveTo>
                <a:cubicBezTo>
                  <a:pt x="270726" y="54645"/>
                  <a:pt x="289499" y="78904"/>
                  <a:pt x="289499" y="106683"/>
                </a:cubicBezTo>
                <a:cubicBezTo>
                  <a:pt x="289499" y="134453"/>
                  <a:pt x="270726" y="158722"/>
                  <a:pt x="243843" y="165689"/>
                </a:cubicBezTo>
                <a:moveTo>
                  <a:pt x="335283" y="320040"/>
                </a:moveTo>
                <a:lnTo>
                  <a:pt x="335283" y="289563"/>
                </a:lnTo>
                <a:cubicBezTo>
                  <a:pt x="335256" y="261784"/>
                  <a:pt x="316456" y="237525"/>
                  <a:pt x="289563" y="230584"/>
                </a:cubicBezTo>
                <a:moveTo>
                  <a:pt x="198123" y="106683"/>
                </a:moveTo>
                <a:cubicBezTo>
                  <a:pt x="198123" y="140351"/>
                  <a:pt x="170828" y="167637"/>
                  <a:pt x="137160" y="167637"/>
                </a:cubicBezTo>
                <a:cubicBezTo>
                  <a:pt x="103492" y="167637"/>
                  <a:pt x="76197" y="140351"/>
                  <a:pt x="76197" y="106683"/>
                </a:cubicBezTo>
                <a:cubicBezTo>
                  <a:pt x="76197" y="73015"/>
                  <a:pt x="103492" y="45720"/>
                  <a:pt x="137160" y="45720"/>
                </a:cubicBezTo>
                <a:cubicBezTo>
                  <a:pt x="170828" y="45720"/>
                  <a:pt x="198123" y="73015"/>
                  <a:pt x="198123" y="10668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1473175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800" dirty="0"/>
          </a:p>
        </p:txBody>
      </p:sp>
      <p:sp>
        <p:nvSpPr>
          <p:cNvPr id="10" name="圖示 負責人"/>
          <p:cNvSpPr/>
          <p:nvPr/>
        </p:nvSpPr>
        <p:spPr>
          <a:xfrm>
            <a:off x="2677097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167637"/>
                </a:moveTo>
                <a:lnTo>
                  <a:pt x="274320" y="198123"/>
                </a:lnTo>
                <a:lnTo>
                  <a:pt x="335283" y="137160"/>
                </a:lnTo>
                <a:moveTo>
                  <a:pt x="243843" y="320040"/>
                </a:moveTo>
                <a:lnTo>
                  <a:pt x="243843" y="289563"/>
                </a:lnTo>
                <a:cubicBezTo>
                  <a:pt x="243843" y="255895"/>
                  <a:pt x="216548" y="228600"/>
                  <a:pt x="182880" y="228600"/>
                </a:cubicBezTo>
                <a:lnTo>
                  <a:pt x="91440" y="228600"/>
                </a:lnTo>
                <a:cubicBezTo>
                  <a:pt x="57772" y="228600"/>
                  <a:pt x="30477" y="255895"/>
                  <a:pt x="30477" y="289563"/>
                </a:cubicBezTo>
                <a:lnTo>
                  <a:pt x="30477" y="320040"/>
                </a:lnTo>
                <a:moveTo>
                  <a:pt x="198123" y="106683"/>
                </a:moveTo>
                <a:cubicBezTo>
                  <a:pt x="198123" y="140351"/>
                  <a:pt x="170828" y="167637"/>
                  <a:pt x="137160" y="167637"/>
                </a:cubicBezTo>
                <a:cubicBezTo>
                  <a:pt x="103492" y="167637"/>
                  <a:pt x="76197" y="140351"/>
                  <a:pt x="76197" y="106683"/>
                </a:cubicBezTo>
                <a:cubicBezTo>
                  <a:pt x="76197" y="73015"/>
                  <a:pt x="103492" y="45720"/>
                  <a:pt x="137160" y="45720"/>
                </a:cubicBezTo>
                <a:cubicBezTo>
                  <a:pt x="170828" y="45720"/>
                  <a:pt x="198123" y="73015"/>
                  <a:pt x="198123" y="10668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2397709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</a:t>
            </a:r>
            <a:endParaRPr lang="en-US" sz="800" dirty="0"/>
          </a:p>
        </p:txBody>
      </p:sp>
      <p:sp>
        <p:nvSpPr>
          <p:cNvPr id="12" name="圖示 合作"/>
          <p:cNvSpPr/>
          <p:nvPr/>
        </p:nvSpPr>
        <p:spPr>
          <a:xfrm>
            <a:off x="3601631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67637" y="259077"/>
                </a:moveTo>
                <a:lnTo>
                  <a:pt x="198123" y="289563"/>
                </a:lnTo>
                <a:cubicBezTo>
                  <a:pt x="210742" y="302182"/>
                  <a:pt x="231215" y="302182"/>
                  <a:pt x="243843" y="289563"/>
                </a:cubicBezTo>
                <a:cubicBezTo>
                  <a:pt x="256462" y="276935"/>
                  <a:pt x="256462" y="256462"/>
                  <a:pt x="243843" y="243843"/>
                </a:cubicBezTo>
                <a:moveTo>
                  <a:pt x="213357" y="213357"/>
                </a:moveTo>
                <a:lnTo>
                  <a:pt x="251460" y="251460"/>
                </a:lnTo>
                <a:cubicBezTo>
                  <a:pt x="264088" y="264088"/>
                  <a:pt x="284552" y="264088"/>
                  <a:pt x="297180" y="251460"/>
                </a:cubicBezTo>
                <a:cubicBezTo>
                  <a:pt x="309808" y="238832"/>
                  <a:pt x="309808" y="218368"/>
                  <a:pt x="297180" y="205740"/>
                </a:cubicBezTo>
                <a:lnTo>
                  <a:pt x="238046" y="146606"/>
                </a:lnTo>
                <a:cubicBezTo>
                  <a:pt x="220197" y="128784"/>
                  <a:pt x="191283" y="128784"/>
                  <a:pt x="173434" y="146606"/>
                </a:cubicBezTo>
                <a:lnTo>
                  <a:pt x="160020" y="160020"/>
                </a:lnTo>
                <a:cubicBezTo>
                  <a:pt x="147392" y="172648"/>
                  <a:pt x="126928" y="172648"/>
                  <a:pt x="114300" y="160020"/>
                </a:cubicBezTo>
                <a:cubicBezTo>
                  <a:pt x="101672" y="147392"/>
                  <a:pt x="101672" y="126928"/>
                  <a:pt x="114300" y="114300"/>
                </a:cubicBezTo>
                <a:lnTo>
                  <a:pt x="157121" y="71479"/>
                </a:lnTo>
                <a:cubicBezTo>
                  <a:pt x="185724" y="42949"/>
                  <a:pt x="230045" y="37490"/>
                  <a:pt x="264719" y="58220"/>
                </a:cubicBezTo>
                <a:lnTo>
                  <a:pt x="271879" y="62481"/>
                </a:lnTo>
                <a:cubicBezTo>
                  <a:pt x="278371" y="66404"/>
                  <a:pt x="286088" y="67757"/>
                  <a:pt x="293522" y="66294"/>
                </a:cubicBezTo>
                <a:lnTo>
                  <a:pt x="320040" y="60963"/>
                </a:lnTo>
                <a:moveTo>
                  <a:pt x="320040" y="45720"/>
                </a:moveTo>
                <a:lnTo>
                  <a:pt x="335283" y="213357"/>
                </a:lnTo>
                <a:lnTo>
                  <a:pt x="304797" y="213357"/>
                </a:lnTo>
                <a:moveTo>
                  <a:pt x="45720" y="45720"/>
                </a:moveTo>
                <a:lnTo>
                  <a:pt x="30477" y="213357"/>
                </a:lnTo>
                <a:lnTo>
                  <a:pt x="129543" y="312423"/>
                </a:lnTo>
                <a:cubicBezTo>
                  <a:pt x="142162" y="325042"/>
                  <a:pt x="162635" y="325042"/>
                  <a:pt x="175263" y="312423"/>
                </a:cubicBezTo>
                <a:cubicBezTo>
                  <a:pt x="187882" y="299795"/>
                  <a:pt x="187882" y="279322"/>
                  <a:pt x="175263" y="266703"/>
                </a:cubicBezTo>
                <a:moveTo>
                  <a:pt x="45720" y="60963"/>
                </a:moveTo>
                <a:lnTo>
                  <a:pt x="167637" y="6096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3322244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800" dirty="0"/>
          </a:p>
        </p:txBody>
      </p:sp>
      <p:sp>
        <p:nvSpPr>
          <p:cNvPr id="14" name="圖示 機台"/>
          <p:cNvSpPr/>
          <p:nvPr/>
        </p:nvSpPr>
        <p:spPr>
          <a:xfrm>
            <a:off x="4526166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91440"/>
                </a:moveTo>
                <a:lnTo>
                  <a:pt x="289563" y="91440"/>
                </a:lnTo>
                <a:cubicBezTo>
                  <a:pt x="306397" y="91440"/>
                  <a:pt x="320040" y="105083"/>
                  <a:pt x="320040" y="121917"/>
                </a:cubicBezTo>
                <a:lnTo>
                  <a:pt x="320040" y="259077"/>
                </a:lnTo>
                <a:cubicBezTo>
                  <a:pt x="320040" y="275911"/>
                  <a:pt x="306397" y="289563"/>
                  <a:pt x="289563" y="289563"/>
                </a:cubicBezTo>
                <a:lnTo>
                  <a:pt x="76197" y="289563"/>
                </a:lnTo>
                <a:cubicBezTo>
                  <a:pt x="59363" y="289563"/>
                  <a:pt x="45720" y="275911"/>
                  <a:pt x="45720" y="259077"/>
                </a:cubicBezTo>
                <a:lnTo>
                  <a:pt x="45720" y="121917"/>
                </a:lnTo>
                <a:cubicBezTo>
                  <a:pt x="45720" y="105083"/>
                  <a:pt x="59363" y="91440"/>
                  <a:pt x="76197" y="91440"/>
                </a:cubicBezTo>
                <a:close/>
                <a:moveTo>
                  <a:pt x="106683" y="137160"/>
                </a:moveTo>
                <a:lnTo>
                  <a:pt x="182880" y="137160"/>
                </a:lnTo>
                <a:cubicBezTo>
                  <a:pt x="191292" y="137160"/>
                  <a:pt x="198123" y="143981"/>
                  <a:pt x="198123" y="152403"/>
                </a:cubicBezTo>
                <a:lnTo>
                  <a:pt x="198123" y="213357"/>
                </a:lnTo>
                <a:cubicBezTo>
                  <a:pt x="198123" y="221779"/>
                  <a:pt x="191292" y="228600"/>
                  <a:pt x="182880" y="228600"/>
                </a:cubicBezTo>
                <a:lnTo>
                  <a:pt x="106683" y="228600"/>
                </a:lnTo>
                <a:cubicBezTo>
                  <a:pt x="98261" y="228600"/>
                  <a:pt x="91440" y="221779"/>
                  <a:pt x="91440" y="213357"/>
                </a:cubicBezTo>
                <a:lnTo>
                  <a:pt x="91440" y="152403"/>
                </a:lnTo>
                <a:cubicBezTo>
                  <a:pt x="91440" y="143981"/>
                  <a:pt x="98261" y="137160"/>
                  <a:pt x="106683" y="137160"/>
                </a:cubicBezTo>
                <a:close/>
                <a:moveTo>
                  <a:pt x="251460" y="152403"/>
                </a:moveTo>
                <a:lnTo>
                  <a:pt x="274320" y="152403"/>
                </a:lnTo>
                <a:moveTo>
                  <a:pt x="251460" y="198123"/>
                </a:moveTo>
                <a:lnTo>
                  <a:pt x="274320" y="198123"/>
                </a:lnTo>
                <a:moveTo>
                  <a:pt x="106683" y="289563"/>
                </a:moveTo>
                <a:lnTo>
                  <a:pt x="106683" y="320040"/>
                </a:lnTo>
                <a:moveTo>
                  <a:pt x="259077" y="289563"/>
                </a:moveTo>
                <a:lnTo>
                  <a:pt x="259077" y="320040"/>
                </a:lnTo>
                <a:moveTo>
                  <a:pt x="121917" y="91440"/>
                </a:moveTo>
                <a:lnTo>
                  <a:pt x="121917" y="53337"/>
                </a:lnTo>
                <a:lnTo>
                  <a:pt x="182880" y="53337"/>
                </a:lnTo>
                <a:lnTo>
                  <a:pt x="182880" y="9144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4246778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800" dirty="0"/>
          </a:p>
        </p:txBody>
      </p:sp>
      <p:sp>
        <p:nvSpPr>
          <p:cNvPr id="16" name="圖示 晶圓"/>
          <p:cNvSpPr/>
          <p:nvPr/>
        </p:nvSpPr>
        <p:spPr>
          <a:xfrm>
            <a:off x="5450700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20088" y="304797"/>
                </a:moveTo>
                <a:cubicBezTo>
                  <a:pt x="63807" y="275820"/>
                  <a:pt x="34665" y="212077"/>
                  <a:pt x="49579" y="150556"/>
                </a:cubicBezTo>
                <a:cubicBezTo>
                  <a:pt x="64493" y="89026"/>
                  <a:pt x="119576" y="45693"/>
                  <a:pt x="182880" y="45693"/>
                </a:cubicBezTo>
                <a:cubicBezTo>
                  <a:pt x="246184" y="45693"/>
                  <a:pt x="301267" y="89026"/>
                  <a:pt x="316181" y="150556"/>
                </a:cubicBezTo>
                <a:cubicBezTo>
                  <a:pt x="331095" y="212077"/>
                  <a:pt x="301953" y="275820"/>
                  <a:pt x="245672" y="304797"/>
                </a:cubicBezTo>
                <a:close/>
                <a:moveTo>
                  <a:pt x="137160" y="76197"/>
                </a:moveTo>
                <a:lnTo>
                  <a:pt x="137160" y="274320"/>
                </a:lnTo>
                <a:moveTo>
                  <a:pt x="228600" y="76197"/>
                </a:moveTo>
                <a:lnTo>
                  <a:pt x="228600" y="274320"/>
                </a:lnTo>
                <a:moveTo>
                  <a:pt x="76197" y="137160"/>
                </a:moveTo>
                <a:lnTo>
                  <a:pt x="289563" y="137160"/>
                </a:lnTo>
                <a:moveTo>
                  <a:pt x="76197" y="228600"/>
                </a:moveTo>
                <a:lnTo>
                  <a:pt x="289563" y="22860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5171313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800" dirty="0"/>
          </a:p>
        </p:txBody>
      </p:sp>
      <p:sp>
        <p:nvSpPr>
          <p:cNvPr id="18" name="圖示 晶片"/>
          <p:cNvSpPr/>
          <p:nvPr/>
        </p:nvSpPr>
        <p:spPr>
          <a:xfrm>
            <a:off x="6375235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04797"/>
                </a:moveTo>
                <a:lnTo>
                  <a:pt x="182880" y="335283"/>
                </a:lnTo>
                <a:moveTo>
                  <a:pt x="182880" y="30477"/>
                </a:moveTo>
                <a:lnTo>
                  <a:pt x="182880" y="60963"/>
                </a:lnTo>
                <a:moveTo>
                  <a:pt x="259077" y="304797"/>
                </a:moveTo>
                <a:lnTo>
                  <a:pt x="259077" y="335283"/>
                </a:lnTo>
                <a:moveTo>
                  <a:pt x="259077" y="30477"/>
                </a:moveTo>
                <a:lnTo>
                  <a:pt x="259077" y="60963"/>
                </a:lnTo>
                <a:moveTo>
                  <a:pt x="30477" y="182880"/>
                </a:moveTo>
                <a:lnTo>
                  <a:pt x="60963" y="182880"/>
                </a:lnTo>
                <a:moveTo>
                  <a:pt x="30477" y="259077"/>
                </a:moveTo>
                <a:lnTo>
                  <a:pt x="60963" y="259077"/>
                </a:lnTo>
                <a:moveTo>
                  <a:pt x="30477" y="106683"/>
                </a:moveTo>
                <a:lnTo>
                  <a:pt x="60963" y="106683"/>
                </a:lnTo>
                <a:moveTo>
                  <a:pt x="304797" y="182880"/>
                </a:moveTo>
                <a:lnTo>
                  <a:pt x="335283" y="182880"/>
                </a:lnTo>
                <a:moveTo>
                  <a:pt x="304797" y="259077"/>
                </a:moveTo>
                <a:lnTo>
                  <a:pt x="335283" y="259077"/>
                </a:lnTo>
                <a:moveTo>
                  <a:pt x="304797" y="106683"/>
                </a:moveTo>
                <a:lnTo>
                  <a:pt x="335283" y="106683"/>
                </a:lnTo>
                <a:moveTo>
                  <a:pt x="106683" y="304797"/>
                </a:moveTo>
                <a:lnTo>
                  <a:pt x="106683" y="335283"/>
                </a:lnTo>
                <a:moveTo>
                  <a:pt x="106683" y="30477"/>
                </a:moveTo>
                <a:lnTo>
                  <a:pt x="106683" y="60963"/>
                </a:lnTo>
                <a:moveTo>
                  <a:pt x="91440" y="60963"/>
                </a:moveTo>
                <a:lnTo>
                  <a:pt x="274320" y="60963"/>
                </a:lnTo>
                <a:cubicBezTo>
                  <a:pt x="291154" y="60963"/>
                  <a:pt x="304797" y="74606"/>
                  <a:pt x="304797" y="91440"/>
                </a:cubicBezTo>
                <a:lnTo>
                  <a:pt x="304797" y="274320"/>
                </a:lnTo>
                <a:cubicBezTo>
                  <a:pt x="304797" y="291154"/>
                  <a:pt x="291154" y="304797"/>
                  <a:pt x="274320" y="304797"/>
                </a:cubicBezTo>
                <a:lnTo>
                  <a:pt x="91440" y="304797"/>
                </a:lnTo>
                <a:cubicBezTo>
                  <a:pt x="74606" y="304797"/>
                  <a:pt x="60963" y="291154"/>
                  <a:pt x="60963" y="274320"/>
                </a:cubicBezTo>
                <a:lnTo>
                  <a:pt x="60963" y="91440"/>
                </a:lnTo>
                <a:cubicBezTo>
                  <a:pt x="60963" y="74606"/>
                  <a:pt x="74606" y="60963"/>
                  <a:pt x="91440" y="60963"/>
                </a:cubicBezTo>
                <a:close/>
                <a:moveTo>
                  <a:pt x="137160" y="121917"/>
                </a:moveTo>
                <a:lnTo>
                  <a:pt x="228600" y="121917"/>
                </a:lnTo>
                <a:cubicBezTo>
                  <a:pt x="237012" y="121917"/>
                  <a:pt x="243843" y="128748"/>
                  <a:pt x="243843" y="137160"/>
                </a:cubicBezTo>
                <a:lnTo>
                  <a:pt x="243843" y="228600"/>
                </a:lnTo>
                <a:cubicBezTo>
                  <a:pt x="243843" y="237012"/>
                  <a:pt x="237012" y="243843"/>
                  <a:pt x="228600" y="243843"/>
                </a:cubicBezTo>
                <a:lnTo>
                  <a:pt x="137160" y="243843"/>
                </a:lnTo>
                <a:cubicBezTo>
                  <a:pt x="128748" y="243843"/>
                  <a:pt x="121917" y="237012"/>
                  <a:pt x="121917" y="228600"/>
                </a:cubicBezTo>
                <a:lnTo>
                  <a:pt x="121917" y="137160"/>
                </a:lnTo>
                <a:cubicBezTo>
                  <a:pt x="121917" y="128748"/>
                  <a:pt x="128748" y="121917"/>
                  <a:pt x="137160" y="121917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6095848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800" dirty="0"/>
          </a:p>
        </p:txBody>
      </p:sp>
      <p:sp>
        <p:nvSpPr>
          <p:cNvPr id="20" name="圖示 工廠"/>
          <p:cNvSpPr/>
          <p:nvPr/>
        </p:nvSpPr>
        <p:spPr>
          <a:xfrm>
            <a:off x="7299770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243843"/>
                </a:moveTo>
                <a:lnTo>
                  <a:pt x="183035" y="243843"/>
                </a:lnTo>
                <a:moveTo>
                  <a:pt x="243843" y="243843"/>
                </a:moveTo>
                <a:lnTo>
                  <a:pt x="243989" y="243843"/>
                </a:lnTo>
                <a:moveTo>
                  <a:pt x="45720" y="289563"/>
                </a:moveTo>
                <a:cubicBezTo>
                  <a:pt x="45720" y="306397"/>
                  <a:pt x="59363" y="320040"/>
                  <a:pt x="76197" y="320040"/>
                </a:cubicBezTo>
                <a:lnTo>
                  <a:pt x="289563" y="320040"/>
                </a:lnTo>
                <a:cubicBezTo>
                  <a:pt x="306397" y="320040"/>
                  <a:pt x="320040" y="306397"/>
                  <a:pt x="320040" y="289563"/>
                </a:cubicBezTo>
                <a:lnTo>
                  <a:pt x="320040" y="129543"/>
                </a:lnTo>
                <a:cubicBezTo>
                  <a:pt x="320040" y="126754"/>
                  <a:pt x="318531" y="124194"/>
                  <a:pt x="316090" y="122850"/>
                </a:cubicBezTo>
                <a:cubicBezTo>
                  <a:pt x="313648" y="121515"/>
                  <a:pt x="310667" y="121615"/>
                  <a:pt x="308317" y="123106"/>
                </a:cubicBezTo>
                <a:lnTo>
                  <a:pt x="240323" y="166448"/>
                </a:lnTo>
                <a:cubicBezTo>
                  <a:pt x="237973" y="167948"/>
                  <a:pt x="234992" y="168048"/>
                  <a:pt x="232550" y="166704"/>
                </a:cubicBezTo>
                <a:cubicBezTo>
                  <a:pt x="230109" y="165369"/>
                  <a:pt x="228600" y="162809"/>
                  <a:pt x="228600" y="160020"/>
                </a:cubicBezTo>
                <a:lnTo>
                  <a:pt x="228600" y="129543"/>
                </a:lnTo>
                <a:cubicBezTo>
                  <a:pt x="228600" y="126754"/>
                  <a:pt x="227091" y="124194"/>
                  <a:pt x="224650" y="122850"/>
                </a:cubicBezTo>
                <a:cubicBezTo>
                  <a:pt x="222208" y="121515"/>
                  <a:pt x="219227" y="121615"/>
                  <a:pt x="216877" y="123106"/>
                </a:cubicBezTo>
                <a:lnTo>
                  <a:pt x="148892" y="166448"/>
                </a:lnTo>
                <a:cubicBezTo>
                  <a:pt x="146551" y="167957"/>
                  <a:pt x="143561" y="168058"/>
                  <a:pt x="141119" y="166723"/>
                </a:cubicBezTo>
                <a:cubicBezTo>
                  <a:pt x="138669" y="165378"/>
                  <a:pt x="137151" y="162809"/>
                  <a:pt x="137160" y="160020"/>
                </a:cubicBezTo>
                <a:lnTo>
                  <a:pt x="137160" y="76197"/>
                </a:lnTo>
                <a:cubicBezTo>
                  <a:pt x="137160" y="59363"/>
                  <a:pt x="123517" y="45720"/>
                  <a:pt x="106683" y="45720"/>
                </a:cubicBezTo>
                <a:lnTo>
                  <a:pt x="76197" y="45720"/>
                </a:lnTo>
                <a:cubicBezTo>
                  <a:pt x="59363" y="45720"/>
                  <a:pt x="45720" y="59363"/>
                  <a:pt x="45720" y="76197"/>
                </a:cubicBezTo>
                <a:close/>
                <a:moveTo>
                  <a:pt x="121917" y="243843"/>
                </a:moveTo>
                <a:lnTo>
                  <a:pt x="122072" y="24384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7020382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800" dirty="0"/>
          </a:p>
        </p:txBody>
      </p:sp>
      <p:sp>
        <p:nvSpPr>
          <p:cNvPr id="22" name="圖示 伺服器"/>
          <p:cNvSpPr/>
          <p:nvPr/>
        </p:nvSpPr>
        <p:spPr>
          <a:xfrm>
            <a:off x="8224304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63" y="30477"/>
                </a:moveTo>
                <a:lnTo>
                  <a:pt x="304797" y="30477"/>
                </a:lnTo>
                <a:cubicBezTo>
                  <a:pt x="321631" y="30477"/>
                  <a:pt x="335283" y="44129"/>
                  <a:pt x="335283" y="60963"/>
                </a:cubicBezTo>
                <a:lnTo>
                  <a:pt x="335283" y="121917"/>
                </a:lnTo>
                <a:cubicBezTo>
                  <a:pt x="335283" y="138751"/>
                  <a:pt x="321631" y="152403"/>
                  <a:pt x="304797" y="152403"/>
                </a:cubicBezTo>
                <a:lnTo>
                  <a:pt x="60963" y="152403"/>
                </a:lnTo>
                <a:cubicBezTo>
                  <a:pt x="44129" y="152403"/>
                  <a:pt x="30477" y="138751"/>
                  <a:pt x="30477" y="121917"/>
                </a:cubicBezTo>
                <a:lnTo>
                  <a:pt x="30477" y="60963"/>
                </a:lnTo>
                <a:cubicBezTo>
                  <a:pt x="30477" y="44129"/>
                  <a:pt x="44129" y="30477"/>
                  <a:pt x="60963" y="30477"/>
                </a:cubicBezTo>
                <a:close/>
                <a:moveTo>
                  <a:pt x="60963" y="213357"/>
                </a:moveTo>
                <a:lnTo>
                  <a:pt x="304797" y="213357"/>
                </a:lnTo>
                <a:cubicBezTo>
                  <a:pt x="321631" y="213357"/>
                  <a:pt x="335283" y="227009"/>
                  <a:pt x="335283" y="243843"/>
                </a:cubicBezTo>
                <a:lnTo>
                  <a:pt x="335283" y="304797"/>
                </a:lnTo>
                <a:cubicBezTo>
                  <a:pt x="335283" y="321631"/>
                  <a:pt x="321631" y="335283"/>
                  <a:pt x="304797" y="335283"/>
                </a:cubicBezTo>
                <a:lnTo>
                  <a:pt x="60963" y="335283"/>
                </a:lnTo>
                <a:cubicBezTo>
                  <a:pt x="44129" y="335283"/>
                  <a:pt x="30477" y="321631"/>
                  <a:pt x="30477" y="304797"/>
                </a:cubicBezTo>
                <a:lnTo>
                  <a:pt x="30477" y="243843"/>
                </a:lnTo>
                <a:cubicBezTo>
                  <a:pt x="30477" y="227009"/>
                  <a:pt x="44129" y="213357"/>
                  <a:pt x="60963" y="213357"/>
                </a:cubicBezTo>
                <a:close/>
                <a:moveTo>
                  <a:pt x="91440" y="91440"/>
                </a:moveTo>
                <a:lnTo>
                  <a:pt x="91595" y="91440"/>
                </a:lnTo>
                <a:moveTo>
                  <a:pt x="91440" y="274320"/>
                </a:moveTo>
                <a:lnTo>
                  <a:pt x="91595" y="27432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7944917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800" dirty="0"/>
          </a:p>
        </p:txBody>
      </p:sp>
      <p:sp>
        <p:nvSpPr>
          <p:cNvPr id="24" name="圖示 資料庫"/>
          <p:cNvSpPr/>
          <p:nvPr/>
        </p:nvSpPr>
        <p:spPr>
          <a:xfrm>
            <a:off x="9148839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76197"/>
                </a:moveTo>
                <a:cubicBezTo>
                  <a:pt x="320040" y="101453"/>
                  <a:pt x="258629" y="121917"/>
                  <a:pt x="182880" y="121917"/>
                </a:cubicBezTo>
                <a:cubicBezTo>
                  <a:pt x="107131" y="121917"/>
                  <a:pt x="45720" y="101453"/>
                  <a:pt x="45720" y="76197"/>
                </a:cubicBezTo>
                <a:cubicBezTo>
                  <a:pt x="45720" y="50950"/>
                  <a:pt x="107131" y="30477"/>
                  <a:pt x="182880" y="30477"/>
                </a:cubicBezTo>
                <a:cubicBezTo>
                  <a:pt x="258629" y="30477"/>
                  <a:pt x="320040" y="50950"/>
                  <a:pt x="320040" y="76197"/>
                </a:cubicBezTo>
                <a:close/>
                <a:moveTo>
                  <a:pt x="45720" y="76197"/>
                </a:moveTo>
                <a:lnTo>
                  <a:pt x="45720" y="289563"/>
                </a:lnTo>
                <a:cubicBezTo>
                  <a:pt x="45720" y="314810"/>
                  <a:pt x="107131" y="335283"/>
                  <a:pt x="182880" y="335283"/>
                </a:cubicBezTo>
                <a:cubicBezTo>
                  <a:pt x="258629" y="335283"/>
                  <a:pt x="320040" y="314810"/>
                  <a:pt x="320040" y="289563"/>
                </a:cubicBezTo>
                <a:lnTo>
                  <a:pt x="320040" y="76197"/>
                </a:lnTo>
                <a:moveTo>
                  <a:pt x="45720" y="182880"/>
                </a:moveTo>
                <a:cubicBezTo>
                  <a:pt x="45720" y="208127"/>
                  <a:pt x="107131" y="228600"/>
                  <a:pt x="182880" y="228600"/>
                </a:cubicBezTo>
                <a:cubicBezTo>
                  <a:pt x="258629" y="228600"/>
                  <a:pt x="320040" y="208127"/>
                  <a:pt x="320040" y="182880"/>
                </a:cubicBez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8869451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800" dirty="0"/>
          </a:p>
        </p:txBody>
      </p:sp>
      <p:sp>
        <p:nvSpPr>
          <p:cNvPr id="26" name="圖示 雲端"/>
          <p:cNvSpPr/>
          <p:nvPr/>
        </p:nvSpPr>
        <p:spPr>
          <a:xfrm>
            <a:off x="10073373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66703" y="289563"/>
                </a:moveTo>
                <a:lnTo>
                  <a:pt x="137160" y="289563"/>
                </a:lnTo>
                <a:cubicBezTo>
                  <a:pt x="82232" y="289545"/>
                  <a:pt x="36293" y="247821"/>
                  <a:pt x="31007" y="193149"/>
                </a:cubicBezTo>
                <a:cubicBezTo>
                  <a:pt x="25713" y="138477"/>
                  <a:pt x="62810" y="88724"/>
                  <a:pt x="116714" y="78181"/>
                </a:cubicBezTo>
                <a:cubicBezTo>
                  <a:pt x="170627" y="67638"/>
                  <a:pt x="223726" y="99761"/>
                  <a:pt x="239417" y="152403"/>
                </a:cubicBezTo>
                <a:lnTo>
                  <a:pt x="266703" y="152403"/>
                </a:lnTo>
                <a:cubicBezTo>
                  <a:pt x="304577" y="152403"/>
                  <a:pt x="335283" y="183109"/>
                  <a:pt x="335283" y="220983"/>
                </a:cubicBezTo>
                <a:cubicBezTo>
                  <a:pt x="335283" y="258857"/>
                  <a:pt x="304577" y="289563"/>
                  <a:pt x="266703" y="28956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9793986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800" dirty="0"/>
          </a:p>
        </p:txBody>
      </p:sp>
      <p:sp>
        <p:nvSpPr>
          <p:cNvPr id="28" name="圖示 電腦"/>
          <p:cNvSpPr/>
          <p:nvPr/>
        </p:nvSpPr>
        <p:spPr>
          <a:xfrm>
            <a:off x="10997908" y="17007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63" y="45720"/>
                </a:moveTo>
                <a:lnTo>
                  <a:pt x="304797" y="45720"/>
                </a:lnTo>
                <a:cubicBezTo>
                  <a:pt x="321631" y="45720"/>
                  <a:pt x="335283" y="59363"/>
                  <a:pt x="335283" y="76197"/>
                </a:cubicBezTo>
                <a:lnTo>
                  <a:pt x="335283" y="228600"/>
                </a:lnTo>
                <a:cubicBezTo>
                  <a:pt x="335283" y="245434"/>
                  <a:pt x="321631" y="259077"/>
                  <a:pt x="304797" y="259077"/>
                </a:cubicBezTo>
                <a:lnTo>
                  <a:pt x="60963" y="259077"/>
                </a:lnTo>
                <a:cubicBezTo>
                  <a:pt x="44129" y="259077"/>
                  <a:pt x="30477" y="245434"/>
                  <a:pt x="30477" y="228600"/>
                </a:cubicBezTo>
                <a:lnTo>
                  <a:pt x="30477" y="76197"/>
                </a:lnTo>
                <a:cubicBezTo>
                  <a:pt x="30477" y="59363"/>
                  <a:pt x="44129" y="45720"/>
                  <a:pt x="60963" y="45720"/>
                </a:cubicBezTo>
                <a:close/>
                <a:moveTo>
                  <a:pt x="121917" y="320040"/>
                </a:moveTo>
                <a:lnTo>
                  <a:pt x="243843" y="320040"/>
                </a:lnTo>
                <a:moveTo>
                  <a:pt x="182880" y="259077"/>
                </a:moveTo>
                <a:lnTo>
                  <a:pt x="182880" y="32004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10718521" y="2103120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800" dirty="0"/>
          </a:p>
        </p:txBody>
      </p:sp>
      <p:sp>
        <p:nvSpPr>
          <p:cNvPr id="30" name="圖示 物料"/>
          <p:cNvSpPr/>
          <p:nvPr/>
        </p:nvSpPr>
        <p:spPr>
          <a:xfrm>
            <a:off x="828027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67637" y="331168"/>
                </a:moveTo>
                <a:cubicBezTo>
                  <a:pt x="177074" y="336609"/>
                  <a:pt x="188686" y="336609"/>
                  <a:pt x="198123" y="331168"/>
                </a:cubicBezTo>
                <a:lnTo>
                  <a:pt x="304797" y="270205"/>
                </a:lnTo>
                <a:cubicBezTo>
                  <a:pt x="314224" y="264765"/>
                  <a:pt x="320031" y="254715"/>
                  <a:pt x="320040" y="243843"/>
                </a:cubicBezTo>
                <a:lnTo>
                  <a:pt x="320040" y="121917"/>
                </a:lnTo>
                <a:cubicBezTo>
                  <a:pt x="320031" y="111045"/>
                  <a:pt x="314224" y="100995"/>
                  <a:pt x="304797" y="95555"/>
                </a:cubicBezTo>
                <a:lnTo>
                  <a:pt x="198123" y="34592"/>
                </a:lnTo>
                <a:cubicBezTo>
                  <a:pt x="188686" y="29151"/>
                  <a:pt x="177074" y="29151"/>
                  <a:pt x="167637" y="34592"/>
                </a:cubicBezTo>
                <a:lnTo>
                  <a:pt x="60963" y="95555"/>
                </a:lnTo>
                <a:cubicBezTo>
                  <a:pt x="51536" y="100995"/>
                  <a:pt x="45729" y="111045"/>
                  <a:pt x="45720" y="121917"/>
                </a:cubicBezTo>
                <a:lnTo>
                  <a:pt x="45720" y="243843"/>
                </a:lnTo>
                <a:cubicBezTo>
                  <a:pt x="45729" y="254715"/>
                  <a:pt x="51536" y="264765"/>
                  <a:pt x="60963" y="270205"/>
                </a:cubicBezTo>
                <a:close/>
                <a:moveTo>
                  <a:pt x="182880" y="335283"/>
                </a:moveTo>
                <a:lnTo>
                  <a:pt x="182880" y="182880"/>
                </a:lnTo>
                <a:moveTo>
                  <a:pt x="50137" y="106683"/>
                </a:moveTo>
                <a:lnTo>
                  <a:pt x="182880" y="182880"/>
                </a:lnTo>
                <a:lnTo>
                  <a:pt x="315623" y="106683"/>
                </a:lnTo>
                <a:moveTo>
                  <a:pt x="114300" y="65078"/>
                </a:moveTo>
                <a:lnTo>
                  <a:pt x="251460" y="143561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548640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物料</a:t>
            </a:r>
            <a:endParaRPr lang="en-US" sz="800" dirty="0"/>
          </a:p>
        </p:txBody>
      </p:sp>
      <p:sp>
        <p:nvSpPr>
          <p:cNvPr id="32" name="圖示 警示"/>
          <p:cNvSpPr/>
          <p:nvPr/>
        </p:nvSpPr>
        <p:spPr>
          <a:xfrm>
            <a:off x="1752562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1168" y="274320"/>
                </a:moveTo>
                <a:lnTo>
                  <a:pt x="209242" y="60963"/>
                </a:lnTo>
                <a:cubicBezTo>
                  <a:pt x="203829" y="51408"/>
                  <a:pt x="193706" y="45510"/>
                  <a:pt x="182725" y="45510"/>
                </a:cubicBezTo>
                <a:cubicBezTo>
                  <a:pt x="171752" y="45510"/>
                  <a:pt x="161620" y="51408"/>
                  <a:pt x="156207" y="60963"/>
                </a:cubicBezTo>
                <a:lnTo>
                  <a:pt x="34290" y="274320"/>
                </a:lnTo>
                <a:cubicBezTo>
                  <a:pt x="28822" y="283793"/>
                  <a:pt x="28849" y="295470"/>
                  <a:pt x="34354" y="304916"/>
                </a:cubicBezTo>
                <a:cubicBezTo>
                  <a:pt x="39868" y="314371"/>
                  <a:pt x="50018" y="320141"/>
                  <a:pt x="60963" y="320040"/>
                </a:cubicBezTo>
                <a:lnTo>
                  <a:pt x="304797" y="320040"/>
                </a:lnTo>
                <a:cubicBezTo>
                  <a:pt x="315687" y="320031"/>
                  <a:pt x="325737" y="314215"/>
                  <a:pt x="331177" y="304788"/>
                </a:cubicBezTo>
                <a:cubicBezTo>
                  <a:pt x="336609" y="295360"/>
                  <a:pt x="336609" y="283747"/>
                  <a:pt x="331168" y="274320"/>
                </a:cubicBezTo>
                <a:moveTo>
                  <a:pt x="182880" y="137160"/>
                </a:moveTo>
                <a:lnTo>
                  <a:pt x="182880" y="198123"/>
                </a:lnTo>
                <a:moveTo>
                  <a:pt x="182880" y="259077"/>
                </a:moveTo>
                <a:lnTo>
                  <a:pt x="183035" y="25907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1473175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800" dirty="0"/>
          </a:p>
        </p:txBody>
      </p:sp>
      <p:sp>
        <p:nvSpPr>
          <p:cNvPr id="34" name="圖示 完成"/>
          <p:cNvSpPr/>
          <p:nvPr/>
        </p:nvSpPr>
        <p:spPr>
          <a:xfrm>
            <a:off x="2677097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43843" y="137160"/>
                </a:moveTo>
                <a:lnTo>
                  <a:pt x="160020" y="220983"/>
                </a:lnTo>
                <a:lnTo>
                  <a:pt x="121917" y="18288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2397709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800" dirty="0"/>
          </a:p>
        </p:txBody>
      </p:sp>
      <p:sp>
        <p:nvSpPr>
          <p:cNvPr id="36" name="圖示 錯誤"/>
          <p:cNvSpPr/>
          <p:nvPr/>
        </p:nvSpPr>
        <p:spPr>
          <a:xfrm>
            <a:off x="3601631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28600" y="137160"/>
                </a:moveTo>
                <a:lnTo>
                  <a:pt x="137160" y="228600"/>
                </a:lnTo>
                <a:moveTo>
                  <a:pt x="137160" y="137160"/>
                </a:moveTo>
                <a:lnTo>
                  <a:pt x="228600" y="22860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3322244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800" dirty="0"/>
          </a:p>
        </p:txBody>
      </p:sp>
      <p:sp>
        <p:nvSpPr>
          <p:cNvPr id="38" name="圖示 時間"/>
          <p:cNvSpPr/>
          <p:nvPr/>
        </p:nvSpPr>
        <p:spPr>
          <a:xfrm>
            <a:off x="4526166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182880" y="91440"/>
                </a:moveTo>
                <a:lnTo>
                  <a:pt x="182880" y="182880"/>
                </a:lnTo>
                <a:lnTo>
                  <a:pt x="243843" y="21335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4246778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800" dirty="0"/>
          </a:p>
        </p:txBody>
      </p:sp>
      <p:sp>
        <p:nvSpPr>
          <p:cNvPr id="40" name="圖示 日期"/>
          <p:cNvSpPr/>
          <p:nvPr/>
        </p:nvSpPr>
        <p:spPr>
          <a:xfrm>
            <a:off x="5450700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21917" y="30477"/>
                </a:moveTo>
                <a:lnTo>
                  <a:pt x="121917" y="76197"/>
                </a:lnTo>
                <a:moveTo>
                  <a:pt x="243843" y="30477"/>
                </a:moveTo>
                <a:lnTo>
                  <a:pt x="243843" y="76197"/>
                </a:lnTo>
                <a:moveTo>
                  <a:pt x="76197" y="45720"/>
                </a:moveTo>
                <a:lnTo>
                  <a:pt x="289563" y="45720"/>
                </a:lnTo>
                <a:cubicBezTo>
                  <a:pt x="306397" y="45720"/>
                  <a:pt x="320040" y="59363"/>
                  <a:pt x="320040" y="76197"/>
                </a:cubicBezTo>
                <a:lnTo>
                  <a:pt x="320040" y="289563"/>
                </a:lnTo>
                <a:cubicBezTo>
                  <a:pt x="320040" y="306397"/>
                  <a:pt x="306397" y="320040"/>
                  <a:pt x="289563" y="320040"/>
                </a:cubicBezTo>
                <a:lnTo>
                  <a:pt x="76197" y="320040"/>
                </a:lnTo>
                <a:cubicBezTo>
                  <a:pt x="59363" y="320040"/>
                  <a:pt x="45720" y="306397"/>
                  <a:pt x="45720" y="289563"/>
                </a:cubicBezTo>
                <a:lnTo>
                  <a:pt x="45720" y="76197"/>
                </a:lnTo>
                <a:cubicBezTo>
                  <a:pt x="45720" y="59363"/>
                  <a:pt x="59363" y="45720"/>
                  <a:pt x="76197" y="45720"/>
                </a:cubicBezTo>
                <a:close/>
                <a:moveTo>
                  <a:pt x="45720" y="137160"/>
                </a:moveTo>
                <a:lnTo>
                  <a:pt x="320040" y="137160"/>
                </a:lnTo>
                <a:moveTo>
                  <a:pt x="121917" y="198123"/>
                </a:moveTo>
                <a:lnTo>
                  <a:pt x="122072" y="198123"/>
                </a:lnTo>
                <a:moveTo>
                  <a:pt x="182880" y="198123"/>
                </a:moveTo>
                <a:lnTo>
                  <a:pt x="183035" y="198123"/>
                </a:lnTo>
                <a:moveTo>
                  <a:pt x="243843" y="198123"/>
                </a:moveTo>
                <a:lnTo>
                  <a:pt x="243989" y="198123"/>
                </a:lnTo>
                <a:moveTo>
                  <a:pt x="121917" y="259077"/>
                </a:moveTo>
                <a:lnTo>
                  <a:pt x="122072" y="259077"/>
                </a:lnTo>
                <a:moveTo>
                  <a:pt x="182880" y="259077"/>
                </a:moveTo>
                <a:lnTo>
                  <a:pt x="183035" y="259077"/>
                </a:lnTo>
                <a:moveTo>
                  <a:pt x="243843" y="259077"/>
                </a:moveTo>
                <a:lnTo>
                  <a:pt x="243989" y="25907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5171313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800" dirty="0"/>
          </a:p>
        </p:txBody>
      </p:sp>
      <p:sp>
        <p:nvSpPr>
          <p:cNvPr id="42" name="圖示 等待"/>
          <p:cNvSpPr/>
          <p:nvPr/>
        </p:nvSpPr>
        <p:spPr>
          <a:xfrm>
            <a:off x="6375235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335283"/>
                </a:moveTo>
                <a:lnTo>
                  <a:pt x="289563" y="335283"/>
                </a:lnTo>
                <a:moveTo>
                  <a:pt x="76197" y="30477"/>
                </a:moveTo>
                <a:lnTo>
                  <a:pt x="289563" y="30477"/>
                </a:lnTo>
                <a:moveTo>
                  <a:pt x="259077" y="335283"/>
                </a:moveTo>
                <a:lnTo>
                  <a:pt x="259077" y="271696"/>
                </a:lnTo>
                <a:cubicBezTo>
                  <a:pt x="259077" y="263612"/>
                  <a:pt x="255867" y="255867"/>
                  <a:pt x="250152" y="250152"/>
                </a:cubicBezTo>
                <a:lnTo>
                  <a:pt x="182880" y="182880"/>
                </a:lnTo>
                <a:lnTo>
                  <a:pt x="115608" y="250152"/>
                </a:lnTo>
                <a:cubicBezTo>
                  <a:pt x="109893" y="255867"/>
                  <a:pt x="106683" y="263612"/>
                  <a:pt x="106683" y="271696"/>
                </a:cubicBezTo>
                <a:lnTo>
                  <a:pt x="106683" y="335283"/>
                </a:lnTo>
                <a:moveTo>
                  <a:pt x="106683" y="30477"/>
                </a:moveTo>
                <a:lnTo>
                  <a:pt x="106683" y="94064"/>
                </a:lnTo>
                <a:cubicBezTo>
                  <a:pt x="106683" y="102148"/>
                  <a:pt x="109893" y="109893"/>
                  <a:pt x="115608" y="115608"/>
                </a:cubicBezTo>
                <a:lnTo>
                  <a:pt x="182880" y="182880"/>
                </a:lnTo>
                <a:lnTo>
                  <a:pt x="250152" y="115608"/>
                </a:lnTo>
                <a:cubicBezTo>
                  <a:pt x="255867" y="109893"/>
                  <a:pt x="259077" y="102148"/>
                  <a:pt x="259077" y="94064"/>
                </a:cubicBezTo>
                <a:lnTo>
                  <a:pt x="259077" y="3047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6095848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800" dirty="0"/>
          </a:p>
        </p:txBody>
      </p:sp>
      <p:sp>
        <p:nvSpPr>
          <p:cNvPr id="44" name="圖示 效能"/>
          <p:cNvSpPr/>
          <p:nvPr/>
        </p:nvSpPr>
        <p:spPr>
          <a:xfrm>
            <a:off x="7299770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213357"/>
                </a:moveTo>
                <a:lnTo>
                  <a:pt x="243843" y="152403"/>
                </a:lnTo>
                <a:moveTo>
                  <a:pt x="50905" y="289563"/>
                </a:moveTo>
                <a:cubicBezTo>
                  <a:pt x="13917" y="225509"/>
                  <a:pt x="28264" y="144155"/>
                  <a:pt x="84920" y="96606"/>
                </a:cubicBezTo>
                <a:cubicBezTo>
                  <a:pt x="141577" y="49067"/>
                  <a:pt x="224183" y="49067"/>
                  <a:pt x="280840" y="96606"/>
                </a:cubicBezTo>
                <a:cubicBezTo>
                  <a:pt x="337496" y="144155"/>
                  <a:pt x="351843" y="225509"/>
                  <a:pt x="314855" y="289563"/>
                </a:cubicBez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7020382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800" dirty="0"/>
          </a:p>
        </p:txBody>
      </p:sp>
      <p:sp>
        <p:nvSpPr>
          <p:cNvPr id="46" name="圖示 文件"/>
          <p:cNvSpPr/>
          <p:nvPr/>
        </p:nvSpPr>
        <p:spPr>
          <a:xfrm>
            <a:off x="8224304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91440" y="335283"/>
                </a:moveTo>
                <a:cubicBezTo>
                  <a:pt x="74606" y="335283"/>
                  <a:pt x="60963" y="321631"/>
                  <a:pt x="60963" y="304797"/>
                </a:cubicBezTo>
                <a:lnTo>
                  <a:pt x="60963" y="60963"/>
                </a:lnTo>
                <a:cubicBezTo>
                  <a:pt x="60963" y="44129"/>
                  <a:pt x="74606" y="30477"/>
                  <a:pt x="91440" y="30477"/>
                </a:cubicBezTo>
                <a:lnTo>
                  <a:pt x="213357" y="30477"/>
                </a:lnTo>
                <a:cubicBezTo>
                  <a:pt x="223104" y="30468"/>
                  <a:pt x="232450" y="34336"/>
                  <a:pt x="239326" y="41239"/>
                </a:cubicBezTo>
                <a:lnTo>
                  <a:pt x="294007" y="95921"/>
                </a:lnTo>
                <a:cubicBezTo>
                  <a:pt x="300929" y="102797"/>
                  <a:pt x="304815" y="112160"/>
                  <a:pt x="304797" y="121917"/>
                </a:cubicBezTo>
                <a:lnTo>
                  <a:pt x="304797" y="304797"/>
                </a:lnTo>
                <a:cubicBezTo>
                  <a:pt x="304797" y="321631"/>
                  <a:pt x="291154" y="335283"/>
                  <a:pt x="274320" y="335283"/>
                </a:cubicBezTo>
                <a:close/>
                <a:moveTo>
                  <a:pt x="213357" y="30477"/>
                </a:moveTo>
                <a:lnTo>
                  <a:pt x="213357" y="106683"/>
                </a:lnTo>
                <a:cubicBezTo>
                  <a:pt x="213357" y="115096"/>
                  <a:pt x="220188" y="121917"/>
                  <a:pt x="228600" y="121917"/>
                </a:cubicBezTo>
                <a:lnTo>
                  <a:pt x="304797" y="121917"/>
                </a:lnTo>
                <a:moveTo>
                  <a:pt x="152403" y="137160"/>
                </a:moveTo>
                <a:lnTo>
                  <a:pt x="121917" y="137160"/>
                </a:lnTo>
                <a:moveTo>
                  <a:pt x="243843" y="198123"/>
                </a:moveTo>
                <a:lnTo>
                  <a:pt x="121917" y="198123"/>
                </a:lnTo>
                <a:moveTo>
                  <a:pt x="243843" y="259077"/>
                </a:moveTo>
                <a:lnTo>
                  <a:pt x="121917" y="25907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7944917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800" dirty="0"/>
          </a:p>
        </p:txBody>
      </p:sp>
      <p:sp>
        <p:nvSpPr>
          <p:cNvPr id="48" name="圖示 檢核表"/>
          <p:cNvSpPr/>
          <p:nvPr/>
        </p:nvSpPr>
        <p:spPr>
          <a:xfrm>
            <a:off x="9148839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37160" y="30477"/>
                </a:moveTo>
                <a:lnTo>
                  <a:pt x="228600" y="30477"/>
                </a:lnTo>
                <a:cubicBezTo>
                  <a:pt x="237012" y="30477"/>
                  <a:pt x="243843" y="37308"/>
                  <a:pt x="243843" y="45720"/>
                </a:cubicBezTo>
                <a:lnTo>
                  <a:pt x="243843" y="76197"/>
                </a:lnTo>
                <a:cubicBezTo>
                  <a:pt x="243843" y="84619"/>
                  <a:pt x="237012" y="91440"/>
                  <a:pt x="228600" y="91440"/>
                </a:cubicBezTo>
                <a:lnTo>
                  <a:pt x="137160" y="91440"/>
                </a:lnTo>
                <a:cubicBezTo>
                  <a:pt x="128748" y="91440"/>
                  <a:pt x="121917" y="84619"/>
                  <a:pt x="121917" y="76197"/>
                </a:cubicBezTo>
                <a:lnTo>
                  <a:pt x="121917" y="45720"/>
                </a:lnTo>
                <a:cubicBezTo>
                  <a:pt x="121917" y="37308"/>
                  <a:pt x="128748" y="30477"/>
                  <a:pt x="137160" y="30477"/>
                </a:cubicBezTo>
                <a:close/>
                <a:moveTo>
                  <a:pt x="243843" y="60963"/>
                </a:moveTo>
                <a:lnTo>
                  <a:pt x="274320" y="60963"/>
                </a:lnTo>
                <a:cubicBezTo>
                  <a:pt x="291154" y="60963"/>
                  <a:pt x="304797" y="74606"/>
                  <a:pt x="304797" y="91440"/>
                </a:cubicBezTo>
                <a:lnTo>
                  <a:pt x="304797" y="304797"/>
                </a:lnTo>
                <a:cubicBezTo>
                  <a:pt x="304797" y="321631"/>
                  <a:pt x="291154" y="335283"/>
                  <a:pt x="274320" y="335283"/>
                </a:cubicBezTo>
                <a:lnTo>
                  <a:pt x="91440" y="335283"/>
                </a:lnTo>
                <a:cubicBezTo>
                  <a:pt x="74606" y="335283"/>
                  <a:pt x="60963" y="321631"/>
                  <a:pt x="60963" y="304797"/>
                </a:cubicBezTo>
                <a:lnTo>
                  <a:pt x="60963" y="91440"/>
                </a:lnTo>
                <a:cubicBezTo>
                  <a:pt x="60963" y="74606"/>
                  <a:pt x="74606" y="60963"/>
                  <a:pt x="91440" y="60963"/>
                </a:cubicBezTo>
                <a:lnTo>
                  <a:pt x="121917" y="60963"/>
                </a:lnTo>
                <a:moveTo>
                  <a:pt x="182880" y="167637"/>
                </a:moveTo>
                <a:lnTo>
                  <a:pt x="243843" y="167637"/>
                </a:lnTo>
                <a:moveTo>
                  <a:pt x="182880" y="243843"/>
                </a:moveTo>
                <a:lnTo>
                  <a:pt x="243843" y="243843"/>
                </a:lnTo>
                <a:moveTo>
                  <a:pt x="121917" y="167637"/>
                </a:moveTo>
                <a:lnTo>
                  <a:pt x="122072" y="167637"/>
                </a:lnTo>
                <a:moveTo>
                  <a:pt x="121917" y="243843"/>
                </a:moveTo>
                <a:lnTo>
                  <a:pt x="122072" y="24384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8869451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800" dirty="0"/>
          </a:p>
        </p:txBody>
      </p:sp>
      <p:sp>
        <p:nvSpPr>
          <p:cNvPr id="50" name="圖示 報表"/>
          <p:cNvSpPr/>
          <p:nvPr/>
        </p:nvSpPr>
        <p:spPr>
          <a:xfrm>
            <a:off x="10073373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45720" y="45720"/>
                </a:moveTo>
                <a:lnTo>
                  <a:pt x="45720" y="289563"/>
                </a:lnTo>
                <a:cubicBezTo>
                  <a:pt x="45720" y="306397"/>
                  <a:pt x="59363" y="320040"/>
                  <a:pt x="76197" y="320040"/>
                </a:cubicBezTo>
                <a:lnTo>
                  <a:pt x="320040" y="320040"/>
                </a:lnTo>
                <a:moveTo>
                  <a:pt x="274320" y="259077"/>
                </a:moveTo>
                <a:lnTo>
                  <a:pt x="274320" y="137160"/>
                </a:lnTo>
                <a:moveTo>
                  <a:pt x="198123" y="259077"/>
                </a:moveTo>
                <a:lnTo>
                  <a:pt x="198123" y="76197"/>
                </a:lnTo>
                <a:moveTo>
                  <a:pt x="121917" y="259077"/>
                </a:moveTo>
                <a:lnTo>
                  <a:pt x="121917" y="21335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9793986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</a:t>
            </a:r>
            <a:endParaRPr lang="en-US" sz="800" dirty="0"/>
          </a:p>
        </p:txBody>
      </p:sp>
      <p:sp>
        <p:nvSpPr>
          <p:cNvPr id="52" name="圖示 上升"/>
          <p:cNvSpPr/>
          <p:nvPr/>
        </p:nvSpPr>
        <p:spPr>
          <a:xfrm>
            <a:off x="10997908" y="2350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106683"/>
                </a:moveTo>
                <a:lnTo>
                  <a:pt x="335283" y="106683"/>
                </a:lnTo>
                <a:lnTo>
                  <a:pt x="335283" y="198123"/>
                </a:lnTo>
                <a:moveTo>
                  <a:pt x="335283" y="106683"/>
                </a:moveTo>
                <a:lnTo>
                  <a:pt x="205740" y="236217"/>
                </a:lnTo>
                <a:lnTo>
                  <a:pt x="129543" y="160020"/>
                </a:lnTo>
                <a:lnTo>
                  <a:pt x="30477" y="25907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0718521" y="2752344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800" dirty="0"/>
          </a:p>
        </p:txBody>
      </p:sp>
      <p:sp>
        <p:nvSpPr>
          <p:cNvPr id="54" name="圖示 下降"/>
          <p:cNvSpPr/>
          <p:nvPr/>
        </p:nvSpPr>
        <p:spPr>
          <a:xfrm>
            <a:off x="828027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3843" y="259077"/>
                </a:moveTo>
                <a:lnTo>
                  <a:pt x="335283" y="259077"/>
                </a:lnTo>
                <a:lnTo>
                  <a:pt x="335283" y="167637"/>
                </a:lnTo>
                <a:moveTo>
                  <a:pt x="335283" y="259077"/>
                </a:moveTo>
                <a:lnTo>
                  <a:pt x="205740" y="129543"/>
                </a:lnTo>
                <a:lnTo>
                  <a:pt x="129543" y="205740"/>
                </a:lnTo>
                <a:lnTo>
                  <a:pt x="30477" y="10668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548640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800" dirty="0"/>
          </a:p>
        </p:txBody>
      </p:sp>
      <p:sp>
        <p:nvSpPr>
          <p:cNvPr id="56" name="圖示 占比"/>
          <p:cNvSpPr/>
          <p:nvPr/>
        </p:nvSpPr>
        <p:spPr>
          <a:xfrm>
            <a:off x="1752562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182880"/>
                </a:moveTo>
                <a:cubicBezTo>
                  <a:pt x="328452" y="182880"/>
                  <a:pt x="335356" y="176040"/>
                  <a:pt x="334515" y="167674"/>
                </a:cubicBezTo>
                <a:cubicBezTo>
                  <a:pt x="327273" y="95537"/>
                  <a:pt x="270214" y="38487"/>
                  <a:pt x="198077" y="31254"/>
                </a:cubicBezTo>
                <a:cubicBezTo>
                  <a:pt x="189692" y="30422"/>
                  <a:pt x="182862" y="37326"/>
                  <a:pt x="182862" y="45738"/>
                </a:cubicBezTo>
                <a:lnTo>
                  <a:pt x="182862" y="167655"/>
                </a:lnTo>
                <a:cubicBezTo>
                  <a:pt x="182862" y="176068"/>
                  <a:pt x="189692" y="182898"/>
                  <a:pt x="198105" y="182898"/>
                </a:cubicBezTo>
                <a:close/>
                <a:moveTo>
                  <a:pt x="323240" y="242161"/>
                </a:moveTo>
                <a:cubicBezTo>
                  <a:pt x="296567" y="305236"/>
                  <a:pt x="231096" y="342781"/>
                  <a:pt x="163184" y="333930"/>
                </a:cubicBezTo>
                <a:cubicBezTo>
                  <a:pt x="95280" y="325087"/>
                  <a:pt x="41605" y="272025"/>
                  <a:pt x="31986" y="204222"/>
                </a:cubicBezTo>
                <a:cubicBezTo>
                  <a:pt x="22366" y="136419"/>
                  <a:pt x="59153" y="70519"/>
                  <a:pt x="121917" y="43132"/>
                </a:cubicBez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1473175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800" dirty="0"/>
          </a:p>
        </p:txBody>
      </p:sp>
      <p:sp>
        <p:nvSpPr>
          <p:cNvPr id="58" name="圖示 監控"/>
          <p:cNvSpPr/>
          <p:nvPr/>
        </p:nvSpPr>
        <p:spPr>
          <a:xfrm>
            <a:off x="2677097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lnTo>
                  <a:pt x="297482" y="182880"/>
                </a:lnTo>
                <a:cubicBezTo>
                  <a:pt x="283793" y="182853"/>
                  <a:pt x="271769" y="191951"/>
                  <a:pt x="268075" y="205127"/>
                </a:cubicBezTo>
                <a:lnTo>
                  <a:pt x="232258" y="332540"/>
                </a:lnTo>
                <a:cubicBezTo>
                  <a:pt x="231782" y="334158"/>
                  <a:pt x="230292" y="335283"/>
                  <a:pt x="228600" y="335283"/>
                </a:cubicBezTo>
                <a:cubicBezTo>
                  <a:pt x="226908" y="335283"/>
                  <a:pt x="225418" y="334158"/>
                  <a:pt x="224942" y="332540"/>
                </a:cubicBezTo>
                <a:lnTo>
                  <a:pt x="140818" y="33220"/>
                </a:lnTo>
                <a:cubicBezTo>
                  <a:pt x="140342" y="31602"/>
                  <a:pt x="138852" y="30477"/>
                  <a:pt x="137160" y="30477"/>
                </a:cubicBezTo>
                <a:cubicBezTo>
                  <a:pt x="135468" y="30477"/>
                  <a:pt x="133978" y="31602"/>
                  <a:pt x="133502" y="33220"/>
                </a:cubicBezTo>
                <a:lnTo>
                  <a:pt x="97685" y="160633"/>
                </a:lnTo>
                <a:cubicBezTo>
                  <a:pt x="94009" y="173754"/>
                  <a:pt x="82058" y="182843"/>
                  <a:pt x="68425" y="182880"/>
                </a:cubicBezTo>
                <a:lnTo>
                  <a:pt x="30477" y="18288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2397709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800" dirty="0"/>
          </a:p>
        </p:txBody>
      </p:sp>
      <p:sp>
        <p:nvSpPr>
          <p:cNvPr id="60" name="圖示 設定"/>
          <p:cNvSpPr/>
          <p:nvPr/>
        </p:nvSpPr>
        <p:spPr>
          <a:xfrm>
            <a:off x="3601631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47383" y="63030"/>
                </a:moveTo>
                <a:cubicBezTo>
                  <a:pt x="149129" y="44723"/>
                  <a:pt x="164501" y="30742"/>
                  <a:pt x="182889" y="30742"/>
                </a:cubicBezTo>
                <a:cubicBezTo>
                  <a:pt x="201278" y="30742"/>
                  <a:pt x="216649" y="44723"/>
                  <a:pt x="218386" y="63030"/>
                </a:cubicBezTo>
                <a:cubicBezTo>
                  <a:pt x="219410" y="74615"/>
                  <a:pt x="226021" y="84966"/>
                  <a:pt x="236089" y="90782"/>
                </a:cubicBezTo>
                <a:cubicBezTo>
                  <a:pt x="246156" y="96588"/>
                  <a:pt x="258428" y="97128"/>
                  <a:pt x="268971" y="92217"/>
                </a:cubicBezTo>
                <a:cubicBezTo>
                  <a:pt x="285677" y="84628"/>
                  <a:pt x="305410" y="90965"/>
                  <a:pt x="314590" y="106848"/>
                </a:cubicBezTo>
                <a:cubicBezTo>
                  <a:pt x="323771" y="122740"/>
                  <a:pt x="319400" y="142994"/>
                  <a:pt x="304477" y="153683"/>
                </a:cubicBezTo>
                <a:cubicBezTo>
                  <a:pt x="294967" y="160358"/>
                  <a:pt x="289298" y="171249"/>
                  <a:pt x="289298" y="182871"/>
                </a:cubicBezTo>
                <a:cubicBezTo>
                  <a:pt x="289298" y="194493"/>
                  <a:pt x="294967" y="205393"/>
                  <a:pt x="304477" y="212068"/>
                </a:cubicBezTo>
                <a:cubicBezTo>
                  <a:pt x="319400" y="222748"/>
                  <a:pt x="323771" y="243011"/>
                  <a:pt x="314590" y="258894"/>
                </a:cubicBezTo>
                <a:cubicBezTo>
                  <a:pt x="305410" y="274786"/>
                  <a:pt x="285677" y="281114"/>
                  <a:pt x="268971" y="273524"/>
                </a:cubicBezTo>
                <a:cubicBezTo>
                  <a:pt x="258428" y="268614"/>
                  <a:pt x="246156" y="269154"/>
                  <a:pt x="236089" y="274969"/>
                </a:cubicBezTo>
                <a:cubicBezTo>
                  <a:pt x="226021" y="280776"/>
                  <a:pt x="219410" y="291127"/>
                  <a:pt x="218386" y="302712"/>
                </a:cubicBezTo>
                <a:cubicBezTo>
                  <a:pt x="216649" y="321018"/>
                  <a:pt x="201278" y="335000"/>
                  <a:pt x="182889" y="335000"/>
                </a:cubicBezTo>
                <a:cubicBezTo>
                  <a:pt x="164501" y="335000"/>
                  <a:pt x="149129" y="321018"/>
                  <a:pt x="147383" y="302712"/>
                </a:cubicBezTo>
                <a:cubicBezTo>
                  <a:pt x="146368" y="291127"/>
                  <a:pt x="139757" y="280767"/>
                  <a:pt x="129680" y="274960"/>
                </a:cubicBezTo>
                <a:cubicBezTo>
                  <a:pt x="119604" y="269144"/>
                  <a:pt x="107332" y="268614"/>
                  <a:pt x="96789" y="273524"/>
                </a:cubicBezTo>
                <a:cubicBezTo>
                  <a:pt x="80083" y="281114"/>
                  <a:pt x="60350" y="274786"/>
                  <a:pt x="51170" y="258894"/>
                </a:cubicBezTo>
                <a:cubicBezTo>
                  <a:pt x="41989" y="243011"/>
                  <a:pt x="46360" y="222748"/>
                  <a:pt x="61283" y="212068"/>
                </a:cubicBezTo>
                <a:cubicBezTo>
                  <a:pt x="70793" y="205393"/>
                  <a:pt x="76462" y="194493"/>
                  <a:pt x="76462" y="182871"/>
                </a:cubicBezTo>
                <a:cubicBezTo>
                  <a:pt x="76462" y="171249"/>
                  <a:pt x="70793" y="160358"/>
                  <a:pt x="61283" y="153683"/>
                </a:cubicBezTo>
                <a:cubicBezTo>
                  <a:pt x="46388" y="142994"/>
                  <a:pt x="42026" y="122749"/>
                  <a:pt x="51188" y="106875"/>
                </a:cubicBezTo>
                <a:cubicBezTo>
                  <a:pt x="60360" y="91001"/>
                  <a:pt x="80074" y="84655"/>
                  <a:pt x="96771" y="92217"/>
                </a:cubicBezTo>
                <a:cubicBezTo>
                  <a:pt x="107314" y="97128"/>
                  <a:pt x="119585" y="96588"/>
                  <a:pt x="129653" y="90782"/>
                </a:cubicBezTo>
                <a:cubicBezTo>
                  <a:pt x="139729" y="84966"/>
                  <a:pt x="146331" y="74615"/>
                  <a:pt x="147356" y="63030"/>
                </a:cubicBezTo>
                <a:moveTo>
                  <a:pt x="228600" y="182880"/>
                </a:moveTo>
                <a:cubicBezTo>
                  <a:pt x="228600" y="208127"/>
                  <a:pt x="208127" y="228600"/>
                  <a:pt x="182880" y="228600"/>
                </a:cubicBezTo>
                <a:cubicBezTo>
                  <a:pt x="157633" y="228600"/>
                  <a:pt x="137160" y="208127"/>
                  <a:pt x="137160" y="182880"/>
                </a:cubicBezTo>
                <a:cubicBezTo>
                  <a:pt x="137160" y="157633"/>
                  <a:pt x="157633" y="137160"/>
                  <a:pt x="182880" y="137160"/>
                </a:cubicBezTo>
                <a:cubicBezTo>
                  <a:pt x="208127" y="137160"/>
                  <a:pt x="228600" y="157633"/>
                  <a:pt x="228600" y="182880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322244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800" dirty="0"/>
          </a:p>
        </p:txBody>
      </p:sp>
      <p:sp>
        <p:nvSpPr>
          <p:cNvPr id="62" name="圖示 維修"/>
          <p:cNvSpPr/>
          <p:nvPr/>
        </p:nvSpPr>
        <p:spPr>
          <a:xfrm>
            <a:off x="4526166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4028" y="96012"/>
                </a:moveTo>
                <a:cubicBezTo>
                  <a:pt x="218222" y="101937"/>
                  <a:pt x="218222" y="111420"/>
                  <a:pt x="224028" y="117345"/>
                </a:cubicBezTo>
                <a:lnTo>
                  <a:pt x="248415" y="141732"/>
                </a:lnTo>
                <a:cubicBezTo>
                  <a:pt x="254340" y="147538"/>
                  <a:pt x="263823" y="147538"/>
                  <a:pt x="269748" y="141732"/>
                </a:cubicBezTo>
                <a:lnTo>
                  <a:pt x="317086" y="94412"/>
                </a:lnTo>
                <a:cubicBezTo>
                  <a:pt x="321960" y="89501"/>
                  <a:pt x="330236" y="91056"/>
                  <a:pt x="332064" y="97731"/>
                </a:cubicBezTo>
                <a:cubicBezTo>
                  <a:pt x="341464" y="131920"/>
                  <a:pt x="330254" y="168460"/>
                  <a:pt x="303297" y="191494"/>
                </a:cubicBezTo>
                <a:cubicBezTo>
                  <a:pt x="276341" y="214527"/>
                  <a:pt x="238503" y="219904"/>
                  <a:pt x="206197" y="205283"/>
                </a:cubicBezTo>
                <a:lnTo>
                  <a:pt x="85652" y="325828"/>
                </a:lnTo>
                <a:cubicBezTo>
                  <a:pt x="73024" y="338456"/>
                  <a:pt x="52560" y="338447"/>
                  <a:pt x="39941" y="325819"/>
                </a:cubicBezTo>
                <a:cubicBezTo>
                  <a:pt x="27313" y="313200"/>
                  <a:pt x="27322" y="292736"/>
                  <a:pt x="39941" y="280108"/>
                </a:cubicBezTo>
                <a:lnTo>
                  <a:pt x="160495" y="159563"/>
                </a:lnTo>
                <a:cubicBezTo>
                  <a:pt x="145874" y="127257"/>
                  <a:pt x="151251" y="89419"/>
                  <a:pt x="174285" y="62463"/>
                </a:cubicBezTo>
                <a:cubicBezTo>
                  <a:pt x="197318" y="35506"/>
                  <a:pt x="233858" y="24296"/>
                  <a:pt x="268038" y="33696"/>
                </a:cubicBezTo>
                <a:cubicBezTo>
                  <a:pt x="274713" y="35524"/>
                  <a:pt x="276268" y="43781"/>
                  <a:pt x="271376" y="48692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4246778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800" dirty="0"/>
          </a:p>
        </p:txBody>
      </p:sp>
      <p:sp>
        <p:nvSpPr>
          <p:cNvPr id="64" name="圖示 搜尋"/>
          <p:cNvSpPr/>
          <p:nvPr/>
        </p:nvSpPr>
        <p:spPr>
          <a:xfrm>
            <a:off x="5450700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20040" y="320040"/>
                </a:moveTo>
                <a:lnTo>
                  <a:pt x="253901" y="253901"/>
                </a:lnTo>
                <a:moveTo>
                  <a:pt x="289563" y="167637"/>
                </a:moveTo>
                <a:cubicBezTo>
                  <a:pt x="289563" y="234973"/>
                  <a:pt x="234973" y="289563"/>
                  <a:pt x="167637" y="289563"/>
                </a:cubicBezTo>
                <a:cubicBezTo>
                  <a:pt x="100310" y="289563"/>
                  <a:pt x="45720" y="234973"/>
                  <a:pt x="45720" y="167637"/>
                </a:cubicBezTo>
                <a:cubicBezTo>
                  <a:pt x="45720" y="100310"/>
                  <a:pt x="100310" y="45720"/>
                  <a:pt x="167637" y="45720"/>
                </a:cubicBezTo>
                <a:cubicBezTo>
                  <a:pt x="234973" y="45720"/>
                  <a:pt x="289563" y="100310"/>
                  <a:pt x="289563" y="167637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5171313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800" dirty="0"/>
          </a:p>
        </p:txBody>
      </p:sp>
      <p:sp>
        <p:nvSpPr>
          <p:cNvPr id="66" name="圖示 篩選"/>
          <p:cNvSpPr/>
          <p:nvPr/>
        </p:nvSpPr>
        <p:spPr>
          <a:xfrm>
            <a:off x="6375235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0477" y="76197"/>
                </a:moveTo>
                <a:lnTo>
                  <a:pt x="335283" y="76197"/>
                </a:lnTo>
                <a:moveTo>
                  <a:pt x="91440" y="182880"/>
                </a:moveTo>
                <a:lnTo>
                  <a:pt x="274320" y="182880"/>
                </a:lnTo>
                <a:moveTo>
                  <a:pt x="137160" y="289563"/>
                </a:moveTo>
                <a:lnTo>
                  <a:pt x="228600" y="28956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6095848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800" dirty="0"/>
          </a:p>
        </p:txBody>
      </p:sp>
      <p:sp>
        <p:nvSpPr>
          <p:cNvPr id="68" name="圖示 想法"/>
          <p:cNvSpPr/>
          <p:nvPr/>
        </p:nvSpPr>
        <p:spPr>
          <a:xfrm>
            <a:off x="7299770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8600" y="213357"/>
                </a:moveTo>
                <a:cubicBezTo>
                  <a:pt x="231645" y="198123"/>
                  <a:pt x="239271" y="187452"/>
                  <a:pt x="251460" y="175263"/>
                </a:cubicBezTo>
                <a:cubicBezTo>
                  <a:pt x="266703" y="161547"/>
                  <a:pt x="274320" y="141732"/>
                  <a:pt x="274320" y="121917"/>
                </a:cubicBezTo>
                <a:cubicBezTo>
                  <a:pt x="274320" y="71415"/>
                  <a:pt x="233382" y="30477"/>
                  <a:pt x="182880" y="30477"/>
                </a:cubicBezTo>
                <a:cubicBezTo>
                  <a:pt x="132378" y="30477"/>
                  <a:pt x="91440" y="71415"/>
                  <a:pt x="91440" y="121917"/>
                </a:cubicBezTo>
                <a:cubicBezTo>
                  <a:pt x="91440" y="137160"/>
                  <a:pt x="94485" y="155448"/>
                  <a:pt x="114300" y="175263"/>
                </a:cubicBezTo>
                <a:cubicBezTo>
                  <a:pt x="124971" y="185925"/>
                  <a:pt x="134115" y="198123"/>
                  <a:pt x="137160" y="213357"/>
                </a:cubicBezTo>
                <a:moveTo>
                  <a:pt x="137160" y="274320"/>
                </a:moveTo>
                <a:lnTo>
                  <a:pt x="228600" y="274320"/>
                </a:lnTo>
                <a:moveTo>
                  <a:pt x="152403" y="335283"/>
                </a:moveTo>
                <a:lnTo>
                  <a:pt x="213357" y="33528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7020382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800" dirty="0"/>
          </a:p>
        </p:txBody>
      </p:sp>
      <p:sp>
        <p:nvSpPr>
          <p:cNvPr id="70" name="圖示 目標"/>
          <p:cNvSpPr/>
          <p:nvPr/>
        </p:nvSpPr>
        <p:spPr>
          <a:xfrm>
            <a:off x="8224304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74320" y="182880"/>
                </a:moveTo>
                <a:cubicBezTo>
                  <a:pt x="274320" y="233382"/>
                  <a:pt x="233382" y="274320"/>
                  <a:pt x="182880" y="274320"/>
                </a:cubicBezTo>
                <a:cubicBezTo>
                  <a:pt x="132378" y="274320"/>
                  <a:pt x="91440" y="233382"/>
                  <a:pt x="91440" y="182880"/>
                </a:cubicBezTo>
                <a:cubicBezTo>
                  <a:pt x="91440" y="132378"/>
                  <a:pt x="132378" y="91440"/>
                  <a:pt x="182880" y="91440"/>
                </a:cubicBezTo>
                <a:cubicBezTo>
                  <a:pt x="233382" y="91440"/>
                  <a:pt x="274320" y="132378"/>
                  <a:pt x="274320" y="182880"/>
                </a:cubicBezTo>
                <a:close/>
                <a:moveTo>
                  <a:pt x="213357" y="182880"/>
                </a:moveTo>
                <a:cubicBezTo>
                  <a:pt x="213357" y="199714"/>
                  <a:pt x="199714" y="213357"/>
                  <a:pt x="182880" y="213357"/>
                </a:cubicBezTo>
                <a:cubicBezTo>
                  <a:pt x="166046" y="213357"/>
                  <a:pt x="152403" y="199714"/>
                  <a:pt x="152403" y="182880"/>
                </a:cubicBezTo>
                <a:cubicBezTo>
                  <a:pt x="152403" y="166046"/>
                  <a:pt x="166046" y="152403"/>
                  <a:pt x="182880" y="152403"/>
                </a:cubicBezTo>
                <a:cubicBezTo>
                  <a:pt x="199714" y="152403"/>
                  <a:pt x="213357" y="166046"/>
                  <a:pt x="213357" y="182880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7944917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800" dirty="0"/>
          </a:p>
        </p:txBody>
      </p:sp>
      <p:sp>
        <p:nvSpPr>
          <p:cNvPr id="72" name="圖示 參數"/>
          <p:cNvSpPr/>
          <p:nvPr/>
        </p:nvSpPr>
        <p:spPr>
          <a:xfrm>
            <a:off x="9148839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52403" y="76197"/>
                </a:moveTo>
                <a:lnTo>
                  <a:pt x="45720" y="76197"/>
                </a:lnTo>
                <a:moveTo>
                  <a:pt x="182880" y="289563"/>
                </a:moveTo>
                <a:lnTo>
                  <a:pt x="45720" y="289563"/>
                </a:lnTo>
                <a:moveTo>
                  <a:pt x="213357" y="45720"/>
                </a:moveTo>
                <a:lnTo>
                  <a:pt x="213357" y="106683"/>
                </a:lnTo>
                <a:moveTo>
                  <a:pt x="243843" y="259077"/>
                </a:moveTo>
                <a:lnTo>
                  <a:pt x="243843" y="320040"/>
                </a:lnTo>
                <a:moveTo>
                  <a:pt x="320040" y="182880"/>
                </a:moveTo>
                <a:lnTo>
                  <a:pt x="182880" y="182880"/>
                </a:lnTo>
                <a:moveTo>
                  <a:pt x="320040" y="289563"/>
                </a:moveTo>
                <a:lnTo>
                  <a:pt x="243843" y="289563"/>
                </a:lnTo>
                <a:moveTo>
                  <a:pt x="320040" y="76197"/>
                </a:moveTo>
                <a:lnTo>
                  <a:pt x="213357" y="76197"/>
                </a:lnTo>
                <a:moveTo>
                  <a:pt x="121917" y="152403"/>
                </a:moveTo>
                <a:lnTo>
                  <a:pt x="121917" y="213357"/>
                </a:lnTo>
                <a:moveTo>
                  <a:pt x="121917" y="182880"/>
                </a:moveTo>
                <a:lnTo>
                  <a:pt x="45720" y="18288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8869451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800" dirty="0"/>
          </a:p>
        </p:txBody>
      </p:sp>
      <p:sp>
        <p:nvSpPr>
          <p:cNvPr id="74" name="圖示 整合"/>
          <p:cNvSpPr/>
          <p:nvPr/>
        </p:nvSpPr>
        <p:spPr>
          <a:xfrm>
            <a:off x="10073373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34544" y="66907"/>
                </a:moveTo>
                <a:cubicBezTo>
                  <a:pt x="238448" y="70811"/>
                  <a:pt x="244154" y="72302"/>
                  <a:pt x="249467" y="70802"/>
                </a:cubicBezTo>
                <a:cubicBezTo>
                  <a:pt x="254779" y="69302"/>
                  <a:pt x="258867" y="65050"/>
                  <a:pt x="260147" y="59683"/>
                </a:cubicBezTo>
                <a:cubicBezTo>
                  <a:pt x="264527" y="41459"/>
                  <a:pt x="281507" y="29124"/>
                  <a:pt x="300188" y="30596"/>
                </a:cubicBezTo>
                <a:cubicBezTo>
                  <a:pt x="318870" y="32068"/>
                  <a:pt x="333710" y="46909"/>
                  <a:pt x="335173" y="65599"/>
                </a:cubicBezTo>
                <a:cubicBezTo>
                  <a:pt x="336646" y="84280"/>
                  <a:pt x="324301" y="101261"/>
                  <a:pt x="306077" y="105631"/>
                </a:cubicBezTo>
                <a:cubicBezTo>
                  <a:pt x="300710" y="106912"/>
                  <a:pt x="296458" y="110999"/>
                  <a:pt x="294958" y="116312"/>
                </a:cubicBezTo>
                <a:cubicBezTo>
                  <a:pt x="293458" y="121624"/>
                  <a:pt x="294949" y="127330"/>
                  <a:pt x="298853" y="131235"/>
                </a:cubicBezTo>
                <a:lnTo>
                  <a:pt x="324502" y="156865"/>
                </a:lnTo>
                <a:cubicBezTo>
                  <a:pt x="331406" y="163769"/>
                  <a:pt x="335283" y="173123"/>
                  <a:pt x="335283" y="182880"/>
                </a:cubicBezTo>
                <a:cubicBezTo>
                  <a:pt x="335283" y="192637"/>
                  <a:pt x="331406" y="201991"/>
                  <a:pt x="324502" y="208895"/>
                </a:cubicBezTo>
                <a:lnTo>
                  <a:pt x="298853" y="234544"/>
                </a:lnTo>
                <a:cubicBezTo>
                  <a:pt x="294958" y="238448"/>
                  <a:pt x="289252" y="239939"/>
                  <a:pt x="283939" y="238439"/>
                </a:cubicBezTo>
                <a:cubicBezTo>
                  <a:pt x="278627" y="236939"/>
                  <a:pt x="274539" y="232687"/>
                  <a:pt x="273250" y="227320"/>
                </a:cubicBezTo>
                <a:cubicBezTo>
                  <a:pt x="268879" y="209096"/>
                  <a:pt x="251899" y="196761"/>
                  <a:pt x="233209" y="198242"/>
                </a:cubicBezTo>
                <a:cubicBezTo>
                  <a:pt x="214527" y="199714"/>
                  <a:pt x="199696" y="214555"/>
                  <a:pt x="198224" y="233236"/>
                </a:cubicBezTo>
                <a:cubicBezTo>
                  <a:pt x="196761" y="251917"/>
                  <a:pt x="209096" y="268898"/>
                  <a:pt x="227320" y="273268"/>
                </a:cubicBezTo>
                <a:cubicBezTo>
                  <a:pt x="232687" y="274549"/>
                  <a:pt x="236939" y="278636"/>
                  <a:pt x="238439" y="283949"/>
                </a:cubicBezTo>
                <a:cubicBezTo>
                  <a:pt x="239939" y="289261"/>
                  <a:pt x="238448" y="294967"/>
                  <a:pt x="234544" y="298872"/>
                </a:cubicBezTo>
                <a:lnTo>
                  <a:pt x="208895" y="324502"/>
                </a:lnTo>
                <a:cubicBezTo>
                  <a:pt x="201991" y="331406"/>
                  <a:pt x="192637" y="335283"/>
                  <a:pt x="182880" y="335283"/>
                </a:cubicBezTo>
                <a:cubicBezTo>
                  <a:pt x="173123" y="335283"/>
                  <a:pt x="163769" y="331406"/>
                  <a:pt x="156865" y="324502"/>
                </a:cubicBezTo>
                <a:lnTo>
                  <a:pt x="131216" y="298853"/>
                </a:lnTo>
                <a:cubicBezTo>
                  <a:pt x="127312" y="294949"/>
                  <a:pt x="121606" y="293458"/>
                  <a:pt x="116293" y="294958"/>
                </a:cubicBezTo>
                <a:cubicBezTo>
                  <a:pt x="110981" y="296458"/>
                  <a:pt x="106893" y="300710"/>
                  <a:pt x="105613" y="306077"/>
                </a:cubicBezTo>
                <a:cubicBezTo>
                  <a:pt x="101233" y="324301"/>
                  <a:pt x="84253" y="336636"/>
                  <a:pt x="65572" y="335164"/>
                </a:cubicBezTo>
                <a:cubicBezTo>
                  <a:pt x="46890" y="333692"/>
                  <a:pt x="32050" y="318851"/>
                  <a:pt x="30587" y="300161"/>
                </a:cubicBezTo>
                <a:cubicBezTo>
                  <a:pt x="29114" y="281480"/>
                  <a:pt x="41459" y="264499"/>
                  <a:pt x="59683" y="260129"/>
                </a:cubicBezTo>
                <a:cubicBezTo>
                  <a:pt x="65050" y="258848"/>
                  <a:pt x="69302" y="254761"/>
                  <a:pt x="70802" y="249448"/>
                </a:cubicBezTo>
                <a:cubicBezTo>
                  <a:pt x="72302" y="244136"/>
                  <a:pt x="70811" y="238430"/>
                  <a:pt x="66907" y="234525"/>
                </a:cubicBezTo>
                <a:lnTo>
                  <a:pt x="41258" y="208895"/>
                </a:lnTo>
                <a:cubicBezTo>
                  <a:pt x="34354" y="201991"/>
                  <a:pt x="30477" y="192637"/>
                  <a:pt x="30477" y="182880"/>
                </a:cubicBezTo>
                <a:cubicBezTo>
                  <a:pt x="30477" y="173123"/>
                  <a:pt x="34354" y="163769"/>
                  <a:pt x="41258" y="156865"/>
                </a:cubicBezTo>
                <a:lnTo>
                  <a:pt x="66907" y="131216"/>
                </a:lnTo>
                <a:cubicBezTo>
                  <a:pt x="70802" y="127312"/>
                  <a:pt x="76508" y="125821"/>
                  <a:pt x="81821" y="127321"/>
                </a:cubicBezTo>
                <a:cubicBezTo>
                  <a:pt x="87133" y="128821"/>
                  <a:pt x="91221" y="133073"/>
                  <a:pt x="92510" y="138440"/>
                </a:cubicBezTo>
                <a:cubicBezTo>
                  <a:pt x="96881" y="156664"/>
                  <a:pt x="113861" y="168999"/>
                  <a:pt x="132551" y="167518"/>
                </a:cubicBezTo>
                <a:cubicBezTo>
                  <a:pt x="151233" y="166046"/>
                  <a:pt x="166064" y="151205"/>
                  <a:pt x="167536" y="132524"/>
                </a:cubicBezTo>
                <a:cubicBezTo>
                  <a:pt x="168999" y="113843"/>
                  <a:pt x="156664" y="96862"/>
                  <a:pt x="138440" y="92492"/>
                </a:cubicBezTo>
                <a:cubicBezTo>
                  <a:pt x="133073" y="91211"/>
                  <a:pt x="128821" y="87124"/>
                  <a:pt x="127321" y="81811"/>
                </a:cubicBezTo>
                <a:cubicBezTo>
                  <a:pt x="125821" y="76499"/>
                  <a:pt x="127312" y="70793"/>
                  <a:pt x="131216" y="66888"/>
                </a:cubicBezTo>
                <a:lnTo>
                  <a:pt x="156865" y="41258"/>
                </a:lnTo>
                <a:cubicBezTo>
                  <a:pt x="163769" y="34354"/>
                  <a:pt x="173123" y="30477"/>
                  <a:pt x="182880" y="30477"/>
                </a:cubicBezTo>
                <a:cubicBezTo>
                  <a:pt x="192637" y="30477"/>
                  <a:pt x="201991" y="34354"/>
                  <a:pt x="208895" y="41258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9793986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800" dirty="0"/>
          </a:p>
        </p:txBody>
      </p:sp>
      <p:sp>
        <p:nvSpPr>
          <p:cNvPr id="76" name="圖示 安全"/>
          <p:cNvSpPr/>
          <p:nvPr/>
        </p:nvSpPr>
        <p:spPr>
          <a:xfrm>
            <a:off x="10997908" y="299923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04797" y="198123"/>
                </a:moveTo>
                <a:cubicBezTo>
                  <a:pt x="304797" y="274320"/>
                  <a:pt x="251460" y="312423"/>
                  <a:pt x="188065" y="334515"/>
                </a:cubicBezTo>
                <a:cubicBezTo>
                  <a:pt x="184745" y="335640"/>
                  <a:pt x="181133" y="335585"/>
                  <a:pt x="177851" y="334369"/>
                </a:cubicBezTo>
                <a:cubicBezTo>
                  <a:pt x="114300" y="312423"/>
                  <a:pt x="60963" y="274320"/>
                  <a:pt x="60963" y="198123"/>
                </a:cubicBezTo>
                <a:lnTo>
                  <a:pt x="60963" y="91440"/>
                </a:lnTo>
                <a:cubicBezTo>
                  <a:pt x="60963" y="83028"/>
                  <a:pt x="67784" y="76197"/>
                  <a:pt x="76197" y="76197"/>
                </a:cubicBezTo>
                <a:cubicBezTo>
                  <a:pt x="106683" y="76197"/>
                  <a:pt x="144777" y="57909"/>
                  <a:pt x="171295" y="34747"/>
                </a:cubicBezTo>
                <a:cubicBezTo>
                  <a:pt x="177970" y="29050"/>
                  <a:pt x="187790" y="29050"/>
                  <a:pt x="194465" y="34747"/>
                </a:cubicBezTo>
                <a:cubicBezTo>
                  <a:pt x="221129" y="58064"/>
                  <a:pt x="259077" y="76197"/>
                  <a:pt x="289563" y="76197"/>
                </a:cubicBezTo>
                <a:cubicBezTo>
                  <a:pt x="297976" y="76197"/>
                  <a:pt x="304797" y="83028"/>
                  <a:pt x="304797" y="91440"/>
                </a:cubicBezTo>
                <a:close/>
                <a:moveTo>
                  <a:pt x="137160" y="182880"/>
                </a:moveTo>
                <a:lnTo>
                  <a:pt x="167637" y="213357"/>
                </a:lnTo>
                <a:lnTo>
                  <a:pt x="228600" y="152403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10718521" y="3401568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800" dirty="0"/>
          </a:p>
        </p:txBody>
      </p:sp>
      <p:sp>
        <p:nvSpPr>
          <p:cNvPr id="78" name="圖示 權限"/>
          <p:cNvSpPr/>
          <p:nvPr/>
        </p:nvSpPr>
        <p:spPr>
          <a:xfrm>
            <a:off x="828027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167637"/>
                </a:moveTo>
                <a:lnTo>
                  <a:pt x="289563" y="167637"/>
                </a:lnTo>
                <a:cubicBezTo>
                  <a:pt x="306397" y="167637"/>
                  <a:pt x="320040" y="181289"/>
                  <a:pt x="320040" y="198123"/>
                </a:cubicBezTo>
                <a:lnTo>
                  <a:pt x="320040" y="304797"/>
                </a:lnTo>
                <a:cubicBezTo>
                  <a:pt x="320040" y="321631"/>
                  <a:pt x="306397" y="335283"/>
                  <a:pt x="289563" y="335283"/>
                </a:cubicBezTo>
                <a:lnTo>
                  <a:pt x="76197" y="335283"/>
                </a:lnTo>
                <a:cubicBezTo>
                  <a:pt x="59363" y="335283"/>
                  <a:pt x="45720" y="321631"/>
                  <a:pt x="45720" y="304797"/>
                </a:cubicBezTo>
                <a:lnTo>
                  <a:pt x="45720" y="198123"/>
                </a:lnTo>
                <a:cubicBezTo>
                  <a:pt x="45720" y="181289"/>
                  <a:pt x="59363" y="167637"/>
                  <a:pt x="76197" y="167637"/>
                </a:cubicBezTo>
                <a:close/>
                <a:moveTo>
                  <a:pt x="106683" y="167637"/>
                </a:moveTo>
                <a:lnTo>
                  <a:pt x="106683" y="106683"/>
                </a:lnTo>
                <a:cubicBezTo>
                  <a:pt x="106683" y="64593"/>
                  <a:pt x="140799" y="30477"/>
                  <a:pt x="182880" y="30477"/>
                </a:cubicBezTo>
                <a:cubicBezTo>
                  <a:pt x="224961" y="30477"/>
                  <a:pt x="259077" y="64593"/>
                  <a:pt x="259077" y="106683"/>
                </a:cubicBezTo>
                <a:lnTo>
                  <a:pt x="259077" y="167637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548640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</a:t>
            </a:r>
            <a:endParaRPr lang="en-US" sz="800" dirty="0"/>
          </a:p>
        </p:txBody>
      </p:sp>
      <p:sp>
        <p:nvSpPr>
          <p:cNvPr id="80" name="圖示 郵件"/>
          <p:cNvSpPr/>
          <p:nvPr/>
        </p:nvSpPr>
        <p:spPr>
          <a:xfrm>
            <a:off x="1752562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06683"/>
                </a:moveTo>
                <a:lnTo>
                  <a:pt x="198260" y="193963"/>
                </a:lnTo>
                <a:cubicBezTo>
                  <a:pt x="188796" y="199458"/>
                  <a:pt x="177101" y="199458"/>
                  <a:pt x="167637" y="193963"/>
                </a:cubicBezTo>
                <a:lnTo>
                  <a:pt x="30477" y="106683"/>
                </a:lnTo>
                <a:moveTo>
                  <a:pt x="60963" y="60963"/>
                </a:moveTo>
                <a:lnTo>
                  <a:pt x="304797" y="60963"/>
                </a:lnTo>
                <a:cubicBezTo>
                  <a:pt x="321631" y="60963"/>
                  <a:pt x="335283" y="74606"/>
                  <a:pt x="335283" y="91440"/>
                </a:cubicBezTo>
                <a:lnTo>
                  <a:pt x="335283" y="274320"/>
                </a:lnTo>
                <a:cubicBezTo>
                  <a:pt x="335283" y="291154"/>
                  <a:pt x="321631" y="304797"/>
                  <a:pt x="304797" y="304797"/>
                </a:cubicBezTo>
                <a:lnTo>
                  <a:pt x="60963" y="304797"/>
                </a:lnTo>
                <a:cubicBezTo>
                  <a:pt x="44129" y="304797"/>
                  <a:pt x="30477" y="291154"/>
                  <a:pt x="30477" y="274320"/>
                </a:cubicBezTo>
                <a:lnTo>
                  <a:pt x="30477" y="91440"/>
                </a:lnTo>
                <a:cubicBezTo>
                  <a:pt x="30477" y="74606"/>
                  <a:pt x="44129" y="60963"/>
                  <a:pt x="60963" y="6096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1473175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800" dirty="0"/>
          </a:p>
        </p:txBody>
      </p:sp>
      <p:sp>
        <p:nvSpPr>
          <p:cNvPr id="82" name="圖示 電話"/>
          <p:cNvSpPr/>
          <p:nvPr/>
        </p:nvSpPr>
        <p:spPr>
          <a:xfrm>
            <a:off x="2677097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0797" y="252493"/>
                </a:moveTo>
                <a:cubicBezTo>
                  <a:pt x="217280" y="255474"/>
                  <a:pt x="224961" y="253554"/>
                  <a:pt x="229286" y="247876"/>
                </a:cubicBezTo>
                <a:lnTo>
                  <a:pt x="234699" y="240789"/>
                </a:lnTo>
                <a:cubicBezTo>
                  <a:pt x="240451" y="233117"/>
                  <a:pt x="249485" y="228600"/>
                  <a:pt x="259077" y="228600"/>
                </a:cubicBezTo>
                <a:lnTo>
                  <a:pt x="304797" y="228600"/>
                </a:lnTo>
                <a:cubicBezTo>
                  <a:pt x="321631" y="228600"/>
                  <a:pt x="335283" y="242243"/>
                  <a:pt x="335283" y="259077"/>
                </a:cubicBezTo>
                <a:lnTo>
                  <a:pt x="335283" y="304797"/>
                </a:lnTo>
                <a:cubicBezTo>
                  <a:pt x="335283" y="321631"/>
                  <a:pt x="321631" y="335283"/>
                  <a:pt x="304797" y="335283"/>
                </a:cubicBezTo>
                <a:cubicBezTo>
                  <a:pt x="153299" y="335283"/>
                  <a:pt x="30477" y="212461"/>
                  <a:pt x="30477" y="60963"/>
                </a:cubicBezTo>
                <a:cubicBezTo>
                  <a:pt x="30477" y="44129"/>
                  <a:pt x="44129" y="30477"/>
                  <a:pt x="60963" y="30477"/>
                </a:cubicBezTo>
                <a:lnTo>
                  <a:pt x="106683" y="30477"/>
                </a:lnTo>
                <a:cubicBezTo>
                  <a:pt x="123517" y="30477"/>
                  <a:pt x="137160" y="44129"/>
                  <a:pt x="137160" y="60963"/>
                </a:cubicBezTo>
                <a:lnTo>
                  <a:pt x="137160" y="106683"/>
                </a:lnTo>
                <a:cubicBezTo>
                  <a:pt x="137160" y="116275"/>
                  <a:pt x="132643" y="125309"/>
                  <a:pt x="124971" y="131061"/>
                </a:cubicBezTo>
                <a:lnTo>
                  <a:pt x="117839" y="136410"/>
                </a:lnTo>
                <a:cubicBezTo>
                  <a:pt x="112069" y="140818"/>
                  <a:pt x="110203" y="148681"/>
                  <a:pt x="113386" y="155201"/>
                </a:cubicBezTo>
                <a:cubicBezTo>
                  <a:pt x="134216" y="197510"/>
                  <a:pt x="168469" y="231718"/>
                  <a:pt x="210797" y="252493"/>
                </a:cubicBez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2397709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800" dirty="0"/>
          </a:p>
        </p:txBody>
      </p:sp>
      <p:sp>
        <p:nvSpPr>
          <p:cNvPr id="84" name="圖示 連結"/>
          <p:cNvSpPr/>
          <p:nvPr/>
        </p:nvSpPr>
        <p:spPr>
          <a:xfrm>
            <a:off x="3601631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52403" y="198123"/>
                </a:moveTo>
                <a:cubicBezTo>
                  <a:pt x="165644" y="215826"/>
                  <a:pt x="185925" y="226908"/>
                  <a:pt x="207971" y="228481"/>
                </a:cubicBezTo>
                <a:cubicBezTo>
                  <a:pt x="230026" y="230063"/>
                  <a:pt x="251679" y="221989"/>
                  <a:pt x="267307" y="206353"/>
                </a:cubicBezTo>
                <a:lnTo>
                  <a:pt x="313027" y="160633"/>
                </a:lnTo>
                <a:cubicBezTo>
                  <a:pt x="341903" y="130732"/>
                  <a:pt x="341492" y="83201"/>
                  <a:pt x="312103" y="53812"/>
                </a:cubicBezTo>
                <a:cubicBezTo>
                  <a:pt x="282705" y="24414"/>
                  <a:pt x="235184" y="24003"/>
                  <a:pt x="205283" y="52880"/>
                </a:cubicBezTo>
                <a:lnTo>
                  <a:pt x="179067" y="78940"/>
                </a:lnTo>
                <a:moveTo>
                  <a:pt x="213357" y="167637"/>
                </a:moveTo>
                <a:cubicBezTo>
                  <a:pt x="200116" y="149934"/>
                  <a:pt x="179835" y="138852"/>
                  <a:pt x="157789" y="137279"/>
                </a:cubicBezTo>
                <a:cubicBezTo>
                  <a:pt x="135734" y="135697"/>
                  <a:pt x="114081" y="143771"/>
                  <a:pt x="98453" y="159407"/>
                </a:cubicBezTo>
                <a:lnTo>
                  <a:pt x="52733" y="205127"/>
                </a:lnTo>
                <a:cubicBezTo>
                  <a:pt x="23857" y="235028"/>
                  <a:pt x="24268" y="282559"/>
                  <a:pt x="53657" y="311948"/>
                </a:cubicBezTo>
                <a:cubicBezTo>
                  <a:pt x="83055" y="341346"/>
                  <a:pt x="130576" y="341757"/>
                  <a:pt x="160477" y="312880"/>
                </a:cubicBezTo>
                <a:lnTo>
                  <a:pt x="186538" y="28682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3322244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</a:t>
            </a:r>
            <a:endParaRPr lang="en-US" sz="800" dirty="0"/>
          </a:p>
        </p:txBody>
      </p:sp>
      <p:sp>
        <p:nvSpPr>
          <p:cNvPr id="86" name="圖示 分支"/>
          <p:cNvSpPr/>
          <p:nvPr/>
        </p:nvSpPr>
        <p:spPr>
          <a:xfrm>
            <a:off x="4526166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8600" y="91440"/>
                </a:moveTo>
                <a:cubicBezTo>
                  <a:pt x="152851" y="91440"/>
                  <a:pt x="91440" y="152851"/>
                  <a:pt x="91440" y="228600"/>
                </a:cubicBezTo>
                <a:lnTo>
                  <a:pt x="91440" y="45720"/>
                </a:lnTo>
                <a:moveTo>
                  <a:pt x="320040" y="91440"/>
                </a:moveTo>
                <a:cubicBezTo>
                  <a:pt x="320040" y="116687"/>
                  <a:pt x="299567" y="137160"/>
                  <a:pt x="274320" y="137160"/>
                </a:cubicBezTo>
                <a:cubicBezTo>
                  <a:pt x="249073" y="137160"/>
                  <a:pt x="228600" y="116687"/>
                  <a:pt x="228600" y="91440"/>
                </a:cubicBezTo>
                <a:cubicBezTo>
                  <a:pt x="228600" y="66193"/>
                  <a:pt x="249073" y="45720"/>
                  <a:pt x="274320" y="45720"/>
                </a:cubicBezTo>
                <a:cubicBezTo>
                  <a:pt x="299567" y="45720"/>
                  <a:pt x="320040" y="66193"/>
                  <a:pt x="320040" y="91440"/>
                </a:cubicBezTo>
                <a:close/>
                <a:moveTo>
                  <a:pt x="137160" y="274320"/>
                </a:moveTo>
                <a:cubicBezTo>
                  <a:pt x="137160" y="299567"/>
                  <a:pt x="116687" y="320040"/>
                  <a:pt x="91440" y="320040"/>
                </a:cubicBezTo>
                <a:cubicBezTo>
                  <a:pt x="66193" y="320040"/>
                  <a:pt x="45720" y="299567"/>
                  <a:pt x="45720" y="274320"/>
                </a:cubicBezTo>
                <a:cubicBezTo>
                  <a:pt x="45720" y="249073"/>
                  <a:pt x="66193" y="228600"/>
                  <a:pt x="91440" y="228600"/>
                </a:cubicBezTo>
                <a:cubicBezTo>
                  <a:pt x="116687" y="228600"/>
                  <a:pt x="137160" y="249073"/>
                  <a:pt x="137160" y="274320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246778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</a:t>
            </a:r>
            <a:endParaRPr lang="en-US" sz="800" dirty="0"/>
          </a:p>
        </p:txBody>
      </p:sp>
      <p:sp>
        <p:nvSpPr>
          <p:cNvPr id="88" name="圖示 流程"/>
          <p:cNvSpPr/>
          <p:nvPr/>
        </p:nvSpPr>
        <p:spPr>
          <a:xfrm>
            <a:off x="5450700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76197" y="45720"/>
                </a:moveTo>
                <a:lnTo>
                  <a:pt x="137160" y="45720"/>
                </a:lnTo>
                <a:cubicBezTo>
                  <a:pt x="153994" y="45720"/>
                  <a:pt x="167637" y="59363"/>
                  <a:pt x="167637" y="76197"/>
                </a:cubicBezTo>
                <a:lnTo>
                  <a:pt x="167637" y="137160"/>
                </a:lnTo>
                <a:cubicBezTo>
                  <a:pt x="167637" y="153994"/>
                  <a:pt x="153994" y="167637"/>
                  <a:pt x="137160" y="167637"/>
                </a:cubicBezTo>
                <a:lnTo>
                  <a:pt x="76197" y="167637"/>
                </a:lnTo>
                <a:cubicBezTo>
                  <a:pt x="59363" y="167637"/>
                  <a:pt x="45720" y="153994"/>
                  <a:pt x="45720" y="137160"/>
                </a:cubicBezTo>
                <a:lnTo>
                  <a:pt x="45720" y="76197"/>
                </a:lnTo>
                <a:cubicBezTo>
                  <a:pt x="45720" y="59363"/>
                  <a:pt x="59363" y="45720"/>
                  <a:pt x="76197" y="45720"/>
                </a:cubicBezTo>
                <a:close/>
                <a:moveTo>
                  <a:pt x="106683" y="167637"/>
                </a:moveTo>
                <a:lnTo>
                  <a:pt x="106683" y="228600"/>
                </a:lnTo>
                <a:cubicBezTo>
                  <a:pt x="106683" y="245434"/>
                  <a:pt x="120326" y="259077"/>
                  <a:pt x="137160" y="259077"/>
                </a:cubicBezTo>
                <a:lnTo>
                  <a:pt x="198123" y="259077"/>
                </a:lnTo>
                <a:moveTo>
                  <a:pt x="228600" y="198123"/>
                </a:moveTo>
                <a:lnTo>
                  <a:pt x="289563" y="198123"/>
                </a:lnTo>
                <a:cubicBezTo>
                  <a:pt x="306397" y="198123"/>
                  <a:pt x="320040" y="211766"/>
                  <a:pt x="320040" y="228600"/>
                </a:cubicBezTo>
                <a:lnTo>
                  <a:pt x="320040" y="289563"/>
                </a:lnTo>
                <a:cubicBezTo>
                  <a:pt x="320040" y="306397"/>
                  <a:pt x="306397" y="320040"/>
                  <a:pt x="289563" y="320040"/>
                </a:cubicBezTo>
                <a:lnTo>
                  <a:pt x="228600" y="320040"/>
                </a:lnTo>
                <a:cubicBezTo>
                  <a:pt x="211766" y="320040"/>
                  <a:pt x="198123" y="306397"/>
                  <a:pt x="198123" y="289563"/>
                </a:cubicBezTo>
                <a:lnTo>
                  <a:pt x="198123" y="228600"/>
                </a:lnTo>
                <a:cubicBezTo>
                  <a:pt x="198123" y="211766"/>
                  <a:pt x="211766" y="198123"/>
                  <a:pt x="228600" y="19812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5171313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800" dirty="0"/>
          </a:p>
        </p:txBody>
      </p:sp>
      <p:sp>
        <p:nvSpPr>
          <p:cNvPr id="90" name="圖示 討論"/>
          <p:cNvSpPr/>
          <p:nvPr/>
        </p:nvSpPr>
        <p:spPr>
          <a:xfrm>
            <a:off x="6375235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259077"/>
                </a:moveTo>
                <a:cubicBezTo>
                  <a:pt x="335283" y="275911"/>
                  <a:pt x="321631" y="289563"/>
                  <a:pt x="304797" y="289563"/>
                </a:cubicBezTo>
                <a:lnTo>
                  <a:pt x="104059" y="289563"/>
                </a:lnTo>
                <a:cubicBezTo>
                  <a:pt x="95975" y="289563"/>
                  <a:pt x="88221" y="292773"/>
                  <a:pt x="82506" y="298488"/>
                </a:cubicBezTo>
                <a:lnTo>
                  <a:pt x="48948" y="332046"/>
                </a:lnTo>
                <a:cubicBezTo>
                  <a:pt x="45857" y="335146"/>
                  <a:pt x="41203" y="336069"/>
                  <a:pt x="37161" y="334396"/>
                </a:cubicBezTo>
                <a:cubicBezTo>
                  <a:pt x="33120" y="332723"/>
                  <a:pt x="30477" y="328773"/>
                  <a:pt x="30477" y="324402"/>
                </a:cubicBezTo>
                <a:lnTo>
                  <a:pt x="30477" y="76197"/>
                </a:lnTo>
                <a:cubicBezTo>
                  <a:pt x="30477" y="59363"/>
                  <a:pt x="44129" y="45720"/>
                  <a:pt x="60963" y="45720"/>
                </a:cubicBezTo>
                <a:lnTo>
                  <a:pt x="304797" y="45720"/>
                </a:lnTo>
                <a:cubicBezTo>
                  <a:pt x="321631" y="45720"/>
                  <a:pt x="335283" y="59363"/>
                  <a:pt x="335283" y="76197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6095848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800" dirty="0"/>
          </a:p>
        </p:txBody>
      </p:sp>
      <p:sp>
        <p:nvSpPr>
          <p:cNvPr id="92" name="圖示 顯微檢測"/>
          <p:cNvSpPr/>
          <p:nvPr/>
        </p:nvSpPr>
        <p:spPr>
          <a:xfrm>
            <a:off x="7299770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91440" y="274320"/>
                </a:moveTo>
                <a:lnTo>
                  <a:pt x="213357" y="274320"/>
                </a:lnTo>
                <a:moveTo>
                  <a:pt x="45720" y="335283"/>
                </a:moveTo>
                <a:lnTo>
                  <a:pt x="320040" y="335283"/>
                </a:lnTo>
                <a:moveTo>
                  <a:pt x="213357" y="335283"/>
                </a:moveTo>
                <a:cubicBezTo>
                  <a:pt x="272281" y="335283"/>
                  <a:pt x="320040" y="287515"/>
                  <a:pt x="320040" y="228600"/>
                </a:cubicBezTo>
                <a:cubicBezTo>
                  <a:pt x="320040" y="169685"/>
                  <a:pt x="272281" y="121917"/>
                  <a:pt x="213357" y="121917"/>
                </a:cubicBezTo>
                <a:lnTo>
                  <a:pt x="198123" y="121917"/>
                </a:lnTo>
                <a:moveTo>
                  <a:pt x="137160" y="213357"/>
                </a:moveTo>
                <a:lnTo>
                  <a:pt x="167637" y="213357"/>
                </a:lnTo>
                <a:moveTo>
                  <a:pt x="137160" y="182880"/>
                </a:moveTo>
                <a:cubicBezTo>
                  <a:pt x="120326" y="182880"/>
                  <a:pt x="106683" y="169237"/>
                  <a:pt x="106683" y="152403"/>
                </a:cubicBezTo>
                <a:lnTo>
                  <a:pt x="106683" y="91440"/>
                </a:lnTo>
                <a:lnTo>
                  <a:pt x="198123" y="91440"/>
                </a:lnTo>
                <a:lnTo>
                  <a:pt x="198123" y="152403"/>
                </a:lnTo>
                <a:cubicBezTo>
                  <a:pt x="198123" y="169237"/>
                  <a:pt x="184471" y="182880"/>
                  <a:pt x="167637" y="182880"/>
                </a:cubicBezTo>
                <a:close/>
                <a:moveTo>
                  <a:pt x="182880" y="91440"/>
                </a:moveTo>
                <a:lnTo>
                  <a:pt x="182880" y="45720"/>
                </a:lnTo>
                <a:cubicBezTo>
                  <a:pt x="182880" y="37308"/>
                  <a:pt x="176059" y="30477"/>
                  <a:pt x="167637" y="30477"/>
                </a:cubicBezTo>
                <a:lnTo>
                  <a:pt x="137160" y="30477"/>
                </a:lnTo>
                <a:cubicBezTo>
                  <a:pt x="128748" y="30477"/>
                  <a:pt x="121917" y="37308"/>
                  <a:pt x="121917" y="45720"/>
                </a:cubicBezTo>
                <a:lnTo>
                  <a:pt x="121917" y="9144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7020382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顯微檢測</a:t>
            </a:r>
            <a:endParaRPr lang="en-US" sz="800" dirty="0"/>
          </a:p>
        </p:txBody>
      </p:sp>
      <p:sp>
        <p:nvSpPr>
          <p:cNvPr id="94" name="圖示 AOI 影像"/>
          <p:cNvSpPr/>
          <p:nvPr/>
        </p:nvSpPr>
        <p:spPr>
          <a:xfrm>
            <a:off x="8224304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3311" y="60963"/>
                </a:moveTo>
                <a:cubicBezTo>
                  <a:pt x="224513" y="60963"/>
                  <a:pt x="234818" y="67108"/>
                  <a:pt x="240140" y="76965"/>
                </a:cubicBezTo>
                <a:lnTo>
                  <a:pt x="247546" y="90681"/>
                </a:lnTo>
                <a:cubicBezTo>
                  <a:pt x="252868" y="100538"/>
                  <a:pt x="263164" y="106683"/>
                  <a:pt x="274366" y="106683"/>
                </a:cubicBezTo>
                <a:lnTo>
                  <a:pt x="304797" y="106683"/>
                </a:lnTo>
                <a:cubicBezTo>
                  <a:pt x="321631" y="106683"/>
                  <a:pt x="335283" y="120326"/>
                  <a:pt x="335283" y="137160"/>
                </a:cubicBezTo>
                <a:lnTo>
                  <a:pt x="335283" y="274320"/>
                </a:lnTo>
                <a:cubicBezTo>
                  <a:pt x="335283" y="291154"/>
                  <a:pt x="321631" y="304797"/>
                  <a:pt x="304797" y="304797"/>
                </a:cubicBezTo>
                <a:lnTo>
                  <a:pt x="60963" y="304797"/>
                </a:lnTo>
                <a:cubicBezTo>
                  <a:pt x="44129" y="304797"/>
                  <a:pt x="30477" y="291154"/>
                  <a:pt x="30477" y="274320"/>
                </a:cubicBezTo>
                <a:lnTo>
                  <a:pt x="30477" y="137160"/>
                </a:lnTo>
                <a:cubicBezTo>
                  <a:pt x="30477" y="120326"/>
                  <a:pt x="44129" y="106683"/>
                  <a:pt x="60963" y="106683"/>
                </a:cubicBezTo>
                <a:lnTo>
                  <a:pt x="91394" y="106683"/>
                </a:lnTo>
                <a:cubicBezTo>
                  <a:pt x="102587" y="106683"/>
                  <a:pt x="112874" y="100547"/>
                  <a:pt x="118204" y="90708"/>
                </a:cubicBezTo>
                <a:lnTo>
                  <a:pt x="125657" y="76928"/>
                </a:lnTo>
                <a:cubicBezTo>
                  <a:pt x="130979" y="67090"/>
                  <a:pt x="141275" y="60963"/>
                  <a:pt x="152458" y="60963"/>
                </a:cubicBezTo>
                <a:close/>
                <a:moveTo>
                  <a:pt x="228600" y="198123"/>
                </a:moveTo>
                <a:cubicBezTo>
                  <a:pt x="228600" y="223370"/>
                  <a:pt x="208127" y="243843"/>
                  <a:pt x="182880" y="243843"/>
                </a:cubicBezTo>
                <a:cubicBezTo>
                  <a:pt x="157633" y="243843"/>
                  <a:pt x="137160" y="223370"/>
                  <a:pt x="137160" y="198123"/>
                </a:cubicBezTo>
                <a:cubicBezTo>
                  <a:pt x="137160" y="172867"/>
                  <a:pt x="157633" y="152403"/>
                  <a:pt x="182880" y="152403"/>
                </a:cubicBezTo>
                <a:cubicBezTo>
                  <a:pt x="208127" y="152403"/>
                  <a:pt x="228600" y="172867"/>
                  <a:pt x="228600" y="19812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7944917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AOI 影像</a:t>
            </a:r>
            <a:endParaRPr lang="en-US" sz="800" dirty="0"/>
          </a:p>
        </p:txBody>
      </p:sp>
      <p:sp>
        <p:nvSpPr>
          <p:cNvPr id="96" name="圖示 AI"/>
          <p:cNvSpPr/>
          <p:nvPr/>
        </p:nvSpPr>
        <p:spPr>
          <a:xfrm>
            <a:off x="9148839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76197"/>
                </a:moveTo>
                <a:cubicBezTo>
                  <a:pt x="182926" y="59610"/>
                  <a:pt x="173983" y="44294"/>
                  <a:pt x="159508" y="36183"/>
                </a:cubicBezTo>
                <a:cubicBezTo>
                  <a:pt x="145033" y="28072"/>
                  <a:pt x="127294" y="28438"/>
                  <a:pt x="113166" y="37143"/>
                </a:cubicBezTo>
                <a:cubicBezTo>
                  <a:pt x="99048" y="45848"/>
                  <a:pt x="90745" y="61530"/>
                  <a:pt x="91486" y="78108"/>
                </a:cubicBezTo>
                <a:cubicBezTo>
                  <a:pt x="73335" y="82771"/>
                  <a:pt x="58339" y="95527"/>
                  <a:pt x="50822" y="112700"/>
                </a:cubicBezTo>
                <a:cubicBezTo>
                  <a:pt x="43306" y="129863"/>
                  <a:pt x="44102" y="149541"/>
                  <a:pt x="52989" y="166037"/>
                </a:cubicBezTo>
                <a:cubicBezTo>
                  <a:pt x="37335" y="178756"/>
                  <a:pt x="28986" y="198388"/>
                  <a:pt x="30687" y="218478"/>
                </a:cubicBezTo>
                <a:cubicBezTo>
                  <a:pt x="32379" y="238576"/>
                  <a:pt x="43900" y="256526"/>
                  <a:pt x="61466" y="266438"/>
                </a:cubicBezTo>
                <a:cubicBezTo>
                  <a:pt x="58549" y="288960"/>
                  <a:pt x="68397" y="311234"/>
                  <a:pt x="87014" y="324237"/>
                </a:cubicBezTo>
                <a:cubicBezTo>
                  <a:pt x="105631" y="337231"/>
                  <a:pt x="129936" y="338813"/>
                  <a:pt x="150071" y="328324"/>
                </a:cubicBezTo>
                <a:cubicBezTo>
                  <a:pt x="170216" y="317836"/>
                  <a:pt x="182853" y="297025"/>
                  <a:pt x="182880" y="274320"/>
                </a:cubicBezTo>
                <a:close/>
                <a:moveTo>
                  <a:pt x="137160" y="198123"/>
                </a:moveTo>
                <a:cubicBezTo>
                  <a:pt x="163321" y="188915"/>
                  <a:pt x="181371" y="164857"/>
                  <a:pt x="182880" y="137160"/>
                </a:cubicBezTo>
                <a:moveTo>
                  <a:pt x="91486" y="78108"/>
                </a:moveTo>
                <a:cubicBezTo>
                  <a:pt x="91787" y="85478"/>
                  <a:pt x="93872" y="92665"/>
                  <a:pt x="97548" y="99057"/>
                </a:cubicBezTo>
                <a:moveTo>
                  <a:pt x="52989" y="166055"/>
                </a:moveTo>
                <a:cubicBezTo>
                  <a:pt x="55778" y="163787"/>
                  <a:pt x="58759" y="161767"/>
                  <a:pt x="61905" y="160020"/>
                </a:cubicBezTo>
                <a:moveTo>
                  <a:pt x="91440" y="274320"/>
                </a:moveTo>
                <a:cubicBezTo>
                  <a:pt x="80934" y="274329"/>
                  <a:pt x="70610" y="271613"/>
                  <a:pt x="61466" y="266456"/>
                </a:cubicBezTo>
                <a:moveTo>
                  <a:pt x="182880" y="198123"/>
                </a:moveTo>
                <a:lnTo>
                  <a:pt x="243843" y="198123"/>
                </a:lnTo>
                <a:moveTo>
                  <a:pt x="182880" y="274320"/>
                </a:moveTo>
                <a:lnTo>
                  <a:pt x="274320" y="274320"/>
                </a:lnTo>
                <a:cubicBezTo>
                  <a:pt x="291154" y="274320"/>
                  <a:pt x="304797" y="287963"/>
                  <a:pt x="304797" y="304797"/>
                </a:cubicBezTo>
                <a:lnTo>
                  <a:pt x="304797" y="320040"/>
                </a:lnTo>
                <a:moveTo>
                  <a:pt x="182880" y="121917"/>
                </a:moveTo>
                <a:lnTo>
                  <a:pt x="304797" y="121917"/>
                </a:lnTo>
                <a:moveTo>
                  <a:pt x="243843" y="121917"/>
                </a:moveTo>
                <a:lnTo>
                  <a:pt x="243843" y="76197"/>
                </a:lnTo>
                <a:cubicBezTo>
                  <a:pt x="243843" y="59363"/>
                  <a:pt x="257486" y="45720"/>
                  <a:pt x="274320" y="45720"/>
                </a:cubicBezTo>
                <a:moveTo>
                  <a:pt x="251460" y="198123"/>
                </a:moveTo>
                <a:cubicBezTo>
                  <a:pt x="251460" y="202329"/>
                  <a:pt x="248049" y="205740"/>
                  <a:pt x="243843" y="205740"/>
                </a:cubicBezTo>
                <a:cubicBezTo>
                  <a:pt x="239628" y="205740"/>
                  <a:pt x="236217" y="202329"/>
                  <a:pt x="236217" y="198123"/>
                </a:cubicBezTo>
                <a:cubicBezTo>
                  <a:pt x="236217" y="193908"/>
                  <a:pt x="239628" y="190497"/>
                  <a:pt x="243843" y="190497"/>
                </a:cubicBezTo>
                <a:cubicBezTo>
                  <a:pt x="248049" y="190497"/>
                  <a:pt x="251460" y="193908"/>
                  <a:pt x="251460" y="198123"/>
                </a:cubicBezTo>
                <a:close/>
                <a:moveTo>
                  <a:pt x="281937" y="45720"/>
                </a:moveTo>
                <a:cubicBezTo>
                  <a:pt x="281937" y="49926"/>
                  <a:pt x="278526" y="53337"/>
                  <a:pt x="274320" y="53337"/>
                </a:cubicBezTo>
                <a:cubicBezTo>
                  <a:pt x="270114" y="53337"/>
                  <a:pt x="266703" y="49926"/>
                  <a:pt x="266703" y="45720"/>
                </a:cubicBezTo>
                <a:cubicBezTo>
                  <a:pt x="266703" y="41514"/>
                  <a:pt x="270114" y="38103"/>
                  <a:pt x="274320" y="38103"/>
                </a:cubicBezTo>
                <a:cubicBezTo>
                  <a:pt x="278526" y="38103"/>
                  <a:pt x="281937" y="41514"/>
                  <a:pt x="281937" y="45720"/>
                </a:cubicBezTo>
                <a:close/>
                <a:moveTo>
                  <a:pt x="312423" y="320040"/>
                </a:moveTo>
                <a:cubicBezTo>
                  <a:pt x="312423" y="324246"/>
                  <a:pt x="309012" y="327657"/>
                  <a:pt x="304797" y="327657"/>
                </a:cubicBezTo>
                <a:cubicBezTo>
                  <a:pt x="300591" y="327657"/>
                  <a:pt x="297180" y="324246"/>
                  <a:pt x="297180" y="320040"/>
                </a:cubicBezTo>
                <a:cubicBezTo>
                  <a:pt x="297180" y="315834"/>
                  <a:pt x="300591" y="312423"/>
                  <a:pt x="304797" y="312423"/>
                </a:cubicBezTo>
                <a:cubicBezTo>
                  <a:pt x="309012" y="312423"/>
                  <a:pt x="312423" y="315834"/>
                  <a:pt x="312423" y="320040"/>
                </a:cubicBezTo>
                <a:close/>
                <a:moveTo>
                  <a:pt x="312423" y="121917"/>
                </a:moveTo>
                <a:cubicBezTo>
                  <a:pt x="312423" y="126132"/>
                  <a:pt x="309012" y="129543"/>
                  <a:pt x="304797" y="129543"/>
                </a:cubicBezTo>
                <a:cubicBezTo>
                  <a:pt x="300591" y="129543"/>
                  <a:pt x="297180" y="126132"/>
                  <a:pt x="297180" y="121917"/>
                </a:cubicBezTo>
                <a:cubicBezTo>
                  <a:pt x="297180" y="117711"/>
                  <a:pt x="300591" y="114300"/>
                  <a:pt x="304797" y="114300"/>
                </a:cubicBezTo>
                <a:cubicBezTo>
                  <a:pt x="309012" y="114300"/>
                  <a:pt x="312423" y="117711"/>
                  <a:pt x="312423" y="121917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8869451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800" dirty="0"/>
          </a:p>
        </p:txBody>
      </p:sp>
      <p:sp>
        <p:nvSpPr>
          <p:cNvPr id="98" name="圖示 機器人"/>
          <p:cNvSpPr/>
          <p:nvPr/>
        </p:nvSpPr>
        <p:spPr>
          <a:xfrm>
            <a:off x="10073373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121917"/>
                </a:moveTo>
                <a:lnTo>
                  <a:pt x="182880" y="60963"/>
                </a:lnTo>
                <a:lnTo>
                  <a:pt x="121917" y="60963"/>
                </a:lnTo>
                <a:moveTo>
                  <a:pt x="91440" y="121917"/>
                </a:moveTo>
                <a:lnTo>
                  <a:pt x="274320" y="121917"/>
                </a:lnTo>
                <a:cubicBezTo>
                  <a:pt x="291154" y="121917"/>
                  <a:pt x="304797" y="135569"/>
                  <a:pt x="304797" y="152403"/>
                </a:cubicBezTo>
                <a:lnTo>
                  <a:pt x="304797" y="274320"/>
                </a:lnTo>
                <a:cubicBezTo>
                  <a:pt x="304797" y="291154"/>
                  <a:pt x="291154" y="304797"/>
                  <a:pt x="274320" y="304797"/>
                </a:cubicBezTo>
                <a:lnTo>
                  <a:pt x="91440" y="304797"/>
                </a:lnTo>
                <a:cubicBezTo>
                  <a:pt x="74606" y="304797"/>
                  <a:pt x="60963" y="291154"/>
                  <a:pt x="60963" y="274320"/>
                </a:cubicBezTo>
                <a:lnTo>
                  <a:pt x="60963" y="152403"/>
                </a:lnTo>
                <a:cubicBezTo>
                  <a:pt x="60963" y="135569"/>
                  <a:pt x="74606" y="121917"/>
                  <a:pt x="91440" y="121917"/>
                </a:cubicBezTo>
                <a:close/>
                <a:moveTo>
                  <a:pt x="30477" y="213357"/>
                </a:moveTo>
                <a:lnTo>
                  <a:pt x="60963" y="213357"/>
                </a:lnTo>
                <a:moveTo>
                  <a:pt x="304797" y="213357"/>
                </a:moveTo>
                <a:lnTo>
                  <a:pt x="335283" y="213357"/>
                </a:lnTo>
                <a:moveTo>
                  <a:pt x="228600" y="198123"/>
                </a:moveTo>
                <a:lnTo>
                  <a:pt x="228600" y="228600"/>
                </a:lnTo>
                <a:moveTo>
                  <a:pt x="137160" y="198123"/>
                </a:moveTo>
                <a:lnTo>
                  <a:pt x="137160" y="22860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9793986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</a:t>
            </a:r>
            <a:endParaRPr lang="en-US" sz="800" dirty="0"/>
          </a:p>
        </p:txBody>
      </p:sp>
      <p:sp>
        <p:nvSpPr>
          <p:cNvPr id="100" name="圖示 物流"/>
          <p:cNvSpPr/>
          <p:nvPr/>
        </p:nvSpPr>
        <p:spPr>
          <a:xfrm>
            <a:off x="10997908" y="364845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3357" y="274320"/>
                </a:moveTo>
                <a:lnTo>
                  <a:pt x="213357" y="91440"/>
                </a:lnTo>
                <a:cubicBezTo>
                  <a:pt x="213357" y="74606"/>
                  <a:pt x="199714" y="60963"/>
                  <a:pt x="182880" y="60963"/>
                </a:cubicBezTo>
                <a:lnTo>
                  <a:pt x="60963" y="60963"/>
                </a:lnTo>
                <a:cubicBezTo>
                  <a:pt x="44129" y="60963"/>
                  <a:pt x="30477" y="74606"/>
                  <a:pt x="30477" y="91440"/>
                </a:cubicBezTo>
                <a:lnTo>
                  <a:pt x="30477" y="259077"/>
                </a:lnTo>
                <a:cubicBezTo>
                  <a:pt x="30477" y="267499"/>
                  <a:pt x="37308" y="274320"/>
                  <a:pt x="45720" y="274320"/>
                </a:cubicBezTo>
                <a:lnTo>
                  <a:pt x="76197" y="274320"/>
                </a:lnTo>
                <a:moveTo>
                  <a:pt x="228600" y="274320"/>
                </a:moveTo>
                <a:lnTo>
                  <a:pt x="137160" y="274320"/>
                </a:lnTo>
                <a:moveTo>
                  <a:pt x="289563" y="274320"/>
                </a:moveTo>
                <a:lnTo>
                  <a:pt x="320040" y="274320"/>
                </a:lnTo>
                <a:cubicBezTo>
                  <a:pt x="328452" y="274320"/>
                  <a:pt x="335283" y="267499"/>
                  <a:pt x="335283" y="259077"/>
                </a:cubicBezTo>
                <a:lnTo>
                  <a:pt x="335283" y="203454"/>
                </a:lnTo>
                <a:cubicBezTo>
                  <a:pt x="335274" y="199998"/>
                  <a:pt x="334094" y="196642"/>
                  <a:pt x="331927" y="193944"/>
                </a:cubicBezTo>
                <a:lnTo>
                  <a:pt x="278892" y="127650"/>
                </a:lnTo>
                <a:cubicBezTo>
                  <a:pt x="276002" y="124038"/>
                  <a:pt x="271632" y="121926"/>
                  <a:pt x="267005" y="121917"/>
                </a:cubicBezTo>
                <a:lnTo>
                  <a:pt x="213357" y="121917"/>
                </a:lnTo>
                <a:moveTo>
                  <a:pt x="289563" y="274320"/>
                </a:moveTo>
                <a:cubicBezTo>
                  <a:pt x="289563" y="291154"/>
                  <a:pt x="275911" y="304797"/>
                  <a:pt x="259077" y="304797"/>
                </a:cubicBezTo>
                <a:cubicBezTo>
                  <a:pt x="242243" y="304797"/>
                  <a:pt x="228600" y="291154"/>
                  <a:pt x="228600" y="274320"/>
                </a:cubicBezTo>
                <a:cubicBezTo>
                  <a:pt x="228600" y="257486"/>
                  <a:pt x="242243" y="243843"/>
                  <a:pt x="259077" y="243843"/>
                </a:cubicBezTo>
                <a:cubicBezTo>
                  <a:pt x="275911" y="243843"/>
                  <a:pt x="289563" y="257486"/>
                  <a:pt x="289563" y="274320"/>
                </a:cubicBezTo>
                <a:close/>
                <a:moveTo>
                  <a:pt x="137160" y="274320"/>
                </a:moveTo>
                <a:cubicBezTo>
                  <a:pt x="137160" y="291154"/>
                  <a:pt x="123517" y="304797"/>
                  <a:pt x="106683" y="304797"/>
                </a:cubicBezTo>
                <a:cubicBezTo>
                  <a:pt x="89849" y="304797"/>
                  <a:pt x="76197" y="291154"/>
                  <a:pt x="76197" y="274320"/>
                </a:cubicBezTo>
                <a:cubicBezTo>
                  <a:pt x="76197" y="257486"/>
                  <a:pt x="89849" y="243843"/>
                  <a:pt x="106683" y="243843"/>
                </a:cubicBezTo>
                <a:cubicBezTo>
                  <a:pt x="123517" y="243843"/>
                  <a:pt x="137160" y="257486"/>
                  <a:pt x="137160" y="274320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10718521" y="4050792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800" dirty="0"/>
          </a:p>
        </p:txBody>
      </p:sp>
      <p:sp>
        <p:nvSpPr>
          <p:cNvPr id="102" name="圖示 成本"/>
          <p:cNvSpPr/>
          <p:nvPr/>
        </p:nvSpPr>
        <p:spPr>
          <a:xfrm>
            <a:off x="828027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243843" y="121917"/>
                </a:moveTo>
                <a:lnTo>
                  <a:pt x="152403" y="121917"/>
                </a:lnTo>
                <a:cubicBezTo>
                  <a:pt x="135569" y="121917"/>
                  <a:pt x="121917" y="135569"/>
                  <a:pt x="121917" y="152403"/>
                </a:cubicBezTo>
                <a:cubicBezTo>
                  <a:pt x="121917" y="169237"/>
                  <a:pt x="135569" y="182880"/>
                  <a:pt x="152403" y="182880"/>
                </a:cubicBezTo>
                <a:lnTo>
                  <a:pt x="213357" y="182880"/>
                </a:lnTo>
                <a:cubicBezTo>
                  <a:pt x="230191" y="182880"/>
                  <a:pt x="243843" y="196523"/>
                  <a:pt x="243843" y="213357"/>
                </a:cubicBezTo>
                <a:cubicBezTo>
                  <a:pt x="243843" y="230191"/>
                  <a:pt x="230191" y="243843"/>
                  <a:pt x="213357" y="243843"/>
                </a:cubicBezTo>
                <a:lnTo>
                  <a:pt x="121917" y="243843"/>
                </a:lnTo>
                <a:moveTo>
                  <a:pt x="182880" y="274320"/>
                </a:moveTo>
                <a:lnTo>
                  <a:pt x="182880" y="9144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548640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</a:t>
            </a:r>
            <a:endParaRPr lang="en-US" sz="800" dirty="0"/>
          </a:p>
        </p:txBody>
      </p:sp>
      <p:sp>
        <p:nvSpPr>
          <p:cNvPr id="104" name="圖示 良率漏斗"/>
          <p:cNvSpPr/>
          <p:nvPr/>
        </p:nvSpPr>
        <p:spPr>
          <a:xfrm>
            <a:off x="1752562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52403" y="304797"/>
                </a:moveTo>
                <a:cubicBezTo>
                  <a:pt x="152394" y="310576"/>
                  <a:pt x="155658" y="315861"/>
                  <a:pt x="160825" y="318440"/>
                </a:cubicBezTo>
                <a:lnTo>
                  <a:pt x="191311" y="333683"/>
                </a:lnTo>
                <a:cubicBezTo>
                  <a:pt x="196029" y="336042"/>
                  <a:pt x="201643" y="335786"/>
                  <a:pt x="206133" y="333006"/>
                </a:cubicBezTo>
                <a:cubicBezTo>
                  <a:pt x="210632" y="330226"/>
                  <a:pt x="213366" y="325325"/>
                  <a:pt x="213357" y="320040"/>
                </a:cubicBezTo>
                <a:lnTo>
                  <a:pt x="213357" y="213357"/>
                </a:lnTo>
                <a:cubicBezTo>
                  <a:pt x="213366" y="205804"/>
                  <a:pt x="216173" y="198525"/>
                  <a:pt x="221239" y="192920"/>
                </a:cubicBezTo>
                <a:lnTo>
                  <a:pt x="331315" y="71168"/>
                </a:lnTo>
                <a:cubicBezTo>
                  <a:pt x="335347" y="66705"/>
                  <a:pt x="336371" y="60286"/>
                  <a:pt x="333939" y="54782"/>
                </a:cubicBezTo>
                <a:cubicBezTo>
                  <a:pt x="331497" y="49286"/>
                  <a:pt x="326057" y="45738"/>
                  <a:pt x="320040" y="45720"/>
                </a:cubicBezTo>
                <a:lnTo>
                  <a:pt x="45720" y="45720"/>
                </a:lnTo>
                <a:cubicBezTo>
                  <a:pt x="39703" y="45720"/>
                  <a:pt x="34244" y="49268"/>
                  <a:pt x="31803" y="54773"/>
                </a:cubicBezTo>
                <a:cubicBezTo>
                  <a:pt x="29352" y="60277"/>
                  <a:pt x="30376" y="66696"/>
                  <a:pt x="34409" y="71168"/>
                </a:cubicBezTo>
                <a:lnTo>
                  <a:pt x="144521" y="192920"/>
                </a:lnTo>
                <a:cubicBezTo>
                  <a:pt x="149587" y="198525"/>
                  <a:pt x="152394" y="205804"/>
                  <a:pt x="152403" y="213357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1473175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良率漏斗</a:t>
            </a:r>
            <a:endParaRPr lang="en-US" sz="800" dirty="0"/>
          </a:p>
        </p:txBody>
      </p:sp>
      <p:sp>
        <p:nvSpPr>
          <p:cNvPr id="106" name="圖示 回收"/>
          <p:cNvSpPr/>
          <p:nvPr/>
        </p:nvSpPr>
        <p:spPr>
          <a:xfrm>
            <a:off x="2677097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6683" y="289563"/>
                </a:moveTo>
                <a:lnTo>
                  <a:pt x="73381" y="289563"/>
                </a:lnTo>
                <a:cubicBezTo>
                  <a:pt x="63606" y="289590"/>
                  <a:pt x="54526" y="284497"/>
                  <a:pt x="49451" y="276131"/>
                </a:cubicBezTo>
                <a:cubicBezTo>
                  <a:pt x="44577" y="267727"/>
                  <a:pt x="44559" y="257367"/>
                  <a:pt x="49396" y="248945"/>
                </a:cubicBezTo>
                <a:lnTo>
                  <a:pt x="109664" y="144777"/>
                </a:lnTo>
                <a:moveTo>
                  <a:pt x="167637" y="289563"/>
                </a:moveTo>
                <a:lnTo>
                  <a:pt x="292654" y="289563"/>
                </a:lnTo>
                <a:cubicBezTo>
                  <a:pt x="302383" y="289481"/>
                  <a:pt x="311371" y="284342"/>
                  <a:pt x="316364" y="275993"/>
                </a:cubicBezTo>
                <a:cubicBezTo>
                  <a:pt x="321174" y="267617"/>
                  <a:pt x="321174" y="257321"/>
                  <a:pt x="316364" y="248945"/>
                </a:cubicBezTo>
                <a:lnTo>
                  <a:pt x="297683" y="216640"/>
                </a:lnTo>
                <a:moveTo>
                  <a:pt x="213357" y="243843"/>
                </a:moveTo>
                <a:lnTo>
                  <a:pt x="167637" y="289563"/>
                </a:lnTo>
                <a:lnTo>
                  <a:pt x="213357" y="335283"/>
                </a:lnTo>
                <a:moveTo>
                  <a:pt x="126388" y="207203"/>
                </a:moveTo>
                <a:lnTo>
                  <a:pt x="109664" y="144777"/>
                </a:lnTo>
                <a:lnTo>
                  <a:pt x="47247" y="161510"/>
                </a:lnTo>
                <a:moveTo>
                  <a:pt x="142400" y="88560"/>
                </a:moveTo>
                <a:lnTo>
                  <a:pt x="159060" y="59729"/>
                </a:lnTo>
                <a:cubicBezTo>
                  <a:pt x="163924" y="51243"/>
                  <a:pt x="172876" y="45930"/>
                  <a:pt x="182651" y="45720"/>
                </a:cubicBezTo>
                <a:cubicBezTo>
                  <a:pt x="192353" y="45702"/>
                  <a:pt x="201342" y="50859"/>
                  <a:pt x="206215" y="59253"/>
                </a:cubicBezTo>
                <a:lnTo>
                  <a:pt x="266301" y="163540"/>
                </a:lnTo>
                <a:moveTo>
                  <a:pt x="203884" y="146807"/>
                </a:moveTo>
                <a:lnTo>
                  <a:pt x="266301" y="163540"/>
                </a:lnTo>
                <a:lnTo>
                  <a:pt x="283025" y="101114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2397709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800" dirty="0"/>
          </a:p>
        </p:txBody>
      </p:sp>
      <p:sp>
        <p:nvSpPr>
          <p:cNvPr id="108" name="圖示 里程碑"/>
          <p:cNvSpPr/>
          <p:nvPr/>
        </p:nvSpPr>
        <p:spPr>
          <a:xfrm>
            <a:off x="3601631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60963" y="335283"/>
                </a:moveTo>
                <a:lnTo>
                  <a:pt x="60963" y="60963"/>
                </a:lnTo>
                <a:cubicBezTo>
                  <a:pt x="60963" y="56162"/>
                  <a:pt x="63222" y="51645"/>
                  <a:pt x="67053" y="48765"/>
                </a:cubicBezTo>
                <a:cubicBezTo>
                  <a:pt x="82881" y="36896"/>
                  <a:pt x="102138" y="30477"/>
                  <a:pt x="121917" y="30477"/>
                </a:cubicBezTo>
                <a:cubicBezTo>
                  <a:pt x="167637" y="30477"/>
                  <a:pt x="198123" y="60963"/>
                  <a:pt x="233675" y="60963"/>
                </a:cubicBezTo>
                <a:cubicBezTo>
                  <a:pt x="253993" y="60963"/>
                  <a:pt x="269574" y="56894"/>
                  <a:pt x="280419" y="48765"/>
                </a:cubicBezTo>
                <a:cubicBezTo>
                  <a:pt x="285037" y="45309"/>
                  <a:pt x="291209" y="44751"/>
                  <a:pt x="296375" y="47329"/>
                </a:cubicBezTo>
                <a:cubicBezTo>
                  <a:pt x="301542" y="49908"/>
                  <a:pt x="304797" y="55184"/>
                  <a:pt x="304797" y="60963"/>
                </a:cubicBezTo>
                <a:lnTo>
                  <a:pt x="304797" y="213357"/>
                </a:lnTo>
                <a:cubicBezTo>
                  <a:pt x="304797" y="218158"/>
                  <a:pt x="302538" y="222675"/>
                  <a:pt x="298707" y="225555"/>
                </a:cubicBezTo>
                <a:cubicBezTo>
                  <a:pt x="282879" y="237424"/>
                  <a:pt x="263622" y="243843"/>
                  <a:pt x="243843" y="243843"/>
                </a:cubicBezTo>
                <a:cubicBezTo>
                  <a:pt x="198123" y="243843"/>
                  <a:pt x="167637" y="213357"/>
                  <a:pt x="121917" y="213357"/>
                </a:cubicBezTo>
                <a:cubicBezTo>
                  <a:pt x="99432" y="213357"/>
                  <a:pt x="77724" y="221651"/>
                  <a:pt x="60963" y="236647"/>
                </a:cubicBez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3322244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800" dirty="0"/>
          </a:p>
        </p:txBody>
      </p:sp>
      <p:sp>
        <p:nvSpPr>
          <p:cNvPr id="110" name="圖示 重點"/>
          <p:cNvSpPr/>
          <p:nvPr/>
        </p:nvSpPr>
        <p:spPr>
          <a:xfrm>
            <a:off x="4526166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75638" y="34976"/>
                </a:moveTo>
                <a:cubicBezTo>
                  <a:pt x="177000" y="32223"/>
                  <a:pt x="179808" y="30486"/>
                  <a:pt x="182880" y="30486"/>
                </a:cubicBezTo>
                <a:cubicBezTo>
                  <a:pt x="185952" y="30486"/>
                  <a:pt x="188760" y="32223"/>
                  <a:pt x="190122" y="34976"/>
                </a:cubicBezTo>
                <a:lnTo>
                  <a:pt x="225326" y="106281"/>
                </a:lnTo>
                <a:cubicBezTo>
                  <a:pt x="230036" y="115809"/>
                  <a:pt x="239116" y="122420"/>
                  <a:pt x="249631" y="123965"/>
                </a:cubicBezTo>
                <a:lnTo>
                  <a:pt x="328361" y="135487"/>
                </a:lnTo>
                <a:cubicBezTo>
                  <a:pt x="331406" y="135926"/>
                  <a:pt x="333930" y="138056"/>
                  <a:pt x="334881" y="140982"/>
                </a:cubicBezTo>
                <a:cubicBezTo>
                  <a:pt x="335832" y="143899"/>
                  <a:pt x="335045" y="147118"/>
                  <a:pt x="332842" y="149258"/>
                </a:cubicBezTo>
                <a:lnTo>
                  <a:pt x="275902" y="204707"/>
                </a:lnTo>
                <a:cubicBezTo>
                  <a:pt x="268285" y="212132"/>
                  <a:pt x="264801" y="222830"/>
                  <a:pt x="266593" y="233327"/>
                </a:cubicBezTo>
                <a:lnTo>
                  <a:pt x="280035" y="311655"/>
                </a:lnTo>
                <a:cubicBezTo>
                  <a:pt x="280574" y="314700"/>
                  <a:pt x="279331" y="317781"/>
                  <a:pt x="276825" y="319601"/>
                </a:cubicBezTo>
                <a:cubicBezTo>
                  <a:pt x="274329" y="321412"/>
                  <a:pt x="271010" y="321640"/>
                  <a:pt x="268285" y="320195"/>
                </a:cubicBezTo>
                <a:lnTo>
                  <a:pt x="197904" y="283190"/>
                </a:lnTo>
                <a:cubicBezTo>
                  <a:pt x="188494" y="278243"/>
                  <a:pt x="177247" y="278243"/>
                  <a:pt x="167838" y="283190"/>
                </a:cubicBezTo>
                <a:lnTo>
                  <a:pt x="97475" y="320195"/>
                </a:lnTo>
                <a:cubicBezTo>
                  <a:pt x="94750" y="321631"/>
                  <a:pt x="91440" y="321402"/>
                  <a:pt x="88944" y="319583"/>
                </a:cubicBezTo>
                <a:cubicBezTo>
                  <a:pt x="86447" y="317772"/>
                  <a:pt x="85204" y="314700"/>
                  <a:pt x="85743" y="311655"/>
                </a:cubicBezTo>
                <a:lnTo>
                  <a:pt x="99167" y="233337"/>
                </a:lnTo>
                <a:cubicBezTo>
                  <a:pt x="100968" y="222839"/>
                  <a:pt x="97484" y="212132"/>
                  <a:pt x="89858" y="204707"/>
                </a:cubicBezTo>
                <a:lnTo>
                  <a:pt x="32918" y="149276"/>
                </a:lnTo>
                <a:cubicBezTo>
                  <a:pt x="30696" y="147127"/>
                  <a:pt x="29892" y="143908"/>
                  <a:pt x="30843" y="140973"/>
                </a:cubicBezTo>
                <a:cubicBezTo>
                  <a:pt x="31803" y="138038"/>
                  <a:pt x="34345" y="135898"/>
                  <a:pt x="37399" y="135468"/>
                </a:cubicBezTo>
                <a:lnTo>
                  <a:pt x="116111" y="123965"/>
                </a:lnTo>
                <a:cubicBezTo>
                  <a:pt x="126644" y="122429"/>
                  <a:pt x="135743" y="115818"/>
                  <a:pt x="140452" y="106281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4246778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800" dirty="0"/>
          </a:p>
        </p:txBody>
      </p:sp>
      <p:sp>
        <p:nvSpPr>
          <p:cNvPr id="112" name="圖示 首頁"/>
          <p:cNvSpPr/>
          <p:nvPr/>
        </p:nvSpPr>
        <p:spPr>
          <a:xfrm>
            <a:off x="5450700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28600" y="320040"/>
                </a:moveTo>
                <a:lnTo>
                  <a:pt x="228600" y="198123"/>
                </a:lnTo>
                <a:cubicBezTo>
                  <a:pt x="228600" y="189701"/>
                  <a:pt x="221779" y="182880"/>
                  <a:pt x="213357" y="182880"/>
                </a:cubicBezTo>
                <a:lnTo>
                  <a:pt x="152403" y="182880"/>
                </a:lnTo>
                <a:cubicBezTo>
                  <a:pt x="143981" y="182880"/>
                  <a:pt x="137160" y="189701"/>
                  <a:pt x="137160" y="198123"/>
                </a:cubicBezTo>
                <a:lnTo>
                  <a:pt x="137160" y="320040"/>
                </a:lnTo>
                <a:moveTo>
                  <a:pt x="45720" y="152403"/>
                </a:moveTo>
                <a:cubicBezTo>
                  <a:pt x="45720" y="143424"/>
                  <a:pt x="49670" y="134911"/>
                  <a:pt x="56528" y="129113"/>
                </a:cubicBezTo>
                <a:lnTo>
                  <a:pt x="163202" y="37673"/>
                </a:lnTo>
                <a:cubicBezTo>
                  <a:pt x="174568" y="28072"/>
                  <a:pt x="191192" y="28072"/>
                  <a:pt x="202558" y="37673"/>
                </a:cubicBezTo>
                <a:lnTo>
                  <a:pt x="309232" y="129113"/>
                </a:lnTo>
                <a:cubicBezTo>
                  <a:pt x="316090" y="134911"/>
                  <a:pt x="320040" y="143424"/>
                  <a:pt x="320040" y="152403"/>
                </a:cubicBezTo>
                <a:lnTo>
                  <a:pt x="320040" y="289563"/>
                </a:lnTo>
                <a:cubicBezTo>
                  <a:pt x="320040" y="306397"/>
                  <a:pt x="306397" y="320040"/>
                  <a:pt x="289563" y="320040"/>
                </a:cubicBezTo>
                <a:lnTo>
                  <a:pt x="76197" y="320040"/>
                </a:lnTo>
                <a:cubicBezTo>
                  <a:pt x="59363" y="320040"/>
                  <a:pt x="45720" y="306397"/>
                  <a:pt x="45720" y="28956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5171313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</a:t>
            </a:r>
            <a:endParaRPr lang="en-US" sz="800" dirty="0"/>
          </a:p>
        </p:txBody>
      </p:sp>
      <p:sp>
        <p:nvSpPr>
          <p:cNvPr id="114" name="圖示 地點"/>
          <p:cNvSpPr/>
          <p:nvPr/>
        </p:nvSpPr>
        <p:spPr>
          <a:xfrm>
            <a:off x="6375235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04797" y="152403"/>
                </a:moveTo>
                <a:cubicBezTo>
                  <a:pt x="304797" y="228490"/>
                  <a:pt x="220389" y="307741"/>
                  <a:pt x="192042" y="332220"/>
                </a:cubicBezTo>
                <a:cubicBezTo>
                  <a:pt x="186611" y="336298"/>
                  <a:pt x="179149" y="336298"/>
                  <a:pt x="173718" y="332220"/>
                </a:cubicBezTo>
                <a:cubicBezTo>
                  <a:pt x="145371" y="307741"/>
                  <a:pt x="60963" y="228490"/>
                  <a:pt x="60963" y="152403"/>
                </a:cubicBezTo>
                <a:cubicBezTo>
                  <a:pt x="60963" y="85067"/>
                  <a:pt x="115544" y="30477"/>
                  <a:pt x="182880" y="30477"/>
                </a:cubicBezTo>
                <a:cubicBezTo>
                  <a:pt x="250216" y="30477"/>
                  <a:pt x="304797" y="85067"/>
                  <a:pt x="304797" y="152403"/>
                </a:cubicBezTo>
                <a:moveTo>
                  <a:pt x="228600" y="152403"/>
                </a:moveTo>
                <a:cubicBezTo>
                  <a:pt x="228600" y="177650"/>
                  <a:pt x="208127" y="198123"/>
                  <a:pt x="182880" y="198123"/>
                </a:cubicBezTo>
                <a:cubicBezTo>
                  <a:pt x="157633" y="198123"/>
                  <a:pt x="137160" y="177650"/>
                  <a:pt x="137160" y="152403"/>
                </a:cubicBezTo>
                <a:cubicBezTo>
                  <a:pt x="137160" y="127147"/>
                  <a:pt x="157633" y="106683"/>
                  <a:pt x="182880" y="106683"/>
                </a:cubicBezTo>
                <a:cubicBezTo>
                  <a:pt x="208127" y="106683"/>
                  <a:pt x="228600" y="127147"/>
                  <a:pt x="228600" y="15240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6095848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800" dirty="0"/>
          </a:p>
        </p:txBody>
      </p:sp>
      <p:sp>
        <p:nvSpPr>
          <p:cNvPr id="116" name="圖示 全球"/>
          <p:cNvSpPr/>
          <p:nvPr/>
        </p:nvSpPr>
        <p:spPr>
          <a:xfrm>
            <a:off x="7299770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335283" y="182880"/>
                </a:moveTo>
                <a:cubicBezTo>
                  <a:pt x="335283" y="267051"/>
                  <a:pt x="267051" y="335283"/>
                  <a:pt x="182880" y="335283"/>
                </a:cubicBezTo>
                <a:cubicBezTo>
                  <a:pt x="98709" y="335283"/>
                  <a:pt x="30477" y="267051"/>
                  <a:pt x="30477" y="182880"/>
                </a:cubicBezTo>
                <a:cubicBezTo>
                  <a:pt x="30477" y="98709"/>
                  <a:pt x="98709" y="30477"/>
                  <a:pt x="182880" y="30477"/>
                </a:cubicBezTo>
                <a:cubicBezTo>
                  <a:pt x="267051" y="30477"/>
                  <a:pt x="335283" y="98709"/>
                  <a:pt x="335283" y="182880"/>
                </a:cubicBezTo>
                <a:close/>
                <a:moveTo>
                  <a:pt x="182880" y="30477"/>
                </a:moveTo>
                <a:cubicBezTo>
                  <a:pt x="101599" y="115827"/>
                  <a:pt x="101599" y="249933"/>
                  <a:pt x="182880" y="335283"/>
                </a:cubicBezTo>
                <a:cubicBezTo>
                  <a:pt x="264161" y="249933"/>
                  <a:pt x="264161" y="115827"/>
                  <a:pt x="182880" y="30477"/>
                </a:cubicBezTo>
                <a:moveTo>
                  <a:pt x="30477" y="182880"/>
                </a:moveTo>
                <a:lnTo>
                  <a:pt x="335283" y="182880"/>
                </a:ln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020382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800" dirty="0"/>
          </a:p>
        </p:txBody>
      </p:sp>
      <p:sp>
        <p:nvSpPr>
          <p:cNvPr id="118" name="圖示 啟動"/>
          <p:cNvSpPr/>
          <p:nvPr/>
        </p:nvSpPr>
        <p:spPr>
          <a:xfrm>
            <a:off x="8224304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228600"/>
                </a:moveTo>
                <a:lnTo>
                  <a:pt x="182880" y="304797"/>
                </a:lnTo>
                <a:cubicBezTo>
                  <a:pt x="182880" y="304797"/>
                  <a:pt x="229057" y="296421"/>
                  <a:pt x="243843" y="274320"/>
                </a:cubicBezTo>
                <a:cubicBezTo>
                  <a:pt x="260302" y="249631"/>
                  <a:pt x="243843" y="198123"/>
                  <a:pt x="243843" y="198123"/>
                </a:cubicBezTo>
                <a:moveTo>
                  <a:pt x="68580" y="251460"/>
                </a:moveTo>
                <a:cubicBezTo>
                  <a:pt x="45720" y="270662"/>
                  <a:pt x="38103" y="327657"/>
                  <a:pt x="38103" y="327657"/>
                </a:cubicBezTo>
                <a:cubicBezTo>
                  <a:pt x="38103" y="327657"/>
                  <a:pt x="95098" y="320040"/>
                  <a:pt x="114300" y="297180"/>
                </a:cubicBezTo>
                <a:cubicBezTo>
                  <a:pt x="125117" y="284378"/>
                  <a:pt x="124971" y="264719"/>
                  <a:pt x="112928" y="252832"/>
                </a:cubicBezTo>
                <a:cubicBezTo>
                  <a:pt x="100666" y="241127"/>
                  <a:pt x="81546" y="240533"/>
                  <a:pt x="68580" y="251460"/>
                </a:cubicBezTo>
                <a:moveTo>
                  <a:pt x="137160" y="182880"/>
                </a:moveTo>
                <a:cubicBezTo>
                  <a:pt x="145271" y="161840"/>
                  <a:pt x="155485" y="141668"/>
                  <a:pt x="167637" y="122685"/>
                </a:cubicBezTo>
                <a:cubicBezTo>
                  <a:pt x="203747" y="64950"/>
                  <a:pt x="267188" y="30056"/>
                  <a:pt x="335283" y="30477"/>
                </a:cubicBezTo>
                <a:cubicBezTo>
                  <a:pt x="335283" y="71936"/>
                  <a:pt x="323396" y="144777"/>
                  <a:pt x="243843" y="198123"/>
                </a:cubicBezTo>
                <a:cubicBezTo>
                  <a:pt x="224586" y="210285"/>
                  <a:pt x="204167" y="220498"/>
                  <a:pt x="182880" y="228600"/>
                </a:cubicBezTo>
                <a:close/>
                <a:moveTo>
                  <a:pt x="137160" y="182880"/>
                </a:moveTo>
                <a:lnTo>
                  <a:pt x="60963" y="182880"/>
                </a:lnTo>
                <a:cubicBezTo>
                  <a:pt x="60963" y="182880"/>
                  <a:pt x="69339" y="136703"/>
                  <a:pt x="91440" y="121917"/>
                </a:cubicBezTo>
                <a:cubicBezTo>
                  <a:pt x="116129" y="105458"/>
                  <a:pt x="167637" y="122685"/>
                  <a:pt x="167637" y="122685"/>
                </a:cubicBezTo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944917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800" dirty="0"/>
          </a:p>
        </p:txBody>
      </p:sp>
      <p:sp>
        <p:nvSpPr>
          <p:cNvPr id="120" name="圖示 電力"/>
          <p:cNvSpPr/>
          <p:nvPr/>
        </p:nvSpPr>
        <p:spPr>
          <a:xfrm>
            <a:off x="9148839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42526" y="60963"/>
                </a:moveTo>
                <a:cubicBezTo>
                  <a:pt x="246083" y="50896"/>
                  <a:pt x="242197" y="39712"/>
                  <a:pt x="233172" y="34016"/>
                </a:cubicBezTo>
                <a:cubicBezTo>
                  <a:pt x="224147" y="28328"/>
                  <a:pt x="212379" y="29636"/>
                  <a:pt x="204826" y="37170"/>
                </a:cubicBezTo>
                <a:lnTo>
                  <a:pt x="67666" y="174330"/>
                </a:lnTo>
                <a:cubicBezTo>
                  <a:pt x="61128" y="180868"/>
                  <a:pt x="59171" y="190698"/>
                  <a:pt x="62700" y="199239"/>
                </a:cubicBezTo>
                <a:cubicBezTo>
                  <a:pt x="66239" y="207788"/>
                  <a:pt x="74569" y="213357"/>
                  <a:pt x="83823" y="213357"/>
                </a:cubicBezTo>
                <a:lnTo>
                  <a:pt x="144814" y="213357"/>
                </a:lnTo>
                <a:cubicBezTo>
                  <a:pt x="147282" y="213366"/>
                  <a:pt x="149596" y="214564"/>
                  <a:pt x="151022" y="216576"/>
                </a:cubicBezTo>
                <a:cubicBezTo>
                  <a:pt x="152449" y="218596"/>
                  <a:pt x="152805" y="221184"/>
                  <a:pt x="151992" y="223507"/>
                </a:cubicBezTo>
                <a:lnTo>
                  <a:pt x="123234" y="304797"/>
                </a:lnTo>
                <a:cubicBezTo>
                  <a:pt x="119677" y="314864"/>
                  <a:pt x="123563" y="326057"/>
                  <a:pt x="132597" y="331744"/>
                </a:cubicBezTo>
                <a:cubicBezTo>
                  <a:pt x="141631" y="337441"/>
                  <a:pt x="153400" y="336124"/>
                  <a:pt x="160953" y="328571"/>
                </a:cubicBezTo>
                <a:lnTo>
                  <a:pt x="298113" y="191411"/>
                </a:lnTo>
                <a:cubicBezTo>
                  <a:pt x="304642" y="184873"/>
                  <a:pt x="306589" y="175044"/>
                  <a:pt x="303050" y="166503"/>
                </a:cubicBezTo>
                <a:cubicBezTo>
                  <a:pt x="299512" y="157972"/>
                  <a:pt x="291182" y="152403"/>
                  <a:pt x="281937" y="152403"/>
                </a:cubicBezTo>
                <a:lnTo>
                  <a:pt x="221029" y="152403"/>
                </a:lnTo>
                <a:cubicBezTo>
                  <a:pt x="218551" y="152403"/>
                  <a:pt x="216228" y="151205"/>
                  <a:pt x="214793" y="149184"/>
                </a:cubicBezTo>
                <a:cubicBezTo>
                  <a:pt x="213366" y="147164"/>
                  <a:pt x="213009" y="144567"/>
                  <a:pt x="213832" y="142235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8869451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電力</a:t>
            </a:r>
            <a:endParaRPr lang="en-US" sz="800" dirty="0"/>
          </a:p>
        </p:txBody>
      </p:sp>
      <p:sp>
        <p:nvSpPr>
          <p:cNvPr id="122" name="圖示 溫度"/>
          <p:cNvSpPr/>
          <p:nvPr/>
        </p:nvSpPr>
        <p:spPr>
          <a:xfrm>
            <a:off x="10073373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13357" y="60963"/>
                </a:moveTo>
                <a:lnTo>
                  <a:pt x="213357" y="221587"/>
                </a:lnTo>
                <a:cubicBezTo>
                  <a:pt x="237250" y="235385"/>
                  <a:pt x="248900" y="263512"/>
                  <a:pt x="241767" y="290157"/>
                </a:cubicBezTo>
                <a:cubicBezTo>
                  <a:pt x="234626" y="316812"/>
                  <a:pt x="210467" y="335347"/>
                  <a:pt x="182880" y="335347"/>
                </a:cubicBezTo>
                <a:cubicBezTo>
                  <a:pt x="155293" y="335347"/>
                  <a:pt x="131134" y="316812"/>
                  <a:pt x="123993" y="290157"/>
                </a:cubicBezTo>
                <a:cubicBezTo>
                  <a:pt x="116860" y="263512"/>
                  <a:pt x="128510" y="235385"/>
                  <a:pt x="152403" y="221587"/>
                </a:cubicBezTo>
                <a:lnTo>
                  <a:pt x="152403" y="60963"/>
                </a:lnTo>
                <a:cubicBezTo>
                  <a:pt x="152403" y="44129"/>
                  <a:pt x="166046" y="30477"/>
                  <a:pt x="182880" y="30477"/>
                </a:cubicBezTo>
                <a:cubicBezTo>
                  <a:pt x="199714" y="30477"/>
                  <a:pt x="213357" y="44129"/>
                  <a:pt x="213357" y="60963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9793986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800" dirty="0"/>
          </a:p>
        </p:txBody>
      </p:sp>
      <p:sp>
        <p:nvSpPr>
          <p:cNvPr id="124" name="圖示 品質"/>
          <p:cNvSpPr/>
          <p:nvPr/>
        </p:nvSpPr>
        <p:spPr>
          <a:xfrm>
            <a:off x="10997908" y="4297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35869" y="196441"/>
                </a:moveTo>
                <a:lnTo>
                  <a:pt x="258958" y="326377"/>
                </a:lnTo>
                <a:cubicBezTo>
                  <a:pt x="259488" y="329513"/>
                  <a:pt x="258016" y="332650"/>
                  <a:pt x="255273" y="334241"/>
                </a:cubicBezTo>
                <a:cubicBezTo>
                  <a:pt x="252521" y="335832"/>
                  <a:pt x="249073" y="335557"/>
                  <a:pt x="246614" y="333546"/>
                </a:cubicBezTo>
                <a:lnTo>
                  <a:pt x="192051" y="292590"/>
                </a:lnTo>
                <a:cubicBezTo>
                  <a:pt x="186647" y="288548"/>
                  <a:pt x="179222" y="288548"/>
                  <a:pt x="173809" y="292590"/>
                </a:cubicBezTo>
                <a:lnTo>
                  <a:pt x="119165" y="333527"/>
                </a:lnTo>
                <a:cubicBezTo>
                  <a:pt x="116705" y="335539"/>
                  <a:pt x="113258" y="335813"/>
                  <a:pt x="110514" y="334222"/>
                </a:cubicBezTo>
                <a:cubicBezTo>
                  <a:pt x="107771" y="332640"/>
                  <a:pt x="106299" y="329513"/>
                  <a:pt x="106820" y="326377"/>
                </a:cubicBezTo>
                <a:lnTo>
                  <a:pt x="129891" y="196441"/>
                </a:lnTo>
                <a:moveTo>
                  <a:pt x="274320" y="121917"/>
                </a:moveTo>
                <a:cubicBezTo>
                  <a:pt x="274320" y="172419"/>
                  <a:pt x="233382" y="213357"/>
                  <a:pt x="182880" y="213357"/>
                </a:cubicBezTo>
                <a:cubicBezTo>
                  <a:pt x="132378" y="213357"/>
                  <a:pt x="91440" y="172419"/>
                  <a:pt x="91440" y="121917"/>
                </a:cubicBezTo>
                <a:cubicBezTo>
                  <a:pt x="91440" y="71415"/>
                  <a:pt x="132378" y="30477"/>
                  <a:pt x="182880" y="30477"/>
                </a:cubicBezTo>
                <a:cubicBezTo>
                  <a:pt x="233382" y="30477"/>
                  <a:pt x="274320" y="71415"/>
                  <a:pt x="274320" y="121917"/>
                </a:cubicBezTo>
                <a:close/>
              </a:path>
            </a:pathLst>
          </a:custGeom>
          <a:noFill/>
          <a:ln w="28956" cap="rnd">
            <a:solidFill>
              <a:srgbClr val="2F5D50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10718521" y="4700016"/>
            <a:ext cx="92453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</a:t>
            </a:r>
            <a:endParaRPr lang="en-US" sz="800" dirty="0"/>
          </a:p>
        </p:txBody>
      </p:sp>
      <p:sp>
        <p:nvSpPr>
          <p:cNvPr id="126" name="線條"/>
          <p:cNvSpPr/>
          <p:nvPr/>
        </p:nvSpPr>
        <p:spPr>
          <a:xfrm>
            <a:off x="548640" y="4892040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48640" y="50154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小節"/>
          <p:cNvSpPr/>
          <p:nvPr/>
        </p:nvSpPr>
        <p:spPr>
          <a:xfrm>
            <a:off x="749808" y="49469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4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548640" y="5276088"/>
            <a:ext cx="1965960" cy="676656"/>
            <a:chOff x="548640" y="5276088"/>
            <a:chExt cx="1965960" cy="676656"/>
          </a:xfrm>
        </p:grpSpPr>
        <p:sp>
          <p:nvSpPr>
            <p:cNvPr id="129" name="流程方塊"/>
            <p:cNvSpPr/>
            <p:nvPr/>
          </p:nvSpPr>
          <p:spPr>
            <a:xfrm>
              <a:off x="548640" y="5276088"/>
              <a:ext cx="1965960" cy="676656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圖示 機台"/>
            <p:cNvSpPr/>
            <p:nvPr/>
          </p:nvSpPr>
          <p:spPr>
            <a:xfrm>
              <a:off x="676656" y="543153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76197" y="91440"/>
                  </a:moveTo>
                  <a:lnTo>
                    <a:pt x="289563" y="91440"/>
                  </a:lnTo>
                  <a:cubicBezTo>
                    <a:pt x="306397" y="91440"/>
                    <a:pt x="320040" y="105083"/>
                    <a:pt x="320040" y="121917"/>
                  </a:cubicBezTo>
                  <a:lnTo>
                    <a:pt x="320040" y="259077"/>
                  </a:lnTo>
                  <a:cubicBezTo>
                    <a:pt x="320040" y="275911"/>
                    <a:pt x="306397" y="289563"/>
                    <a:pt x="289563" y="289563"/>
                  </a:cubicBezTo>
                  <a:lnTo>
                    <a:pt x="76197" y="289563"/>
                  </a:lnTo>
                  <a:cubicBezTo>
                    <a:pt x="59363" y="289563"/>
                    <a:pt x="45720" y="275911"/>
                    <a:pt x="45720" y="259077"/>
                  </a:cubicBezTo>
                  <a:lnTo>
                    <a:pt x="45720" y="121917"/>
                  </a:lnTo>
                  <a:cubicBezTo>
                    <a:pt x="45720" y="105083"/>
                    <a:pt x="59363" y="91440"/>
                    <a:pt x="76197" y="91440"/>
                  </a:cubicBezTo>
                  <a:close/>
                  <a:moveTo>
                    <a:pt x="106683" y="137160"/>
                  </a:moveTo>
                  <a:lnTo>
                    <a:pt x="182880" y="137160"/>
                  </a:lnTo>
                  <a:cubicBezTo>
                    <a:pt x="191292" y="137160"/>
                    <a:pt x="198123" y="143981"/>
                    <a:pt x="198123" y="152403"/>
                  </a:cubicBezTo>
                  <a:lnTo>
                    <a:pt x="198123" y="213357"/>
                  </a:lnTo>
                  <a:cubicBezTo>
                    <a:pt x="198123" y="221779"/>
                    <a:pt x="191292" y="228600"/>
                    <a:pt x="182880" y="228600"/>
                  </a:cubicBezTo>
                  <a:lnTo>
                    <a:pt x="106683" y="228600"/>
                  </a:lnTo>
                  <a:cubicBezTo>
                    <a:pt x="98261" y="228600"/>
                    <a:pt x="91440" y="221779"/>
                    <a:pt x="91440" y="213357"/>
                  </a:cubicBezTo>
                  <a:lnTo>
                    <a:pt x="91440" y="152403"/>
                  </a:lnTo>
                  <a:cubicBezTo>
                    <a:pt x="91440" y="143981"/>
                    <a:pt x="98261" y="137160"/>
                    <a:pt x="106683" y="137160"/>
                  </a:cubicBezTo>
                  <a:close/>
                  <a:moveTo>
                    <a:pt x="251460" y="152403"/>
                  </a:moveTo>
                  <a:lnTo>
                    <a:pt x="274320" y="152403"/>
                  </a:lnTo>
                  <a:moveTo>
                    <a:pt x="251460" y="198123"/>
                  </a:moveTo>
                  <a:lnTo>
                    <a:pt x="274320" y="198123"/>
                  </a:lnTo>
                  <a:moveTo>
                    <a:pt x="106683" y="289563"/>
                  </a:moveTo>
                  <a:lnTo>
                    <a:pt x="106683" y="320040"/>
                  </a:lnTo>
                  <a:moveTo>
                    <a:pt x="259077" y="289563"/>
                  </a:moveTo>
                  <a:lnTo>
                    <a:pt x="259077" y="320040"/>
                  </a:lnTo>
                  <a:moveTo>
                    <a:pt x="121917" y="91440"/>
                  </a:moveTo>
                  <a:lnTo>
                    <a:pt x="121917" y="53337"/>
                  </a:lnTo>
                  <a:lnTo>
                    <a:pt x="182880" y="53337"/>
                  </a:lnTo>
                  <a:lnTo>
                    <a:pt x="182880" y="91440"/>
                  </a:lnTo>
                </a:path>
              </a:pathLst>
            </a:custGeom>
            <a:noFill/>
            <a:ln w="28956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文字"/>
            <p:cNvSpPr/>
            <p:nvPr/>
          </p:nvSpPr>
          <p:spPr>
            <a:xfrm>
              <a:off x="1152144" y="5276088"/>
              <a:ext cx="1289304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4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660904" y="5276088"/>
            <a:ext cx="1947672" cy="676656"/>
            <a:chOff x="2660904" y="5276088"/>
            <a:chExt cx="1947672" cy="676656"/>
          </a:xfrm>
        </p:grpSpPr>
        <p:sp>
          <p:nvSpPr>
            <p:cNvPr id="132" name="圖示底圓"/>
            <p:cNvSpPr/>
            <p:nvPr/>
          </p:nvSpPr>
          <p:spPr>
            <a:xfrm>
              <a:off x="2660904" y="5358384"/>
              <a:ext cx="512064" cy="512064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3" name="圖示 顯微檢測"/>
            <p:cNvSpPr/>
            <p:nvPr/>
          </p:nvSpPr>
          <p:spPr>
            <a:xfrm>
              <a:off x="2660904" y="5358384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181783" y="330281"/>
                  </a:moveTo>
                  <a:lnTo>
                    <a:pt x="280785" y="330281"/>
                  </a:lnTo>
                  <a:moveTo>
                    <a:pt x="144658" y="379778"/>
                  </a:moveTo>
                  <a:lnTo>
                    <a:pt x="367406" y="379778"/>
                  </a:lnTo>
                  <a:moveTo>
                    <a:pt x="280785" y="379778"/>
                  </a:moveTo>
                  <a:cubicBezTo>
                    <a:pt x="328626" y="379778"/>
                    <a:pt x="367406" y="340998"/>
                    <a:pt x="367406" y="293157"/>
                  </a:cubicBezTo>
                  <a:cubicBezTo>
                    <a:pt x="367406" y="245315"/>
                    <a:pt x="328626" y="206536"/>
                    <a:pt x="280785" y="206536"/>
                  </a:cubicBezTo>
                  <a:lnTo>
                    <a:pt x="268404" y="206536"/>
                  </a:lnTo>
                  <a:moveTo>
                    <a:pt x="218907" y="280785"/>
                  </a:moveTo>
                  <a:lnTo>
                    <a:pt x="243660" y="280785"/>
                  </a:lnTo>
                  <a:moveTo>
                    <a:pt x="218907" y="256032"/>
                  </a:moveTo>
                  <a:cubicBezTo>
                    <a:pt x="205237" y="256032"/>
                    <a:pt x="194155" y="244949"/>
                    <a:pt x="194155" y="231279"/>
                  </a:cubicBezTo>
                  <a:lnTo>
                    <a:pt x="194155" y="181783"/>
                  </a:lnTo>
                  <a:lnTo>
                    <a:pt x="268404" y="181783"/>
                  </a:lnTo>
                  <a:lnTo>
                    <a:pt x="268404" y="231279"/>
                  </a:lnTo>
                  <a:cubicBezTo>
                    <a:pt x="268404" y="244949"/>
                    <a:pt x="257330" y="256032"/>
                    <a:pt x="243660" y="256032"/>
                  </a:cubicBezTo>
                  <a:close/>
                  <a:moveTo>
                    <a:pt x="256032" y="181783"/>
                  </a:moveTo>
                  <a:lnTo>
                    <a:pt x="256032" y="144658"/>
                  </a:lnTo>
                  <a:cubicBezTo>
                    <a:pt x="256032" y="137828"/>
                    <a:pt x="250491" y="132286"/>
                    <a:pt x="243660" y="132286"/>
                  </a:cubicBezTo>
                  <a:lnTo>
                    <a:pt x="218907" y="132286"/>
                  </a:lnTo>
                  <a:cubicBezTo>
                    <a:pt x="212077" y="132286"/>
                    <a:pt x="206536" y="137828"/>
                    <a:pt x="206536" y="144658"/>
                  </a:cubicBezTo>
                  <a:lnTo>
                    <a:pt x="206536" y="181783"/>
                  </a:lnTo>
                </a:path>
              </a:pathLst>
            </a:custGeom>
            <a:noFill/>
            <a:ln w="29210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4" name="文字"/>
            <p:cNvSpPr/>
            <p:nvPr/>
          </p:nvSpPr>
          <p:spPr>
            <a:xfrm>
              <a:off x="3282696" y="5276088"/>
              <a:ext cx="132588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4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4773168" y="5276088"/>
            <a:ext cx="2103120" cy="676656"/>
            <a:chOff x="4773168" y="5276088"/>
            <a:chExt cx="2103120" cy="676656"/>
          </a:xfrm>
        </p:grpSpPr>
        <p:sp>
          <p:nvSpPr>
            <p:cNvPr id="135" name="卡片"/>
            <p:cNvSpPr/>
            <p:nvPr/>
          </p:nvSpPr>
          <p:spPr>
            <a:xfrm>
              <a:off x="4773168" y="5276088"/>
              <a:ext cx="2103120" cy="676656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 w="285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6" name="圖示底圓"/>
            <p:cNvSpPr/>
            <p:nvPr/>
          </p:nvSpPr>
          <p:spPr>
            <a:xfrm>
              <a:off x="4901184" y="5404104"/>
              <a:ext cx="420624" cy="420624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7" name="圖示 AI"/>
            <p:cNvSpPr/>
            <p:nvPr/>
          </p:nvSpPr>
          <p:spPr>
            <a:xfrm>
              <a:off x="4901184" y="5404104"/>
              <a:ext cx="420624" cy="420624"/>
            </a:xfrm>
            <a:custGeom>
              <a:avLst/>
              <a:gdLst/>
              <a:ahLst/>
              <a:cxnLst/>
              <a:rect l="l" t="t" r="r" b="b"/>
              <a:pathLst>
                <a:path w="420624" h="420624">
                  <a:moveTo>
                    <a:pt x="210312" y="139153"/>
                  </a:moveTo>
                  <a:cubicBezTo>
                    <a:pt x="210349" y="128089"/>
                    <a:pt x="204378" y="117875"/>
                    <a:pt x="194721" y="112462"/>
                  </a:cubicBezTo>
                  <a:cubicBezTo>
                    <a:pt x="185065" y="107049"/>
                    <a:pt x="173242" y="107296"/>
                    <a:pt x="163815" y="113102"/>
                  </a:cubicBezTo>
                  <a:cubicBezTo>
                    <a:pt x="154396" y="118918"/>
                    <a:pt x="148855" y="129369"/>
                    <a:pt x="149349" y="140424"/>
                  </a:cubicBezTo>
                  <a:cubicBezTo>
                    <a:pt x="137242" y="143543"/>
                    <a:pt x="127239" y="152046"/>
                    <a:pt x="122228" y="163504"/>
                  </a:cubicBezTo>
                  <a:cubicBezTo>
                    <a:pt x="117217" y="174952"/>
                    <a:pt x="117747" y="188074"/>
                    <a:pt x="123673" y="199083"/>
                  </a:cubicBezTo>
                  <a:cubicBezTo>
                    <a:pt x="113239" y="207560"/>
                    <a:pt x="107661" y="220654"/>
                    <a:pt x="108795" y="234059"/>
                  </a:cubicBezTo>
                  <a:cubicBezTo>
                    <a:pt x="109929" y="247464"/>
                    <a:pt x="117610" y="259434"/>
                    <a:pt x="129324" y="266045"/>
                  </a:cubicBezTo>
                  <a:cubicBezTo>
                    <a:pt x="127385" y="281068"/>
                    <a:pt x="133950" y="295918"/>
                    <a:pt x="146368" y="304596"/>
                  </a:cubicBezTo>
                  <a:cubicBezTo>
                    <a:pt x="158786" y="313264"/>
                    <a:pt x="174998" y="314316"/>
                    <a:pt x="188430" y="307321"/>
                  </a:cubicBezTo>
                  <a:cubicBezTo>
                    <a:pt x="201863" y="300326"/>
                    <a:pt x="210294" y="286445"/>
                    <a:pt x="210312" y="271302"/>
                  </a:cubicBezTo>
                  <a:close/>
                  <a:moveTo>
                    <a:pt x="179817" y="220480"/>
                  </a:moveTo>
                  <a:cubicBezTo>
                    <a:pt x="197273" y="214335"/>
                    <a:pt x="209306" y="198288"/>
                    <a:pt x="210312" y="179817"/>
                  </a:cubicBezTo>
                  <a:moveTo>
                    <a:pt x="149349" y="140424"/>
                  </a:moveTo>
                  <a:cubicBezTo>
                    <a:pt x="149550" y="145344"/>
                    <a:pt x="150940" y="150135"/>
                    <a:pt x="153400" y="154406"/>
                  </a:cubicBezTo>
                  <a:moveTo>
                    <a:pt x="123673" y="199092"/>
                  </a:moveTo>
                  <a:cubicBezTo>
                    <a:pt x="125538" y="197574"/>
                    <a:pt x="127522" y="196230"/>
                    <a:pt x="129625" y="195069"/>
                  </a:cubicBezTo>
                  <a:moveTo>
                    <a:pt x="149322" y="271302"/>
                  </a:moveTo>
                  <a:cubicBezTo>
                    <a:pt x="142317" y="271302"/>
                    <a:pt x="135432" y="269501"/>
                    <a:pt x="129324" y="266054"/>
                  </a:cubicBezTo>
                  <a:moveTo>
                    <a:pt x="210312" y="220480"/>
                  </a:moveTo>
                  <a:lnTo>
                    <a:pt x="250975" y="220480"/>
                  </a:lnTo>
                  <a:moveTo>
                    <a:pt x="210312" y="271302"/>
                  </a:moveTo>
                  <a:lnTo>
                    <a:pt x="271302" y="271302"/>
                  </a:lnTo>
                  <a:cubicBezTo>
                    <a:pt x="282531" y="271302"/>
                    <a:pt x="291630" y="280401"/>
                    <a:pt x="291630" y="291630"/>
                  </a:cubicBezTo>
                  <a:lnTo>
                    <a:pt x="291630" y="301798"/>
                  </a:lnTo>
                  <a:moveTo>
                    <a:pt x="210312" y="169649"/>
                  </a:moveTo>
                  <a:lnTo>
                    <a:pt x="291630" y="169649"/>
                  </a:lnTo>
                  <a:moveTo>
                    <a:pt x="250975" y="169649"/>
                  </a:moveTo>
                  <a:lnTo>
                    <a:pt x="250975" y="139153"/>
                  </a:lnTo>
                  <a:cubicBezTo>
                    <a:pt x="250975" y="127925"/>
                    <a:pt x="260074" y="118826"/>
                    <a:pt x="271302" y="118826"/>
                  </a:cubicBezTo>
                  <a:moveTo>
                    <a:pt x="256059" y="220480"/>
                  </a:moveTo>
                  <a:cubicBezTo>
                    <a:pt x="256059" y="223287"/>
                    <a:pt x="253783" y="225564"/>
                    <a:pt x="250975" y="225564"/>
                  </a:cubicBezTo>
                  <a:cubicBezTo>
                    <a:pt x="248168" y="225564"/>
                    <a:pt x="245891" y="223287"/>
                    <a:pt x="245891" y="220480"/>
                  </a:cubicBezTo>
                  <a:cubicBezTo>
                    <a:pt x="245891" y="217673"/>
                    <a:pt x="248168" y="215396"/>
                    <a:pt x="250975" y="215396"/>
                  </a:cubicBezTo>
                  <a:cubicBezTo>
                    <a:pt x="253783" y="215396"/>
                    <a:pt x="256059" y="217673"/>
                    <a:pt x="256059" y="220480"/>
                  </a:cubicBezTo>
                  <a:close/>
                  <a:moveTo>
                    <a:pt x="276387" y="118826"/>
                  </a:moveTo>
                  <a:cubicBezTo>
                    <a:pt x="276387" y="121633"/>
                    <a:pt x="274110" y="123910"/>
                    <a:pt x="271302" y="123910"/>
                  </a:cubicBezTo>
                  <a:cubicBezTo>
                    <a:pt x="268495" y="123910"/>
                    <a:pt x="266218" y="121633"/>
                    <a:pt x="266218" y="118826"/>
                  </a:cubicBezTo>
                  <a:cubicBezTo>
                    <a:pt x="266218" y="116019"/>
                    <a:pt x="268495" y="113742"/>
                    <a:pt x="271302" y="113742"/>
                  </a:cubicBezTo>
                  <a:cubicBezTo>
                    <a:pt x="274110" y="113742"/>
                    <a:pt x="276387" y="116019"/>
                    <a:pt x="276387" y="118826"/>
                  </a:cubicBezTo>
                  <a:close/>
                  <a:moveTo>
                    <a:pt x="296714" y="301798"/>
                  </a:moveTo>
                  <a:cubicBezTo>
                    <a:pt x="296714" y="304605"/>
                    <a:pt x="294437" y="306882"/>
                    <a:pt x="291630" y="306882"/>
                  </a:cubicBezTo>
                  <a:cubicBezTo>
                    <a:pt x="288822" y="306882"/>
                    <a:pt x="286555" y="304605"/>
                    <a:pt x="286555" y="301798"/>
                  </a:cubicBezTo>
                  <a:cubicBezTo>
                    <a:pt x="286555" y="298991"/>
                    <a:pt x="288822" y="296714"/>
                    <a:pt x="291630" y="296714"/>
                  </a:cubicBezTo>
                  <a:cubicBezTo>
                    <a:pt x="294437" y="296714"/>
                    <a:pt x="296714" y="298991"/>
                    <a:pt x="296714" y="301798"/>
                  </a:cubicBezTo>
                  <a:close/>
                  <a:moveTo>
                    <a:pt x="296714" y="169649"/>
                  </a:moveTo>
                  <a:cubicBezTo>
                    <a:pt x="296714" y="172456"/>
                    <a:pt x="294437" y="174733"/>
                    <a:pt x="291630" y="174733"/>
                  </a:cubicBezTo>
                  <a:cubicBezTo>
                    <a:pt x="288822" y="174733"/>
                    <a:pt x="286555" y="172456"/>
                    <a:pt x="286555" y="169649"/>
                  </a:cubicBezTo>
                  <a:cubicBezTo>
                    <a:pt x="286555" y="166841"/>
                    <a:pt x="288822" y="164574"/>
                    <a:pt x="291630" y="164574"/>
                  </a:cubicBezTo>
                  <a:cubicBezTo>
                    <a:pt x="294437" y="164574"/>
                    <a:pt x="296714" y="166841"/>
                    <a:pt x="296714" y="169649"/>
                  </a:cubicBezTo>
                  <a:close/>
                </a:path>
              </a:pathLst>
            </a:custGeom>
            <a:noFill/>
            <a:ln w="24003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8" name="文字"/>
            <p:cNvSpPr/>
            <p:nvPr/>
          </p:nvSpPr>
          <p:spPr>
            <a:xfrm>
              <a:off x="5431536" y="5276088"/>
              <a:ext cx="137160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4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7022592" y="5276088"/>
            <a:ext cx="1874520" cy="676656"/>
            <a:chOff x="7022592" y="5276088"/>
            <a:chExt cx="1874520" cy="676656"/>
          </a:xfrm>
        </p:grpSpPr>
        <p:sp>
          <p:nvSpPr>
            <p:cNvPr id="139" name="淺灰面板"/>
            <p:cNvSpPr/>
            <p:nvPr/>
          </p:nvSpPr>
          <p:spPr>
            <a:xfrm>
              <a:off x="7022592" y="5276088"/>
              <a:ext cx="1874520" cy="676656"/>
            </a:xfrm>
            <a:prstGeom prst="roundRect">
              <a:avLst>
                <a:gd name="adj" fmla="val 1351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0" name="數值"/>
            <p:cNvSpPr/>
            <p:nvPr/>
          </p:nvSpPr>
          <p:spPr>
            <a:xfrm>
              <a:off x="7168896" y="5330952"/>
              <a:ext cx="1234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141" name="指標名稱"/>
            <p:cNvSpPr/>
            <p:nvPr/>
          </p:nvSpPr>
          <p:spPr>
            <a:xfrm>
              <a:off x="7168896" y="5705856"/>
              <a:ext cx="1234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900" dirty="0"/>
            </a:p>
          </p:txBody>
        </p:sp>
        <p:sp>
          <p:nvSpPr>
            <p:cNvPr id="142" name="圖示 良率漏斗"/>
            <p:cNvSpPr/>
            <p:nvPr/>
          </p:nvSpPr>
          <p:spPr>
            <a:xfrm>
              <a:off x="8385048" y="543153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52403" y="304797"/>
                  </a:moveTo>
                  <a:cubicBezTo>
                    <a:pt x="152394" y="310576"/>
                    <a:pt x="155658" y="315861"/>
                    <a:pt x="160825" y="318440"/>
                  </a:cubicBezTo>
                  <a:lnTo>
                    <a:pt x="191311" y="333683"/>
                  </a:lnTo>
                  <a:cubicBezTo>
                    <a:pt x="196029" y="336042"/>
                    <a:pt x="201643" y="335786"/>
                    <a:pt x="206133" y="333006"/>
                  </a:cubicBezTo>
                  <a:cubicBezTo>
                    <a:pt x="210632" y="330226"/>
                    <a:pt x="213366" y="325325"/>
                    <a:pt x="213357" y="320040"/>
                  </a:cubicBezTo>
                  <a:lnTo>
                    <a:pt x="213357" y="213357"/>
                  </a:lnTo>
                  <a:cubicBezTo>
                    <a:pt x="213366" y="205804"/>
                    <a:pt x="216173" y="198525"/>
                    <a:pt x="221239" y="192920"/>
                  </a:cubicBezTo>
                  <a:lnTo>
                    <a:pt x="331315" y="71168"/>
                  </a:lnTo>
                  <a:cubicBezTo>
                    <a:pt x="335347" y="66705"/>
                    <a:pt x="336371" y="60286"/>
                    <a:pt x="333939" y="54782"/>
                  </a:cubicBezTo>
                  <a:cubicBezTo>
                    <a:pt x="331497" y="49286"/>
                    <a:pt x="326057" y="45738"/>
                    <a:pt x="320040" y="45720"/>
                  </a:cubicBezTo>
                  <a:lnTo>
                    <a:pt x="45720" y="45720"/>
                  </a:lnTo>
                  <a:cubicBezTo>
                    <a:pt x="39703" y="45720"/>
                    <a:pt x="34244" y="49268"/>
                    <a:pt x="31803" y="54773"/>
                  </a:cubicBezTo>
                  <a:cubicBezTo>
                    <a:pt x="29352" y="60277"/>
                    <a:pt x="30376" y="66696"/>
                    <a:pt x="34409" y="71168"/>
                  </a:cubicBezTo>
                  <a:lnTo>
                    <a:pt x="144521" y="192920"/>
                  </a:lnTo>
                  <a:cubicBezTo>
                    <a:pt x="149587" y="198525"/>
                    <a:pt x="152394" y="205804"/>
                    <a:pt x="152403" y="213357"/>
                  </a:cubicBezTo>
                  <a:close/>
                </a:path>
              </a:pathLst>
            </a:custGeom>
            <a:noFill/>
            <a:ln w="28956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8769096" y="5294376"/>
            <a:ext cx="3148279" cy="621792"/>
            <a:chOff x="8769096" y="5294376"/>
            <a:chExt cx="3148279" cy="621792"/>
          </a:xfrm>
        </p:grpSpPr>
        <p:sp>
          <p:nvSpPr>
            <p:cNvPr id="143" name="圖示底圓"/>
            <p:cNvSpPr/>
            <p:nvPr/>
          </p:nvSpPr>
          <p:spPr>
            <a:xfrm>
              <a:off x="9043416" y="5294376"/>
              <a:ext cx="402336" cy="402336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4" name="圖示 晶圓"/>
            <p:cNvSpPr/>
            <p:nvPr/>
          </p:nvSpPr>
          <p:spPr>
            <a:xfrm>
              <a:off x="9043416" y="5294376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1108" y="278956"/>
                  </a:moveTo>
                  <a:cubicBezTo>
                    <a:pt x="125200" y="260467"/>
                    <a:pt x="106610" y="219794"/>
                    <a:pt x="116120" y="180539"/>
                  </a:cubicBezTo>
                  <a:cubicBezTo>
                    <a:pt x="125639" y="141293"/>
                    <a:pt x="160779" y="113642"/>
                    <a:pt x="201168" y="113642"/>
                  </a:cubicBezTo>
                  <a:cubicBezTo>
                    <a:pt x="241557" y="113642"/>
                    <a:pt x="276697" y="141293"/>
                    <a:pt x="286216" y="180539"/>
                  </a:cubicBezTo>
                  <a:cubicBezTo>
                    <a:pt x="295726" y="219794"/>
                    <a:pt x="277136" y="260467"/>
                    <a:pt x="241228" y="278956"/>
                  </a:cubicBezTo>
                  <a:close/>
                  <a:moveTo>
                    <a:pt x="171999" y="133109"/>
                  </a:moveTo>
                  <a:lnTo>
                    <a:pt x="171999" y="259507"/>
                  </a:lnTo>
                  <a:moveTo>
                    <a:pt x="230337" y="133109"/>
                  </a:moveTo>
                  <a:lnTo>
                    <a:pt x="230337" y="259507"/>
                  </a:lnTo>
                  <a:moveTo>
                    <a:pt x="133109" y="171999"/>
                  </a:moveTo>
                  <a:lnTo>
                    <a:pt x="269227" y="171999"/>
                  </a:lnTo>
                  <a:moveTo>
                    <a:pt x="133109" y="230337"/>
                  </a:moveTo>
                  <a:lnTo>
                    <a:pt x="269227" y="230337"/>
                  </a:lnTo>
                </a:path>
              </a:pathLst>
            </a:custGeom>
            <a:noFill/>
            <a:ln w="22987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5" name="圖說"/>
            <p:cNvSpPr/>
            <p:nvPr/>
          </p:nvSpPr>
          <p:spPr>
            <a:xfrm>
              <a:off x="8769096" y="5733288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900" dirty="0"/>
            </a:p>
          </p:txBody>
        </p:sp>
        <p:sp>
          <p:nvSpPr>
            <p:cNvPr id="146" name="圖示底圓"/>
            <p:cNvSpPr/>
            <p:nvPr/>
          </p:nvSpPr>
          <p:spPr>
            <a:xfrm>
              <a:off x="10142068" y="5294376"/>
              <a:ext cx="402336" cy="402336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7" name="圖示 顯微檢測"/>
            <p:cNvSpPr/>
            <p:nvPr/>
          </p:nvSpPr>
          <p:spPr>
            <a:xfrm>
              <a:off x="10142068" y="5294376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42829" y="259507"/>
                  </a:moveTo>
                  <a:lnTo>
                    <a:pt x="220617" y="259507"/>
                  </a:lnTo>
                  <a:moveTo>
                    <a:pt x="113660" y="298396"/>
                  </a:moveTo>
                  <a:lnTo>
                    <a:pt x="288676" y="298396"/>
                  </a:lnTo>
                  <a:moveTo>
                    <a:pt x="220617" y="298396"/>
                  </a:moveTo>
                  <a:cubicBezTo>
                    <a:pt x="258208" y="298396"/>
                    <a:pt x="288676" y="267928"/>
                    <a:pt x="288676" y="230337"/>
                  </a:cubicBezTo>
                  <a:cubicBezTo>
                    <a:pt x="288676" y="192746"/>
                    <a:pt x="258208" y="162279"/>
                    <a:pt x="220617" y="162279"/>
                  </a:cubicBezTo>
                  <a:lnTo>
                    <a:pt x="210888" y="162279"/>
                  </a:lnTo>
                  <a:moveTo>
                    <a:pt x="171999" y="220617"/>
                  </a:moveTo>
                  <a:lnTo>
                    <a:pt x="191448" y="220617"/>
                  </a:lnTo>
                  <a:moveTo>
                    <a:pt x="171999" y="201168"/>
                  </a:moveTo>
                  <a:cubicBezTo>
                    <a:pt x="161254" y="201168"/>
                    <a:pt x="152549" y="192463"/>
                    <a:pt x="152549" y="181719"/>
                  </a:cubicBezTo>
                  <a:lnTo>
                    <a:pt x="152549" y="142829"/>
                  </a:lnTo>
                  <a:lnTo>
                    <a:pt x="210888" y="142829"/>
                  </a:lnTo>
                  <a:lnTo>
                    <a:pt x="210888" y="181719"/>
                  </a:lnTo>
                  <a:cubicBezTo>
                    <a:pt x="210888" y="192463"/>
                    <a:pt x="202183" y="201168"/>
                    <a:pt x="191448" y="201168"/>
                  </a:cubicBezTo>
                  <a:close/>
                  <a:moveTo>
                    <a:pt x="201168" y="142829"/>
                  </a:moveTo>
                  <a:lnTo>
                    <a:pt x="201168" y="113660"/>
                  </a:lnTo>
                  <a:cubicBezTo>
                    <a:pt x="201168" y="108292"/>
                    <a:pt x="196815" y="103940"/>
                    <a:pt x="191448" y="103940"/>
                  </a:cubicBezTo>
                  <a:lnTo>
                    <a:pt x="171999" y="103940"/>
                  </a:lnTo>
                  <a:cubicBezTo>
                    <a:pt x="166631" y="103940"/>
                    <a:pt x="162279" y="108292"/>
                    <a:pt x="162279" y="113660"/>
                  </a:cubicBezTo>
                  <a:lnTo>
                    <a:pt x="162279" y="142829"/>
                  </a:lnTo>
                </a:path>
              </a:pathLst>
            </a:custGeom>
            <a:noFill/>
            <a:ln w="22987" cap="rnd">
              <a:solidFill>
                <a:srgbClr val="2F5D50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8" name="圖說"/>
            <p:cNvSpPr/>
            <p:nvPr/>
          </p:nvSpPr>
          <p:spPr>
            <a:xfrm>
              <a:off x="9867748" y="5733288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900" dirty="0"/>
            </a:p>
          </p:txBody>
        </p:sp>
        <p:sp>
          <p:nvSpPr>
            <p:cNvPr id="149" name="圖示底圓"/>
            <p:cNvSpPr/>
            <p:nvPr/>
          </p:nvSpPr>
          <p:spPr>
            <a:xfrm>
              <a:off x="11240719" y="5294376"/>
              <a:ext cx="402336" cy="402336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0" name="圖示 維修"/>
            <p:cNvSpPr/>
            <p:nvPr/>
          </p:nvSpPr>
          <p:spPr>
            <a:xfrm>
              <a:off x="11240719" y="5294376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227420" y="145746"/>
                  </a:moveTo>
                  <a:cubicBezTo>
                    <a:pt x="223717" y="149523"/>
                    <a:pt x="223717" y="155576"/>
                    <a:pt x="227420" y="159362"/>
                  </a:cubicBezTo>
                  <a:lnTo>
                    <a:pt x="242974" y="174916"/>
                  </a:lnTo>
                  <a:cubicBezTo>
                    <a:pt x="246760" y="178619"/>
                    <a:pt x="252813" y="178619"/>
                    <a:pt x="256590" y="174916"/>
                  </a:cubicBezTo>
                  <a:lnTo>
                    <a:pt x="286792" y="144722"/>
                  </a:lnTo>
                  <a:cubicBezTo>
                    <a:pt x="289901" y="141595"/>
                    <a:pt x="295177" y="142582"/>
                    <a:pt x="296348" y="146843"/>
                  </a:cubicBezTo>
                  <a:cubicBezTo>
                    <a:pt x="302346" y="168661"/>
                    <a:pt x="295196" y="191969"/>
                    <a:pt x="277996" y="206664"/>
                  </a:cubicBezTo>
                  <a:cubicBezTo>
                    <a:pt x="260796" y="221358"/>
                    <a:pt x="236656" y="224787"/>
                    <a:pt x="216045" y="215460"/>
                  </a:cubicBezTo>
                  <a:lnTo>
                    <a:pt x="139135" y="292370"/>
                  </a:lnTo>
                  <a:cubicBezTo>
                    <a:pt x="131079" y="300426"/>
                    <a:pt x="118022" y="300417"/>
                    <a:pt x="109966" y="292370"/>
                  </a:cubicBezTo>
                  <a:cubicBezTo>
                    <a:pt x="101919" y="284314"/>
                    <a:pt x="101919" y="271257"/>
                    <a:pt x="109975" y="263201"/>
                  </a:cubicBezTo>
                  <a:lnTo>
                    <a:pt x="186885" y="186291"/>
                  </a:lnTo>
                  <a:cubicBezTo>
                    <a:pt x="177558" y="165680"/>
                    <a:pt x="180987" y="141540"/>
                    <a:pt x="195682" y="124340"/>
                  </a:cubicBezTo>
                  <a:cubicBezTo>
                    <a:pt x="210376" y="107140"/>
                    <a:pt x="233693" y="99990"/>
                    <a:pt x="255502" y="105988"/>
                  </a:cubicBezTo>
                  <a:cubicBezTo>
                    <a:pt x="259763" y="107159"/>
                    <a:pt x="260750" y="112425"/>
                    <a:pt x="257632" y="115553"/>
                  </a:cubicBezTo>
                  <a:close/>
                </a:path>
              </a:pathLst>
            </a:custGeom>
            <a:noFill/>
            <a:ln w="22987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51" name="圖說"/>
            <p:cNvSpPr/>
            <p:nvPr/>
          </p:nvSpPr>
          <p:spPr>
            <a:xfrm>
              <a:off x="10966399" y="5733288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900" dirty="0"/>
            </a:p>
          </p:txBody>
        </p:sp>
        <p:cxnSp>
          <p:nvCxnSpPr>
            <p:cNvPr id="152" name="連接線"/>
            <p:cNvCxnSpPr>
              <a:stCxn id="143" idx="6"/>
              <a:endCxn id="146" idx="2"/>
            </p:cNvCxnSpPr>
            <p:nvPr/>
          </p:nvCxnSpPr>
          <p:spPr>
            <a:xfrm>
              <a:off x="9445752" y="5495544"/>
              <a:ext cx="696316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53" name="連接線"/>
            <p:cNvCxnSpPr>
              <a:stCxn id="146" idx="6"/>
              <a:endCxn id="149" idx="2"/>
            </p:cNvCxnSpPr>
            <p:nvPr/>
          </p:nvCxnSpPr>
          <p:spPr>
            <a:xfrm>
              <a:off x="10544404" y="5495544"/>
              <a:ext cx="696316" cy="0"/>
            </a:xfrm>
            <a:prstGeom prst="straightConnector1">
              <a:avLst/>
            </a:prstGeom>
            <a:ln w="1905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154" name="Text 152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50251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色彩、字級與元件語言一覽：暖灰畫布、粗灰外框扁平卡片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377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8280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#2F5D50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24483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#24483E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E2EBE7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#E2EBE7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#C9A227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6519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3643884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9808" y="3547872"/>
            <a:ext cx="48280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40pt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F5D5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73368" y="1783080"/>
            <a:ext cx="52696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3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2.25pt</a:t>
            </a:r>
            <a:endParaRPr lang="en-US" sz="1000" dirty="0"/>
          </a:p>
        </p:txBody>
      </p:sp>
      <p:sp>
        <p:nvSpPr>
          <p:cNvPr id="46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109728"/>
                </a:lnTo>
                <a:arcTo hR="109728" wR="109728" stAng="10800000" swAng="5400000"/>
                <a:lnTo>
                  <a:pt x="1078992" y="0"/>
                </a:lnTo>
                <a:arcTo hR="109728" wR="109728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小圓角方籤</a:t>
            </a:r>
            <a:endParaRPr lang="en-US" sz="1000" dirty="0"/>
          </a:p>
        </p:txBody>
      </p:sp>
      <p:sp>
        <p:nvSpPr>
          <p:cNvPr id="52" name="標籤"/>
          <p:cNvSpPr/>
          <p:nvPr/>
        </p:nvSpPr>
        <p:spPr>
          <a:xfrm>
            <a:off x="7086600" y="3108960"/>
            <a:ext cx="550591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3" name="標籤"/>
          <p:cNvSpPr/>
          <p:nvPr/>
        </p:nvSpPr>
        <p:spPr>
          <a:xfrm>
            <a:off x="7746919" y="3108960"/>
            <a:ext cx="550591" cy="292608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4" name="標籤"/>
          <p:cNvSpPr/>
          <p:nvPr/>
        </p:nvSpPr>
        <p:spPr>
          <a:xfrm>
            <a:off x="8407237" y="3108960"/>
            <a:ext cx="550591" cy="292608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5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圓角方塊</a:t>
            </a:r>
            <a:endParaRPr lang="en-US" sz="1000" dirty="0"/>
          </a:p>
        </p:txBody>
      </p:sp>
      <p:sp>
        <p:nvSpPr>
          <p:cNvPr id="58" name="編號"/>
          <p:cNvSpPr/>
          <p:nvPr/>
        </p:nvSpPr>
        <p:spPr>
          <a:xfrm>
            <a:off x="7123176" y="37216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編號"/>
          <p:cNvSpPr/>
          <p:nvPr/>
        </p:nvSpPr>
        <p:spPr>
          <a:xfrm>
            <a:off x="7690104" y="37216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編號"/>
          <p:cNvSpPr/>
          <p:nvPr/>
        </p:nvSpPr>
        <p:spPr>
          <a:xfrm>
            <a:off x="8257032" y="37216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2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6" name="三角形"/>
          <p:cNvSpPr/>
          <p:nvPr/>
        </p:nvSpPr>
        <p:spPr>
          <a:xfrm>
            <a:off x="7735824" y="44942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三角形"/>
          <p:cNvSpPr/>
          <p:nvPr/>
        </p:nvSpPr>
        <p:spPr>
          <a:xfrm>
            <a:off x="7863840" y="44942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三角形"/>
          <p:cNvSpPr/>
          <p:nvPr/>
        </p:nvSpPr>
        <p:spPr>
          <a:xfrm>
            <a:off x="7991856" y="44942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70" name="三角形"/>
          <p:cNvSpPr/>
          <p:nvPr/>
        </p:nvSpPr>
        <p:spPr>
          <a:xfrm>
            <a:off x="8833104" y="44942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三角形"/>
          <p:cNvSpPr/>
          <p:nvPr/>
        </p:nvSpPr>
        <p:spPr>
          <a:xfrm>
            <a:off x="8961120" y="44942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三角形"/>
          <p:cNvSpPr/>
          <p:nvPr/>
        </p:nvSpPr>
        <p:spPr>
          <a:xfrm>
            <a:off x="9089136" y="44942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4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1.5pt 實線＋三角箭頭</a:t>
            </a:r>
            <a:endParaRPr lang="en-US" sz="1000" dirty="0"/>
          </a:p>
        </p:txBody>
      </p:sp>
      <p:sp>
        <p:nvSpPr>
          <p:cNvPr id="77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78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六角形鏈</a:t>
            </a:r>
            <a:endParaRPr lang="en-US" sz="1000" dirty="0"/>
          </a:p>
        </p:txBody>
      </p:sp>
      <p:sp>
        <p:nvSpPr>
          <p:cNvPr id="82" name="流程鏈"/>
          <p:cNvSpPr/>
          <p:nvPr/>
        </p:nvSpPr>
        <p:spPr>
          <a:xfrm>
            <a:off x="7086600" y="5650992"/>
            <a:ext cx="579120" cy="402336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83" name="三角形"/>
          <p:cNvSpPr/>
          <p:nvPr/>
        </p:nvSpPr>
        <p:spPr>
          <a:xfrm>
            <a:off x="7743444" y="57927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三角形"/>
          <p:cNvSpPr/>
          <p:nvPr/>
        </p:nvSpPr>
        <p:spPr>
          <a:xfrm>
            <a:off x="7871460" y="57927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三角形"/>
          <p:cNvSpPr/>
          <p:nvPr/>
        </p:nvSpPr>
        <p:spPr>
          <a:xfrm>
            <a:off x="7999476" y="57927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流程鏈"/>
          <p:cNvSpPr/>
          <p:nvPr/>
        </p:nvSpPr>
        <p:spPr>
          <a:xfrm>
            <a:off x="8168640" y="5650992"/>
            <a:ext cx="579120" cy="402336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87" name="三角形"/>
          <p:cNvSpPr/>
          <p:nvPr/>
        </p:nvSpPr>
        <p:spPr>
          <a:xfrm>
            <a:off x="8825484" y="57927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三角形"/>
          <p:cNvSpPr/>
          <p:nvPr/>
        </p:nvSpPr>
        <p:spPr>
          <a:xfrm>
            <a:off x="8953500" y="57927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三角形"/>
          <p:cNvSpPr/>
          <p:nvPr/>
        </p:nvSpPr>
        <p:spPr>
          <a:xfrm>
            <a:off x="9081516" y="57927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流程鏈"/>
          <p:cNvSpPr/>
          <p:nvPr/>
        </p:nvSpPr>
        <p:spPr>
          <a:xfrm>
            <a:off x="9250680" y="5650992"/>
            <a:ext cx="579120" cy="402336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41361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487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600" dirty="0"/>
          </a:p>
        </p:txBody>
      </p:sp>
      <p:sp>
        <p:nvSpPr>
          <p:cNvPr id="8" name="線條"/>
          <p:cNvSpPr/>
          <p:nvPr/>
        </p:nvSpPr>
        <p:spPr>
          <a:xfrm>
            <a:off x="786384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10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2" name="線條"/>
          <p:cNvSpPr/>
          <p:nvPr/>
        </p:nvSpPr>
        <p:spPr>
          <a:xfrm>
            <a:off x="4628236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4" name="標籤"/>
          <p:cNvSpPr/>
          <p:nvPr/>
        </p:nvSpPr>
        <p:spPr>
          <a:xfrm>
            <a:off x="6854292" y="1746504"/>
            <a:ext cx="745744" cy="256032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5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109728"/>
                </a:lnTo>
                <a:arcTo hR="109728" wR="109728" stAng="10800000" swAng="5400000"/>
                <a:lnTo>
                  <a:pt x="3300984" y="0"/>
                </a:lnTo>
                <a:arcTo hR="109728" wR="109728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66801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9808" y="4572000"/>
            <a:ext cx="61996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4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標籤"/>
          <p:cNvSpPr/>
          <p:nvPr/>
        </p:nvSpPr>
        <p:spPr>
          <a:xfrm>
            <a:off x="548640" y="5102352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548640" y="5486400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548640" y="5870448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466801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16368" y="4572000"/>
            <a:ext cx="41266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3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37805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931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108932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548640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1775236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C9A22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1" name="標籤"/>
          <p:cNvSpPr/>
          <p:nvPr/>
        </p:nvSpPr>
        <p:spPr>
          <a:xfrm>
            <a:off x="3001833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2" name="標籤"/>
          <p:cNvSpPr/>
          <p:nvPr/>
        </p:nvSpPr>
        <p:spPr>
          <a:xfrm>
            <a:off x="4228429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4" name="標籤"/>
          <p:cNvSpPr/>
          <p:nvPr/>
        </p:nvSpPr>
        <p:spPr>
          <a:xfrm>
            <a:off x="6460866" y="2368296"/>
            <a:ext cx="4917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7089770" y="2368296"/>
            <a:ext cx="491744" cy="27432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6" name="標籤"/>
          <p:cNvSpPr/>
          <p:nvPr/>
        </p:nvSpPr>
        <p:spPr>
          <a:xfrm>
            <a:off x="7718674" y="2368296"/>
            <a:ext cx="491744" cy="27432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5925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9808" y="3063240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548640" y="3666744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4233672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2" name="標籤"/>
          <p:cNvSpPr/>
          <p:nvPr/>
        </p:nvSpPr>
        <p:spPr>
          <a:xfrm>
            <a:off x="548640" y="4800600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3" name="標籤"/>
          <p:cNvSpPr/>
          <p:nvPr/>
        </p:nvSpPr>
        <p:spPr>
          <a:xfrm>
            <a:off x="548640" y="5367528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63060" y="315925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64228" y="3063240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4399636" y="36758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編號"/>
          <p:cNvSpPr/>
          <p:nvPr/>
        </p:nvSpPr>
        <p:spPr>
          <a:xfrm>
            <a:off x="4966564" y="36758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編號"/>
          <p:cNvSpPr/>
          <p:nvPr/>
        </p:nvSpPr>
        <p:spPr>
          <a:xfrm>
            <a:off x="5533492" y="36758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編號"/>
          <p:cNvSpPr/>
          <p:nvPr/>
        </p:nvSpPr>
        <p:spPr>
          <a:xfrm>
            <a:off x="6100420" y="36758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編號"/>
          <p:cNvSpPr/>
          <p:nvPr/>
        </p:nvSpPr>
        <p:spPr>
          <a:xfrm>
            <a:off x="4427068" y="451713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4427068" y="508406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4427068" y="56509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77479" y="315925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378647" y="3063240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42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36027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153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49194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3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4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10528" y="1783080"/>
            <a:ext cx="513252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6309360" y="2395728"/>
            <a:ext cx="1442618" cy="658368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9" name="三角形"/>
          <p:cNvSpPr/>
          <p:nvPr/>
        </p:nvSpPr>
        <p:spPr>
          <a:xfrm>
            <a:off x="7829702" y="26654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三角形"/>
          <p:cNvSpPr/>
          <p:nvPr/>
        </p:nvSpPr>
        <p:spPr>
          <a:xfrm>
            <a:off x="7957718" y="26654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三角形"/>
          <p:cNvSpPr/>
          <p:nvPr/>
        </p:nvSpPr>
        <p:spPr>
          <a:xfrm>
            <a:off x="8085734" y="26654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流程鏈"/>
          <p:cNvSpPr/>
          <p:nvPr/>
        </p:nvSpPr>
        <p:spPr>
          <a:xfrm>
            <a:off x="8254898" y="2395728"/>
            <a:ext cx="1442618" cy="658368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23" name="三角形"/>
          <p:cNvSpPr/>
          <p:nvPr/>
        </p:nvSpPr>
        <p:spPr>
          <a:xfrm>
            <a:off x="9775241" y="26654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三角形"/>
          <p:cNvSpPr/>
          <p:nvPr/>
        </p:nvSpPr>
        <p:spPr>
          <a:xfrm>
            <a:off x="9903257" y="26654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三角形"/>
          <p:cNvSpPr/>
          <p:nvPr/>
        </p:nvSpPr>
        <p:spPr>
          <a:xfrm>
            <a:off x="10031273" y="26654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流程鏈"/>
          <p:cNvSpPr/>
          <p:nvPr/>
        </p:nvSpPr>
        <p:spPr>
          <a:xfrm>
            <a:off x="10200437" y="2395728"/>
            <a:ext cx="1442618" cy="658368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7" name="流程鏈"/>
          <p:cNvSpPr/>
          <p:nvPr/>
        </p:nvSpPr>
        <p:spPr>
          <a:xfrm>
            <a:off x="6309360" y="3520440"/>
            <a:ext cx="752917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8" name="三角形"/>
          <p:cNvSpPr/>
          <p:nvPr/>
        </p:nvSpPr>
        <p:spPr>
          <a:xfrm>
            <a:off x="7084680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三角形"/>
          <p:cNvSpPr/>
          <p:nvPr/>
        </p:nvSpPr>
        <p:spPr>
          <a:xfrm>
            <a:off x="7212696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三角形"/>
          <p:cNvSpPr/>
          <p:nvPr/>
        </p:nvSpPr>
        <p:spPr>
          <a:xfrm>
            <a:off x="7340712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流程鏈"/>
          <p:cNvSpPr/>
          <p:nvPr/>
        </p:nvSpPr>
        <p:spPr>
          <a:xfrm>
            <a:off x="7454555" y="3520440"/>
            <a:ext cx="752917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32" name="三角形"/>
          <p:cNvSpPr/>
          <p:nvPr/>
        </p:nvSpPr>
        <p:spPr>
          <a:xfrm>
            <a:off x="8229874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三角形"/>
          <p:cNvSpPr/>
          <p:nvPr/>
        </p:nvSpPr>
        <p:spPr>
          <a:xfrm>
            <a:off x="8357890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三角形"/>
          <p:cNvSpPr/>
          <p:nvPr/>
        </p:nvSpPr>
        <p:spPr>
          <a:xfrm>
            <a:off x="8485906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流程鏈"/>
          <p:cNvSpPr/>
          <p:nvPr/>
        </p:nvSpPr>
        <p:spPr>
          <a:xfrm>
            <a:off x="8599749" y="3520440"/>
            <a:ext cx="752917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36" name="三角形"/>
          <p:cNvSpPr/>
          <p:nvPr/>
        </p:nvSpPr>
        <p:spPr>
          <a:xfrm>
            <a:off x="9375069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三角形"/>
          <p:cNvSpPr/>
          <p:nvPr/>
        </p:nvSpPr>
        <p:spPr>
          <a:xfrm>
            <a:off x="9503085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9631101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流程鏈"/>
          <p:cNvSpPr/>
          <p:nvPr/>
        </p:nvSpPr>
        <p:spPr>
          <a:xfrm>
            <a:off x="9744944" y="3520440"/>
            <a:ext cx="752917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40" name="三角形"/>
          <p:cNvSpPr/>
          <p:nvPr/>
        </p:nvSpPr>
        <p:spPr>
          <a:xfrm>
            <a:off x="10520263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三角形"/>
          <p:cNvSpPr/>
          <p:nvPr/>
        </p:nvSpPr>
        <p:spPr>
          <a:xfrm>
            <a:off x="10648279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三角形"/>
          <p:cNvSpPr/>
          <p:nvPr/>
        </p:nvSpPr>
        <p:spPr>
          <a:xfrm>
            <a:off x="10776295" y="371703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流程鏈"/>
          <p:cNvSpPr/>
          <p:nvPr/>
        </p:nvSpPr>
        <p:spPr>
          <a:xfrm>
            <a:off x="10890138" y="3520440"/>
            <a:ext cx="752917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44" name="流程鏈"/>
          <p:cNvSpPr/>
          <p:nvPr/>
        </p:nvSpPr>
        <p:spPr>
          <a:xfrm>
            <a:off x="6309360" y="4526280"/>
            <a:ext cx="956234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45" name="三角形"/>
          <p:cNvSpPr/>
          <p:nvPr/>
        </p:nvSpPr>
        <p:spPr>
          <a:xfrm>
            <a:off x="7343318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三角形"/>
          <p:cNvSpPr/>
          <p:nvPr/>
        </p:nvSpPr>
        <p:spPr>
          <a:xfrm>
            <a:off x="7471334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三角形"/>
          <p:cNvSpPr/>
          <p:nvPr/>
        </p:nvSpPr>
        <p:spPr>
          <a:xfrm>
            <a:off x="7599350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流程鏈"/>
          <p:cNvSpPr/>
          <p:nvPr/>
        </p:nvSpPr>
        <p:spPr>
          <a:xfrm>
            <a:off x="7768514" y="4526280"/>
            <a:ext cx="956234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49" name="三角形"/>
          <p:cNvSpPr/>
          <p:nvPr/>
        </p:nvSpPr>
        <p:spPr>
          <a:xfrm>
            <a:off x="8802472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三角形"/>
          <p:cNvSpPr/>
          <p:nvPr/>
        </p:nvSpPr>
        <p:spPr>
          <a:xfrm>
            <a:off x="8930488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三角形"/>
          <p:cNvSpPr/>
          <p:nvPr/>
        </p:nvSpPr>
        <p:spPr>
          <a:xfrm>
            <a:off x="9058504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流程鏈"/>
          <p:cNvSpPr/>
          <p:nvPr/>
        </p:nvSpPr>
        <p:spPr>
          <a:xfrm>
            <a:off x="9227668" y="4526280"/>
            <a:ext cx="956234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53" name="三角形"/>
          <p:cNvSpPr/>
          <p:nvPr/>
        </p:nvSpPr>
        <p:spPr>
          <a:xfrm>
            <a:off x="10261625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三角形"/>
          <p:cNvSpPr/>
          <p:nvPr/>
        </p:nvSpPr>
        <p:spPr>
          <a:xfrm>
            <a:off x="10389641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三角形"/>
          <p:cNvSpPr/>
          <p:nvPr/>
        </p:nvSpPr>
        <p:spPr>
          <a:xfrm>
            <a:off x="10517657" y="4722876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流程鏈"/>
          <p:cNvSpPr/>
          <p:nvPr/>
        </p:nvSpPr>
        <p:spPr>
          <a:xfrm>
            <a:off x="10686821" y="4526280"/>
            <a:ext cx="956234" cy="51206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2700" tIns="0" rIns="127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309360" y="5138928"/>
            <a:ext cx="95623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768514" y="5138928"/>
            <a:ext cx="95623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227668" y="5138928"/>
            <a:ext cx="95623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686821" y="5138928"/>
            <a:ext cx="95623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454507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5772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371600" y="3017520"/>
            <a:ext cx="908228" cy="0"/>
          </a:xfrm>
          <a:prstGeom prst="straightConnector1">
            <a:avLst/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2" name="Text 10"/>
          <p:cNvSpPr/>
          <p:nvPr/>
        </p:nvSpPr>
        <p:spPr>
          <a:xfrm>
            <a:off x="3395396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6564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4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4218356" y="2679192"/>
            <a:ext cx="908228" cy="914400"/>
          </a:xfrm>
          <a:prstGeom prst="bentConnector3">
            <a:avLst>
              <a:gd name="adj1" fmla="val 50000"/>
            </a:avLst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8" name="Text 16"/>
          <p:cNvSpPr/>
          <p:nvPr/>
        </p:nvSpPr>
        <p:spPr>
          <a:xfrm>
            <a:off x="6242152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3320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7065112" y="3017520"/>
            <a:ext cx="908228" cy="0"/>
          </a:xfrm>
          <a:prstGeom prst="straightConnector1">
            <a:avLst/>
          </a:prstGeom>
          <a:ln w="19050">
            <a:solidFill>
              <a:srgbClr val="8C8C8C"/>
            </a:solidFill>
            <a:prstDash val="sysDot"/>
            <a:tailEnd type="triangle"/>
          </a:ln>
        </p:spPr>
      </p:cxnSp>
      <p:sp>
        <p:nvSpPr>
          <p:cNvPr id="24" name="Text 22"/>
          <p:cNvSpPr/>
          <p:nvPr/>
        </p:nvSpPr>
        <p:spPr>
          <a:xfrm>
            <a:off x="9088907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90075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noFill/>
          <a:ln w="19050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402793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9808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2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4" name="三角形"/>
          <p:cNvSpPr/>
          <p:nvPr/>
        </p:nvSpPr>
        <p:spPr>
          <a:xfrm>
            <a:off x="1155173" y="51069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三角形"/>
          <p:cNvSpPr/>
          <p:nvPr/>
        </p:nvSpPr>
        <p:spPr>
          <a:xfrm>
            <a:off x="1283189" y="51069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三角形"/>
          <p:cNvSpPr/>
          <p:nvPr/>
        </p:nvSpPr>
        <p:spPr>
          <a:xfrm>
            <a:off x="1411205" y="51069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8" name="三角形"/>
          <p:cNvSpPr/>
          <p:nvPr/>
        </p:nvSpPr>
        <p:spPr>
          <a:xfrm>
            <a:off x="2148783" y="51069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三角形"/>
          <p:cNvSpPr/>
          <p:nvPr/>
        </p:nvSpPr>
        <p:spPr>
          <a:xfrm>
            <a:off x="2276799" y="51069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三角形"/>
          <p:cNvSpPr/>
          <p:nvPr/>
        </p:nvSpPr>
        <p:spPr>
          <a:xfrm>
            <a:off x="2404815" y="5106924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95396" y="402793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596564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44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5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6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7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42152" y="402793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43320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52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3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54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63867C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55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C9A227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088907" y="402793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9290075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8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9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60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61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cxnSp>
        <p:nvCxnSpPr>
          <p:cNvPr id="62" name="連接線"/>
          <p:cNvCxnSpPr>
            <a:stCxn id="59" idx="3"/>
            <a:endCxn id="60" idx="1"/>
          </p:cNvCxnSpPr>
          <p:nvPr/>
        </p:nvCxnSpPr>
        <p:spPr>
          <a:xfrm flipV="1">
            <a:off x="9911867" y="4782312"/>
            <a:ext cx="908228" cy="384048"/>
          </a:xfrm>
          <a:prstGeom prst="bentConnector3">
            <a:avLst>
              <a:gd name="adj1" fmla="val 50000"/>
            </a:avLst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63" name="連接線"/>
          <p:cNvCxnSpPr>
            <a:stCxn id="59" idx="3"/>
            <a:endCxn id="61" idx="1"/>
          </p:cNvCxnSpPr>
          <p:nvPr/>
        </p:nvCxnSpPr>
        <p:spPr>
          <a:xfrm>
            <a:off x="9911867" y="5166360"/>
            <a:ext cx="908228" cy="384048"/>
          </a:xfrm>
          <a:prstGeom prst="bentConnector3">
            <a:avLst>
              <a:gd name="adj1" fmla="val 50000"/>
            </a:avLst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64" name="Text 62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44917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043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8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0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FFFFFF"/>
          </a:solidFill>
          <a:ln w="28575">
            <a:solidFill>
              <a:srgbClr val="C9A22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4" name="文件"/>
          <p:cNvSpPr/>
          <p:nvPr/>
        </p:nvSpPr>
        <p:spPr>
          <a:xfrm>
            <a:off x="8183651" y="2125980"/>
            <a:ext cx="1371600" cy="777240"/>
          </a:xfrm>
          <a:prstGeom prst="flowChartDocument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6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863340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9808" y="3767328"/>
            <a:ext cx="108932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2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3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FFFFFF"/>
          </a:solidFill>
          <a:ln w="28575">
            <a:solidFill>
              <a:srgbClr val="C9A22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4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5" name="文件"/>
          <p:cNvSpPr/>
          <p:nvPr/>
        </p:nvSpPr>
        <p:spPr>
          <a:xfrm>
            <a:off x="8500628" y="4343400"/>
            <a:ext cx="1463040" cy="731520"/>
          </a:xfrm>
          <a:prstGeom prst="flowChartDocument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6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1691640" y="4709160"/>
            <a:ext cx="666963" cy="0"/>
          </a:xfrm>
          <a:prstGeom prst="straightConnector1">
            <a:avLst/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3743371" y="4709160"/>
            <a:ext cx="666963" cy="0"/>
          </a:xfrm>
          <a:prstGeom prst="straightConnector1">
            <a:avLst/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5964814" y="4709160"/>
            <a:ext cx="536387" cy="0"/>
          </a:xfrm>
          <a:prstGeom prst="straightConnector1">
            <a:avLst/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7964241" y="4709160"/>
            <a:ext cx="536387" cy="0"/>
          </a:xfrm>
          <a:prstGeom prst="straightConnector1">
            <a:avLst/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9963668" y="4709160"/>
            <a:ext cx="536387" cy="0"/>
          </a:xfrm>
          <a:prstGeom prst="straightConnector1">
            <a:avLst/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2" name="Text 30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3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7232721" y="5020056"/>
            <a:ext cx="0" cy="393192"/>
          </a:xfrm>
          <a:prstGeom prst="straightConnector1">
            <a:avLst/>
          </a:prstGeom>
          <a:ln w="19050">
            <a:solidFill>
              <a:srgbClr val="8C8C8C"/>
            </a:solidFill>
            <a:prstDash val="sysDash"/>
            <a:headEnd type="triangle"/>
            <a:tailEnd type="triangle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4046129" y="4024914"/>
            <a:ext cx="146304" cy="2136587"/>
          </a:xfrm>
          <a:prstGeom prst="bentConnector3">
            <a:avLst>
              <a:gd name="adj1" fmla="val -468750"/>
            </a:avLst>
          </a:prstGeom>
          <a:ln w="1905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6" name="Text 34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32471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597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50109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24000"/>
            </a:avLst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3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5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6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2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7220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3368" y="1783080"/>
            <a:ext cx="24963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2F5D5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9" name="標籤"/>
          <p:cNvSpPr/>
          <p:nvPr/>
        </p:nvSpPr>
        <p:spPr>
          <a:xfrm>
            <a:off x="6549136" y="3227832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7975600" y="3227832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6549136" y="4544568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2" name="標籤"/>
          <p:cNvSpPr/>
          <p:nvPr/>
        </p:nvSpPr>
        <p:spPr>
          <a:xfrm>
            <a:off x="7975600" y="4544568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5440" y="1879092"/>
            <a:ext cx="100584" cy="1005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436608" y="1783080"/>
            <a:ext cx="22064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9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2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1935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1935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10222992" y="2990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300" dirty="0"/>
          </a:p>
        </p:txBody>
      </p:sp>
      <p:sp>
        <p:nvSpPr>
          <p:cNvPr id="46" name="編號"/>
          <p:cNvSpPr/>
          <p:nvPr/>
        </p:nvSpPr>
        <p:spPr>
          <a:xfrm>
            <a:off x="11000232" y="2990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10222992" y="3950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300" dirty="0"/>
          </a:p>
        </p:txBody>
      </p:sp>
      <p:sp>
        <p:nvSpPr>
          <p:cNvPr id="49" name="編號"/>
          <p:cNvSpPr/>
          <p:nvPr/>
        </p:nvSpPr>
        <p:spPr>
          <a:xfrm>
            <a:off x="11000232" y="3950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10222992" y="491032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300" dirty="0"/>
          </a:p>
        </p:txBody>
      </p:sp>
      <p:sp>
        <p:nvSpPr>
          <p:cNvPr id="52" name="編號"/>
          <p:cNvSpPr/>
          <p:nvPr/>
        </p:nvSpPr>
        <p:spPr>
          <a:xfrm>
            <a:off x="11000232" y="491032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36027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153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9" name="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5" name="三角形"/>
          <p:cNvSpPr/>
          <p:nvPr/>
        </p:nvSpPr>
        <p:spPr>
          <a:xfrm>
            <a:off x="4038295" y="294619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三角形"/>
          <p:cNvSpPr/>
          <p:nvPr/>
        </p:nvSpPr>
        <p:spPr>
          <a:xfrm>
            <a:off x="4191914" y="294619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三角形"/>
          <p:cNvSpPr/>
          <p:nvPr/>
        </p:nvSpPr>
        <p:spPr>
          <a:xfrm>
            <a:off x="4345534" y="294619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三角形"/>
          <p:cNvSpPr/>
          <p:nvPr/>
        </p:nvSpPr>
        <p:spPr>
          <a:xfrm>
            <a:off x="7736434" y="294619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7890053" y="294619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三角形"/>
          <p:cNvSpPr/>
          <p:nvPr/>
        </p:nvSpPr>
        <p:spPr>
          <a:xfrm>
            <a:off x="8043672" y="294619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22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23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7" name="標籤"/>
          <p:cNvSpPr/>
          <p:nvPr/>
        </p:nvSpPr>
        <p:spPr>
          <a:xfrm>
            <a:off x="1346149" y="457200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1346149" y="50749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1346149" y="557784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8742426" y="457200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8742426" y="50749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32" name="標籤"/>
          <p:cNvSpPr/>
          <p:nvPr/>
        </p:nvSpPr>
        <p:spPr>
          <a:xfrm>
            <a:off x="8742426" y="557784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32471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597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三角形"/>
          <p:cNvSpPr/>
          <p:nvPr/>
        </p:nvSpPr>
        <p:spPr>
          <a:xfrm>
            <a:off x="2467600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三角形"/>
          <p:cNvSpPr/>
          <p:nvPr/>
        </p:nvSpPr>
        <p:spPr>
          <a:xfrm>
            <a:off x="2595616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三角形"/>
          <p:cNvSpPr/>
          <p:nvPr/>
        </p:nvSpPr>
        <p:spPr>
          <a:xfrm>
            <a:off x="2723632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3" name="三角形"/>
          <p:cNvSpPr/>
          <p:nvPr/>
        </p:nvSpPr>
        <p:spPr>
          <a:xfrm>
            <a:off x="4770608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三角形"/>
          <p:cNvSpPr/>
          <p:nvPr/>
        </p:nvSpPr>
        <p:spPr>
          <a:xfrm>
            <a:off x="4898624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三角形"/>
          <p:cNvSpPr/>
          <p:nvPr/>
        </p:nvSpPr>
        <p:spPr>
          <a:xfrm>
            <a:off x="5026640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C1CE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7" name="三角形"/>
          <p:cNvSpPr/>
          <p:nvPr/>
        </p:nvSpPr>
        <p:spPr>
          <a:xfrm>
            <a:off x="7073616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三角形"/>
          <p:cNvSpPr/>
          <p:nvPr/>
        </p:nvSpPr>
        <p:spPr>
          <a:xfrm>
            <a:off x="7201632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7329648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22" name="三角形"/>
          <p:cNvSpPr/>
          <p:nvPr/>
        </p:nvSpPr>
        <p:spPr>
          <a:xfrm>
            <a:off x="9376623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三角形"/>
          <p:cNvSpPr/>
          <p:nvPr/>
        </p:nvSpPr>
        <p:spPr>
          <a:xfrm>
            <a:off x="9504639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三角形"/>
          <p:cNvSpPr/>
          <p:nvPr/>
        </p:nvSpPr>
        <p:spPr>
          <a:xfrm>
            <a:off x="9632655" y="4293108"/>
            <a:ext cx="91440" cy="118872"/>
          </a:xfrm>
          <a:custGeom>
            <a:avLst/>
            <a:gdLst/>
            <a:ahLst/>
            <a:cxnLst/>
            <a:rect l="l" t="t" r="r" b="b"/>
            <a:pathLst>
              <a:path w="91440" h="118872">
                <a:moveTo>
                  <a:pt x="0" y="0"/>
                </a:moveTo>
                <a:lnTo>
                  <a:pt x="91440" y="59436"/>
                </a:lnTo>
                <a:lnTo>
                  <a:pt x="0" y="11887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27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9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31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33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noFill/>
          <a:ln w="19050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noFill/>
          <a:ln w="19050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9050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36" name="編號"/>
          <p:cNvSpPr/>
          <p:nvPr/>
        </p:nvSpPr>
        <p:spPr>
          <a:xfrm>
            <a:off x="548640" y="1865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923544" y="1865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38" name="標籤"/>
          <p:cNvSpPr/>
          <p:nvPr/>
        </p:nvSpPr>
        <p:spPr>
          <a:xfrm>
            <a:off x="1325880" y="18745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9" name="編號"/>
          <p:cNvSpPr/>
          <p:nvPr/>
        </p:nvSpPr>
        <p:spPr>
          <a:xfrm>
            <a:off x="548640" y="23225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編號"/>
          <p:cNvSpPr/>
          <p:nvPr/>
        </p:nvSpPr>
        <p:spPr>
          <a:xfrm>
            <a:off x="923544" y="23225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41" name="標籤"/>
          <p:cNvSpPr/>
          <p:nvPr/>
        </p:nvSpPr>
        <p:spPr>
          <a:xfrm>
            <a:off x="1325880" y="23317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9669231" y="1865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10044135" y="1865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標籤"/>
          <p:cNvSpPr/>
          <p:nvPr/>
        </p:nvSpPr>
        <p:spPr>
          <a:xfrm>
            <a:off x="10446471" y="18745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9669231" y="23225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10044135" y="23225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標籤"/>
          <p:cNvSpPr/>
          <p:nvPr/>
        </p:nvSpPr>
        <p:spPr>
          <a:xfrm>
            <a:off x="10446471" y="23317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8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144527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1519431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標籤"/>
          <p:cNvSpPr/>
          <p:nvPr/>
        </p:nvSpPr>
        <p:spPr>
          <a:xfrm>
            <a:off x="1921767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53" name="編號"/>
          <p:cNvSpPr/>
          <p:nvPr/>
        </p:nvSpPr>
        <p:spPr>
          <a:xfrm>
            <a:off x="3918130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54" name="編號"/>
          <p:cNvSpPr/>
          <p:nvPr/>
        </p:nvSpPr>
        <p:spPr>
          <a:xfrm>
            <a:off x="4293034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55" name="標籤"/>
          <p:cNvSpPr/>
          <p:nvPr/>
        </p:nvSpPr>
        <p:spPr>
          <a:xfrm>
            <a:off x="4695370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56" name="編號"/>
          <p:cNvSpPr/>
          <p:nvPr/>
        </p:nvSpPr>
        <p:spPr>
          <a:xfrm>
            <a:off x="6879186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57" name="標籤"/>
          <p:cNvSpPr/>
          <p:nvPr/>
        </p:nvSpPr>
        <p:spPr>
          <a:xfrm>
            <a:off x="7281522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58" name="編號"/>
          <p:cNvSpPr/>
          <p:nvPr/>
        </p:nvSpPr>
        <p:spPr>
          <a:xfrm>
            <a:off x="9465338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59" name="編號"/>
          <p:cNvSpPr/>
          <p:nvPr/>
        </p:nvSpPr>
        <p:spPr>
          <a:xfrm>
            <a:off x="9840242" y="5815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60" name="標籤"/>
          <p:cNvSpPr/>
          <p:nvPr/>
        </p:nvSpPr>
        <p:spPr>
          <a:xfrm>
            <a:off x="10242578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32918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69848"/>
            <a:ext cx="3424936" cy="36576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37584" y="1069848"/>
            <a:ext cx="109728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C9A227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7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20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2F5D5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2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8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1" name="標籤"/>
          <p:cNvSpPr/>
          <p:nvPr/>
        </p:nvSpPr>
        <p:spPr>
          <a:xfrm>
            <a:off x="6000496" y="2286000"/>
            <a:ext cx="491744" cy="256032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2" name="標籤"/>
          <p:cNvSpPr/>
          <p:nvPr/>
        </p:nvSpPr>
        <p:spPr>
          <a:xfrm>
            <a:off x="4937760" y="2944368"/>
            <a:ext cx="618744" cy="256032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3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5" name="標籤"/>
          <p:cNvSpPr/>
          <p:nvPr/>
        </p:nvSpPr>
        <p:spPr>
          <a:xfrm>
            <a:off x="6000496" y="3611880"/>
            <a:ext cx="491744" cy="256032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6" name="標籤"/>
          <p:cNvSpPr/>
          <p:nvPr/>
        </p:nvSpPr>
        <p:spPr>
          <a:xfrm>
            <a:off x="4937760" y="4270248"/>
            <a:ext cx="618744" cy="256032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7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9" name="標籤"/>
          <p:cNvSpPr/>
          <p:nvPr/>
        </p:nvSpPr>
        <p:spPr>
          <a:xfrm>
            <a:off x="6000496" y="4937760"/>
            <a:ext cx="491744" cy="256032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40" name="標籤"/>
          <p:cNvSpPr/>
          <p:nvPr/>
        </p:nvSpPr>
        <p:spPr>
          <a:xfrm>
            <a:off x="4937760" y="5596128"/>
            <a:ext cx="618744" cy="256032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1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2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2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7141464" y="252374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7872984" y="252374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46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7141464" y="38496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7872984" y="38496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49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7141464" y="517550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7872984" y="517550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6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58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1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6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905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68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墨綠筆記</dc:title>
  <dc:subject>PptxGenJS Presentation</dc:subject>
  <dc:creator>PPT Style Studio</dc:creator>
  <cp:lastModifiedBy>PPT Style Studio</cp:lastModifiedBy>
  <cp:revision>1</cp:revision>
  <dcterms:created xsi:type="dcterms:W3CDTF">2026-10-09T02:55:47Z</dcterms:created>
  <dcterms:modified xsi:type="dcterms:W3CDTF">2026-10-09T02:55:47Z</dcterms:modified>
</cp:coreProperties>
</file>